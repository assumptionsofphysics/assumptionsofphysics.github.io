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7"/>
  </p:notesMasterIdLst>
  <p:sldIdLst>
    <p:sldId id="256" r:id="rId2"/>
    <p:sldId id="1057" r:id="rId3"/>
    <p:sldId id="1290" r:id="rId4"/>
    <p:sldId id="1291" r:id="rId5"/>
    <p:sldId id="1292" r:id="rId6"/>
    <p:sldId id="1293" r:id="rId7"/>
    <p:sldId id="1294" r:id="rId8"/>
    <p:sldId id="1295" r:id="rId9"/>
    <p:sldId id="1296" r:id="rId10"/>
    <p:sldId id="1300" r:id="rId11"/>
    <p:sldId id="1298" r:id="rId12"/>
    <p:sldId id="1299" r:id="rId13"/>
    <p:sldId id="1301" r:id="rId14"/>
    <p:sldId id="1302" r:id="rId15"/>
    <p:sldId id="1303" r:id="rId16"/>
    <p:sldId id="1304" r:id="rId17"/>
    <p:sldId id="1305" r:id="rId18"/>
    <p:sldId id="1285" r:id="rId19"/>
    <p:sldId id="1308" r:id="rId20"/>
    <p:sldId id="1307" r:id="rId21"/>
    <p:sldId id="1309" r:id="rId22"/>
    <p:sldId id="1310" r:id="rId23"/>
    <p:sldId id="1311" r:id="rId24"/>
    <p:sldId id="1312" r:id="rId25"/>
    <p:sldId id="1326" r:id="rId26"/>
    <p:sldId id="1314" r:id="rId27"/>
    <p:sldId id="1315" r:id="rId28"/>
    <p:sldId id="301" r:id="rId29"/>
    <p:sldId id="307" r:id="rId30"/>
    <p:sldId id="1313" r:id="rId31"/>
    <p:sldId id="1316" r:id="rId32"/>
    <p:sldId id="1317" r:id="rId33"/>
    <p:sldId id="1318" r:id="rId34"/>
    <p:sldId id="1225" r:id="rId35"/>
    <p:sldId id="1107" r:id="rId36"/>
    <p:sldId id="1319" r:id="rId37"/>
    <p:sldId id="1109" r:id="rId38"/>
    <p:sldId id="1106" r:id="rId39"/>
    <p:sldId id="1226" r:id="rId40"/>
    <p:sldId id="1110" r:id="rId41"/>
    <p:sldId id="1320" r:id="rId42"/>
    <p:sldId id="1322" r:id="rId43"/>
    <p:sldId id="1324" r:id="rId44"/>
    <p:sldId id="1222" r:id="rId45"/>
    <p:sldId id="1325" r:id="rId46"/>
    <p:sldId id="1327" r:id="rId47"/>
    <p:sldId id="1097" r:id="rId48"/>
    <p:sldId id="1098" r:id="rId49"/>
    <p:sldId id="1099" r:id="rId50"/>
    <p:sldId id="1328" r:id="rId51"/>
    <p:sldId id="1329" r:id="rId52"/>
    <p:sldId id="1330" r:id="rId53"/>
    <p:sldId id="1331" r:id="rId54"/>
    <p:sldId id="1335" r:id="rId55"/>
    <p:sldId id="1334" r:id="rId56"/>
    <p:sldId id="1336" r:id="rId57"/>
    <p:sldId id="1333" r:id="rId58"/>
    <p:sldId id="1332" r:id="rId59"/>
    <p:sldId id="1094" r:id="rId60"/>
    <p:sldId id="1095" r:id="rId61"/>
    <p:sldId id="1281" r:id="rId62"/>
    <p:sldId id="1096" r:id="rId63"/>
    <p:sldId id="1100" r:id="rId64"/>
    <p:sldId id="1101" r:id="rId65"/>
    <p:sldId id="1105" r:id="rId66"/>
    <p:sldId id="1108" r:id="rId67"/>
    <p:sldId id="1323" r:id="rId68"/>
    <p:sldId id="1321" r:id="rId69"/>
    <p:sldId id="1112" r:id="rId70"/>
    <p:sldId id="1223" r:id="rId71"/>
    <p:sldId id="1280" r:id="rId72"/>
    <p:sldId id="1104" r:id="rId73"/>
    <p:sldId id="1103" r:id="rId74"/>
    <p:sldId id="1058" r:id="rId75"/>
    <p:sldId id="122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6B6B6B"/>
    <a:srgbClr val="565656"/>
    <a:srgbClr val="717171"/>
    <a:srgbClr val="8A8A8A"/>
    <a:srgbClr val="5C5C5C"/>
    <a:srgbClr val="434343"/>
    <a:srgbClr val="767171"/>
    <a:srgbClr val="5B9BD5"/>
    <a:srgbClr val="111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4" autoAdjust="0"/>
    <p:restoredTop sz="94568" autoAdjust="0"/>
  </p:normalViewPr>
  <p:slideViewPr>
    <p:cSldViewPr snapToGrid="0">
      <p:cViewPr varScale="1">
        <p:scale>
          <a:sx n="78" d="100"/>
          <a:sy n="78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EF4F7-224A-4402-9AB9-C441FD4D0E7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2272B-29C9-4EC2-87F9-1658175B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3588DA-AF3D-0538-FED6-B91B80D9B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5482"/>
            <a:ext cx="1676403" cy="1523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EE5F5B-B632-2F49-E623-5C0F89CE0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3727"/>
            <a:ext cx="2229706" cy="756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E0316C-62B2-770F-A578-C8D4BEA5E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2" y="4433212"/>
            <a:ext cx="1676403" cy="1523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0B28FF-2283-988B-15E2-3907B103B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1" y="6001457"/>
            <a:ext cx="2229706" cy="7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35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2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4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2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0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0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4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9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9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18BE1-77AC-4BAD-96DC-1371E9625C0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EABDBC-29F5-54A5-0B74-DE652EDCED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72"/>
            <a:ext cx="755811" cy="686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CDCAE5-166F-5A8D-47B6-2316E82EF1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150" y="6274104"/>
            <a:ext cx="1313865" cy="4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42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7" grpId="18" animBg="1"/>
      <p:bldP spid="7" grpId="19" animBg="1"/>
      <p:bldP spid="7" grpId="20" animBg="1"/>
      <p:bldP spid="7" grpId="21" animBg="1"/>
      <p:bldP spid="7" grpId="22" animBg="1"/>
      <p:bldP spid="7" grpId="23" animBg="1"/>
      <p:bldP spid="7" grpId="24" animBg="1"/>
      <p:bldP spid="7" grpId="25" animBg="1"/>
      <p:bldP spid="7" grpId="26" animBg="1"/>
      <p:bldP spid="7" grpId="27" animBg="1"/>
    </p:bld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2.png"/><Relationship Id="rId7" Type="http://schemas.openxmlformats.org/officeDocument/2006/relationships/image" Target="../media/image18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22.png"/><Relationship Id="rId5" Type="http://schemas.openxmlformats.org/officeDocument/2006/relationships/image" Target="../media/image312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1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7" Type="http://schemas.openxmlformats.org/officeDocument/2006/relationships/image" Target="../media/image4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290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91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1.png"/><Relationship Id="rId7" Type="http://schemas.openxmlformats.org/officeDocument/2006/relationships/image" Target="../media/image6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3" Type="http://schemas.openxmlformats.org/officeDocument/2006/relationships/image" Target="../media/image263.png"/><Relationship Id="rId7" Type="http://schemas.openxmlformats.org/officeDocument/2006/relationships/image" Target="../media/image30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png"/><Relationship Id="rId5" Type="http://schemas.openxmlformats.org/officeDocument/2006/relationships/image" Target="../media/image282.png"/><Relationship Id="rId10" Type="http://schemas.openxmlformats.org/officeDocument/2006/relationships/image" Target="../media/image88.png"/><Relationship Id="rId4" Type="http://schemas.openxmlformats.org/officeDocument/2006/relationships/image" Target="../media/image273.png"/><Relationship Id="rId9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9.png"/><Relationship Id="rId7" Type="http://schemas.openxmlformats.org/officeDocument/2006/relationships/image" Target="../media/image121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3.png"/><Relationship Id="rId4" Type="http://schemas.openxmlformats.org/officeDocument/2006/relationships/image" Target="../media/image90.png"/><Relationship Id="rId9" Type="http://schemas.openxmlformats.org/officeDocument/2006/relationships/image" Target="../media/image14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93.png"/><Relationship Id="rId7" Type="http://schemas.openxmlformats.org/officeDocument/2006/relationships/image" Target="../media/image141.png"/><Relationship Id="rId12" Type="http://schemas.openxmlformats.org/officeDocument/2006/relationships/image" Target="../media/image92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91.png"/><Relationship Id="rId5" Type="http://schemas.openxmlformats.org/officeDocument/2006/relationships/image" Target="../media/image121.png"/><Relationship Id="rId10" Type="http://schemas.openxmlformats.org/officeDocument/2006/relationships/image" Target="../media/image90.png"/><Relationship Id="rId9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92.png"/><Relationship Id="rId7" Type="http://schemas.openxmlformats.org/officeDocument/2006/relationships/image" Target="../media/image141.png"/><Relationship Id="rId12" Type="http://schemas.openxmlformats.org/officeDocument/2006/relationships/image" Target="../media/image91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90.png"/><Relationship Id="rId5" Type="http://schemas.openxmlformats.org/officeDocument/2006/relationships/image" Target="../media/image121.png"/><Relationship Id="rId10" Type="http://schemas.openxmlformats.org/officeDocument/2006/relationships/image" Target="../media/image89.png"/><Relationship Id="rId9" Type="http://schemas.openxmlformats.org/officeDocument/2006/relationships/image" Target="../media/image171.png"/><Relationship Id="rId1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93.png"/><Relationship Id="rId7" Type="http://schemas.openxmlformats.org/officeDocument/2006/relationships/image" Target="../media/image141.png"/><Relationship Id="rId12" Type="http://schemas.openxmlformats.org/officeDocument/2006/relationships/image" Target="../media/image92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91.png"/><Relationship Id="rId5" Type="http://schemas.openxmlformats.org/officeDocument/2006/relationships/image" Target="../media/image121.png"/><Relationship Id="rId10" Type="http://schemas.openxmlformats.org/officeDocument/2006/relationships/image" Target="../media/image90.png"/><Relationship Id="rId9" Type="http://schemas.openxmlformats.org/officeDocument/2006/relationships/image" Target="../media/image8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811.png"/><Relationship Id="rId3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9" Type="http://schemas.openxmlformats.org/officeDocument/2006/relationships/image" Target="../media/image102.png"/><Relationship Id="rId4" Type="http://schemas.openxmlformats.org/officeDocument/2006/relationships/image" Target="../media/image1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png"/><Relationship Id="rId13" Type="http://schemas.openxmlformats.org/officeDocument/2006/relationships/image" Target="../media/image482.png"/><Relationship Id="rId3" Type="http://schemas.openxmlformats.org/officeDocument/2006/relationships/image" Target="../media/image413.png"/><Relationship Id="rId7" Type="http://schemas.openxmlformats.org/officeDocument/2006/relationships/image" Target="../media/image451.png"/><Relationship Id="rId12" Type="http://schemas.openxmlformats.org/officeDocument/2006/relationships/image" Target="../media/image472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2.png"/><Relationship Id="rId11" Type="http://schemas.openxmlformats.org/officeDocument/2006/relationships/image" Target="../media/image390.png"/><Relationship Id="rId5" Type="http://schemas.openxmlformats.org/officeDocument/2006/relationships/image" Target="../media/image432.png"/><Relationship Id="rId10" Type="http://schemas.openxmlformats.org/officeDocument/2006/relationships/image" Target="../media/image3800.png"/><Relationship Id="rId4" Type="http://schemas.openxmlformats.org/officeDocument/2006/relationships/image" Target="../media/image422.png"/><Relationship Id="rId9" Type="http://schemas.openxmlformats.org/officeDocument/2006/relationships/image" Target="../media/image3701.png"/><Relationship Id="rId14" Type="http://schemas.openxmlformats.org/officeDocument/2006/relationships/image" Target="../media/image48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0.png"/><Relationship Id="rId3" Type="http://schemas.openxmlformats.org/officeDocument/2006/relationships/image" Target="../media/image940.png"/><Relationship Id="rId7" Type="http://schemas.openxmlformats.org/officeDocument/2006/relationships/image" Target="../media/image1011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0.png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11.png"/><Relationship Id="rId7" Type="http://schemas.openxmlformats.org/officeDocument/2006/relationships/image" Target="../media/image121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010.png"/><Relationship Id="rId4" Type="http://schemas.openxmlformats.org/officeDocument/2006/relationships/image" Target="../media/image920.png"/><Relationship Id="rId9" Type="http://schemas.openxmlformats.org/officeDocument/2006/relationships/image" Target="../media/image1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7" Type="http://schemas.openxmlformats.org/officeDocument/2006/relationships/image" Target="../media/image141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1.png"/><Relationship Id="rId4" Type="http://schemas.openxmlformats.org/officeDocument/2006/relationships/image" Target="../media/image11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920.png"/><Relationship Id="rId7" Type="http://schemas.openxmlformats.org/officeDocument/2006/relationships/image" Target="../media/image203.png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5" Type="http://schemas.openxmlformats.org/officeDocument/2006/relationships/image" Target="../media/image112.png"/><Relationship Id="rId4" Type="http://schemas.openxmlformats.org/officeDocument/2006/relationships/image" Target="../media/image101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3" Type="http://schemas.openxmlformats.org/officeDocument/2006/relationships/image" Target="../media/image263.png"/><Relationship Id="rId7" Type="http://schemas.openxmlformats.org/officeDocument/2006/relationships/image" Target="../media/image332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png"/><Relationship Id="rId5" Type="http://schemas.openxmlformats.org/officeDocument/2006/relationships/image" Target="../media/image282.png"/><Relationship Id="rId4" Type="http://schemas.openxmlformats.org/officeDocument/2006/relationships/image" Target="../media/image273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13" Type="http://schemas.openxmlformats.org/officeDocument/2006/relationships/image" Target="../media/image1060.png"/><Relationship Id="rId3" Type="http://schemas.openxmlformats.org/officeDocument/2006/relationships/image" Target="../media/image940.png"/><Relationship Id="rId7" Type="http://schemas.openxmlformats.org/officeDocument/2006/relationships/image" Target="../media/image990.png"/><Relationship Id="rId12" Type="http://schemas.openxmlformats.org/officeDocument/2006/relationships/image" Target="../media/image1050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0.png"/><Relationship Id="rId11" Type="http://schemas.openxmlformats.org/officeDocument/2006/relationships/image" Target="../media/image1040.png"/><Relationship Id="rId5" Type="http://schemas.openxmlformats.org/officeDocument/2006/relationships/image" Target="../media/image970.png"/><Relationship Id="rId10" Type="http://schemas.openxmlformats.org/officeDocument/2006/relationships/image" Target="../media/image1030.png"/><Relationship Id="rId4" Type="http://schemas.openxmlformats.org/officeDocument/2006/relationships/image" Target="../media/image950.png"/><Relationship Id="rId9" Type="http://schemas.openxmlformats.org/officeDocument/2006/relationships/image" Target="../media/image1011.png"/><Relationship Id="rId14" Type="http://schemas.openxmlformats.org/officeDocument/2006/relationships/image" Target="../media/image107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D8179A-DC1B-FA29-B35D-4BBD9D6EEA2C}"/>
              </a:ext>
            </a:extLst>
          </p:cNvPr>
          <p:cNvSpPr/>
          <p:nvPr/>
        </p:nvSpPr>
        <p:spPr>
          <a:xfrm>
            <a:off x="8737600" y="3810000"/>
            <a:ext cx="3454400" cy="304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0B04B-BB61-A4A8-F402-A05488CC4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classical?</a:t>
            </a:r>
            <a:br>
              <a:rPr lang="en-US" dirty="0"/>
            </a:br>
            <a:r>
              <a:rPr lang="en-US" dirty="0"/>
              <a:t>What is quantum?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2FF4F-CAFA-40DE-426E-48D01B109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1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07A8FC-8214-9256-D209-0F708F63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7" y="543379"/>
            <a:ext cx="3905795" cy="535379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35AA6AA-264D-5B27-E45F-F45739158CAE}"/>
              </a:ext>
            </a:extLst>
          </p:cNvPr>
          <p:cNvGrpSpPr/>
          <p:nvPr/>
        </p:nvGrpSpPr>
        <p:grpSpPr>
          <a:xfrm>
            <a:off x="5081287" y="809129"/>
            <a:ext cx="4437734" cy="1571271"/>
            <a:chOff x="2769704" y="2811502"/>
            <a:chExt cx="9145276" cy="32380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F543FF-86C5-3065-EEF8-A9CCCB493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8882"/>
            <a:stretch>
              <a:fillRect/>
            </a:stretch>
          </p:blipFill>
          <p:spPr>
            <a:xfrm>
              <a:off x="2769704" y="2811502"/>
              <a:ext cx="9145276" cy="61749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13399E-AC3C-5BD7-0A4E-F0C3A5111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2815"/>
            <a:stretch>
              <a:fillRect/>
            </a:stretch>
          </p:blipFill>
          <p:spPr>
            <a:xfrm>
              <a:off x="2769704" y="3429000"/>
              <a:ext cx="9145276" cy="262057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D447DA-AC70-8CD6-06EC-177116CCDE12}"/>
              </a:ext>
            </a:extLst>
          </p:cNvPr>
          <p:cNvGrpSpPr/>
          <p:nvPr/>
        </p:nvGrpSpPr>
        <p:grpSpPr>
          <a:xfrm>
            <a:off x="5351966" y="2884569"/>
            <a:ext cx="4539667" cy="2051872"/>
            <a:chOff x="5183067" y="3014814"/>
            <a:chExt cx="7478169" cy="338003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4DA09D2-9269-5B12-0A63-3DEB4C8D6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0394"/>
            <a:stretch>
              <a:fillRect/>
            </a:stretch>
          </p:blipFill>
          <p:spPr>
            <a:xfrm>
              <a:off x="5183067" y="3014814"/>
              <a:ext cx="7478169" cy="139043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14F1B4F-F7E4-5D7E-D351-ACDDBE435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244"/>
            <a:stretch>
              <a:fillRect/>
            </a:stretch>
          </p:blipFill>
          <p:spPr>
            <a:xfrm>
              <a:off x="5183067" y="4386805"/>
              <a:ext cx="7478169" cy="200804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CA17819-10E3-D08E-DB6E-D685F421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769" y="2095149"/>
            <a:ext cx="5395100" cy="12688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2B30AF-D910-E816-48F2-8C2DB943BE47}"/>
              </a:ext>
            </a:extLst>
          </p:cNvPr>
          <p:cNvSpPr txBox="1"/>
          <p:nvPr/>
        </p:nvSpPr>
        <p:spPr>
          <a:xfrm>
            <a:off x="609600" y="589717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wikipedia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88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974E-1924-9C34-0085-B8D1C430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ED5D23-E697-CCB7-7546-42DA9622F3DF}"/>
              </a:ext>
            </a:extLst>
          </p:cNvPr>
          <p:cNvSpPr txBox="1"/>
          <p:nvPr/>
        </p:nvSpPr>
        <p:spPr>
          <a:xfrm>
            <a:off x="806096" y="1487167"/>
            <a:ext cx="41765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There were problems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with classical physics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E549-B4AF-3FE2-1710-4D3B550E6638}"/>
              </a:ext>
            </a:extLst>
          </p:cNvPr>
          <p:cNvSpPr txBox="1"/>
          <p:nvPr/>
        </p:nvSpPr>
        <p:spPr>
          <a:xfrm>
            <a:off x="9103815" y="1134405"/>
            <a:ext cx="24023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/>
              <a:t>Photoelectric</a:t>
            </a:r>
            <a:br>
              <a:rPr lang="en-US" sz="3200" dirty="0"/>
            </a:br>
            <a:r>
              <a:rPr lang="en-US" sz="3200" dirty="0"/>
              <a:t>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30283-7A2C-6987-1A72-0A43B2D9CA4B}"/>
              </a:ext>
            </a:extLst>
          </p:cNvPr>
          <p:cNvSpPr txBox="1"/>
          <p:nvPr/>
        </p:nvSpPr>
        <p:spPr>
          <a:xfrm>
            <a:off x="6571819" y="1103732"/>
            <a:ext cx="18934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Blackbody</a:t>
            </a:r>
            <a:br>
              <a:rPr lang="en-US" sz="3200" dirty="0"/>
            </a:br>
            <a:r>
              <a:rPr lang="en-US" sz="3200" dirty="0"/>
              <a:t>radiation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9B82F-0BC7-49B7-DB53-3CEF09E7373A}"/>
              </a:ext>
            </a:extLst>
          </p:cNvPr>
          <p:cNvSpPr txBox="1"/>
          <p:nvPr/>
        </p:nvSpPr>
        <p:spPr>
          <a:xfrm>
            <a:off x="7741877" y="2286785"/>
            <a:ext cx="3087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Stability of atoms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FCA078-A07C-63E4-94D4-3FF693E49A15}"/>
                  </a:ext>
                </a:extLst>
              </p:cNvPr>
              <p:cNvSpPr txBox="1"/>
              <p:nvPr/>
            </p:nvSpPr>
            <p:spPr>
              <a:xfrm>
                <a:off x="1498314" y="5401721"/>
                <a:ext cx="69669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5400" dirty="0">
                    <a:solidFill>
                      <a:schemeClr val="accent6">
                        <a:lumMod val="75000"/>
                      </a:schemeClr>
                    </a:solidFill>
                  </a:rPr>
                  <a:t> Quantum mechanics!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FCA078-A07C-63E4-94D4-3FF693E4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314" y="5401721"/>
                <a:ext cx="6966972" cy="923330"/>
              </a:xfrm>
              <a:prstGeom prst="rect">
                <a:avLst/>
              </a:prstGeom>
              <a:blipFill>
                <a:blip r:embed="rId2"/>
                <a:stretch>
                  <a:fillRect t="-17763" r="-3762" b="-3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866BB4-E38A-34F0-E9BA-EBC508814F50}"/>
              </a:ext>
            </a:extLst>
          </p:cNvPr>
          <p:cNvSpPr txBox="1"/>
          <p:nvPr/>
        </p:nvSpPr>
        <p:spPr>
          <a:xfrm>
            <a:off x="1188439" y="3429000"/>
            <a:ext cx="80650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People futzed around with matrices and waves,</a:t>
            </a:r>
            <a:br>
              <a:rPr lang="en-US" sz="3200" dirty="0"/>
            </a:br>
            <a:r>
              <a:rPr lang="en-US" sz="3200" dirty="0"/>
              <a:t>to find something new that has some</a:t>
            </a:r>
            <a:br>
              <a:rPr lang="en-US" sz="3200" dirty="0"/>
            </a:br>
            <a:r>
              <a:rPr lang="en-US" sz="3200" dirty="0"/>
              <a:t>correspondence with classical mechanics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6078D-6208-CFE2-F6BE-9B6E619F4065}"/>
              </a:ext>
            </a:extLst>
          </p:cNvPr>
          <p:cNvSpPr txBox="1"/>
          <p:nvPr/>
        </p:nvSpPr>
        <p:spPr>
          <a:xfrm>
            <a:off x="1531330" y="259129"/>
            <a:ext cx="91293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A brief </a:t>
            </a:r>
            <a:r>
              <a:rPr lang="en-US" sz="4400" strike="sngStrike" dirty="0"/>
              <a:t>hi</a:t>
            </a:r>
            <a:r>
              <a:rPr lang="en-US" sz="4400" dirty="0"/>
              <a:t>story of quantum mechanics</a:t>
            </a:r>
          </a:p>
        </p:txBody>
      </p:sp>
    </p:spTree>
    <p:extLst>
      <p:ext uri="{BB962C8B-B14F-4D97-AF65-F5344CB8AC3E}">
        <p14:creationId xmlns:p14="http://schemas.microsoft.com/office/powerpoint/2010/main" val="34384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335E01-294E-987F-1C32-F711877F633E}"/>
                  </a:ext>
                </a:extLst>
              </p:cNvPr>
              <p:cNvSpPr txBox="1"/>
              <p:nvPr/>
            </p:nvSpPr>
            <p:spPr>
              <a:xfrm>
                <a:off x="1045958" y="2305903"/>
                <a:ext cx="3368936" cy="1496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335E01-294E-987F-1C32-F711877F6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58" y="2305903"/>
                <a:ext cx="3368936" cy="1496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D5A00DC-55AE-2C6E-E203-C2C88FF26E0D}"/>
              </a:ext>
            </a:extLst>
          </p:cNvPr>
          <p:cNvSpPr txBox="1"/>
          <p:nvPr/>
        </p:nvSpPr>
        <p:spPr>
          <a:xfrm>
            <a:off x="616416" y="1184084"/>
            <a:ext cx="4228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Classical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C28D9A-812E-61C8-B3F5-5E034CC7A5C0}"/>
                  </a:ext>
                </a:extLst>
              </p:cNvPr>
              <p:cNvSpPr txBox="1"/>
              <p:nvPr/>
            </p:nvSpPr>
            <p:spPr>
              <a:xfrm>
                <a:off x="7777108" y="2290514"/>
                <a:ext cx="3323281" cy="1527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C28D9A-812E-61C8-B3F5-5E034CC7A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108" y="2290514"/>
                <a:ext cx="3323281" cy="1527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A177150-F495-4FC3-BF20-4CBE146328DB}"/>
              </a:ext>
            </a:extLst>
          </p:cNvPr>
          <p:cNvSpPr txBox="1"/>
          <p:nvPr/>
        </p:nvSpPr>
        <p:spPr>
          <a:xfrm>
            <a:off x="7201565" y="1184084"/>
            <a:ext cx="44743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Quantum mechanics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71AAD-83F7-3DC7-5206-E317BD00FEA1}"/>
              </a:ext>
            </a:extLst>
          </p:cNvPr>
          <p:cNvSpPr txBox="1"/>
          <p:nvPr/>
        </p:nvSpPr>
        <p:spPr>
          <a:xfrm>
            <a:off x="2757890" y="4113464"/>
            <a:ext cx="4453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6">
                    <a:lumMod val="75000"/>
                  </a:schemeClr>
                </a:solidFill>
              </a:rPr>
              <a:t>Quantization!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E02D9-7C7A-086D-CF8D-0872ECEE8519}"/>
                  </a:ext>
                </a:extLst>
              </p:cNvPr>
              <p:cNvSpPr txBox="1"/>
              <p:nvPr/>
            </p:nvSpPr>
            <p:spPr>
              <a:xfrm>
                <a:off x="5529208" y="2392464"/>
                <a:ext cx="130516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8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E02D9-7C7A-086D-CF8D-0872ECEE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208" y="2392464"/>
                <a:ext cx="1305164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BA06ADB-033D-00C2-A9D5-EA0491CC91F4}"/>
              </a:ext>
            </a:extLst>
          </p:cNvPr>
          <p:cNvSpPr txBox="1"/>
          <p:nvPr/>
        </p:nvSpPr>
        <p:spPr>
          <a:xfrm>
            <a:off x="1652155" y="5003800"/>
            <a:ext cx="6951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Dirac’s correspondence principle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C3F18-1607-E6EC-A338-42C9DBFE7DEC}"/>
              </a:ext>
            </a:extLst>
          </p:cNvPr>
          <p:cNvSpPr txBox="1"/>
          <p:nvPr/>
        </p:nvSpPr>
        <p:spPr>
          <a:xfrm>
            <a:off x="2479144" y="170620"/>
            <a:ext cx="7233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How to quantize a classical theory</a:t>
            </a:r>
          </a:p>
        </p:txBody>
      </p:sp>
    </p:spTree>
    <p:extLst>
      <p:ext uri="{BB962C8B-B14F-4D97-AF65-F5344CB8AC3E}">
        <p14:creationId xmlns:p14="http://schemas.microsoft.com/office/powerpoint/2010/main" val="372761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6272-CA08-7AD4-537C-E53D7A4E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6B28AD-411E-13BE-24B7-CA020D1C6922}"/>
                  </a:ext>
                </a:extLst>
              </p:cNvPr>
              <p:cNvSpPr txBox="1"/>
              <p:nvPr/>
            </p:nvSpPr>
            <p:spPr>
              <a:xfrm>
                <a:off x="1619481" y="668922"/>
                <a:ext cx="354084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6B28AD-411E-13BE-24B7-CA020D1C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481" y="668922"/>
                <a:ext cx="3540841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AE0B26-F543-E24E-2CC7-CFEF1DBF8A18}"/>
                  </a:ext>
                </a:extLst>
              </p:cNvPr>
              <p:cNvSpPr txBox="1"/>
              <p:nvPr/>
            </p:nvSpPr>
            <p:spPr>
              <a:xfrm>
                <a:off x="7796008" y="441905"/>
                <a:ext cx="3005438" cy="1469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60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AE0B26-F543-E24E-2CC7-CFEF1DBF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008" y="441905"/>
                <a:ext cx="3005438" cy="14696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D39C51-CAD6-3E9A-2242-C6FA196CD767}"/>
                  </a:ext>
                </a:extLst>
              </p:cNvPr>
              <p:cNvSpPr txBox="1"/>
              <p:nvPr/>
            </p:nvSpPr>
            <p:spPr>
              <a:xfrm>
                <a:off x="1147558" y="2510737"/>
                <a:ext cx="4590872" cy="1152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D39C51-CAD6-3E9A-2242-C6FA196CD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558" y="2510737"/>
                <a:ext cx="4590872" cy="11524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DF579C-714B-DD07-F899-EE0C2A49E4A8}"/>
                  </a:ext>
                </a:extLst>
              </p:cNvPr>
              <p:cNvSpPr txBox="1"/>
              <p:nvPr/>
            </p:nvSpPr>
            <p:spPr>
              <a:xfrm>
                <a:off x="7387851" y="2285131"/>
                <a:ext cx="3900107" cy="1603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60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DF579C-714B-DD07-F899-EE0C2A49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851" y="2285131"/>
                <a:ext cx="3900107" cy="16036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EBC7F12-2BC1-A8AB-34FE-A21EE4999360}"/>
              </a:ext>
            </a:extLst>
          </p:cNvPr>
          <p:cNvSpPr txBox="1"/>
          <p:nvPr/>
        </p:nvSpPr>
        <p:spPr>
          <a:xfrm>
            <a:off x="596900" y="4838700"/>
            <a:ext cx="828611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Quantization is a “formal” operation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(i.e. substitute some symbols with some other symbols)</a:t>
            </a:r>
          </a:p>
        </p:txBody>
      </p:sp>
    </p:spTree>
    <p:extLst>
      <p:ext uri="{BB962C8B-B14F-4D97-AF65-F5344CB8AC3E}">
        <p14:creationId xmlns:p14="http://schemas.microsoft.com/office/powerpoint/2010/main" val="87259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4E1B30-A606-1328-0EBA-1F601CC62381}"/>
                  </a:ext>
                </a:extLst>
              </p:cNvPr>
              <p:cNvSpPr txBox="1"/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4E1B30-A606-1328-0EBA-1F601CC62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DB5C913-108A-E0D9-47CB-471AF1569B68}"/>
              </a:ext>
            </a:extLst>
          </p:cNvPr>
          <p:cNvSpPr txBox="1"/>
          <p:nvPr/>
        </p:nvSpPr>
        <p:spPr>
          <a:xfrm>
            <a:off x="3594802" y="659570"/>
            <a:ext cx="5002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Uncertainty principle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CDC53-2ABF-B2BB-F9A3-0C54D3B9A5B4}"/>
              </a:ext>
            </a:extLst>
          </p:cNvPr>
          <p:cNvSpPr txBox="1"/>
          <p:nvPr/>
        </p:nvSpPr>
        <p:spPr>
          <a:xfrm rot="20391909">
            <a:off x="152401" y="552948"/>
            <a:ext cx="25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B60ED-12B7-1F62-17E6-8169EA16F8A5}"/>
              </a:ext>
            </a:extLst>
          </p:cNvPr>
          <p:cNvSpPr txBox="1"/>
          <p:nvPr/>
        </p:nvSpPr>
        <p:spPr>
          <a:xfrm rot="1146528">
            <a:off x="8978901" y="1576455"/>
            <a:ext cx="25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0E961-3592-212E-F056-FCE519DEFED6}"/>
              </a:ext>
            </a:extLst>
          </p:cNvPr>
          <p:cNvSpPr txBox="1"/>
          <p:nvPr/>
        </p:nvSpPr>
        <p:spPr>
          <a:xfrm rot="802439">
            <a:off x="5703557" y="3600848"/>
            <a:ext cx="3784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3A4D9-AD2F-18ED-48A7-E743F8B6D1C0}"/>
              </a:ext>
            </a:extLst>
          </p:cNvPr>
          <p:cNvSpPr txBox="1"/>
          <p:nvPr/>
        </p:nvSpPr>
        <p:spPr>
          <a:xfrm rot="1497316">
            <a:off x="2272390" y="1078862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8D6578-DF21-2E78-A5CC-3A16D7C5FD73}"/>
              </a:ext>
            </a:extLst>
          </p:cNvPr>
          <p:cNvSpPr txBox="1"/>
          <p:nvPr/>
        </p:nvSpPr>
        <p:spPr>
          <a:xfrm rot="20414173">
            <a:off x="6910577" y="1668593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43DFF-A156-0456-7D71-64D431A74B28}"/>
              </a:ext>
            </a:extLst>
          </p:cNvPr>
          <p:cNvSpPr txBox="1"/>
          <p:nvPr/>
        </p:nvSpPr>
        <p:spPr>
          <a:xfrm rot="261249">
            <a:off x="9709798" y="3675464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C9465-96FD-8002-4610-EEFFCDD374D9}"/>
              </a:ext>
            </a:extLst>
          </p:cNvPr>
          <p:cNvSpPr txBox="1"/>
          <p:nvPr/>
        </p:nvSpPr>
        <p:spPr>
          <a:xfrm rot="3188576">
            <a:off x="-226825" y="3219254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ABCD4-49CA-6F0D-CBA9-07319195E3AB}"/>
              </a:ext>
            </a:extLst>
          </p:cNvPr>
          <p:cNvSpPr txBox="1"/>
          <p:nvPr/>
        </p:nvSpPr>
        <p:spPr>
          <a:xfrm rot="19167452">
            <a:off x="6715835" y="5433598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D6F38-C059-A295-3ACB-DE48D15F4552}"/>
              </a:ext>
            </a:extLst>
          </p:cNvPr>
          <p:cNvSpPr txBox="1"/>
          <p:nvPr/>
        </p:nvSpPr>
        <p:spPr>
          <a:xfrm rot="21440468">
            <a:off x="4381228" y="1380073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2A37E-ADA2-07F7-38DB-4B11F33A3A2D}"/>
              </a:ext>
            </a:extLst>
          </p:cNvPr>
          <p:cNvSpPr txBox="1"/>
          <p:nvPr/>
        </p:nvSpPr>
        <p:spPr>
          <a:xfrm rot="21219432">
            <a:off x="9173203" y="492962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C246A-E8C2-96E1-D62C-B5A84AB97F63}"/>
              </a:ext>
            </a:extLst>
          </p:cNvPr>
          <p:cNvSpPr txBox="1"/>
          <p:nvPr/>
        </p:nvSpPr>
        <p:spPr>
          <a:xfrm rot="736928">
            <a:off x="1771029" y="3765845"/>
            <a:ext cx="4303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94606B-3F5A-023F-282B-5E0C79A88779}"/>
              </a:ext>
            </a:extLst>
          </p:cNvPr>
          <p:cNvSpPr txBox="1"/>
          <p:nvPr/>
        </p:nvSpPr>
        <p:spPr>
          <a:xfrm rot="21028247">
            <a:off x="46276" y="4768085"/>
            <a:ext cx="86680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Not about measurement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93E4F6-B06D-8EC3-A422-0AA626AD3AB2}"/>
              </a:ext>
            </a:extLst>
          </p:cNvPr>
          <p:cNvCxnSpPr>
            <a:cxnSpLocks/>
          </p:cNvCxnSpPr>
          <p:nvPr/>
        </p:nvCxnSpPr>
        <p:spPr>
          <a:xfrm>
            <a:off x="2252595" y="1989120"/>
            <a:ext cx="320823" cy="63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93FCBE-389D-F8A6-3CE7-3F349C0B3B5F}"/>
              </a:ext>
            </a:extLst>
          </p:cNvPr>
          <p:cNvSpPr txBox="1"/>
          <p:nvPr/>
        </p:nvSpPr>
        <p:spPr>
          <a:xfrm>
            <a:off x="1126807" y="1989120"/>
            <a:ext cx="141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Spread</a:t>
            </a:r>
            <a:br>
              <a:rPr lang="en-US" dirty="0"/>
            </a:br>
            <a:r>
              <a:rPr lang="en-US" dirty="0"/>
              <a:t>over position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35774C2-2828-206A-E66A-FBE3E476C5B2}"/>
              </a:ext>
            </a:extLst>
          </p:cNvPr>
          <p:cNvGrpSpPr/>
          <p:nvPr/>
        </p:nvGrpSpPr>
        <p:grpSpPr>
          <a:xfrm>
            <a:off x="526259" y="870828"/>
            <a:ext cx="3018100" cy="1211228"/>
            <a:chOff x="518850" y="1278085"/>
            <a:chExt cx="3861433" cy="154967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D532CB9-E8EB-CAC4-B5E4-C84AB331CE4F}"/>
                </a:ext>
              </a:extLst>
            </p:cNvPr>
            <p:cNvGrpSpPr/>
            <p:nvPr/>
          </p:nvGrpSpPr>
          <p:grpSpPr>
            <a:xfrm>
              <a:off x="518850" y="1278085"/>
              <a:ext cx="3861433" cy="1549675"/>
              <a:chOff x="6608380" y="1167215"/>
              <a:chExt cx="5327044" cy="2137855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579DA55-9EA4-C251-C40A-4916A05D95A8}"/>
                  </a:ext>
                </a:extLst>
              </p:cNvPr>
              <p:cNvCxnSpPr/>
              <p:nvPr/>
            </p:nvCxnSpPr>
            <p:spPr>
              <a:xfrm>
                <a:off x="6608380" y="2883009"/>
                <a:ext cx="5181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F0CCB33-406E-F675-D09A-E2CBB5E8C5D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F0CCB33-406E-F675-D09A-E2CBB5E8C5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C84E3137-E639-419A-D890-A87FE37DE4EB}"/>
                  </a:ext>
                </a:extLst>
              </p:cNvPr>
              <p:cNvSpPr/>
              <p:nvPr/>
            </p:nvSpPr>
            <p:spPr>
              <a:xfrm>
                <a:off x="6693958" y="1167215"/>
                <a:ext cx="5001065" cy="1544946"/>
              </a:xfrm>
              <a:custGeom>
                <a:avLst/>
                <a:gdLst>
                  <a:gd name="connsiteX0" fmla="*/ 0 w 5001065"/>
                  <a:gd name="connsiteY0" fmla="*/ 1526473 h 1626320"/>
                  <a:gd name="connsiteX1" fmla="*/ 1863970 w 5001065"/>
                  <a:gd name="connsiteY1" fmla="*/ 1463168 h 1626320"/>
                  <a:gd name="connsiteX2" fmla="*/ 2708031 w 5001065"/>
                  <a:gd name="connsiteY2" fmla="*/ 128 h 1626320"/>
                  <a:gd name="connsiteX3" fmla="*/ 3228536 w 5001065"/>
                  <a:gd name="connsiteY3" fmla="*/ 1378762 h 1626320"/>
                  <a:gd name="connsiteX4" fmla="*/ 5001065 w 5001065"/>
                  <a:gd name="connsiteY4" fmla="*/ 1470202 h 1626320"/>
                  <a:gd name="connsiteX5" fmla="*/ 5001065 w 5001065"/>
                  <a:gd name="connsiteY5" fmla="*/ 1470202 h 1626320"/>
                  <a:gd name="connsiteX0" fmla="*/ 0 w 5001065"/>
                  <a:gd name="connsiteY0" fmla="*/ 1526473 h 1596535"/>
                  <a:gd name="connsiteX1" fmla="*/ 1863970 w 5001065"/>
                  <a:gd name="connsiteY1" fmla="*/ 1463168 h 1596535"/>
                  <a:gd name="connsiteX2" fmla="*/ 2708031 w 5001065"/>
                  <a:gd name="connsiteY2" fmla="*/ 128 h 1596535"/>
                  <a:gd name="connsiteX3" fmla="*/ 3228536 w 5001065"/>
                  <a:gd name="connsiteY3" fmla="*/ 1378762 h 1596535"/>
                  <a:gd name="connsiteX4" fmla="*/ 5001065 w 5001065"/>
                  <a:gd name="connsiteY4" fmla="*/ 1470202 h 1596535"/>
                  <a:gd name="connsiteX5" fmla="*/ 5001065 w 5001065"/>
                  <a:gd name="connsiteY5" fmla="*/ 1470202 h 1596535"/>
                  <a:gd name="connsiteX0" fmla="*/ 0 w 5001065"/>
                  <a:gd name="connsiteY0" fmla="*/ 1526346 h 1547277"/>
                  <a:gd name="connsiteX1" fmla="*/ 1948377 w 5001065"/>
                  <a:gd name="connsiteY1" fmla="*/ 1371601 h 1547277"/>
                  <a:gd name="connsiteX2" fmla="*/ 2708031 w 5001065"/>
                  <a:gd name="connsiteY2" fmla="*/ 1 h 1547277"/>
                  <a:gd name="connsiteX3" fmla="*/ 3228536 w 5001065"/>
                  <a:gd name="connsiteY3" fmla="*/ 1378635 h 1547277"/>
                  <a:gd name="connsiteX4" fmla="*/ 5001065 w 5001065"/>
                  <a:gd name="connsiteY4" fmla="*/ 1470075 h 1547277"/>
                  <a:gd name="connsiteX5" fmla="*/ 5001065 w 5001065"/>
                  <a:gd name="connsiteY5" fmla="*/ 1470075 h 1547277"/>
                  <a:gd name="connsiteX0" fmla="*/ 0 w 5001065"/>
                  <a:gd name="connsiteY0" fmla="*/ 1526368 h 1537445"/>
                  <a:gd name="connsiteX1" fmla="*/ 1913207 w 5001065"/>
                  <a:gd name="connsiteY1" fmla="*/ 1343488 h 1537445"/>
                  <a:gd name="connsiteX2" fmla="*/ 2708031 w 5001065"/>
                  <a:gd name="connsiteY2" fmla="*/ 23 h 1537445"/>
                  <a:gd name="connsiteX3" fmla="*/ 3228536 w 5001065"/>
                  <a:gd name="connsiteY3" fmla="*/ 1378657 h 1537445"/>
                  <a:gd name="connsiteX4" fmla="*/ 5001065 w 5001065"/>
                  <a:gd name="connsiteY4" fmla="*/ 1470097 h 1537445"/>
                  <a:gd name="connsiteX5" fmla="*/ 5001065 w 5001065"/>
                  <a:gd name="connsiteY5" fmla="*/ 1470097 h 1537445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44946"/>
                  <a:gd name="connsiteX1" fmla="*/ 1913207 w 5001065"/>
                  <a:gd name="connsiteY1" fmla="*/ 1343481 h 1544946"/>
                  <a:gd name="connsiteX2" fmla="*/ 2708031 w 5001065"/>
                  <a:gd name="connsiteY2" fmla="*/ 16 h 1544946"/>
                  <a:gd name="connsiteX3" fmla="*/ 3312942 w 5001065"/>
                  <a:gd name="connsiteY3" fmla="*/ 1315345 h 1544946"/>
                  <a:gd name="connsiteX4" fmla="*/ 5001065 w 5001065"/>
                  <a:gd name="connsiteY4" fmla="*/ 1542661 h 154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065" h="1544946">
                    <a:moveTo>
                      <a:pt x="0" y="1526361"/>
                    </a:moveTo>
                    <a:cubicBezTo>
                      <a:pt x="727417" y="1530464"/>
                      <a:pt x="1461868" y="1597872"/>
                      <a:pt x="1913207" y="1343481"/>
                    </a:cubicBezTo>
                    <a:cubicBezTo>
                      <a:pt x="2364546" y="1089090"/>
                      <a:pt x="2474742" y="4705"/>
                      <a:pt x="2708031" y="16"/>
                    </a:cubicBezTo>
                    <a:cubicBezTo>
                      <a:pt x="2941320" y="-4673"/>
                      <a:pt x="2930770" y="1058238"/>
                      <a:pt x="3312942" y="1315345"/>
                    </a:cubicBezTo>
                    <a:cubicBezTo>
                      <a:pt x="3695114" y="1572452"/>
                      <a:pt x="4523768" y="1545898"/>
                      <a:pt x="5001065" y="154266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94C4CDC-B1B4-18FD-9394-E77229388BC8}"/>
                </a:ext>
              </a:extLst>
            </p:cNvPr>
            <p:cNvGrpSpPr/>
            <p:nvPr/>
          </p:nvGrpSpPr>
          <p:grpSpPr>
            <a:xfrm>
              <a:off x="2124911" y="2197894"/>
              <a:ext cx="740526" cy="133350"/>
              <a:chOff x="2117768" y="2121694"/>
              <a:chExt cx="740526" cy="133350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ED83E60-3410-C3CB-048D-63111664CE4E}"/>
                  </a:ext>
                </a:extLst>
              </p:cNvPr>
              <p:cNvCxnSpPr/>
              <p:nvPr/>
            </p:nvCxnSpPr>
            <p:spPr>
              <a:xfrm>
                <a:off x="2117768" y="2185194"/>
                <a:ext cx="74052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A27AD04-5D67-D054-2050-657DE1674B44}"/>
                  </a:ext>
                </a:extLst>
              </p:cNvPr>
              <p:cNvCxnSpPr/>
              <p:nvPr/>
            </p:nvCxnSpPr>
            <p:spPr>
              <a:xfrm>
                <a:off x="2858294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F298FC7-E01A-96C2-55C5-F214667B0F2D}"/>
                  </a:ext>
                </a:extLst>
              </p:cNvPr>
              <p:cNvCxnSpPr/>
              <p:nvPr/>
            </p:nvCxnSpPr>
            <p:spPr>
              <a:xfrm>
                <a:off x="2117768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4A005E7-26E6-7F15-9572-785E21A8F724}"/>
                    </a:ext>
                  </a:extLst>
                </p:cNvPr>
                <p:cNvSpPr txBox="1"/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4A005E7-26E6-7F15-9572-785E21A8F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451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15E9-E185-87E8-A1F8-B0661693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54D24-DF86-8AAA-5448-8A002F22B74A}"/>
                  </a:ext>
                </a:extLst>
              </p:cNvPr>
              <p:cNvSpPr txBox="1"/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54D24-DF86-8AAA-5448-8A002F22B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2DD5B8-7764-E828-566D-60713954F34D}"/>
              </a:ext>
            </a:extLst>
          </p:cNvPr>
          <p:cNvSpPr txBox="1"/>
          <p:nvPr/>
        </p:nvSpPr>
        <p:spPr>
          <a:xfrm>
            <a:off x="3594802" y="659570"/>
            <a:ext cx="5002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Uncertainty principle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0ABF91-6638-F2DE-614B-1CD3BCE46A52}"/>
              </a:ext>
            </a:extLst>
          </p:cNvPr>
          <p:cNvCxnSpPr>
            <a:cxnSpLocks/>
          </p:cNvCxnSpPr>
          <p:nvPr/>
        </p:nvCxnSpPr>
        <p:spPr>
          <a:xfrm>
            <a:off x="3708400" y="1069690"/>
            <a:ext cx="2730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46549F-5941-CBEE-31E9-4910AEC96920}"/>
              </a:ext>
            </a:extLst>
          </p:cNvPr>
          <p:cNvSpPr txBox="1"/>
          <p:nvPr/>
        </p:nvSpPr>
        <p:spPr>
          <a:xfrm>
            <a:off x="3115492" y="95190"/>
            <a:ext cx="39149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Indetermination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258E5-D794-ED04-A096-D61B2EFED16A}"/>
              </a:ext>
            </a:extLst>
          </p:cNvPr>
          <p:cNvSpPr txBox="1"/>
          <p:nvPr/>
        </p:nvSpPr>
        <p:spPr>
          <a:xfrm>
            <a:off x="818791" y="4000933"/>
            <a:ext cx="72178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About </a:t>
            </a: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preparation</a:t>
            </a:r>
            <a:br>
              <a:rPr lang="en-US" sz="7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6000" dirty="0">
                <a:solidFill>
                  <a:srgbClr val="C00000"/>
                </a:solidFill>
              </a:rPr>
              <a:t>not measurement!</a:t>
            </a:r>
            <a:endParaRPr lang="en-US" sz="7200" dirty="0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E287E3-4A91-F608-AF26-C0A797ACA801}"/>
              </a:ext>
            </a:extLst>
          </p:cNvPr>
          <p:cNvCxnSpPr>
            <a:cxnSpLocks/>
          </p:cNvCxnSpPr>
          <p:nvPr/>
        </p:nvCxnSpPr>
        <p:spPr>
          <a:xfrm>
            <a:off x="2252595" y="1989120"/>
            <a:ext cx="320823" cy="63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121AEB-6368-0DCA-7EF4-1838242BE9FF}"/>
              </a:ext>
            </a:extLst>
          </p:cNvPr>
          <p:cNvSpPr txBox="1"/>
          <p:nvPr/>
        </p:nvSpPr>
        <p:spPr>
          <a:xfrm>
            <a:off x="1126807" y="1989120"/>
            <a:ext cx="141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Spread</a:t>
            </a:r>
            <a:br>
              <a:rPr lang="en-US" dirty="0"/>
            </a:br>
            <a:r>
              <a:rPr lang="en-US" dirty="0"/>
              <a:t>over position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9B2FA4-D576-186B-6DCB-443A65ED4693}"/>
              </a:ext>
            </a:extLst>
          </p:cNvPr>
          <p:cNvGrpSpPr/>
          <p:nvPr/>
        </p:nvGrpSpPr>
        <p:grpSpPr>
          <a:xfrm>
            <a:off x="526259" y="870828"/>
            <a:ext cx="3018100" cy="1211228"/>
            <a:chOff x="518850" y="1278085"/>
            <a:chExt cx="3861433" cy="15496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20A4FD-F71D-EF9E-2137-205C548B5CD8}"/>
                </a:ext>
              </a:extLst>
            </p:cNvPr>
            <p:cNvGrpSpPr/>
            <p:nvPr/>
          </p:nvGrpSpPr>
          <p:grpSpPr>
            <a:xfrm>
              <a:off x="518850" y="1278085"/>
              <a:ext cx="3861433" cy="1549675"/>
              <a:chOff x="6608380" y="1167215"/>
              <a:chExt cx="5327044" cy="2137855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5BD9736-3DE3-D7B8-3D9C-5CC78BB295AE}"/>
                  </a:ext>
                </a:extLst>
              </p:cNvPr>
              <p:cNvCxnSpPr/>
              <p:nvPr/>
            </p:nvCxnSpPr>
            <p:spPr>
              <a:xfrm>
                <a:off x="6608380" y="2883009"/>
                <a:ext cx="5181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E494493-AF3A-02F0-ECEB-18E3F09FDDD3}"/>
                      </a:ext>
                    </a:extLst>
                  </p:cNvPr>
                  <p:cNvSpPr txBox="1"/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E494493-AF3A-02F0-ECEB-18E3F09FDD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2210CBA8-3A90-E92F-61B8-D91AED0804D9}"/>
                  </a:ext>
                </a:extLst>
              </p:cNvPr>
              <p:cNvSpPr/>
              <p:nvPr/>
            </p:nvSpPr>
            <p:spPr>
              <a:xfrm>
                <a:off x="6693958" y="1167215"/>
                <a:ext cx="5001065" cy="1544946"/>
              </a:xfrm>
              <a:custGeom>
                <a:avLst/>
                <a:gdLst>
                  <a:gd name="connsiteX0" fmla="*/ 0 w 5001065"/>
                  <a:gd name="connsiteY0" fmla="*/ 1526473 h 1626320"/>
                  <a:gd name="connsiteX1" fmla="*/ 1863970 w 5001065"/>
                  <a:gd name="connsiteY1" fmla="*/ 1463168 h 1626320"/>
                  <a:gd name="connsiteX2" fmla="*/ 2708031 w 5001065"/>
                  <a:gd name="connsiteY2" fmla="*/ 128 h 1626320"/>
                  <a:gd name="connsiteX3" fmla="*/ 3228536 w 5001065"/>
                  <a:gd name="connsiteY3" fmla="*/ 1378762 h 1626320"/>
                  <a:gd name="connsiteX4" fmla="*/ 5001065 w 5001065"/>
                  <a:gd name="connsiteY4" fmla="*/ 1470202 h 1626320"/>
                  <a:gd name="connsiteX5" fmla="*/ 5001065 w 5001065"/>
                  <a:gd name="connsiteY5" fmla="*/ 1470202 h 1626320"/>
                  <a:gd name="connsiteX0" fmla="*/ 0 w 5001065"/>
                  <a:gd name="connsiteY0" fmla="*/ 1526473 h 1596535"/>
                  <a:gd name="connsiteX1" fmla="*/ 1863970 w 5001065"/>
                  <a:gd name="connsiteY1" fmla="*/ 1463168 h 1596535"/>
                  <a:gd name="connsiteX2" fmla="*/ 2708031 w 5001065"/>
                  <a:gd name="connsiteY2" fmla="*/ 128 h 1596535"/>
                  <a:gd name="connsiteX3" fmla="*/ 3228536 w 5001065"/>
                  <a:gd name="connsiteY3" fmla="*/ 1378762 h 1596535"/>
                  <a:gd name="connsiteX4" fmla="*/ 5001065 w 5001065"/>
                  <a:gd name="connsiteY4" fmla="*/ 1470202 h 1596535"/>
                  <a:gd name="connsiteX5" fmla="*/ 5001065 w 5001065"/>
                  <a:gd name="connsiteY5" fmla="*/ 1470202 h 1596535"/>
                  <a:gd name="connsiteX0" fmla="*/ 0 w 5001065"/>
                  <a:gd name="connsiteY0" fmla="*/ 1526346 h 1547277"/>
                  <a:gd name="connsiteX1" fmla="*/ 1948377 w 5001065"/>
                  <a:gd name="connsiteY1" fmla="*/ 1371601 h 1547277"/>
                  <a:gd name="connsiteX2" fmla="*/ 2708031 w 5001065"/>
                  <a:gd name="connsiteY2" fmla="*/ 1 h 1547277"/>
                  <a:gd name="connsiteX3" fmla="*/ 3228536 w 5001065"/>
                  <a:gd name="connsiteY3" fmla="*/ 1378635 h 1547277"/>
                  <a:gd name="connsiteX4" fmla="*/ 5001065 w 5001065"/>
                  <a:gd name="connsiteY4" fmla="*/ 1470075 h 1547277"/>
                  <a:gd name="connsiteX5" fmla="*/ 5001065 w 5001065"/>
                  <a:gd name="connsiteY5" fmla="*/ 1470075 h 1547277"/>
                  <a:gd name="connsiteX0" fmla="*/ 0 w 5001065"/>
                  <a:gd name="connsiteY0" fmla="*/ 1526368 h 1537445"/>
                  <a:gd name="connsiteX1" fmla="*/ 1913207 w 5001065"/>
                  <a:gd name="connsiteY1" fmla="*/ 1343488 h 1537445"/>
                  <a:gd name="connsiteX2" fmla="*/ 2708031 w 5001065"/>
                  <a:gd name="connsiteY2" fmla="*/ 23 h 1537445"/>
                  <a:gd name="connsiteX3" fmla="*/ 3228536 w 5001065"/>
                  <a:gd name="connsiteY3" fmla="*/ 1378657 h 1537445"/>
                  <a:gd name="connsiteX4" fmla="*/ 5001065 w 5001065"/>
                  <a:gd name="connsiteY4" fmla="*/ 1470097 h 1537445"/>
                  <a:gd name="connsiteX5" fmla="*/ 5001065 w 5001065"/>
                  <a:gd name="connsiteY5" fmla="*/ 1470097 h 1537445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44946"/>
                  <a:gd name="connsiteX1" fmla="*/ 1913207 w 5001065"/>
                  <a:gd name="connsiteY1" fmla="*/ 1343481 h 1544946"/>
                  <a:gd name="connsiteX2" fmla="*/ 2708031 w 5001065"/>
                  <a:gd name="connsiteY2" fmla="*/ 16 h 1544946"/>
                  <a:gd name="connsiteX3" fmla="*/ 3312942 w 5001065"/>
                  <a:gd name="connsiteY3" fmla="*/ 1315345 h 1544946"/>
                  <a:gd name="connsiteX4" fmla="*/ 5001065 w 5001065"/>
                  <a:gd name="connsiteY4" fmla="*/ 1542661 h 154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065" h="1544946">
                    <a:moveTo>
                      <a:pt x="0" y="1526361"/>
                    </a:moveTo>
                    <a:cubicBezTo>
                      <a:pt x="727417" y="1530464"/>
                      <a:pt x="1461868" y="1597872"/>
                      <a:pt x="1913207" y="1343481"/>
                    </a:cubicBezTo>
                    <a:cubicBezTo>
                      <a:pt x="2364546" y="1089090"/>
                      <a:pt x="2474742" y="4705"/>
                      <a:pt x="2708031" y="16"/>
                    </a:cubicBezTo>
                    <a:cubicBezTo>
                      <a:pt x="2941320" y="-4673"/>
                      <a:pt x="2930770" y="1058238"/>
                      <a:pt x="3312942" y="1315345"/>
                    </a:cubicBezTo>
                    <a:cubicBezTo>
                      <a:pt x="3695114" y="1572452"/>
                      <a:pt x="4523768" y="1545898"/>
                      <a:pt x="5001065" y="154266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A15055D-FBF8-7914-BB64-132179EAFBAD}"/>
                </a:ext>
              </a:extLst>
            </p:cNvPr>
            <p:cNvGrpSpPr/>
            <p:nvPr/>
          </p:nvGrpSpPr>
          <p:grpSpPr>
            <a:xfrm>
              <a:off x="2124911" y="2197894"/>
              <a:ext cx="740526" cy="133350"/>
              <a:chOff x="2117768" y="2121694"/>
              <a:chExt cx="740526" cy="13335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CCDA1EA-DB51-5251-0F65-B8DA66D400C5}"/>
                  </a:ext>
                </a:extLst>
              </p:cNvPr>
              <p:cNvCxnSpPr/>
              <p:nvPr/>
            </p:nvCxnSpPr>
            <p:spPr>
              <a:xfrm>
                <a:off x="2117768" y="2185194"/>
                <a:ext cx="74052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A761684-466C-BEA6-9B3B-A89AFD9A355D}"/>
                  </a:ext>
                </a:extLst>
              </p:cNvPr>
              <p:cNvCxnSpPr/>
              <p:nvPr/>
            </p:nvCxnSpPr>
            <p:spPr>
              <a:xfrm>
                <a:off x="2858294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6DFD228-8666-E07B-AC31-B809C6D2CC5D}"/>
                  </a:ext>
                </a:extLst>
              </p:cNvPr>
              <p:cNvCxnSpPr/>
              <p:nvPr/>
            </p:nvCxnSpPr>
            <p:spPr>
              <a:xfrm>
                <a:off x="2117768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BAFB4CC-544E-C75B-43F9-AE9406AB48F3}"/>
                    </a:ext>
                  </a:extLst>
                </p:cNvPr>
                <p:cNvSpPr txBox="1"/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BAFB4CC-544E-C75B-43F9-AE9406AB4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195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DAA60-2FD1-3132-B23F-BBD7AB20F37E}"/>
              </a:ext>
            </a:extLst>
          </p:cNvPr>
          <p:cNvSpPr txBox="1"/>
          <p:nvPr/>
        </p:nvSpPr>
        <p:spPr>
          <a:xfrm>
            <a:off x="2599693" y="1523170"/>
            <a:ext cx="69926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Quantum complementarity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509FB-DEAD-9B00-7D8E-A89E3F0D6386}"/>
              </a:ext>
            </a:extLst>
          </p:cNvPr>
          <p:cNvSpPr txBox="1"/>
          <p:nvPr/>
        </p:nvSpPr>
        <p:spPr>
          <a:xfrm>
            <a:off x="1931917" y="2354167"/>
            <a:ext cx="8328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For every quantity we prepare, another quantity is indeterminate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BE3ED-675C-9A0B-2041-8F701885123B}"/>
              </a:ext>
            </a:extLst>
          </p:cNvPr>
          <p:cNvSpPr txBox="1"/>
          <p:nvPr/>
        </p:nvSpPr>
        <p:spPr>
          <a:xfrm>
            <a:off x="3119159" y="145220"/>
            <a:ext cx="5953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Quantum contextuality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7AADB-346D-4892-99A2-E803D6850940}"/>
              </a:ext>
            </a:extLst>
          </p:cNvPr>
          <p:cNvSpPr txBox="1"/>
          <p:nvPr/>
        </p:nvSpPr>
        <p:spPr>
          <a:xfrm>
            <a:off x="1903537" y="976217"/>
            <a:ext cx="8384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Measurements cannot be thought as revealing pre-existing values</a:t>
            </a:r>
          </a:p>
        </p:txBody>
      </p:sp>
    </p:spTree>
    <p:extLst>
      <p:ext uri="{BB962C8B-B14F-4D97-AF65-F5344CB8AC3E}">
        <p14:creationId xmlns:p14="http://schemas.microsoft.com/office/powerpoint/2010/main" val="24560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D2758-581A-41A1-71D5-8FE4EF50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6B7C2B-0E5C-0A58-5DB7-213F098C5B29}"/>
              </a:ext>
            </a:extLst>
          </p:cNvPr>
          <p:cNvSpPr txBox="1"/>
          <p:nvPr/>
        </p:nvSpPr>
        <p:spPr>
          <a:xfrm>
            <a:off x="2628503" y="3777168"/>
            <a:ext cx="5620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Two laws of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41955-2A1A-4A7D-8CA4-940038B5A501}"/>
              </a:ext>
            </a:extLst>
          </p:cNvPr>
          <p:cNvSpPr txBox="1"/>
          <p:nvPr/>
        </p:nvSpPr>
        <p:spPr>
          <a:xfrm>
            <a:off x="1050392" y="317500"/>
            <a:ext cx="337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During physical processes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44BAF-268E-1561-6196-E091DBAE9E7E}"/>
              </a:ext>
            </a:extLst>
          </p:cNvPr>
          <p:cNvSpPr txBox="1"/>
          <p:nvPr/>
        </p:nvSpPr>
        <p:spPr>
          <a:xfrm>
            <a:off x="852871" y="772815"/>
            <a:ext cx="3768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Schrödinger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139E1-832D-C0A4-6359-B9075A340FA5}"/>
                  </a:ext>
                </a:extLst>
              </p:cNvPr>
              <p:cNvSpPr txBox="1"/>
              <p:nvPr/>
            </p:nvSpPr>
            <p:spPr>
              <a:xfrm>
                <a:off x="771118" y="1587500"/>
                <a:ext cx="3931524" cy="1261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139E1-832D-C0A4-6359-B9075A340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18" y="1587500"/>
                <a:ext cx="3931524" cy="1261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206454C-FF01-F9CC-0152-85097EB6093D}"/>
              </a:ext>
            </a:extLst>
          </p:cNvPr>
          <p:cNvSpPr txBox="1"/>
          <p:nvPr/>
        </p:nvSpPr>
        <p:spPr>
          <a:xfrm>
            <a:off x="7488357" y="317500"/>
            <a:ext cx="295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During 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7E260-52FA-4098-B070-0BE63ED86B4E}"/>
              </a:ext>
            </a:extLst>
          </p:cNvPr>
          <p:cNvSpPr txBox="1"/>
          <p:nvPr/>
        </p:nvSpPr>
        <p:spPr>
          <a:xfrm>
            <a:off x="8001974" y="770930"/>
            <a:ext cx="2048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Projections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B0E83-34CF-1710-4985-FC31BBECFD2E}"/>
              </a:ext>
            </a:extLst>
          </p:cNvPr>
          <p:cNvSpPr txBox="1"/>
          <p:nvPr/>
        </p:nvSpPr>
        <p:spPr>
          <a:xfrm>
            <a:off x="925645" y="3078524"/>
            <a:ext cx="362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smooth, deterministic and reversible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F5B0E3-1823-C8B5-5CE7-910FF9C9E87F}"/>
                  </a:ext>
                </a:extLst>
              </p:cNvPr>
              <p:cNvSpPr txBox="1"/>
              <p:nvPr/>
            </p:nvSpPr>
            <p:spPr>
              <a:xfrm>
                <a:off x="7584668" y="1838464"/>
                <a:ext cx="101489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F5B0E3-1823-C8B5-5CE7-910FF9C9E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668" y="1838464"/>
                <a:ext cx="101489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B2C90CA-AF5F-FD68-B876-1D0ACC76201D}"/>
              </a:ext>
            </a:extLst>
          </p:cNvPr>
          <p:cNvGrpSpPr/>
          <p:nvPr/>
        </p:nvGrpSpPr>
        <p:grpSpPr>
          <a:xfrm>
            <a:off x="9851018" y="1316361"/>
            <a:ext cx="659090" cy="1762163"/>
            <a:chOff x="3363085" y="1736099"/>
            <a:chExt cx="659090" cy="1762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9F921A-94AD-344C-0FA4-4E5F9FA964C4}"/>
                    </a:ext>
                  </a:extLst>
                </p:cNvPr>
                <p:cNvSpPr txBox="1"/>
                <p:nvPr/>
              </p:nvSpPr>
              <p:spPr>
                <a:xfrm>
                  <a:off x="3363085" y="1736099"/>
                  <a:ext cx="6590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9F921A-94AD-344C-0FA4-4E5F9FA96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1736099"/>
                  <a:ext cx="65909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3013E3-57A6-74C8-FAAC-C21094AB14C2}"/>
                    </a:ext>
                  </a:extLst>
                </p:cNvPr>
                <p:cNvSpPr txBox="1"/>
                <p:nvPr/>
              </p:nvSpPr>
              <p:spPr>
                <a:xfrm>
                  <a:off x="3363085" y="2200376"/>
                  <a:ext cx="6590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52CAC9F-60CC-4A1A-979D-14F1C184E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2200376"/>
                  <a:ext cx="65909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1EB4383-91D5-FC65-97EC-79BC2047BD89}"/>
                    </a:ext>
                  </a:extLst>
                </p:cNvPr>
                <p:cNvSpPr txBox="1"/>
                <p:nvPr/>
              </p:nvSpPr>
              <p:spPr>
                <a:xfrm>
                  <a:off x="3363085" y="2664653"/>
                  <a:ext cx="6590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8F8E39E-DF18-4E45-AE00-F038C275F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2664653"/>
                  <a:ext cx="6590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9E9A80F-806F-FE39-7EF6-DF46FA289B30}"/>
                    </a:ext>
                  </a:extLst>
                </p:cNvPr>
                <p:cNvSpPr txBox="1"/>
                <p:nvPr/>
              </p:nvSpPr>
              <p:spPr>
                <a:xfrm>
                  <a:off x="3363085" y="3128930"/>
                  <a:ext cx="60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9E9A80F-806F-FE39-7EF6-DF46FA289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085" y="3128930"/>
                  <a:ext cx="60516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FCA10C-8D81-8FA1-4C8A-823C322A2AA1}"/>
              </a:ext>
            </a:extLst>
          </p:cNvPr>
          <p:cNvCxnSpPr>
            <a:endCxn id="17" idx="1"/>
          </p:cNvCxnSpPr>
          <p:nvPr/>
        </p:nvCxnSpPr>
        <p:spPr>
          <a:xfrm flipV="1">
            <a:off x="8813800" y="1965304"/>
            <a:ext cx="103721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0AC340-6420-B97D-BADB-29B96CBCF88D}"/>
              </a:ext>
            </a:extLst>
          </p:cNvPr>
          <p:cNvCxnSpPr>
            <a:endCxn id="18" idx="1"/>
          </p:cNvCxnSpPr>
          <p:nvPr/>
        </p:nvCxnSpPr>
        <p:spPr>
          <a:xfrm>
            <a:off x="8813800" y="2244915"/>
            <a:ext cx="103721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22F7B2A-FFC6-0645-44CB-EACE0EA7D93B}"/>
              </a:ext>
            </a:extLst>
          </p:cNvPr>
          <p:cNvCxnSpPr>
            <a:endCxn id="19" idx="1"/>
          </p:cNvCxnSpPr>
          <p:nvPr/>
        </p:nvCxnSpPr>
        <p:spPr>
          <a:xfrm>
            <a:off x="8813800" y="2343150"/>
            <a:ext cx="1037218" cy="55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91591F-2481-EC2B-4EA2-0A70D144967E}"/>
              </a:ext>
            </a:extLst>
          </p:cNvPr>
          <p:cNvCxnSpPr>
            <a:endCxn id="16" idx="1"/>
          </p:cNvCxnSpPr>
          <p:nvPr/>
        </p:nvCxnSpPr>
        <p:spPr>
          <a:xfrm flipV="1">
            <a:off x="8813800" y="1501027"/>
            <a:ext cx="1037218" cy="55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548705-5C39-619D-B7BB-7E5C154600B9}"/>
                  </a:ext>
                </a:extLst>
              </p:cNvPr>
              <p:cNvSpPr txBox="1"/>
              <p:nvPr/>
            </p:nvSpPr>
            <p:spPr>
              <a:xfrm>
                <a:off x="9005216" y="1481427"/>
                <a:ext cx="3970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548705-5C39-619D-B7BB-7E5C1546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216" y="1481427"/>
                <a:ext cx="39703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516AC-C7B1-D2A6-823B-8F94E4F598F5}"/>
                  </a:ext>
                </a:extLst>
              </p:cNvPr>
              <p:cNvSpPr txBox="1"/>
              <p:nvPr/>
            </p:nvSpPr>
            <p:spPr>
              <a:xfrm>
                <a:off x="9402248" y="1688305"/>
                <a:ext cx="4012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516AC-C7B1-D2A6-823B-8F94E4F59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248" y="1688305"/>
                <a:ext cx="401200" cy="307777"/>
              </a:xfrm>
              <a:prstGeom prst="rect">
                <a:avLst/>
              </a:prstGeom>
              <a:blipFill>
                <a:blip r:embed="rId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568C2E-752A-2002-D175-A9F141F8EC2E}"/>
                  </a:ext>
                </a:extLst>
              </p:cNvPr>
              <p:cNvSpPr txBox="1"/>
              <p:nvPr/>
            </p:nvSpPr>
            <p:spPr>
              <a:xfrm>
                <a:off x="9164322" y="2018293"/>
                <a:ext cx="4012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568C2E-752A-2002-D175-A9F141F8E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322" y="2018293"/>
                <a:ext cx="40120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9B064D-9844-8653-489E-7B0A45730530}"/>
                  </a:ext>
                </a:extLst>
              </p:cNvPr>
              <p:cNvSpPr txBox="1"/>
              <p:nvPr/>
            </p:nvSpPr>
            <p:spPr>
              <a:xfrm>
                <a:off x="9431168" y="2404320"/>
                <a:ext cx="4351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... 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9B064D-9844-8653-489E-7B0A45730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168" y="2404320"/>
                <a:ext cx="43518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318BF6D-8A48-353E-0484-B960D7BD6A8F}"/>
              </a:ext>
            </a:extLst>
          </p:cNvPr>
          <p:cNvSpPr txBox="1"/>
          <p:nvPr/>
        </p:nvSpPr>
        <p:spPr>
          <a:xfrm>
            <a:off x="7179056" y="3078524"/>
            <a:ext cx="3694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jumpy, non-deterministic, irreversible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5708C5-80EE-4CE0-C32A-54C160F0741E}"/>
              </a:ext>
            </a:extLst>
          </p:cNvPr>
          <p:cNvSpPr txBox="1"/>
          <p:nvPr/>
        </p:nvSpPr>
        <p:spPr>
          <a:xfrm>
            <a:off x="3282592" y="4571433"/>
            <a:ext cx="4312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Quantum measurement problem</a:t>
            </a:r>
          </a:p>
        </p:txBody>
      </p:sp>
    </p:spTree>
    <p:extLst>
      <p:ext uri="{BB962C8B-B14F-4D97-AF65-F5344CB8AC3E}">
        <p14:creationId xmlns:p14="http://schemas.microsoft.com/office/powerpoint/2010/main" val="792942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AB1F9-F3FC-1B51-FA22-2E85753A9DD0}"/>
              </a:ext>
            </a:extLst>
          </p:cNvPr>
          <p:cNvSpPr txBox="1"/>
          <p:nvPr/>
        </p:nvSpPr>
        <p:spPr>
          <a:xfrm>
            <a:off x="1881192" y="279827"/>
            <a:ext cx="84296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What is quantum mechanics about?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5BA80-0822-B32D-246B-ECE9FBC2CFF1}"/>
              </a:ext>
            </a:extLst>
          </p:cNvPr>
          <p:cNvSpPr txBox="1"/>
          <p:nvPr/>
        </p:nvSpPr>
        <p:spPr>
          <a:xfrm>
            <a:off x="1797050" y="2454900"/>
            <a:ext cx="3308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Interpretations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B1A0C-DA91-C5E0-BAFB-71D724340426}"/>
              </a:ext>
            </a:extLst>
          </p:cNvPr>
          <p:cNvSpPr txBox="1"/>
          <p:nvPr/>
        </p:nvSpPr>
        <p:spPr>
          <a:xfrm>
            <a:off x="1187450" y="1567418"/>
            <a:ext cx="185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variables?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18DBE-C7E8-666E-FC9A-B7C6C7C291CB}"/>
              </a:ext>
            </a:extLst>
          </p:cNvPr>
          <p:cNvSpPr txBox="1"/>
          <p:nvPr/>
        </p:nvSpPr>
        <p:spPr>
          <a:xfrm>
            <a:off x="3984986" y="1936750"/>
            <a:ext cx="212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Consistent histories?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8836E-3196-A9DD-4145-661EBA24EC31}"/>
              </a:ext>
            </a:extLst>
          </p:cNvPr>
          <p:cNvSpPr txBox="1"/>
          <p:nvPr/>
        </p:nvSpPr>
        <p:spPr>
          <a:xfrm>
            <a:off x="673100" y="3164428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worlds?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33161-EA54-1C95-1828-A7F97621F468}"/>
              </a:ext>
            </a:extLst>
          </p:cNvPr>
          <p:cNvSpPr txBox="1"/>
          <p:nvPr/>
        </p:nvSpPr>
        <p:spPr>
          <a:xfrm>
            <a:off x="2861181" y="3832602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Consciousness?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F0759-72EC-8225-557A-81C3F892999B}"/>
              </a:ext>
            </a:extLst>
          </p:cNvPr>
          <p:cNvSpPr txBox="1"/>
          <p:nvPr/>
        </p:nvSpPr>
        <p:spPr>
          <a:xfrm>
            <a:off x="5047553" y="3180288"/>
            <a:ext cx="200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information?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CE002-D8C6-14DD-05DE-78F1AEAFF046}"/>
              </a:ext>
            </a:extLst>
          </p:cNvPr>
          <p:cNvSpPr txBox="1"/>
          <p:nvPr/>
        </p:nvSpPr>
        <p:spPr>
          <a:xfrm>
            <a:off x="8066383" y="1793180"/>
            <a:ext cx="34252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Quantum</a:t>
            </a:r>
            <a:br>
              <a:rPr lang="en-US" sz="4000" dirty="0"/>
            </a:br>
            <a:r>
              <a:rPr lang="en-US" sz="4000" dirty="0"/>
              <a:t>reconstructions</a:t>
            </a:r>
          </a:p>
        </p:txBody>
      </p:sp>
    </p:spTree>
    <p:extLst>
      <p:ext uri="{BB962C8B-B14F-4D97-AF65-F5344CB8AC3E}">
        <p14:creationId xmlns:p14="http://schemas.microsoft.com/office/powerpoint/2010/main" val="2351443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C185F-A624-7349-2ACB-264158E8C85A}"/>
              </a:ext>
            </a:extLst>
          </p:cNvPr>
          <p:cNvSpPr txBox="1"/>
          <p:nvPr/>
        </p:nvSpPr>
        <p:spPr>
          <a:xfrm>
            <a:off x="2099809" y="740976"/>
            <a:ext cx="799238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/>
              <a:t>What is the ultimate reason</a:t>
            </a:r>
            <a:br>
              <a:rPr lang="en-US" sz="5400" dirty="0"/>
            </a:br>
            <a:r>
              <a:rPr lang="en-US" sz="5400" dirty="0"/>
              <a:t>classical mechanics fails,</a:t>
            </a:r>
            <a:br>
              <a:rPr lang="en-US" sz="5400" dirty="0"/>
            </a:br>
            <a:r>
              <a:rPr lang="en-US" sz="5400" dirty="0"/>
              <a:t>and how is it fixed</a:t>
            </a:r>
            <a:br>
              <a:rPr lang="en-US" sz="5400" dirty="0"/>
            </a:br>
            <a:r>
              <a:rPr lang="en-US" sz="5400" dirty="0"/>
              <a:t>by quantum mechanics?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93B3F-F9CF-FB24-3962-B6CF5C82121B}"/>
              </a:ext>
            </a:extLst>
          </p:cNvPr>
          <p:cNvSpPr txBox="1"/>
          <p:nvPr/>
        </p:nvSpPr>
        <p:spPr>
          <a:xfrm>
            <a:off x="742950" y="481192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Since some of the classical failures are related to thermodynamics,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let’s look at the relationship between entropy and uncertainty in classical mechanics</a:t>
            </a:r>
          </a:p>
        </p:txBody>
      </p:sp>
    </p:spTree>
    <p:extLst>
      <p:ext uri="{BB962C8B-B14F-4D97-AF65-F5344CB8AC3E}">
        <p14:creationId xmlns:p14="http://schemas.microsoft.com/office/powerpoint/2010/main" val="25523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58CD51E1-444B-8757-680F-CCBBBD8FEAD9}"/>
              </a:ext>
            </a:extLst>
          </p:cNvPr>
          <p:cNvGrpSpPr/>
          <p:nvPr/>
        </p:nvGrpSpPr>
        <p:grpSpPr>
          <a:xfrm>
            <a:off x="8051800" y="428221"/>
            <a:ext cx="3910808" cy="3160296"/>
            <a:chOff x="6608380" y="428220"/>
            <a:chExt cx="5395159" cy="4359789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CC0EB082-B715-A999-EBBA-3BF27ACF3227}"/>
                </a:ext>
              </a:extLst>
            </p:cNvPr>
            <p:cNvCxnSpPr/>
            <p:nvPr/>
          </p:nvCxnSpPr>
          <p:spPr>
            <a:xfrm rot="1980000">
              <a:off x="9199180" y="978009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476D44D-1F13-C7D9-9C1E-127A91AC5857}"/>
                </a:ext>
              </a:extLst>
            </p:cNvPr>
            <p:cNvCxnSpPr/>
            <p:nvPr/>
          </p:nvCxnSpPr>
          <p:spPr>
            <a:xfrm>
              <a:off x="6608380" y="2883009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DA940192-8C24-2A7F-4B4C-663210536EC7}"/>
                </a:ext>
              </a:extLst>
            </p:cNvPr>
            <p:cNvSpPr/>
            <p:nvPr/>
          </p:nvSpPr>
          <p:spPr>
            <a:xfrm rot="18240000">
              <a:off x="7021367" y="2246075"/>
              <a:ext cx="3713510" cy="773824"/>
            </a:xfrm>
            <a:custGeom>
              <a:avLst/>
              <a:gdLst>
                <a:gd name="connsiteX0" fmla="*/ 0 w 5001065"/>
                <a:gd name="connsiteY0" fmla="*/ 1526473 h 1626320"/>
                <a:gd name="connsiteX1" fmla="*/ 1863970 w 5001065"/>
                <a:gd name="connsiteY1" fmla="*/ 1463168 h 1626320"/>
                <a:gd name="connsiteX2" fmla="*/ 2708031 w 5001065"/>
                <a:gd name="connsiteY2" fmla="*/ 128 h 1626320"/>
                <a:gd name="connsiteX3" fmla="*/ 3228536 w 5001065"/>
                <a:gd name="connsiteY3" fmla="*/ 1378762 h 1626320"/>
                <a:gd name="connsiteX4" fmla="*/ 5001065 w 5001065"/>
                <a:gd name="connsiteY4" fmla="*/ 1470202 h 1626320"/>
                <a:gd name="connsiteX5" fmla="*/ 5001065 w 5001065"/>
                <a:gd name="connsiteY5" fmla="*/ 1470202 h 1626320"/>
                <a:gd name="connsiteX0" fmla="*/ 0 w 5001065"/>
                <a:gd name="connsiteY0" fmla="*/ 1526473 h 1596535"/>
                <a:gd name="connsiteX1" fmla="*/ 1863970 w 5001065"/>
                <a:gd name="connsiteY1" fmla="*/ 1463168 h 1596535"/>
                <a:gd name="connsiteX2" fmla="*/ 2708031 w 5001065"/>
                <a:gd name="connsiteY2" fmla="*/ 128 h 1596535"/>
                <a:gd name="connsiteX3" fmla="*/ 3228536 w 5001065"/>
                <a:gd name="connsiteY3" fmla="*/ 1378762 h 1596535"/>
                <a:gd name="connsiteX4" fmla="*/ 5001065 w 5001065"/>
                <a:gd name="connsiteY4" fmla="*/ 1470202 h 1596535"/>
                <a:gd name="connsiteX5" fmla="*/ 5001065 w 5001065"/>
                <a:gd name="connsiteY5" fmla="*/ 1470202 h 1596535"/>
                <a:gd name="connsiteX0" fmla="*/ 0 w 5001065"/>
                <a:gd name="connsiteY0" fmla="*/ 1526346 h 1547277"/>
                <a:gd name="connsiteX1" fmla="*/ 1948377 w 5001065"/>
                <a:gd name="connsiteY1" fmla="*/ 1371601 h 1547277"/>
                <a:gd name="connsiteX2" fmla="*/ 2708031 w 5001065"/>
                <a:gd name="connsiteY2" fmla="*/ 1 h 1547277"/>
                <a:gd name="connsiteX3" fmla="*/ 3228536 w 5001065"/>
                <a:gd name="connsiteY3" fmla="*/ 1378635 h 1547277"/>
                <a:gd name="connsiteX4" fmla="*/ 5001065 w 5001065"/>
                <a:gd name="connsiteY4" fmla="*/ 1470075 h 1547277"/>
                <a:gd name="connsiteX5" fmla="*/ 5001065 w 5001065"/>
                <a:gd name="connsiteY5" fmla="*/ 1470075 h 1547277"/>
                <a:gd name="connsiteX0" fmla="*/ 0 w 5001065"/>
                <a:gd name="connsiteY0" fmla="*/ 1526368 h 1537445"/>
                <a:gd name="connsiteX1" fmla="*/ 1913207 w 5001065"/>
                <a:gd name="connsiteY1" fmla="*/ 1343488 h 1537445"/>
                <a:gd name="connsiteX2" fmla="*/ 2708031 w 5001065"/>
                <a:gd name="connsiteY2" fmla="*/ 23 h 1537445"/>
                <a:gd name="connsiteX3" fmla="*/ 3228536 w 5001065"/>
                <a:gd name="connsiteY3" fmla="*/ 1378657 h 1537445"/>
                <a:gd name="connsiteX4" fmla="*/ 5001065 w 5001065"/>
                <a:gd name="connsiteY4" fmla="*/ 1470097 h 1537445"/>
                <a:gd name="connsiteX5" fmla="*/ 5001065 w 5001065"/>
                <a:gd name="connsiteY5" fmla="*/ 1470097 h 1537445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747226 h 747415"/>
                <a:gd name="connsiteX1" fmla="*/ 1913207 w 5001065"/>
                <a:gd name="connsiteY1" fmla="*/ 564346 h 747415"/>
                <a:gd name="connsiteX2" fmla="*/ 4370483 w 5001065"/>
                <a:gd name="connsiteY2" fmla="*/ 39 h 747415"/>
                <a:gd name="connsiteX3" fmla="*/ 3312942 w 5001065"/>
                <a:gd name="connsiteY3" fmla="*/ 536210 h 747415"/>
                <a:gd name="connsiteX4" fmla="*/ 5001065 w 5001065"/>
                <a:gd name="connsiteY4" fmla="*/ 690955 h 747415"/>
                <a:gd name="connsiteX5" fmla="*/ 5001065 w 5001065"/>
                <a:gd name="connsiteY5" fmla="*/ 690955 h 747415"/>
                <a:gd name="connsiteX0" fmla="*/ 0 w 5001065"/>
                <a:gd name="connsiteY0" fmla="*/ 747393 h 747582"/>
                <a:gd name="connsiteX1" fmla="*/ 1913207 w 5001065"/>
                <a:gd name="connsiteY1" fmla="*/ 564513 h 747582"/>
                <a:gd name="connsiteX2" fmla="*/ 4370483 w 5001065"/>
                <a:gd name="connsiteY2" fmla="*/ 206 h 747582"/>
                <a:gd name="connsiteX3" fmla="*/ 3674369 w 5001065"/>
                <a:gd name="connsiteY3" fmla="*/ 631964 h 747582"/>
                <a:gd name="connsiteX4" fmla="*/ 5001065 w 5001065"/>
                <a:gd name="connsiteY4" fmla="*/ 691122 h 747582"/>
                <a:gd name="connsiteX5" fmla="*/ 5001065 w 5001065"/>
                <a:gd name="connsiteY5" fmla="*/ 691122 h 747582"/>
                <a:gd name="connsiteX0" fmla="*/ 0 w 5001065"/>
                <a:gd name="connsiteY0" fmla="*/ 747393 h 747582"/>
                <a:gd name="connsiteX1" fmla="*/ 1913207 w 5001065"/>
                <a:gd name="connsiteY1" fmla="*/ 564513 h 747582"/>
                <a:gd name="connsiteX2" fmla="*/ 4370483 w 5001065"/>
                <a:gd name="connsiteY2" fmla="*/ 206 h 747582"/>
                <a:gd name="connsiteX3" fmla="*/ 3674369 w 5001065"/>
                <a:gd name="connsiteY3" fmla="*/ 631964 h 747582"/>
                <a:gd name="connsiteX4" fmla="*/ 5001065 w 5001065"/>
                <a:gd name="connsiteY4" fmla="*/ 691122 h 747582"/>
                <a:gd name="connsiteX0" fmla="*/ 0 w 4732001"/>
                <a:gd name="connsiteY0" fmla="*/ 747393 h 747582"/>
                <a:gd name="connsiteX1" fmla="*/ 1913207 w 4732001"/>
                <a:gd name="connsiteY1" fmla="*/ 564513 h 747582"/>
                <a:gd name="connsiteX2" fmla="*/ 4370483 w 4732001"/>
                <a:gd name="connsiteY2" fmla="*/ 206 h 747582"/>
                <a:gd name="connsiteX3" fmla="*/ 3674369 w 4732001"/>
                <a:gd name="connsiteY3" fmla="*/ 631964 h 747582"/>
                <a:gd name="connsiteX4" fmla="*/ 4732001 w 4732001"/>
                <a:gd name="connsiteY4" fmla="*/ 719889 h 747582"/>
                <a:gd name="connsiteX0" fmla="*/ 0 w 3713510"/>
                <a:gd name="connsiteY0" fmla="*/ 773100 h 773244"/>
                <a:gd name="connsiteX1" fmla="*/ 894716 w 3713510"/>
                <a:gd name="connsiteY1" fmla="*/ 564515 h 773244"/>
                <a:gd name="connsiteX2" fmla="*/ 3351992 w 3713510"/>
                <a:gd name="connsiteY2" fmla="*/ 208 h 773244"/>
                <a:gd name="connsiteX3" fmla="*/ 2655878 w 3713510"/>
                <a:gd name="connsiteY3" fmla="*/ 631966 h 773244"/>
                <a:gd name="connsiteX4" fmla="*/ 3713510 w 3713510"/>
                <a:gd name="connsiteY4" fmla="*/ 719891 h 773244"/>
                <a:gd name="connsiteX0" fmla="*/ 0 w 3713510"/>
                <a:gd name="connsiteY0" fmla="*/ 772899 h 773823"/>
                <a:gd name="connsiteX1" fmla="*/ 1669642 w 3713510"/>
                <a:gd name="connsiteY1" fmla="*/ 644010 h 773823"/>
                <a:gd name="connsiteX2" fmla="*/ 3351992 w 3713510"/>
                <a:gd name="connsiteY2" fmla="*/ 7 h 773823"/>
                <a:gd name="connsiteX3" fmla="*/ 2655878 w 3713510"/>
                <a:gd name="connsiteY3" fmla="*/ 631765 h 773823"/>
                <a:gd name="connsiteX4" fmla="*/ 3713510 w 3713510"/>
                <a:gd name="connsiteY4" fmla="*/ 719690 h 773823"/>
                <a:gd name="connsiteX0" fmla="*/ 0 w 3713510"/>
                <a:gd name="connsiteY0" fmla="*/ 772900 h 773824"/>
                <a:gd name="connsiteX1" fmla="*/ 1669642 w 3713510"/>
                <a:gd name="connsiteY1" fmla="*/ 644011 h 773824"/>
                <a:gd name="connsiteX2" fmla="*/ 3351992 w 3713510"/>
                <a:gd name="connsiteY2" fmla="*/ 8 h 773824"/>
                <a:gd name="connsiteX3" fmla="*/ 2741861 w 3713510"/>
                <a:gd name="connsiteY3" fmla="*/ 658613 h 773824"/>
                <a:gd name="connsiteX4" fmla="*/ 3713510 w 3713510"/>
                <a:gd name="connsiteY4" fmla="*/ 719691 h 77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510" h="773824">
                  <a:moveTo>
                    <a:pt x="0" y="772900"/>
                  </a:moveTo>
                  <a:cubicBezTo>
                    <a:pt x="727417" y="777003"/>
                    <a:pt x="1110977" y="772826"/>
                    <a:pt x="1669642" y="644011"/>
                  </a:cubicBezTo>
                  <a:cubicBezTo>
                    <a:pt x="2228307" y="515196"/>
                    <a:pt x="3173289" y="-2426"/>
                    <a:pt x="3351992" y="8"/>
                  </a:cubicBezTo>
                  <a:cubicBezTo>
                    <a:pt x="3530695" y="2442"/>
                    <a:pt x="2681608" y="538666"/>
                    <a:pt x="2741861" y="658613"/>
                  </a:cubicBezTo>
                  <a:cubicBezTo>
                    <a:pt x="2802114" y="778560"/>
                    <a:pt x="3492394" y="709831"/>
                    <a:pt x="3713510" y="719691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0476C7A-6310-3CA2-40F9-11FB1EBA15EA}"/>
                    </a:ext>
                  </a:extLst>
                </p:cNvPr>
                <p:cNvSpPr txBox="1"/>
                <p:nvPr/>
              </p:nvSpPr>
              <p:spPr>
                <a:xfrm>
                  <a:off x="10158978" y="1056741"/>
                  <a:ext cx="450157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0476C7A-6310-3CA2-40F9-11FB1EBA1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8978" y="1056741"/>
                  <a:ext cx="450157" cy="424594"/>
                </a:xfrm>
                <a:prstGeom prst="rect">
                  <a:avLst/>
                </a:prstGeom>
                <a:blipFill>
                  <a:blip r:embed="rId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67FA9E-5293-9072-2F43-30ADD5D3918A}"/>
                    </a:ext>
                  </a:extLst>
                </p:cNvPr>
                <p:cNvSpPr txBox="1"/>
                <p:nvPr/>
              </p:nvSpPr>
              <p:spPr>
                <a:xfrm>
                  <a:off x="11485179" y="2880476"/>
                  <a:ext cx="450245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67FA9E-5293-9072-2F43-30ADD5D39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5179" y="2880476"/>
                  <a:ext cx="450245" cy="4245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587DAE70-D2E7-0B30-C4B8-FAACE3642D1B}"/>
                </a:ext>
              </a:extLst>
            </p:cNvPr>
            <p:cNvSpPr/>
            <p:nvPr/>
          </p:nvSpPr>
          <p:spPr>
            <a:xfrm>
              <a:off x="6693958" y="1167215"/>
              <a:ext cx="5001065" cy="1544946"/>
            </a:xfrm>
            <a:custGeom>
              <a:avLst/>
              <a:gdLst>
                <a:gd name="connsiteX0" fmla="*/ 0 w 5001065"/>
                <a:gd name="connsiteY0" fmla="*/ 1526473 h 1626320"/>
                <a:gd name="connsiteX1" fmla="*/ 1863970 w 5001065"/>
                <a:gd name="connsiteY1" fmla="*/ 1463168 h 1626320"/>
                <a:gd name="connsiteX2" fmla="*/ 2708031 w 5001065"/>
                <a:gd name="connsiteY2" fmla="*/ 128 h 1626320"/>
                <a:gd name="connsiteX3" fmla="*/ 3228536 w 5001065"/>
                <a:gd name="connsiteY3" fmla="*/ 1378762 h 1626320"/>
                <a:gd name="connsiteX4" fmla="*/ 5001065 w 5001065"/>
                <a:gd name="connsiteY4" fmla="*/ 1470202 h 1626320"/>
                <a:gd name="connsiteX5" fmla="*/ 5001065 w 5001065"/>
                <a:gd name="connsiteY5" fmla="*/ 1470202 h 1626320"/>
                <a:gd name="connsiteX0" fmla="*/ 0 w 5001065"/>
                <a:gd name="connsiteY0" fmla="*/ 1526473 h 1596535"/>
                <a:gd name="connsiteX1" fmla="*/ 1863970 w 5001065"/>
                <a:gd name="connsiteY1" fmla="*/ 1463168 h 1596535"/>
                <a:gd name="connsiteX2" fmla="*/ 2708031 w 5001065"/>
                <a:gd name="connsiteY2" fmla="*/ 128 h 1596535"/>
                <a:gd name="connsiteX3" fmla="*/ 3228536 w 5001065"/>
                <a:gd name="connsiteY3" fmla="*/ 1378762 h 1596535"/>
                <a:gd name="connsiteX4" fmla="*/ 5001065 w 5001065"/>
                <a:gd name="connsiteY4" fmla="*/ 1470202 h 1596535"/>
                <a:gd name="connsiteX5" fmla="*/ 5001065 w 5001065"/>
                <a:gd name="connsiteY5" fmla="*/ 1470202 h 1596535"/>
                <a:gd name="connsiteX0" fmla="*/ 0 w 5001065"/>
                <a:gd name="connsiteY0" fmla="*/ 1526346 h 1547277"/>
                <a:gd name="connsiteX1" fmla="*/ 1948377 w 5001065"/>
                <a:gd name="connsiteY1" fmla="*/ 1371601 h 1547277"/>
                <a:gd name="connsiteX2" fmla="*/ 2708031 w 5001065"/>
                <a:gd name="connsiteY2" fmla="*/ 1 h 1547277"/>
                <a:gd name="connsiteX3" fmla="*/ 3228536 w 5001065"/>
                <a:gd name="connsiteY3" fmla="*/ 1378635 h 1547277"/>
                <a:gd name="connsiteX4" fmla="*/ 5001065 w 5001065"/>
                <a:gd name="connsiteY4" fmla="*/ 1470075 h 1547277"/>
                <a:gd name="connsiteX5" fmla="*/ 5001065 w 5001065"/>
                <a:gd name="connsiteY5" fmla="*/ 1470075 h 1547277"/>
                <a:gd name="connsiteX0" fmla="*/ 0 w 5001065"/>
                <a:gd name="connsiteY0" fmla="*/ 1526368 h 1537445"/>
                <a:gd name="connsiteX1" fmla="*/ 1913207 w 5001065"/>
                <a:gd name="connsiteY1" fmla="*/ 1343488 h 1537445"/>
                <a:gd name="connsiteX2" fmla="*/ 2708031 w 5001065"/>
                <a:gd name="connsiteY2" fmla="*/ 23 h 1537445"/>
                <a:gd name="connsiteX3" fmla="*/ 3228536 w 5001065"/>
                <a:gd name="connsiteY3" fmla="*/ 1378657 h 1537445"/>
                <a:gd name="connsiteX4" fmla="*/ 5001065 w 5001065"/>
                <a:gd name="connsiteY4" fmla="*/ 1470097 h 1537445"/>
                <a:gd name="connsiteX5" fmla="*/ 5001065 w 5001065"/>
                <a:gd name="connsiteY5" fmla="*/ 1470097 h 1537445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513633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513633 h 1537438"/>
                <a:gd name="connsiteX0" fmla="*/ 0 w 5001065"/>
                <a:gd name="connsiteY0" fmla="*/ 1526361 h 1544946"/>
                <a:gd name="connsiteX1" fmla="*/ 1913207 w 5001065"/>
                <a:gd name="connsiteY1" fmla="*/ 1343481 h 1544946"/>
                <a:gd name="connsiteX2" fmla="*/ 2708031 w 5001065"/>
                <a:gd name="connsiteY2" fmla="*/ 16 h 1544946"/>
                <a:gd name="connsiteX3" fmla="*/ 3312942 w 5001065"/>
                <a:gd name="connsiteY3" fmla="*/ 1315345 h 1544946"/>
                <a:gd name="connsiteX4" fmla="*/ 5001065 w 5001065"/>
                <a:gd name="connsiteY4" fmla="*/ 1542661 h 154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1065" h="1544946">
                  <a:moveTo>
                    <a:pt x="0" y="1526361"/>
                  </a:moveTo>
                  <a:cubicBezTo>
                    <a:pt x="727417" y="1530464"/>
                    <a:pt x="1461868" y="1597872"/>
                    <a:pt x="1913207" y="1343481"/>
                  </a:cubicBezTo>
                  <a:cubicBezTo>
                    <a:pt x="2364546" y="1089090"/>
                    <a:pt x="2474742" y="4705"/>
                    <a:pt x="2708031" y="16"/>
                  </a:cubicBezTo>
                  <a:cubicBezTo>
                    <a:pt x="2941320" y="-4673"/>
                    <a:pt x="2930770" y="1058238"/>
                    <a:pt x="3312942" y="1315345"/>
                  </a:cubicBezTo>
                  <a:cubicBezTo>
                    <a:pt x="3695114" y="1572452"/>
                    <a:pt x="4523768" y="1545898"/>
                    <a:pt x="5001065" y="1542661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A43950-439C-63CE-8BEF-AEF17FA36E57}"/>
                </a:ext>
              </a:extLst>
            </p:cNvPr>
            <p:cNvSpPr txBox="1"/>
            <p:nvPr/>
          </p:nvSpPr>
          <p:spPr>
            <a:xfrm>
              <a:off x="10561337" y="512120"/>
              <a:ext cx="1442202" cy="424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momentum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78DAA8-1E23-A3F6-005B-073DBA28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2286" y="3217862"/>
              <a:ext cx="398268" cy="23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03205-87F9-CE20-54EB-7A03AD0717DF}"/>
                </a:ext>
              </a:extLst>
            </p:cNvPr>
            <p:cNvSpPr txBox="1"/>
            <p:nvPr/>
          </p:nvSpPr>
          <p:spPr>
            <a:xfrm>
              <a:off x="10203375" y="3451172"/>
              <a:ext cx="1072983" cy="424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position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7F71663-1F1A-6BEB-9BC2-35F705997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6742" y="890722"/>
              <a:ext cx="348299" cy="254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1191380-F19B-4BCA-AF48-3F48A7B9B754}"/>
                    </a:ext>
                  </a:extLst>
                </p:cNvPr>
                <p:cNvSpPr txBox="1"/>
                <p:nvPr/>
              </p:nvSpPr>
              <p:spPr>
                <a:xfrm>
                  <a:off x="9305328" y="428220"/>
                  <a:ext cx="1030435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1191380-F19B-4BCA-AF48-3F48A7B9B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5328" y="428220"/>
                  <a:ext cx="1030435" cy="4245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60AE42C-940A-E255-2821-F81E5EBBF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1093" y="808202"/>
              <a:ext cx="188457" cy="669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41F69BB-07B3-81C8-CFF8-024D25E601CD}"/>
              </a:ext>
            </a:extLst>
          </p:cNvPr>
          <p:cNvSpPr txBox="1"/>
          <p:nvPr/>
        </p:nvSpPr>
        <p:spPr>
          <a:xfrm>
            <a:off x="307500" y="242134"/>
            <a:ext cx="6415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Entropy in classical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DFE5F-7D80-AFF2-C44E-00A02B81FE04}"/>
                  </a:ext>
                </a:extLst>
              </p:cNvPr>
              <p:cNvSpPr txBox="1"/>
              <p:nvPr/>
            </p:nvSpPr>
            <p:spPr>
              <a:xfrm>
                <a:off x="1031486" y="1159620"/>
                <a:ext cx="5958747" cy="795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=−∫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𝜌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func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𝑑𝑥𝑑𝑝</m:t>
                    </m:r>
                  </m:oMath>
                </a14:m>
                <a:r>
                  <a:rPr lang="en-US" sz="44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DFE5F-7D80-AFF2-C44E-00A02B81F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86" y="1159620"/>
                <a:ext cx="5958747" cy="795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401715-D1AB-738E-B61E-CC34D8BB51A0}"/>
                  </a:ext>
                </a:extLst>
              </p:cNvPr>
              <p:cNvSpPr txBox="1"/>
              <p:nvPr/>
            </p:nvSpPr>
            <p:spPr>
              <a:xfrm>
                <a:off x="754855" y="3258447"/>
                <a:ext cx="45170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sz="4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401715-D1AB-738E-B61E-CC34D8BB5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5" y="3258447"/>
                <a:ext cx="4517069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B1EF5778-AB37-B8AE-2C01-7B5CEF9FC975}"/>
              </a:ext>
            </a:extLst>
          </p:cNvPr>
          <p:cNvGrpSpPr/>
          <p:nvPr/>
        </p:nvGrpSpPr>
        <p:grpSpPr>
          <a:xfrm>
            <a:off x="5316087" y="3743819"/>
            <a:ext cx="3917061" cy="2805227"/>
            <a:chOff x="1866069" y="3901097"/>
            <a:chExt cx="5320070" cy="38100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0E59BF7-D96D-86D2-5AD0-5EAF43046F2B}"/>
                </a:ext>
              </a:extLst>
            </p:cNvPr>
            <p:cNvCxnSpPr/>
            <p:nvPr/>
          </p:nvCxnSpPr>
          <p:spPr>
            <a:xfrm rot="1980000">
              <a:off x="4456869" y="3901097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2D678D4-6243-7FD2-C492-D00E1F4BFB1C}"/>
                </a:ext>
              </a:extLst>
            </p:cNvPr>
            <p:cNvCxnSpPr/>
            <p:nvPr/>
          </p:nvCxnSpPr>
          <p:spPr>
            <a:xfrm>
              <a:off x="1866069" y="5806097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FC298DB-B7AA-2D00-FC74-59EE1228BDC7}"/>
                    </a:ext>
                  </a:extLst>
                </p:cNvPr>
                <p:cNvSpPr txBox="1"/>
                <p:nvPr/>
              </p:nvSpPr>
              <p:spPr>
                <a:xfrm>
                  <a:off x="5416668" y="3979829"/>
                  <a:ext cx="443183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FC298DB-B7AA-2D00-FC74-59EE1228B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6668" y="3979829"/>
                  <a:ext cx="443183" cy="418016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E79CC3F-9127-A7D3-B558-B4B8D2E75C87}"/>
                    </a:ext>
                  </a:extLst>
                </p:cNvPr>
                <p:cNvSpPr txBox="1"/>
                <p:nvPr/>
              </p:nvSpPr>
              <p:spPr>
                <a:xfrm>
                  <a:off x="6742869" y="5803565"/>
                  <a:ext cx="443270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E79CC3F-9127-A7D3-B558-B4B8D2E75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2869" y="5803565"/>
                  <a:ext cx="443270" cy="4180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FCA2B5-DF60-E338-2C8C-D1339A6EB4DC}"/>
                </a:ext>
              </a:extLst>
            </p:cNvPr>
            <p:cNvCxnSpPr>
              <a:cxnSpLocks/>
              <a:stCxn id="41" idx="4"/>
              <a:endCxn id="39" idx="4"/>
            </p:cNvCxnSpPr>
            <p:nvPr/>
          </p:nvCxnSpPr>
          <p:spPr>
            <a:xfrm>
              <a:off x="5456009" y="4967182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2F20DF8-2BDA-F90B-B7BF-9E4CA7C99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469" y="5711449"/>
              <a:ext cx="110513" cy="847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40EBC14-A53D-C886-2DBE-9D6E2D6DF066}"/>
                    </a:ext>
                  </a:extLst>
                </p:cNvPr>
                <p:cNvSpPr txBox="1"/>
                <p:nvPr/>
              </p:nvSpPr>
              <p:spPr>
                <a:xfrm>
                  <a:off x="4410361" y="6516884"/>
                  <a:ext cx="477670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40EBC14-A53D-C886-2DBE-9D6E2D6DF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361" y="6516884"/>
                  <a:ext cx="477670" cy="41801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DA6A062-7B8C-CFF3-4165-C50170AB8EFF}"/>
                </a:ext>
              </a:extLst>
            </p:cNvPr>
            <p:cNvSpPr/>
            <p:nvPr/>
          </p:nvSpPr>
          <p:spPr>
            <a:xfrm>
              <a:off x="4041657" y="5325789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solidFill>
              <a:srgbClr val="7F7F7F">
                <a:alpha val="30196"/>
              </a:srgb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BAACB96-9484-4E1C-8475-F10C08301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35527" y="4678110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53C15AF-EF72-CBEF-1020-1A9978BD0A12}"/>
                </a:ext>
              </a:extLst>
            </p:cNvPr>
            <p:cNvSpPr/>
            <p:nvPr/>
          </p:nvSpPr>
          <p:spPr>
            <a:xfrm>
              <a:off x="4041657" y="4379639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794EB1-94BD-03B5-9DD2-3084935D1FEE}"/>
              </a:ext>
            </a:extLst>
          </p:cNvPr>
          <p:cNvCxnSpPr/>
          <p:nvPr/>
        </p:nvCxnSpPr>
        <p:spPr>
          <a:xfrm flipV="1">
            <a:off x="706877" y="2060679"/>
            <a:ext cx="334523" cy="498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A9EB98D-87F6-88DD-9574-A5FBF5CEC42D}"/>
              </a:ext>
            </a:extLst>
          </p:cNvPr>
          <p:cNvSpPr txBox="1"/>
          <p:nvPr/>
        </p:nvSpPr>
        <p:spPr>
          <a:xfrm>
            <a:off x="248546" y="2565434"/>
            <a:ext cx="91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D12C7F-13A5-DC9B-0893-BB33360B4A99}"/>
              </a:ext>
            </a:extLst>
          </p:cNvPr>
          <p:cNvCxnSpPr/>
          <p:nvPr/>
        </p:nvCxnSpPr>
        <p:spPr>
          <a:xfrm flipH="1" flipV="1">
            <a:off x="1873250" y="1860550"/>
            <a:ext cx="387350" cy="65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B2D843-7359-5422-B1E9-B6067F562235}"/>
              </a:ext>
            </a:extLst>
          </p:cNvPr>
          <p:cNvSpPr txBox="1"/>
          <p:nvPr/>
        </p:nvSpPr>
        <p:spPr>
          <a:xfrm>
            <a:off x="1701536" y="2488208"/>
            <a:ext cx="127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Probability</a:t>
            </a:r>
            <a:br>
              <a:rPr lang="en-US" dirty="0"/>
            </a:br>
            <a:r>
              <a:rPr lang="en-US" dirty="0"/>
              <a:t>distribution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679E1B-5227-7F98-6928-013C22DEC917}"/>
              </a:ext>
            </a:extLst>
          </p:cNvPr>
          <p:cNvSpPr txBox="1"/>
          <p:nvPr/>
        </p:nvSpPr>
        <p:spPr>
          <a:xfrm>
            <a:off x="631253" y="4616450"/>
            <a:ext cx="127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Uniform</a:t>
            </a:r>
            <a:br>
              <a:rPr lang="en-US" dirty="0"/>
            </a:br>
            <a:r>
              <a:rPr lang="en-US" dirty="0"/>
              <a:t>distribution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E3BB36D-B0B4-7573-5C2A-339B790B79CF}"/>
              </a:ext>
            </a:extLst>
          </p:cNvPr>
          <p:cNvCxnSpPr>
            <a:cxnSpLocks/>
          </p:cNvCxnSpPr>
          <p:nvPr/>
        </p:nvCxnSpPr>
        <p:spPr>
          <a:xfrm flipV="1">
            <a:off x="1377950" y="4013810"/>
            <a:ext cx="245776" cy="60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CD99248-E25C-791C-6EC8-68938A18ED56}"/>
                  </a:ext>
                </a:extLst>
              </p:cNvPr>
              <p:cNvSpPr txBox="1"/>
              <p:nvPr/>
            </p:nvSpPr>
            <p:spPr>
              <a:xfrm>
                <a:off x="5855040" y="5452345"/>
                <a:ext cx="740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CD99248-E25C-791C-6EC8-68938A18E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040" y="5452345"/>
                <a:ext cx="74045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7FCFD46-5042-CEC3-C0E1-A8003025D7E1}"/>
                  </a:ext>
                </a:extLst>
              </p:cNvPr>
              <p:cNvSpPr txBox="1"/>
              <p:nvPr/>
            </p:nvSpPr>
            <p:spPr>
              <a:xfrm>
                <a:off x="5345293" y="5758256"/>
                <a:ext cx="15960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Area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Count of states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7FCFD46-5042-CEC3-C0E1-A8003025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293" y="5758256"/>
                <a:ext cx="1596014" cy="646331"/>
              </a:xfrm>
              <a:prstGeom prst="rect">
                <a:avLst/>
              </a:prstGeom>
              <a:blipFill>
                <a:blip r:embed="rId11"/>
                <a:stretch>
                  <a:fillRect l="-3435" t="-5660" r="-305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1F6B0B-2980-3930-4BF8-4205495AC651}"/>
              </a:ext>
            </a:extLst>
          </p:cNvPr>
          <p:cNvCxnSpPr>
            <a:stCxn id="53" idx="3"/>
          </p:cNvCxnSpPr>
          <p:nvPr/>
        </p:nvCxnSpPr>
        <p:spPr>
          <a:xfrm flipV="1">
            <a:off x="6595499" y="5298456"/>
            <a:ext cx="399543" cy="33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E17524C-C844-440E-C494-C716E7C680F4}"/>
                  </a:ext>
                </a:extLst>
              </p:cNvPr>
              <p:cNvSpPr txBox="1"/>
              <p:nvPr/>
            </p:nvSpPr>
            <p:spPr>
              <a:xfrm>
                <a:off x="8123852" y="4254904"/>
                <a:ext cx="1051506" cy="513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E17524C-C844-440E-C494-C716E7C68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852" y="4254904"/>
                <a:ext cx="1051506" cy="5135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08314AC-5F65-AC3B-9875-64C83F4D432F}"/>
              </a:ext>
            </a:extLst>
          </p:cNvPr>
          <p:cNvCxnSpPr>
            <a:cxnSpLocks/>
          </p:cNvCxnSpPr>
          <p:nvPr/>
        </p:nvCxnSpPr>
        <p:spPr>
          <a:xfrm flipH="1" flipV="1">
            <a:off x="5316087" y="1954774"/>
            <a:ext cx="663988" cy="53308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796B243-818A-9CD8-9BC1-088541B2C409}"/>
              </a:ext>
            </a:extLst>
          </p:cNvPr>
          <p:cNvCxnSpPr>
            <a:cxnSpLocks/>
          </p:cNvCxnSpPr>
          <p:nvPr/>
        </p:nvCxnSpPr>
        <p:spPr>
          <a:xfrm flipH="1">
            <a:off x="5156200" y="3006477"/>
            <a:ext cx="823875" cy="4225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C1B0E45-1FB0-1767-56A0-FCA516976321}"/>
              </a:ext>
            </a:extLst>
          </p:cNvPr>
          <p:cNvSpPr txBox="1"/>
          <p:nvPr/>
        </p:nvSpPr>
        <p:spPr>
          <a:xfrm>
            <a:off x="5887904" y="2388647"/>
            <a:ext cx="36086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Logarithm must take</a:t>
            </a:r>
            <a:br>
              <a:rPr lang="en-US" sz="3200" dirty="0">
                <a:solidFill>
                  <a:srgbClr val="C00000"/>
                </a:solidFill>
              </a:rPr>
            </a:br>
            <a:r>
              <a:rPr lang="en-US" sz="3200" dirty="0">
                <a:solidFill>
                  <a:srgbClr val="C00000"/>
                </a:solidFill>
              </a:rPr>
              <a:t>pure number!!!</a:t>
            </a:r>
          </a:p>
        </p:txBody>
      </p:sp>
    </p:spTree>
    <p:extLst>
      <p:ext uri="{BB962C8B-B14F-4D97-AF65-F5344CB8AC3E}">
        <p14:creationId xmlns:p14="http://schemas.microsoft.com/office/powerpoint/2010/main" val="61804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65C2-8A7F-3C2D-0132-AA9A43F6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28336A-DC24-1E64-F9EE-088B2047E185}"/>
              </a:ext>
            </a:extLst>
          </p:cNvPr>
          <p:cNvGrpSpPr/>
          <p:nvPr/>
        </p:nvGrpSpPr>
        <p:grpSpPr>
          <a:xfrm>
            <a:off x="8051800" y="428221"/>
            <a:ext cx="3910808" cy="3160296"/>
            <a:chOff x="6608380" y="428220"/>
            <a:chExt cx="5395159" cy="4359789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9A594DAF-B64D-3AC6-5D0D-78CFD2596A40}"/>
                </a:ext>
              </a:extLst>
            </p:cNvPr>
            <p:cNvCxnSpPr/>
            <p:nvPr/>
          </p:nvCxnSpPr>
          <p:spPr>
            <a:xfrm rot="1980000">
              <a:off x="9199180" y="978009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1B5B833-0689-1E14-3BB6-685ECE8E7AB6}"/>
                </a:ext>
              </a:extLst>
            </p:cNvPr>
            <p:cNvCxnSpPr/>
            <p:nvPr/>
          </p:nvCxnSpPr>
          <p:spPr>
            <a:xfrm>
              <a:off x="6608380" y="2883009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7E9FE46C-9883-294F-5F3E-AA2216FDE5A8}"/>
                </a:ext>
              </a:extLst>
            </p:cNvPr>
            <p:cNvSpPr/>
            <p:nvPr/>
          </p:nvSpPr>
          <p:spPr>
            <a:xfrm rot="18240000">
              <a:off x="7021367" y="2246075"/>
              <a:ext cx="3713510" cy="773824"/>
            </a:xfrm>
            <a:custGeom>
              <a:avLst/>
              <a:gdLst>
                <a:gd name="connsiteX0" fmla="*/ 0 w 5001065"/>
                <a:gd name="connsiteY0" fmla="*/ 1526473 h 1626320"/>
                <a:gd name="connsiteX1" fmla="*/ 1863970 w 5001065"/>
                <a:gd name="connsiteY1" fmla="*/ 1463168 h 1626320"/>
                <a:gd name="connsiteX2" fmla="*/ 2708031 w 5001065"/>
                <a:gd name="connsiteY2" fmla="*/ 128 h 1626320"/>
                <a:gd name="connsiteX3" fmla="*/ 3228536 w 5001065"/>
                <a:gd name="connsiteY3" fmla="*/ 1378762 h 1626320"/>
                <a:gd name="connsiteX4" fmla="*/ 5001065 w 5001065"/>
                <a:gd name="connsiteY4" fmla="*/ 1470202 h 1626320"/>
                <a:gd name="connsiteX5" fmla="*/ 5001065 w 5001065"/>
                <a:gd name="connsiteY5" fmla="*/ 1470202 h 1626320"/>
                <a:gd name="connsiteX0" fmla="*/ 0 w 5001065"/>
                <a:gd name="connsiteY0" fmla="*/ 1526473 h 1596535"/>
                <a:gd name="connsiteX1" fmla="*/ 1863970 w 5001065"/>
                <a:gd name="connsiteY1" fmla="*/ 1463168 h 1596535"/>
                <a:gd name="connsiteX2" fmla="*/ 2708031 w 5001065"/>
                <a:gd name="connsiteY2" fmla="*/ 128 h 1596535"/>
                <a:gd name="connsiteX3" fmla="*/ 3228536 w 5001065"/>
                <a:gd name="connsiteY3" fmla="*/ 1378762 h 1596535"/>
                <a:gd name="connsiteX4" fmla="*/ 5001065 w 5001065"/>
                <a:gd name="connsiteY4" fmla="*/ 1470202 h 1596535"/>
                <a:gd name="connsiteX5" fmla="*/ 5001065 w 5001065"/>
                <a:gd name="connsiteY5" fmla="*/ 1470202 h 1596535"/>
                <a:gd name="connsiteX0" fmla="*/ 0 w 5001065"/>
                <a:gd name="connsiteY0" fmla="*/ 1526346 h 1547277"/>
                <a:gd name="connsiteX1" fmla="*/ 1948377 w 5001065"/>
                <a:gd name="connsiteY1" fmla="*/ 1371601 h 1547277"/>
                <a:gd name="connsiteX2" fmla="*/ 2708031 w 5001065"/>
                <a:gd name="connsiteY2" fmla="*/ 1 h 1547277"/>
                <a:gd name="connsiteX3" fmla="*/ 3228536 w 5001065"/>
                <a:gd name="connsiteY3" fmla="*/ 1378635 h 1547277"/>
                <a:gd name="connsiteX4" fmla="*/ 5001065 w 5001065"/>
                <a:gd name="connsiteY4" fmla="*/ 1470075 h 1547277"/>
                <a:gd name="connsiteX5" fmla="*/ 5001065 w 5001065"/>
                <a:gd name="connsiteY5" fmla="*/ 1470075 h 1547277"/>
                <a:gd name="connsiteX0" fmla="*/ 0 w 5001065"/>
                <a:gd name="connsiteY0" fmla="*/ 1526368 h 1537445"/>
                <a:gd name="connsiteX1" fmla="*/ 1913207 w 5001065"/>
                <a:gd name="connsiteY1" fmla="*/ 1343488 h 1537445"/>
                <a:gd name="connsiteX2" fmla="*/ 2708031 w 5001065"/>
                <a:gd name="connsiteY2" fmla="*/ 23 h 1537445"/>
                <a:gd name="connsiteX3" fmla="*/ 3228536 w 5001065"/>
                <a:gd name="connsiteY3" fmla="*/ 1378657 h 1537445"/>
                <a:gd name="connsiteX4" fmla="*/ 5001065 w 5001065"/>
                <a:gd name="connsiteY4" fmla="*/ 1470097 h 1537445"/>
                <a:gd name="connsiteX5" fmla="*/ 5001065 w 5001065"/>
                <a:gd name="connsiteY5" fmla="*/ 1470097 h 1537445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747226 h 747415"/>
                <a:gd name="connsiteX1" fmla="*/ 1913207 w 5001065"/>
                <a:gd name="connsiteY1" fmla="*/ 564346 h 747415"/>
                <a:gd name="connsiteX2" fmla="*/ 4370483 w 5001065"/>
                <a:gd name="connsiteY2" fmla="*/ 39 h 747415"/>
                <a:gd name="connsiteX3" fmla="*/ 3312942 w 5001065"/>
                <a:gd name="connsiteY3" fmla="*/ 536210 h 747415"/>
                <a:gd name="connsiteX4" fmla="*/ 5001065 w 5001065"/>
                <a:gd name="connsiteY4" fmla="*/ 690955 h 747415"/>
                <a:gd name="connsiteX5" fmla="*/ 5001065 w 5001065"/>
                <a:gd name="connsiteY5" fmla="*/ 690955 h 747415"/>
                <a:gd name="connsiteX0" fmla="*/ 0 w 5001065"/>
                <a:gd name="connsiteY0" fmla="*/ 747393 h 747582"/>
                <a:gd name="connsiteX1" fmla="*/ 1913207 w 5001065"/>
                <a:gd name="connsiteY1" fmla="*/ 564513 h 747582"/>
                <a:gd name="connsiteX2" fmla="*/ 4370483 w 5001065"/>
                <a:gd name="connsiteY2" fmla="*/ 206 h 747582"/>
                <a:gd name="connsiteX3" fmla="*/ 3674369 w 5001065"/>
                <a:gd name="connsiteY3" fmla="*/ 631964 h 747582"/>
                <a:gd name="connsiteX4" fmla="*/ 5001065 w 5001065"/>
                <a:gd name="connsiteY4" fmla="*/ 691122 h 747582"/>
                <a:gd name="connsiteX5" fmla="*/ 5001065 w 5001065"/>
                <a:gd name="connsiteY5" fmla="*/ 691122 h 747582"/>
                <a:gd name="connsiteX0" fmla="*/ 0 w 5001065"/>
                <a:gd name="connsiteY0" fmla="*/ 747393 h 747582"/>
                <a:gd name="connsiteX1" fmla="*/ 1913207 w 5001065"/>
                <a:gd name="connsiteY1" fmla="*/ 564513 h 747582"/>
                <a:gd name="connsiteX2" fmla="*/ 4370483 w 5001065"/>
                <a:gd name="connsiteY2" fmla="*/ 206 h 747582"/>
                <a:gd name="connsiteX3" fmla="*/ 3674369 w 5001065"/>
                <a:gd name="connsiteY3" fmla="*/ 631964 h 747582"/>
                <a:gd name="connsiteX4" fmla="*/ 5001065 w 5001065"/>
                <a:gd name="connsiteY4" fmla="*/ 691122 h 747582"/>
                <a:gd name="connsiteX0" fmla="*/ 0 w 4732001"/>
                <a:gd name="connsiteY0" fmla="*/ 747393 h 747582"/>
                <a:gd name="connsiteX1" fmla="*/ 1913207 w 4732001"/>
                <a:gd name="connsiteY1" fmla="*/ 564513 h 747582"/>
                <a:gd name="connsiteX2" fmla="*/ 4370483 w 4732001"/>
                <a:gd name="connsiteY2" fmla="*/ 206 h 747582"/>
                <a:gd name="connsiteX3" fmla="*/ 3674369 w 4732001"/>
                <a:gd name="connsiteY3" fmla="*/ 631964 h 747582"/>
                <a:gd name="connsiteX4" fmla="*/ 4732001 w 4732001"/>
                <a:gd name="connsiteY4" fmla="*/ 719889 h 747582"/>
                <a:gd name="connsiteX0" fmla="*/ 0 w 3713510"/>
                <a:gd name="connsiteY0" fmla="*/ 773100 h 773244"/>
                <a:gd name="connsiteX1" fmla="*/ 894716 w 3713510"/>
                <a:gd name="connsiteY1" fmla="*/ 564515 h 773244"/>
                <a:gd name="connsiteX2" fmla="*/ 3351992 w 3713510"/>
                <a:gd name="connsiteY2" fmla="*/ 208 h 773244"/>
                <a:gd name="connsiteX3" fmla="*/ 2655878 w 3713510"/>
                <a:gd name="connsiteY3" fmla="*/ 631966 h 773244"/>
                <a:gd name="connsiteX4" fmla="*/ 3713510 w 3713510"/>
                <a:gd name="connsiteY4" fmla="*/ 719891 h 773244"/>
                <a:gd name="connsiteX0" fmla="*/ 0 w 3713510"/>
                <a:gd name="connsiteY0" fmla="*/ 772899 h 773823"/>
                <a:gd name="connsiteX1" fmla="*/ 1669642 w 3713510"/>
                <a:gd name="connsiteY1" fmla="*/ 644010 h 773823"/>
                <a:gd name="connsiteX2" fmla="*/ 3351992 w 3713510"/>
                <a:gd name="connsiteY2" fmla="*/ 7 h 773823"/>
                <a:gd name="connsiteX3" fmla="*/ 2655878 w 3713510"/>
                <a:gd name="connsiteY3" fmla="*/ 631765 h 773823"/>
                <a:gd name="connsiteX4" fmla="*/ 3713510 w 3713510"/>
                <a:gd name="connsiteY4" fmla="*/ 719690 h 773823"/>
                <a:gd name="connsiteX0" fmla="*/ 0 w 3713510"/>
                <a:gd name="connsiteY0" fmla="*/ 772900 h 773824"/>
                <a:gd name="connsiteX1" fmla="*/ 1669642 w 3713510"/>
                <a:gd name="connsiteY1" fmla="*/ 644011 h 773824"/>
                <a:gd name="connsiteX2" fmla="*/ 3351992 w 3713510"/>
                <a:gd name="connsiteY2" fmla="*/ 8 h 773824"/>
                <a:gd name="connsiteX3" fmla="*/ 2741861 w 3713510"/>
                <a:gd name="connsiteY3" fmla="*/ 658613 h 773824"/>
                <a:gd name="connsiteX4" fmla="*/ 3713510 w 3713510"/>
                <a:gd name="connsiteY4" fmla="*/ 719691 h 77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3510" h="773824">
                  <a:moveTo>
                    <a:pt x="0" y="772900"/>
                  </a:moveTo>
                  <a:cubicBezTo>
                    <a:pt x="727417" y="777003"/>
                    <a:pt x="1110977" y="772826"/>
                    <a:pt x="1669642" y="644011"/>
                  </a:cubicBezTo>
                  <a:cubicBezTo>
                    <a:pt x="2228307" y="515196"/>
                    <a:pt x="3173289" y="-2426"/>
                    <a:pt x="3351992" y="8"/>
                  </a:cubicBezTo>
                  <a:cubicBezTo>
                    <a:pt x="3530695" y="2442"/>
                    <a:pt x="2681608" y="538666"/>
                    <a:pt x="2741861" y="658613"/>
                  </a:cubicBezTo>
                  <a:cubicBezTo>
                    <a:pt x="2802114" y="778560"/>
                    <a:pt x="3492394" y="709831"/>
                    <a:pt x="3713510" y="719691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F3064F-D601-8C65-97EF-DF8DA5C5B3B5}"/>
                    </a:ext>
                  </a:extLst>
                </p:cNvPr>
                <p:cNvSpPr txBox="1"/>
                <p:nvPr/>
              </p:nvSpPr>
              <p:spPr>
                <a:xfrm>
                  <a:off x="10158978" y="1056741"/>
                  <a:ext cx="450157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F3064F-D601-8C65-97EF-DF8DA5C5B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8978" y="1056741"/>
                  <a:ext cx="450157" cy="424594"/>
                </a:xfrm>
                <a:prstGeom prst="rect">
                  <a:avLst/>
                </a:prstGeom>
                <a:blipFill>
                  <a:blip r:embed="rId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E08877E-C796-6B80-2DF2-76F446E3524F}"/>
                    </a:ext>
                  </a:extLst>
                </p:cNvPr>
                <p:cNvSpPr txBox="1"/>
                <p:nvPr/>
              </p:nvSpPr>
              <p:spPr>
                <a:xfrm>
                  <a:off x="11485179" y="2880476"/>
                  <a:ext cx="450245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E08877E-C796-6B80-2DF2-76F446E35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5179" y="2880476"/>
                  <a:ext cx="450245" cy="4245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1EB04B1-1D45-9718-6935-D10A0BCF8FCD}"/>
                </a:ext>
              </a:extLst>
            </p:cNvPr>
            <p:cNvSpPr/>
            <p:nvPr/>
          </p:nvSpPr>
          <p:spPr>
            <a:xfrm>
              <a:off x="6693958" y="1167215"/>
              <a:ext cx="5001065" cy="1544946"/>
            </a:xfrm>
            <a:custGeom>
              <a:avLst/>
              <a:gdLst>
                <a:gd name="connsiteX0" fmla="*/ 0 w 5001065"/>
                <a:gd name="connsiteY0" fmla="*/ 1526473 h 1626320"/>
                <a:gd name="connsiteX1" fmla="*/ 1863970 w 5001065"/>
                <a:gd name="connsiteY1" fmla="*/ 1463168 h 1626320"/>
                <a:gd name="connsiteX2" fmla="*/ 2708031 w 5001065"/>
                <a:gd name="connsiteY2" fmla="*/ 128 h 1626320"/>
                <a:gd name="connsiteX3" fmla="*/ 3228536 w 5001065"/>
                <a:gd name="connsiteY3" fmla="*/ 1378762 h 1626320"/>
                <a:gd name="connsiteX4" fmla="*/ 5001065 w 5001065"/>
                <a:gd name="connsiteY4" fmla="*/ 1470202 h 1626320"/>
                <a:gd name="connsiteX5" fmla="*/ 5001065 w 5001065"/>
                <a:gd name="connsiteY5" fmla="*/ 1470202 h 1626320"/>
                <a:gd name="connsiteX0" fmla="*/ 0 w 5001065"/>
                <a:gd name="connsiteY0" fmla="*/ 1526473 h 1596535"/>
                <a:gd name="connsiteX1" fmla="*/ 1863970 w 5001065"/>
                <a:gd name="connsiteY1" fmla="*/ 1463168 h 1596535"/>
                <a:gd name="connsiteX2" fmla="*/ 2708031 w 5001065"/>
                <a:gd name="connsiteY2" fmla="*/ 128 h 1596535"/>
                <a:gd name="connsiteX3" fmla="*/ 3228536 w 5001065"/>
                <a:gd name="connsiteY3" fmla="*/ 1378762 h 1596535"/>
                <a:gd name="connsiteX4" fmla="*/ 5001065 w 5001065"/>
                <a:gd name="connsiteY4" fmla="*/ 1470202 h 1596535"/>
                <a:gd name="connsiteX5" fmla="*/ 5001065 w 5001065"/>
                <a:gd name="connsiteY5" fmla="*/ 1470202 h 1596535"/>
                <a:gd name="connsiteX0" fmla="*/ 0 w 5001065"/>
                <a:gd name="connsiteY0" fmla="*/ 1526346 h 1547277"/>
                <a:gd name="connsiteX1" fmla="*/ 1948377 w 5001065"/>
                <a:gd name="connsiteY1" fmla="*/ 1371601 h 1547277"/>
                <a:gd name="connsiteX2" fmla="*/ 2708031 w 5001065"/>
                <a:gd name="connsiteY2" fmla="*/ 1 h 1547277"/>
                <a:gd name="connsiteX3" fmla="*/ 3228536 w 5001065"/>
                <a:gd name="connsiteY3" fmla="*/ 1378635 h 1547277"/>
                <a:gd name="connsiteX4" fmla="*/ 5001065 w 5001065"/>
                <a:gd name="connsiteY4" fmla="*/ 1470075 h 1547277"/>
                <a:gd name="connsiteX5" fmla="*/ 5001065 w 5001065"/>
                <a:gd name="connsiteY5" fmla="*/ 1470075 h 1547277"/>
                <a:gd name="connsiteX0" fmla="*/ 0 w 5001065"/>
                <a:gd name="connsiteY0" fmla="*/ 1526368 h 1537445"/>
                <a:gd name="connsiteX1" fmla="*/ 1913207 w 5001065"/>
                <a:gd name="connsiteY1" fmla="*/ 1343488 h 1537445"/>
                <a:gd name="connsiteX2" fmla="*/ 2708031 w 5001065"/>
                <a:gd name="connsiteY2" fmla="*/ 23 h 1537445"/>
                <a:gd name="connsiteX3" fmla="*/ 3228536 w 5001065"/>
                <a:gd name="connsiteY3" fmla="*/ 1378657 h 1537445"/>
                <a:gd name="connsiteX4" fmla="*/ 5001065 w 5001065"/>
                <a:gd name="connsiteY4" fmla="*/ 1470097 h 1537445"/>
                <a:gd name="connsiteX5" fmla="*/ 5001065 w 5001065"/>
                <a:gd name="connsiteY5" fmla="*/ 1470097 h 1537445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200400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5" fmla="*/ 5001065 w 5001065"/>
                <a:gd name="connsiteY5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470090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513633 h 1537438"/>
                <a:gd name="connsiteX0" fmla="*/ 0 w 5001065"/>
                <a:gd name="connsiteY0" fmla="*/ 1526361 h 1537438"/>
                <a:gd name="connsiteX1" fmla="*/ 1913207 w 5001065"/>
                <a:gd name="connsiteY1" fmla="*/ 1343481 h 1537438"/>
                <a:gd name="connsiteX2" fmla="*/ 2708031 w 5001065"/>
                <a:gd name="connsiteY2" fmla="*/ 16 h 1537438"/>
                <a:gd name="connsiteX3" fmla="*/ 3312942 w 5001065"/>
                <a:gd name="connsiteY3" fmla="*/ 1315345 h 1537438"/>
                <a:gd name="connsiteX4" fmla="*/ 5001065 w 5001065"/>
                <a:gd name="connsiteY4" fmla="*/ 1513633 h 1537438"/>
                <a:gd name="connsiteX0" fmla="*/ 0 w 5001065"/>
                <a:gd name="connsiteY0" fmla="*/ 1526361 h 1544946"/>
                <a:gd name="connsiteX1" fmla="*/ 1913207 w 5001065"/>
                <a:gd name="connsiteY1" fmla="*/ 1343481 h 1544946"/>
                <a:gd name="connsiteX2" fmla="*/ 2708031 w 5001065"/>
                <a:gd name="connsiteY2" fmla="*/ 16 h 1544946"/>
                <a:gd name="connsiteX3" fmla="*/ 3312942 w 5001065"/>
                <a:gd name="connsiteY3" fmla="*/ 1315345 h 1544946"/>
                <a:gd name="connsiteX4" fmla="*/ 5001065 w 5001065"/>
                <a:gd name="connsiteY4" fmla="*/ 1542661 h 154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1065" h="1544946">
                  <a:moveTo>
                    <a:pt x="0" y="1526361"/>
                  </a:moveTo>
                  <a:cubicBezTo>
                    <a:pt x="727417" y="1530464"/>
                    <a:pt x="1461868" y="1597872"/>
                    <a:pt x="1913207" y="1343481"/>
                  </a:cubicBezTo>
                  <a:cubicBezTo>
                    <a:pt x="2364546" y="1089090"/>
                    <a:pt x="2474742" y="4705"/>
                    <a:pt x="2708031" y="16"/>
                  </a:cubicBezTo>
                  <a:cubicBezTo>
                    <a:pt x="2941320" y="-4673"/>
                    <a:pt x="2930770" y="1058238"/>
                    <a:pt x="3312942" y="1315345"/>
                  </a:cubicBezTo>
                  <a:cubicBezTo>
                    <a:pt x="3695114" y="1572452"/>
                    <a:pt x="4523768" y="1545898"/>
                    <a:pt x="5001065" y="1542661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79DAB2-1AC0-CDE8-0330-24F73AB15838}"/>
                </a:ext>
              </a:extLst>
            </p:cNvPr>
            <p:cNvSpPr txBox="1"/>
            <p:nvPr/>
          </p:nvSpPr>
          <p:spPr>
            <a:xfrm>
              <a:off x="10561337" y="512120"/>
              <a:ext cx="1442202" cy="424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momentum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EEC27DB-DE01-5598-8107-617FE8F53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2286" y="3217862"/>
              <a:ext cx="398268" cy="23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D8BA6A-1275-D534-3337-BA447D9BE2BF}"/>
                </a:ext>
              </a:extLst>
            </p:cNvPr>
            <p:cNvSpPr txBox="1"/>
            <p:nvPr/>
          </p:nvSpPr>
          <p:spPr>
            <a:xfrm>
              <a:off x="10203375" y="3451172"/>
              <a:ext cx="1072983" cy="424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position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D98311F-8556-A088-50B6-75DEE6BE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6742" y="890722"/>
              <a:ext cx="348299" cy="254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B17D1F3-8380-8342-5C06-12653DA392C7}"/>
                    </a:ext>
                  </a:extLst>
                </p:cNvPr>
                <p:cNvSpPr txBox="1"/>
                <p:nvPr/>
              </p:nvSpPr>
              <p:spPr>
                <a:xfrm>
                  <a:off x="9305328" y="428220"/>
                  <a:ext cx="1030435" cy="424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B17D1F3-8380-8342-5C06-12653DA392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5328" y="428220"/>
                  <a:ext cx="1030435" cy="4245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B1EC462-C9F7-65BA-6BD9-9D0EBF6E3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1093" y="808202"/>
              <a:ext cx="188457" cy="669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1F4885D-CAD2-7CAF-DCC7-57BC95E55869}"/>
              </a:ext>
            </a:extLst>
          </p:cNvPr>
          <p:cNvSpPr txBox="1"/>
          <p:nvPr/>
        </p:nvSpPr>
        <p:spPr>
          <a:xfrm>
            <a:off x="307500" y="242134"/>
            <a:ext cx="6415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Entropy in classical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5E4D-F180-549F-D2FE-56117EF6ED91}"/>
                  </a:ext>
                </a:extLst>
              </p:cNvPr>
              <p:cNvSpPr txBox="1"/>
              <p:nvPr/>
            </p:nvSpPr>
            <p:spPr>
              <a:xfrm>
                <a:off x="1031486" y="1159620"/>
                <a:ext cx="6271332" cy="795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=−∫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𝜌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func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𝑑𝑥𝑑𝑝</m:t>
                    </m:r>
                  </m:oMath>
                </a14:m>
                <a:r>
                  <a:rPr lang="en-US" sz="44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5E4D-F180-549F-D2FE-56117EF6E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86" y="1159620"/>
                <a:ext cx="6271332" cy="795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62E3502-887D-1D13-7BC2-C2C1C57463F7}"/>
                  </a:ext>
                </a:extLst>
              </p:cNvPr>
              <p:cNvSpPr txBox="1"/>
              <p:nvPr/>
            </p:nvSpPr>
            <p:spPr>
              <a:xfrm>
                <a:off x="837405" y="3067947"/>
                <a:ext cx="4212243" cy="1101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d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4400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62E3502-887D-1D13-7BC2-C2C1C5746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05" y="3067947"/>
                <a:ext cx="4212243" cy="11013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B431F4A-23E7-C21A-0D00-635F8637A3BA}"/>
              </a:ext>
            </a:extLst>
          </p:cNvPr>
          <p:cNvGrpSpPr/>
          <p:nvPr/>
        </p:nvGrpSpPr>
        <p:grpSpPr>
          <a:xfrm>
            <a:off x="5316087" y="3743819"/>
            <a:ext cx="3917061" cy="2805227"/>
            <a:chOff x="1866069" y="3901097"/>
            <a:chExt cx="5320070" cy="38100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127C1B-F606-2428-9202-391A14893379}"/>
                </a:ext>
              </a:extLst>
            </p:cNvPr>
            <p:cNvCxnSpPr/>
            <p:nvPr/>
          </p:nvCxnSpPr>
          <p:spPr>
            <a:xfrm rot="1980000">
              <a:off x="4456869" y="3901097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F96850F-C4ED-D8FF-9C63-B2B8AACE8446}"/>
                </a:ext>
              </a:extLst>
            </p:cNvPr>
            <p:cNvCxnSpPr/>
            <p:nvPr/>
          </p:nvCxnSpPr>
          <p:spPr>
            <a:xfrm>
              <a:off x="1866069" y="5806097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2B2A2A5-4AE2-D868-72B1-16A7D316DB33}"/>
                    </a:ext>
                  </a:extLst>
                </p:cNvPr>
                <p:cNvSpPr txBox="1"/>
                <p:nvPr/>
              </p:nvSpPr>
              <p:spPr>
                <a:xfrm>
                  <a:off x="5416668" y="3979829"/>
                  <a:ext cx="443183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2B2A2A5-4AE2-D868-72B1-16A7D316D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6668" y="3979829"/>
                  <a:ext cx="443183" cy="418016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37495FD-59EB-70F4-92EC-7BA39DDBE46D}"/>
                    </a:ext>
                  </a:extLst>
                </p:cNvPr>
                <p:cNvSpPr txBox="1"/>
                <p:nvPr/>
              </p:nvSpPr>
              <p:spPr>
                <a:xfrm>
                  <a:off x="6742869" y="5803565"/>
                  <a:ext cx="443270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37495FD-59EB-70F4-92EC-7BA39DDBE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2869" y="5803565"/>
                  <a:ext cx="443270" cy="4180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F80302-9626-A3B0-E84B-C325F1CF867E}"/>
                </a:ext>
              </a:extLst>
            </p:cNvPr>
            <p:cNvCxnSpPr>
              <a:cxnSpLocks/>
              <a:stCxn id="41" idx="4"/>
              <a:endCxn id="39" idx="4"/>
            </p:cNvCxnSpPr>
            <p:nvPr/>
          </p:nvCxnSpPr>
          <p:spPr>
            <a:xfrm>
              <a:off x="5456009" y="4967182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2C42FEA-294D-3853-91DB-F30018E873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469" y="5711449"/>
              <a:ext cx="110513" cy="847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E8E1361-C2D3-5C5F-3678-05DD42DB7628}"/>
                    </a:ext>
                  </a:extLst>
                </p:cNvPr>
                <p:cNvSpPr txBox="1"/>
                <p:nvPr/>
              </p:nvSpPr>
              <p:spPr>
                <a:xfrm>
                  <a:off x="4410361" y="6516884"/>
                  <a:ext cx="477670" cy="418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E8E1361-C2D3-5C5F-3678-05DD42DB7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361" y="6516884"/>
                  <a:ext cx="477670" cy="41801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CEB3FD-69BD-3535-D6B3-F59544F48B5F}"/>
                </a:ext>
              </a:extLst>
            </p:cNvPr>
            <p:cNvSpPr/>
            <p:nvPr/>
          </p:nvSpPr>
          <p:spPr>
            <a:xfrm>
              <a:off x="4041657" y="5325789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solidFill>
              <a:srgbClr val="7F7F7F">
                <a:alpha val="30196"/>
              </a:srgb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32A9E80-E425-013B-1C8C-F21F60538C2D}"/>
                </a:ext>
              </a:extLst>
            </p:cNvPr>
            <p:cNvCxnSpPr>
              <a:cxnSpLocks/>
            </p:cNvCxnSpPr>
            <p:nvPr/>
          </p:nvCxnSpPr>
          <p:spPr>
            <a:xfrm>
              <a:off x="4035527" y="4678110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34FF968-E5EF-A208-E066-4768B50C8A59}"/>
                </a:ext>
              </a:extLst>
            </p:cNvPr>
            <p:cNvSpPr/>
            <p:nvPr/>
          </p:nvSpPr>
          <p:spPr>
            <a:xfrm>
              <a:off x="4041657" y="4379639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1F4A7F-0267-93D9-06A8-FBD29FAEB69B}"/>
              </a:ext>
            </a:extLst>
          </p:cNvPr>
          <p:cNvCxnSpPr/>
          <p:nvPr/>
        </p:nvCxnSpPr>
        <p:spPr>
          <a:xfrm flipV="1">
            <a:off x="706877" y="2060679"/>
            <a:ext cx="334523" cy="498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41EF81C-A567-C069-6722-4D8F9E8CD37A}"/>
              </a:ext>
            </a:extLst>
          </p:cNvPr>
          <p:cNvSpPr txBox="1"/>
          <p:nvPr/>
        </p:nvSpPr>
        <p:spPr>
          <a:xfrm>
            <a:off x="248546" y="2565434"/>
            <a:ext cx="91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71DFC10-B442-1E94-0241-2FD034BDBE4C}"/>
              </a:ext>
            </a:extLst>
          </p:cNvPr>
          <p:cNvCxnSpPr/>
          <p:nvPr/>
        </p:nvCxnSpPr>
        <p:spPr>
          <a:xfrm flipH="1" flipV="1">
            <a:off x="1873250" y="1860550"/>
            <a:ext cx="387350" cy="65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BD8BF16-1129-AD8E-6DE0-9C77E4EED611}"/>
              </a:ext>
            </a:extLst>
          </p:cNvPr>
          <p:cNvSpPr txBox="1"/>
          <p:nvPr/>
        </p:nvSpPr>
        <p:spPr>
          <a:xfrm>
            <a:off x="1701536" y="2488208"/>
            <a:ext cx="127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Probability</a:t>
            </a:r>
            <a:br>
              <a:rPr lang="en-US" dirty="0"/>
            </a:br>
            <a:r>
              <a:rPr lang="en-US" dirty="0"/>
              <a:t>distribution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62A504-4998-DE88-1A7B-D5CE9FFF493A}"/>
              </a:ext>
            </a:extLst>
          </p:cNvPr>
          <p:cNvSpPr txBox="1"/>
          <p:nvPr/>
        </p:nvSpPr>
        <p:spPr>
          <a:xfrm>
            <a:off x="631253" y="4616450"/>
            <a:ext cx="1273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Uniform</a:t>
            </a:r>
            <a:br>
              <a:rPr lang="en-US" dirty="0"/>
            </a:br>
            <a:r>
              <a:rPr lang="en-US" dirty="0"/>
              <a:t>distribution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BF2ACC0-7139-A12E-538A-8B9A4D6AC6C0}"/>
              </a:ext>
            </a:extLst>
          </p:cNvPr>
          <p:cNvCxnSpPr>
            <a:cxnSpLocks/>
          </p:cNvCxnSpPr>
          <p:nvPr/>
        </p:nvCxnSpPr>
        <p:spPr>
          <a:xfrm flipV="1">
            <a:off x="1377950" y="4013810"/>
            <a:ext cx="245776" cy="60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25AB62-1A92-F297-E852-DEE2FA44C82A}"/>
                  </a:ext>
                </a:extLst>
              </p:cNvPr>
              <p:cNvSpPr txBox="1"/>
              <p:nvPr/>
            </p:nvSpPr>
            <p:spPr>
              <a:xfrm>
                <a:off x="5855040" y="5452345"/>
                <a:ext cx="740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25AB62-1A92-F297-E852-DEE2FA44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040" y="5452345"/>
                <a:ext cx="74045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D0AB71-5201-EDCC-3636-A2881E60B011}"/>
              </a:ext>
            </a:extLst>
          </p:cNvPr>
          <p:cNvCxnSpPr>
            <a:stCxn id="53" idx="3"/>
          </p:cNvCxnSpPr>
          <p:nvPr/>
        </p:nvCxnSpPr>
        <p:spPr>
          <a:xfrm flipV="1">
            <a:off x="6595499" y="5298456"/>
            <a:ext cx="399543" cy="33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716D285-21F4-6B5D-DB0C-C8A005EDBC66}"/>
                  </a:ext>
                </a:extLst>
              </p:cNvPr>
              <p:cNvSpPr txBox="1"/>
              <p:nvPr/>
            </p:nvSpPr>
            <p:spPr>
              <a:xfrm>
                <a:off x="8123852" y="4254904"/>
                <a:ext cx="1051506" cy="513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716D285-21F4-6B5D-DB0C-C8A005EDB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852" y="4254904"/>
                <a:ext cx="1051506" cy="5135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CC4176-63E1-067F-30DC-C80B5955E27A}"/>
                  </a:ext>
                </a:extLst>
              </p:cNvPr>
              <p:cNvSpPr txBox="1"/>
              <p:nvPr/>
            </p:nvSpPr>
            <p:spPr>
              <a:xfrm>
                <a:off x="5291842" y="2553804"/>
                <a:ext cx="389491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Uniform distribution over</a:t>
                </a:r>
                <a:b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area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zero entropy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CC4176-63E1-067F-30DC-C80B5955E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842" y="2553804"/>
                <a:ext cx="3894912" cy="954107"/>
              </a:xfrm>
              <a:prstGeom prst="rect">
                <a:avLst/>
              </a:prstGeom>
              <a:blipFill>
                <a:blip r:embed="rId13"/>
                <a:stretch>
                  <a:fillRect l="-3130" t="-6410" r="-2191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6CD35-3C50-C51F-708F-C7D826680C4C}"/>
                  </a:ext>
                </a:extLst>
              </p:cNvPr>
              <p:cNvSpPr txBox="1"/>
              <p:nvPr/>
            </p:nvSpPr>
            <p:spPr>
              <a:xfrm>
                <a:off x="5345293" y="5758256"/>
                <a:ext cx="15960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Area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Count of states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6CD35-3C50-C51F-708F-C7D826680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293" y="5758256"/>
                <a:ext cx="1596014" cy="646331"/>
              </a:xfrm>
              <a:prstGeom prst="rect">
                <a:avLst/>
              </a:prstGeom>
              <a:blipFill>
                <a:blip r:embed="rId14"/>
                <a:stretch>
                  <a:fillRect l="-3435" t="-5660" r="-305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96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2955B32-C81A-F59F-53D3-9DA31022F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182" y="1085063"/>
            <a:ext cx="4519308" cy="23358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3602A6-5C50-E627-02E2-505EAD1B0690}"/>
              </a:ext>
            </a:extLst>
          </p:cNvPr>
          <p:cNvSpPr txBox="1"/>
          <p:nvPr/>
        </p:nvSpPr>
        <p:spPr>
          <a:xfrm>
            <a:off x="7001423" y="251067"/>
            <a:ext cx="4719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plot one against the 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0B18D7-A726-1302-C3A4-9A131AFE9C29}"/>
                  </a:ext>
                </a:extLst>
              </p:cNvPr>
              <p:cNvSpPr txBox="1"/>
              <p:nvPr/>
            </p:nvSpPr>
            <p:spPr>
              <a:xfrm>
                <a:off x="834912" y="2142883"/>
                <a:ext cx="3808158" cy="944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0B18D7-A726-1302-C3A4-9A131AF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12" y="2142883"/>
                <a:ext cx="3808158" cy="944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06D4C-13D2-5F0F-A98C-764E59871065}"/>
                  </a:ext>
                </a:extLst>
              </p:cNvPr>
              <p:cNvSpPr txBox="1"/>
              <p:nvPr/>
            </p:nvSpPr>
            <p:spPr>
              <a:xfrm>
                <a:off x="951189" y="3454546"/>
                <a:ext cx="5165645" cy="1027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06D4C-13D2-5F0F-A98C-764E5987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9" y="3454546"/>
                <a:ext cx="5165645" cy="1027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FE3C0-D191-7B2D-FCE2-EBBC0320B022}"/>
                  </a:ext>
                </a:extLst>
              </p:cNvPr>
              <p:cNvSpPr txBox="1"/>
              <p:nvPr/>
            </p:nvSpPr>
            <p:spPr>
              <a:xfrm>
                <a:off x="11041680" y="2799095"/>
                <a:ext cx="590546" cy="465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2FE3C0-D191-7B2D-FCE2-EBBC0320B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1680" y="2799095"/>
                <a:ext cx="590546" cy="465256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AC7458-CA98-7794-3381-E44199D1A3E9}"/>
                  </a:ext>
                </a:extLst>
              </p:cNvPr>
              <p:cNvSpPr txBox="1"/>
              <p:nvPr/>
            </p:nvSpPr>
            <p:spPr>
              <a:xfrm>
                <a:off x="7110310" y="1031073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AC7458-CA98-7794-3381-E44199D1A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310" y="1031073"/>
                <a:ext cx="3228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F125A8-28F1-EFD1-D2C2-5B53B8E57C04}"/>
              </a:ext>
            </a:extLst>
          </p:cNvPr>
          <p:cNvSpPr/>
          <p:nvPr/>
        </p:nvSpPr>
        <p:spPr>
          <a:xfrm>
            <a:off x="7171590" y="1157663"/>
            <a:ext cx="4379548" cy="2252623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86E4B-31E1-A766-7A0B-0738D0E4F962}"/>
              </a:ext>
            </a:extLst>
          </p:cNvPr>
          <p:cNvSpPr txBox="1"/>
          <p:nvPr/>
        </p:nvSpPr>
        <p:spPr>
          <a:xfrm rot="20747837">
            <a:off x="7070978" y="1387016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gaussian bound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A363AC-F72B-8298-C79C-C516C534818E}"/>
              </a:ext>
            </a:extLst>
          </p:cNvPr>
          <p:cNvSpPr txBox="1"/>
          <p:nvPr/>
        </p:nvSpPr>
        <p:spPr>
          <a:xfrm>
            <a:off x="1649029" y="1720742"/>
            <a:ext cx="500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Gaussian maximizes entropy for a given uncertainty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A72404-65CA-DCC8-2A37-66A00EF6BE73}"/>
              </a:ext>
            </a:extLst>
          </p:cNvPr>
          <p:cNvSpPr txBox="1"/>
          <p:nvPr/>
        </p:nvSpPr>
        <p:spPr>
          <a:xfrm>
            <a:off x="5064974" y="4653555"/>
            <a:ext cx="42328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Entropy puts a lower bound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on the uncertainty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02CD6-BC75-2B5E-4611-1B81571802A1}"/>
              </a:ext>
            </a:extLst>
          </p:cNvPr>
          <p:cNvSpPr txBox="1"/>
          <p:nvPr/>
        </p:nvSpPr>
        <p:spPr>
          <a:xfrm>
            <a:off x="293706" y="216718"/>
            <a:ext cx="5802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Entropy vs uncertainty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38513D-25DC-0441-1125-176CB6A14BDD}"/>
              </a:ext>
            </a:extLst>
          </p:cNvPr>
          <p:cNvCxnSpPr/>
          <p:nvPr/>
        </p:nvCxnSpPr>
        <p:spPr>
          <a:xfrm flipH="1" flipV="1">
            <a:off x="5628290" y="4169979"/>
            <a:ext cx="401982" cy="504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69C1E2-2734-C91B-5CA1-FCE4B3E7DE61}"/>
              </a:ext>
            </a:extLst>
          </p:cNvPr>
          <p:cNvSpPr txBox="1"/>
          <p:nvPr/>
        </p:nvSpPr>
        <p:spPr>
          <a:xfrm>
            <a:off x="1075292" y="5846351"/>
            <a:ext cx="8222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Is there a universal lower bound to the entropy?</a:t>
            </a:r>
          </a:p>
        </p:txBody>
      </p:sp>
    </p:spTree>
    <p:extLst>
      <p:ext uri="{BB962C8B-B14F-4D97-AF65-F5344CB8AC3E}">
        <p14:creationId xmlns:p14="http://schemas.microsoft.com/office/powerpoint/2010/main" val="282562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6" grpId="0"/>
      <p:bldP spid="18" grpId="0" animBg="1"/>
      <p:bldP spid="19" grpId="0"/>
      <p:bldP spid="22" grpId="0"/>
      <p:bldP spid="23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D94EB-1916-69D0-E6F0-7821D055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804" y="535953"/>
            <a:ext cx="4519308" cy="2335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536F85-EB92-265B-6ABA-E12C969FFBEC}"/>
                  </a:ext>
                </a:extLst>
              </p:cNvPr>
              <p:cNvSpPr txBox="1"/>
              <p:nvPr/>
            </p:nvSpPr>
            <p:spPr>
              <a:xfrm>
                <a:off x="7454882" y="532763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536F85-EB92-265B-6ABA-E12C969FF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882" y="532763"/>
                <a:ext cx="32284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D29FA3-A7AA-1262-15F7-4DF6FFA04A7B}"/>
              </a:ext>
            </a:extLst>
          </p:cNvPr>
          <p:cNvSpPr/>
          <p:nvPr/>
        </p:nvSpPr>
        <p:spPr>
          <a:xfrm>
            <a:off x="7535212" y="608553"/>
            <a:ext cx="4379548" cy="2252623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A4A93-FBE2-AE9E-B062-B674B6164A91}"/>
              </a:ext>
            </a:extLst>
          </p:cNvPr>
          <p:cNvSpPr txBox="1"/>
          <p:nvPr/>
        </p:nvSpPr>
        <p:spPr>
          <a:xfrm rot="20747837">
            <a:off x="7434600" y="837906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gaussian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6DC08-09BA-D120-E62B-5898A45B3FB8}"/>
              </a:ext>
            </a:extLst>
          </p:cNvPr>
          <p:cNvSpPr/>
          <p:nvPr/>
        </p:nvSpPr>
        <p:spPr>
          <a:xfrm>
            <a:off x="7256380" y="2252716"/>
            <a:ext cx="4873773" cy="69171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5CDB2-1E4B-0759-5BE7-E4AA140E7BE3}"/>
              </a:ext>
            </a:extLst>
          </p:cNvPr>
          <p:cNvSpPr txBox="1"/>
          <p:nvPr/>
        </p:nvSpPr>
        <p:spPr>
          <a:xfrm>
            <a:off x="7691869" y="2486635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law of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C91004-7485-173D-15B6-96EF1A836ACE}"/>
                  </a:ext>
                </a:extLst>
              </p:cNvPr>
              <p:cNvSpPr txBox="1"/>
              <p:nvPr/>
            </p:nvSpPr>
            <p:spPr>
              <a:xfrm>
                <a:off x="1310121" y="3224280"/>
                <a:ext cx="7010574" cy="1845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≥0  ⇒  </m:t>
                      </m:r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60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C91004-7485-173D-15B6-96EF1A83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21" y="3224280"/>
                <a:ext cx="7010574" cy="18453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3E3F495-EEFC-6371-AE44-112C570B51E1}"/>
              </a:ext>
            </a:extLst>
          </p:cNvPr>
          <p:cNvSpPr txBox="1"/>
          <p:nvPr/>
        </p:nvSpPr>
        <p:spPr>
          <a:xfrm>
            <a:off x="1399922" y="5263473"/>
            <a:ext cx="69742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Classical uncertainty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3554D-7722-BBCF-C4EA-B505D721B52E}"/>
                  </a:ext>
                </a:extLst>
              </p:cNvPr>
              <p:cNvSpPr txBox="1"/>
              <p:nvPr/>
            </p:nvSpPr>
            <p:spPr>
              <a:xfrm>
                <a:off x="11420894" y="2289454"/>
                <a:ext cx="590546" cy="465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3554D-7722-BBCF-C4EA-B505D721B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894" y="2289454"/>
                <a:ext cx="590546" cy="46525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74C30A6-2C04-67E6-E310-EA4C0EFD1656}"/>
              </a:ext>
            </a:extLst>
          </p:cNvPr>
          <p:cNvSpPr txBox="1"/>
          <p:nvPr/>
        </p:nvSpPr>
        <p:spPr>
          <a:xfrm>
            <a:off x="277240" y="168584"/>
            <a:ext cx="431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Enter the 3</a:t>
            </a:r>
            <a:r>
              <a:rPr lang="en-US" sz="4800" baseline="30000" dirty="0"/>
              <a:t>rd</a:t>
            </a:r>
            <a:r>
              <a:rPr lang="en-US" sz="4800" dirty="0"/>
              <a:t> law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80D4C-334A-A21A-A826-F32546EA4806}"/>
              </a:ext>
            </a:extLst>
          </p:cNvPr>
          <p:cNvSpPr txBox="1"/>
          <p:nvPr/>
        </p:nvSpPr>
        <p:spPr>
          <a:xfrm>
            <a:off x="509161" y="1035193"/>
            <a:ext cx="51645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substance has a finite positive entropy, but at the absolute zero of temperature the entropy may become zero, and does so become in the case of perfect crystalline substances.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26101-D86E-D3D8-23E6-EFB64EAD044D}"/>
              </a:ext>
            </a:extLst>
          </p:cNvPr>
          <p:cNvSpPr txBox="1"/>
          <p:nvPr/>
        </p:nvSpPr>
        <p:spPr>
          <a:xfrm>
            <a:off x="3091440" y="2418701"/>
            <a:ext cx="3796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G. N. Lewis and M. Randall, Thermodynamics and the</a:t>
            </a:r>
          </a:p>
          <a:p>
            <a:r>
              <a:rPr lang="en-US" sz="1200" dirty="0"/>
              <a:t>free energy of chemical substances (McGraw-Hill, 1923)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AFE055-AB1A-C3CC-9D8F-97FCC83C5907}"/>
              </a:ext>
            </a:extLst>
          </p:cNvPr>
          <p:cNvSpPr txBox="1"/>
          <p:nvPr/>
        </p:nvSpPr>
        <p:spPr>
          <a:xfrm>
            <a:off x="2796394" y="5822807"/>
            <a:ext cx="40447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indetermination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D1B2F0-A577-855A-955C-B2BF0AF88D85}"/>
              </a:ext>
            </a:extLst>
          </p:cNvPr>
          <p:cNvCxnSpPr>
            <a:cxnSpLocks/>
          </p:cNvCxnSpPr>
          <p:nvPr/>
        </p:nvCxnSpPr>
        <p:spPr>
          <a:xfrm>
            <a:off x="3454400" y="5692490"/>
            <a:ext cx="2730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5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77F-395F-827F-D1FB-E0238DF1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2B1CF-5CDB-2C5A-A604-ED58C62A6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988" y="229025"/>
            <a:ext cx="5738251" cy="28189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67035CD-7231-AE6E-9976-EE32A54CE873}"/>
              </a:ext>
            </a:extLst>
          </p:cNvPr>
          <p:cNvSpPr txBox="1">
            <a:spLocks/>
          </p:cNvSpPr>
          <p:nvPr/>
        </p:nvSpPr>
        <p:spPr>
          <a:xfrm>
            <a:off x="365761" y="213259"/>
            <a:ext cx="5123518" cy="757130"/>
          </a:xfrm>
          <a:prstGeom prst="rect">
            <a:avLst/>
          </a:prstGeom>
        </p:spPr>
        <p:txBody>
          <a:bodyPr wrap="none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+mn-lt"/>
              </a:rPr>
              <a:t>Comparing theories</a:t>
            </a:r>
            <a:endParaRPr lang="en-US" sz="40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55EAD-601B-A508-72CB-67FC24741727}"/>
              </a:ext>
            </a:extLst>
          </p:cNvPr>
          <p:cNvSpPr txBox="1"/>
          <p:nvPr/>
        </p:nvSpPr>
        <p:spPr>
          <a:xfrm>
            <a:off x="176221" y="3483036"/>
            <a:ext cx="5424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Entropy of quantum states is already non-negative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A4DA09-36E3-5773-9746-AF41D29502DE}"/>
              </a:ext>
            </a:extLst>
          </p:cNvPr>
          <p:cNvSpPr/>
          <p:nvPr/>
        </p:nvSpPr>
        <p:spPr>
          <a:xfrm>
            <a:off x="6426200" y="346076"/>
            <a:ext cx="5299075" cy="2473325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99075" h="2473325">
                <a:moveTo>
                  <a:pt x="6350" y="15875"/>
                </a:moveTo>
                <a:cubicBezTo>
                  <a:pt x="4233" y="827617"/>
                  <a:pt x="2117" y="1661583"/>
                  <a:pt x="0" y="2473325"/>
                </a:cubicBezTo>
                <a:cubicBezTo>
                  <a:pt x="43921" y="2303992"/>
                  <a:pt x="69321" y="1862137"/>
                  <a:pt x="422275" y="1419225"/>
                </a:cubicBezTo>
                <a:cubicBezTo>
                  <a:pt x="775229" y="976313"/>
                  <a:pt x="1591204" y="661458"/>
                  <a:pt x="2212975" y="501650"/>
                </a:cubicBezTo>
                <a:cubicBezTo>
                  <a:pt x="2834746" y="341842"/>
                  <a:pt x="3524250" y="239183"/>
                  <a:pt x="4038600" y="155575"/>
                </a:cubicBezTo>
                <a:cubicBezTo>
                  <a:pt x="4552950" y="71967"/>
                  <a:pt x="4826529" y="32279"/>
                  <a:pt x="5299075" y="0"/>
                </a:cubicBezTo>
                <a:lnTo>
                  <a:pt x="6350" y="15875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85BF1-D188-FCFF-DCC5-8284D46C8C71}"/>
              </a:ext>
            </a:extLst>
          </p:cNvPr>
          <p:cNvSpPr/>
          <p:nvPr/>
        </p:nvSpPr>
        <p:spPr>
          <a:xfrm>
            <a:off x="6426200" y="2216150"/>
            <a:ext cx="5273675" cy="75565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488FF-FBCF-8DE1-8C23-2C47F427A7B8}"/>
              </a:ext>
            </a:extLst>
          </p:cNvPr>
          <p:cNvSpPr txBox="1"/>
          <p:nvPr/>
        </p:nvSpPr>
        <p:spPr>
          <a:xfrm>
            <a:off x="7090289" y="2450069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law of thermodynamics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F88A3-9181-7926-33F2-CC320ED98E08}"/>
              </a:ext>
            </a:extLst>
          </p:cNvPr>
          <p:cNvSpPr txBox="1"/>
          <p:nvPr/>
        </p:nvSpPr>
        <p:spPr>
          <a:xfrm>
            <a:off x="179563" y="2712425"/>
            <a:ext cx="5837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gaussian bound quickly becomes very similar across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87155-EEBB-2876-DA21-74FB1DFF6B3C}"/>
                  </a:ext>
                </a:extLst>
              </p:cNvPr>
              <p:cNvSpPr txBox="1"/>
              <p:nvPr/>
            </p:nvSpPr>
            <p:spPr>
              <a:xfrm>
                <a:off x="365761" y="1007986"/>
                <a:ext cx="2314543" cy="126105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87155-EEBB-2876-DA21-74FB1DFF6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1" y="1007986"/>
                <a:ext cx="2314543" cy="1261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ED6BEF0-9400-EE89-7CE9-4D7583DB5F31}"/>
              </a:ext>
            </a:extLst>
          </p:cNvPr>
          <p:cNvSpPr txBox="1"/>
          <p:nvPr/>
        </p:nvSpPr>
        <p:spPr>
          <a:xfrm>
            <a:off x="102476" y="4144527"/>
            <a:ext cx="9356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Quantum mechanics incorporates the third law</a:t>
            </a:r>
            <a:br>
              <a:rPr lang="en-US" sz="3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Classical mechanics does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549E35-6228-97F6-8536-C5BDB619F936}"/>
                  </a:ext>
                </a:extLst>
              </p:cNvPr>
              <p:cNvSpPr txBox="1"/>
              <p:nvPr/>
            </p:nvSpPr>
            <p:spPr>
              <a:xfrm>
                <a:off x="9128352" y="3057277"/>
                <a:ext cx="1253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549E35-6228-97F6-8536-C5BDB619F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352" y="3057277"/>
                <a:ext cx="12534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8F167-9080-2791-19F6-F9F4719F3E07}"/>
                  </a:ext>
                </a:extLst>
              </p:cNvPr>
              <p:cNvSpPr txBox="1"/>
              <p:nvPr/>
            </p:nvSpPr>
            <p:spPr>
              <a:xfrm>
                <a:off x="7307095" y="3462765"/>
                <a:ext cx="4714479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8F167-9080-2791-19F6-F9F4719F3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95" y="3462765"/>
                <a:ext cx="4714479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2286C0-AE97-B65C-58D7-B84932CCE2AB}"/>
                  </a:ext>
                </a:extLst>
              </p:cNvPr>
              <p:cNvSpPr txBox="1"/>
              <p:nvPr/>
            </p:nvSpPr>
            <p:spPr>
              <a:xfrm>
                <a:off x="11359126" y="1693443"/>
                <a:ext cx="422663" cy="465256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2286C0-AE97-B65C-58D7-B84932CCE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6" y="1693443"/>
                <a:ext cx="422663" cy="465256"/>
              </a:xfrm>
              <a:prstGeom prst="rect">
                <a:avLst/>
              </a:prstGeom>
              <a:blipFill>
                <a:blip r:embed="rId6"/>
                <a:stretch>
                  <a:fillRect r="-14286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57D8B56-489D-1C8A-4179-8E25E08CBE10}"/>
              </a:ext>
            </a:extLst>
          </p:cNvPr>
          <p:cNvSpPr txBox="1"/>
          <p:nvPr/>
        </p:nvSpPr>
        <p:spPr>
          <a:xfrm rot="20747837">
            <a:off x="6506019" y="639286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gaussian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45D4-0A1E-5CA9-4300-1638B188BBA9}"/>
                  </a:ext>
                </a:extLst>
              </p:cNvPr>
              <p:cNvSpPr txBox="1"/>
              <p:nvPr/>
            </p:nvSpPr>
            <p:spPr>
              <a:xfrm>
                <a:off x="3098311" y="1015927"/>
                <a:ext cx="2314543" cy="12570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45D4-0A1E-5CA9-4300-1638B188B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311" y="1015927"/>
                <a:ext cx="2314543" cy="1257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FEFED1-39E5-6FAF-A53E-2727195A7ADE}"/>
              </a:ext>
            </a:extLst>
          </p:cNvPr>
          <p:cNvSpPr txBox="1"/>
          <p:nvPr/>
        </p:nvSpPr>
        <p:spPr>
          <a:xfrm>
            <a:off x="2958775" y="2201337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2.71828…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BFF1A8-C892-C3F1-5C11-D4613706BD93}"/>
              </a:ext>
            </a:extLst>
          </p:cNvPr>
          <p:cNvCxnSpPr/>
          <p:nvPr/>
        </p:nvCxnSpPr>
        <p:spPr>
          <a:xfrm flipH="1" flipV="1">
            <a:off x="2550695" y="2158699"/>
            <a:ext cx="445168" cy="19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67266C-9575-E0D9-C868-8172140D2951}"/>
              </a:ext>
            </a:extLst>
          </p:cNvPr>
          <p:cNvSpPr txBox="1"/>
          <p:nvPr/>
        </p:nvSpPr>
        <p:spPr>
          <a:xfrm>
            <a:off x="771959" y="1039251"/>
            <a:ext cx="93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302A1-E0FC-0160-ABDD-C925AE0C3951}"/>
              </a:ext>
            </a:extLst>
          </p:cNvPr>
          <p:cNvSpPr txBox="1"/>
          <p:nvPr/>
        </p:nvSpPr>
        <p:spPr>
          <a:xfrm>
            <a:off x="3468841" y="1036686"/>
            <a:ext cx="10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FEFE2-236B-8613-93F5-18E9822D76A4}"/>
              </a:ext>
            </a:extLst>
          </p:cNvPr>
          <p:cNvSpPr txBox="1"/>
          <p:nvPr/>
        </p:nvSpPr>
        <p:spPr>
          <a:xfrm>
            <a:off x="0" y="5444412"/>
            <a:ext cx="9356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Conjecture: does quantum mechanics recover</a:t>
            </a:r>
            <a:br>
              <a:rPr lang="en-US" sz="3600" dirty="0"/>
            </a:br>
            <a:r>
              <a:rPr lang="en-US" sz="3600" dirty="0"/>
              <a:t>classical mechanics at high entropy?</a:t>
            </a:r>
          </a:p>
        </p:txBody>
      </p:sp>
    </p:spTree>
    <p:extLst>
      <p:ext uri="{BB962C8B-B14F-4D97-AF65-F5344CB8AC3E}">
        <p14:creationId xmlns:p14="http://schemas.microsoft.com/office/powerpoint/2010/main" val="28912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55956-4187-4D36-C12C-930DDDBA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68" y="502166"/>
            <a:ext cx="3721958" cy="268069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5B5664E-C8B9-7E4B-85EF-E4DCC46A0FD7}"/>
              </a:ext>
            </a:extLst>
          </p:cNvPr>
          <p:cNvGrpSpPr/>
          <p:nvPr/>
        </p:nvGrpSpPr>
        <p:grpSpPr>
          <a:xfrm>
            <a:off x="5390103" y="287251"/>
            <a:ext cx="5811253" cy="2936994"/>
            <a:chOff x="4902868" y="594274"/>
            <a:chExt cx="5811253" cy="29369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4F0959-466D-E260-1A33-473957097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8882" y="594274"/>
              <a:ext cx="5796407" cy="293699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0D3F9D-4CEA-BEF2-28D7-BC14437394EA}"/>
                </a:ext>
              </a:extLst>
            </p:cNvPr>
            <p:cNvSpPr/>
            <p:nvPr/>
          </p:nvSpPr>
          <p:spPr>
            <a:xfrm>
              <a:off x="4902868" y="2370220"/>
              <a:ext cx="5811253" cy="116104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E30018-A31B-2585-091A-BF1A891F8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83" y="3406163"/>
            <a:ext cx="7163017" cy="3105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32CCA9-DF27-8568-C799-C55F9B7BD3E2}"/>
              </a:ext>
            </a:extLst>
          </p:cNvPr>
          <p:cNvSpPr txBox="1"/>
          <p:nvPr/>
        </p:nvSpPr>
        <p:spPr>
          <a:xfrm>
            <a:off x="2561647" y="2905863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06/01/2024</a:t>
            </a:r>
          </a:p>
        </p:txBody>
      </p:sp>
    </p:spTree>
    <p:extLst>
      <p:ext uri="{BB962C8B-B14F-4D97-AF65-F5344CB8AC3E}">
        <p14:creationId xmlns:p14="http://schemas.microsoft.com/office/powerpoint/2010/main" val="38318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9613D73-FF3F-9C8A-FE70-80D9287D2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32" y="379877"/>
            <a:ext cx="7102777" cy="40060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46D4B4-7D84-0E3E-41C1-2D78F73DDEDA}"/>
              </a:ext>
            </a:extLst>
          </p:cNvPr>
          <p:cNvSpPr/>
          <p:nvPr/>
        </p:nvSpPr>
        <p:spPr>
          <a:xfrm>
            <a:off x="622635" y="3349410"/>
            <a:ext cx="6818363" cy="104923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C4AF6-9F01-9E4D-3206-16E58AD0F75E}"/>
              </a:ext>
            </a:extLst>
          </p:cNvPr>
          <p:cNvSpPr txBox="1"/>
          <p:nvPr/>
        </p:nvSpPr>
        <p:spPr>
          <a:xfrm>
            <a:off x="1935407" y="3689360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law of thermodynamics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FC06A-0928-DEDE-FDD1-A65C57640215}"/>
              </a:ext>
            </a:extLst>
          </p:cNvPr>
          <p:cNvSpPr txBox="1"/>
          <p:nvPr/>
        </p:nvSpPr>
        <p:spPr>
          <a:xfrm rot="20747837">
            <a:off x="941030" y="1006429"/>
            <a:ext cx="281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excluded by gaussian bound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31EF0-26DD-48A0-4D13-625C9D2E9572}"/>
              </a:ext>
            </a:extLst>
          </p:cNvPr>
          <p:cNvSpPr/>
          <p:nvPr/>
        </p:nvSpPr>
        <p:spPr>
          <a:xfrm>
            <a:off x="622635" y="560518"/>
            <a:ext cx="6925435" cy="3825882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8519" h="2478409">
                <a:moveTo>
                  <a:pt x="0" y="0"/>
                </a:moveTo>
                <a:lnTo>
                  <a:pt x="2556" y="2476292"/>
                </a:lnTo>
                <a:lnTo>
                  <a:pt x="56529" y="2478409"/>
                </a:lnTo>
                <a:cubicBezTo>
                  <a:pt x="100450" y="2309076"/>
                  <a:pt x="123512" y="1779995"/>
                  <a:pt x="468324" y="1350951"/>
                </a:cubicBezTo>
                <a:cubicBezTo>
                  <a:pt x="813136" y="921907"/>
                  <a:pt x="1664599" y="589838"/>
                  <a:pt x="2266884" y="438615"/>
                </a:cubicBezTo>
                <a:cubicBezTo>
                  <a:pt x="2869169" y="287392"/>
                  <a:pt x="3567680" y="181387"/>
                  <a:pt x="4082029" y="113499"/>
                </a:cubicBezTo>
                <a:cubicBezTo>
                  <a:pt x="4596379" y="29891"/>
                  <a:pt x="4421950" y="60942"/>
                  <a:pt x="4818519" y="12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A58D43-7E57-CF93-B12A-E0EDA135BD67}"/>
              </a:ext>
            </a:extLst>
          </p:cNvPr>
          <p:cNvCxnSpPr>
            <a:cxnSpLocks/>
          </p:cNvCxnSpPr>
          <p:nvPr/>
        </p:nvCxnSpPr>
        <p:spPr>
          <a:xfrm>
            <a:off x="453532" y="4745338"/>
            <a:ext cx="651016" cy="0"/>
          </a:xfrm>
          <a:prstGeom prst="line">
            <a:avLst/>
          </a:prstGeom>
          <a:ln w="28575">
            <a:solidFill>
              <a:srgbClr val="4F86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376E72-FE14-C715-09F2-EAAA63B61402}"/>
              </a:ext>
            </a:extLst>
          </p:cNvPr>
          <p:cNvCxnSpPr>
            <a:cxnSpLocks/>
          </p:cNvCxnSpPr>
          <p:nvPr/>
        </p:nvCxnSpPr>
        <p:spPr>
          <a:xfrm>
            <a:off x="453532" y="4988354"/>
            <a:ext cx="651016" cy="0"/>
          </a:xfrm>
          <a:prstGeom prst="line">
            <a:avLst/>
          </a:prstGeom>
          <a:ln w="28575">
            <a:solidFill>
              <a:srgbClr val="C642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A5E8B6-8600-02F8-342F-83ACE9A2BF68}"/>
              </a:ext>
            </a:extLst>
          </p:cNvPr>
          <p:cNvSpPr txBox="1"/>
          <p:nvPr/>
        </p:nvSpPr>
        <p:spPr>
          <a:xfrm>
            <a:off x="1104548" y="4540248"/>
            <a:ext cx="93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BD2D4-42AF-40E3-3215-E3ADF960B34E}"/>
              </a:ext>
            </a:extLst>
          </p:cNvPr>
          <p:cNvSpPr txBox="1"/>
          <p:nvPr/>
        </p:nvSpPr>
        <p:spPr>
          <a:xfrm>
            <a:off x="1104548" y="4780262"/>
            <a:ext cx="10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quantum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BBB6CC-2CC6-D0FC-7C67-39CC900D3282}"/>
              </a:ext>
            </a:extLst>
          </p:cNvPr>
          <p:cNvSpPr/>
          <p:nvPr/>
        </p:nvSpPr>
        <p:spPr>
          <a:xfrm>
            <a:off x="931107" y="1978740"/>
            <a:ext cx="1143602" cy="1366372"/>
          </a:xfrm>
          <a:custGeom>
            <a:avLst/>
            <a:gdLst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410155 w 5880794"/>
              <a:gd name="connsiteY0" fmla="*/ 191140 h 2663295"/>
              <a:gd name="connsiteX1" fmla="*/ 403805 w 5880794"/>
              <a:gd name="connsiteY1" fmla="*/ 2626365 h 2663295"/>
              <a:gd name="connsiteX2" fmla="*/ 826080 w 5880794"/>
              <a:gd name="connsiteY2" fmla="*/ 1594490 h 2663295"/>
              <a:gd name="connsiteX3" fmla="*/ 2616780 w 5880794"/>
              <a:gd name="connsiteY3" fmla="*/ 676915 h 2663295"/>
              <a:gd name="connsiteX4" fmla="*/ 4442405 w 5880794"/>
              <a:gd name="connsiteY4" fmla="*/ 330840 h 2663295"/>
              <a:gd name="connsiteX5" fmla="*/ 5702880 w 5880794"/>
              <a:gd name="connsiteY5" fmla="*/ 175265 h 2663295"/>
              <a:gd name="connsiteX6" fmla="*/ 410155 w 5880794"/>
              <a:gd name="connsiteY6" fmla="*/ 191140 h 2663295"/>
              <a:gd name="connsiteX0" fmla="*/ 6350 w 5476989"/>
              <a:gd name="connsiteY0" fmla="*/ 191140 h 2663295"/>
              <a:gd name="connsiteX1" fmla="*/ 0 w 5476989"/>
              <a:gd name="connsiteY1" fmla="*/ 2626365 h 2663295"/>
              <a:gd name="connsiteX2" fmla="*/ 422275 w 5476989"/>
              <a:gd name="connsiteY2" fmla="*/ 1594490 h 2663295"/>
              <a:gd name="connsiteX3" fmla="*/ 2212975 w 5476989"/>
              <a:gd name="connsiteY3" fmla="*/ 676915 h 2663295"/>
              <a:gd name="connsiteX4" fmla="*/ 4038600 w 5476989"/>
              <a:gd name="connsiteY4" fmla="*/ 330840 h 2663295"/>
              <a:gd name="connsiteX5" fmla="*/ 5299075 w 5476989"/>
              <a:gd name="connsiteY5" fmla="*/ 175265 h 2663295"/>
              <a:gd name="connsiteX6" fmla="*/ 6350 w 5476989"/>
              <a:gd name="connsiteY6" fmla="*/ 191140 h 2663295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88030"/>
              <a:gd name="connsiteX1" fmla="*/ 0 w 5476989"/>
              <a:gd name="connsiteY1" fmla="*/ 2451100 h 2488030"/>
              <a:gd name="connsiteX2" fmla="*/ 422275 w 5476989"/>
              <a:gd name="connsiteY2" fmla="*/ 1419225 h 2488030"/>
              <a:gd name="connsiteX3" fmla="*/ 2212975 w 5476989"/>
              <a:gd name="connsiteY3" fmla="*/ 501650 h 2488030"/>
              <a:gd name="connsiteX4" fmla="*/ 4038600 w 5476989"/>
              <a:gd name="connsiteY4" fmla="*/ 155575 h 2488030"/>
              <a:gd name="connsiteX5" fmla="*/ 5299075 w 5476989"/>
              <a:gd name="connsiteY5" fmla="*/ 0 h 2488030"/>
              <a:gd name="connsiteX6" fmla="*/ 6350 w 5476989"/>
              <a:gd name="connsiteY6" fmla="*/ 15875 h 2488030"/>
              <a:gd name="connsiteX0" fmla="*/ 6350 w 5476989"/>
              <a:gd name="connsiteY0" fmla="*/ 15875 h 2496520"/>
              <a:gd name="connsiteX1" fmla="*/ 0 w 5476989"/>
              <a:gd name="connsiteY1" fmla="*/ 2451100 h 2496520"/>
              <a:gd name="connsiteX2" fmla="*/ 422275 w 5476989"/>
              <a:gd name="connsiteY2" fmla="*/ 1419225 h 2496520"/>
              <a:gd name="connsiteX3" fmla="*/ 2212975 w 5476989"/>
              <a:gd name="connsiteY3" fmla="*/ 501650 h 2496520"/>
              <a:gd name="connsiteX4" fmla="*/ 4038600 w 5476989"/>
              <a:gd name="connsiteY4" fmla="*/ 155575 h 2496520"/>
              <a:gd name="connsiteX5" fmla="*/ 5299075 w 5476989"/>
              <a:gd name="connsiteY5" fmla="*/ 0 h 2496520"/>
              <a:gd name="connsiteX6" fmla="*/ 6350 w 5476989"/>
              <a:gd name="connsiteY6" fmla="*/ 15875 h 2496520"/>
              <a:gd name="connsiteX0" fmla="*/ 6350 w 5476989"/>
              <a:gd name="connsiteY0" fmla="*/ 15875 h 2451100"/>
              <a:gd name="connsiteX1" fmla="*/ 0 w 5476989"/>
              <a:gd name="connsiteY1" fmla="*/ 2451100 h 2451100"/>
              <a:gd name="connsiteX2" fmla="*/ 422275 w 5476989"/>
              <a:gd name="connsiteY2" fmla="*/ 1419225 h 2451100"/>
              <a:gd name="connsiteX3" fmla="*/ 2212975 w 5476989"/>
              <a:gd name="connsiteY3" fmla="*/ 501650 h 2451100"/>
              <a:gd name="connsiteX4" fmla="*/ 4038600 w 5476989"/>
              <a:gd name="connsiteY4" fmla="*/ 155575 h 2451100"/>
              <a:gd name="connsiteX5" fmla="*/ 5299075 w 5476989"/>
              <a:gd name="connsiteY5" fmla="*/ 0 h 2451100"/>
              <a:gd name="connsiteX6" fmla="*/ 6350 w 5476989"/>
              <a:gd name="connsiteY6" fmla="*/ 15875 h 2451100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476989"/>
              <a:gd name="connsiteY0" fmla="*/ 15875 h 2473325"/>
              <a:gd name="connsiteX1" fmla="*/ 0 w 5476989"/>
              <a:gd name="connsiteY1" fmla="*/ 2473325 h 2473325"/>
              <a:gd name="connsiteX2" fmla="*/ 422275 w 5476989"/>
              <a:gd name="connsiteY2" fmla="*/ 1419225 h 2473325"/>
              <a:gd name="connsiteX3" fmla="*/ 2212975 w 5476989"/>
              <a:gd name="connsiteY3" fmla="*/ 501650 h 2473325"/>
              <a:gd name="connsiteX4" fmla="*/ 4038600 w 5476989"/>
              <a:gd name="connsiteY4" fmla="*/ 155575 h 2473325"/>
              <a:gd name="connsiteX5" fmla="*/ 5299075 w 5476989"/>
              <a:gd name="connsiteY5" fmla="*/ 0 h 2473325"/>
              <a:gd name="connsiteX6" fmla="*/ 6350 w 5476989"/>
              <a:gd name="connsiteY6" fmla="*/ 15875 h 2473325"/>
              <a:gd name="connsiteX0" fmla="*/ 6350 w 5299075"/>
              <a:gd name="connsiteY0" fmla="*/ 15875 h 2473325"/>
              <a:gd name="connsiteX1" fmla="*/ 0 w 5299075"/>
              <a:gd name="connsiteY1" fmla="*/ 2473325 h 2473325"/>
              <a:gd name="connsiteX2" fmla="*/ 422275 w 5299075"/>
              <a:gd name="connsiteY2" fmla="*/ 1419225 h 2473325"/>
              <a:gd name="connsiteX3" fmla="*/ 2212975 w 5299075"/>
              <a:gd name="connsiteY3" fmla="*/ 501650 h 2473325"/>
              <a:gd name="connsiteX4" fmla="*/ 4038600 w 5299075"/>
              <a:gd name="connsiteY4" fmla="*/ 155575 h 2473325"/>
              <a:gd name="connsiteX5" fmla="*/ 5299075 w 5299075"/>
              <a:gd name="connsiteY5" fmla="*/ 0 h 2473325"/>
              <a:gd name="connsiteX6" fmla="*/ 6350 w 5299075"/>
              <a:gd name="connsiteY6" fmla="*/ 15875 h 2473325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35980 w 5296455"/>
              <a:gd name="connsiteY4" fmla="*/ 155575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5296455"/>
              <a:gd name="connsiteY0" fmla="*/ 15875 h 2541444"/>
              <a:gd name="connsiteX1" fmla="*/ 0 w 5296455"/>
              <a:gd name="connsiteY1" fmla="*/ 2541444 h 2541444"/>
              <a:gd name="connsiteX2" fmla="*/ 419655 w 5296455"/>
              <a:gd name="connsiteY2" fmla="*/ 1419225 h 2541444"/>
              <a:gd name="connsiteX3" fmla="*/ 2210355 w 5296455"/>
              <a:gd name="connsiteY3" fmla="*/ 501650 h 2541444"/>
              <a:gd name="connsiteX4" fmla="*/ 4025500 w 5296455"/>
              <a:gd name="connsiteY4" fmla="*/ 176534 h 2541444"/>
              <a:gd name="connsiteX5" fmla="*/ 5296455 w 5296455"/>
              <a:gd name="connsiteY5" fmla="*/ 0 h 2541444"/>
              <a:gd name="connsiteX6" fmla="*/ 3730 w 5296455"/>
              <a:gd name="connsiteY6" fmla="*/ 15875 h 2541444"/>
              <a:gd name="connsiteX0" fmla="*/ 3730 w 4761990"/>
              <a:gd name="connsiteY0" fmla="*/ 0 h 2525569"/>
              <a:gd name="connsiteX1" fmla="*/ 0 w 4761990"/>
              <a:gd name="connsiteY1" fmla="*/ 2525569 h 2525569"/>
              <a:gd name="connsiteX2" fmla="*/ 419655 w 4761990"/>
              <a:gd name="connsiteY2" fmla="*/ 1403350 h 2525569"/>
              <a:gd name="connsiteX3" fmla="*/ 2210355 w 4761990"/>
              <a:gd name="connsiteY3" fmla="*/ 485775 h 2525569"/>
              <a:gd name="connsiteX4" fmla="*/ 4025500 w 4761990"/>
              <a:gd name="connsiteY4" fmla="*/ 160659 h 2525569"/>
              <a:gd name="connsiteX5" fmla="*/ 4761990 w 4761990"/>
              <a:gd name="connsiteY5" fmla="*/ 60104 h 2525569"/>
              <a:gd name="connsiteX6" fmla="*/ 3730 w 4761990"/>
              <a:gd name="connsiteY6" fmla="*/ 0 h 2525569"/>
              <a:gd name="connsiteX0" fmla="*/ 72 w 4802871"/>
              <a:gd name="connsiteY0" fmla="*/ 8016 h 2465466"/>
              <a:gd name="connsiteX1" fmla="*/ 40881 w 4802871"/>
              <a:gd name="connsiteY1" fmla="*/ 2465466 h 2465466"/>
              <a:gd name="connsiteX2" fmla="*/ 460536 w 4802871"/>
              <a:gd name="connsiteY2" fmla="*/ 1343247 h 2465466"/>
              <a:gd name="connsiteX3" fmla="*/ 2251236 w 4802871"/>
              <a:gd name="connsiteY3" fmla="*/ 425672 h 2465466"/>
              <a:gd name="connsiteX4" fmla="*/ 4066381 w 4802871"/>
              <a:gd name="connsiteY4" fmla="*/ 100556 h 2465466"/>
              <a:gd name="connsiteX5" fmla="*/ 4802871 w 4802871"/>
              <a:gd name="connsiteY5" fmla="*/ 1 h 2465466"/>
              <a:gd name="connsiteX6" fmla="*/ 72 w 4802871"/>
              <a:gd name="connsiteY6" fmla="*/ 8016 h 2465466"/>
              <a:gd name="connsiteX0" fmla="*/ 72 w 4802871"/>
              <a:gd name="connsiteY0" fmla="*/ 0 h 2473170"/>
              <a:gd name="connsiteX1" fmla="*/ 40881 w 4802871"/>
              <a:gd name="connsiteY1" fmla="*/ 2473170 h 2473170"/>
              <a:gd name="connsiteX2" fmla="*/ 460536 w 4802871"/>
              <a:gd name="connsiteY2" fmla="*/ 1350951 h 2473170"/>
              <a:gd name="connsiteX3" fmla="*/ 2251236 w 4802871"/>
              <a:gd name="connsiteY3" fmla="*/ 433376 h 2473170"/>
              <a:gd name="connsiteX4" fmla="*/ 4066381 w 4802871"/>
              <a:gd name="connsiteY4" fmla="*/ 108260 h 2473170"/>
              <a:gd name="connsiteX5" fmla="*/ 4802871 w 4802871"/>
              <a:gd name="connsiteY5" fmla="*/ 7705 h 2473170"/>
              <a:gd name="connsiteX6" fmla="*/ 72 w 4802871"/>
              <a:gd name="connsiteY6" fmla="*/ 0 h 2473170"/>
              <a:gd name="connsiteX0" fmla="*/ 343568 w 5146367"/>
              <a:gd name="connsiteY0" fmla="*/ 0 h 2506306"/>
              <a:gd name="connsiteX1" fmla="*/ 385423 w 5146367"/>
              <a:gd name="connsiteY1" fmla="*/ 2007326 h 2506306"/>
              <a:gd name="connsiteX2" fmla="*/ 384377 w 5146367"/>
              <a:gd name="connsiteY2" fmla="*/ 2473170 h 2506306"/>
              <a:gd name="connsiteX3" fmla="*/ 804032 w 5146367"/>
              <a:gd name="connsiteY3" fmla="*/ 1350951 h 2506306"/>
              <a:gd name="connsiteX4" fmla="*/ 2594732 w 5146367"/>
              <a:gd name="connsiteY4" fmla="*/ 433376 h 2506306"/>
              <a:gd name="connsiteX5" fmla="*/ 4409877 w 5146367"/>
              <a:gd name="connsiteY5" fmla="*/ 108260 h 2506306"/>
              <a:gd name="connsiteX6" fmla="*/ 5146367 w 5146367"/>
              <a:gd name="connsiteY6" fmla="*/ 7705 h 2506306"/>
              <a:gd name="connsiteX7" fmla="*/ 343568 w 5146367"/>
              <a:gd name="connsiteY7" fmla="*/ 0 h 2506306"/>
              <a:gd name="connsiteX0" fmla="*/ 0 w 4802799"/>
              <a:gd name="connsiteY0" fmla="*/ 0 h 2506306"/>
              <a:gd name="connsiteX1" fmla="*/ 41855 w 4802799"/>
              <a:gd name="connsiteY1" fmla="*/ 2007326 h 2506306"/>
              <a:gd name="connsiteX2" fmla="*/ 40809 w 4802799"/>
              <a:gd name="connsiteY2" fmla="*/ 2473170 h 2506306"/>
              <a:gd name="connsiteX3" fmla="*/ 460464 w 4802799"/>
              <a:gd name="connsiteY3" fmla="*/ 1350951 h 2506306"/>
              <a:gd name="connsiteX4" fmla="*/ 2251164 w 4802799"/>
              <a:gd name="connsiteY4" fmla="*/ 433376 h 2506306"/>
              <a:gd name="connsiteX5" fmla="*/ 4066309 w 4802799"/>
              <a:gd name="connsiteY5" fmla="*/ 108260 h 2506306"/>
              <a:gd name="connsiteX6" fmla="*/ 4802799 w 4802799"/>
              <a:gd name="connsiteY6" fmla="*/ 7705 h 2506306"/>
              <a:gd name="connsiteX7" fmla="*/ 0 w 4802799"/>
              <a:gd name="connsiteY7" fmla="*/ 0 h 2506306"/>
              <a:gd name="connsiteX0" fmla="*/ 0 w 4802799"/>
              <a:gd name="connsiteY0" fmla="*/ 0 h 2473170"/>
              <a:gd name="connsiteX1" fmla="*/ 41855 w 4802799"/>
              <a:gd name="connsiteY1" fmla="*/ 2007326 h 2473170"/>
              <a:gd name="connsiteX2" fmla="*/ 40809 w 4802799"/>
              <a:gd name="connsiteY2" fmla="*/ 2473170 h 2473170"/>
              <a:gd name="connsiteX3" fmla="*/ 460464 w 4802799"/>
              <a:gd name="connsiteY3" fmla="*/ 1350951 h 2473170"/>
              <a:gd name="connsiteX4" fmla="*/ 2251164 w 4802799"/>
              <a:gd name="connsiteY4" fmla="*/ 433376 h 2473170"/>
              <a:gd name="connsiteX5" fmla="*/ 4066309 w 4802799"/>
              <a:gd name="connsiteY5" fmla="*/ 108260 h 2473170"/>
              <a:gd name="connsiteX6" fmla="*/ 4802799 w 4802799"/>
              <a:gd name="connsiteY6" fmla="*/ 7705 h 2473170"/>
              <a:gd name="connsiteX7" fmla="*/ 0 w 4802799"/>
              <a:gd name="connsiteY7" fmla="*/ 0 h 2473170"/>
              <a:gd name="connsiteX0" fmla="*/ 13165 w 4815964"/>
              <a:gd name="connsiteY0" fmla="*/ 0 h 2509198"/>
              <a:gd name="connsiteX1" fmla="*/ 1 w 4815964"/>
              <a:gd name="connsiteY1" fmla="*/ 2463193 h 2509198"/>
              <a:gd name="connsiteX2" fmla="*/ 53974 w 4815964"/>
              <a:gd name="connsiteY2" fmla="*/ 2473170 h 2509198"/>
              <a:gd name="connsiteX3" fmla="*/ 473629 w 4815964"/>
              <a:gd name="connsiteY3" fmla="*/ 1350951 h 2509198"/>
              <a:gd name="connsiteX4" fmla="*/ 2264329 w 4815964"/>
              <a:gd name="connsiteY4" fmla="*/ 433376 h 2509198"/>
              <a:gd name="connsiteX5" fmla="*/ 4079474 w 4815964"/>
              <a:gd name="connsiteY5" fmla="*/ 108260 h 2509198"/>
              <a:gd name="connsiteX6" fmla="*/ 4815964 w 4815964"/>
              <a:gd name="connsiteY6" fmla="*/ 7705 h 2509198"/>
              <a:gd name="connsiteX7" fmla="*/ 13165 w 4815964"/>
              <a:gd name="connsiteY7" fmla="*/ 0 h 2509198"/>
              <a:gd name="connsiteX0" fmla="*/ 13164 w 4815963"/>
              <a:gd name="connsiteY0" fmla="*/ 0 h 2473170"/>
              <a:gd name="connsiteX1" fmla="*/ 0 w 4815963"/>
              <a:gd name="connsiteY1" fmla="*/ 246319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13164 w 4815963"/>
              <a:gd name="connsiteY0" fmla="*/ 0 h 2473170"/>
              <a:gd name="connsiteX1" fmla="*/ 0 w 4815963"/>
              <a:gd name="connsiteY1" fmla="*/ 2471053 h 2473170"/>
              <a:gd name="connsiteX2" fmla="*/ 53973 w 4815963"/>
              <a:gd name="connsiteY2" fmla="*/ 2473170 h 2473170"/>
              <a:gd name="connsiteX3" fmla="*/ 473628 w 4815963"/>
              <a:gd name="connsiteY3" fmla="*/ 1350951 h 2473170"/>
              <a:gd name="connsiteX4" fmla="*/ 2264328 w 4815963"/>
              <a:gd name="connsiteY4" fmla="*/ 433376 h 2473170"/>
              <a:gd name="connsiteX5" fmla="*/ 4079473 w 4815963"/>
              <a:gd name="connsiteY5" fmla="*/ 108260 h 2473170"/>
              <a:gd name="connsiteX6" fmla="*/ 4815963 w 4815963"/>
              <a:gd name="connsiteY6" fmla="*/ 7705 h 2473170"/>
              <a:gd name="connsiteX7" fmla="*/ 13164 w 4815963"/>
              <a:gd name="connsiteY7" fmla="*/ 0 h 2473170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76184 w 4818519"/>
              <a:gd name="connsiteY3" fmla="*/ 1356190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8409"/>
              <a:gd name="connsiteX1" fmla="*/ 2556 w 4818519"/>
              <a:gd name="connsiteY1" fmla="*/ 2476292 h 2478409"/>
              <a:gd name="connsiteX2" fmla="*/ 56529 w 4818519"/>
              <a:gd name="connsiteY2" fmla="*/ 2478409 h 2478409"/>
              <a:gd name="connsiteX3" fmla="*/ 468324 w 4818519"/>
              <a:gd name="connsiteY3" fmla="*/ 1350951 h 2478409"/>
              <a:gd name="connsiteX4" fmla="*/ 2266884 w 4818519"/>
              <a:gd name="connsiteY4" fmla="*/ 438615 h 2478409"/>
              <a:gd name="connsiteX5" fmla="*/ 4082029 w 4818519"/>
              <a:gd name="connsiteY5" fmla="*/ 113499 h 2478409"/>
              <a:gd name="connsiteX6" fmla="*/ 4818519 w 4818519"/>
              <a:gd name="connsiteY6" fmla="*/ 12944 h 2478409"/>
              <a:gd name="connsiteX7" fmla="*/ 0 w 4818519"/>
              <a:gd name="connsiteY7" fmla="*/ 0 h 2478409"/>
              <a:gd name="connsiteX0" fmla="*/ 0 w 4818519"/>
              <a:gd name="connsiteY0" fmla="*/ 0 h 2476292"/>
              <a:gd name="connsiteX1" fmla="*/ 2556 w 4818519"/>
              <a:gd name="connsiteY1" fmla="*/ 2476292 h 2476292"/>
              <a:gd name="connsiteX2" fmla="*/ 199014 w 4818519"/>
              <a:gd name="connsiteY2" fmla="*/ 1704036 h 2476292"/>
              <a:gd name="connsiteX3" fmla="*/ 468324 w 4818519"/>
              <a:gd name="connsiteY3" fmla="*/ 1350951 h 2476292"/>
              <a:gd name="connsiteX4" fmla="*/ 2266884 w 4818519"/>
              <a:gd name="connsiteY4" fmla="*/ 438615 h 2476292"/>
              <a:gd name="connsiteX5" fmla="*/ 4082029 w 4818519"/>
              <a:gd name="connsiteY5" fmla="*/ 113499 h 2476292"/>
              <a:gd name="connsiteX6" fmla="*/ 4818519 w 4818519"/>
              <a:gd name="connsiteY6" fmla="*/ 12944 h 2476292"/>
              <a:gd name="connsiteX7" fmla="*/ 0 w 4818519"/>
              <a:gd name="connsiteY7" fmla="*/ 0 h 2476292"/>
              <a:gd name="connsiteX0" fmla="*/ 0 w 4818519"/>
              <a:gd name="connsiteY0" fmla="*/ 0 h 1705136"/>
              <a:gd name="connsiteX1" fmla="*/ 108592 w 4818519"/>
              <a:gd name="connsiteY1" fmla="*/ 1705004 h 1705136"/>
              <a:gd name="connsiteX2" fmla="*/ 199014 w 4818519"/>
              <a:gd name="connsiteY2" fmla="*/ 1704036 h 1705136"/>
              <a:gd name="connsiteX3" fmla="*/ 468324 w 4818519"/>
              <a:gd name="connsiteY3" fmla="*/ 1350951 h 1705136"/>
              <a:gd name="connsiteX4" fmla="*/ 2266884 w 4818519"/>
              <a:gd name="connsiteY4" fmla="*/ 438615 h 1705136"/>
              <a:gd name="connsiteX5" fmla="*/ 4082029 w 4818519"/>
              <a:gd name="connsiteY5" fmla="*/ 113499 h 1705136"/>
              <a:gd name="connsiteX6" fmla="*/ 4818519 w 4818519"/>
              <a:gd name="connsiteY6" fmla="*/ 12944 h 1705136"/>
              <a:gd name="connsiteX7" fmla="*/ 0 w 4818519"/>
              <a:gd name="connsiteY7" fmla="*/ 0 h 1705136"/>
              <a:gd name="connsiteX0" fmla="*/ 222769 w 4709927"/>
              <a:gd name="connsiteY0" fmla="*/ 1273564 h 1692192"/>
              <a:gd name="connsiteX1" fmla="*/ 0 w 4709927"/>
              <a:gd name="connsiteY1" fmla="*/ 1692060 h 1692192"/>
              <a:gd name="connsiteX2" fmla="*/ 90422 w 4709927"/>
              <a:gd name="connsiteY2" fmla="*/ 1691092 h 1692192"/>
              <a:gd name="connsiteX3" fmla="*/ 359732 w 4709927"/>
              <a:gd name="connsiteY3" fmla="*/ 1338007 h 1692192"/>
              <a:gd name="connsiteX4" fmla="*/ 2158292 w 4709927"/>
              <a:gd name="connsiteY4" fmla="*/ 425671 h 1692192"/>
              <a:gd name="connsiteX5" fmla="*/ 3973437 w 4709927"/>
              <a:gd name="connsiteY5" fmla="*/ 100555 h 1692192"/>
              <a:gd name="connsiteX6" fmla="*/ 4709927 w 4709927"/>
              <a:gd name="connsiteY6" fmla="*/ 0 h 1692192"/>
              <a:gd name="connsiteX7" fmla="*/ 222769 w 4709927"/>
              <a:gd name="connsiteY7" fmla="*/ 1273564 h 1692192"/>
              <a:gd name="connsiteX0" fmla="*/ 222769 w 3973437"/>
              <a:gd name="connsiteY0" fmla="*/ 1173009 h 1591637"/>
              <a:gd name="connsiteX1" fmla="*/ 0 w 3973437"/>
              <a:gd name="connsiteY1" fmla="*/ 1591505 h 1591637"/>
              <a:gd name="connsiteX2" fmla="*/ 90422 w 3973437"/>
              <a:gd name="connsiteY2" fmla="*/ 1590537 h 1591637"/>
              <a:gd name="connsiteX3" fmla="*/ 359732 w 3973437"/>
              <a:gd name="connsiteY3" fmla="*/ 1237452 h 1591637"/>
              <a:gd name="connsiteX4" fmla="*/ 2158292 w 3973437"/>
              <a:gd name="connsiteY4" fmla="*/ 325116 h 1591637"/>
              <a:gd name="connsiteX5" fmla="*/ 3973437 w 3973437"/>
              <a:gd name="connsiteY5" fmla="*/ 0 h 1591637"/>
              <a:gd name="connsiteX6" fmla="*/ 222769 w 3973437"/>
              <a:gd name="connsiteY6" fmla="*/ 1173009 h 1591637"/>
              <a:gd name="connsiteX0" fmla="*/ 222769 w 2160276"/>
              <a:gd name="connsiteY0" fmla="*/ 857759 h 1276387"/>
              <a:gd name="connsiteX1" fmla="*/ 0 w 2160276"/>
              <a:gd name="connsiteY1" fmla="*/ 1276255 h 1276387"/>
              <a:gd name="connsiteX2" fmla="*/ 90422 w 2160276"/>
              <a:gd name="connsiteY2" fmla="*/ 1275287 h 1276387"/>
              <a:gd name="connsiteX3" fmla="*/ 359732 w 2160276"/>
              <a:gd name="connsiteY3" fmla="*/ 922202 h 1276387"/>
              <a:gd name="connsiteX4" fmla="*/ 2158292 w 2160276"/>
              <a:gd name="connsiteY4" fmla="*/ 9866 h 1276387"/>
              <a:gd name="connsiteX5" fmla="*/ 795685 w 2160276"/>
              <a:gd name="connsiteY5" fmla="*/ 391250 h 1276387"/>
              <a:gd name="connsiteX6" fmla="*/ 222769 w 2160276"/>
              <a:gd name="connsiteY6" fmla="*/ 857759 h 1276387"/>
              <a:gd name="connsiteX0" fmla="*/ 222769 w 1677126"/>
              <a:gd name="connsiteY0" fmla="*/ 466509 h 885137"/>
              <a:gd name="connsiteX1" fmla="*/ 0 w 1677126"/>
              <a:gd name="connsiteY1" fmla="*/ 885005 h 885137"/>
              <a:gd name="connsiteX2" fmla="*/ 90422 w 1677126"/>
              <a:gd name="connsiteY2" fmla="*/ 884037 h 885137"/>
              <a:gd name="connsiteX3" fmla="*/ 359732 w 1677126"/>
              <a:gd name="connsiteY3" fmla="*/ 530952 h 885137"/>
              <a:gd name="connsiteX4" fmla="*/ 1674505 w 1677126"/>
              <a:gd name="connsiteY4" fmla="*/ 75218 h 885137"/>
              <a:gd name="connsiteX5" fmla="*/ 795685 w 1677126"/>
              <a:gd name="connsiteY5" fmla="*/ 0 h 885137"/>
              <a:gd name="connsiteX6" fmla="*/ 222769 w 1677126"/>
              <a:gd name="connsiteY6" fmla="*/ 466509 h 885137"/>
              <a:gd name="connsiteX0" fmla="*/ 222769 w 796777"/>
              <a:gd name="connsiteY0" fmla="*/ 466509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22769 w 796777"/>
              <a:gd name="connsiteY5" fmla="*/ 466509 h 885137"/>
              <a:gd name="connsiteX0" fmla="*/ 358814 w 932822"/>
              <a:gd name="connsiteY0" fmla="*/ 466509 h 885137"/>
              <a:gd name="connsiteX1" fmla="*/ 136045 w 932822"/>
              <a:gd name="connsiteY1" fmla="*/ 885005 h 885137"/>
              <a:gd name="connsiteX2" fmla="*/ 226467 w 932822"/>
              <a:gd name="connsiteY2" fmla="*/ 884037 h 885137"/>
              <a:gd name="connsiteX3" fmla="*/ 495777 w 932822"/>
              <a:gd name="connsiteY3" fmla="*/ 530952 h 885137"/>
              <a:gd name="connsiteX4" fmla="*/ 931730 w 932822"/>
              <a:gd name="connsiteY4" fmla="*/ 0 h 885137"/>
              <a:gd name="connsiteX5" fmla="*/ 358814 w 932822"/>
              <a:gd name="connsiteY5" fmla="*/ 466509 h 885137"/>
              <a:gd name="connsiteX0" fmla="*/ 371994 w 912866"/>
              <a:gd name="connsiteY0" fmla="*/ 432573 h 885137"/>
              <a:gd name="connsiteX1" fmla="*/ 116089 w 912866"/>
              <a:gd name="connsiteY1" fmla="*/ 885005 h 885137"/>
              <a:gd name="connsiteX2" fmla="*/ 206511 w 912866"/>
              <a:gd name="connsiteY2" fmla="*/ 884037 h 885137"/>
              <a:gd name="connsiteX3" fmla="*/ 475821 w 912866"/>
              <a:gd name="connsiteY3" fmla="*/ 530952 h 885137"/>
              <a:gd name="connsiteX4" fmla="*/ 911774 w 912866"/>
              <a:gd name="connsiteY4" fmla="*/ 0 h 885137"/>
              <a:gd name="connsiteX5" fmla="*/ 371994 w 912866"/>
              <a:gd name="connsiteY5" fmla="*/ 432573 h 885137"/>
              <a:gd name="connsiteX0" fmla="*/ 255905 w 796777"/>
              <a:gd name="connsiteY0" fmla="*/ 432573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55905 w 796777"/>
              <a:gd name="connsiteY5" fmla="*/ 432573 h 885137"/>
              <a:gd name="connsiteX0" fmla="*/ 255905 w 796777"/>
              <a:gd name="connsiteY0" fmla="*/ 432573 h 885137"/>
              <a:gd name="connsiteX1" fmla="*/ 0 w 796777"/>
              <a:gd name="connsiteY1" fmla="*/ 885005 h 885137"/>
              <a:gd name="connsiteX2" fmla="*/ 90422 w 796777"/>
              <a:gd name="connsiteY2" fmla="*/ 884037 h 885137"/>
              <a:gd name="connsiteX3" fmla="*/ 359732 w 796777"/>
              <a:gd name="connsiteY3" fmla="*/ 530952 h 885137"/>
              <a:gd name="connsiteX4" fmla="*/ 795685 w 796777"/>
              <a:gd name="connsiteY4" fmla="*/ 0 h 885137"/>
              <a:gd name="connsiteX5" fmla="*/ 255905 w 796777"/>
              <a:gd name="connsiteY5" fmla="*/ 432573 h 885137"/>
              <a:gd name="connsiteX0" fmla="*/ 255905 w 796621"/>
              <a:gd name="connsiteY0" fmla="*/ 432573 h 885137"/>
              <a:gd name="connsiteX1" fmla="*/ 0 w 796621"/>
              <a:gd name="connsiteY1" fmla="*/ 885005 h 885137"/>
              <a:gd name="connsiteX2" fmla="*/ 90422 w 796621"/>
              <a:gd name="connsiteY2" fmla="*/ 884037 h 885137"/>
              <a:gd name="connsiteX3" fmla="*/ 300087 w 796621"/>
              <a:gd name="connsiteY3" fmla="*/ 416802 h 885137"/>
              <a:gd name="connsiteX4" fmla="*/ 795685 w 796621"/>
              <a:gd name="connsiteY4" fmla="*/ 0 h 885137"/>
              <a:gd name="connsiteX5" fmla="*/ 255905 w 796621"/>
              <a:gd name="connsiteY5" fmla="*/ 432573 h 885137"/>
              <a:gd name="connsiteX0" fmla="*/ 255905 w 795685"/>
              <a:gd name="connsiteY0" fmla="*/ 432573 h 885137"/>
              <a:gd name="connsiteX1" fmla="*/ 0 w 795685"/>
              <a:gd name="connsiteY1" fmla="*/ 885005 h 885137"/>
              <a:gd name="connsiteX2" fmla="*/ 90422 w 795685"/>
              <a:gd name="connsiteY2" fmla="*/ 884037 h 885137"/>
              <a:gd name="connsiteX3" fmla="*/ 300087 w 795685"/>
              <a:gd name="connsiteY3" fmla="*/ 416802 h 885137"/>
              <a:gd name="connsiteX4" fmla="*/ 795685 w 795685"/>
              <a:gd name="connsiteY4" fmla="*/ 0 h 885137"/>
              <a:gd name="connsiteX5" fmla="*/ 255905 w 795685"/>
              <a:gd name="connsiteY5" fmla="*/ 432573 h 88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685" h="885137">
                <a:moveTo>
                  <a:pt x="255905" y="432573"/>
                </a:moveTo>
                <a:cubicBezTo>
                  <a:pt x="166921" y="537396"/>
                  <a:pt x="22058" y="815417"/>
                  <a:pt x="0" y="885005"/>
                </a:cubicBezTo>
                <a:cubicBezTo>
                  <a:pt x="17991" y="885711"/>
                  <a:pt x="72431" y="883331"/>
                  <a:pt x="90422" y="884037"/>
                </a:cubicBezTo>
                <a:cubicBezTo>
                  <a:pt x="134343" y="714704"/>
                  <a:pt x="182543" y="564141"/>
                  <a:pt x="300087" y="416802"/>
                </a:cubicBezTo>
                <a:cubicBezTo>
                  <a:pt x="417631" y="269463"/>
                  <a:pt x="662773" y="97125"/>
                  <a:pt x="795685" y="0"/>
                </a:cubicBezTo>
                <a:cubicBezTo>
                  <a:pt x="486352" y="178338"/>
                  <a:pt x="344889" y="327750"/>
                  <a:pt x="255905" y="432573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907F10-CC95-D4B6-3385-8CEC75B03A89}"/>
              </a:ext>
            </a:extLst>
          </p:cNvPr>
          <p:cNvCxnSpPr>
            <a:cxnSpLocks/>
          </p:cNvCxnSpPr>
          <p:nvPr/>
        </p:nvCxnSpPr>
        <p:spPr>
          <a:xfrm flipV="1">
            <a:off x="1314450" y="2668733"/>
            <a:ext cx="6126548" cy="184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82A0CD-64FA-952E-F538-EF7F5183782B}"/>
              </a:ext>
            </a:extLst>
          </p:cNvPr>
          <p:cNvCxnSpPr>
            <a:cxnSpLocks/>
          </p:cNvCxnSpPr>
          <p:nvPr/>
        </p:nvCxnSpPr>
        <p:spPr>
          <a:xfrm>
            <a:off x="1996440" y="2046776"/>
            <a:ext cx="544455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674E43B-0279-584B-3DD7-5355D237131F}"/>
              </a:ext>
            </a:extLst>
          </p:cNvPr>
          <p:cNvSpPr/>
          <p:nvPr/>
        </p:nvSpPr>
        <p:spPr>
          <a:xfrm>
            <a:off x="4127420" y="2695936"/>
            <a:ext cx="470066" cy="208119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AAFEFF5-5222-720D-5752-F9889E0E81C9}"/>
              </a:ext>
            </a:extLst>
          </p:cNvPr>
          <p:cNvSpPr/>
          <p:nvPr/>
        </p:nvSpPr>
        <p:spPr>
          <a:xfrm>
            <a:off x="4401221" y="2068505"/>
            <a:ext cx="470066" cy="208119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491C5-9640-03E8-894D-973C7234C1C6}"/>
              </a:ext>
            </a:extLst>
          </p:cNvPr>
          <p:cNvSpPr txBox="1"/>
          <p:nvPr/>
        </p:nvSpPr>
        <p:spPr>
          <a:xfrm>
            <a:off x="3756477" y="2225951"/>
            <a:ext cx="2201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Schrodinger equation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B4C3EF9-C2C3-7F31-1FB4-19BF8691F829}"/>
              </a:ext>
            </a:extLst>
          </p:cNvPr>
          <p:cNvSpPr/>
          <p:nvPr/>
        </p:nvSpPr>
        <p:spPr>
          <a:xfrm rot="5400000" flipV="1">
            <a:off x="7394656" y="2215455"/>
            <a:ext cx="603845" cy="297017"/>
          </a:xfrm>
          <a:custGeom>
            <a:avLst/>
            <a:gdLst>
              <a:gd name="connsiteX0" fmla="*/ 568411 w 568411"/>
              <a:gd name="connsiteY0" fmla="*/ 0 h 49427"/>
              <a:gd name="connsiteX1" fmla="*/ 0 w 568411"/>
              <a:gd name="connsiteY1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49427"/>
              <a:gd name="connsiteX1" fmla="*/ 276225 w 568411"/>
              <a:gd name="connsiteY1" fmla="*/ 23941 h 49427"/>
              <a:gd name="connsiteX2" fmla="*/ 0 w 568411"/>
              <a:gd name="connsiteY2" fmla="*/ 49427 h 49427"/>
              <a:gd name="connsiteX0" fmla="*/ 568411 w 568411"/>
              <a:gd name="connsiteY0" fmla="*/ 0 h 186171"/>
              <a:gd name="connsiteX1" fmla="*/ 285750 w 568411"/>
              <a:gd name="connsiteY1" fmla="*/ 185866 h 186171"/>
              <a:gd name="connsiteX2" fmla="*/ 0 w 568411"/>
              <a:gd name="connsiteY2" fmla="*/ 49427 h 186171"/>
              <a:gd name="connsiteX0" fmla="*/ 568411 w 568411"/>
              <a:gd name="connsiteY0" fmla="*/ 0 h 185880"/>
              <a:gd name="connsiteX1" fmla="*/ 285750 w 568411"/>
              <a:gd name="connsiteY1" fmla="*/ 185866 h 185880"/>
              <a:gd name="connsiteX2" fmla="*/ 0 w 568411"/>
              <a:gd name="connsiteY2" fmla="*/ 49427 h 185880"/>
              <a:gd name="connsiteX0" fmla="*/ 517611 w 517611"/>
              <a:gd name="connsiteY0" fmla="*/ 2322 h 188188"/>
              <a:gd name="connsiteX1" fmla="*/ 234950 w 517611"/>
              <a:gd name="connsiteY1" fmla="*/ 188188 h 188188"/>
              <a:gd name="connsiteX2" fmla="*/ 0 w 517611"/>
              <a:gd name="connsiteY2" fmla="*/ 949 h 188188"/>
              <a:gd name="connsiteX0" fmla="*/ 517611 w 517611"/>
              <a:gd name="connsiteY0" fmla="*/ 1373 h 187239"/>
              <a:gd name="connsiteX1" fmla="*/ 234950 w 517611"/>
              <a:gd name="connsiteY1" fmla="*/ 187239 h 187239"/>
              <a:gd name="connsiteX2" fmla="*/ 0 w 517611"/>
              <a:gd name="connsiteY2" fmla="*/ 0 h 187239"/>
              <a:gd name="connsiteX0" fmla="*/ 425536 w 425536"/>
              <a:gd name="connsiteY0" fmla="*/ 26773 h 187379"/>
              <a:gd name="connsiteX1" fmla="*/ 234950 w 425536"/>
              <a:gd name="connsiteY1" fmla="*/ 187239 h 187379"/>
              <a:gd name="connsiteX2" fmla="*/ 0 w 425536"/>
              <a:gd name="connsiteY2" fmla="*/ 0 h 187379"/>
              <a:gd name="connsiteX0" fmla="*/ 425536 w 425536"/>
              <a:gd name="connsiteY0" fmla="*/ 26773 h 187476"/>
              <a:gd name="connsiteX1" fmla="*/ 234950 w 425536"/>
              <a:gd name="connsiteY1" fmla="*/ 187239 h 187476"/>
              <a:gd name="connsiteX2" fmla="*/ 0 w 425536"/>
              <a:gd name="connsiteY2" fmla="*/ 0 h 187476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69986 w 469986"/>
              <a:gd name="connsiteY0" fmla="*/ 0 h 208333"/>
              <a:gd name="connsiteX1" fmla="*/ 234950 w 469986"/>
              <a:gd name="connsiteY1" fmla="*/ 208091 h 208333"/>
              <a:gd name="connsiteX2" fmla="*/ 0 w 469986"/>
              <a:gd name="connsiteY2" fmla="*/ 20852 h 208333"/>
              <a:gd name="connsiteX0" fmla="*/ 470066 w 470066"/>
              <a:gd name="connsiteY0" fmla="*/ 0 h 208315"/>
              <a:gd name="connsiteX1" fmla="*/ 235030 w 470066"/>
              <a:gd name="connsiteY1" fmla="*/ 208091 h 208315"/>
              <a:gd name="connsiteX2" fmla="*/ 80 w 470066"/>
              <a:gd name="connsiteY2" fmla="*/ 20852 h 208315"/>
              <a:gd name="connsiteX0" fmla="*/ 470066 w 470066"/>
              <a:gd name="connsiteY0" fmla="*/ 0 h 208119"/>
              <a:gd name="connsiteX1" fmla="*/ 235030 w 470066"/>
              <a:gd name="connsiteY1" fmla="*/ 208091 h 208119"/>
              <a:gd name="connsiteX2" fmla="*/ 80 w 470066"/>
              <a:gd name="connsiteY2" fmla="*/ 8152 h 20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066" h="208119">
                <a:moveTo>
                  <a:pt x="470066" y="0"/>
                </a:moveTo>
                <a:cubicBezTo>
                  <a:pt x="464746" y="147680"/>
                  <a:pt x="313361" y="206732"/>
                  <a:pt x="235030" y="208091"/>
                </a:cubicBezTo>
                <a:cubicBezTo>
                  <a:pt x="156699" y="209450"/>
                  <a:pt x="-4125" y="163126"/>
                  <a:pt x="80" y="8152"/>
                </a:cubicBezTo>
              </a:path>
            </a:pathLst>
          </a:custGeom>
          <a:ln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E3A6B8-D28E-D951-896C-3779C2C29092}"/>
                  </a:ext>
                </a:extLst>
              </p:cNvPr>
              <p:cNvSpPr txBox="1"/>
              <p:nvPr/>
            </p:nvSpPr>
            <p:spPr>
              <a:xfrm>
                <a:off x="7905732" y="1845888"/>
                <a:ext cx="238725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- Entropy</a:t>
                </a:r>
                <a:br>
                  <a:rPr lang="en-US" sz="2800" dirty="0">
                    <a:solidFill>
                      <a:srgbClr val="7030A0"/>
                    </a:solidFill>
                  </a:rPr>
                </a:br>
                <a:r>
                  <a:rPr lang="en-US" sz="2800" dirty="0">
                    <a:solidFill>
                      <a:srgbClr val="7030A0"/>
                    </a:solidFill>
                  </a:rPr>
                  <a:t>increasing map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E3A6B8-D28E-D951-896C-3779C2C2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32" y="1845888"/>
                <a:ext cx="2387257" cy="954107"/>
              </a:xfrm>
              <a:prstGeom prst="rect">
                <a:avLst/>
              </a:prstGeom>
              <a:blipFill>
                <a:blip r:embed="rId3"/>
                <a:stretch>
                  <a:fillRect l="-5371" t="-6410" r="-4092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9EF397-8DB3-956B-3379-710AFF71DC43}"/>
                  </a:ext>
                </a:extLst>
              </p:cNvPr>
              <p:cNvSpPr txBox="1"/>
              <p:nvPr/>
            </p:nvSpPr>
            <p:spPr>
              <a:xfrm>
                <a:off x="649997" y="394386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9EF397-8DB3-956B-3379-710AFF71D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7" y="394386"/>
                <a:ext cx="3228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0BC4A3-9AD5-B32A-4040-5D12CB976421}"/>
                  </a:ext>
                </a:extLst>
              </p:cNvPr>
              <p:cNvSpPr txBox="1"/>
              <p:nvPr/>
            </p:nvSpPr>
            <p:spPr>
              <a:xfrm>
                <a:off x="6732866" y="2859468"/>
                <a:ext cx="590546" cy="465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0BC4A3-9AD5-B32A-4040-5D12CB976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866" y="2859468"/>
                <a:ext cx="590546" cy="465256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6608F-72EE-570E-4ED6-3A6A749F00A4}"/>
                  </a:ext>
                </a:extLst>
              </p:cNvPr>
              <p:cNvSpPr txBox="1"/>
              <p:nvPr/>
            </p:nvSpPr>
            <p:spPr>
              <a:xfrm>
                <a:off x="3002456" y="4731374"/>
                <a:ext cx="2134623" cy="929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36608F-72EE-570E-4ED6-3A6A749F0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456" y="4731374"/>
                <a:ext cx="2134623" cy="9294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EE0C75-7A03-35C4-3328-DD857B7B6582}"/>
                  </a:ext>
                </a:extLst>
              </p:cNvPr>
              <p:cNvSpPr txBox="1"/>
              <p:nvPr/>
            </p:nvSpPr>
            <p:spPr>
              <a:xfrm>
                <a:off x="5103256" y="4703754"/>
                <a:ext cx="3124060" cy="1049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EE0C75-7A03-35C4-3328-DD857B7B6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56" y="4703754"/>
                <a:ext cx="3124060" cy="1049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5F6D4F5-42CF-9E3C-C365-B5E3838024E1}"/>
              </a:ext>
            </a:extLst>
          </p:cNvPr>
          <p:cNvSpPr txBox="1"/>
          <p:nvPr/>
        </p:nvSpPr>
        <p:spPr>
          <a:xfrm>
            <a:off x="7744535" y="392628"/>
            <a:ext cx="4041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 Increase the entropy of all states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A58266-02F7-7501-C459-82AD92536ACF}"/>
              </a:ext>
            </a:extLst>
          </p:cNvPr>
          <p:cNvCxnSpPr>
            <a:cxnSpLocks/>
          </p:cNvCxnSpPr>
          <p:nvPr/>
        </p:nvCxnSpPr>
        <p:spPr>
          <a:xfrm flipH="1">
            <a:off x="8191500" y="4267200"/>
            <a:ext cx="471998" cy="69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C248AE-AAF8-1422-9EC8-CDA67686AF22}"/>
              </a:ext>
            </a:extLst>
          </p:cNvPr>
          <p:cNvSpPr txBox="1"/>
          <p:nvPr/>
        </p:nvSpPr>
        <p:spPr>
          <a:xfrm>
            <a:off x="7781770" y="3424375"/>
            <a:ext cx="2513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Spread increase in</a:t>
            </a:r>
            <a:br>
              <a:rPr lang="en-US" dirty="0"/>
            </a:br>
            <a:r>
              <a:rPr lang="en-US" dirty="0"/>
              <a:t>position and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0537D3-C3C8-FB26-EDAF-657B1D8D8242}"/>
                  </a:ext>
                </a:extLst>
              </p:cNvPr>
              <p:cNvSpPr txBox="1"/>
              <p:nvPr/>
            </p:nvSpPr>
            <p:spPr>
              <a:xfrm>
                <a:off x="4317158" y="5736655"/>
                <a:ext cx="4926733" cy="629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0537D3-C3C8-FB26-EDAF-657B1D8D8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158" y="5736655"/>
                <a:ext cx="4926733" cy="629468"/>
              </a:xfrm>
              <a:prstGeom prst="rect">
                <a:avLst/>
              </a:prstGeom>
              <a:blipFill>
                <a:blip r:embed="rId8"/>
                <a:stretch>
                  <a:fillRect r="-990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D01416-2F17-6FA2-6ECF-8CC50AEEA331}"/>
              </a:ext>
            </a:extLst>
          </p:cNvPr>
          <p:cNvCxnSpPr>
            <a:cxnSpLocks/>
          </p:cNvCxnSpPr>
          <p:nvPr/>
        </p:nvCxnSpPr>
        <p:spPr>
          <a:xfrm flipH="1">
            <a:off x="8102600" y="4267200"/>
            <a:ext cx="673100" cy="1485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977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396247-3652-0CE8-0764-DD7328B9247F}"/>
                  </a:ext>
                </a:extLst>
              </p:cNvPr>
              <p:cNvSpPr txBox="1"/>
              <p:nvPr/>
            </p:nvSpPr>
            <p:spPr>
              <a:xfrm>
                <a:off x="3254567" y="1447119"/>
                <a:ext cx="2038379" cy="1928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8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</m:oMath>
                </a14:m>
                <a:r>
                  <a:rPr lang="en-US" sz="80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396247-3652-0CE8-0764-DD7328B92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567" y="1447119"/>
                <a:ext cx="2038379" cy="19289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6340372-502C-D55B-215F-B41E52096E77}"/>
              </a:ext>
            </a:extLst>
          </p:cNvPr>
          <p:cNvSpPr txBox="1"/>
          <p:nvPr/>
        </p:nvSpPr>
        <p:spPr>
          <a:xfrm>
            <a:off x="3046832" y="246578"/>
            <a:ext cx="60983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Mathematical limit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C1C96B-5DC8-E481-42C6-AD9D09743579}"/>
                  </a:ext>
                </a:extLst>
              </p:cNvPr>
              <p:cNvSpPr txBox="1"/>
              <p:nvPr/>
            </p:nvSpPr>
            <p:spPr>
              <a:xfrm>
                <a:off x="6899054" y="1749862"/>
                <a:ext cx="275498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8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C1C96B-5DC8-E481-42C6-AD9D09743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054" y="1749862"/>
                <a:ext cx="2754985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971196-A512-E9CA-343F-26C4E22AD08E}"/>
                  </a:ext>
                </a:extLst>
              </p:cNvPr>
              <p:cNvSpPr txBox="1"/>
              <p:nvPr/>
            </p:nvSpPr>
            <p:spPr>
              <a:xfrm>
                <a:off x="5348039" y="1626752"/>
                <a:ext cx="14959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971196-A512-E9CA-343F-26C4E22AD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039" y="1626752"/>
                <a:ext cx="1495922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0250B5-F796-6D13-DCA6-02352925372A}"/>
                  </a:ext>
                </a:extLst>
              </p:cNvPr>
              <p:cNvSpPr txBox="1"/>
              <p:nvPr/>
            </p:nvSpPr>
            <p:spPr>
              <a:xfrm>
                <a:off x="5579159" y="1749862"/>
                <a:ext cx="1033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ℏ→0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0250B5-F796-6D13-DCA6-023529253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159" y="1749862"/>
                <a:ext cx="103368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76FE2A4-F35A-4E4C-AD2A-376C03F74D76}"/>
              </a:ext>
            </a:extLst>
          </p:cNvPr>
          <p:cNvSpPr txBox="1"/>
          <p:nvPr/>
        </p:nvSpPr>
        <p:spPr>
          <a:xfrm>
            <a:off x="3385032" y="3560922"/>
            <a:ext cx="54219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Makes no physical sense!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BD149C-B07C-A45D-32B6-82FF059EA761}"/>
                  </a:ext>
                </a:extLst>
              </p:cNvPr>
              <p:cNvSpPr txBox="1"/>
              <p:nvPr/>
            </p:nvSpPr>
            <p:spPr>
              <a:xfrm>
                <a:off x="4460037" y="4269019"/>
                <a:ext cx="32719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dirty="0"/>
                  <a:t> is a constant: it doesn’t change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BD149C-B07C-A45D-32B6-82FF059EA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037" y="4269019"/>
                <a:ext cx="3271921" cy="369332"/>
              </a:xfrm>
              <a:prstGeom prst="rect">
                <a:avLst/>
              </a:prstGeom>
              <a:blipFill>
                <a:blip r:embed="rId6"/>
                <a:stretch>
                  <a:fillRect t="-8197" r="-9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53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35B0-E8C4-8CD0-7BDB-1E6F195C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662A9B-18E9-F38B-8C9D-BD944DF8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92" y="366524"/>
            <a:ext cx="7594478" cy="397052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2282DD2-43E7-F5B7-0034-F89A7C8B266E}"/>
              </a:ext>
            </a:extLst>
          </p:cNvPr>
          <p:cNvSpPr/>
          <p:nvPr/>
        </p:nvSpPr>
        <p:spPr>
          <a:xfrm>
            <a:off x="215901" y="1771018"/>
            <a:ext cx="692532" cy="1734181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57E22-D1CB-3EF8-51E0-27BF5884582F}"/>
              </a:ext>
            </a:extLst>
          </p:cNvPr>
          <p:cNvSpPr txBox="1"/>
          <p:nvPr/>
        </p:nvSpPr>
        <p:spPr>
          <a:xfrm>
            <a:off x="8903029" y="456128"/>
            <a:ext cx="4041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2. Decrease the entropy of pure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B7E30-9B8A-0110-FFB5-888DB7DFBA45}"/>
                  </a:ext>
                </a:extLst>
              </p:cNvPr>
              <p:cNvSpPr txBox="1"/>
              <p:nvPr/>
            </p:nvSpPr>
            <p:spPr>
              <a:xfrm>
                <a:off x="562167" y="4984267"/>
                <a:ext cx="2048894" cy="1010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B7E30-9B8A-0110-FFB5-888DB7DF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67" y="4984267"/>
                <a:ext cx="2048894" cy="1010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0ED62C-97E2-D70F-F90F-8BEF195D152E}"/>
                  </a:ext>
                </a:extLst>
              </p:cNvPr>
              <p:cNvSpPr txBox="1"/>
              <p:nvPr/>
            </p:nvSpPr>
            <p:spPr>
              <a:xfrm>
                <a:off x="3119377" y="4934760"/>
                <a:ext cx="2322559" cy="1085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ℏ/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0ED62C-97E2-D70F-F90F-8BEF195D1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377" y="4934760"/>
                <a:ext cx="2322559" cy="1085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D7827-6F36-F3D4-E359-4D26DC814855}"/>
                  </a:ext>
                </a:extLst>
              </p:cNvPr>
              <p:cNvSpPr txBox="1"/>
              <p:nvPr/>
            </p:nvSpPr>
            <p:spPr>
              <a:xfrm>
                <a:off x="5305121" y="4928674"/>
                <a:ext cx="879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D7827-6F36-F3D4-E359-4D26DC814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121" y="4928674"/>
                <a:ext cx="8795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1D9351-4A95-2498-0EB8-6093FF749529}"/>
                  </a:ext>
                </a:extLst>
              </p:cNvPr>
              <p:cNvSpPr txBox="1"/>
              <p:nvPr/>
            </p:nvSpPr>
            <p:spPr>
              <a:xfrm>
                <a:off x="6165036" y="5089965"/>
                <a:ext cx="242008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1D9351-4A95-2498-0EB8-6093FF749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036" y="5089965"/>
                <a:ext cx="2420085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787BB7-90FA-857A-F905-0D742F0FDCD8}"/>
                  </a:ext>
                </a:extLst>
              </p:cNvPr>
              <p:cNvSpPr txBox="1"/>
              <p:nvPr/>
            </p:nvSpPr>
            <p:spPr>
              <a:xfrm>
                <a:off x="5324742" y="5028410"/>
                <a:ext cx="84029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787BB7-90FA-857A-F905-0D742F0FD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742" y="5028410"/>
                <a:ext cx="840294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D7C33-60BA-B8DD-263E-1A1F781127B9}"/>
                  </a:ext>
                </a:extLst>
              </p:cNvPr>
              <p:cNvSpPr txBox="1"/>
              <p:nvPr/>
            </p:nvSpPr>
            <p:spPr>
              <a:xfrm>
                <a:off x="5257786" y="5712921"/>
                <a:ext cx="1062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ℏ/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3D7C33-60BA-B8DD-263E-1A1F78112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86" y="5712921"/>
                <a:ext cx="1062278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44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79F4-20D7-78CC-70C9-E497432A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9687F3-B712-EF84-E4BC-405B977085F8}"/>
              </a:ext>
            </a:extLst>
          </p:cNvPr>
          <p:cNvGraphicFramePr>
            <a:graphicFrameLocks noGrp="1"/>
          </p:cNvGraphicFramePr>
          <p:nvPr/>
        </p:nvGraphicFramePr>
        <p:xfrm>
          <a:off x="1831767" y="1329719"/>
          <a:ext cx="6644788" cy="3298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2394">
                  <a:extLst>
                    <a:ext uri="{9D8B030D-6E8A-4147-A177-3AD203B41FA5}">
                      <a16:colId xmlns:a16="http://schemas.microsoft.com/office/drawing/2014/main" val="318984211"/>
                    </a:ext>
                  </a:extLst>
                </a:gridCol>
                <a:gridCol w="3322394">
                  <a:extLst>
                    <a:ext uri="{9D8B030D-6E8A-4147-A177-3AD203B41FA5}">
                      <a16:colId xmlns:a16="http://schemas.microsoft.com/office/drawing/2014/main" val="4065757525"/>
                    </a:ext>
                  </a:extLst>
                </a:gridCol>
              </a:tblGrid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Classical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Relativistic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2816"/>
                  </a:ext>
                </a:extLst>
              </a:tr>
              <a:tr h="16490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Quantum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Mechanics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Quantum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Field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478271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132DCF-3983-A5CB-62F2-E824B2AC52F5}"/>
              </a:ext>
            </a:extLst>
          </p:cNvPr>
          <p:cNvCxnSpPr/>
          <p:nvPr/>
        </p:nvCxnSpPr>
        <p:spPr>
          <a:xfrm>
            <a:off x="1835474" y="1030368"/>
            <a:ext cx="6621057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749DCD-D9A5-EA68-04ED-F7B900D96CB9}"/>
              </a:ext>
            </a:extLst>
          </p:cNvPr>
          <p:cNvSpPr txBox="1"/>
          <p:nvPr/>
        </p:nvSpPr>
        <p:spPr>
          <a:xfrm>
            <a:off x="4771684" y="626046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1FA267-63DA-4312-6AF5-216A42B626EC}"/>
              </a:ext>
            </a:extLst>
          </p:cNvPr>
          <p:cNvCxnSpPr>
            <a:cxnSpLocks/>
          </p:cNvCxnSpPr>
          <p:nvPr/>
        </p:nvCxnSpPr>
        <p:spPr>
          <a:xfrm flipV="1">
            <a:off x="1521776" y="1323045"/>
            <a:ext cx="0" cy="3298182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55AA77-ADC7-CC51-72C4-A30641F7ED1A}"/>
              </a:ext>
            </a:extLst>
          </p:cNvPr>
          <p:cNvSpPr txBox="1"/>
          <p:nvPr/>
        </p:nvSpPr>
        <p:spPr>
          <a:xfrm rot="16200000">
            <a:off x="753456" y="2794143"/>
            <a:ext cx="91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B359C-8913-CDC5-18E9-DEDB670CDF6F}"/>
                  </a:ext>
                </a:extLst>
              </p:cNvPr>
              <p:cNvSpPr txBox="1"/>
              <p:nvPr/>
            </p:nvSpPr>
            <p:spPr>
              <a:xfrm>
                <a:off x="1831767" y="740667"/>
                <a:ext cx="7303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B359C-8913-CDC5-18E9-DEDB670CD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767" y="740667"/>
                <a:ext cx="730328" cy="276999"/>
              </a:xfrm>
              <a:prstGeom prst="rect">
                <a:avLst/>
              </a:prstGeom>
              <a:blipFill>
                <a:blip r:embed="rId2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FBB8F-AFAC-7E40-22B3-F24298CB56DD}"/>
                  </a:ext>
                </a:extLst>
              </p:cNvPr>
              <p:cNvSpPr txBox="1"/>
              <p:nvPr/>
            </p:nvSpPr>
            <p:spPr>
              <a:xfrm rot="16200000">
                <a:off x="908852" y="1488763"/>
                <a:ext cx="6982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/>
                  <a:t>“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ℏ→0</m:t>
                    </m:r>
                  </m:oMath>
                </a14:m>
                <a:r>
                  <a:rPr lang="en-US" sz="1200" dirty="0"/>
                  <a:t>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FBB8F-AFAC-7E40-22B3-F24298CB5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8852" y="1488763"/>
                <a:ext cx="698204" cy="276999"/>
              </a:xfrm>
              <a:prstGeom prst="rect">
                <a:avLst/>
              </a:prstGeom>
              <a:blipFill>
                <a:blip r:embed="rId3"/>
                <a:stretch>
                  <a:fillRect l="-2222" r="-17778" b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81DA064-2989-9A97-2488-9DF506FDDD35}"/>
              </a:ext>
            </a:extLst>
          </p:cNvPr>
          <p:cNvSpPr txBox="1"/>
          <p:nvPr/>
        </p:nvSpPr>
        <p:spPr>
          <a:xfrm>
            <a:off x="1716222" y="502935"/>
            <a:ext cx="961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Low speed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72C7F-AC81-94F3-2482-F88DF82AA882}"/>
              </a:ext>
            </a:extLst>
          </p:cNvPr>
          <p:cNvSpPr txBox="1"/>
          <p:nvPr/>
        </p:nvSpPr>
        <p:spPr>
          <a:xfrm rot="16200000">
            <a:off x="445377" y="1473373"/>
            <a:ext cx="1131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High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33685-CE47-0235-96B0-B3170DC1C92C}"/>
              </a:ext>
            </a:extLst>
          </p:cNvPr>
          <p:cNvSpPr txBox="1"/>
          <p:nvPr/>
        </p:nvSpPr>
        <p:spPr>
          <a:xfrm>
            <a:off x="1831767" y="4970070"/>
            <a:ext cx="612340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dirty="0">
                <a:solidFill>
                  <a:schemeClr val="accent6">
                    <a:lumMod val="75000"/>
                  </a:schemeClr>
                </a:solidFill>
              </a:rPr>
              <a:t>No-mechanism limit</a:t>
            </a:r>
            <a:br>
              <a:rPr lang="en-US" sz="3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800" dirty="0">
                <a:solidFill>
                  <a:schemeClr val="accent6">
                    <a:lumMod val="75000"/>
                  </a:schemeClr>
                </a:solidFill>
              </a:rPr>
              <a:t>(same as non-relativistic limit)</a:t>
            </a:r>
          </a:p>
        </p:txBody>
      </p:sp>
    </p:spTree>
    <p:extLst>
      <p:ext uri="{BB962C8B-B14F-4D97-AF65-F5344CB8AC3E}">
        <p14:creationId xmlns:p14="http://schemas.microsoft.com/office/powerpoint/2010/main" val="845389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242283-72CD-E517-4B16-4025C6BBFF0D}"/>
              </a:ext>
            </a:extLst>
          </p:cNvPr>
          <p:cNvSpPr txBox="1"/>
          <p:nvPr/>
        </p:nvSpPr>
        <p:spPr>
          <a:xfrm>
            <a:off x="1938691" y="5584311"/>
            <a:ext cx="74362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there is only one way to do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4C64C-F13C-9003-E996-F0C9FCF46043}"/>
              </a:ext>
            </a:extLst>
          </p:cNvPr>
          <p:cNvSpPr txBox="1"/>
          <p:nvPr/>
        </p:nvSpPr>
        <p:spPr>
          <a:xfrm>
            <a:off x="350493" y="3560937"/>
            <a:ext cx="94934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Up to isomorphisms, the Moyal bracket is the unique</a:t>
            </a:r>
            <a:br>
              <a:rPr lang="en-US" sz="2800" dirty="0"/>
            </a:br>
            <a:r>
              <a:rPr lang="en-US" sz="2800" dirty="0"/>
              <a:t>one-parameter Lie-algebraic deformation of the Poisson bracket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603667-92DE-9EAB-8E6D-A844B2A0D9C8}"/>
                  </a:ext>
                </a:extLst>
              </p:cNvPr>
              <p:cNvSpPr txBox="1"/>
              <p:nvPr/>
            </p:nvSpPr>
            <p:spPr>
              <a:xfrm>
                <a:off x="430045" y="997113"/>
                <a:ext cx="4039376" cy="1407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603667-92DE-9EAB-8E6D-A844B2A0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45" y="997113"/>
                <a:ext cx="4039376" cy="14078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7804681-A543-2902-0B17-C2BF4457811E}"/>
              </a:ext>
            </a:extLst>
          </p:cNvPr>
          <p:cNvSpPr txBox="1"/>
          <p:nvPr/>
        </p:nvSpPr>
        <p:spPr>
          <a:xfrm>
            <a:off x="626157" y="273839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Quantum to classical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8198F-A384-428A-C9FB-366D4359F62D}"/>
              </a:ext>
            </a:extLst>
          </p:cNvPr>
          <p:cNvSpPr txBox="1"/>
          <p:nvPr/>
        </p:nvSpPr>
        <p:spPr>
          <a:xfrm>
            <a:off x="855162" y="2543433"/>
            <a:ext cx="3189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High entropy limit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594DC7-5A8B-30CE-156A-D29F21B24EDF}"/>
                  </a:ext>
                </a:extLst>
              </p:cNvPr>
              <p:cNvSpPr txBox="1"/>
              <p:nvPr/>
            </p:nvSpPr>
            <p:spPr>
              <a:xfrm>
                <a:off x="7054684" y="997113"/>
                <a:ext cx="4039376" cy="1407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594DC7-5A8B-30CE-156A-D29F21B24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684" y="997113"/>
                <a:ext cx="4039376" cy="1407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F31BA95-A5C2-F577-4617-DC795FC4AE76}"/>
              </a:ext>
            </a:extLst>
          </p:cNvPr>
          <p:cNvSpPr txBox="1"/>
          <p:nvPr/>
        </p:nvSpPr>
        <p:spPr>
          <a:xfrm>
            <a:off x="7257211" y="273839"/>
            <a:ext cx="3634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Classical to quantum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E5862-34C7-5D03-6A33-FBB0089C8FE9}"/>
              </a:ext>
            </a:extLst>
          </p:cNvPr>
          <p:cNvSpPr txBox="1"/>
          <p:nvPr/>
        </p:nvSpPr>
        <p:spPr>
          <a:xfrm>
            <a:off x="8695904" y="2543433"/>
            <a:ext cx="756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???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B0EC4-11C2-C45F-AAB5-E1FBEAF83EB3}"/>
              </a:ext>
            </a:extLst>
          </p:cNvPr>
          <p:cNvSpPr txBox="1"/>
          <p:nvPr/>
        </p:nvSpPr>
        <p:spPr>
          <a:xfrm>
            <a:off x="430045" y="4753314"/>
            <a:ext cx="8520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If I asked for a theory that puts a hard lower bound on the entropy,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and recovers classical mechanics at high entropy….</a:t>
            </a:r>
          </a:p>
        </p:txBody>
      </p:sp>
    </p:spTree>
    <p:extLst>
      <p:ext uri="{BB962C8B-B14F-4D97-AF65-F5344CB8AC3E}">
        <p14:creationId xmlns:p14="http://schemas.microsoft.com/office/powerpoint/2010/main" val="345366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AEB4-D6B6-B9CB-F31D-C0304504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B2E63-8F18-31AA-719F-91AD9BE9ECCC}"/>
              </a:ext>
            </a:extLst>
          </p:cNvPr>
          <p:cNvSpPr txBox="1"/>
          <p:nvPr/>
        </p:nvSpPr>
        <p:spPr>
          <a:xfrm>
            <a:off x="989105" y="3933183"/>
            <a:ext cx="77592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Quantizing a classical theory means putting a lower bound on the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A97303-CE6A-0D59-AAD9-C674AA619E3F}"/>
                  </a:ext>
                </a:extLst>
              </p:cNvPr>
              <p:cNvSpPr txBox="1"/>
              <p:nvPr/>
            </p:nvSpPr>
            <p:spPr>
              <a:xfrm>
                <a:off x="430045" y="997113"/>
                <a:ext cx="4039376" cy="1407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A97303-CE6A-0D59-AAD9-C674AA619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45" y="997113"/>
                <a:ext cx="4039376" cy="14078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F5849C3-FA37-2C8F-6AFE-9D016B67209C}"/>
              </a:ext>
            </a:extLst>
          </p:cNvPr>
          <p:cNvSpPr txBox="1"/>
          <p:nvPr/>
        </p:nvSpPr>
        <p:spPr>
          <a:xfrm>
            <a:off x="626157" y="273839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Quantum to classical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CF636-2DE6-3BA3-43B7-2DF72E44A1E7}"/>
              </a:ext>
            </a:extLst>
          </p:cNvPr>
          <p:cNvSpPr txBox="1"/>
          <p:nvPr/>
        </p:nvSpPr>
        <p:spPr>
          <a:xfrm>
            <a:off x="855162" y="2543433"/>
            <a:ext cx="3189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High entropy limit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FF756-18A0-4664-6D9D-97AF1184D772}"/>
              </a:ext>
            </a:extLst>
          </p:cNvPr>
          <p:cNvSpPr txBox="1"/>
          <p:nvPr/>
        </p:nvSpPr>
        <p:spPr>
          <a:xfrm>
            <a:off x="7257211" y="273839"/>
            <a:ext cx="3634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Classical to quantum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89BF5-1698-D000-B1B6-97BE491A708D}"/>
              </a:ext>
            </a:extLst>
          </p:cNvPr>
          <p:cNvSpPr txBox="1"/>
          <p:nvPr/>
        </p:nvSpPr>
        <p:spPr>
          <a:xfrm>
            <a:off x="6931432" y="2543433"/>
            <a:ext cx="42859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Entropic lower bound</a:t>
            </a:r>
            <a:br>
              <a:rPr lang="en-US" sz="2400" dirty="0"/>
            </a:br>
            <a:r>
              <a:rPr lang="en-US" sz="2400" dirty="0"/>
              <a:t>that recovers classical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EC08F-EF2B-2E7B-1993-2A2D50DE6837}"/>
                  </a:ext>
                </a:extLst>
              </p:cNvPr>
              <p:cNvSpPr txBox="1"/>
              <p:nvPr/>
            </p:nvSpPr>
            <p:spPr>
              <a:xfrm>
                <a:off x="7054684" y="997113"/>
                <a:ext cx="4039376" cy="1407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𝚤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EC08F-EF2B-2E7B-1993-2A2D50DE6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684" y="997113"/>
                <a:ext cx="4039376" cy="1407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398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D35005-C363-6641-7B80-342F025F08FA}"/>
              </a:ext>
            </a:extLst>
          </p:cNvPr>
          <p:cNvGrpSpPr/>
          <p:nvPr/>
        </p:nvGrpSpPr>
        <p:grpSpPr>
          <a:xfrm>
            <a:off x="282584" y="4594349"/>
            <a:ext cx="6378179" cy="1784573"/>
            <a:chOff x="7093758" y="5122425"/>
            <a:chExt cx="4256104" cy="11908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33EF9A-0B99-2B23-32D4-FFE5BC0A047A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0BD6963-E0F1-4A4C-034E-08313F26C519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AF625D6B-C637-F0A4-8E04-028EDE6D8B2E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Chord 5">
                  <a:extLst>
                    <a:ext uri="{FF2B5EF4-FFF2-40B4-BE49-F238E27FC236}">
                      <a16:creationId xmlns:a16="http://schemas.microsoft.com/office/drawing/2014/main" id="{F5FC2138-E9C5-6F42-EB46-3C13F3530A46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BDBB9DD-52C3-2DF8-2258-67B7DFD6A8F4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742A2C86-B712-1326-D720-532E1F2E2705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Chord 5">
                  <a:extLst>
                    <a:ext uri="{FF2B5EF4-FFF2-40B4-BE49-F238E27FC236}">
                      <a16:creationId xmlns:a16="http://schemas.microsoft.com/office/drawing/2014/main" id="{85D0322E-2D78-8106-7F21-E118FDF20A45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5B47B12-FC68-9AA0-C15A-C4F81A6F9B95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16448D1-A5D4-A34F-3E45-A9AC2270DF7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1BA898-A337-8DEB-FADC-52AA24485011}"/>
                </a:ext>
              </a:extLst>
            </p:cNvPr>
            <p:cNvSpPr/>
            <p:nvPr/>
          </p:nvSpPr>
          <p:spPr>
            <a:xfrm>
              <a:off x="10844764" y="5974703"/>
              <a:ext cx="505098" cy="3080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time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EC4BFC-35AE-2888-5E93-436B853B9313}"/>
              </a:ext>
            </a:extLst>
          </p:cNvPr>
          <p:cNvGrpSpPr/>
          <p:nvPr/>
        </p:nvGrpSpPr>
        <p:grpSpPr>
          <a:xfrm>
            <a:off x="224533" y="1109424"/>
            <a:ext cx="6407307" cy="1793821"/>
            <a:chOff x="7093758" y="5122425"/>
            <a:chExt cx="4253501" cy="119083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3A0FA0C-BE66-4481-979E-AE172B9E346F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69BE7AA-C9DE-E9F8-8649-784AB882D517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02CD960-C6D2-57CA-DFE8-927E986FB664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" name="Chord 5">
                  <a:extLst>
                    <a:ext uri="{FF2B5EF4-FFF2-40B4-BE49-F238E27FC236}">
                      <a16:creationId xmlns:a16="http://schemas.microsoft.com/office/drawing/2014/main" id="{4FE4EE3C-389D-30BF-6B60-4A1DB3F348FD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4B8F76E-D095-2582-587B-5A4B8E48BC2E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968C11B-41FD-40FD-84E3-3BAB27349FDF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29" name="Chord 5">
                  <a:extLst>
                    <a:ext uri="{FF2B5EF4-FFF2-40B4-BE49-F238E27FC236}">
                      <a16:creationId xmlns:a16="http://schemas.microsoft.com/office/drawing/2014/main" id="{92043D87-EE9F-B1B6-1F5F-DCF1C38CE5F0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A2B9444-24F8-48EA-65FB-624EDF905419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C035BEF-2603-63CA-AF8A-2F4A602A9221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1BA8EC-E25A-DAA5-4AD3-E76D35AABFA9}"/>
                </a:ext>
              </a:extLst>
            </p:cNvPr>
            <p:cNvSpPr/>
            <p:nvPr/>
          </p:nvSpPr>
          <p:spPr>
            <a:xfrm>
              <a:off x="10844764" y="5974702"/>
              <a:ext cx="502495" cy="3064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time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974F525-BA71-EDA1-F435-636AC5A9B43F}"/>
              </a:ext>
            </a:extLst>
          </p:cNvPr>
          <p:cNvSpPr txBox="1"/>
          <p:nvPr/>
        </p:nvSpPr>
        <p:spPr>
          <a:xfrm>
            <a:off x="7119795" y="184287"/>
            <a:ext cx="4135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Classical system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80E8B9-9200-F3CC-8088-EF663FE71FF3}"/>
              </a:ext>
            </a:extLst>
          </p:cNvPr>
          <p:cNvSpPr txBox="1"/>
          <p:nvPr/>
        </p:nvSpPr>
        <p:spPr>
          <a:xfrm>
            <a:off x="6055075" y="1117472"/>
            <a:ext cx="6161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Infinitesimally reducible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5BCF70-F8ED-9F0C-7A8A-A530DC790D12}"/>
              </a:ext>
            </a:extLst>
          </p:cNvPr>
          <p:cNvSpPr txBox="1"/>
          <p:nvPr/>
        </p:nvSpPr>
        <p:spPr>
          <a:xfrm>
            <a:off x="7677993" y="2050657"/>
            <a:ext cx="30194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Internal dynamics</a:t>
            </a:r>
            <a:br>
              <a:rPr lang="en-US" sz="2800" dirty="0"/>
            </a:br>
            <a:r>
              <a:rPr lang="en-US" sz="2800" dirty="0"/>
              <a:t>perfectly accessible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0F4C45-697B-E558-BF1C-162982588807}"/>
              </a:ext>
            </a:extLst>
          </p:cNvPr>
          <p:cNvSpPr txBox="1"/>
          <p:nvPr/>
        </p:nvSpPr>
        <p:spPr>
          <a:xfrm>
            <a:off x="6260734" y="3558445"/>
            <a:ext cx="4431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Quantum system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25D83F-B979-081F-519D-66DC8980882D}"/>
              </a:ext>
            </a:extLst>
          </p:cNvPr>
          <p:cNvSpPr txBox="1"/>
          <p:nvPr/>
        </p:nvSpPr>
        <p:spPr>
          <a:xfrm>
            <a:off x="7033059" y="4491630"/>
            <a:ext cx="28872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Irreducible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78134D-6B1B-2418-3815-4CD2041A771B}"/>
              </a:ext>
            </a:extLst>
          </p:cNvPr>
          <p:cNvSpPr txBox="1"/>
          <p:nvPr/>
        </p:nvSpPr>
        <p:spPr>
          <a:xfrm>
            <a:off x="7087882" y="5424815"/>
            <a:ext cx="27775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Internal dynamics</a:t>
            </a:r>
          </a:p>
          <a:p>
            <a:pPr algn="ctr"/>
            <a:r>
              <a:rPr lang="en-US" sz="2800" dirty="0"/>
              <a:t>inaccessible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E99A63-D86F-1B59-994B-53287C654F3C}"/>
              </a:ext>
            </a:extLst>
          </p:cNvPr>
          <p:cNvGrpSpPr/>
          <p:nvPr/>
        </p:nvGrpSpPr>
        <p:grpSpPr>
          <a:xfrm>
            <a:off x="1614315" y="1545365"/>
            <a:ext cx="3711734" cy="296044"/>
            <a:chOff x="1614315" y="1545365"/>
            <a:chExt cx="3711734" cy="29604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7BAF702-A7A2-8898-F0F3-00FA5F98CB1C}"/>
                </a:ext>
              </a:extLst>
            </p:cNvPr>
            <p:cNvSpPr/>
            <p:nvPr/>
          </p:nvSpPr>
          <p:spPr>
            <a:xfrm rot="19209652">
              <a:off x="1614315" y="1545365"/>
              <a:ext cx="77041" cy="15408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88534A-1610-3A34-97CB-62BB4627BFF0}"/>
                </a:ext>
              </a:extLst>
            </p:cNvPr>
            <p:cNvSpPr/>
            <p:nvPr/>
          </p:nvSpPr>
          <p:spPr>
            <a:xfrm rot="2714105">
              <a:off x="5199544" y="1714904"/>
              <a:ext cx="98927" cy="15408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F8377D3-5E81-ECC7-05E5-7452CC676A99}"/>
                </a:ext>
              </a:extLst>
            </p:cNvPr>
            <p:cNvCxnSpPr>
              <a:cxnSpLocks/>
            </p:cNvCxnSpPr>
            <p:nvPr/>
          </p:nvCxnSpPr>
          <p:spPr>
            <a:xfrm>
              <a:off x="1787406" y="1627948"/>
              <a:ext cx="3320830" cy="12603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3D3028-D061-BF9D-3F4F-112B7B5199CA}"/>
              </a:ext>
            </a:extLst>
          </p:cNvPr>
          <p:cNvGrpSpPr/>
          <p:nvPr/>
        </p:nvGrpSpPr>
        <p:grpSpPr>
          <a:xfrm>
            <a:off x="1665202" y="4827273"/>
            <a:ext cx="3534985" cy="1130840"/>
            <a:chOff x="1665202" y="4827273"/>
            <a:chExt cx="3534985" cy="113084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F969F66-899B-AEAF-192B-E0D56D510AB5}"/>
                </a:ext>
              </a:extLst>
            </p:cNvPr>
            <p:cNvSpPr/>
            <p:nvPr/>
          </p:nvSpPr>
          <p:spPr>
            <a:xfrm rot="19209652">
              <a:off x="1665202" y="5028042"/>
              <a:ext cx="76644" cy="153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2F17-11DD-B683-FF96-F5671A4B54A1}"/>
                </a:ext>
              </a:extLst>
            </p:cNvPr>
            <p:cNvCxnSpPr>
              <a:cxnSpLocks/>
            </p:cNvCxnSpPr>
            <p:nvPr/>
          </p:nvCxnSpPr>
          <p:spPr>
            <a:xfrm>
              <a:off x="1837401" y="5110200"/>
              <a:ext cx="3362786" cy="4763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ED0CF2-58B2-95A6-403A-6762800FD551}"/>
                </a:ext>
              </a:extLst>
            </p:cNvPr>
            <p:cNvCxnSpPr>
              <a:cxnSpLocks/>
            </p:cNvCxnSpPr>
            <p:nvPr/>
          </p:nvCxnSpPr>
          <p:spPr>
            <a:xfrm>
              <a:off x="1870559" y="5139800"/>
              <a:ext cx="3155332" cy="30651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0229EB-83FA-EF88-C533-8859AB78F9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498" y="4827273"/>
              <a:ext cx="3137303" cy="23439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336441-6E5D-AD4D-48FF-AD04A65DD4F9}"/>
                </a:ext>
              </a:extLst>
            </p:cNvPr>
            <p:cNvSpPr txBox="1"/>
            <p:nvPr/>
          </p:nvSpPr>
          <p:spPr>
            <a:xfrm>
              <a:off x="3020682" y="5127895"/>
              <a:ext cx="618820" cy="830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solidFill>
                    <a:srgbClr val="FF0000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125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CE56-6A13-3850-3963-465E8FE7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36A9E-4A0A-ACAC-6914-51A5D35109E0}"/>
              </a:ext>
            </a:extLst>
          </p:cNvPr>
          <p:cNvSpPr txBox="1"/>
          <p:nvPr/>
        </p:nvSpPr>
        <p:spPr>
          <a:xfrm>
            <a:off x="3520872" y="451976"/>
            <a:ext cx="55227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What is entropy?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CF812-917C-7635-097C-6DB6FEF95D5D}"/>
              </a:ext>
            </a:extLst>
          </p:cNvPr>
          <p:cNvSpPr txBox="1"/>
          <p:nvPr/>
        </p:nvSpPr>
        <p:spPr>
          <a:xfrm>
            <a:off x="2957449" y="2768234"/>
            <a:ext cx="6649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Why a lower bound?</a:t>
            </a:r>
          </a:p>
        </p:txBody>
      </p:sp>
    </p:spTree>
    <p:extLst>
      <p:ext uri="{BB962C8B-B14F-4D97-AF65-F5344CB8AC3E}">
        <p14:creationId xmlns:p14="http://schemas.microsoft.com/office/powerpoint/2010/main" val="2935110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2BE00-699E-7EED-BD79-5AF0617F3DD4}"/>
              </a:ext>
            </a:extLst>
          </p:cNvPr>
          <p:cNvSpPr txBox="1"/>
          <p:nvPr/>
        </p:nvSpPr>
        <p:spPr>
          <a:xfrm>
            <a:off x="810875" y="2015770"/>
            <a:ext cx="6942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You can think of it as disorder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097B6-975D-6EF0-4A8E-1E29E110F16A}"/>
              </a:ext>
            </a:extLst>
          </p:cNvPr>
          <p:cNvSpPr txBox="1"/>
          <p:nvPr/>
        </p:nvSpPr>
        <p:spPr>
          <a:xfrm>
            <a:off x="2315182" y="3270728"/>
            <a:ext cx="77412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You can think of it as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56136-545E-47DB-8043-BE99BA5CB0E8}"/>
              </a:ext>
            </a:extLst>
          </p:cNvPr>
          <p:cNvSpPr txBox="1"/>
          <p:nvPr/>
        </p:nvSpPr>
        <p:spPr>
          <a:xfrm>
            <a:off x="937875" y="4258510"/>
            <a:ext cx="49051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You can think of it as</a:t>
            </a:r>
            <a:br>
              <a:rPr lang="en-US" sz="4400" dirty="0"/>
            </a:br>
            <a:r>
              <a:rPr lang="en-US" sz="4400" dirty="0"/>
              <a:t>lack of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F71ED-DD60-B6B7-3D10-7E4F17509BB3}"/>
              </a:ext>
            </a:extLst>
          </p:cNvPr>
          <p:cNvSpPr txBox="1"/>
          <p:nvPr/>
        </p:nvSpPr>
        <p:spPr>
          <a:xfrm>
            <a:off x="3520872" y="451976"/>
            <a:ext cx="55227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What is entropy?</a:t>
            </a:r>
          </a:p>
        </p:txBody>
      </p:sp>
    </p:spTree>
    <p:extLst>
      <p:ext uri="{BB962C8B-B14F-4D97-AF65-F5344CB8AC3E}">
        <p14:creationId xmlns:p14="http://schemas.microsoft.com/office/powerpoint/2010/main" val="101966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F9DBC9-9B7E-8CD9-8BFD-109012B86E9F}"/>
              </a:ext>
            </a:extLst>
          </p:cNvPr>
          <p:cNvSpPr txBox="1"/>
          <p:nvPr/>
        </p:nvSpPr>
        <p:spPr>
          <a:xfrm>
            <a:off x="2186651" y="5054600"/>
            <a:ext cx="6685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Is or is not.</a:t>
            </a:r>
            <a:br>
              <a:rPr lang="en-US" sz="3600" dirty="0"/>
            </a:br>
            <a:r>
              <a:rPr lang="en-US" sz="3600" dirty="0"/>
              <a:t>There is no “you can think of it as.”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060A9-65C3-7C4B-0FC5-609C5B14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" t="2777" r="1146" b="1910"/>
          <a:stretch>
            <a:fillRect/>
          </a:stretch>
        </p:blipFill>
        <p:spPr>
          <a:xfrm>
            <a:off x="825961" y="323850"/>
            <a:ext cx="10540077" cy="44341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B3CCA2-D0A6-1A83-38A2-F1B86C41DC29}"/>
              </a:ext>
            </a:extLst>
          </p:cNvPr>
          <p:cNvSpPr txBox="1"/>
          <p:nvPr/>
        </p:nvSpPr>
        <p:spPr>
          <a:xfrm>
            <a:off x="9310221" y="77629"/>
            <a:ext cx="2156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The empire strikes back, Lucasfilm Ltd</a:t>
            </a:r>
          </a:p>
        </p:txBody>
      </p:sp>
    </p:spTree>
    <p:extLst>
      <p:ext uri="{BB962C8B-B14F-4D97-AF65-F5344CB8AC3E}">
        <p14:creationId xmlns:p14="http://schemas.microsoft.com/office/powerpoint/2010/main" val="2461489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76F1B0D-5B5F-423B-81CA-F6EA8B791984}"/>
              </a:ext>
            </a:extLst>
          </p:cNvPr>
          <p:cNvGrpSpPr/>
          <p:nvPr/>
        </p:nvGrpSpPr>
        <p:grpSpPr>
          <a:xfrm>
            <a:off x="343787" y="552892"/>
            <a:ext cx="3860800" cy="2438400"/>
            <a:chOff x="257840" y="742950"/>
            <a:chExt cx="2895600" cy="1828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1968996-1CBE-4C3D-B6D7-A07704451B5D}"/>
                </a:ext>
              </a:extLst>
            </p:cNvPr>
            <p:cNvSpPr/>
            <p:nvPr/>
          </p:nvSpPr>
          <p:spPr>
            <a:xfrm>
              <a:off x="257840" y="742950"/>
              <a:ext cx="2895600" cy="1828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" name="Star: 5 Points 2">
              <a:extLst>
                <a:ext uri="{FF2B5EF4-FFF2-40B4-BE49-F238E27FC236}">
                  <a16:creationId xmlns:a16="http://schemas.microsoft.com/office/drawing/2014/main" id="{29F0B33C-B431-4CD1-B7A1-95C5C8350AC2}"/>
                </a:ext>
              </a:extLst>
            </p:cNvPr>
            <p:cNvSpPr/>
            <p:nvPr/>
          </p:nvSpPr>
          <p:spPr>
            <a:xfrm>
              <a:off x="1174899" y="1319323"/>
              <a:ext cx="228600" cy="22860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703FAA-F3E9-428B-9D66-DFAD9C58B8C2}"/>
                </a:ext>
              </a:extLst>
            </p:cNvPr>
            <p:cNvSpPr/>
            <p:nvPr/>
          </p:nvSpPr>
          <p:spPr>
            <a:xfrm>
              <a:off x="935666" y="113989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91EE8FAF-83E8-4E49-8EF1-5DADFE3003EF}"/>
                </a:ext>
              </a:extLst>
            </p:cNvPr>
            <p:cNvSpPr/>
            <p:nvPr/>
          </p:nvSpPr>
          <p:spPr>
            <a:xfrm>
              <a:off x="2219548" y="1591339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BFC50D9-0419-4B7A-99C2-399BB907D71F}"/>
                </a:ext>
              </a:extLst>
            </p:cNvPr>
            <p:cNvSpPr/>
            <p:nvPr/>
          </p:nvSpPr>
          <p:spPr>
            <a:xfrm>
              <a:off x="573273" y="147703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ABFF40-ECFD-4393-9BFA-CFD361414AC7}"/>
                </a:ext>
              </a:extLst>
            </p:cNvPr>
            <p:cNvSpPr/>
            <p:nvPr/>
          </p:nvSpPr>
          <p:spPr>
            <a:xfrm>
              <a:off x="901553" y="1850508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C982045-F93B-4B82-A8B1-DAAE573B4931}"/>
                </a:ext>
              </a:extLst>
            </p:cNvPr>
            <p:cNvSpPr/>
            <p:nvPr/>
          </p:nvSpPr>
          <p:spPr>
            <a:xfrm>
              <a:off x="1705640" y="969778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C6E93F0-758A-4DC9-945E-E8637B6DE876}"/>
                </a:ext>
              </a:extLst>
            </p:cNvPr>
            <p:cNvSpPr/>
            <p:nvPr/>
          </p:nvSpPr>
          <p:spPr>
            <a:xfrm>
              <a:off x="1566531" y="1656908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AE7730A-B152-432F-BDBB-5F2A51F8D516}"/>
                </a:ext>
              </a:extLst>
            </p:cNvPr>
            <p:cNvSpPr/>
            <p:nvPr/>
          </p:nvSpPr>
          <p:spPr>
            <a:xfrm>
              <a:off x="1976331" y="1288312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A3B0803-BB7A-43C0-91E3-AEAE7FE7A24E}"/>
                </a:ext>
              </a:extLst>
            </p:cNvPr>
            <p:cNvSpPr/>
            <p:nvPr/>
          </p:nvSpPr>
          <p:spPr>
            <a:xfrm>
              <a:off x="2688266" y="155323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5692283-C53A-4073-A88B-B1DF48BC7905}"/>
                </a:ext>
              </a:extLst>
            </p:cNvPr>
            <p:cNvSpPr/>
            <p:nvPr/>
          </p:nvSpPr>
          <p:spPr>
            <a:xfrm>
              <a:off x="2190753" y="202062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00EEF4-A2D4-4D1B-B03B-BCC64EEC743B}"/>
                </a:ext>
              </a:extLst>
            </p:cNvPr>
            <p:cNvSpPr/>
            <p:nvPr/>
          </p:nvSpPr>
          <p:spPr>
            <a:xfrm>
              <a:off x="1456666" y="2157523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C62FEA0-9407-4FC1-BFBA-83B965EA6DAD}"/>
                </a:ext>
              </a:extLst>
            </p:cNvPr>
            <p:cNvSpPr/>
            <p:nvPr/>
          </p:nvSpPr>
          <p:spPr>
            <a:xfrm>
              <a:off x="2466312" y="113989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EB4C3D0-7C3C-44C4-85DC-4E3DC41D16FE}"/>
              </a:ext>
            </a:extLst>
          </p:cNvPr>
          <p:cNvGrpSpPr/>
          <p:nvPr/>
        </p:nvGrpSpPr>
        <p:grpSpPr>
          <a:xfrm>
            <a:off x="8359554" y="311739"/>
            <a:ext cx="3629247" cy="1981200"/>
            <a:chOff x="6269665" y="747823"/>
            <a:chExt cx="2721935" cy="14859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15CBA4A-E017-445A-B750-57A27C747E48}"/>
                </a:ext>
              </a:extLst>
            </p:cNvPr>
            <p:cNvSpPr/>
            <p:nvPr/>
          </p:nvSpPr>
          <p:spPr>
            <a:xfrm>
              <a:off x="6269665" y="747823"/>
              <a:ext cx="2721935" cy="1485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Star: 5 Points 15">
              <a:extLst>
                <a:ext uri="{FF2B5EF4-FFF2-40B4-BE49-F238E27FC236}">
                  <a16:creationId xmlns:a16="http://schemas.microsoft.com/office/drawing/2014/main" id="{C21E0B0C-C932-4F08-B01D-E9516D8472CA}"/>
                </a:ext>
              </a:extLst>
            </p:cNvPr>
            <p:cNvSpPr/>
            <p:nvPr/>
          </p:nvSpPr>
          <p:spPr>
            <a:xfrm>
              <a:off x="6743701" y="1166923"/>
              <a:ext cx="228600" cy="22860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F9D9EB2-C98C-4FA2-AEA6-627C6892AFC4}"/>
                </a:ext>
              </a:extLst>
            </p:cNvPr>
            <p:cNvSpPr/>
            <p:nvPr/>
          </p:nvSpPr>
          <p:spPr>
            <a:xfrm>
              <a:off x="7341337" y="1328183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CB42B03-0210-459D-955B-522B9EFAD0E1}"/>
                </a:ext>
              </a:extLst>
            </p:cNvPr>
            <p:cNvSpPr/>
            <p:nvPr/>
          </p:nvSpPr>
          <p:spPr>
            <a:xfrm>
              <a:off x="7417537" y="895351"/>
              <a:ext cx="152400" cy="15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12FAB1F-B36A-41A5-9209-4728D66C30B7}"/>
                </a:ext>
              </a:extLst>
            </p:cNvPr>
            <p:cNvSpPr/>
            <p:nvPr/>
          </p:nvSpPr>
          <p:spPr>
            <a:xfrm>
              <a:off x="7101663" y="167196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8362560-AFFD-40F5-AF6B-54EBA42CAE5A}"/>
                </a:ext>
              </a:extLst>
            </p:cNvPr>
            <p:cNvSpPr/>
            <p:nvPr/>
          </p:nvSpPr>
          <p:spPr>
            <a:xfrm>
              <a:off x="8327066" y="1076325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0B08D9-EB2D-4726-9B15-0B6F8A10E12B}"/>
                </a:ext>
              </a:extLst>
            </p:cNvPr>
            <p:cNvSpPr/>
            <p:nvPr/>
          </p:nvSpPr>
          <p:spPr>
            <a:xfrm>
              <a:off x="7772401" y="1795131"/>
              <a:ext cx="152400" cy="15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8307F094-9645-42A2-8147-45489AEACBE1}"/>
                </a:ext>
              </a:extLst>
            </p:cNvPr>
            <p:cNvSpPr/>
            <p:nvPr/>
          </p:nvSpPr>
          <p:spPr>
            <a:xfrm>
              <a:off x="7850377" y="1204582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B3B3CD50-336E-46D0-A283-87AE181634B4}"/>
                </a:ext>
              </a:extLst>
            </p:cNvPr>
            <p:cNvSpPr/>
            <p:nvPr/>
          </p:nvSpPr>
          <p:spPr>
            <a:xfrm>
              <a:off x="8268585" y="1557226"/>
              <a:ext cx="228600" cy="22860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5DBEC17-7EDC-44AF-997C-B33E142FBA71}"/>
              </a:ext>
            </a:extLst>
          </p:cNvPr>
          <p:cNvGrpSpPr/>
          <p:nvPr/>
        </p:nvGrpSpPr>
        <p:grpSpPr>
          <a:xfrm>
            <a:off x="4761032" y="1377950"/>
            <a:ext cx="3149600" cy="2438400"/>
            <a:chOff x="3570774" y="956931"/>
            <a:chExt cx="2362200" cy="1828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CF2511-6252-4B8C-B55F-603F9EC48CE0}"/>
                </a:ext>
              </a:extLst>
            </p:cNvPr>
            <p:cNvSpPr/>
            <p:nvPr/>
          </p:nvSpPr>
          <p:spPr>
            <a:xfrm>
              <a:off x="4352266" y="2309923"/>
              <a:ext cx="152400" cy="15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99D65E-41E8-4784-B969-0F0AD604CE93}"/>
                </a:ext>
              </a:extLst>
            </p:cNvPr>
            <p:cNvSpPr/>
            <p:nvPr/>
          </p:nvSpPr>
          <p:spPr>
            <a:xfrm>
              <a:off x="3570774" y="956931"/>
              <a:ext cx="2362200" cy="1828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78D73826-7DA2-4E25-876E-77699CF09E1B}"/>
                </a:ext>
              </a:extLst>
            </p:cNvPr>
            <p:cNvSpPr/>
            <p:nvPr/>
          </p:nvSpPr>
          <p:spPr>
            <a:xfrm>
              <a:off x="4922000" y="2172142"/>
              <a:ext cx="228600" cy="22860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7852F1F-CF42-4CC9-9D2F-1A1B57DA4F1A}"/>
                </a:ext>
              </a:extLst>
            </p:cNvPr>
            <p:cNvSpPr/>
            <p:nvPr/>
          </p:nvSpPr>
          <p:spPr>
            <a:xfrm>
              <a:off x="3981671" y="1922722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E2AE503-68BB-44D0-B629-61BD93E77113}"/>
                </a:ext>
              </a:extLst>
            </p:cNvPr>
            <p:cNvSpPr/>
            <p:nvPr/>
          </p:nvSpPr>
          <p:spPr>
            <a:xfrm>
              <a:off x="4148912" y="1400839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92B4DC7-4C49-48FA-A447-F48EB8A286BD}"/>
                </a:ext>
              </a:extLst>
            </p:cNvPr>
            <p:cNvSpPr/>
            <p:nvPr/>
          </p:nvSpPr>
          <p:spPr>
            <a:xfrm>
              <a:off x="5488173" y="1531754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5631834-638F-40AC-A38C-C5DC44585CE0}"/>
                </a:ext>
              </a:extLst>
            </p:cNvPr>
            <p:cNvSpPr/>
            <p:nvPr/>
          </p:nvSpPr>
          <p:spPr>
            <a:xfrm>
              <a:off x="4993543" y="1735323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B1A0F67-849C-4EC0-B5D5-19E6C1B89930}"/>
                </a:ext>
              </a:extLst>
            </p:cNvPr>
            <p:cNvSpPr/>
            <p:nvPr/>
          </p:nvSpPr>
          <p:spPr>
            <a:xfrm>
              <a:off x="4475205" y="1785826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339B2656-52D5-4389-8926-B49F7F8180FC}"/>
                </a:ext>
              </a:extLst>
            </p:cNvPr>
            <p:cNvSpPr/>
            <p:nvPr/>
          </p:nvSpPr>
          <p:spPr>
            <a:xfrm>
              <a:off x="5429247" y="1922722"/>
              <a:ext cx="152400" cy="1524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7" name="Star: 5 Points 46">
              <a:extLst>
                <a:ext uri="{FF2B5EF4-FFF2-40B4-BE49-F238E27FC236}">
                  <a16:creationId xmlns:a16="http://schemas.microsoft.com/office/drawing/2014/main" id="{C6256C18-627D-4267-BB2E-34C09D821DB5}"/>
                </a:ext>
              </a:extLst>
            </p:cNvPr>
            <p:cNvSpPr/>
            <p:nvPr/>
          </p:nvSpPr>
          <p:spPr>
            <a:xfrm>
              <a:off x="4637574" y="1166923"/>
              <a:ext cx="228600" cy="22860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3925B63-98B1-4FF5-8D4E-5739C44972F6}"/>
                </a:ext>
              </a:extLst>
            </p:cNvPr>
            <p:cNvSpPr/>
            <p:nvPr/>
          </p:nvSpPr>
          <p:spPr>
            <a:xfrm>
              <a:off x="5146606" y="1280782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0F5C1C6-65AA-357E-2B28-E695427E8897}"/>
              </a:ext>
            </a:extLst>
          </p:cNvPr>
          <p:cNvSpPr txBox="1"/>
          <p:nvPr/>
        </p:nvSpPr>
        <p:spPr>
          <a:xfrm>
            <a:off x="399334" y="4373515"/>
            <a:ext cx="8496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Suppose you have a (possibly infinite) collection of things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7CD44-CDEB-C08A-C68B-F38CD64893BF}"/>
              </a:ext>
            </a:extLst>
          </p:cNvPr>
          <p:cNvSpPr txBox="1"/>
          <p:nvPr/>
        </p:nvSpPr>
        <p:spPr>
          <a:xfrm>
            <a:off x="425912" y="5026308"/>
            <a:ext cx="8442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What is the variability of the collection?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C83F3-D0BE-99A1-F07B-302B898ED494}"/>
              </a:ext>
            </a:extLst>
          </p:cNvPr>
          <p:cNvSpPr txBox="1"/>
          <p:nvPr/>
        </p:nvSpPr>
        <p:spPr>
          <a:xfrm>
            <a:off x="659373" y="5863768"/>
            <a:ext cx="7975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different are the elements within the collection?</a:t>
            </a:r>
          </a:p>
        </p:txBody>
      </p:sp>
    </p:spTree>
    <p:extLst>
      <p:ext uri="{BB962C8B-B14F-4D97-AF65-F5344CB8AC3E}">
        <p14:creationId xmlns:p14="http://schemas.microsoft.com/office/powerpoint/2010/main" val="2236639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4A663F-4065-9E73-A75D-BB58211E451E}"/>
                  </a:ext>
                </a:extLst>
              </p:cNvPr>
              <p:cNvSpPr txBox="1"/>
              <p:nvPr/>
            </p:nvSpPr>
            <p:spPr>
              <a:xfrm>
                <a:off x="1255061" y="212502"/>
                <a:ext cx="968188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Given a discrete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en-US" sz="3600" dirty="0"/>
                </a:br>
                <a:r>
                  <a:rPr lang="en-US" sz="3600" dirty="0"/>
                  <a:t>we want an indicator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 of variability such that: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4A663F-4065-9E73-A75D-BB58211E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61" y="212502"/>
                <a:ext cx="9681882" cy="1200329"/>
              </a:xfrm>
              <a:prstGeom prst="rect">
                <a:avLst/>
              </a:prstGeom>
              <a:blipFill>
                <a:blip r:embed="rId2"/>
                <a:stretch>
                  <a:fillRect l="-1448" t="-8122" r="-1322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F36EF4-B7CC-49D6-CCAF-B46B3DBDA49E}"/>
                  </a:ext>
                </a:extLst>
              </p:cNvPr>
              <p:cNvSpPr txBox="1"/>
              <p:nvPr/>
            </p:nvSpPr>
            <p:spPr>
              <a:xfrm>
                <a:off x="592427" y="1779163"/>
                <a:ext cx="851707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3600" dirty="0"/>
                  <a:t> Continuous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600" dirty="0"/>
              </a:p>
              <a:p>
                <a:pPr marL="342900" indent="-342900">
                  <a:buAutoNum type="arabicPeriod"/>
                </a:pPr>
                <a:r>
                  <a:rPr lang="en-US" sz="3600" dirty="0"/>
                  <a:t> Increases if the number of cases increases</a:t>
                </a:r>
              </a:p>
              <a:p>
                <a:pPr marL="342900" indent="-342900">
                  <a:buAutoNum type="arabicPeriod"/>
                </a:pPr>
                <a:r>
                  <a:rPr lang="en-US" sz="3600" dirty="0"/>
                  <a:t> Linear in probability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F36EF4-B7CC-49D6-CCAF-B46B3DBDA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27" y="1779163"/>
                <a:ext cx="8517075" cy="1754326"/>
              </a:xfrm>
              <a:prstGeom prst="rect">
                <a:avLst/>
              </a:prstGeom>
              <a:blipFill>
                <a:blip r:embed="rId3"/>
                <a:stretch>
                  <a:fillRect l="-2219" t="-5903" r="-931" b="-1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2346F8-A964-C5C0-F92B-66A6241FEF21}"/>
                  </a:ext>
                </a:extLst>
              </p:cNvPr>
              <p:cNvSpPr txBox="1"/>
              <p:nvPr/>
            </p:nvSpPr>
            <p:spPr>
              <a:xfrm>
                <a:off x="1359580" y="3856365"/>
                <a:ext cx="7796943" cy="831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4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4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4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4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800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4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4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2346F8-A964-C5C0-F92B-66A6241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580" y="3856365"/>
                <a:ext cx="7796943" cy="831574"/>
              </a:xfrm>
              <a:prstGeom prst="rect">
                <a:avLst/>
              </a:prstGeom>
              <a:blipFill>
                <a:blip r:embed="rId4"/>
                <a:stretch>
                  <a:fillRect t="-16176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48C0C6-6B6A-68F4-3894-FF5882AA8077}"/>
              </a:ext>
            </a:extLst>
          </p:cNvPr>
          <p:cNvSpPr txBox="1"/>
          <p:nvPr/>
        </p:nvSpPr>
        <p:spPr>
          <a:xfrm>
            <a:off x="1767640" y="4854843"/>
            <a:ext cx="698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Proof can be generalized to classical continuum and quantum mechanics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7DF76-B0F0-7FE6-763E-3DAC77D98BCC}"/>
              </a:ext>
            </a:extLst>
          </p:cNvPr>
          <p:cNvSpPr txBox="1"/>
          <p:nvPr/>
        </p:nvSpPr>
        <p:spPr>
          <a:xfrm>
            <a:off x="2204490" y="5600248"/>
            <a:ext cx="6107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Entropy is variability!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EA76DC-D249-D1C6-58C0-DC72C79C1548}"/>
                  </a:ext>
                </a:extLst>
              </p:cNvPr>
              <p:cNvSpPr txBox="1"/>
              <p:nvPr/>
            </p:nvSpPr>
            <p:spPr>
              <a:xfrm>
                <a:off x="5461185" y="3015655"/>
                <a:ext cx="6082499" cy="5178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EA76DC-D249-D1C6-58C0-DC72C79C1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185" y="3015655"/>
                <a:ext cx="6082499" cy="5178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76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6B103-4FC3-C224-8975-542754C7D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05" y="1926841"/>
            <a:ext cx="6368915" cy="595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470D4-C76D-C804-DA1A-79BE2E1DC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098" y="2801839"/>
            <a:ext cx="8178099" cy="632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E177B-EA1B-BD24-339E-B2674C209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95" y="5737218"/>
            <a:ext cx="6913142" cy="6104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0BFB50-ADF2-FC6A-7A4B-01E2F3530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077" y="2040606"/>
            <a:ext cx="3463925" cy="6177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C692C5-9682-8630-C651-E2979B597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39" y="3826165"/>
            <a:ext cx="6516004" cy="625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F066AC-4021-36C1-A838-312DD57CF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2639" y="4785369"/>
            <a:ext cx="6869015" cy="6177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16C602-BB69-A405-FC2E-81977E9949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693" y="379997"/>
            <a:ext cx="8268854" cy="1381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E8762D-2F49-3B6D-C12E-4C8345564F3B}"/>
                  </a:ext>
                </a:extLst>
              </p:cNvPr>
              <p:cNvSpPr txBox="1"/>
              <p:nvPr/>
            </p:nvSpPr>
            <p:spPr>
              <a:xfrm>
                <a:off x="7997874" y="3819612"/>
                <a:ext cx="68640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E8762D-2F49-3B6D-C12E-4C8345564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874" y="3819612"/>
                <a:ext cx="686406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464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B1E63-AAD5-E95C-06DD-39B2CA40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481C62-976E-AB7F-72C3-06F4276B834D}"/>
              </a:ext>
            </a:extLst>
          </p:cNvPr>
          <p:cNvSpPr txBox="1"/>
          <p:nvPr/>
        </p:nvSpPr>
        <p:spPr>
          <a:xfrm>
            <a:off x="1620167" y="533400"/>
            <a:ext cx="89516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Entropy is not the property</a:t>
            </a:r>
            <a:br>
              <a:rPr lang="en-US" sz="4800" dirty="0">
                <a:solidFill>
                  <a:srgbClr val="C00000"/>
                </a:solidFill>
              </a:rPr>
            </a:br>
            <a:r>
              <a:rPr lang="en-US" sz="4800" dirty="0">
                <a:solidFill>
                  <a:srgbClr val="C00000"/>
                </a:solidFill>
              </a:rPr>
              <a:t>of an element, but of 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2BBEE-5FC4-040A-A87D-FCC3860F0463}"/>
              </a:ext>
            </a:extLst>
          </p:cNvPr>
          <p:cNvSpPr txBox="1"/>
          <p:nvPr/>
        </p:nvSpPr>
        <p:spPr>
          <a:xfrm>
            <a:off x="2776715" y="2305050"/>
            <a:ext cx="6638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A distribution of what?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FE5C2-A352-5290-B80F-FE0301F1022D}"/>
              </a:ext>
            </a:extLst>
          </p:cNvPr>
          <p:cNvSpPr txBox="1"/>
          <p:nvPr/>
        </p:nvSpPr>
        <p:spPr>
          <a:xfrm>
            <a:off x="330200" y="3629621"/>
            <a:ext cx="39946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statistical distribution of</a:t>
            </a:r>
            <a:br>
              <a:rPr lang="en-US" sz="2800" dirty="0"/>
            </a:br>
            <a:r>
              <a:rPr lang="en-US" sz="2800" dirty="0"/>
              <a:t>the molecules of a gas?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5B85D-0BB6-80AB-C068-6368E6A3DD45}"/>
              </a:ext>
            </a:extLst>
          </p:cNvPr>
          <p:cNvSpPr txBox="1"/>
          <p:nvPr/>
        </p:nvSpPr>
        <p:spPr>
          <a:xfrm>
            <a:off x="1809750" y="5279292"/>
            <a:ext cx="47738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probability distribution of the</a:t>
            </a:r>
            <a:br>
              <a:rPr lang="en-US" sz="2800" dirty="0"/>
            </a:br>
            <a:r>
              <a:rPr lang="en-US" sz="2800" dirty="0"/>
              <a:t>outcomes of a measurement?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A98D7-3AB4-D1EF-038D-0C1A978C12C6}"/>
              </a:ext>
            </a:extLst>
          </p:cNvPr>
          <p:cNvSpPr txBox="1"/>
          <p:nvPr/>
        </p:nvSpPr>
        <p:spPr>
          <a:xfrm>
            <a:off x="4864100" y="3923140"/>
            <a:ext cx="47827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credence distribution of what</a:t>
            </a:r>
            <a:br>
              <a:rPr lang="en-US" sz="2800" dirty="0"/>
            </a:br>
            <a:r>
              <a:rPr lang="en-US" sz="2800" dirty="0"/>
              <a:t>an agent may think is there?</a:t>
            </a:r>
          </a:p>
        </p:txBody>
      </p:sp>
    </p:spTree>
    <p:extLst>
      <p:ext uri="{BB962C8B-B14F-4D97-AF65-F5344CB8AC3E}">
        <p14:creationId xmlns:p14="http://schemas.microsoft.com/office/powerpoint/2010/main" val="77458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B21F-B055-2319-78FA-131B33B8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70E476-5F04-693C-D22B-7137545B22C3}"/>
                  </a:ext>
                </a:extLst>
              </p:cNvPr>
              <p:cNvSpPr txBox="1"/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4E1B30-A606-1328-0EBA-1F601CC62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77340A5-27DF-51C2-E2EF-7C61B2210684}"/>
              </a:ext>
            </a:extLst>
          </p:cNvPr>
          <p:cNvSpPr txBox="1"/>
          <p:nvPr/>
        </p:nvSpPr>
        <p:spPr>
          <a:xfrm>
            <a:off x="3594802" y="659570"/>
            <a:ext cx="5002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Uncertainty principle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67089-EF72-F4CF-AE5B-DF3AAEB94190}"/>
              </a:ext>
            </a:extLst>
          </p:cNvPr>
          <p:cNvSpPr txBox="1"/>
          <p:nvPr/>
        </p:nvSpPr>
        <p:spPr>
          <a:xfrm rot="20391909">
            <a:off x="152401" y="552948"/>
            <a:ext cx="25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251A8-EBEB-1213-0FE2-AA7382DF2F69}"/>
              </a:ext>
            </a:extLst>
          </p:cNvPr>
          <p:cNvSpPr txBox="1"/>
          <p:nvPr/>
        </p:nvSpPr>
        <p:spPr>
          <a:xfrm rot="1146528">
            <a:off x="8978901" y="1576455"/>
            <a:ext cx="25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2930E-D64A-0471-6CEE-51C8D5E799E9}"/>
              </a:ext>
            </a:extLst>
          </p:cNvPr>
          <p:cNvSpPr txBox="1"/>
          <p:nvPr/>
        </p:nvSpPr>
        <p:spPr>
          <a:xfrm rot="802439">
            <a:off x="5703557" y="3600848"/>
            <a:ext cx="3784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1F377-A535-424F-1E0B-00D8CD723665}"/>
              </a:ext>
            </a:extLst>
          </p:cNvPr>
          <p:cNvSpPr txBox="1"/>
          <p:nvPr/>
        </p:nvSpPr>
        <p:spPr>
          <a:xfrm rot="1497316">
            <a:off x="2272390" y="1078862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EAEFE-9B2E-8FC8-BCE2-7972336F1CA2}"/>
              </a:ext>
            </a:extLst>
          </p:cNvPr>
          <p:cNvSpPr txBox="1"/>
          <p:nvPr/>
        </p:nvSpPr>
        <p:spPr>
          <a:xfrm rot="20414173">
            <a:off x="6910577" y="1668593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4C5E9-902A-EA0F-3C91-E0D65E9C8A4D}"/>
              </a:ext>
            </a:extLst>
          </p:cNvPr>
          <p:cNvSpPr txBox="1"/>
          <p:nvPr/>
        </p:nvSpPr>
        <p:spPr>
          <a:xfrm rot="261249">
            <a:off x="9709798" y="3675464"/>
            <a:ext cx="1987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0CB684-E48A-F195-5E7B-BB492603AFF3}"/>
              </a:ext>
            </a:extLst>
          </p:cNvPr>
          <p:cNvSpPr txBox="1"/>
          <p:nvPr/>
        </p:nvSpPr>
        <p:spPr>
          <a:xfrm rot="3188576">
            <a:off x="-226825" y="3219254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05663-4990-2580-89EB-4A0A704BC7E4}"/>
              </a:ext>
            </a:extLst>
          </p:cNvPr>
          <p:cNvSpPr txBox="1"/>
          <p:nvPr/>
        </p:nvSpPr>
        <p:spPr>
          <a:xfrm rot="19167452">
            <a:off x="6715835" y="5433598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579FD4-D3DB-BCD7-5F24-2BC0B58C9095}"/>
              </a:ext>
            </a:extLst>
          </p:cNvPr>
          <p:cNvSpPr txBox="1"/>
          <p:nvPr/>
        </p:nvSpPr>
        <p:spPr>
          <a:xfrm rot="21440468">
            <a:off x="4381228" y="1380073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348B50-8529-3F75-9A6B-23EED35CF9E5}"/>
              </a:ext>
            </a:extLst>
          </p:cNvPr>
          <p:cNvSpPr txBox="1"/>
          <p:nvPr/>
        </p:nvSpPr>
        <p:spPr>
          <a:xfrm rot="21219432">
            <a:off x="9173203" y="492962"/>
            <a:ext cx="275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6260AB-9F5F-96A0-E371-E61922377F11}"/>
              </a:ext>
            </a:extLst>
          </p:cNvPr>
          <p:cNvSpPr txBox="1"/>
          <p:nvPr/>
        </p:nvSpPr>
        <p:spPr>
          <a:xfrm rot="736928">
            <a:off x="1771029" y="3765845"/>
            <a:ext cx="4303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Not about measurement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534A1E-41B3-340A-76D2-0A91F7DA3EBB}"/>
              </a:ext>
            </a:extLst>
          </p:cNvPr>
          <p:cNvSpPr txBox="1"/>
          <p:nvPr/>
        </p:nvSpPr>
        <p:spPr>
          <a:xfrm rot="21028247">
            <a:off x="46276" y="4768085"/>
            <a:ext cx="86680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Not about measurement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03EC07-4A71-6DA6-7BFF-54FB261318F6}"/>
              </a:ext>
            </a:extLst>
          </p:cNvPr>
          <p:cNvCxnSpPr>
            <a:cxnSpLocks/>
          </p:cNvCxnSpPr>
          <p:nvPr/>
        </p:nvCxnSpPr>
        <p:spPr>
          <a:xfrm>
            <a:off x="2252595" y="1989120"/>
            <a:ext cx="320823" cy="63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5DFF45-0305-9872-131E-DA142413AE05}"/>
              </a:ext>
            </a:extLst>
          </p:cNvPr>
          <p:cNvSpPr txBox="1"/>
          <p:nvPr/>
        </p:nvSpPr>
        <p:spPr>
          <a:xfrm>
            <a:off x="1126807" y="1989120"/>
            <a:ext cx="141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Spread</a:t>
            </a:r>
            <a:br>
              <a:rPr lang="en-US" dirty="0"/>
            </a:br>
            <a:r>
              <a:rPr lang="en-US" dirty="0"/>
              <a:t>over position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6AFB2F0-5772-88F4-2CA5-24F268089087}"/>
              </a:ext>
            </a:extLst>
          </p:cNvPr>
          <p:cNvGrpSpPr/>
          <p:nvPr/>
        </p:nvGrpSpPr>
        <p:grpSpPr>
          <a:xfrm>
            <a:off x="526259" y="870828"/>
            <a:ext cx="3018100" cy="1211228"/>
            <a:chOff x="518850" y="1278085"/>
            <a:chExt cx="3861433" cy="154967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408462D-0138-2F21-5B6A-8DD16115F599}"/>
                </a:ext>
              </a:extLst>
            </p:cNvPr>
            <p:cNvGrpSpPr/>
            <p:nvPr/>
          </p:nvGrpSpPr>
          <p:grpSpPr>
            <a:xfrm>
              <a:off x="518850" y="1278085"/>
              <a:ext cx="3861433" cy="1549675"/>
              <a:chOff x="6608380" y="1167215"/>
              <a:chExt cx="5327044" cy="2137855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6A65279-2304-ED39-BA44-F2DA33B76CCA}"/>
                  </a:ext>
                </a:extLst>
              </p:cNvPr>
              <p:cNvCxnSpPr/>
              <p:nvPr/>
            </p:nvCxnSpPr>
            <p:spPr>
              <a:xfrm>
                <a:off x="6608380" y="2883009"/>
                <a:ext cx="5181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87E3A55-752A-ABB5-4843-625B5E6FD2CC}"/>
                      </a:ext>
                    </a:extLst>
                  </p:cNvPr>
                  <p:cNvSpPr txBox="1"/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F0CCB33-406E-F675-D09A-E2CBB5E8C5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93ED8EBC-C63E-54AE-0077-9846CBB7E2F2}"/>
                  </a:ext>
                </a:extLst>
              </p:cNvPr>
              <p:cNvSpPr/>
              <p:nvPr/>
            </p:nvSpPr>
            <p:spPr>
              <a:xfrm>
                <a:off x="6693958" y="1167215"/>
                <a:ext cx="5001065" cy="1544946"/>
              </a:xfrm>
              <a:custGeom>
                <a:avLst/>
                <a:gdLst>
                  <a:gd name="connsiteX0" fmla="*/ 0 w 5001065"/>
                  <a:gd name="connsiteY0" fmla="*/ 1526473 h 1626320"/>
                  <a:gd name="connsiteX1" fmla="*/ 1863970 w 5001065"/>
                  <a:gd name="connsiteY1" fmla="*/ 1463168 h 1626320"/>
                  <a:gd name="connsiteX2" fmla="*/ 2708031 w 5001065"/>
                  <a:gd name="connsiteY2" fmla="*/ 128 h 1626320"/>
                  <a:gd name="connsiteX3" fmla="*/ 3228536 w 5001065"/>
                  <a:gd name="connsiteY3" fmla="*/ 1378762 h 1626320"/>
                  <a:gd name="connsiteX4" fmla="*/ 5001065 w 5001065"/>
                  <a:gd name="connsiteY4" fmla="*/ 1470202 h 1626320"/>
                  <a:gd name="connsiteX5" fmla="*/ 5001065 w 5001065"/>
                  <a:gd name="connsiteY5" fmla="*/ 1470202 h 1626320"/>
                  <a:gd name="connsiteX0" fmla="*/ 0 w 5001065"/>
                  <a:gd name="connsiteY0" fmla="*/ 1526473 h 1596535"/>
                  <a:gd name="connsiteX1" fmla="*/ 1863970 w 5001065"/>
                  <a:gd name="connsiteY1" fmla="*/ 1463168 h 1596535"/>
                  <a:gd name="connsiteX2" fmla="*/ 2708031 w 5001065"/>
                  <a:gd name="connsiteY2" fmla="*/ 128 h 1596535"/>
                  <a:gd name="connsiteX3" fmla="*/ 3228536 w 5001065"/>
                  <a:gd name="connsiteY3" fmla="*/ 1378762 h 1596535"/>
                  <a:gd name="connsiteX4" fmla="*/ 5001065 w 5001065"/>
                  <a:gd name="connsiteY4" fmla="*/ 1470202 h 1596535"/>
                  <a:gd name="connsiteX5" fmla="*/ 5001065 w 5001065"/>
                  <a:gd name="connsiteY5" fmla="*/ 1470202 h 1596535"/>
                  <a:gd name="connsiteX0" fmla="*/ 0 w 5001065"/>
                  <a:gd name="connsiteY0" fmla="*/ 1526346 h 1547277"/>
                  <a:gd name="connsiteX1" fmla="*/ 1948377 w 5001065"/>
                  <a:gd name="connsiteY1" fmla="*/ 1371601 h 1547277"/>
                  <a:gd name="connsiteX2" fmla="*/ 2708031 w 5001065"/>
                  <a:gd name="connsiteY2" fmla="*/ 1 h 1547277"/>
                  <a:gd name="connsiteX3" fmla="*/ 3228536 w 5001065"/>
                  <a:gd name="connsiteY3" fmla="*/ 1378635 h 1547277"/>
                  <a:gd name="connsiteX4" fmla="*/ 5001065 w 5001065"/>
                  <a:gd name="connsiteY4" fmla="*/ 1470075 h 1547277"/>
                  <a:gd name="connsiteX5" fmla="*/ 5001065 w 5001065"/>
                  <a:gd name="connsiteY5" fmla="*/ 1470075 h 1547277"/>
                  <a:gd name="connsiteX0" fmla="*/ 0 w 5001065"/>
                  <a:gd name="connsiteY0" fmla="*/ 1526368 h 1537445"/>
                  <a:gd name="connsiteX1" fmla="*/ 1913207 w 5001065"/>
                  <a:gd name="connsiteY1" fmla="*/ 1343488 h 1537445"/>
                  <a:gd name="connsiteX2" fmla="*/ 2708031 w 5001065"/>
                  <a:gd name="connsiteY2" fmla="*/ 23 h 1537445"/>
                  <a:gd name="connsiteX3" fmla="*/ 3228536 w 5001065"/>
                  <a:gd name="connsiteY3" fmla="*/ 1378657 h 1537445"/>
                  <a:gd name="connsiteX4" fmla="*/ 5001065 w 5001065"/>
                  <a:gd name="connsiteY4" fmla="*/ 1470097 h 1537445"/>
                  <a:gd name="connsiteX5" fmla="*/ 5001065 w 5001065"/>
                  <a:gd name="connsiteY5" fmla="*/ 1470097 h 1537445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44946"/>
                  <a:gd name="connsiteX1" fmla="*/ 1913207 w 5001065"/>
                  <a:gd name="connsiteY1" fmla="*/ 1343481 h 1544946"/>
                  <a:gd name="connsiteX2" fmla="*/ 2708031 w 5001065"/>
                  <a:gd name="connsiteY2" fmla="*/ 16 h 1544946"/>
                  <a:gd name="connsiteX3" fmla="*/ 3312942 w 5001065"/>
                  <a:gd name="connsiteY3" fmla="*/ 1315345 h 1544946"/>
                  <a:gd name="connsiteX4" fmla="*/ 5001065 w 5001065"/>
                  <a:gd name="connsiteY4" fmla="*/ 1542661 h 154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065" h="1544946">
                    <a:moveTo>
                      <a:pt x="0" y="1526361"/>
                    </a:moveTo>
                    <a:cubicBezTo>
                      <a:pt x="727417" y="1530464"/>
                      <a:pt x="1461868" y="1597872"/>
                      <a:pt x="1913207" y="1343481"/>
                    </a:cubicBezTo>
                    <a:cubicBezTo>
                      <a:pt x="2364546" y="1089090"/>
                      <a:pt x="2474742" y="4705"/>
                      <a:pt x="2708031" y="16"/>
                    </a:cubicBezTo>
                    <a:cubicBezTo>
                      <a:pt x="2941320" y="-4673"/>
                      <a:pt x="2930770" y="1058238"/>
                      <a:pt x="3312942" y="1315345"/>
                    </a:cubicBezTo>
                    <a:cubicBezTo>
                      <a:pt x="3695114" y="1572452"/>
                      <a:pt x="4523768" y="1545898"/>
                      <a:pt x="5001065" y="154266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70C5743-9226-7965-2FD9-BA1B24F8F5C8}"/>
                </a:ext>
              </a:extLst>
            </p:cNvPr>
            <p:cNvGrpSpPr/>
            <p:nvPr/>
          </p:nvGrpSpPr>
          <p:grpSpPr>
            <a:xfrm>
              <a:off x="2124911" y="2197894"/>
              <a:ext cx="740526" cy="133350"/>
              <a:chOff x="2117768" y="2121694"/>
              <a:chExt cx="740526" cy="133350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86BF69E-8CED-63B8-8684-456451371ED6}"/>
                  </a:ext>
                </a:extLst>
              </p:cNvPr>
              <p:cNvCxnSpPr/>
              <p:nvPr/>
            </p:nvCxnSpPr>
            <p:spPr>
              <a:xfrm>
                <a:off x="2117768" y="2185194"/>
                <a:ext cx="74052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B95D795-B87A-7B46-BBC2-BCCAF104E0B2}"/>
                  </a:ext>
                </a:extLst>
              </p:cNvPr>
              <p:cNvCxnSpPr/>
              <p:nvPr/>
            </p:nvCxnSpPr>
            <p:spPr>
              <a:xfrm>
                <a:off x="2858294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E131B9C-F639-7BA0-5DFD-5C6B6C3C8D83}"/>
                  </a:ext>
                </a:extLst>
              </p:cNvPr>
              <p:cNvCxnSpPr/>
              <p:nvPr/>
            </p:nvCxnSpPr>
            <p:spPr>
              <a:xfrm>
                <a:off x="2117768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4F0090A-8A45-E094-48CB-C6D21A3CFFB2}"/>
                    </a:ext>
                  </a:extLst>
                </p:cNvPr>
                <p:cNvSpPr txBox="1"/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4A005E7-26E6-7F15-9572-785E21A8F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2774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ADF4-896C-00F4-42C8-D70551AA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0912AF-3B03-6085-E481-B973C3672E0C}"/>
                  </a:ext>
                </a:extLst>
              </p:cNvPr>
              <p:cNvSpPr txBox="1"/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6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54D24-DF86-8AAA-5448-8A002F22B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98" y="1761122"/>
                <a:ext cx="7676204" cy="1839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FEF98FC-4D35-DFD2-43F1-3A02CF102E1C}"/>
              </a:ext>
            </a:extLst>
          </p:cNvPr>
          <p:cNvSpPr txBox="1"/>
          <p:nvPr/>
        </p:nvSpPr>
        <p:spPr>
          <a:xfrm>
            <a:off x="3594802" y="659570"/>
            <a:ext cx="5002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Uncertainty principle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BBF143-CD0F-AA9E-D908-EBB806D7B3C6}"/>
              </a:ext>
            </a:extLst>
          </p:cNvPr>
          <p:cNvCxnSpPr>
            <a:cxnSpLocks/>
          </p:cNvCxnSpPr>
          <p:nvPr/>
        </p:nvCxnSpPr>
        <p:spPr>
          <a:xfrm>
            <a:off x="3708400" y="1069690"/>
            <a:ext cx="2730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0A0DB1-C5E4-8CD8-7617-D68CE282C328}"/>
              </a:ext>
            </a:extLst>
          </p:cNvPr>
          <p:cNvSpPr txBox="1"/>
          <p:nvPr/>
        </p:nvSpPr>
        <p:spPr>
          <a:xfrm>
            <a:off x="3115492" y="95190"/>
            <a:ext cx="39149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Indetermination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DDEF5-316D-73FC-3E7E-C9B648440514}"/>
              </a:ext>
            </a:extLst>
          </p:cNvPr>
          <p:cNvSpPr txBox="1"/>
          <p:nvPr/>
        </p:nvSpPr>
        <p:spPr>
          <a:xfrm>
            <a:off x="818791" y="4000933"/>
            <a:ext cx="72178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About </a:t>
            </a: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preparation</a:t>
            </a:r>
            <a:br>
              <a:rPr lang="en-US" sz="7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6000" dirty="0">
                <a:solidFill>
                  <a:srgbClr val="C00000"/>
                </a:solidFill>
              </a:rPr>
              <a:t>not measurement!</a:t>
            </a:r>
            <a:endParaRPr lang="en-US" sz="7200" dirty="0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E3CFC4-D620-216F-CE0D-DCD5CEE8FB3C}"/>
              </a:ext>
            </a:extLst>
          </p:cNvPr>
          <p:cNvCxnSpPr>
            <a:cxnSpLocks/>
          </p:cNvCxnSpPr>
          <p:nvPr/>
        </p:nvCxnSpPr>
        <p:spPr>
          <a:xfrm>
            <a:off x="2252595" y="1989120"/>
            <a:ext cx="320823" cy="63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135DFD7-F9D1-F2C9-C9DC-F62F43EDE4DB}"/>
              </a:ext>
            </a:extLst>
          </p:cNvPr>
          <p:cNvSpPr txBox="1"/>
          <p:nvPr/>
        </p:nvSpPr>
        <p:spPr>
          <a:xfrm>
            <a:off x="1126807" y="1989120"/>
            <a:ext cx="141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Spread</a:t>
            </a:r>
            <a:br>
              <a:rPr lang="en-US" dirty="0"/>
            </a:br>
            <a:r>
              <a:rPr lang="en-US" dirty="0"/>
              <a:t>over position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C9A817-6FB9-5595-64A3-7804525929C6}"/>
              </a:ext>
            </a:extLst>
          </p:cNvPr>
          <p:cNvGrpSpPr/>
          <p:nvPr/>
        </p:nvGrpSpPr>
        <p:grpSpPr>
          <a:xfrm>
            <a:off x="526259" y="870828"/>
            <a:ext cx="3018100" cy="1211228"/>
            <a:chOff x="518850" y="1278085"/>
            <a:chExt cx="3861433" cy="15496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C6F8123-CB84-06BA-23EC-3BDF3E37F799}"/>
                </a:ext>
              </a:extLst>
            </p:cNvPr>
            <p:cNvGrpSpPr/>
            <p:nvPr/>
          </p:nvGrpSpPr>
          <p:grpSpPr>
            <a:xfrm>
              <a:off x="518850" y="1278085"/>
              <a:ext cx="3861433" cy="1549675"/>
              <a:chOff x="6608380" y="1167215"/>
              <a:chExt cx="5327044" cy="2137855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82237AC-4FEF-1E8A-0032-3510FBAA05AC}"/>
                  </a:ext>
                </a:extLst>
              </p:cNvPr>
              <p:cNvCxnSpPr/>
              <p:nvPr/>
            </p:nvCxnSpPr>
            <p:spPr>
              <a:xfrm>
                <a:off x="6608380" y="2883009"/>
                <a:ext cx="5181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B1B6F3C-7BD2-1184-E59A-45DEA37F444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E494493-AF3A-02F0-ECEB-18E3F09FDD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85179" y="2880476"/>
                    <a:ext cx="450245" cy="42459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1BE4F5EE-F607-6146-307E-B39946D3201B}"/>
                  </a:ext>
                </a:extLst>
              </p:cNvPr>
              <p:cNvSpPr/>
              <p:nvPr/>
            </p:nvSpPr>
            <p:spPr>
              <a:xfrm>
                <a:off x="6693958" y="1167215"/>
                <a:ext cx="5001065" cy="1544946"/>
              </a:xfrm>
              <a:custGeom>
                <a:avLst/>
                <a:gdLst>
                  <a:gd name="connsiteX0" fmla="*/ 0 w 5001065"/>
                  <a:gd name="connsiteY0" fmla="*/ 1526473 h 1626320"/>
                  <a:gd name="connsiteX1" fmla="*/ 1863970 w 5001065"/>
                  <a:gd name="connsiteY1" fmla="*/ 1463168 h 1626320"/>
                  <a:gd name="connsiteX2" fmla="*/ 2708031 w 5001065"/>
                  <a:gd name="connsiteY2" fmla="*/ 128 h 1626320"/>
                  <a:gd name="connsiteX3" fmla="*/ 3228536 w 5001065"/>
                  <a:gd name="connsiteY3" fmla="*/ 1378762 h 1626320"/>
                  <a:gd name="connsiteX4" fmla="*/ 5001065 w 5001065"/>
                  <a:gd name="connsiteY4" fmla="*/ 1470202 h 1626320"/>
                  <a:gd name="connsiteX5" fmla="*/ 5001065 w 5001065"/>
                  <a:gd name="connsiteY5" fmla="*/ 1470202 h 1626320"/>
                  <a:gd name="connsiteX0" fmla="*/ 0 w 5001065"/>
                  <a:gd name="connsiteY0" fmla="*/ 1526473 h 1596535"/>
                  <a:gd name="connsiteX1" fmla="*/ 1863970 w 5001065"/>
                  <a:gd name="connsiteY1" fmla="*/ 1463168 h 1596535"/>
                  <a:gd name="connsiteX2" fmla="*/ 2708031 w 5001065"/>
                  <a:gd name="connsiteY2" fmla="*/ 128 h 1596535"/>
                  <a:gd name="connsiteX3" fmla="*/ 3228536 w 5001065"/>
                  <a:gd name="connsiteY3" fmla="*/ 1378762 h 1596535"/>
                  <a:gd name="connsiteX4" fmla="*/ 5001065 w 5001065"/>
                  <a:gd name="connsiteY4" fmla="*/ 1470202 h 1596535"/>
                  <a:gd name="connsiteX5" fmla="*/ 5001065 w 5001065"/>
                  <a:gd name="connsiteY5" fmla="*/ 1470202 h 1596535"/>
                  <a:gd name="connsiteX0" fmla="*/ 0 w 5001065"/>
                  <a:gd name="connsiteY0" fmla="*/ 1526346 h 1547277"/>
                  <a:gd name="connsiteX1" fmla="*/ 1948377 w 5001065"/>
                  <a:gd name="connsiteY1" fmla="*/ 1371601 h 1547277"/>
                  <a:gd name="connsiteX2" fmla="*/ 2708031 w 5001065"/>
                  <a:gd name="connsiteY2" fmla="*/ 1 h 1547277"/>
                  <a:gd name="connsiteX3" fmla="*/ 3228536 w 5001065"/>
                  <a:gd name="connsiteY3" fmla="*/ 1378635 h 1547277"/>
                  <a:gd name="connsiteX4" fmla="*/ 5001065 w 5001065"/>
                  <a:gd name="connsiteY4" fmla="*/ 1470075 h 1547277"/>
                  <a:gd name="connsiteX5" fmla="*/ 5001065 w 5001065"/>
                  <a:gd name="connsiteY5" fmla="*/ 1470075 h 1547277"/>
                  <a:gd name="connsiteX0" fmla="*/ 0 w 5001065"/>
                  <a:gd name="connsiteY0" fmla="*/ 1526368 h 1537445"/>
                  <a:gd name="connsiteX1" fmla="*/ 1913207 w 5001065"/>
                  <a:gd name="connsiteY1" fmla="*/ 1343488 h 1537445"/>
                  <a:gd name="connsiteX2" fmla="*/ 2708031 w 5001065"/>
                  <a:gd name="connsiteY2" fmla="*/ 23 h 1537445"/>
                  <a:gd name="connsiteX3" fmla="*/ 3228536 w 5001065"/>
                  <a:gd name="connsiteY3" fmla="*/ 1378657 h 1537445"/>
                  <a:gd name="connsiteX4" fmla="*/ 5001065 w 5001065"/>
                  <a:gd name="connsiteY4" fmla="*/ 1470097 h 1537445"/>
                  <a:gd name="connsiteX5" fmla="*/ 5001065 w 5001065"/>
                  <a:gd name="connsiteY5" fmla="*/ 1470097 h 1537445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200400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5" fmla="*/ 5001065 w 5001065"/>
                  <a:gd name="connsiteY5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470090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37438"/>
                  <a:gd name="connsiteX1" fmla="*/ 1913207 w 5001065"/>
                  <a:gd name="connsiteY1" fmla="*/ 1343481 h 1537438"/>
                  <a:gd name="connsiteX2" fmla="*/ 2708031 w 5001065"/>
                  <a:gd name="connsiteY2" fmla="*/ 16 h 1537438"/>
                  <a:gd name="connsiteX3" fmla="*/ 3312942 w 5001065"/>
                  <a:gd name="connsiteY3" fmla="*/ 1315345 h 1537438"/>
                  <a:gd name="connsiteX4" fmla="*/ 5001065 w 5001065"/>
                  <a:gd name="connsiteY4" fmla="*/ 1513633 h 1537438"/>
                  <a:gd name="connsiteX0" fmla="*/ 0 w 5001065"/>
                  <a:gd name="connsiteY0" fmla="*/ 1526361 h 1544946"/>
                  <a:gd name="connsiteX1" fmla="*/ 1913207 w 5001065"/>
                  <a:gd name="connsiteY1" fmla="*/ 1343481 h 1544946"/>
                  <a:gd name="connsiteX2" fmla="*/ 2708031 w 5001065"/>
                  <a:gd name="connsiteY2" fmla="*/ 16 h 1544946"/>
                  <a:gd name="connsiteX3" fmla="*/ 3312942 w 5001065"/>
                  <a:gd name="connsiteY3" fmla="*/ 1315345 h 1544946"/>
                  <a:gd name="connsiteX4" fmla="*/ 5001065 w 5001065"/>
                  <a:gd name="connsiteY4" fmla="*/ 1542661 h 154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065" h="1544946">
                    <a:moveTo>
                      <a:pt x="0" y="1526361"/>
                    </a:moveTo>
                    <a:cubicBezTo>
                      <a:pt x="727417" y="1530464"/>
                      <a:pt x="1461868" y="1597872"/>
                      <a:pt x="1913207" y="1343481"/>
                    </a:cubicBezTo>
                    <a:cubicBezTo>
                      <a:pt x="2364546" y="1089090"/>
                      <a:pt x="2474742" y="4705"/>
                      <a:pt x="2708031" y="16"/>
                    </a:cubicBezTo>
                    <a:cubicBezTo>
                      <a:pt x="2941320" y="-4673"/>
                      <a:pt x="2930770" y="1058238"/>
                      <a:pt x="3312942" y="1315345"/>
                    </a:cubicBezTo>
                    <a:cubicBezTo>
                      <a:pt x="3695114" y="1572452"/>
                      <a:pt x="4523768" y="1545898"/>
                      <a:pt x="5001065" y="154266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9DA0D2-8EE7-449C-0A36-1EB5FA65A4B5}"/>
                </a:ext>
              </a:extLst>
            </p:cNvPr>
            <p:cNvGrpSpPr/>
            <p:nvPr/>
          </p:nvGrpSpPr>
          <p:grpSpPr>
            <a:xfrm>
              <a:off x="2124911" y="2197894"/>
              <a:ext cx="740526" cy="133350"/>
              <a:chOff x="2117768" y="2121694"/>
              <a:chExt cx="740526" cy="13335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698567A-F7A9-DF29-3450-4AB389D5977C}"/>
                  </a:ext>
                </a:extLst>
              </p:cNvPr>
              <p:cNvCxnSpPr/>
              <p:nvPr/>
            </p:nvCxnSpPr>
            <p:spPr>
              <a:xfrm>
                <a:off x="2117768" y="2185194"/>
                <a:ext cx="74052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1C42D7C-5D44-A67B-0CE2-19437977621D}"/>
                  </a:ext>
                </a:extLst>
              </p:cNvPr>
              <p:cNvCxnSpPr/>
              <p:nvPr/>
            </p:nvCxnSpPr>
            <p:spPr>
              <a:xfrm>
                <a:off x="2858294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4B8B741-9C68-AA7F-2B31-B347EABE9DEC}"/>
                  </a:ext>
                </a:extLst>
              </p:cNvPr>
              <p:cNvCxnSpPr/>
              <p:nvPr/>
            </p:nvCxnSpPr>
            <p:spPr>
              <a:xfrm>
                <a:off x="2117768" y="2121694"/>
                <a:ext cx="0" cy="1333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9B15A2-FFCB-CD4C-FA09-17B5BED074F8}"/>
                    </a:ext>
                  </a:extLst>
                </p:cNvPr>
                <p:cNvSpPr txBox="1"/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BAFB4CC-544E-C75B-43F9-AE9406AB4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540" y="1899471"/>
                  <a:ext cx="478931" cy="354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30681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8F909-8E38-A14A-C250-047DF8AE7F3D}"/>
              </a:ext>
            </a:extLst>
          </p:cNvPr>
          <p:cNvSpPr txBox="1"/>
          <p:nvPr/>
        </p:nvSpPr>
        <p:spPr>
          <a:xfrm>
            <a:off x="269245" y="412750"/>
            <a:ext cx="116535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Entropy is the variability of an ensemble:</a:t>
            </a:r>
            <a:br>
              <a:rPr lang="en-US" sz="5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the collection of all outputs</a:t>
            </a:r>
            <a:br>
              <a:rPr lang="en-US" sz="5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of a reliable preparation procedure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03E755-5745-7B21-032B-A9F57306BFD7}"/>
              </a:ext>
            </a:extLst>
          </p:cNvPr>
          <p:cNvSpPr/>
          <p:nvPr/>
        </p:nvSpPr>
        <p:spPr>
          <a:xfrm>
            <a:off x="835433" y="4010249"/>
            <a:ext cx="1350577" cy="1021977"/>
          </a:xfrm>
          <a:custGeom>
            <a:avLst/>
            <a:gdLst>
              <a:gd name="connsiteX0" fmla="*/ 0 w 1269594"/>
              <a:gd name="connsiteY0" fmla="*/ 0 h 1021977"/>
              <a:gd name="connsiteX1" fmla="*/ 1183341 w 1269594"/>
              <a:gd name="connsiteY1" fmla="*/ 0 h 1021977"/>
              <a:gd name="connsiteX2" fmla="*/ 1183341 w 1269594"/>
              <a:gd name="connsiteY2" fmla="*/ 222350 h 1021977"/>
              <a:gd name="connsiteX3" fmla="*/ 1269594 w 1269594"/>
              <a:gd name="connsiteY3" fmla="*/ 172994 h 1021977"/>
              <a:gd name="connsiteX4" fmla="*/ 1269594 w 1269594"/>
              <a:gd name="connsiteY4" fmla="*/ 827044 h 1021977"/>
              <a:gd name="connsiteX5" fmla="*/ 1183341 w 1269594"/>
              <a:gd name="connsiteY5" fmla="*/ 777688 h 1021977"/>
              <a:gd name="connsiteX6" fmla="*/ 1183341 w 1269594"/>
              <a:gd name="connsiteY6" fmla="*/ 1021977 h 1021977"/>
              <a:gd name="connsiteX7" fmla="*/ 0 w 1269594"/>
              <a:gd name="connsiteY7" fmla="*/ 1021977 h 1021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9594" h="1021977">
                <a:moveTo>
                  <a:pt x="0" y="0"/>
                </a:moveTo>
                <a:lnTo>
                  <a:pt x="1183341" y="0"/>
                </a:lnTo>
                <a:lnTo>
                  <a:pt x="1183341" y="222350"/>
                </a:lnTo>
                <a:lnTo>
                  <a:pt x="1269594" y="172994"/>
                </a:lnTo>
                <a:lnTo>
                  <a:pt x="1269594" y="827044"/>
                </a:lnTo>
                <a:lnTo>
                  <a:pt x="1183341" y="777688"/>
                </a:lnTo>
                <a:lnTo>
                  <a:pt x="1183341" y="1021977"/>
                </a:lnTo>
                <a:lnTo>
                  <a:pt x="0" y="102197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Preparation</a:t>
            </a:r>
            <a:br>
              <a:rPr lang="en-US" dirty="0"/>
            </a:br>
            <a:r>
              <a:rPr lang="en-US" dirty="0"/>
              <a:t>procedure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8649C2-D6C6-719E-1EE2-3E5BB69ED226}"/>
              </a:ext>
            </a:extLst>
          </p:cNvPr>
          <p:cNvSpPr/>
          <p:nvPr/>
        </p:nvSpPr>
        <p:spPr>
          <a:xfrm>
            <a:off x="3759935" y="43902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B1651B-2103-250C-8F83-1CAEDC723D04}"/>
              </a:ext>
            </a:extLst>
          </p:cNvPr>
          <p:cNvSpPr/>
          <p:nvPr/>
        </p:nvSpPr>
        <p:spPr>
          <a:xfrm>
            <a:off x="2958223" y="463874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1D39D6-4F3B-5F16-6D6D-48A5AE0EACEA}"/>
              </a:ext>
            </a:extLst>
          </p:cNvPr>
          <p:cNvSpPr/>
          <p:nvPr/>
        </p:nvSpPr>
        <p:spPr>
          <a:xfrm>
            <a:off x="5234312" y="461293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FC70B9-545B-C009-FD6C-36F32D32F7F9}"/>
              </a:ext>
            </a:extLst>
          </p:cNvPr>
          <p:cNvSpPr/>
          <p:nvPr/>
        </p:nvSpPr>
        <p:spPr>
          <a:xfrm>
            <a:off x="4381108" y="4227511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1A98EB-5173-4133-10C0-A1677A0C103F}"/>
              </a:ext>
            </a:extLst>
          </p:cNvPr>
          <p:cNvSpPr/>
          <p:nvPr/>
        </p:nvSpPr>
        <p:spPr>
          <a:xfrm>
            <a:off x="6282340" y="463874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FBF15-0992-EA72-BB8E-E7C16B94AB18}"/>
              </a:ext>
            </a:extLst>
          </p:cNvPr>
          <p:cNvSpPr txBox="1"/>
          <p:nvPr/>
        </p:nvSpPr>
        <p:spPr>
          <a:xfrm>
            <a:off x="3379696" y="4978562"/>
            <a:ext cx="2770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 of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830D57-4FF7-1D61-8C1A-7C12C0E4BF4C}"/>
                  </a:ext>
                </a:extLst>
              </p:cNvPr>
              <p:cNvSpPr txBox="1"/>
              <p:nvPr/>
            </p:nvSpPr>
            <p:spPr>
              <a:xfrm>
                <a:off x="6616730" y="418324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830D57-4FF7-1D61-8C1A-7C12C0E4B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730" y="4183243"/>
                <a:ext cx="5323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3CC53F87-4325-5C44-48D8-E701A5D92644}"/>
              </a:ext>
            </a:extLst>
          </p:cNvPr>
          <p:cNvSpPr/>
          <p:nvPr/>
        </p:nvSpPr>
        <p:spPr>
          <a:xfrm>
            <a:off x="5645484" y="4265178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E4C8444C-E831-1253-6266-18F4EA6C9689}"/>
              </a:ext>
            </a:extLst>
          </p:cNvPr>
          <p:cNvSpPr/>
          <p:nvPr/>
        </p:nvSpPr>
        <p:spPr>
          <a:xfrm>
            <a:off x="4133991" y="4549426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76881D-8AAF-8570-77ED-0614AFF37673}"/>
              </a:ext>
            </a:extLst>
          </p:cNvPr>
          <p:cNvSpPr/>
          <p:nvPr/>
        </p:nvSpPr>
        <p:spPr>
          <a:xfrm>
            <a:off x="2563371" y="428562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F8BCECD-F2DA-8A4A-868A-986A4743F003}"/>
              </a:ext>
            </a:extLst>
          </p:cNvPr>
          <p:cNvSpPr/>
          <p:nvPr/>
        </p:nvSpPr>
        <p:spPr>
          <a:xfrm>
            <a:off x="4848779" y="436976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5BFF56-3B6A-D289-284A-B7E5B767FAE3}"/>
              </a:ext>
            </a:extLst>
          </p:cNvPr>
          <p:cNvSpPr/>
          <p:nvPr/>
        </p:nvSpPr>
        <p:spPr>
          <a:xfrm>
            <a:off x="6433674" y="423333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7B25C2-67E5-8C5A-910D-8FAA13240C56}"/>
              </a:ext>
            </a:extLst>
          </p:cNvPr>
          <p:cNvSpPr/>
          <p:nvPr/>
        </p:nvSpPr>
        <p:spPr>
          <a:xfrm>
            <a:off x="3227680" y="4227511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6E40FD-02FD-D610-8680-F17F5A7CB982}"/>
              </a:ext>
            </a:extLst>
          </p:cNvPr>
          <p:cNvSpPr/>
          <p:nvPr/>
        </p:nvSpPr>
        <p:spPr>
          <a:xfrm>
            <a:off x="5645484" y="476343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0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096F-40AA-A665-C340-068E6BD2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E729CA6E-E79C-9631-7C46-3827C7AD9981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880CDCE-2275-6019-9C64-BAC48EB4D65F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50B2596-F032-5DE3-C079-83BFE7B8F70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B2194F4-338C-84C2-CE90-1885E0BF20A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F32BE35-7FEA-3E45-0300-9D9E81F6EDA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B6212A97-76DE-513F-9309-C2726917C5D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147BA240-F080-0BEA-A4E1-7959FCB3FAE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55672C99-CCBD-8BB8-D5DE-98947C29110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BF09445F-9D1D-5C6E-F480-512004C4F1E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00A006AD-A0AA-D61C-DD48-8F21678DB08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42B4CA4C-0C55-B4A7-9A7A-E9E731106F7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C06EA53B-424B-A4F3-8409-4990EF5824F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C52689C-F27A-8006-71F7-7DDCD2385E0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EDC799D-4B2F-EB30-F1E9-01464A6051D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60A0B0A6-58C9-5A93-EC21-5997F0395F1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FE4A1513-0674-81D2-1C46-18843B43E0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4CAF9F7-417A-96E2-F93D-B5A14A186FD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A9A250AE-223F-2EBB-95EE-447FEA489B8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F25D32F0-A973-B188-F769-1DD050C5FF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BB49C5A4-308E-57F9-3AFA-6F74A35E4B3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7A9DA83E-AC01-5D04-C8AC-271AD6D165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A5CD7AAC-46EB-8146-A4DA-770B27F3E19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788E945-149E-3A1D-5637-EDB60BDBBD52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2611B01-9B96-D238-846C-84F572CF71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DA048AC-EF1A-26B5-AF61-6BEF4B79D64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2A997F9A-1B58-FE90-58F2-1066A26FF88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D044FC94-32F4-E476-94A4-B8DB945A8F0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4B574C5F-D495-069C-9544-14D59553C8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CBD34921-71CA-BBA5-38CA-C5E0794915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7F99E789-FD68-7D4D-B21B-3D1F97A061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301EEF7D-9B71-D080-1B89-500BD351E9E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B68BF392-62D3-195F-41C3-CEA2B3D3153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40E75B1-EB5D-8C6D-9F41-F8716A3220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28ED3095-12E9-0435-0A9C-733730B55FA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D24F3409-C2A7-4A2E-7B9B-19EFB69E08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FA13406E-34D5-526F-735D-18ECB6BB0B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818ABA2F-CFE7-718D-91B8-687830DCB7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514168A9-EEFE-69AB-1EEF-578C0A98605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99213B00-1C06-1191-55DF-34DD29ACCC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68C31966-76A6-26CB-E196-DF6B556D42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05545FE-87AC-4C50-59D5-5CD7FD0EC2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38F470FD-CDD9-5CB6-8FBA-FC40CA1C08F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4E7FB9A-31CA-D4BB-5C30-BDC42093F804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8579C9AB-55A2-8D06-1A51-E2657F9ADED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4910CA9-D692-DFEE-5657-FD393CA3275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D3050637-24D4-2A8C-DBCA-29BBA16EB66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6A5448B6-7EEF-55B3-E70E-801F4733C4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8EA5A5B7-DA48-CB88-4500-50FA57A2ECC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69617BBB-03CD-1C34-E1A0-BB49F1C7CD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49955671-9838-0FA7-CA31-0F0C3879253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0401B545-D496-7F7C-07B4-5ED491B9E6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B2EC9848-2419-859E-3DA6-F4A5DDBBF2E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D0905F2D-E99D-A10C-66D2-B37C1300E66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1EE4165-2E63-EBC6-8633-29DF0A1F94E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4FE19E48-32CA-B1DE-592B-C31B7C0B585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71365A6A-7CFA-AE4C-3516-A41D2CC9D4A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95DE78EF-A8B4-201B-15C6-34D9763596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E2132B48-D00A-ACC4-9C61-B088E8A034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B4E3EF65-2275-37EC-9308-D4B1FF6F315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FDE7392F-87F5-F027-ECA6-66B8D3B4BB4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A7C3620E-B5F5-745D-C166-FBE6C82D71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5C352D7A-DDA7-CACC-80EB-2C62ECFEDC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960F712-905D-F246-5698-F0C83A72FCE4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6A316353-28E7-6F1D-27A7-16CC7B2086F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1200A07-6616-3F02-5CFD-AC418EA82A0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DEAE8F5-F98D-8045-18D3-5306C6164E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4C0DDB6-4D32-03A8-0359-2EFFA6CD4F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EC144B7F-B3B7-22AC-86CA-6159DA235F5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61D0C696-21AE-8AD0-E4AC-D0A138B90B5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B7ED8A6B-00BD-D220-D70B-A5A8AB6D919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F60EA627-60CA-CB6F-9C4B-3FABD6659C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EDC86A5A-196F-6CE6-8D43-34275DAF60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7591967B-278B-02CA-BF0B-6F8538C4677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002F303F-01C8-9C5E-B42B-84E5212E2FD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7270193B-6CB9-1252-2891-BE19A13289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BC6B4A90-E4A6-D871-DE7E-09B91FBD52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E9FFEFE8-AC78-C1E4-FEAC-2352C3E9F35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518DB9E3-A954-F56B-AD5C-518BBE71D5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D28FB540-F1CD-AAAF-91B4-4C84510E502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E7D681E3-AB8A-191C-65B6-7F608F62167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5A553EB5-B8BF-8187-797B-B4166FBBD8A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0DCFEFC1-0096-7525-59B2-7AA3CE9496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D56B85-471E-3164-D670-23E407B3C17C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BBE1082-04A3-F159-5275-3A8007BC989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DCAFDAA4-6866-33BE-3D93-1A1DE8E19AD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A998E6C-FE29-79C9-846F-68A6F64A21A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545AE029-63E1-8A70-8E1E-9C1361CF237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25EB6B26-C50E-4504-3E65-7ACC6DFCECB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600B2958-D9D5-A8BD-F097-F6145157447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9EE80F8B-D552-7AAC-A009-69F0AB8B976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237DD286-CA80-C8FF-DC76-80A463449C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DF95591A-B057-1053-27EC-D2C29E4B09D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8956AE82-19D6-B1B2-17E9-96A68153F6E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74E949C2-ED5B-C94E-9615-B7B479CC6B7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41CA12BD-66C6-9B25-56DD-4A38DB24B7F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6FC8AC96-70E6-BE45-769F-52F1FB4CEA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55202816-68E6-A637-E688-D5678377DF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074C83DC-3C52-5F5D-18D2-6B72E6DA48F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1A96140F-9805-1A15-17C0-A4438A15720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80723F31-BBC9-855B-D3FC-A6809CF6C05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43C3E2C9-053F-7B4D-1A7B-DBA9E16B915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5596A0A4-1538-C0D6-3938-D9DC5A7EA7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042C7BA-662D-EFE3-27D6-7A7C6CCA816D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E6425DE-0DDC-3FB3-BDFA-ECABAFD9BD9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E1CF775-3CA8-F0D2-B17E-B35E91A5B23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42261FEF-9705-8AC6-863C-1026499A43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DC446A3D-A614-EAFD-F46E-1D279C2620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5731ECC6-28CF-7E4D-981A-F0CC175E23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EF815153-EE91-6938-681D-545375F374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1C230012-0FA2-4522-B01D-53BB8ACBD2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734167F6-410B-C568-C281-31438B6C0F7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33E0D115-BE3B-C9A7-6E42-7D6E2CC0A2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D9EA1861-37B8-4080-015D-D18BF9386E2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2BC27D1C-0845-DC9C-0DAB-956AF055723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3279CF4D-7543-8C29-C868-226AAF924A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28903CFC-D478-9F74-77B3-EBB98189571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F1BFB417-CB58-5A0B-9F0B-F13F8AE23E9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7F99FD33-8243-FE3B-2FD9-CDEAFA9217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380CBCB4-E00D-5863-A0D6-CB9F759EE3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DFBDE257-604B-E276-31E6-35D3D1DF4D6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07ABBB20-54AA-62D9-1B67-D97AD85FC3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DE366FB1-1E12-1B8D-3B8E-2A33249049E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05648F6-3313-920D-A50B-3A3424E46194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CF5029A2-D7BE-ACA9-9C3B-0252D9F7D86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23A5FE7B-D3CC-0CBF-D8C7-490AD25081C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301317AB-F829-55F7-3A84-6FFC7D0033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D1E055C0-64F2-95AD-7BC9-20DBBB394DE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745ADA7C-09A9-1B30-C9E1-EAD636C6004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5DD9786B-120E-C2ED-3DC4-8E80E0472E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9825479E-4DF0-4F4F-65F9-A41C819250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DC2073FA-6AB3-EC4E-7923-0D37C0525B8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807D4041-F3D0-C8B7-5E17-512463FC25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0BB46668-7AD8-F6D2-B3AB-F6753F9CBE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3FE4661-7F8E-00B1-BA07-82C74D76DDE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BF004031-4B31-C39E-5BA7-DBE1DC86437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FF3BB8E4-887B-5A6C-042C-25A08DE9EF4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30E99FA7-48AE-9AEC-3AEF-4DD45047C3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66D3E5EE-0BB1-4B0D-1F87-348945C2566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0887075D-0B34-D3CA-2919-CE6D5484EEA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4CDD5F8E-F5FA-32C4-B16C-2820554AC4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7460B1EF-19C3-ACD5-4291-BE4A2A9820C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59BFE8F6-7168-49B0-C2FE-8EBC66A6F8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E02B1711-C67F-494A-79FB-8C90947913E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809D14AD-88C8-4B8B-EDF9-55B724F20C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78769F6E-F37A-75FB-7281-245ADC78B53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124F6713-A667-2FDE-4168-5ABAA5C689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5D24A5F3-CE19-841B-518C-72EABF714C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A3F5F818-2C5D-1C56-CC32-A5254665416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8F7CC283-84E3-9AA7-783F-28ED3B8D173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1DAE7426-9BBC-1212-7AA8-A4101BF6C6F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D6D75640-32AB-C80C-3AE8-09B46BBB79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A2AC483F-C36B-3D8E-7962-4D8D29218AE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85A355C7-24C9-D782-E4C1-A75041BF867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83E1D351-0BBA-762E-44C5-434169B5C33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55A375BB-341B-6FF2-3D08-FD01C73729E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5AE154A7-E137-6710-F961-7CE676EB85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FDDFD8DB-9A2A-343C-824D-CE36BF92F2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2817FD08-F21E-76A7-1D83-BCF575B81B6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4F3224DC-E66F-B315-C5A6-684AD22866E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88786127-8AD5-39A9-739F-F7A520892A4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BB3C6D63-021B-102B-CFD7-55F05F8FDA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D16352D4-121A-2368-07F1-69092DA9925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696A8ED-44CB-DB1A-44B1-5F9C30FCB65D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61478CC1-7745-65B2-EB77-C33B9FC40C4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71932DA6-C711-BEB4-4CEF-D892A7A9234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C31EFD3B-7EFD-35CB-940A-A0ABF76290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53B21B25-C963-6BAE-EE5A-84952A178E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1BC37090-0250-CA0A-AA35-163E50AE3F6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FB4EC4A5-E896-02C5-3C89-91714EA386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826903F5-A639-BF95-8EE7-F57BE75132C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23FE5534-9907-61A8-68A5-98A8525BBE2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0BD138AB-747E-6326-ED19-397DA136B5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2DC6C8F5-4E1B-CE43-8D7F-577411EB7BF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A2823217-798E-F8AB-F6BB-B902631DC8B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860A6211-9883-F9F3-9455-D828BD12E5F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3337CC32-9A34-894E-FBCB-8176EB04281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D8ED4BB6-C9AC-320A-5266-8D30109943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B1836691-7B3F-BC43-4AC8-CC287F1D6CB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2F66AB9F-5A0D-3CC6-34D9-7FB90EDBBB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BCEE1AAC-5DAE-41A5-19A9-007C7A901CD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7F6B2E82-EAC8-030C-5BD4-E842140CD83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0B873AC3-2456-26C4-B46B-70EBB67DCE9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7671357E-25FC-B3FC-34FD-F809FD21FE21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86ADD4D7-143E-2D45-5473-D2B6089F799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2F79C92-8B88-6DFA-AC67-AFB32DDF86E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C2BA1575-2108-A6DB-00CB-384D21DDF32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1A28299C-7555-E963-0EB9-E005EB19080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F4A7F6D1-759C-46CC-9B79-D90502BC47C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66ED87F0-78AD-6773-5455-C683AE2EA3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A8F9BA1B-863F-0AD5-3440-F8567A737E5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73DB23F4-749B-EB1E-413C-A79209E7BB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D147BFC3-B2C4-9DCF-C3EF-02A4915579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EB127BEC-609C-4C90-2EC7-7D903B5B79C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1EA7082-8661-1FE7-7555-C1B41A87E98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EE7C13EE-28BF-5535-E20E-A8D4F531A43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503E2023-8E1F-1C73-E5F5-ECE753A5544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076A578F-E150-E434-C7FF-7076DAD4AA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38122554-5E47-73D9-CCB6-BD782CF391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5F8EE43A-4CB9-03C1-0D96-6A7A3E231B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D6170C6B-C6A9-C9B7-BDBA-DFD56F93ABD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F1DF00B6-84E8-7FB7-515E-460505AE91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CEDCB457-31D7-5C1E-0D91-E854FCE0722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81ECB94-8AF0-DAA9-AD0F-FA11F1DF7C02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2336612" y="3429000"/>
            <a:chExt cx="3253723" cy="2286285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6E81E68F-391E-9186-D46B-075CBCFAFD6D}"/>
                </a:ext>
              </a:extLst>
            </p:cNvPr>
            <p:cNvSpPr/>
            <p:nvPr/>
          </p:nvSpPr>
          <p:spPr>
            <a:xfrm>
              <a:off x="2342962" y="3429000"/>
              <a:ext cx="3247373" cy="2286284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0CC1188-2915-5BDC-89AA-5EEF1F95688A}"/>
                </a:ext>
              </a:extLst>
            </p:cNvPr>
            <p:cNvSpPr/>
            <p:nvPr/>
          </p:nvSpPr>
          <p:spPr>
            <a:xfrm>
              <a:off x="2336612" y="4173798"/>
              <a:ext cx="3054177" cy="1541487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B608EC0-5FB8-24D7-5A0E-99D6B26FC163}"/>
                </a:ext>
              </a:extLst>
            </p:cNvPr>
            <p:cNvSpPr/>
            <p:nvPr/>
          </p:nvSpPr>
          <p:spPr>
            <a:xfrm>
              <a:off x="3206748" y="3835744"/>
              <a:ext cx="1174752" cy="1108797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85A3F0C7-2EF5-ADC9-A0E8-120DC134B88B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061D3B9B-09AE-962B-2696-DA5BDCDD9183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8A4AAB6-560A-706D-E794-8187626D22AC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4180FF1-BF76-29BC-6E76-49819DCFF265}"/>
              </a:ext>
            </a:extLst>
          </p:cNvPr>
          <p:cNvSpPr txBox="1"/>
          <p:nvPr/>
        </p:nvSpPr>
        <p:spPr>
          <a:xfrm>
            <a:off x="6072516" y="2761479"/>
            <a:ext cx="5840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Physics describes the evolution</a:t>
            </a:r>
            <a:br>
              <a:rPr lang="en-US" sz="3200" dirty="0"/>
            </a:br>
            <a:r>
              <a:rPr lang="en-US" sz="3200" dirty="0"/>
              <a:t>of a particular system like a movie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FD03D-0F28-B941-D0C0-81395B6DED6B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FD03D-0F28-B941-D0C0-81395B6D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89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5BBD-9DA8-8601-E169-29FFF2F4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0B28F27-1453-896D-D185-007111AB08C3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46B48E-945D-AEB9-FC2D-298EB78D628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80AE67D-5192-AF89-F185-69655166B42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366926A-A60A-D6C5-AF55-2ED389D9870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8FC6D89-7B01-CE4A-8328-A7305E1B34F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B14AB699-F147-410D-7F19-2963BF817F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2FC47385-0194-2043-C7EF-0B6E20359A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35692339-A738-05DF-FCDA-5EDB01FA5D1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195B75AB-607B-46BB-0DD0-9B623E6CF17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276906A0-2FC0-F4E7-A5A8-D5FBF9EF7BE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EC156576-9D5D-4CD3-6EBB-90BB276072D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5FEFDD5C-7000-5F17-4512-FC4ADC14C6A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9A074C9-EAED-0DE5-314F-1DB33A97EF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50B9D24-73A4-F79D-5C67-AFDF80E8494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3E41B9BD-3366-2890-37EE-E382F54930D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AE488F25-1FC1-5462-FB43-C8542C1D1F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81A2AB78-470E-D314-08C2-7FC781D92B8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211A78B-219F-EC5D-F329-A245F33427B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9BA94F33-906C-6CBF-2CEC-76800AF1B8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43CA9065-D7E1-3DA1-8AE2-B5AFA3C350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41F0BA0E-C9ED-C324-D574-C462FA59DB9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39086A5-3356-1C7D-1E96-9ADEDB5DA7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E71C925-5790-7983-89D0-C4E18A43F78C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C3AD7B97-26EB-0824-1CA3-C56D8AC82A2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CA48BAC-EF4D-2F20-BE85-F4643AB77BF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570DDD94-976F-CDEF-C75B-C0C0E3B9D87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572AE48F-71A9-4B1C-7505-B3699B4A70A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EFC5C57-223C-FB3F-358F-8105E0502F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FACC7158-0BF0-15CF-9A30-19F5D072BA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5E3B1647-FAD2-0BC0-97CC-DEB97E1DB09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2E82DB70-E04D-2E7D-6887-11D3E4EDBE1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6C578F3A-E5AD-190F-657F-B5007ADD06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3CF0461-A63D-5F38-86D3-163DDBBA6E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30D8F82-A915-DDAB-4CD0-6E915320A06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812E21E9-A7BC-18BE-9342-9CCC84765E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9EFB0C83-E930-B356-4A45-A7DEDF7270D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774CAC5E-A33A-DA27-EEFF-B570908227D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5E9B628-1D21-80AF-BAE5-4E4AF0FFEFA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C315DAA5-ED8A-4F2A-CF87-FD2C429F861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DE2A9C3F-5FBF-A77A-CE6D-C808EC4FFA9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23C5CD5F-7BB4-F22D-A993-598C082F4C4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AD185C55-2599-A1A0-6077-A33EC9AC78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E424C06-2361-3E3E-BB1B-3C792948B68C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AC4F9E1C-17D3-82B1-BD14-0BB54467807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E976732-1E24-90BE-DFB0-A2856151F52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97F026CD-D574-BBA7-90DC-2293F8775C4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DB2F10E1-BF20-D1D2-0E9E-BBDDE5E76D9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071421E3-606D-2ED4-1F4B-ABC7433AE36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0CF9DFB6-88D1-9060-03BE-AE7E668B08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8C4764C-0B3F-2A92-1004-EE1209E688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042DE9BB-9792-1969-A7B2-71F8F21DF0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F62D4B71-FF76-0EAC-DD12-B5BA470F3AD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5F82286B-3CE2-2455-7D7A-74B0D98723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A30A1BE-D063-64AF-86B0-BCB821DE46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624FA15C-B895-D529-094F-426FD4CEB47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B66E4D5D-1755-B084-7C47-770FDC4364F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17AD8F37-51C0-CF28-5015-9461103F6B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5845035E-A30C-027A-0624-A25710C9311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28A4F013-4720-8327-6E16-3FBBD4136D6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C71529AD-019E-60F8-99DD-3F9E39A33E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B15788F5-D1FE-9863-C4B0-983EE69A02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B5684538-6432-CF41-0288-C664FAA82C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75AF965-E80C-A0F8-41A5-24F1157AA7D8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2768337D-7181-29E0-6985-ED6B1A5CCCF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BC9B00DD-9E27-528A-D2F7-C456B625E88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FBFA4720-D844-A969-DED4-3355B046082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F953D325-9AEF-11D5-6023-8E0146C52F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BC5FA942-0209-5BBE-ED3F-4FEAB6D51C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6598DAFE-A80C-DEC7-4E05-C2E0C7C641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3876593B-A183-CD43-755C-14261634BB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D090DD04-D05E-788C-4004-38AAD4A0E4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DCFA3E85-480E-400D-CE35-B4E52BA58F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F1D54C48-FBDB-6543-1171-D7A6CB20EDA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F7FC126-F648-A8C3-A877-3022A82AF03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A8C8B440-4013-CD7D-D6C7-5E2073D3284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02D23430-18A3-ECFB-B057-C237D0EC55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C485537B-D975-73F6-11DE-910C1F5EEC4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F3E07EDA-FD97-D21A-22F4-AB820944ED9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9CCAE7B2-B43F-F491-3A73-B81E955BC9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52E2F6E2-1C9A-A691-8D28-C892FFFD42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2A93796A-8FDF-E941-7B8D-56B744E05C6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18BE23B4-218A-DA3F-41C0-D376CC73C89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ECA2C07-A45B-E578-78B5-D9731496B6DD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C8EF5D9-165D-ECD2-74B8-C52A47263ED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0DA3B22-3F3F-2E51-DCE3-E27EA6A5E8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64DF8DB-B879-381A-F5E5-CCDCA2EED31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206DCE0-094E-AD6C-74C0-6CD7F059186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72365EC0-2F35-A181-E61D-0AE21F3094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57191A70-99EA-B38B-759B-E1B0140515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F0B667FB-5050-10B8-21DD-6DFE145F2B8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85A83A0E-7DF0-BA28-69CF-DB7F8A44038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CF8210B1-1293-EF40-4526-1433B0BA1C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D11262DA-9D19-B72F-4BFE-E6DAD81611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6AEAB4D1-FFB1-704F-0032-BF70089C649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EC1674DD-E3FF-D52E-EFA1-588A046E2C4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77706EF0-971F-DA44-6771-65DA78E0EF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678725AB-2E72-8DFF-CA5F-B64FE1C558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0F896366-186A-387B-A5A7-DE19CCDA1D9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A4DDEF13-1BA6-2917-A171-105AFBFD48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91AB26E6-104E-4805-6CCF-9506150817B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C2FB7866-E20A-D392-EFB0-94EB38200D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B5D62FBA-3A1E-AE55-A6FF-A5F99F50D5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DEC3F41-03DF-89E5-B09D-B4DE846B16B6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1CF72998-D848-4BB8-FA72-548E018963C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FCDDA99-FD59-4679-D38E-218F8DD8BFD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A1A4B822-CC13-81C9-8BBE-37141636ECD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E4F0DB91-0FE7-B58D-2ED1-2F1EE01EAA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18D69230-A3AE-5572-CDA0-8AE6745B3E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271C7C03-9A51-D885-A63B-F09669F1FE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EF0F3E2A-08D6-A6C2-6C35-C77756E34DC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3EEB4DCB-3E26-7894-8D86-F146564CF30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B13B03F6-5F67-CD6D-95A0-1942A504BE0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E299442D-534C-F53C-A2C9-155FCDE0828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8975C430-9E4D-E2DA-A9D9-7F5E896012D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296B3E9A-8F1F-44B8-900C-55F665469ED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51A1660B-0C36-3788-0D90-71D02E0158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1B259B79-021D-D4DA-1377-F91F112CE32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E9F01D1E-3CB9-61D7-6AEC-B098C19AC79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2A7A2B25-9BCB-A930-DA67-CF60A906E9C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D835A516-318F-4EF8-4E72-1E1F48CA2D8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E3368B63-7591-948D-54A5-E6937895A9F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BF62F248-9B86-2959-3543-3ECC07C647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3C242754-85AD-D81F-9E31-A01586E029F0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82464D00-4D7B-8200-BA2A-4D4220EF074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9285C331-AF2B-E88A-340C-BFF094CC838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5D4CA223-3C8D-6663-0812-3A85A99771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1E44740F-C594-B0C1-F498-7F1FCA8667B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96961031-D78F-FC8C-2F41-207DCBE0CB2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827020F6-84FF-CE80-3D20-6D810C8CBDB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01361388-24C8-F147-F1B9-44C065BBDB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6276823B-AAA8-F033-D572-784C2E56BC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05F2C08B-090A-C105-5C21-50B078EC245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697A1A38-D220-D451-E145-C890291D83B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B601A7AB-DDF4-DC57-380F-A41D69BCE49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6E9C4037-7E37-C529-1865-9B64C31C95A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9C74DC05-4F5F-B13B-5DA2-E8BE9D2A14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A15EA6D8-1861-7FCF-4D78-514C407043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0E430FD1-6D1A-5585-B03D-79131AAAAFF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A1EEC314-AFDB-AF29-1592-34A798807A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3FD6AC6-5781-DA94-FB02-AA3B35EE0D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FA73A7E7-39D2-BA92-CCBA-F25A254A6C3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C9107EB5-68C6-15A0-0F2D-A25D07F3BE3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5A5CD41D-9FE6-1E64-0993-2FF755625A77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D0F28091-9FE9-DEED-15DA-608312E6C3D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3D83E0D0-AB1A-5E6F-8A93-EA55CE7CAE1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2276D3B7-37CB-549B-2654-4965842F567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0E1F98A9-164B-EE36-DF3C-8022473915F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54CBADB2-68AA-3BF2-CBAE-AF2D4B4A6F3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F1FC7433-3189-BA0B-21BF-CB45A1D0F60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27448B37-7CC5-2C5E-1652-680673A89B1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A17200CB-85B5-DC05-1FA3-C3FA9AAE6C4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0B23A8DA-62B2-EB28-9691-0D26038A5F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1D4EC442-167B-B487-630A-E9F42EC4414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E9220B2B-CFAE-3F57-C1CB-A84F4BB0805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4EA76520-34EE-F25F-8EF9-532141B745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9E0E2C7F-87DE-90FD-9756-5DB6EE9CB5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DCE45A8E-7686-7994-E52D-BDC14C59BE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53ACFE95-750A-16E3-1A7D-467C1197C97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7B626EC2-31D4-0EB1-FDF4-D565B5485D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89D24A7E-8698-76F3-8A27-B4364FB284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D2045898-D380-8421-CF9E-A709486F5D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52278DC7-B2A8-F839-99CC-D2D031D451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C5C73F4-B8AE-3655-1703-0637ABE2AF0F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6D034752-A103-C183-4235-E626A9F7E5B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B3C048E-FC68-B662-B7F1-5BC3F545B0C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D61EF836-7BFF-10FC-6367-FC6CF3B488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C141F50F-258F-71E0-BFFF-4285689E27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30CF7CF3-5E32-767E-A802-A5AFE023957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81DAA97B-B017-952B-3B73-641C345FED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A4276705-FE31-0E97-5023-ABA03A6D5B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EE3B729E-9FBF-26FA-C56D-DA2F226E43F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14368107-B149-923E-38DD-3C1E6E581BC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DDB21BB1-D9AA-D397-5D5A-619DAD3ABF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860CF7EC-A1A2-BDFA-4ED1-26A0E55344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A50DA0F4-2C0A-234F-CD85-A26BB28CEF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F81C093F-5C41-5EC4-E0B8-9265B97567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EB21C704-BF78-4969-964E-0D7758298A9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DE47B240-6B9F-B4FB-0999-364A474ABE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AB359DD0-E98D-010B-76AB-058B0ADB1FB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8AB1FE17-3BA4-063F-B70B-DD88E5D01A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A14BBD42-B644-7FBD-D11A-7D0C35AD9D7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8E4E798E-7B3C-DF8F-58A9-5B1A26B88C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BAC904E7-B17E-9E6F-FD70-85F22A8CAB2E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C374342C-3C22-EE35-F572-A087B2C943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C0A5717-7950-F622-3D44-8FE70D27B81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7EA801B7-890C-0C7A-D797-BB583A67107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217FF31C-2E31-4FF9-7CC7-DC1A9EDA09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D4445FAA-E056-2029-99DB-08FFFC94A8F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790158B2-7256-FAF4-242C-0012987126C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A58F58EA-350B-B39C-1697-EEF5E750477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D93DBD8C-CB67-573C-2BA3-2BF55A93EBB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41578EE0-CACD-058A-A897-5CB3391E25D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8AA8682E-188E-4027-62E3-337F9D3415C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60F7E46-FAD5-B5DC-20CB-B4C3D4F9B0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B9D7BE88-2D17-5C0E-558F-4EAD60D492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DD8DD0BD-442B-C8FF-B6D3-5046BD6B1D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E737C8DE-B993-EB5A-139A-65E31BA6778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A185BF02-25E1-2C34-EEA2-ABFB95DC9D3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B1720F74-4565-A85B-1952-3140F019EFC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96662183-FF93-27E0-0839-796E2BD1F5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D6DBA16C-2AA4-86AC-2CF1-DBC2A07E87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9A0D7BC0-69BA-F0D1-2821-1B72608433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641C40B-4F93-4260-E71C-3B6D23B688C4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2336612" y="3429000"/>
            <a:chExt cx="3253723" cy="2286285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5C403F2B-D463-A5AC-BBF6-F142ECB599BC}"/>
                </a:ext>
              </a:extLst>
            </p:cNvPr>
            <p:cNvSpPr/>
            <p:nvPr/>
          </p:nvSpPr>
          <p:spPr>
            <a:xfrm>
              <a:off x="2342962" y="3429000"/>
              <a:ext cx="3247373" cy="2286284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FB1BF79E-B757-5A8D-394E-D9383FEFA6C1}"/>
                </a:ext>
              </a:extLst>
            </p:cNvPr>
            <p:cNvSpPr/>
            <p:nvPr/>
          </p:nvSpPr>
          <p:spPr>
            <a:xfrm>
              <a:off x="2336612" y="4173798"/>
              <a:ext cx="3054177" cy="1541487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6E7406E-A1E6-8134-9F3B-E47EE7C83B9A}"/>
                </a:ext>
              </a:extLst>
            </p:cNvPr>
            <p:cNvSpPr/>
            <p:nvPr/>
          </p:nvSpPr>
          <p:spPr>
            <a:xfrm>
              <a:off x="3206748" y="3835744"/>
              <a:ext cx="1174752" cy="1108797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AA3BE981-CB3E-DC51-AFDD-E95C6ECC9FF9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E7AD45AC-6145-762C-466A-2D420389D1B3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11ECD390-810F-2DD0-A9C1-0F781B03EC08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67071E2-4A81-3360-872C-0A92FB5A9230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8A0AF14-F80D-40FC-7C19-2087835E7022}"/>
              </a:ext>
            </a:extLst>
          </p:cNvPr>
          <p:cNvSpPr txBox="1"/>
          <p:nvPr/>
        </p:nvSpPr>
        <p:spPr>
          <a:xfrm>
            <a:off x="6072516" y="2761479"/>
            <a:ext cx="5840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Physics describes the evolution</a:t>
            </a:r>
            <a:br>
              <a:rPr lang="en-US" sz="3200" dirty="0"/>
            </a:br>
            <a:r>
              <a:rPr lang="en-US" sz="3200" dirty="0"/>
              <a:t>of a particular system like a movie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BF3426-E3FD-A9AE-EC98-8F765513AB81}"/>
              </a:ext>
            </a:extLst>
          </p:cNvPr>
          <p:cNvSpPr/>
          <p:nvPr/>
        </p:nvSpPr>
        <p:spPr>
          <a:xfrm>
            <a:off x="6134100" y="2857500"/>
            <a:ext cx="5727700" cy="1156849"/>
          </a:xfrm>
          <a:custGeom>
            <a:avLst/>
            <a:gdLst>
              <a:gd name="connsiteX0" fmla="*/ 0 w 5727700"/>
              <a:gd name="connsiteY0" fmla="*/ 704850 h 1156849"/>
              <a:gd name="connsiteX1" fmla="*/ 133350 w 5727700"/>
              <a:gd name="connsiteY1" fmla="*/ 527050 h 1156849"/>
              <a:gd name="connsiteX2" fmla="*/ 222250 w 5727700"/>
              <a:gd name="connsiteY2" fmla="*/ 431800 h 1156849"/>
              <a:gd name="connsiteX3" fmla="*/ 368300 w 5727700"/>
              <a:gd name="connsiteY3" fmla="*/ 254000 h 1156849"/>
              <a:gd name="connsiteX4" fmla="*/ 406400 w 5727700"/>
              <a:gd name="connsiteY4" fmla="*/ 209550 h 1156849"/>
              <a:gd name="connsiteX5" fmla="*/ 438150 w 5727700"/>
              <a:gd name="connsiteY5" fmla="*/ 171450 h 1156849"/>
              <a:gd name="connsiteX6" fmla="*/ 488950 w 5727700"/>
              <a:gd name="connsiteY6" fmla="*/ 127000 h 1156849"/>
              <a:gd name="connsiteX7" fmla="*/ 406400 w 5727700"/>
              <a:gd name="connsiteY7" fmla="*/ 463550 h 1156849"/>
              <a:gd name="connsiteX8" fmla="*/ 387350 w 5727700"/>
              <a:gd name="connsiteY8" fmla="*/ 558800 h 1156849"/>
              <a:gd name="connsiteX9" fmla="*/ 355600 w 5727700"/>
              <a:gd name="connsiteY9" fmla="*/ 647700 h 1156849"/>
              <a:gd name="connsiteX10" fmla="*/ 330200 w 5727700"/>
              <a:gd name="connsiteY10" fmla="*/ 730250 h 1156849"/>
              <a:gd name="connsiteX11" fmla="*/ 323850 w 5727700"/>
              <a:gd name="connsiteY11" fmla="*/ 768350 h 1156849"/>
              <a:gd name="connsiteX12" fmla="*/ 450850 w 5727700"/>
              <a:gd name="connsiteY12" fmla="*/ 628650 h 1156849"/>
              <a:gd name="connsiteX13" fmla="*/ 635000 w 5727700"/>
              <a:gd name="connsiteY13" fmla="*/ 406400 h 1156849"/>
              <a:gd name="connsiteX14" fmla="*/ 787400 w 5727700"/>
              <a:gd name="connsiteY14" fmla="*/ 285750 h 1156849"/>
              <a:gd name="connsiteX15" fmla="*/ 908050 w 5727700"/>
              <a:gd name="connsiteY15" fmla="*/ 190500 h 1156849"/>
              <a:gd name="connsiteX16" fmla="*/ 977900 w 5727700"/>
              <a:gd name="connsiteY16" fmla="*/ 127000 h 1156849"/>
              <a:gd name="connsiteX17" fmla="*/ 1041400 w 5727700"/>
              <a:gd name="connsiteY17" fmla="*/ 82550 h 1156849"/>
              <a:gd name="connsiteX18" fmla="*/ 933450 w 5727700"/>
              <a:gd name="connsiteY18" fmla="*/ 355600 h 1156849"/>
              <a:gd name="connsiteX19" fmla="*/ 736600 w 5727700"/>
              <a:gd name="connsiteY19" fmla="*/ 774700 h 1156849"/>
              <a:gd name="connsiteX20" fmla="*/ 698500 w 5727700"/>
              <a:gd name="connsiteY20" fmla="*/ 869950 h 1156849"/>
              <a:gd name="connsiteX21" fmla="*/ 685800 w 5727700"/>
              <a:gd name="connsiteY21" fmla="*/ 908050 h 1156849"/>
              <a:gd name="connsiteX22" fmla="*/ 673100 w 5727700"/>
              <a:gd name="connsiteY22" fmla="*/ 939800 h 1156849"/>
              <a:gd name="connsiteX23" fmla="*/ 1041400 w 5727700"/>
              <a:gd name="connsiteY23" fmla="*/ 603250 h 1156849"/>
              <a:gd name="connsiteX24" fmla="*/ 1149350 w 5727700"/>
              <a:gd name="connsiteY24" fmla="*/ 501650 h 1156849"/>
              <a:gd name="connsiteX25" fmla="*/ 1416050 w 5727700"/>
              <a:gd name="connsiteY25" fmla="*/ 279400 h 1156849"/>
              <a:gd name="connsiteX26" fmla="*/ 1562100 w 5727700"/>
              <a:gd name="connsiteY26" fmla="*/ 146050 h 1156849"/>
              <a:gd name="connsiteX27" fmla="*/ 1657350 w 5727700"/>
              <a:gd name="connsiteY27" fmla="*/ 44450 h 1156849"/>
              <a:gd name="connsiteX28" fmla="*/ 1555750 w 5727700"/>
              <a:gd name="connsiteY28" fmla="*/ 304800 h 1156849"/>
              <a:gd name="connsiteX29" fmla="*/ 1289050 w 5727700"/>
              <a:gd name="connsiteY29" fmla="*/ 863600 h 1156849"/>
              <a:gd name="connsiteX30" fmla="*/ 1231900 w 5727700"/>
              <a:gd name="connsiteY30" fmla="*/ 1009650 h 1156849"/>
              <a:gd name="connsiteX31" fmla="*/ 1479550 w 5727700"/>
              <a:gd name="connsiteY31" fmla="*/ 774700 h 1156849"/>
              <a:gd name="connsiteX32" fmla="*/ 1631950 w 5727700"/>
              <a:gd name="connsiteY32" fmla="*/ 628650 h 1156849"/>
              <a:gd name="connsiteX33" fmla="*/ 1771650 w 5727700"/>
              <a:gd name="connsiteY33" fmla="*/ 501650 h 1156849"/>
              <a:gd name="connsiteX34" fmla="*/ 1879600 w 5727700"/>
              <a:gd name="connsiteY34" fmla="*/ 387350 h 1156849"/>
              <a:gd name="connsiteX35" fmla="*/ 2019300 w 5727700"/>
              <a:gd name="connsiteY35" fmla="*/ 266700 h 1156849"/>
              <a:gd name="connsiteX36" fmla="*/ 2139950 w 5727700"/>
              <a:gd name="connsiteY36" fmla="*/ 101600 h 1156849"/>
              <a:gd name="connsiteX37" fmla="*/ 2209800 w 5727700"/>
              <a:gd name="connsiteY37" fmla="*/ 57150 h 1156849"/>
              <a:gd name="connsiteX38" fmla="*/ 2184400 w 5727700"/>
              <a:gd name="connsiteY38" fmla="*/ 184150 h 1156849"/>
              <a:gd name="connsiteX39" fmla="*/ 1974850 w 5727700"/>
              <a:gd name="connsiteY39" fmla="*/ 679450 h 1156849"/>
              <a:gd name="connsiteX40" fmla="*/ 1917700 w 5727700"/>
              <a:gd name="connsiteY40" fmla="*/ 850900 h 1156849"/>
              <a:gd name="connsiteX41" fmla="*/ 1898650 w 5727700"/>
              <a:gd name="connsiteY41" fmla="*/ 933450 h 1156849"/>
              <a:gd name="connsiteX42" fmla="*/ 2133600 w 5727700"/>
              <a:gd name="connsiteY42" fmla="*/ 609600 h 1156849"/>
              <a:gd name="connsiteX43" fmla="*/ 2400300 w 5727700"/>
              <a:gd name="connsiteY43" fmla="*/ 298450 h 1156849"/>
              <a:gd name="connsiteX44" fmla="*/ 2571750 w 5727700"/>
              <a:gd name="connsiteY44" fmla="*/ 133350 h 1156849"/>
              <a:gd name="connsiteX45" fmla="*/ 2616200 w 5727700"/>
              <a:gd name="connsiteY45" fmla="*/ 88900 h 1156849"/>
              <a:gd name="connsiteX46" fmla="*/ 2686050 w 5727700"/>
              <a:gd name="connsiteY46" fmla="*/ 38100 h 1156849"/>
              <a:gd name="connsiteX47" fmla="*/ 2622550 w 5727700"/>
              <a:gd name="connsiteY47" fmla="*/ 527050 h 1156849"/>
              <a:gd name="connsiteX48" fmla="*/ 2559050 w 5727700"/>
              <a:gd name="connsiteY48" fmla="*/ 838200 h 1156849"/>
              <a:gd name="connsiteX49" fmla="*/ 2540000 w 5727700"/>
              <a:gd name="connsiteY49" fmla="*/ 927100 h 1156849"/>
              <a:gd name="connsiteX50" fmla="*/ 2533650 w 5727700"/>
              <a:gd name="connsiteY50" fmla="*/ 952500 h 1156849"/>
              <a:gd name="connsiteX51" fmla="*/ 2800350 w 5727700"/>
              <a:gd name="connsiteY51" fmla="*/ 609600 h 1156849"/>
              <a:gd name="connsiteX52" fmla="*/ 3060700 w 5727700"/>
              <a:gd name="connsiteY52" fmla="*/ 234950 h 1156849"/>
              <a:gd name="connsiteX53" fmla="*/ 3117850 w 5727700"/>
              <a:gd name="connsiteY53" fmla="*/ 158750 h 1156849"/>
              <a:gd name="connsiteX54" fmla="*/ 3136900 w 5727700"/>
              <a:gd name="connsiteY54" fmla="*/ 133350 h 1156849"/>
              <a:gd name="connsiteX55" fmla="*/ 3206750 w 5727700"/>
              <a:gd name="connsiteY55" fmla="*/ 69850 h 1156849"/>
              <a:gd name="connsiteX56" fmla="*/ 3054350 w 5727700"/>
              <a:gd name="connsiteY56" fmla="*/ 628650 h 1156849"/>
              <a:gd name="connsiteX57" fmla="*/ 2990850 w 5727700"/>
              <a:gd name="connsiteY57" fmla="*/ 768350 h 1156849"/>
              <a:gd name="connsiteX58" fmla="*/ 2933700 w 5727700"/>
              <a:gd name="connsiteY58" fmla="*/ 958850 h 1156849"/>
              <a:gd name="connsiteX59" fmla="*/ 2895600 w 5727700"/>
              <a:gd name="connsiteY59" fmla="*/ 1066800 h 1156849"/>
              <a:gd name="connsiteX60" fmla="*/ 2882900 w 5727700"/>
              <a:gd name="connsiteY60" fmla="*/ 1117600 h 1156849"/>
              <a:gd name="connsiteX61" fmla="*/ 2895600 w 5727700"/>
              <a:gd name="connsiteY61" fmla="*/ 1092200 h 1156849"/>
              <a:gd name="connsiteX62" fmla="*/ 3028950 w 5727700"/>
              <a:gd name="connsiteY62" fmla="*/ 927100 h 1156849"/>
              <a:gd name="connsiteX63" fmla="*/ 3168650 w 5727700"/>
              <a:gd name="connsiteY63" fmla="*/ 736600 h 1156849"/>
              <a:gd name="connsiteX64" fmla="*/ 3365500 w 5727700"/>
              <a:gd name="connsiteY64" fmla="*/ 444500 h 1156849"/>
              <a:gd name="connsiteX65" fmla="*/ 3549650 w 5727700"/>
              <a:gd name="connsiteY65" fmla="*/ 203200 h 1156849"/>
              <a:gd name="connsiteX66" fmla="*/ 3638550 w 5727700"/>
              <a:gd name="connsiteY66" fmla="*/ 88900 h 1156849"/>
              <a:gd name="connsiteX67" fmla="*/ 3733800 w 5727700"/>
              <a:gd name="connsiteY67" fmla="*/ 0 h 1156849"/>
              <a:gd name="connsiteX68" fmla="*/ 3498850 w 5727700"/>
              <a:gd name="connsiteY68" fmla="*/ 685800 h 1156849"/>
              <a:gd name="connsiteX69" fmla="*/ 3416300 w 5727700"/>
              <a:gd name="connsiteY69" fmla="*/ 946150 h 1156849"/>
              <a:gd name="connsiteX70" fmla="*/ 3403600 w 5727700"/>
              <a:gd name="connsiteY70" fmla="*/ 990600 h 1156849"/>
              <a:gd name="connsiteX71" fmla="*/ 3803650 w 5727700"/>
              <a:gd name="connsiteY71" fmla="*/ 577850 h 1156849"/>
              <a:gd name="connsiteX72" fmla="*/ 4089400 w 5727700"/>
              <a:gd name="connsiteY72" fmla="*/ 196850 h 1156849"/>
              <a:gd name="connsiteX73" fmla="*/ 4184650 w 5727700"/>
              <a:gd name="connsiteY73" fmla="*/ 82550 h 1156849"/>
              <a:gd name="connsiteX74" fmla="*/ 4140200 w 5727700"/>
              <a:gd name="connsiteY74" fmla="*/ 317500 h 1156849"/>
              <a:gd name="connsiteX75" fmla="*/ 4006850 w 5727700"/>
              <a:gd name="connsiteY75" fmla="*/ 679450 h 1156849"/>
              <a:gd name="connsiteX76" fmla="*/ 3981450 w 5727700"/>
              <a:gd name="connsiteY76" fmla="*/ 774700 h 1156849"/>
              <a:gd name="connsiteX77" fmla="*/ 3962400 w 5727700"/>
              <a:gd name="connsiteY77" fmla="*/ 819150 h 1156849"/>
              <a:gd name="connsiteX78" fmla="*/ 3949700 w 5727700"/>
              <a:gd name="connsiteY78" fmla="*/ 876300 h 1156849"/>
              <a:gd name="connsiteX79" fmla="*/ 4064000 w 5727700"/>
              <a:gd name="connsiteY79" fmla="*/ 787400 h 1156849"/>
              <a:gd name="connsiteX80" fmla="*/ 4254500 w 5727700"/>
              <a:gd name="connsiteY80" fmla="*/ 622300 h 1156849"/>
              <a:gd name="connsiteX81" fmla="*/ 4527550 w 5727700"/>
              <a:gd name="connsiteY81" fmla="*/ 317500 h 1156849"/>
              <a:gd name="connsiteX82" fmla="*/ 4622800 w 5727700"/>
              <a:gd name="connsiteY82" fmla="*/ 209550 h 1156849"/>
              <a:gd name="connsiteX83" fmla="*/ 4781550 w 5727700"/>
              <a:gd name="connsiteY83" fmla="*/ 95250 h 1156849"/>
              <a:gd name="connsiteX84" fmla="*/ 4749800 w 5727700"/>
              <a:gd name="connsiteY84" fmla="*/ 260350 h 1156849"/>
              <a:gd name="connsiteX85" fmla="*/ 4565650 w 5727700"/>
              <a:gd name="connsiteY85" fmla="*/ 692150 h 1156849"/>
              <a:gd name="connsiteX86" fmla="*/ 4508500 w 5727700"/>
              <a:gd name="connsiteY86" fmla="*/ 889000 h 1156849"/>
              <a:gd name="connsiteX87" fmla="*/ 4699000 w 5727700"/>
              <a:gd name="connsiteY87" fmla="*/ 787400 h 1156849"/>
              <a:gd name="connsiteX88" fmla="*/ 4940300 w 5727700"/>
              <a:gd name="connsiteY88" fmla="*/ 520700 h 1156849"/>
              <a:gd name="connsiteX89" fmla="*/ 5029200 w 5727700"/>
              <a:gd name="connsiteY89" fmla="*/ 425450 h 1156849"/>
              <a:gd name="connsiteX90" fmla="*/ 5181600 w 5727700"/>
              <a:gd name="connsiteY90" fmla="*/ 266700 h 1156849"/>
              <a:gd name="connsiteX91" fmla="*/ 5276850 w 5727700"/>
              <a:gd name="connsiteY91" fmla="*/ 165100 h 1156849"/>
              <a:gd name="connsiteX92" fmla="*/ 5099050 w 5727700"/>
              <a:gd name="connsiteY92" fmla="*/ 800100 h 1156849"/>
              <a:gd name="connsiteX93" fmla="*/ 5041900 w 5727700"/>
              <a:gd name="connsiteY93" fmla="*/ 1016000 h 1156849"/>
              <a:gd name="connsiteX94" fmla="*/ 5022850 w 5727700"/>
              <a:gd name="connsiteY94" fmla="*/ 1155700 h 1156849"/>
              <a:gd name="connsiteX95" fmla="*/ 5276850 w 5727700"/>
              <a:gd name="connsiteY95" fmla="*/ 946150 h 1156849"/>
              <a:gd name="connsiteX96" fmla="*/ 5543550 w 5727700"/>
              <a:gd name="connsiteY96" fmla="*/ 622300 h 1156849"/>
              <a:gd name="connsiteX97" fmla="*/ 5676900 w 5727700"/>
              <a:gd name="connsiteY97" fmla="*/ 469900 h 1156849"/>
              <a:gd name="connsiteX98" fmla="*/ 5702300 w 5727700"/>
              <a:gd name="connsiteY98" fmla="*/ 438150 h 1156849"/>
              <a:gd name="connsiteX99" fmla="*/ 5715000 w 5727700"/>
              <a:gd name="connsiteY99" fmla="*/ 419100 h 1156849"/>
              <a:gd name="connsiteX100" fmla="*/ 5727700 w 5727700"/>
              <a:gd name="connsiteY100" fmla="*/ 412750 h 115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5727700" h="1156849">
                <a:moveTo>
                  <a:pt x="0" y="704850"/>
                </a:moveTo>
                <a:cubicBezTo>
                  <a:pt x="48061" y="632758"/>
                  <a:pt x="54556" y="621094"/>
                  <a:pt x="133350" y="527050"/>
                </a:cubicBezTo>
                <a:cubicBezTo>
                  <a:pt x="161242" y="493760"/>
                  <a:pt x="193923" y="464721"/>
                  <a:pt x="222250" y="431800"/>
                </a:cubicBezTo>
                <a:cubicBezTo>
                  <a:pt x="272276" y="373662"/>
                  <a:pt x="319365" y="313059"/>
                  <a:pt x="368300" y="254000"/>
                </a:cubicBezTo>
                <a:cubicBezTo>
                  <a:pt x="380751" y="238973"/>
                  <a:pt x="393795" y="224447"/>
                  <a:pt x="406400" y="209550"/>
                </a:cubicBezTo>
                <a:cubicBezTo>
                  <a:pt x="417079" y="196930"/>
                  <a:pt x="427567" y="184150"/>
                  <a:pt x="438150" y="171450"/>
                </a:cubicBezTo>
                <a:cubicBezTo>
                  <a:pt x="474185" y="128208"/>
                  <a:pt x="454217" y="138578"/>
                  <a:pt x="488950" y="127000"/>
                </a:cubicBezTo>
                <a:cubicBezTo>
                  <a:pt x="441112" y="402071"/>
                  <a:pt x="492613" y="140250"/>
                  <a:pt x="406400" y="463550"/>
                </a:cubicBezTo>
                <a:cubicBezTo>
                  <a:pt x="398057" y="494836"/>
                  <a:pt x="395960" y="527587"/>
                  <a:pt x="387350" y="558800"/>
                </a:cubicBezTo>
                <a:cubicBezTo>
                  <a:pt x="378982" y="589133"/>
                  <a:pt x="365551" y="617848"/>
                  <a:pt x="355600" y="647700"/>
                </a:cubicBezTo>
                <a:cubicBezTo>
                  <a:pt x="346496" y="675012"/>
                  <a:pt x="337527" y="702408"/>
                  <a:pt x="330200" y="730250"/>
                </a:cubicBezTo>
                <a:cubicBezTo>
                  <a:pt x="326923" y="742701"/>
                  <a:pt x="314002" y="776643"/>
                  <a:pt x="323850" y="768350"/>
                </a:cubicBezTo>
                <a:cubicBezTo>
                  <a:pt x="371988" y="727813"/>
                  <a:pt x="409825" y="676373"/>
                  <a:pt x="450850" y="628650"/>
                </a:cubicBezTo>
                <a:cubicBezTo>
                  <a:pt x="513568" y="555693"/>
                  <a:pt x="559567" y="466117"/>
                  <a:pt x="635000" y="406400"/>
                </a:cubicBezTo>
                <a:lnTo>
                  <a:pt x="787400" y="285750"/>
                </a:lnTo>
                <a:cubicBezTo>
                  <a:pt x="827593" y="253970"/>
                  <a:pt x="870136" y="224967"/>
                  <a:pt x="908050" y="190500"/>
                </a:cubicBezTo>
                <a:cubicBezTo>
                  <a:pt x="931333" y="169333"/>
                  <a:pt x="953443" y="146799"/>
                  <a:pt x="977900" y="127000"/>
                </a:cubicBezTo>
                <a:cubicBezTo>
                  <a:pt x="997982" y="110743"/>
                  <a:pt x="1041400" y="82550"/>
                  <a:pt x="1041400" y="82550"/>
                </a:cubicBezTo>
                <a:cubicBezTo>
                  <a:pt x="1005417" y="173567"/>
                  <a:pt x="972894" y="266029"/>
                  <a:pt x="933450" y="355600"/>
                </a:cubicBezTo>
                <a:cubicBezTo>
                  <a:pt x="871247" y="496853"/>
                  <a:pt x="793921" y="631396"/>
                  <a:pt x="736600" y="774700"/>
                </a:cubicBezTo>
                <a:cubicBezTo>
                  <a:pt x="723900" y="806450"/>
                  <a:pt x="710674" y="837994"/>
                  <a:pt x="698500" y="869950"/>
                </a:cubicBezTo>
                <a:cubicBezTo>
                  <a:pt x="693734" y="882460"/>
                  <a:pt x="690375" y="895469"/>
                  <a:pt x="685800" y="908050"/>
                </a:cubicBezTo>
                <a:cubicBezTo>
                  <a:pt x="681905" y="918762"/>
                  <a:pt x="664446" y="947218"/>
                  <a:pt x="673100" y="939800"/>
                </a:cubicBezTo>
                <a:cubicBezTo>
                  <a:pt x="799367" y="831571"/>
                  <a:pt x="919012" y="715847"/>
                  <a:pt x="1041400" y="603250"/>
                </a:cubicBezTo>
                <a:cubicBezTo>
                  <a:pt x="1077765" y="569794"/>
                  <a:pt x="1109819" y="531298"/>
                  <a:pt x="1149350" y="501650"/>
                </a:cubicBezTo>
                <a:cubicBezTo>
                  <a:pt x="1287370" y="398135"/>
                  <a:pt x="1215856" y="454569"/>
                  <a:pt x="1416050" y="279400"/>
                </a:cubicBezTo>
                <a:cubicBezTo>
                  <a:pt x="1436522" y="261487"/>
                  <a:pt x="1551811" y="157025"/>
                  <a:pt x="1562100" y="146050"/>
                </a:cubicBezTo>
                <a:lnTo>
                  <a:pt x="1657350" y="44450"/>
                </a:lnTo>
                <a:cubicBezTo>
                  <a:pt x="1623483" y="131233"/>
                  <a:pt x="1593951" y="219835"/>
                  <a:pt x="1555750" y="304800"/>
                </a:cubicBezTo>
                <a:cubicBezTo>
                  <a:pt x="1471114" y="493042"/>
                  <a:pt x="1354318" y="667797"/>
                  <a:pt x="1289050" y="863600"/>
                </a:cubicBezTo>
                <a:cubicBezTo>
                  <a:pt x="1255562" y="964063"/>
                  <a:pt x="1274729" y="915426"/>
                  <a:pt x="1231900" y="1009650"/>
                </a:cubicBezTo>
                <a:cubicBezTo>
                  <a:pt x="1201275" y="1162774"/>
                  <a:pt x="1220362" y="1037938"/>
                  <a:pt x="1479550" y="774700"/>
                </a:cubicBezTo>
                <a:cubicBezTo>
                  <a:pt x="1528916" y="724563"/>
                  <a:pt x="1580549" y="676699"/>
                  <a:pt x="1631950" y="628650"/>
                </a:cubicBezTo>
                <a:cubicBezTo>
                  <a:pt x="1677924" y="585674"/>
                  <a:pt x="1728439" y="547403"/>
                  <a:pt x="1771650" y="501650"/>
                </a:cubicBezTo>
                <a:cubicBezTo>
                  <a:pt x="1807633" y="463550"/>
                  <a:pt x="1841581" y="423419"/>
                  <a:pt x="1879600" y="387350"/>
                </a:cubicBezTo>
                <a:cubicBezTo>
                  <a:pt x="1924237" y="345002"/>
                  <a:pt x="1977861" y="312182"/>
                  <a:pt x="2019300" y="266700"/>
                </a:cubicBezTo>
                <a:cubicBezTo>
                  <a:pt x="2065206" y="216315"/>
                  <a:pt x="2082444" y="138194"/>
                  <a:pt x="2139950" y="101600"/>
                </a:cubicBezTo>
                <a:lnTo>
                  <a:pt x="2209800" y="57150"/>
                </a:lnTo>
                <a:cubicBezTo>
                  <a:pt x="2268744" y="76798"/>
                  <a:pt x="2236068" y="58854"/>
                  <a:pt x="2184400" y="184150"/>
                </a:cubicBezTo>
                <a:cubicBezTo>
                  <a:pt x="2116058" y="349880"/>
                  <a:pt x="2044580" y="514299"/>
                  <a:pt x="1974850" y="679450"/>
                </a:cubicBezTo>
                <a:cubicBezTo>
                  <a:pt x="1935490" y="772672"/>
                  <a:pt x="1944186" y="744957"/>
                  <a:pt x="1917700" y="850900"/>
                </a:cubicBezTo>
                <a:cubicBezTo>
                  <a:pt x="1910851" y="878297"/>
                  <a:pt x="1875379" y="949449"/>
                  <a:pt x="1898650" y="933450"/>
                </a:cubicBezTo>
                <a:cubicBezTo>
                  <a:pt x="1956736" y="893516"/>
                  <a:pt x="2094879" y="658647"/>
                  <a:pt x="2133600" y="609600"/>
                </a:cubicBezTo>
                <a:cubicBezTo>
                  <a:pt x="2218245" y="502383"/>
                  <a:pt x="2301902" y="393203"/>
                  <a:pt x="2400300" y="298450"/>
                </a:cubicBezTo>
                <a:cubicBezTo>
                  <a:pt x="2457450" y="243417"/>
                  <a:pt x="2515648" y="189452"/>
                  <a:pt x="2571750" y="133350"/>
                </a:cubicBezTo>
                <a:cubicBezTo>
                  <a:pt x="2586567" y="118533"/>
                  <a:pt x="2600103" y="102314"/>
                  <a:pt x="2616200" y="88900"/>
                </a:cubicBezTo>
                <a:cubicBezTo>
                  <a:pt x="2638317" y="70469"/>
                  <a:pt x="2686050" y="38100"/>
                  <a:pt x="2686050" y="38100"/>
                </a:cubicBezTo>
                <a:cubicBezTo>
                  <a:pt x="2663868" y="304278"/>
                  <a:pt x="2675056" y="249076"/>
                  <a:pt x="2622550" y="527050"/>
                </a:cubicBezTo>
                <a:cubicBezTo>
                  <a:pt x="2602903" y="631065"/>
                  <a:pt x="2580442" y="734530"/>
                  <a:pt x="2559050" y="838200"/>
                </a:cubicBezTo>
                <a:cubicBezTo>
                  <a:pt x="2552925" y="867881"/>
                  <a:pt x="2547350" y="897699"/>
                  <a:pt x="2540000" y="927100"/>
                </a:cubicBezTo>
                <a:cubicBezTo>
                  <a:pt x="2537883" y="935567"/>
                  <a:pt x="2528116" y="959248"/>
                  <a:pt x="2533650" y="952500"/>
                </a:cubicBezTo>
                <a:cubicBezTo>
                  <a:pt x="2625466" y="840529"/>
                  <a:pt x="2723605" y="732392"/>
                  <a:pt x="2800350" y="609600"/>
                </a:cubicBezTo>
                <a:cubicBezTo>
                  <a:pt x="2975304" y="329673"/>
                  <a:pt x="2869627" y="483345"/>
                  <a:pt x="3060700" y="234950"/>
                </a:cubicBezTo>
                <a:cubicBezTo>
                  <a:pt x="3080058" y="209784"/>
                  <a:pt x="3098800" y="184150"/>
                  <a:pt x="3117850" y="158750"/>
                </a:cubicBezTo>
                <a:cubicBezTo>
                  <a:pt x="3124200" y="150283"/>
                  <a:pt x="3128636" y="139961"/>
                  <a:pt x="3136900" y="133350"/>
                </a:cubicBezTo>
                <a:cubicBezTo>
                  <a:pt x="3182675" y="96730"/>
                  <a:pt x="3159066" y="117534"/>
                  <a:pt x="3206750" y="69850"/>
                </a:cubicBezTo>
                <a:cubicBezTo>
                  <a:pt x="3166497" y="351622"/>
                  <a:pt x="3191161" y="254699"/>
                  <a:pt x="3054350" y="628650"/>
                </a:cubicBezTo>
                <a:cubicBezTo>
                  <a:pt x="3036775" y="676688"/>
                  <a:pt x="3008405" y="720305"/>
                  <a:pt x="2990850" y="768350"/>
                </a:cubicBezTo>
                <a:cubicBezTo>
                  <a:pt x="2968098" y="830619"/>
                  <a:pt x="2953857" y="895693"/>
                  <a:pt x="2933700" y="958850"/>
                </a:cubicBezTo>
                <a:cubicBezTo>
                  <a:pt x="2922098" y="995202"/>
                  <a:pt x="2907230" y="1030457"/>
                  <a:pt x="2895600" y="1066800"/>
                </a:cubicBezTo>
                <a:cubicBezTo>
                  <a:pt x="2890280" y="1083424"/>
                  <a:pt x="2882900" y="1100146"/>
                  <a:pt x="2882900" y="1117600"/>
                </a:cubicBezTo>
                <a:cubicBezTo>
                  <a:pt x="2882900" y="1127066"/>
                  <a:pt x="2889841" y="1099712"/>
                  <a:pt x="2895600" y="1092200"/>
                </a:cubicBezTo>
                <a:cubicBezTo>
                  <a:pt x="2938642" y="1036058"/>
                  <a:pt x="2985866" y="983209"/>
                  <a:pt x="3028950" y="927100"/>
                </a:cubicBezTo>
                <a:cubicBezTo>
                  <a:pt x="3076907" y="864644"/>
                  <a:pt x="3123607" y="801190"/>
                  <a:pt x="3168650" y="736600"/>
                </a:cubicBezTo>
                <a:cubicBezTo>
                  <a:pt x="3235812" y="640293"/>
                  <a:pt x="3298364" y="540825"/>
                  <a:pt x="3365500" y="444500"/>
                </a:cubicBezTo>
                <a:cubicBezTo>
                  <a:pt x="3405178" y="387570"/>
                  <a:pt x="3505367" y="260135"/>
                  <a:pt x="3549650" y="203200"/>
                </a:cubicBezTo>
                <a:cubicBezTo>
                  <a:pt x="3579283" y="165100"/>
                  <a:pt x="3601903" y="120312"/>
                  <a:pt x="3638550" y="88900"/>
                </a:cubicBezTo>
                <a:cubicBezTo>
                  <a:pt x="3701182" y="35215"/>
                  <a:pt x="3669201" y="64599"/>
                  <a:pt x="3733800" y="0"/>
                </a:cubicBezTo>
                <a:cubicBezTo>
                  <a:pt x="3655483" y="228600"/>
                  <a:pt x="3577956" y="457472"/>
                  <a:pt x="3498850" y="685800"/>
                </a:cubicBezTo>
                <a:cubicBezTo>
                  <a:pt x="3416262" y="924179"/>
                  <a:pt x="3489836" y="683522"/>
                  <a:pt x="3416300" y="946150"/>
                </a:cubicBezTo>
                <a:cubicBezTo>
                  <a:pt x="3416208" y="946478"/>
                  <a:pt x="3399816" y="993911"/>
                  <a:pt x="3403600" y="990600"/>
                </a:cubicBezTo>
                <a:cubicBezTo>
                  <a:pt x="3568049" y="846707"/>
                  <a:pt x="3675744" y="742028"/>
                  <a:pt x="3803650" y="577850"/>
                </a:cubicBezTo>
                <a:cubicBezTo>
                  <a:pt x="3901214" y="452619"/>
                  <a:pt x="3993603" y="323438"/>
                  <a:pt x="4089400" y="196850"/>
                </a:cubicBezTo>
                <a:cubicBezTo>
                  <a:pt x="4154943" y="110239"/>
                  <a:pt x="4136321" y="130879"/>
                  <a:pt x="4184650" y="82550"/>
                </a:cubicBezTo>
                <a:cubicBezTo>
                  <a:pt x="4169833" y="160867"/>
                  <a:pt x="4162954" y="241111"/>
                  <a:pt x="4140200" y="317500"/>
                </a:cubicBezTo>
                <a:cubicBezTo>
                  <a:pt x="4103494" y="440727"/>
                  <a:pt x="4039980" y="555214"/>
                  <a:pt x="4006850" y="679450"/>
                </a:cubicBezTo>
                <a:cubicBezTo>
                  <a:pt x="3998383" y="711200"/>
                  <a:pt x="3991413" y="743387"/>
                  <a:pt x="3981450" y="774700"/>
                </a:cubicBezTo>
                <a:cubicBezTo>
                  <a:pt x="3976562" y="790061"/>
                  <a:pt x="3967208" y="803764"/>
                  <a:pt x="3962400" y="819150"/>
                </a:cubicBezTo>
                <a:cubicBezTo>
                  <a:pt x="3956579" y="837776"/>
                  <a:pt x="3931074" y="882121"/>
                  <a:pt x="3949700" y="876300"/>
                </a:cubicBezTo>
                <a:cubicBezTo>
                  <a:pt x="3995770" y="861903"/>
                  <a:pt x="4026920" y="818300"/>
                  <a:pt x="4064000" y="787400"/>
                </a:cubicBezTo>
                <a:cubicBezTo>
                  <a:pt x="4128553" y="733606"/>
                  <a:pt x="4195488" y="682120"/>
                  <a:pt x="4254500" y="622300"/>
                </a:cubicBezTo>
                <a:cubicBezTo>
                  <a:pt x="4350295" y="525193"/>
                  <a:pt x="4436733" y="419278"/>
                  <a:pt x="4527550" y="317500"/>
                </a:cubicBezTo>
                <a:cubicBezTo>
                  <a:pt x="4559500" y="281694"/>
                  <a:pt x="4585066" y="239198"/>
                  <a:pt x="4622800" y="209550"/>
                </a:cubicBezTo>
                <a:cubicBezTo>
                  <a:pt x="4733401" y="122649"/>
                  <a:pt x="4679906" y="159933"/>
                  <a:pt x="4781550" y="95250"/>
                </a:cubicBezTo>
                <a:cubicBezTo>
                  <a:pt x="4770967" y="150283"/>
                  <a:pt x="4768862" y="207650"/>
                  <a:pt x="4749800" y="260350"/>
                </a:cubicBezTo>
                <a:cubicBezTo>
                  <a:pt x="4696577" y="407496"/>
                  <a:pt x="4609277" y="541879"/>
                  <a:pt x="4565650" y="692150"/>
                </a:cubicBezTo>
                <a:cubicBezTo>
                  <a:pt x="4546600" y="757767"/>
                  <a:pt x="4448212" y="921153"/>
                  <a:pt x="4508500" y="889000"/>
                </a:cubicBezTo>
                <a:lnTo>
                  <a:pt x="4699000" y="787400"/>
                </a:lnTo>
                <a:lnTo>
                  <a:pt x="4940300" y="520700"/>
                </a:lnTo>
                <a:cubicBezTo>
                  <a:pt x="4969570" y="488615"/>
                  <a:pt x="4997516" y="455154"/>
                  <a:pt x="5029200" y="425450"/>
                </a:cubicBezTo>
                <a:cubicBezTo>
                  <a:pt x="5268481" y="201124"/>
                  <a:pt x="5032954" y="430993"/>
                  <a:pt x="5181600" y="266700"/>
                </a:cubicBezTo>
                <a:cubicBezTo>
                  <a:pt x="5318804" y="115054"/>
                  <a:pt x="5207102" y="252285"/>
                  <a:pt x="5276850" y="165100"/>
                </a:cubicBezTo>
                <a:cubicBezTo>
                  <a:pt x="5260449" y="542332"/>
                  <a:pt x="5295660" y="57352"/>
                  <a:pt x="5099050" y="800100"/>
                </a:cubicBezTo>
                <a:cubicBezTo>
                  <a:pt x="5080000" y="872067"/>
                  <a:pt x="5057498" y="943207"/>
                  <a:pt x="5041900" y="1016000"/>
                </a:cubicBezTo>
                <a:cubicBezTo>
                  <a:pt x="5032053" y="1061954"/>
                  <a:pt x="4977801" y="1169093"/>
                  <a:pt x="5022850" y="1155700"/>
                </a:cubicBezTo>
                <a:cubicBezTo>
                  <a:pt x="5128060" y="1124421"/>
                  <a:pt x="5195332" y="1019650"/>
                  <a:pt x="5276850" y="946150"/>
                </a:cubicBezTo>
                <a:cubicBezTo>
                  <a:pt x="5435320" y="803267"/>
                  <a:pt x="5404476" y="797799"/>
                  <a:pt x="5543550" y="622300"/>
                </a:cubicBezTo>
                <a:cubicBezTo>
                  <a:pt x="5585474" y="569396"/>
                  <a:pt x="5634732" y="522610"/>
                  <a:pt x="5676900" y="469900"/>
                </a:cubicBezTo>
                <a:cubicBezTo>
                  <a:pt x="5685367" y="459317"/>
                  <a:pt x="5694168" y="448993"/>
                  <a:pt x="5702300" y="438150"/>
                </a:cubicBezTo>
                <a:cubicBezTo>
                  <a:pt x="5706879" y="432045"/>
                  <a:pt x="5709604" y="424496"/>
                  <a:pt x="5715000" y="419100"/>
                </a:cubicBezTo>
                <a:cubicBezTo>
                  <a:pt x="5718347" y="415753"/>
                  <a:pt x="5723467" y="414867"/>
                  <a:pt x="5727700" y="412750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163FC-ED15-7DA4-8610-175394EDA561}"/>
              </a:ext>
            </a:extLst>
          </p:cNvPr>
          <p:cNvSpPr txBox="1"/>
          <p:nvPr/>
        </p:nvSpPr>
        <p:spPr>
          <a:xfrm>
            <a:off x="7677150" y="4110370"/>
            <a:ext cx="1832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-100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2BDE25-B61F-60DD-E08E-11C69DB5A59C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8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2BDE25-B61F-60DD-E08E-11C69DB5A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466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B754-96AD-32FD-16A3-E686D40F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1A5351-0853-4D21-C240-B5F1C80E4D94}"/>
              </a:ext>
            </a:extLst>
          </p:cNvPr>
          <p:cNvSpPr txBox="1"/>
          <p:nvPr/>
        </p:nvSpPr>
        <p:spPr>
          <a:xfrm>
            <a:off x="6072516" y="2761479"/>
            <a:ext cx="5359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Physics describes the evolution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of similarly prepared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4925A-4A90-0657-BAA7-A547DC0455AA}"/>
              </a:ext>
            </a:extLst>
          </p:cNvPr>
          <p:cNvSpPr txBox="1"/>
          <p:nvPr/>
        </p:nvSpPr>
        <p:spPr>
          <a:xfrm>
            <a:off x="7100208" y="3908140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time I do this…</a:t>
            </a:r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D385857E-445F-7105-F360-19EB5CE4DFD5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2545026-0577-9115-DBA1-2613739F3BBC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2545026-0577-9115-DBA1-2613739F3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2C3C7EC9-A9C7-8E0D-397E-F7460B6C27ED}"/>
              </a:ext>
            </a:extLst>
          </p:cNvPr>
          <p:cNvGrpSpPr/>
          <p:nvPr/>
        </p:nvGrpSpPr>
        <p:grpSpPr>
          <a:xfrm>
            <a:off x="12579803" y="511945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14C89169-5E6D-5EBC-808F-74FC0CA689A1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B213C695-B4DC-71E0-A32E-FBD3A3174BD2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9AE6A53A-9859-5CC1-249D-15D5AA44BC6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37F49CB2-E10B-ACE4-9F92-297CF58F69B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8E6FC942-083B-0225-C9B7-2967260CD0A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22FD0631-E456-7AA8-7462-C93ED21AD5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5E075A09-1EC0-598F-0392-2FB0373A979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13F9F93A-6498-935D-8D6B-69A5EA9CC7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2A21588A-6B21-93DD-187E-065BF93700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020603AE-2A82-FDC7-F688-8E397F51D42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5FC3998D-A558-1434-512D-29063BDCA0A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502AFA7D-DEAA-9BA9-140E-0867023D32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35B16EBE-0591-AF1E-A1A6-7D15798E46F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71A92282-262C-A701-A536-1AE9340428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D9397B49-C433-0C8A-D7D3-5B11714049D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285655D8-2632-C03A-B01F-B2E633B0E1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4E51DD39-1B54-4365-5B6C-E07A6D6C060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5068E8E3-DECB-1004-9248-98919F11BA2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EC435873-2A67-87F1-686E-2B93797A84E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73A6171A-B0A6-ED82-9541-F90B6EC9B57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D2D55A02-B5E6-B5A4-80A1-864C1D20BE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314559AB-8FF3-7219-852A-E95BCDDD0BBE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9D3FE602-C8F6-7660-0292-7DD3AA532C6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BB69517A-73A1-D97C-02FA-48C0961A2AF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A22E0B8C-483E-C880-21EF-B190B56E8B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7B73DCB8-75AE-6D5B-C8C1-2CC2884E24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49A60A33-BBEF-E6B0-7FBC-249FD97EE92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AF3B4FAC-15BB-CC61-F716-CE887A90D4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EA3CECE1-BF6A-7809-D60A-C548C3D0F75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DAD36348-8C2C-FF75-00D7-48CDFF989E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375EDAF2-88DA-58EB-1825-875CFB4C21C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B6DF72CA-7A7D-AFBB-724A-5D70FA6D395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F1EDC7C7-698F-A960-1EDD-20AF8875D22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97FEE2A5-02E3-E909-CED4-09140B03A00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0D9A5543-919A-F7BA-33AD-315F96C87B1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D45A16E1-4B43-F235-A2D2-83EFCEF9526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69385DAA-2558-E750-8E53-5A06A431B00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6D45CAC0-EB49-9F39-F786-561C716BCF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041B0828-666B-E745-1D89-1952F23DB2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741AA3E1-1B64-992C-D2A9-5A43F3DF6CA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AD135AC7-48D0-8781-ADD5-AEFEEE5819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4B0A06E7-394F-6512-B731-DA882FF750D6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F3D6FF1D-3961-2121-D7D2-C9FAEFBE3E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E69D70AB-395A-7CC5-B1EF-2CDD0F0C4A0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48B70F99-E352-4CFA-550C-511AEB4D74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C2E44420-B2E2-16CE-6B72-DB8366C424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760CA143-9161-63C0-ACFB-B07C83E56A3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FFC50700-1181-8EA5-0FC7-D90FF4B37EB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936BBE6F-8DAC-2EB0-EE89-1E341F62CE6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BA77BB84-054E-AF9B-C09A-7124BBD6695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5320478B-A810-4656-C829-6A01563E214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C4020655-1257-D154-B764-C1ECE39EED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216BA890-53D3-06FA-5073-426241550F7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650489D8-D69C-4DDD-16AE-5019C0780D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628CC15F-48D8-67D0-E6C0-A4C6342A5C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A7F784E0-ACD5-9E0C-AE68-8E6FD83780F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64E1D8ED-DD81-2A17-0505-6D2BF39DB38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E6A61B4F-B0A0-2AB2-CC43-F0B002A943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F821B6ED-24F4-37EA-855B-DCB2F1D9AB7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099F09C3-6F21-B6B3-3FE2-352853C2AD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C504756B-FFAF-1E96-8DD9-6EC4EE169EE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4AB69931-28F9-93DE-19F7-1EB37A13E28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F3EF2A54-9758-C31E-24DF-78D1D53728A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F550FA32-E576-408A-D53C-949A93C142D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6D2C9190-16D5-31EB-207C-CDA6CC639A6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106EA23A-EF6B-306B-379D-71B8DFA157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3832E2F4-A46B-9DFD-9241-22FB43848A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20323112-07C0-D7FC-9DB7-7C0604B0EBD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8A3E7DF2-F347-C041-7BE1-87EFE388A79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99E14B73-F78A-08B4-F575-25A0B6A745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B729EE4B-ACA3-F223-7A78-775C8F9EF8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A2366F05-72C0-5842-3280-00FEC7021A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08F6D617-9B5D-A826-74A2-86BF8B6A4C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30160C88-B2D3-3FC4-DFAC-5CCB1FDD57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18239650-C65E-7CAF-B6D3-BE04BD7E239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2510290E-033B-CCCB-62CB-DAB56D4FDD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40AA1626-6F95-15EF-6CF1-993328B588F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6163C110-46C5-7D5A-9B64-CDFFECD59EE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DF4D1BFE-AB7A-89F1-62BE-EF43A128B30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AA54B2D9-E823-2C75-CE53-D4A3D135153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13D32CDA-327F-9F7C-CB65-D2693D0E4E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61A0FC6D-098D-F49B-08C3-B085EEA82779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A2AD5048-E2CB-F382-D218-7A3DEF16EE7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0E38A85F-0DDE-4A9B-420B-D3F3A34EE78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5C51B765-298E-FB19-4897-7D9D88180E2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4E9D25CA-61B3-2BC1-41B3-84C202E927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D7E333FC-E672-E433-79D8-81EFC7D955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402701E6-DA93-4B35-F8F8-F8C503A3BAC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F44C55F2-131F-1F0A-59F9-A12CA04C6B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5811DBB1-522F-5A74-A783-6672378C10C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9F0D5C44-C7E0-E63E-C610-3076D78B961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29AFEC18-0C63-5F37-E1AE-A357E68E992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25313662-91E4-0945-A9D7-C23C6769A6E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5654DCC0-1B2A-B504-BC0F-1C9BEE68873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464B9AF4-7C75-3B56-01A8-5915E73B81B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15D7324F-15DD-4F22-81C9-B5D1C1042D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3F2CD387-35C0-B615-2974-AACB8CD2ABC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EBA4502C-C977-A888-8226-9935EA8DD0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0CBE8900-4A07-35B7-9E22-1B2ED038A2E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46719165-B4E4-7EFC-78AF-D4455AE3AFD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5A46F188-41D9-2BA0-5307-5ABD5FC65C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BB87216D-971D-8778-01C3-CF8D41FC64A3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2289BC1E-AD16-F3A5-D662-F510FABD29C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65622080-C467-DA44-FD05-E66ABA29CE3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27E49715-62AA-FA80-6612-6DCCFB9E57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A65EC515-B38C-909B-8439-9E84D684077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80133218-F050-0B76-A521-66FA49FF26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4593C16B-B9BE-C1D9-4CEC-AD6234E4E3C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11726F1D-C37E-FD51-CB4E-447517E083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DFE927C8-8346-0CBC-F47C-E3A4A3DE2B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9FED611C-9688-1F49-CA90-3BE06BF86C6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63722A50-B280-EE46-BF13-9FE74C8095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D12D1CF2-120B-EF46-D9D2-68F1276E8EE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E618A6A2-C049-D83F-2B20-34332E3C1BB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B20FC699-1949-86D0-AB12-DEA3C25CD7C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281C1323-4058-632B-283D-F77C4E186AB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887CB14B-26CA-8F7F-A8B8-F3C2408AC26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49AC06A7-E82D-E73F-626C-B793080E60F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39BD4E10-F520-8FCC-802F-AFD5930424D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B5B2B160-2177-B05F-F0AF-6276625965C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2DDFE975-8236-DDED-B586-046426EDCD5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0A8E9BCD-383A-4C74-4A3B-674755A2F598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A44B3E89-C248-E9F4-8798-704484CE42B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3E295092-5A15-4D7D-D9C2-486A3B5FC3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327E1BD0-E23D-ACDF-A835-27B6E166414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38F977A6-D7EF-1C99-8BD5-15C13E5520F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1A5158AB-7414-C203-9988-EA82E2B0DF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614B25CC-CA29-076B-EB0D-7D8D5F1DF71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3C3A417D-E71B-01AF-C9B2-603A28E1A91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B542BC4E-62CF-1921-BF76-B30444574D6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26AFB8AB-0D1C-E915-C890-6878DD85654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4ADB59EE-FB5D-7C74-A293-F003C43CFC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7F0AA7E0-D5BA-3F66-681A-31949BDE329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E5A678E5-9E0C-33DD-E719-16E3AC2556D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BFDAC1A3-6781-7CA6-E134-7C2B94C171F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5A0D785A-27F4-58FD-36ED-236823E4AA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1D5EE6A6-28D9-E5F5-1A7E-6FFD8629F44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4C34E0D5-9116-3378-3F93-1E75FD69C41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277B3C24-F079-AC74-9CC0-A5CFEE39443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EB7556B4-7114-17E0-500D-E5FA4E2BC7D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79807351-378D-DCBF-3A0F-36ADD638C3F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0761F51B-4E66-92A1-BD45-CC85262DBEDD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75B7A1B3-30E4-CA7B-DBE5-25AB158554C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A90330E0-8AD1-920D-BC0E-51EC16C7FAD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19775A4C-47F3-1958-C04A-3ECD21CDA0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422B86C6-1A08-8775-BEAC-3CDD146B1A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F9489E3F-EE0F-DBC7-699D-F3D9098801B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C89937E9-5C99-B997-70B8-06FD4FCBA86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035548A7-278E-6816-E627-613796F9744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375DB346-ADB7-F78B-1BFC-373BE3A5A2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4D776548-375E-5E36-D275-3E9D3376EC3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0C95272B-CC69-3BC2-3BBB-89B79E1E3A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E98DDE2E-8E5C-A1FA-E28B-079025ABF9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F2A00676-7745-C125-BC8F-7F7235D8722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A4081BF0-4A8F-2CF8-11FF-116A68053F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B0FFF9CA-0AD7-FB93-A422-352AAB3DB5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D073D04B-A820-3FE3-B4CF-3746069C43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068FFE4D-C5C6-4115-EC5C-6BFD21DFE21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3E146CD3-E7B3-5037-FC32-36AE3DE756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47923C87-E75F-E1D7-802B-4983B170321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77CB7835-7085-806F-849A-FB77ED007E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20D47365-0B26-BB88-A8F0-59368C2E62BC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53927A20-05C6-DF52-D49F-128363C3C0E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00BDB16E-F4C4-4D7D-4B49-912CD5BADDF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82597AAD-33F3-F378-D050-304055E9C5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B5D9D543-A3B5-1654-41E4-61F605CCA8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E3F31821-6288-631D-0BDB-3D6F13216F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389D9F3D-D535-D026-FC05-77872C5777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03691D34-AC31-6CC7-F5FF-E3F81707AD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5FA93463-829A-C195-040B-49B340A940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AC609F4C-A4C5-41EE-E366-0A88753B622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2E46A66A-A827-2862-22F9-21FFBE13BCD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04D1E39F-3019-4E31-51F8-8D63BAC235D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248CFD4B-A313-8BF4-DF27-B896B0D0F2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514FD7D9-0C59-C6B2-0897-9D09B64BFDB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E6D46B59-5B3F-D32F-E0F3-589CD0CD99A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051C73E8-EB1B-10C1-9974-AF0FF6EE5A5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250268DE-5579-420E-EE83-C501AAB7E5C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24C4192E-2EE8-9F04-2D22-0DB7C7E30E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1859AD8C-D8D4-6A11-EAA3-506AECA0653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352C3E9E-7633-9970-D741-D37A62D26C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EDB772CE-CC34-3840-7626-EFF468EDFC30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1913FF27-7843-835F-8A9C-01349DF5593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DEE28C00-DF89-FD70-0C6D-7687605FBBF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69D8D305-6B7C-1EF1-134F-D58458CCB3B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A5BA7E6D-913B-07D0-1952-A5AC8D287A7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50B5E573-C2C9-D265-D302-B9922D5F17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82B3F5F1-A02D-F493-3994-55DF779DDCF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737DC32E-0CE7-64DE-4DF2-7BF1E8A3B68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CC40D6E4-4FEB-EEBC-22FB-D65A48C72F9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A391B443-7BB0-62DB-1461-0D7005312F5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B563882C-C0CE-8D87-9A12-03031A98CE9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D3BB1945-7436-59FD-9EEC-520DBA58076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EF9052A9-5A25-52B5-F574-38D3DA3D6BD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0BDA18B0-F120-015C-BFB8-DF82621FD35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2B881ABC-B0D7-19EF-C722-955B3907E17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4A391D94-3565-D9A1-CE43-C27E67CBC9E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A8397334-A4D3-7034-1A53-173772776A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3BADAC57-3A26-64C4-B93D-D1207379C1E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737294A1-3B8A-B6F0-2FD6-A345F0E3D58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979C6BB2-3131-B6AD-C786-91EC7BFFEB2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F25A0133-3E64-14C4-1DD7-4887ADEAD271}"/>
              </a:ext>
            </a:extLst>
          </p:cNvPr>
          <p:cNvGrpSpPr/>
          <p:nvPr/>
        </p:nvGrpSpPr>
        <p:grpSpPr>
          <a:xfrm>
            <a:off x="12513128" y="4183521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474C393E-9EFB-E1F8-CCE4-574E70A07CDA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5794E674-AC3F-CF6C-D066-A27AD2D433B8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755DBE57-7755-44FC-A60E-51A1A5A9ED3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E3936CDB-0453-F3DB-2473-D6C0875910C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E94F45E2-CFCD-8B52-5D8A-415E8634D2D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DDA6AE3B-C772-4E1F-61CF-42C7015150F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907C3002-30F9-3253-EBEA-32030A6C8F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34D7077F-2441-659B-F182-C3685CF93A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D75137DF-A9DD-5808-ABBA-0E0F7FA94F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786B28B0-B513-3AF7-D6BF-20775614E2E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B81B3E7B-4394-EC6E-A1A9-D9386D456A9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85786A51-088D-720F-8FC2-EEDA4B136B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68DB3A7D-DDEC-52DB-08DF-E50D8948CEF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34B9D316-419C-5F1F-116B-4BC91DFB83C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FB4135BD-E725-079F-2EEF-9A3CD88895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BE158966-17FC-D5E8-886A-46D659AE831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76D658D3-4931-F94F-479F-071D2594735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1F796242-D170-0C68-2D72-A6A4F15349E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DB975270-859F-E012-4B78-77FAC6CD72C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18CFF5D6-2BF1-0204-B719-687C6438CD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5C59311B-B431-1CD5-0621-941146C904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EDE7BB5A-758B-6FF7-F410-D406EF394041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D939A4AD-A6F5-301F-96FC-8881CDF20AE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B587502D-206B-8D8C-47C6-2998FFDB322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BEECF95C-B249-8CBC-2321-011B791659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7AC29B09-F9FE-83F8-25B4-2691B5A3BD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83099CB3-56F6-92AB-8253-30CFDB1548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D03D2D1E-BA8A-567F-2EE2-3E15952596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DB580938-EF09-32F1-7C44-054D66290F7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359F3E86-7F14-F700-AEEE-BBC8521F61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D4664745-36E9-44AA-A483-F182A6451F7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F81B6C9D-0736-4BE3-522F-8F993F1E38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80F672A7-2D94-6357-6190-63A682D2E3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7A3AC995-AFD3-7754-E83D-F524E1BFD6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EE7CD9B7-15BF-2C86-F0E7-5FC804A846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ED323FC9-63BA-99B3-888B-C8FE82F426A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932E52A1-121B-8B6A-E84E-59046474CF0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FA5830CA-D8F2-FD67-61CF-158E5A8DBE3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7C6A90AA-17ED-0551-82C7-36DD1105EC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1CC2A93C-69BA-8FF6-61AA-05F78E25BF8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0D9B8ABE-661C-CAFF-A324-1B4F89F745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17A4FE37-9449-BD58-0810-FF2B44327884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3A2B536A-133C-C0E0-29D6-D4831A9322C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9A151AD9-AF16-0FFA-0113-3AE51325667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A5CE9A1A-0EA3-3848-E566-2398E388EB2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D0948C75-C9B8-8812-03D1-3AF66DBA1FB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FF066568-DA6E-7FAE-9698-454369B2963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F056AB0B-0E66-0F8D-8EE1-5B0070D28B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2F85FF8C-8099-06E5-23D7-1446AEA2057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EBFC72D9-9EE2-6B7D-67D5-9FFCC587643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33088043-A349-D1F0-D13E-E79B8407C0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FEEF7665-B779-C283-E885-3599939C35C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E270FE9E-1426-DDAF-3BF7-DF62A937F9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7445E460-AD4A-6E11-9869-E30FABAC559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DBE586FC-B348-2653-597B-13ABBF344D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4B6DF5E1-4DF8-778F-0E7D-01F1F84FAE9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BF5EBC4E-C895-53C6-5663-85D6431B42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19700F59-D7C2-F4C6-C973-FA5146417C5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871E0489-EEF0-61DA-D2B6-1BAD2EF4BE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B2D85203-76B5-B924-347E-DE5A627D43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B6DF91B0-67DF-AD88-A609-E6D91EC0F98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FA81D2DD-FE54-B0A3-7F01-0D1DA61DFBB0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DBE39633-4988-6529-1818-E0292EBF3E0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59A8FBEB-3CCB-AA92-F4EA-6D474F5C678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E5334C10-EE1A-A931-20F7-B6C0BD1039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78CB1B8B-DA3B-CC16-AE29-592988E4538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6A871292-FDD3-83B4-DF73-4F180626EC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21BEA92D-1260-06AB-9B4A-5BE902BE6C7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5797E54A-4B95-688F-86EF-E9EDA239422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D5DAFAE1-C517-A9D2-BD9B-044F93A999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9C73A9E5-7E99-69A2-EEC5-312AE59434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BA28FA53-9652-BAE2-DBD1-E1B5837B97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1F4A06FA-91CF-4509-E4B9-F55CAC840FF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CCC59CF4-1156-DB81-F08B-F0812C12E12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E1E6E096-6732-0AA7-1C4E-146AF20E9A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14C05FE0-1376-3759-0A5C-B3BD0FB5062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BB0E9F3F-69BA-BC12-284E-E9D2534647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D6FA501C-8FC6-1097-9ABA-EA50221FBF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CA08B052-E73A-9B8F-74DB-A026BBE1D4D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8C6BC302-A6FB-5BC7-D0BE-9B140A7338A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A0C22D01-AD0A-07A6-A2C9-4A16FECC82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76A1A110-1B65-FBB4-E09F-8E32258E5E4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2CE5B7CB-B78E-8B11-6FC0-422D8AFF563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E5E309A5-536E-DDC7-EA62-C43ED346A3A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D555F7AA-B1AB-4569-A20C-B4C40D065E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C13288C2-CC28-33D6-DC57-CA5B5E976B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9F522ED1-42B5-6032-74FE-8A90F029CA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A05839A7-C6C8-39E0-72DC-54CDB0496D0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75041EA9-9B6C-F6EB-EB47-C060B53C487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4DECA7AF-A3B8-60D8-0D7C-8D043D2DCE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2AB590E2-0B0F-1EF7-C578-93B47185182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C876AECF-4531-6FE3-D804-262D497FDD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F1D20E0F-145F-C15C-17D2-0299FE05262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DD7419F5-A5F4-C640-F241-6D16DE63C0A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D0DCEA69-6E17-0165-E36E-BBFDCE0267E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07CA0F85-E4C3-63CA-C327-2440DAB02BF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BB145024-7905-0CA8-489D-394A6CD353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9138DD8A-941D-83E5-8183-F0FB9D399BB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EC11B4B8-95D2-F740-F47E-84AA61C010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0BAF6463-EE7E-E31A-0B4B-BC54C534E5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6BA8143F-0B69-9F78-7030-9603AA08E50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3CBD7E2E-81F8-7E22-13BF-9D93717D26A1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D0AF2401-3547-BFD7-8C38-194F7B730D1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F2C504BA-E12A-6E6E-CCAB-FDA1D256286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B66BB334-5DF4-FAB8-8F9F-281EB7F34F1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884B2425-B5F9-48A8-24CB-03217273A3E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5F28CAED-0D02-23CE-F21C-549BA831F1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8BFAB13F-B388-415D-59D5-ADA419CEF72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0A82ACF8-8E75-BF14-9303-212FAD138B9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B4EB4152-62D3-3C59-0CFA-3FC93C3250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0EC37586-9A56-C6FF-BF9F-5FB574877DD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EDFB26C0-E7B8-E330-0FFC-AE3C4C1224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F7208975-790D-B081-184C-BC14AACDED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73C9E7A1-CFD3-BFCA-C002-296B5FCF750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58820C32-9E0D-D084-2AA8-62897104F6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34A664B0-1AD5-3EDD-C1F4-A7E0DADBC9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F9EE3740-62D9-E794-149A-4BCA03DE0F9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7794C987-0DA4-4C2D-6232-001D4CC6A1E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63FD5A75-0758-9A29-FD1C-0ADCB57093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DE44AA73-E823-2F7D-3056-77A6FF0F2D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7F030888-81BC-783C-BBE5-139B13293F3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AF393C94-C462-B86E-2AD7-24AEA6F10EE5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86409A9E-3278-3A61-ABBD-5C234419AD2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7C981BE4-25CE-82FB-B0AD-DB8B58B5174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AB1A5F2E-7A9C-C6D9-A949-3CB24A7F3CE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EC3AE477-A76A-1176-A344-EF6445AF12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9387AB2A-0D1B-9868-D64E-3E3878A28A9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7F4B2617-309F-96E2-BC16-04240555CBB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BEFDD8C0-ABCA-CC2F-7275-49D17C1EAF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07DBC0AE-F135-C129-B349-F7CB0B6026C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AD5A01B0-CE7F-117C-7076-3F4209EAE3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5A1B4553-9774-F939-4B1D-89B59FDBEB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AE813D71-721C-8512-14E4-E359F4F9D7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BBFDE70D-8AE3-A815-8A29-E75AA1186E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5DE46196-53AC-665D-3AEA-8152F767271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35FAD491-2929-B5DD-8F88-0D8E0BF64C4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83FD1142-FC60-5275-113E-52D74905372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1E9B5333-25F4-DFCA-ADC2-AAF384390C8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4C7D1851-7540-5633-5B97-E51F7F7795E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5D362530-1B8B-BA5A-C363-7180243555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6119BEE4-3A1C-3FED-F39C-26791E5AA35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3C62960B-CB14-9476-7BA9-1048E878DB3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F73F78E0-E6EB-58CE-AEC9-67B0E10AA41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DD1D8B03-6948-38BA-B54F-64A435B22E0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ECB54CED-76DB-D35A-1CD6-D764C6F2C4F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9BB260E7-8EED-6932-BFEC-86F1097183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2D9B3D4C-F08F-F23E-CF03-31C0A4FD265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76A362C9-EAC6-28E7-4B21-D0605061A0E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E360338A-BA7F-9A9A-95C1-6507FA05E4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3DAD2AEE-E7D3-FB98-8E0B-201A5B6FE7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D8501BD8-BA30-038E-8A36-619F2F8477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F7B1C6AD-3365-90BF-323B-B92A2C8CE6B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FA9B39F3-F944-91BE-75BB-83928429484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00564F4D-A934-BA4E-DF22-FB9611A5F1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3884465C-69E1-47BD-EF99-65126E33AB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CE98C77E-4FA8-BFF7-1436-38A718386AC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F6CCF73B-4F5C-90DE-0DAF-94BE2B81218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28485231-9441-A7B4-CB52-4C48AE3C269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C4F83F0F-FD88-7770-2B96-9C20326CB84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CA14D117-762E-49BF-5CA7-015E73E1263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1A3CAE07-0B02-4B28-CFC3-54207F8AE9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377CD33C-1066-9E90-D468-DD9C0BCCAA00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94632293-6306-5A4A-6638-A5DCF0DA5A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01A354D2-0B95-8CE8-3B12-60A54F1B956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570FDB82-5363-0FD7-26AE-311972D0EC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8635A6A8-E15D-0ACF-468B-AE8B29E15FD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70B9EFB8-3D4C-1B5E-84B6-9F344D05EA5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B0D0262C-FEB4-7F3C-8927-2286874C8DA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E7E0C86F-E1EA-F0DF-E851-B36BD74D865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DCF6DB96-D522-3C52-585A-B38F45587D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2BCB3E77-C9E2-08E1-C3E3-F9CD4F6128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B1F8A8FB-A71C-4FDB-C992-10468F682D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B010B7C7-C369-DBBF-9F6F-E5014C0B63F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E97236B6-C8AB-824D-09D6-989BE56DF57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4340518A-1A5E-B53C-DB76-2FF6670517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5F9D0BCD-6073-13B4-B783-AE44601A4F8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4A074E15-5857-CC28-E4F4-D7B55861C3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9973278D-587A-3AC6-F4C4-4476F7E8E5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41F86A81-1B29-9F88-BEEE-62E9FE9542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DA520E59-C926-3D6B-D3DC-C615D3A0DE8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E5361220-AE39-F69C-1D7F-971D04907C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A7099467-5338-0B40-47E9-A058997F250A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5E59A54E-C2C1-BD10-083E-79710AE4AD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D0D5BB1E-EF6F-B949-87EB-E5184BCA8CD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A8E5670D-A209-F199-4BBD-31E9E5204C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BE381B6E-0FC4-2E0C-27B0-F61260E501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B7D6F961-9D40-F6C8-E864-CE48B353FCF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01BA5A6C-9342-2AD0-0992-DF70817AE22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49CE8D7F-094E-CAD7-8C08-D4331FFD6C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6F65068F-32DC-C621-FC93-F889E7AA41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11F79F72-BC51-C031-6BAC-18B10A07DE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CAC31B2F-E4E4-07AC-1917-E1911A0DA7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79FA11EC-EF63-FCA6-B334-C67174994E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18112C5D-8534-09B2-ABB0-EDCE5829AB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8BFB7095-0031-2612-B780-6CF538A3BF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4D7356C3-C3A7-E7BA-6376-22741A7BD9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06408B67-A541-3E20-8D29-22A3824B929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8029CF71-4E24-1E92-B08F-BD563C1156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2217559A-6F93-239A-2A3E-9B8A5B51418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58C96CC3-80A4-8D45-56E2-BB5AB9EE10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B66EE260-0035-B548-97E8-FE67E4E1434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F765E56A-DEA4-4217-57C3-42A4A8B480EB}"/>
              </a:ext>
            </a:extLst>
          </p:cNvPr>
          <p:cNvGrpSpPr/>
          <p:nvPr/>
        </p:nvGrpSpPr>
        <p:grpSpPr>
          <a:xfrm>
            <a:off x="12446453" y="3247585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6373443F-F6F7-EB6D-DED5-20FC3B1296A9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6E560079-EBC2-7635-10E2-335290EE0003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5EB64853-0856-3DA5-D01A-74D2B6389B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D31B7492-9795-2256-CD26-2FD946D8AAA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2C6793EF-802C-9967-D324-0A2F29606F2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35664C44-CBD8-BA04-AA2E-B971EEC127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A7A46CBC-5B56-F3EE-0BA1-8F54A071A9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04B1CE81-D8DF-48AC-A5A7-0ACD7C68FC3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47760EC1-695F-5AAF-3CDF-B31C987DD86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907BEF61-94F6-FFF0-A5C2-C3E7C965A38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2D687E31-C286-D8A5-BFFD-7D6F2DE3A21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CD5AE915-5530-A18E-F740-59EFCB0092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BD6DDE4B-723F-BA13-585F-C6EE2352C79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F02097F4-94A9-4EF6-6BC5-C57BFFD11E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1E8EA7B5-8F14-3D44-A5E2-7900864E69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D799B067-AA36-AFE8-8410-5EC7E1996F4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FFFD9948-590C-09EA-0180-8A8B69531D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575EAAEA-0E55-D516-C0F6-ADFD12A445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B15C32A6-BAF1-EE4D-6F2B-0EE6154045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584E9C05-0D27-2AFA-38AC-B7C12B8877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B2394831-30E3-4ACC-48E6-7799E9CD6A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EC00AC86-94E5-F638-B5DE-7483A06EEA7A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FEA22EA7-B0CC-3410-011C-A6E2524E545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01B11B92-0492-EB0C-2876-A7C29098DA6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DB8E6B22-7DA8-968B-055F-A97A886B96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EF71E128-B91E-6112-B01E-B5A762707E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67D7D140-3382-D4BB-95D1-07781177E1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EE3FDEDE-AD8D-6893-3A3E-1CE1BE676C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C4BD1DD6-1A41-C7FF-D8D8-59DB50E972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12809404-AF32-D7A7-93A1-35C5853462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6FBDE4E4-A0AB-BFEE-0655-177EB9D9877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014F40C2-42D0-CDF6-AD59-65D7E81C92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A8B35202-642C-4092-E0BC-9444A8AB5E6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666FDEC5-B421-F512-7777-D42825C3728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1AB06265-8E2D-6864-2A17-130A383200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8B234AD6-B796-6C03-4CCA-728E884E66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90D1DF86-2226-C263-80D2-1CD1B348D0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05487F3F-18C5-93BD-AB80-BE5FCA7FAC3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1C93E3C8-0285-BC98-280B-A89A396103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5DC6533A-180E-07F8-9B55-F942FCA1FE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0A5E9AE1-1DF4-A281-1843-24DF07A081C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EAE7C44D-C0A0-034F-E60C-880D396895EB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EDFB45D2-C174-A038-7A6C-425C46AFC84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3AE8881D-0F2A-1AAE-A21D-D154704A9E1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9834582E-0A50-D501-CBE7-6D34E1A827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FE47C135-A09C-18AE-1A16-9925D7B6138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AA0C9250-00F3-FC72-AC9C-A2FBD6C442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D1CC50CA-F8C6-8C23-1FB6-455C8A897DD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E7ECF4FC-8D17-5728-2B10-97210F0EE2F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31236801-47CA-B8B7-A55D-B7F4529C53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1E432DA1-5950-DFC1-566A-2387A761429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4EDF6251-FB5B-ECA3-DF76-E1CFD45EED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FB619699-DA41-2AE5-CB38-724F2A84F28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E8393187-8218-5E84-6F16-6B3CC2E133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C453A30E-4E68-51C7-EA99-01FDA4F963A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A61887EC-F51E-DBB9-8E30-DDC98D57C67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2D426619-6ED6-BB42-43CA-17CE9256D5B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0518C473-DCA1-068F-3AA1-580946A6C9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53954B66-44E0-E083-68EF-8FCF9464C6C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161C1606-A7A1-2FD0-F0A6-092D044E5E4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7DED242E-4DD6-228B-CDB9-2BE50784AE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A5537CDF-4ED5-B490-8218-B2D7A84B2132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171F3346-8F66-2E41-408E-B19A3590F02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6B1687C2-3F5A-68B5-78E6-62D5BAB6E46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9B812C87-70FE-68DB-B266-99684DF570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2CFA8B38-B6F1-79F7-AC1C-31513A49AA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F2CABA6D-DB52-32E0-F7F9-625082E80F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52278F98-E781-5C62-C124-0CE955922DE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8EAC65DA-F760-EBA8-F3C6-DFD5D16FDB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E8AE1008-D485-7747-1961-EACAE40D6F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29EF4434-6866-01E9-5F26-B53A66140C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06FC4E64-C46F-3A71-D31F-A50716A8E64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3BE051E9-79B9-D5AC-DF79-7BA7BC6A4C4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74AFE9B7-9B98-3A99-D1DC-344079ACFE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A718C418-27D6-F95B-C2D1-1A5FC2F8CE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7D030F28-BD87-0257-8169-599A3C797E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A306FC9A-14B0-2961-D2B5-F2642191D06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9256C0AA-2510-9B55-E4B7-0D648005E24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20E9458B-894D-06EA-6B13-C61CD4ADDAB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A71032A3-756C-6792-49C3-69194C1B2BB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20F7586E-712F-4455-5A97-27DD1DB47FB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4601ACC0-97FA-6552-C3DE-B99D51D56C3D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BA68B20E-1AFA-28BA-E91D-6B821115605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F3D82BCC-3505-31C4-97FF-CC1CF3F58D9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B3C54E6F-0AAE-9A4C-78C9-3C8C0B942EE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C5CC0F33-EC47-8401-D60B-63EA9C452E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AF8AF134-A626-C436-2FD3-5577B40FDB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53DD69BB-AFD6-C017-A9EC-F9BE77DDE5D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0099785C-55CE-E831-444D-6200814AEEA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B037EBEA-9E30-CC08-CBD8-100D039A4F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B02C635C-6391-A497-D1AD-E06AD505654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A5E31B03-1A8C-A4A8-6AF2-5F7FC7EF64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67B4A94B-6F5A-B2D8-DCBD-847BCD8AC37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6CE46767-AF19-D293-B164-CEFD71B24A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E570EE36-9EE5-E0AD-FABF-D76B2B484F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33B1E846-9158-3435-E629-1EB900B307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6CE5BFFE-626F-C7F5-4A27-37DF0B572F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5A043931-A062-15A8-6F5E-4021E542B23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72B0EDAE-BADE-CF98-B4B8-445651F8136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7466C303-4E5A-9BC8-C596-B34387D8203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B31CDC33-6A72-0234-B3EC-307F2780A0D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169B0D73-E86B-AB96-F1B4-AA4BA654E10E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9C24364F-8A28-C5DD-A9E1-3227268D730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2CDCB8E5-41C9-5B69-C2FE-67C3BCC8BA1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7FEEBDB4-12CC-44A9-A251-2745EF68FB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D1E42D2B-A4C5-ED0A-9EEA-B9F2409F3F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6B0E3213-8815-EF5F-42E2-26779787681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B1CB8A67-CE48-2C77-5CE5-8DD8550A723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14ECBC18-3B90-813A-719F-C0DDD4E889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6168F4FA-44A5-BE0C-BD62-B4C3B856B8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CF9BAF47-7A49-EB52-849B-22F9B8791A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B9493B09-1FB5-7BC2-2A11-1B268EF53CC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6B35D441-8825-6C4D-6988-FADD8F0D101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8D2A2E52-0666-77F8-EAE0-B39887F2BBB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7951C9C8-C909-E9D7-DD09-DA9CDC97010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E0DB6A69-3C49-ACFA-FEEC-11461BC5192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B602FAB6-2EFD-A4F5-2C06-C12D74FE4F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5A0FBE3F-11B1-6539-AF8A-A22C89EA9EC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E47AAF89-606E-6E79-262C-90289E3B9C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D9B05D92-5A74-22BD-CD2D-9CFACC235CA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9A583012-6BCF-BBCB-93F7-02AD37DF9E3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D4458AFD-45F2-1572-D774-925FEEE18A0E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9E2EC630-3D88-B46F-AABE-6B609360CD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A13E5B87-FC8C-8F8B-2860-2F31371E92C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F8528D39-9C66-A2B9-D11F-5EA1820E4D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EAF80A02-8A3F-79BF-4ECE-12D14154B9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9F38699E-1416-865D-C2CB-296A9E97608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0251FA66-57D2-2072-E5BE-1E219B5376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A82A7433-5BC9-1468-35B7-132F735D27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95FE33A8-4E09-7D17-478C-7891E0ADD7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8597DBF7-1215-1988-41B6-BF95A91EF2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3C586B7C-4D73-09DE-CA87-4E8BA6C76A9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255FA811-375A-0351-F2CA-5DEEDC1C0D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19589CD3-D72F-B260-79E0-331FA0C5FC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427DD7EE-6708-1DA8-729A-C2A76BC1DAA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217A65C6-C63C-CB0D-294E-17AA02080DA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3A03E8C4-AC0F-28D1-84C4-E23C7163D1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338DC98D-17C7-D493-F659-6F53109A13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0DA1CD51-D387-9DBE-D375-84E10C7E66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434D32DE-DACE-8B48-AB06-8E92477490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2B847BD1-D018-8ECC-32E2-42EBEB9C0BA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7F59131A-98F2-9F4D-EE9B-A7A586A6ED9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94D08CA1-41DA-9764-8C91-39CE058D1B5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C8FE3B59-F63F-624E-515C-D26FAFC6038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EAEB8233-DC10-7C69-70FE-66573947C1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8E0CEB3B-14BA-8413-BFE2-9AE4E4A606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33B05512-AD9B-E9E6-9A69-0505DA29564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083E6D8A-0F82-3091-E22C-C562E09BCE1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8A885BE9-4BA9-7F43-9633-33CB89CEAD3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A7AD19E6-B61E-2437-3ED5-7BE487D5051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FB62DBD0-EB73-2623-DCD5-4A928DC23BE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99402871-4DF0-1034-E349-5642C201163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561C0FD1-A4D6-8F9F-D9F1-B54B0A0AA2C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3D61AC50-3CAB-595A-A93C-4918908316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3F183E33-0D74-C7D4-2202-62E201AA2E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2A0A2E16-1317-72CB-0029-F21FFAC457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65B06958-A004-8083-DE96-642320A2B1E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90CAB2BF-7FED-6161-393C-997B0788DE9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48D387BC-7243-0CDD-D94C-AB662564008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2A0240D7-6FAE-721E-747F-E7AC3BAEC0C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5FA276ED-36B0-6F44-52DE-3DAD7E94AD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8B719670-DD66-927D-F4F3-469BCE985EE8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66162926-D0FD-2A8B-B94A-8877376D1E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FB3C54F2-EFB9-5667-B9A4-89876C48865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A622B08F-D4C9-DB81-553B-92C981297A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DFDB4E80-A7CF-4DF5-1FE3-4E55072575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57841F1D-C423-B5E5-3D83-FDF0C33E15C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359765F6-B519-CA4B-4E04-CA15696DF7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571237BF-8861-638C-C891-70B7B3A743A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C513A594-2958-BFF4-81D4-3B9E35C76C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FD7DF128-06D3-8947-13C9-0AB9CC3AA1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06EB19C3-2AC2-EFF5-2513-2A5B255B7B8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C0399B42-C44D-D700-E6DC-6A8DBBD3EF6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A81830EE-8055-9664-21F6-EACD06ED4C1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07B8E3F3-5746-BCDC-194B-8730C7472B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82B2DD17-8C42-EFF8-5C23-C13A4410286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94384388-020F-6EF6-96B5-CB25FA4460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E2956637-7E44-4C76-3A8C-3F5EC4CE4C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1491F4E0-8502-0262-06D1-CADCA362C8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A7F08F41-36AF-9DE9-8545-226C887B6C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528CD2BC-2907-A7E1-80C7-742AAF07AF0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F0D8E14D-3AD7-FC0C-535D-512BBB2E1FD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91C10164-DF73-7D24-F418-156A65B37DD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82B7D463-763B-22EC-A757-E6E683A54FD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30D66BFD-B7A5-06A4-5CAE-62C1C9AA0C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541564BE-315E-45AA-AF34-71C8D8B5463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85242431-3A15-9E02-FB6B-3B9F20ACDF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0E6B7F7E-3256-A7F4-610E-61609FC18CF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B2B3E5C9-96BB-D4FF-59F1-A11A2620C2C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E3340373-EBEC-1D0B-A21D-E7B5142C37C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13489F6D-4A6D-7A16-A3EA-82F0FAA0EEA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BB3ADF1F-AC5A-C9ED-3D7B-72066366AA7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4141252B-E498-7191-8CB8-D2E347B5DFE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642B067B-47F8-9434-14DA-9AA1AE61C3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A1E3DF43-856D-1DA2-2228-952F74EBAAD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940835EA-B1F7-AF6F-AA69-E612C9E3489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1AE54487-7EC5-C74A-8936-146032A3066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881C81DB-F929-2220-C17A-3F6CEF96A41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0AFA42CA-28BA-48DA-CBC8-1F39AC07B33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94CBCFF1-ABB0-8355-4DF8-B1D5B9D218C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6DB7A38E-9C0F-C69A-3D00-961628AF78E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B522915A-A14B-B50A-A95C-9A50F0F0580E}"/>
              </a:ext>
            </a:extLst>
          </p:cNvPr>
          <p:cNvGrpSpPr/>
          <p:nvPr/>
        </p:nvGrpSpPr>
        <p:grpSpPr>
          <a:xfrm>
            <a:off x="12379778" y="2311649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A58B5CAD-1602-32F3-D2D9-1C9B3EC73D6A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16149F4F-505A-2BD9-C958-D89E7FBF3100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4CB7ECF6-77EB-A11C-774D-9CFDA5A3111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DF9F21A4-C5D8-5495-29A4-97437E159B4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F06EDD70-01F4-2FD8-8936-E4288384D8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F7A08760-2291-DE0C-4F02-A32AFB408D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F2396788-3F7C-917B-84CA-1429A16653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D8484523-69C5-6AE2-B106-C739484EFD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53C6173B-D413-B5DA-A9ED-55CBA96D8C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C5544C89-5833-8539-AFF7-1C995585E14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A132AABB-90C1-20C8-6238-60BD6F435E9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6652A157-FEA2-451D-7215-08022FA89C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5FA80780-F48D-7D43-2E2A-0D149BBEA5E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4C2CE273-D845-1534-A3B2-94D52D0E526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2051860E-168A-0608-F8E2-C52AC3FAAD7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E0FEC730-D875-6274-A2EE-292F6EF0B32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BD7C9785-C4AB-0E59-E9E9-2072F90092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90D146B2-4598-AE5E-2D89-90A07749ED5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0607FCEE-A7DC-12A4-6EC7-DAB1E5CC3D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EBDDAA10-A71F-CA36-5F9E-2F02C36083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BF212CF0-6834-78BE-2939-BC43D7C80F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D77BD3BB-BE3C-52FA-AB47-30E6B2AFD18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345DC742-EBFE-C189-8A05-94B3EE01164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A9F41B17-C8E2-0513-7E50-DD91576F1A4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241EEA06-800D-19D7-C216-5040EA23EAB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070BF6E2-D8C6-6015-B9FB-85F1CDF3AE6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5B16F755-2094-424E-391C-A36A600BA8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9289E6EF-9F17-B630-CC90-443BE6DB2EF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9071A51D-405E-EEB5-2F66-EEAD23833F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B8D9A73E-2418-7D77-A89A-E7DFB43096A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1E820BD3-E227-E926-FCCF-EF4E66A1C13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0554F2EC-A8AE-5382-DC1D-C83F753440A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00E3434B-4F48-6BB6-8E06-5E5D001F79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CF63725E-19C3-3C93-2939-FE694DF5408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5C7F8725-752B-295E-8B2B-CCBC2C47663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1B30C5AB-9336-8C95-BC18-3A348E3C25C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4DCB7364-0653-A1AA-37D3-AC7D936E7AC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EED41A3D-B567-0195-6F0D-E3892C1381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B05A45C2-CB7D-A66B-4A27-6648EFC0B7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E157D7B5-7A89-678E-60AD-AB9932AED32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1078E9DB-4FFA-5E24-C481-39A55A1C36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912AC6F8-76B7-42E7-D514-50FBC3550E70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CFCE8611-070A-E743-B6A0-3461E214EE0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68F97D8D-0325-64E0-F055-F7DCCBDA092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2802F3FA-0E51-6BB4-B5FD-4CA921A3276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2CBABBC1-EEF0-446A-7F78-1EEC11BD0F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6058D8EE-42D1-3905-0DA4-D57190A918B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DF2CD166-E312-A551-FD19-592A0CBEBAC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3F859B6B-42DF-3E70-2908-244DAF6957C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FC4D0302-25C4-CA9E-1171-FA57B28E9E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9625EDF0-E20F-7A5A-9CDE-9251776B1F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08AFDC74-990F-944A-723A-187C2D971D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067EE10A-95C4-7E2A-C0EF-965EA51FF1A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D2A82C63-92D9-7EF0-660C-53F83874773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B95677C3-CB7C-5B13-A789-B6D4FEAFDA9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4B140B4A-579A-834F-4EAE-F65BBB9BA7B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F20C8E0C-208D-C808-E8F7-F2335EB3D0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FC97F56D-D16E-7C50-3C43-65A252A6695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6037F864-EABC-3404-C94D-3A5E847C41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297E2F36-F50B-04AF-4EB3-97EAC5E867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0F7025F7-86B5-C810-2182-5792EEAF34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38FC1A9A-F514-77E4-10EE-73EB09FB5D9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A9919E1E-7ED2-BB87-718F-64DD35677B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721D6C91-A9A3-9C12-D8CF-43F735621A6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401FF817-CAED-8A58-1033-F6414612F21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1458E400-ADB2-A070-FFED-A4FCBBABB9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486819AB-E1BF-9300-92D3-4479ACBD84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D265F4C0-F605-879E-3D86-4A58757BD5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A070B3D2-EF48-D7B2-57F2-FA6B7782BD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62FB6472-7843-F361-8447-EE330104080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A05D251A-759C-45C1-8743-C74B75EA1A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048F7C2E-5A21-78BD-2844-03900097CA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7DB46F19-8F6E-E3D5-920D-5CEAB5219C3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8C7856EF-23FC-3C59-AD35-DF32ECCF22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5684B06A-04DB-BF08-01A0-7FA61EE3D0C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57A8E79B-F57A-E227-86CE-030BA2C517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658C940E-822D-7250-6D2D-9CCF60F17FC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904E52B1-39CC-CA4C-78F6-485021848C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D9644322-800A-30A0-59D1-1631690B12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0452ED5F-FDA9-DD43-1538-5A5B07DB0B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68EEA8E2-6ED2-C44B-61E9-753A53E291D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1E4A06B7-D4CD-2DC8-CC06-B8887BCA59E2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6F5EEBB9-688C-BF35-486D-0EFD8405A5C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02677149-5529-96A2-7C8E-C3B390DDCB0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D449B243-752C-5D51-25D1-9FA03EA282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62F6584A-D39D-6B82-0C00-DEFFF73C749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243E980E-FD14-D3E7-FFB5-DD7C8ED890B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0A9475F8-7A9E-591F-0934-D07762A0F43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DF45D6DD-A50D-13ED-71F2-F9FB2D38DA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9E8015DC-1901-AD79-7C5E-481800DCA0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98394F84-34BF-E613-AC6F-01FB210B016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78E90EE1-2518-925E-24D8-DC129BEEC2B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46371566-B221-8BCA-4FAA-81C32AFA9D7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4C2E5DC9-2667-EC93-C558-ADDA05EB9BB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6C2D64D7-11F3-7BD1-2D96-3BC60985E3E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6FAA10CD-A0E9-0359-A961-1C35E6294A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C5ABFB08-05BA-D665-A695-06B60A0593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38334469-65AE-C649-31F3-C590ED5DF14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3635D4A2-6787-27E8-7E99-562AC59100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A92D885D-76B6-F4F1-B190-D9BB1F3F6E6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F89C50DE-C7FA-F6D5-C8CD-80CEEF18209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54C6EC65-49AD-F9A5-9F43-F860A0981275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01202602-B748-21B2-DCFE-1DA1623719E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17DFE8AA-1D6C-91C3-7524-45121CE9D8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CC860F04-7514-0522-CC81-7E2EC13078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C5715303-A07D-A484-4432-32249867046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89472206-AAAA-5F8C-12D6-789512B222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BE9A45CE-C842-61CA-3C94-6FC694EA43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8E3A18EA-2F73-8E4F-28B4-966FCC7A43B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35C5A75A-ED08-42F1-FA32-C0982B4974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76D3BF44-2F0F-6F40-6629-6F1D987CFD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6F70CE61-7E1B-5D88-76D8-1314D4D42C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DB6AA502-28BB-4609-331F-27B5876BC2C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2E7D7491-2591-EB54-4EEB-7B965EA3CE3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522E520A-8D54-E9B2-B356-D4766D7F5A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C02694FA-7A36-FD1F-3232-DD978387DE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B45179C5-D77C-F56B-0B89-565BE2824F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CC108EEA-77CD-1E3E-8065-6FB091601AA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AD28EE83-D4EB-FA75-7C90-F7F35EEA56C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F8399A08-0222-9471-D2CF-9AE0A76BE42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FCB7A715-421C-B19F-25E6-CD939261985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5EA2E1F3-63ED-93A7-97CF-A73E78D8E0F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73CCE667-F20C-FCD0-EDD8-5361A97846D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8BE2B8CB-D5C3-99BD-7CA6-07542F62E18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BDBBB820-E1E8-BB88-FC7D-74C89E71573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DE86FF1B-4EED-863C-ACF3-2ADBD27447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C4975830-FBE5-3DC6-8336-6CA13A8F11A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7E34EB79-08E8-11EE-63DC-EEF265796B1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37C3DB91-A399-FC33-C531-74A52D6EDA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8327E08F-EE25-46C1-937E-DCD20D930DE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8565C71A-E40E-A462-7953-3D180A742B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5A10F01F-939D-792D-AB9A-F6AF7A16839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8EF2969B-5C9D-F1CD-D4F4-D33E93B5B02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9659F972-00B7-088D-E09B-9F54CF4BBC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EA913C0A-77C3-B9C7-F4E6-5793101996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15BA52A8-4C62-1B93-6269-5E97A53D6D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691C9512-FA2C-20A1-0871-3D661B040C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8E820E84-3B5D-7C74-E9DC-0F901C03A23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7B066DA7-29D6-19E8-F1EC-B4173249431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B92D4069-87C0-EA2C-1243-3CB29B2F94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DEDE7CD6-BD67-311F-53C7-6DC4F890F6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5246B873-39F8-7B8C-9E91-45A26D901175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E6589B6F-3212-F12E-3996-E7CDD62CD67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875B49CF-116F-CE78-4E6E-E6957158632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6F0E4BF3-3285-DB80-D5D4-53FA8D89BF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CBD6CFAA-3DB7-7D5D-DF03-743632CF592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289C88AF-1626-3683-CBC0-D3E6DEF4CCC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768D038B-3D49-3AD7-D01B-09265C3748F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254D36E1-5CA2-A62E-8845-31A690AB32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61239FBC-E087-11AF-CC7C-7EEE561783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60BD1978-EE65-677F-2BF3-4F2E21360AD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860A6FFC-5B1B-8426-81EF-65E89AE2919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1E306A9E-D202-C042-6DB1-FEB6C023761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82CE0C32-0F97-DB60-37B3-B0BC7782CDC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4A0F769E-B5EB-8CEA-42BF-CE1770DB2F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620F5E2B-62A9-FE25-ED3C-F5BD6BFD9F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AED5F0B0-2EEB-67FE-8481-ADEE982456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2EC248C9-E59F-4583-6BE3-8F6F0C84CC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6AFB05AC-92DF-774A-F87E-3BE4A2A293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CD6A895B-4AA2-9309-5F60-B183AD11183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138F5A55-806D-A781-F8BC-2E6AB76282F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93DB69BD-D2CE-ABA4-B462-3537CBFD4B8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DE69EAA8-3BC7-2170-2A06-82855BA4E6A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77070FA2-9C03-BC35-28E6-F334BD5554B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5CE51CFB-9924-CDEA-835B-93BA38A28E7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70DCEF5F-BF07-68A0-1570-F0B5171F6A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676734A9-7D12-A885-9C0A-FF70F08C73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CF5C49D9-6954-62A8-299F-8DD08C377D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0D8B5D53-04C9-EC86-A443-7E48906D88D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6E335F95-D9F2-ED9D-BA1C-E0DAEBAF81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A625F19A-0EA8-0FA6-1BA8-9436A013144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FA000F71-1373-E32C-DC16-28977A476D6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1FFB5162-2337-BD4E-6E9A-E378227AAF4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3B44D615-FB08-6F94-8203-EFBA33246C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D8A867AE-D173-C29E-9B1C-992A47014C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BB857D55-79CC-0F5F-70D8-46080348DC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3E33F74F-055B-EFA2-8E59-1553B36E68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82418F88-88BD-0C9A-4EB7-C7084D5F742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F02D20CD-0FFC-0A04-361D-DF7EA65CC16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0307416B-58B7-2FCA-11A5-06C28987266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C150C44D-D6B7-3450-34EB-A45E8CCC5A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5055A9DE-80A5-4A8F-274C-77BBE533AC0A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EAE0A449-8709-FC2F-FD61-F3F10E67EB3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9E1F7551-806D-117D-B0F2-E2F11142DCC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A98F44D7-47EA-845C-21D6-1E2E19E49F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94EFC7DC-790B-5FDB-2557-B239672F83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EE5F279C-542B-800D-1519-BD14D0B1CE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A7BFEF42-82DA-580A-3A6D-D57E1701A6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4377E3F7-6C16-0C92-19EF-BDD8A2340D8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E13D5D9C-E3D1-4E6D-C581-8D91397959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50071973-E791-D99D-459D-9C84679438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BAEC46F0-9D2E-FB59-4855-503991EAA8C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5C7B500F-968A-D104-0EEF-F4A0842F13C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366AC09C-1B26-F798-E136-8E6D3B9F003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E53E7923-D993-7781-A04C-BFF9A9F712A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822912D8-4DCD-32AE-52BC-9ADAC396B7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90685191-DBB4-EF92-D26B-280799EDB9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76AE9215-641D-B98D-F45C-A57EB4AD59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BF03338F-343C-2D67-D3BE-1D7FD8C48B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4F8E78A8-C462-8639-5DCD-522A25E9DF5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7F9E2A14-093D-7C5F-AD1C-E16B0D566F2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E978A14E-ED2C-7661-65BF-E710416B8128}"/>
              </a:ext>
            </a:extLst>
          </p:cNvPr>
          <p:cNvGrpSpPr/>
          <p:nvPr/>
        </p:nvGrpSpPr>
        <p:grpSpPr>
          <a:xfrm>
            <a:off x="12313103" y="1375713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62280CD9-F2FC-E5EA-E372-FEBBF38D1068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0C7492EC-7C57-A6D3-E1BD-E9F90BCE62D1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7EB18732-B890-7B0D-11E6-6381FEE866F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71036842-2B09-ACF0-7D85-F0219828A05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7C1AA1F5-AE01-9613-4FB5-B04AB4DE60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4A6F24D5-5252-FB6F-29DB-AD6A367D601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4BD5AB20-C5D0-1165-3AD0-DF3C7FD544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5660CD2E-2B39-3B6D-8EEF-AE77A6754B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913218FB-8D52-E7C8-EBCE-FA2648D4FBA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E7F302F9-2053-67B7-1CA1-B3B207E54BB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0480AF25-92B7-2870-A125-8575FC4821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9EFD8ABA-C133-933B-913E-3AB8CC309CA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0EF57F80-FCB8-4200-E1F8-06570BA121D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63D04DE0-4452-BBA1-CD31-775B5844BA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B0C9B9E2-BBFD-FD5D-0254-1D1B9EB369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CC99C78B-EC19-10DD-8904-D8D188C88F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2185E72D-963F-979F-2895-CD2BB61BE5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6A9DAD33-4ED4-2D96-BD49-7C3EC012790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DCEE10C6-706F-9A87-F350-BA504DCB68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BF5CB1EC-3401-14F0-64CC-B4F05673522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6573D044-E85B-8F29-44BF-334169B25B1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502FCFDB-9BF6-D82C-16CB-1F6D1EC38204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85828F4B-F89A-7B84-3309-756BBA82DC5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80B0368E-16C4-7018-ABA4-4066CDF268C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7080EF8C-1505-A262-A4B4-D7237634088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8620401E-A1BC-FA20-D5C2-31BC03E4F9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5DEB2496-900C-6C1E-9F1C-E98A6EEF769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6CD70AFA-A6D0-2EA1-32B0-46BFA6347A4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BD4439F5-743F-EB84-CE27-96BF424C2B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A157B423-1F7F-B276-1DF5-01924A0FFE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86CBBE6E-EC80-E9C9-C8F8-ABF972F2DF6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E5CF5A19-C414-D3C4-8114-C686FE0E28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588C2FF1-F75A-DB09-83DC-22E0DB104A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C8875D0D-D605-2BB6-412C-413EC7B3CC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C8C4808E-FAD3-8742-2FF9-2DA5C44788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94CB4AAF-0B31-D583-5D7E-00C24C1ED8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35FB8327-18F4-1098-A39A-530AEFACF1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0CDE7161-488C-C11B-1C2C-AFB03344E01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B6437504-2286-226B-9303-4414C7A59A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EF0CDAC6-3164-E4A3-7F6D-DE4A2022AFD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5A0B9D88-8711-BDCB-3640-066E8B4678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E93C367D-12F1-7CB2-FF8E-27697B130989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2171B045-18C3-5B16-255D-3DFB7DE830A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A77B9F91-0E55-C6ED-AE7E-05A069C2228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02ACDE51-3A67-A6A2-EE27-403C7D79D3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8C4D124D-D5D8-514E-BA20-531C23E596E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1EF2E5FC-BC59-07FF-EB6B-BD466390A1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D97E3F05-B404-2F6A-BA32-8EB81698F7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79CDF13C-9846-D0AB-1C31-136305D0B49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E0B66A63-A8DD-11C0-AC6C-6D2AB67D4BB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376492D9-43C6-13F7-711C-45673031E03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D16AAF47-E8FC-A561-E2A9-EF7DCD9B2B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2B363807-28E7-F381-5FB5-9199E92890C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30E064DB-4158-5A57-0C26-79C8C7EC687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8F9FA49C-9B14-9866-9CD3-025B520D66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85A5B79B-B5B4-3145-B52C-DA234C15BE0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5196D69B-C54A-ED35-954F-73FF155A7E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CA516444-387E-B91E-4F60-2D3DBE9241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CC00ECD2-7066-0BB2-AB9A-234D5B9AA7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C4C1E707-8D65-CF5C-BD2D-7B3080A7A2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3746BF1F-8366-50A3-6914-12B6FBD5DC5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B6B111F2-8D19-C103-AB36-DCB3B78AAD56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61D3156E-2801-A080-DEBF-7AB26C555A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BC191E7F-BA8D-DCC6-E91A-19A0A031EE1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9A1268F6-1075-A24A-3256-68B5B4209DB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3C7B9E55-40AD-74A8-70D5-C78755A835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E5C13A04-F66D-4055-341F-03AB1D915F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B20065B4-0E78-7CC4-3B7D-846F979E304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EACEA1F5-2D9D-F580-50E4-010494EBA2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A89C2918-3B58-7BB1-97BA-2A31545B68C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131E83CA-2B78-BBBD-8D99-AC36B0347C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C3526CF9-A283-12EF-1D24-8BBC06B0871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79C3B78E-4B13-A3A8-F97A-202FEAAC0B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5FFE83AB-DDF1-68AC-D775-990407CFF7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E2C35CAF-681E-3A14-81D0-02F13EF012D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78420E8B-A2D3-9F48-CAC2-0F34C747CF5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D65F8F20-1B19-0D59-A06B-D8F6456E18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3E836963-2369-4312-D39C-67EF11DAB2C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63C5D2FB-A487-BCA8-AF5C-F9C918B995B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6962BE36-7A41-0A21-5576-47617CBA91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FDEB324E-948C-E367-7F6D-8B17DBDE5D8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B0645C6F-0D9F-306A-3E6E-D07759DEAFE3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17C2A2C1-D20B-573E-8750-044070E1E69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67031173-F8B2-D147-9392-51DB7E6A525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97ECF61F-AB0C-1B8A-2EA3-0FBC5D442F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C52902C3-D616-2877-51BC-B3061C038AB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DF72352C-C69C-34A6-EB27-FEFA3BE28D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542E4099-DB53-73C9-0899-E0EC3AA823D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68B4B325-461C-C7C7-06A0-97916D270A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2ACC376D-112E-7377-B2EF-71228A4F40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6DD305E6-D23E-06EA-FAA8-0D146B27DA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EFF72F39-9DFE-770C-3519-FBF8323E238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C3A0474D-94CD-1CCA-E5DD-E37EA0A55AD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B83FC943-A34F-3B67-6BAD-CF4FC5D3CB2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C7650AC3-AF2A-86CE-5E2E-9660042D767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12CF6900-BF71-57B5-A1EC-42D4E2C2216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77FA099E-B84C-2110-B180-CEC29C45A1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C820DE93-D3BE-05EE-1E42-FD947BC5BE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FE0D1113-2975-09F3-8194-191ACFB31F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66CAAB8B-03ED-BC8D-74CA-E42AE9A7C7E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6E0DBC9B-B854-329B-690C-2E3CC098B6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B085052A-B23D-EDE0-118E-ADB31A2AD350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07E3A4EA-96B1-69DB-8D15-B8BE38E796B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E8B17891-E0F3-53CD-B70B-91615BCC05F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86DBE0F5-D27E-7C6E-EF63-2FD69F9855A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932930C5-DFEE-E7FE-0F19-16C329116FF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1DC4DBC4-56B5-81C7-8965-637132F9D56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3DCF90C5-C76B-71C8-F047-AE998D34B1D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5BC35706-E9A8-E85D-5ECF-AF6EBDC155F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7CFA756C-4AA9-CDE1-D81E-CAFA40E9EB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7832F286-DD0E-71FB-CD2E-CD827C650D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D1117E58-499D-5F61-054B-5BA30438D9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EE5AEACE-FEED-6EAE-3C37-F03D0E4FE4B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48DAD47A-955E-289D-EF19-E778D2EF399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72F4A5E5-B2D9-48A9-4EBD-B359DB2F6B9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5F197068-F64F-3CB2-7CA1-561BCCDA075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49A48A83-EB39-B07B-B683-3AB8F4F486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94462998-AF8C-0425-7AE8-BCA41C7356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5AFFD90E-1557-E3E2-FB4C-9922AD5960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C3D57A5B-66DD-0C02-1C6E-63E2C0E051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AC8DCA97-A29F-6ABF-6CBA-92C30EB154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150139FF-0217-E71E-04C5-C0AEF0FFB92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A2AC003B-C2E3-6787-3838-75A83F0EC41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4020DC0F-FE4C-FE60-B9CF-BDF5AA3A624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87FB5CB3-CE0B-2545-47E4-8C0CCD2338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7C043072-4C8C-345B-57FA-8CC89F82C6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704DC87E-0E37-BDA5-85B2-A193D9A4605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0588864C-B921-289E-AD93-2A193C4A18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6E480A2C-C2F0-3A80-E31F-1CB3760B00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E7E71215-D8F9-13E6-C637-EBCDB0C17DC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AC4031D6-AD74-B730-9D16-4ED1B1F558D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FE850FAD-F65E-F40B-8D98-485CE69ABD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34A702A1-B3A2-21F1-A2E8-E099F91030E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4F355EA6-6145-F035-FAB2-00CB5D9D22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3A59CEA3-5E53-D9D2-461A-7192D558B0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54F7F280-2458-9476-272B-BBCD5CDD11D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E6E46226-5FE5-C3E1-3A84-DADFAA0F89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791D5766-AF13-CE07-086F-D7C1BEEC0B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E6EAD6E4-2527-9D67-773D-C9AF644860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E65DA8A7-ABCC-CD7A-0912-313FA92D715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7FD74B52-4CBD-B421-6222-63071D8C8C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1A0A647B-4365-89A6-F874-5347A2B0D385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3FA84AC4-F5E6-9AF6-9690-7705BA10F87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EFEC84C5-57B4-2ADB-4462-0A1B64C007C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261781C4-4280-13FB-6552-D523342AA0D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B6B3D309-01CF-C4CF-F81D-0BC4E4D983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00DFFBD8-9002-2B34-EC3C-19009CF02E0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3E3A53E6-7FC0-F339-254C-383963DF6C2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09E48298-93D5-3469-C395-C5FE0BCB7FB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3E29CB1D-D0EB-9642-4CCC-A3D1BB82FF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C2D70B97-E3ED-27B8-1C80-C370E74F02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313E9B7F-0172-64E0-00A1-BD8CEC44CC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09CBFCBA-812D-682D-EE21-AFA5673AAB5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183E0C4A-3DC8-1722-B3A8-05325F11FC6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156E3729-6A0C-9875-D60C-CA71114BA2E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BBFDCA4E-1974-A378-4EC5-10DDB54F05B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61FF9B54-2FE6-D510-D15F-514DBD16EFB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2A3FE6A0-FA07-BB5D-47D1-BD34D56114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07CD84CB-AC0E-3C65-567A-C0CB10FA80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D40149A9-1331-237C-6550-D48ED0D5462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57003AE2-743B-B3E1-E409-0678DA056D1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9099599D-F234-F7DE-36E0-11EE1FB13734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226273D5-E943-BD03-E7AD-563D4A05098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26397F43-017E-1B6B-D151-1EEB347B912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76011998-8B4B-F78A-98E4-941B163294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37F617F2-4FEB-1CE0-CF6B-D524480D6CC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C69CF293-9EA7-7FC2-42AE-10351FCA71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E8D2AC3D-854E-E22E-FFFE-69AEA96C377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613E62E7-A36B-66E5-0CAE-596B40CC2E7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60E40212-F716-69E6-1728-C214FA9DC1A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1DD5D535-979B-86A6-15F9-183DFE783C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7960CDAD-8FA9-E683-9356-A80C23C2C34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FCA05CC5-9521-D2D1-DB2F-6912B1FF4F4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FCEA1680-F27E-CB39-2281-BEF598D865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DAC3E1B1-C257-5E8A-03E6-68660E4F6C1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B96F1672-7F5B-A384-3823-EEC2DB9E308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68F2BF72-A843-D45B-4023-AE9436F31F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E80594D9-C8BE-CC52-A44E-2AC15676220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711F8584-F130-E426-8898-3B72ACEA638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F445A42A-F0E8-1D45-197D-0BB3966998D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E0ABD142-C8BD-B7C0-4034-3963F95F2D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54A49587-E0CD-21D3-EF8F-6BCA5D925EE0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76301123-E102-F621-DF1C-D2A35D732AD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9D742D28-8EBB-ECA8-E7C0-137A0EECC1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B0F2BA9F-294C-8AE3-9469-3355B530422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726AD4D8-0941-D356-017E-4D11645761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9A113598-5981-1CFA-D8E1-C4B5AB2F1D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9B4E7201-9C8E-BC3C-717E-D819B4B5A48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7767E2A2-CE0C-C8CA-F4D9-6EFC3B20A79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5D23AACF-AB03-03ED-5FB2-D577BADF6FB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2281F06D-8583-1554-858A-5F4547453A3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CB30E37C-178E-A61A-2211-E5DF5D04F60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5D55C947-A67F-1238-C185-5C415E40901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F0F06ACF-3AA1-CD3D-2397-43B9312EB42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5F75B0A5-4D4E-137E-4A7D-42496B4A290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9EBFCE27-3E69-F033-8D2D-6B9E908D15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781B675E-D7C9-45D3-F454-B7FCEEE37CF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7175F22C-A1CE-D343-3B0F-09CA95726F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7E2A2B3D-CE89-27D7-440C-B6C1FDEF76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815CBC41-76F9-A44F-1F67-DFC1499A637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0B9817C6-C68C-B022-814F-4F53D032703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24FC4F0-18D2-A7CD-29D8-AF46B045BD6D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D4FB2A1-B3C9-71ED-B379-983A4A7613C3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12A9838-C15E-1DE7-6097-C9C6F4E847CB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E28043D-CF43-D6A3-9C4F-6DBBDC2FE16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BF9F007-84E2-5CCA-6B64-98D595DB045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DF47D0DD-603A-0829-DAFB-25DCAB6828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D971C30D-33E8-B5E2-E803-2929675EB8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AF82DDE1-B1E1-C5C2-49F7-20144F9F65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1C9A2296-319B-7ADA-A959-20A723DC528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6484C9AA-FCEB-C857-95BA-BE2B5696EDD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D5EF765A-83BF-F44B-1E9E-A46C594C89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BF6F79E5-A5DC-E452-EB4D-DDCBC6FCCA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EE1B297D-34C8-6983-CAD7-A0B7E0F318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EE3486F-D8AD-6413-34A6-88BEAC3038E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87064B40-B753-8D7B-3E93-8FB7F4E26DA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748BB0F5-BDC6-5A8C-1AD1-F17E5A68248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625DC90-2BE3-917B-24F2-7B45ABAB6E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21F706EE-073B-35DF-D78C-5EA9A6A5C9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51BE860F-BE78-74A3-DC89-02313F8425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CEC13565-CF01-3ADA-A87E-DD6214D740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C9CFDBAE-2F69-3165-CBC0-3E23440E74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E9D66B34-519D-06F0-0250-70334C5E3B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F78A44F-B238-10AA-2211-654F5CF97C7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F3A0061C-9561-9B46-3E30-DD0BF17D96E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1A68365-7324-4682-E1BE-9A2792FB96E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9BBA1C0-F987-E9C9-304D-07AA2F8F30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248AC9EC-0868-926A-2C1C-05CDDABCB2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13331F0C-603A-97DB-5A36-D78F63BAAE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5EA1A643-EBCE-5A95-F4C1-C01715EA2D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FE41F81E-1A46-A91F-F594-BEA263CBAA5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3B696A68-D6F0-1097-780B-EBC3633276B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7579BA3F-9BAC-F330-50BF-66BAC78F6D2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30BFC9FB-AA72-6637-4FA8-016945B0DC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E7C90A5-AC3F-0FF1-8D4D-7CCD102F1D4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CE075E4D-0A12-A578-BF5D-263313BE903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D7E29274-5B95-1993-B735-9EBC326CF2B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FCF5A234-CEFB-F40C-57CD-B7C365EC8D7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4BE46C6F-34A7-5215-E37A-68AF32D313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E0DD8770-330E-18B6-BC8A-A6606A4E7C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B8A6CF56-B393-7B41-E39F-05DED981B9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1D6827E-689B-9988-FAE9-BE88D2E543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E31F0503-7665-544F-097F-FA2FBEE95D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D3245CC-19E6-9F83-49F5-EB0C5B81B0F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39A4AED4-EFB2-8C11-FDC8-FD7F1B95682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0058311-79A9-3605-B18F-5DF983752FF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3934FA83-66E8-985A-23BC-7D13B0EB33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DFF540CF-7BC5-12E9-69BA-37395F35670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7BEC6C0A-955D-C454-4896-59C6F5F541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1C8CDDE4-892A-C32B-0728-D7CB416F31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65E28AF-B95D-4D18-70FA-7309E31787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113413B8-AE0C-D44E-D657-437A7DA608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0A006CD4-55EF-7C9C-45C4-F58C460431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CC2CA0F9-BFF4-D75B-448A-9327AEB2D1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786699A-74F4-4A3C-AC7A-11A83160ADB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A393FB69-F079-C273-98AF-061F5C08A9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A05B7D51-9AC0-D01C-A262-9FF766A9686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76F9D04D-FDD4-4F41-FFFD-1FAE1F312C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52B65287-8767-1F6D-EC54-9037F817F1F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0E47B0DF-483E-EC86-E0A2-9B1A241AC5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3D526DAD-F9F7-3BF5-F4A1-0FC619B8682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BA9DD1B4-D933-1226-DC60-12B1675A5FC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2C0A5CDC-238D-64FD-A66F-7DDD2BFD8E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AB2611B-C445-7402-3349-76864C22605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CD798DDE-2A0A-213A-4B16-AF0DF922AC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3186FD8-29CD-B851-B0AD-364400BC8F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035FB53-7073-DC21-69A0-F5B610C3D47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7342D67-A5F3-8CB2-5DEC-28FD80625F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34D8C085-E7CF-DB36-25E7-8528C413F19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F1F961DF-7638-92C6-7336-4551E396FA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976B82CF-C3C4-CA61-34B4-F9D89BEA78A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C0B1EE41-12B1-9BF2-1043-5405789E61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B4F4CF9D-D6F2-D986-DF0B-06E465ACB30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BBFE4474-15B6-999D-3644-153D12F0AF9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AC47816-6E8D-9FBC-D98E-81E0FC1C8E1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10B1E582-3E3D-2CE8-8FC7-F7BF5F9973E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CC445D13-EC84-0756-1FE2-18A267E8AF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20F21CCC-5F87-3EE3-9ABA-B1386862AD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B3E6E32C-11F6-2947-AB66-944FA91D00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11C436AD-D942-1DAE-F7C4-826A1B1746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13DC6B3F-3F46-199E-5D0F-1191D87CD2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A0BF0D6E-806B-0145-F2CC-F6B5D7687D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F592E2DD-0BC1-1AC3-D59D-12F876DC24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E7F157B-E9B7-EB08-0E5C-44AD635A3BCA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E846D3A-0FB2-F40E-D567-F81EA6884E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0E242D41-0EEF-FA78-4998-B7190DA3A34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35D554B-A03F-3C02-5DB5-F046C2A76CF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A30D327D-5599-A337-4602-A7BF9BCCE8F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6A159A13-C860-8062-B4F5-4E3D9A79EDB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541FFD35-98F5-22CF-355E-22F1BFA9995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FE8BAF69-93D4-03F6-540E-A4EDFB2A745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42AB3BDC-8B6B-4C71-6919-F25F42E5941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79CE1EC2-C5F7-EE75-9E1B-700328643CA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78F971D8-7225-98B0-2C92-9463641D41A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63CF869-8716-0412-99BE-EA6ADF6096A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5A53DF51-5775-3E16-D2D8-BEC143380FB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B54CAF68-56AA-42C4-8357-0428CB731F5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36431CDB-799A-0C3C-D7A5-E7046F069A4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5D36A630-0CB3-0F20-922C-9C7C52BF8A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5A1438E2-D718-3EDD-9D69-F9C9B9BA87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A6C868CC-2E2C-1EB3-8E9D-DDA69AFA5B4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12913752-20FA-03CE-546F-6827985155E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F05F978D-B56F-EF42-F478-F8168898B71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65EEB24E-66BD-3A00-0C95-57EA0AC81473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14725EB7-5F6D-5E0C-74FC-A56636876AE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EDBDFD2-1BCE-E220-EE23-E5759913F01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40138E39-DD10-AEBE-A353-7D1FEF8184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5B1619C4-2B9E-FA83-AC61-337A3173DD3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B8F9A9C4-2665-00DB-6520-163FDA5B0DA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0038931D-9F31-5C70-B958-5EE68593D0F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873D539C-022E-1367-45BF-02B51D90D8B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672B35F8-B58D-0642-11EE-C6D5424819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333AAF74-2AC9-513C-D87E-5A1A6362DF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D749CA86-0AFC-CFBC-DB67-B32C1AABAF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127AFE42-92A9-86AD-91C7-D8A8D551A5D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AF98213E-5E2E-A12A-824F-BD52923036C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7CF4025F-B683-5586-DE35-170C76F16F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3CEA637C-5129-61E4-55C4-50F46F0B2D5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012AE3B0-CEBE-DF17-BC3C-EF9EBA6239E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771F21F3-A2E8-4DEA-5D6D-21E28F81F88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F9B7186A-21C6-85C6-6839-6D78DA93D7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598EABC4-F336-341E-DA94-FBC71F69B71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9D81DB5B-3348-19FB-6859-4146DFD246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4ED35D60-58CD-0B23-B89B-ED6327445471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D68E2907-A742-C533-9941-3F722507528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1F3AC0CD-393F-9B32-2FA2-EF59D07CF40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2FF48E9B-BE20-0487-251D-E3F8E188D65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A5DE3497-73BF-A465-1692-8C5D092E4EE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3F1A0EE4-17D5-D8CD-D9B6-17955FA3A40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8F196557-B874-672E-1F98-E37D561E510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CEF4921E-E3D5-3801-91AB-D544B1D9D4F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8DFB2BF4-E015-8C9B-AA15-AD17706190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26E37420-F403-FA36-8AC1-B8D1A2982B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FD5693A9-6948-801C-9EA7-51B40108CC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F2FF87D7-A761-95DF-3E5F-34C618906A8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F5E171C4-2BAF-AE5D-7685-A7CFD901AC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40B12E20-D791-811A-8044-4C866E0D46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7EE66CCC-C15D-925F-1AF2-9AC67977DD1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722C2551-5992-11C7-4E1C-35DEA00008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3481C9CA-8FB0-8218-F4A8-92011E521E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DD5647A6-02F3-76AF-60B7-5AA1D734A0A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AA949DC7-43F5-7BF3-23D0-B9A568A5C86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AC7A0B0A-75EA-D688-63B0-B0A5CA98F0A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A3E7858-5341-71C6-0340-9D0595F3F480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75D0086F-3228-D81F-55F0-389E3DC58A8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BA44C102-F33E-A9AE-5392-DD3F1E6FF8A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F3684284-2F80-B024-AD8F-6DBF4DDFBD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59F5F940-51A6-63FA-F966-DDDF4AA006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A804139-629A-D444-E634-2D9681EFB6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06393EA1-E844-1F07-73E1-ED2C921A26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6CB5415D-507B-3796-F70C-35AB1BC7D64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D416788B-67F1-8895-EE2F-7E89EBF140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24715AD-6361-F1F5-7ED8-75B1EAF2B7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28C95125-E481-8DF0-1DFB-8F9A19F6FE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775550C8-E5AD-2FD1-D6D7-03B76E48ED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2B50A939-7465-A37F-FCF3-03C6D6470F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FA973A8C-5934-21AA-BB9B-B40F068E2B1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16E8FFF0-2C71-71BC-957E-145E3642CB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19B6AD3D-DC00-348D-A2D2-E7A5C310E71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4EF46DAF-2B9D-C957-3E6F-5AD6320A398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59B89EED-CE70-939E-41EB-4B0407A39B8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6BB2341A-2E6E-BB7C-830E-09D45571CE5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00526923-FC3E-B7FE-E6F1-0EAE88B23D1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D0FD114-3EAD-D118-C9AE-DA06A002B74B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B2E932B5-C7CC-5A7E-45E8-F72CD66E765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B16E07F8-8A71-AB1F-3FE9-B2BFBF710DA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98F36D52-42BF-4860-A16F-E8E955B3F81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AA873494-E005-8E61-DAB7-95D266AEE7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8C3EDF3C-A066-912E-97FB-13E0E1511B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EB798FE0-B45F-2DCF-277F-865C446DD52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93F9101E-8E5B-F2B4-37ED-14273058F8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772D6E23-B143-A4B2-1609-36014C344F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ED3C720C-5524-DB9F-DC7E-CB1797128CD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A42B493D-AA78-F920-B6FF-F6E01720786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76E59E87-D8F1-2842-9ADD-70C67340CD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E8F1B3F1-B4BC-1718-B287-BAACC5ECD9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48DE61A5-A864-DA8E-7D6A-5DB83809F6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F37C6F9F-75B9-099C-4D6C-05934886D8E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876D5E45-E16C-667D-621B-0A3A834758A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2823C49B-4EDD-2072-965C-977E1FB919D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E135C689-30B5-DE12-FE8D-C5BCBA546FF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33B3DA99-88DE-95C2-12EB-E51B9EA09F8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23B74E85-AA78-F42F-473F-E7E949762A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DC52019-A3ED-AEC9-425D-FEABCAC7B51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AFB1AA15-4227-3304-5055-19DFD98ED2F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05407924-3156-1C72-7D57-7FD844BC806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5184689B-DE88-9DFF-52AE-699613BD1E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750AC500-59ED-AF78-BCAF-F9A0F9D01B5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34F3DE08-0942-43C9-1B2F-0DAD96B2E0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2C2EB48D-332C-9E48-E390-16C14EA4EB7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72556478-5763-2AF3-EA99-2E5DB83E61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46FDFCFF-3463-257E-FA3E-C749C2FC949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669390F1-1BFC-2A4C-AF9F-2E8771F4567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F4FFD485-47B0-CF10-08EF-7DF697A6450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88977575-89FE-8101-A472-B4C458CFE1A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184FE6D3-9805-12EF-AA29-C8CEE8F9D5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38C54774-8061-14D4-5A2A-5A98F6A754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606D83FA-D70B-F942-5271-235B8C460C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619C56E-70BE-73BD-1A8B-7EADEA19DE5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5C369212-4D50-7246-CFFD-D84F74B774D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BFFD4108-1E21-714B-4A28-9C57DD54E36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F8AF8C25-2848-C2D0-7BE3-62D8B3E7C71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326A4C8E-3ACF-95F7-C9C4-7572EA6333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BDF335-AC0D-0560-56B0-E53897EC344F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8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BDF335-AC0D-0560-56B0-E53897EC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28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6 L -1.04336 -3.7037E-6 L -1.04336 -0.12268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61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1.04335 2.22222E-6 L -1.04335 -0.24584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1229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7 L -1.04336 -3.7037E-7 L -1.04336 -0.37176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1858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44444E-6 L -1.04336 -4.44444E-6 L -1.04336 -0.4993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2497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96296E-6 L -1.04336 2.96296E-6 L -1.04336 -0.62084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3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F579-4907-E001-DD66-D7311F6B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50CB8970-AD23-86DA-B256-99F5672F7D8D}"/>
              </a:ext>
            </a:extLst>
          </p:cNvPr>
          <p:cNvSpPr/>
          <p:nvPr/>
        </p:nvSpPr>
        <p:spPr>
          <a:xfrm>
            <a:off x="1071880" y="2609850"/>
            <a:ext cx="3834592" cy="2699710"/>
          </a:xfrm>
          <a:prstGeom prst="roundRect">
            <a:avLst>
              <a:gd name="adj" fmla="val 738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00802102-E1E7-AC5D-B759-FFC309D51D15}"/>
              </a:ext>
            </a:extLst>
          </p:cNvPr>
          <p:cNvSpPr/>
          <p:nvPr/>
        </p:nvSpPr>
        <p:spPr>
          <a:xfrm>
            <a:off x="1064382" y="3489329"/>
            <a:ext cx="3606460" cy="1820232"/>
          </a:xfrm>
          <a:custGeom>
            <a:avLst/>
            <a:gdLst>
              <a:gd name="connsiteX0" fmla="*/ 0 w 3054177"/>
              <a:gd name="connsiteY0" fmla="*/ 0 h 1541487"/>
              <a:gd name="connsiteX1" fmla="*/ 2197 w 3054177"/>
              <a:gd name="connsiteY1" fmla="*/ 4311 h 1541487"/>
              <a:gd name="connsiteX2" fmla="*/ 19238 w 3054177"/>
              <a:gd name="connsiteY2" fmla="*/ 23553 h 1541487"/>
              <a:gd name="connsiteX3" fmla="*/ 133538 w 3054177"/>
              <a:gd name="connsiteY3" fmla="*/ 93403 h 1541487"/>
              <a:gd name="connsiteX4" fmla="*/ 228788 w 3054177"/>
              <a:gd name="connsiteY4" fmla="*/ 182303 h 1541487"/>
              <a:gd name="connsiteX5" fmla="*/ 349438 w 3054177"/>
              <a:gd name="connsiteY5" fmla="*/ 233103 h 1541487"/>
              <a:gd name="connsiteX6" fmla="*/ 482788 w 3054177"/>
              <a:gd name="connsiteY6" fmla="*/ 277553 h 1541487"/>
              <a:gd name="connsiteX7" fmla="*/ 597088 w 3054177"/>
              <a:gd name="connsiteY7" fmla="*/ 366453 h 1541487"/>
              <a:gd name="connsiteX8" fmla="*/ 711388 w 3054177"/>
              <a:gd name="connsiteY8" fmla="*/ 436303 h 1541487"/>
              <a:gd name="connsiteX9" fmla="*/ 838388 w 3054177"/>
              <a:gd name="connsiteY9" fmla="*/ 480753 h 1541487"/>
              <a:gd name="connsiteX10" fmla="*/ 978088 w 3054177"/>
              <a:gd name="connsiteY10" fmla="*/ 544253 h 1541487"/>
              <a:gd name="connsiteX11" fmla="*/ 1079688 w 3054177"/>
              <a:gd name="connsiteY11" fmla="*/ 626803 h 1541487"/>
              <a:gd name="connsiteX12" fmla="*/ 1206688 w 3054177"/>
              <a:gd name="connsiteY12" fmla="*/ 703003 h 1541487"/>
              <a:gd name="connsiteX13" fmla="*/ 1320988 w 3054177"/>
              <a:gd name="connsiteY13" fmla="*/ 747453 h 1541487"/>
              <a:gd name="connsiteX14" fmla="*/ 1479738 w 3054177"/>
              <a:gd name="connsiteY14" fmla="*/ 817303 h 1541487"/>
              <a:gd name="connsiteX15" fmla="*/ 1619438 w 3054177"/>
              <a:gd name="connsiteY15" fmla="*/ 893503 h 1541487"/>
              <a:gd name="connsiteX16" fmla="*/ 1721038 w 3054177"/>
              <a:gd name="connsiteY16" fmla="*/ 963353 h 1541487"/>
              <a:gd name="connsiteX17" fmla="*/ 1841688 w 3054177"/>
              <a:gd name="connsiteY17" fmla="*/ 982403 h 1541487"/>
              <a:gd name="connsiteX18" fmla="*/ 1943288 w 3054177"/>
              <a:gd name="connsiteY18" fmla="*/ 1020503 h 1541487"/>
              <a:gd name="connsiteX19" fmla="*/ 2032188 w 3054177"/>
              <a:gd name="connsiteY19" fmla="*/ 1077653 h 1541487"/>
              <a:gd name="connsiteX20" fmla="*/ 2178238 w 3054177"/>
              <a:gd name="connsiteY20" fmla="*/ 1166553 h 1541487"/>
              <a:gd name="connsiteX21" fmla="*/ 2254438 w 3054177"/>
              <a:gd name="connsiteY21" fmla="*/ 1191953 h 1541487"/>
              <a:gd name="connsiteX22" fmla="*/ 2343338 w 3054177"/>
              <a:gd name="connsiteY22" fmla="*/ 1236403 h 1541487"/>
              <a:gd name="connsiteX23" fmla="*/ 2406838 w 3054177"/>
              <a:gd name="connsiteY23" fmla="*/ 1274503 h 1541487"/>
              <a:gd name="connsiteX24" fmla="*/ 2546538 w 3054177"/>
              <a:gd name="connsiteY24" fmla="*/ 1331653 h 1541487"/>
              <a:gd name="connsiteX25" fmla="*/ 2654488 w 3054177"/>
              <a:gd name="connsiteY25" fmla="*/ 1369753 h 1541487"/>
              <a:gd name="connsiteX26" fmla="*/ 2800538 w 3054177"/>
              <a:gd name="connsiteY26" fmla="*/ 1458653 h 1541487"/>
              <a:gd name="connsiteX27" fmla="*/ 2984688 w 3054177"/>
              <a:gd name="connsiteY27" fmla="*/ 1522153 h 1541487"/>
              <a:gd name="connsiteX28" fmla="*/ 3035488 w 3054177"/>
              <a:gd name="connsiteY28" fmla="*/ 1535647 h 1541487"/>
              <a:gd name="connsiteX29" fmla="*/ 3054177 w 3054177"/>
              <a:gd name="connsiteY29" fmla="*/ 1541487 h 1541487"/>
              <a:gd name="connsiteX30" fmla="*/ 168819 w 3054177"/>
              <a:gd name="connsiteY30" fmla="*/ 1541487 h 1541487"/>
              <a:gd name="connsiteX31" fmla="*/ 0 w 3054177"/>
              <a:gd name="connsiteY31" fmla="*/ 1372668 h 154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054177" h="1541487">
                <a:moveTo>
                  <a:pt x="0" y="0"/>
                </a:moveTo>
                <a:lnTo>
                  <a:pt x="2197" y="4311"/>
                </a:lnTo>
                <a:cubicBezTo>
                  <a:pt x="8109" y="14061"/>
                  <a:pt x="13814" y="21040"/>
                  <a:pt x="19238" y="23553"/>
                </a:cubicBezTo>
                <a:cubicBezTo>
                  <a:pt x="62630" y="43661"/>
                  <a:pt x="98613" y="66945"/>
                  <a:pt x="133538" y="93403"/>
                </a:cubicBezTo>
                <a:cubicBezTo>
                  <a:pt x="168463" y="119861"/>
                  <a:pt x="192805" y="159020"/>
                  <a:pt x="228788" y="182303"/>
                </a:cubicBezTo>
                <a:cubicBezTo>
                  <a:pt x="264771" y="205586"/>
                  <a:pt x="307105" y="217228"/>
                  <a:pt x="349438" y="233103"/>
                </a:cubicBezTo>
                <a:cubicBezTo>
                  <a:pt x="391771" y="248978"/>
                  <a:pt x="441513" y="255328"/>
                  <a:pt x="482788" y="277553"/>
                </a:cubicBezTo>
                <a:cubicBezTo>
                  <a:pt x="524063" y="299778"/>
                  <a:pt x="558988" y="339995"/>
                  <a:pt x="597088" y="366453"/>
                </a:cubicBezTo>
                <a:cubicBezTo>
                  <a:pt x="635188" y="392911"/>
                  <a:pt x="671171" y="417253"/>
                  <a:pt x="711388" y="436303"/>
                </a:cubicBezTo>
                <a:cubicBezTo>
                  <a:pt x="751605" y="455353"/>
                  <a:pt x="793938" y="462761"/>
                  <a:pt x="838388" y="480753"/>
                </a:cubicBezTo>
                <a:cubicBezTo>
                  <a:pt x="882838" y="498745"/>
                  <a:pt x="937871" y="519911"/>
                  <a:pt x="978088" y="544253"/>
                </a:cubicBezTo>
                <a:cubicBezTo>
                  <a:pt x="1018305" y="568595"/>
                  <a:pt x="1041588" y="600345"/>
                  <a:pt x="1079688" y="626803"/>
                </a:cubicBezTo>
                <a:cubicBezTo>
                  <a:pt x="1117788" y="653261"/>
                  <a:pt x="1166471" y="682895"/>
                  <a:pt x="1206688" y="703003"/>
                </a:cubicBezTo>
                <a:cubicBezTo>
                  <a:pt x="1246905" y="723111"/>
                  <a:pt x="1275480" y="728403"/>
                  <a:pt x="1320988" y="747453"/>
                </a:cubicBezTo>
                <a:cubicBezTo>
                  <a:pt x="1366496" y="766503"/>
                  <a:pt x="1429996" y="792961"/>
                  <a:pt x="1479738" y="817303"/>
                </a:cubicBezTo>
                <a:cubicBezTo>
                  <a:pt x="1529480" y="841645"/>
                  <a:pt x="1579221" y="869161"/>
                  <a:pt x="1619438" y="893503"/>
                </a:cubicBezTo>
                <a:cubicBezTo>
                  <a:pt x="1659655" y="917845"/>
                  <a:pt x="1683996" y="948536"/>
                  <a:pt x="1721038" y="963353"/>
                </a:cubicBezTo>
                <a:cubicBezTo>
                  <a:pt x="1758080" y="978170"/>
                  <a:pt x="1804646" y="972878"/>
                  <a:pt x="1841688" y="982403"/>
                </a:cubicBezTo>
                <a:cubicBezTo>
                  <a:pt x="1878730" y="991928"/>
                  <a:pt x="1911538" y="1004628"/>
                  <a:pt x="1943288" y="1020503"/>
                </a:cubicBezTo>
                <a:cubicBezTo>
                  <a:pt x="1975038" y="1036378"/>
                  <a:pt x="2032188" y="1077653"/>
                  <a:pt x="2032188" y="1077653"/>
                </a:cubicBezTo>
                <a:cubicBezTo>
                  <a:pt x="2071346" y="1101995"/>
                  <a:pt x="2141196" y="1147503"/>
                  <a:pt x="2178238" y="1166553"/>
                </a:cubicBezTo>
                <a:cubicBezTo>
                  <a:pt x="2215280" y="1185603"/>
                  <a:pt x="2226921" y="1180311"/>
                  <a:pt x="2254438" y="1191953"/>
                </a:cubicBezTo>
                <a:cubicBezTo>
                  <a:pt x="2281955" y="1203595"/>
                  <a:pt x="2317938" y="1222645"/>
                  <a:pt x="2343338" y="1236403"/>
                </a:cubicBezTo>
                <a:cubicBezTo>
                  <a:pt x="2368738" y="1250161"/>
                  <a:pt x="2372971" y="1258628"/>
                  <a:pt x="2406838" y="1274503"/>
                </a:cubicBezTo>
                <a:cubicBezTo>
                  <a:pt x="2440705" y="1290378"/>
                  <a:pt x="2505263" y="1315778"/>
                  <a:pt x="2546538" y="1331653"/>
                </a:cubicBezTo>
                <a:cubicBezTo>
                  <a:pt x="2587813" y="1347528"/>
                  <a:pt x="2612155" y="1348586"/>
                  <a:pt x="2654488" y="1369753"/>
                </a:cubicBezTo>
                <a:cubicBezTo>
                  <a:pt x="2696821" y="1390920"/>
                  <a:pt x="2745505" y="1433253"/>
                  <a:pt x="2800538" y="1458653"/>
                </a:cubicBezTo>
                <a:cubicBezTo>
                  <a:pt x="2855571" y="1484053"/>
                  <a:pt x="2939180" y="1507336"/>
                  <a:pt x="2984688" y="1522153"/>
                </a:cubicBezTo>
                <a:cubicBezTo>
                  <a:pt x="3007442" y="1529562"/>
                  <a:pt x="3022524" y="1532737"/>
                  <a:pt x="3035488" y="1535647"/>
                </a:cubicBezTo>
                <a:lnTo>
                  <a:pt x="3054177" y="1541487"/>
                </a:lnTo>
                <a:lnTo>
                  <a:pt x="168819" y="1541487"/>
                </a:lnTo>
                <a:cubicBezTo>
                  <a:pt x="75583" y="1541487"/>
                  <a:pt x="0" y="1465904"/>
                  <a:pt x="0" y="1372668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782517C0-2148-E6A8-2E0E-EDBCFC1BC1D7}"/>
              </a:ext>
            </a:extLst>
          </p:cNvPr>
          <p:cNvSpPr/>
          <p:nvPr/>
        </p:nvSpPr>
        <p:spPr>
          <a:xfrm>
            <a:off x="2091864" y="3090145"/>
            <a:ext cx="1387181" cy="1309299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060CECD1-0707-AED1-598D-4C60DA086635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080F3D-8862-FE27-A446-C1402AA069E3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080F3D-8862-FE27-A446-C1402AA0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2F4B43EA-9B92-971A-C6E9-01A4CD4AD19A}"/>
              </a:ext>
            </a:extLst>
          </p:cNvPr>
          <p:cNvGrpSpPr/>
          <p:nvPr/>
        </p:nvGrpSpPr>
        <p:grpSpPr>
          <a:xfrm>
            <a:off x="-145597" y="82077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8CB981D9-7DA0-DFDE-BD19-A1F5A32E5A9D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245E0E94-962E-7DEC-DDE0-99F01A4F3EA7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689B5C08-5F9D-FE58-5EE0-25CBBA030A9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EE70F01B-8396-41A5-C21C-98945605A53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D7DB333B-3FBD-4C44-8026-3047747CCB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C2CBD118-F1C4-AE06-F034-460780E5394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CD1F0F46-3DEA-2DA2-8480-6DF98097FC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98C03170-561F-860D-A34B-9C041E7C077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21A264B3-7D6F-F6C9-DF65-E542332A62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8B7A256F-D017-945A-9B42-B29E0913D52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B253840C-4743-F12F-A3A0-C9F9BE24323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A3DF46AD-91B6-4F56-BDAC-D6903B6D41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53E0C841-703B-D263-C480-5C66CFD1EA8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ABB60EDD-A81B-7581-11CB-5B28B779FC9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7DEEDDCB-EB19-6B5C-E71F-69A1F9F3BD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E644CEFD-F645-DC47-255F-D3227D6C8C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63D5FC85-0619-E306-E789-94655119ECC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5453E2E6-5732-8E09-A339-41C8BE18DC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3E86EDA8-A4B6-AB82-1101-7A3AD812E67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5790DC6A-21F6-60D4-76E4-F4A9762DBD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786AEC35-54BF-2C59-348E-2241257E24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C4F2ADDA-4C94-3426-CB89-B27E03541340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1F724157-E851-DD57-2BF9-DEE1BEEE3FD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E7B20A09-1E29-7AF1-E713-18FB1D17E60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03BC8108-F1E9-81D9-0B97-37303BB3443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6D2A60B2-641B-8D0A-77B0-CB380754D2E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A780222F-1CC6-A317-B2E5-352809BC719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623D1523-4386-9B8C-D364-082F696DD5E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62C7A2D0-B503-930E-5212-D8CBF563EE6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64D45725-2A95-1A06-68A5-7D8611BA147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302E50C4-D9DB-0BAE-1C16-AC58BD4333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7A08C322-C333-A833-0DF5-E57104FCB9C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79B8E513-B376-BDA4-6F47-C9F1637BC2F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D816D35B-18B8-2A64-F800-97D3B9CC1A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17560979-846D-CEA3-5E0C-90D1E8E6A0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3109D33D-61A0-B696-71B5-33FBD2A5C6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33100A36-2DD2-C1F3-7D1F-D67B3C81E4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E1405762-31EE-B33B-07FB-9B7E46BD48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928B243F-2B3D-2C9D-7DF4-F0CBBE9604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151506C1-DBCF-C8C7-EEDC-5FE5203F28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62983863-D938-89E5-C227-311B6AE7FE6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BD3F1330-934D-E9BF-D593-16AE0840DD45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55007933-3CB8-80F3-DF86-731A32A81A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F7E2D25C-5FFC-3CD2-A98A-BC83C60A113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ED29AB5A-5CD9-C1B0-F954-6193DFAC718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4A5BD36A-3A54-8AC8-45B0-F8F7B834A9F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DF114554-C91E-A1E4-9542-667BF4EEDC8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766A2FBE-ACD0-A639-D313-3605B19D6D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83503C86-0C5A-B8D1-D5BE-D796CDF846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AA01B4B3-1DA1-9EC3-9040-E0A4D88AD7F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AB7E6BFF-FB98-F5A8-73B1-A71CBA9346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ABB21F8A-AC6A-FD67-A284-B9697A98AAE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03DB8464-113B-E363-A08C-9CEA024DD4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47CF018B-D489-8626-C338-7A10624C72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4CAF951E-52D4-3A9C-44E6-814A4461085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2A607001-F225-99A6-DFE6-AD357B3F56B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6D7A5F91-EE61-D552-3BF7-22510FDEAD5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D5B1E342-9457-E2E4-1129-9F1244262B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75FF10E5-99FF-FE07-9D3A-B415DE5AC8A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A9EB7B3E-8FFB-2B4C-6527-D9D91768982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F45CC29A-4D34-4C73-30E8-03BCC16A01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2639400C-865E-DB01-E796-5046483E77BA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616F53F5-74B3-3B58-0BC4-6E61FC21F4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FE18E943-DC61-44B2-2F5F-A752A263D4F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71CA247D-834E-BCEF-1853-1DCA0992D0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E01C3E3D-BE32-3272-81C0-0F952A7E32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004395A5-6094-9C5A-88FE-F643D248B4B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573A9591-01D1-6138-70A3-63EF6B042D0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AB339920-0E8C-3D2D-0FBE-073035833C7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86242D61-7B2C-EF38-BDA9-C5571971F3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A1947968-1F08-5D20-E2DF-72651A1752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EECA3102-8C5A-2D44-5C75-613931B637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933D947A-DE8F-6294-7687-6B6F600C573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AF668052-25D5-3D01-E6A7-227F53AED67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26E62677-B2EB-76FF-E90C-054C11F02A2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3E52DD17-4B80-C48E-35EB-D7AC06821E7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2E67A22C-EF6F-C0A5-BACC-3D5B1DF2B05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58A35D83-D7D2-48CE-E351-66298CE24E6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C148FB3F-45DD-1048-7A1E-C978075D80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DFB83844-8936-F981-E8D6-39FA1928DBA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E108D4C6-DB23-0C7E-8D2D-2C98A8729E1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B55041EE-1B55-F81D-31FB-B9B10EEBC883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C1CDE525-F69C-B659-29A3-B403495725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A130D7BC-EAEF-0A17-9460-F254C65DD69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0E5317A6-A10E-E16D-6100-6139351ED2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77A30C3E-A8EE-4061-158D-FA3EAB0EB44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504AF1FD-CBD2-1F48-410D-D81595FEE1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B0FD4DAD-B528-A511-5881-A1F6C60B67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26727306-4A41-6608-E2AE-A56D4453578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A0D8F304-984D-1BEB-B889-2C4DABF30D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524859EE-B5ED-644A-89C9-F788C2C548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D85BC3B5-6726-B270-73D1-99CABCD0AF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C29B173F-E1A5-887E-EE7E-E46D722E786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11987946-92DC-4058-8B4A-7FF022F5663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A51FC9C0-C35E-E50F-1F21-90CC956AE2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A5340612-3476-1617-B162-3F947640D4B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391FA90B-24E6-7D19-5684-EADC94406F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D81E0902-3691-98A8-C539-FCF188AF8F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47085C11-E2C7-1C44-A263-016E5E5524F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E9EFEAD9-5E99-507A-2FA8-7D53B63EE4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A2FEE6BD-E52D-BD33-0712-58CA2C1E83E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3BB8F8DC-D390-9AD1-F219-ED0116ECEF0A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A8D150B4-735D-7DEC-7134-17682584F52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F46B5A75-9B05-71A4-1CA1-D71DC1647D1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FBD404FC-F32F-568B-53FB-1B6C957A48C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923E0EB6-FCC4-49E9-61D2-933B4DF65B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447302C0-8994-2C06-AC47-012F8C72DC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B22FED1A-B438-BBE7-9BD0-F31C483B98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83ADB42F-D139-5A1B-4B05-E02A8A3605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F970AB74-B4E4-5095-5B52-FC4F5032BAB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F8A5B9D5-650E-77E7-79F8-14EA4C3AB39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DF910F7F-9C1B-AB8C-A9DA-045605CF3B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5EB72DEA-1E91-EA3C-EEA9-B294DCA5819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4049BA8C-33AF-0AF7-A59D-D6447604BEE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0A20730B-AFBB-0B7E-58BC-F0A13E6A77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96296046-4B82-4490-A375-2BEC89C186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1C629D8F-A4C9-7DEA-95C0-D9D1321EFF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7C5DCC49-888F-2C8F-ABC7-DF80B5F2D0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71B20756-9591-9AEA-B236-D0BA7E3709B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12029EB7-063E-5056-970C-0B406CC997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C14AD8DE-72B1-15A7-8F80-3F49718B08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11EE9377-3335-4245-483E-613F01733E4C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CDA91C07-AAB6-7506-1484-2FB8E435687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A5F1E4CD-1E5A-29A6-E89B-240899C273C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B2552814-9815-9A07-8521-F333C3FD902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9ABFAAEA-CFDE-FD8B-2C69-089023F1FF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538BE1D1-F88E-9AD0-FBE3-4EB2F1B752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04CF2B3C-20A2-0C69-01BA-B77D9ABAB5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F7425B5B-6DB0-A3BF-C8E2-D731B6509E2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440B24D2-6689-12C3-2D1B-9CF98435077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D1BC06E8-9CC2-9791-2618-B1A55B9F6F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2FAC1C67-7F1C-A331-C07E-ECDE3146448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2B960D7F-8E41-5BAA-68DB-00E7DC9894C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06D6229D-351C-0C76-88D8-582AD91B016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63CCD58B-0B78-85E2-242D-233DF923AE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A59E97AC-5AF8-8396-2827-1DD546913E1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1C33B137-94A0-1BE4-E007-583F256413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DB625B2E-41EE-7197-E82C-6A7A35F1C89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859843F5-EB21-6E45-979E-7D865F213A4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27107F82-979B-7AA8-EC61-CBDB78F9E04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3C897AC0-7E83-1FB9-CC24-1C32296B060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F8B235AB-E7DE-7B73-CA4E-8E75D4AC0588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9336AEA8-9CDE-3BCC-52F3-8AEC91769A9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8794AD02-A411-769D-B0FA-C41C5C79F6B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6FE42FD4-E997-2D6C-88A2-CAA91176F9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1F3D9C96-9019-B1B0-8AEA-E628912817C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767223A3-BAF5-0998-8539-C67FA0F1AF4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0857473C-3F69-C5F4-F3BA-8566D6B8B7F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74B5D61A-A232-69DC-C342-53BDCB78AAB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51673142-65D9-3513-5607-E5A27FFB48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FFE44006-ADAA-EDB3-1F09-BA2CFD2450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6E6C77DD-80BB-21B5-7984-822B045CA8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1A16E45A-4A50-8046-753F-DB92B8D613A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A88320A8-065E-4AD6-1CCB-9D66E4BA37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096902DE-E370-75A9-B051-7E2D7C885C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55FD1924-7091-8CAC-A047-41A2A064364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F9D00600-0BE2-FC1C-6631-8D02964D7E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CB6D0AC8-56DB-0D49-7876-14C0610577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1B832D16-A7FF-F1BA-3593-D9292CC9E96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543E1B4F-D155-83D0-8323-5D3ADF9AF4A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26765BE4-8429-3480-FD62-FC8F4A123B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E784DFC0-D683-A3FC-D3F6-8FB49622CE8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2EA18FE3-F47E-6D61-FB0B-A49370D5DA6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003209A0-3133-9A98-8567-225409FBE0A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0A8C4B89-24DC-D5A4-F351-34A8635FDF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FA10A0EE-B101-2437-A9DD-A3C09A28745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415E012C-92BE-192E-61E7-12695FF8DA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8E5BEFB4-3023-9BE2-80D9-25FDD2E3766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88AA2ABA-F57E-DAC0-EE63-76B1B2F6E6A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B9BF51A0-2FF0-15D9-E22E-6915D0AB04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D2EDDAAA-BD43-C5B8-9A9A-41370BDB7E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C6F347FB-5ADD-1341-E38D-1FA446B10C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28EC8316-43FB-919A-067A-8144961C2FE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59F74E26-CAF3-9793-24A3-66CB177C1AE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7758EA55-4C14-78B0-FC43-FD46CABFA6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9457CCC8-BFB5-1624-4EEE-74EEA0617EA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66A79B27-667A-7850-AE6D-0148388CC6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9E4695B5-D57E-A9C2-CE9C-258DCD7CAF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3ACCE3A3-2B18-2587-EC8B-0F0414950B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17EF4767-DBB4-93DB-CE46-DCF8EF9775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AF2F6080-B37E-EDDE-AEAA-D98C951C47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8770225D-BDE9-CED5-8DD3-E5E1C4FD3383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39062C1A-7270-1BF5-6BB6-35114E4A7C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970A7FCB-4E00-A879-D83C-1AC9545E644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F8617CFC-16E7-7585-A141-62AD0058E8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0B06CB65-8A1E-C383-8B0C-70023249D0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80AC4AD7-FEF6-94BA-4568-CD0B97D52C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33EC877B-B844-92A1-5D74-6CC7C790D8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0AEDF2A7-B3CF-6D58-833C-2E002349C2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54D17E14-9205-3CB2-A449-DBC9437959E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F05CAB10-3C23-C83B-E527-0EFEBAEE892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82464415-2BB9-3109-1322-C24CD4E298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F268CE5A-561F-FEBD-9E14-05FD6B44F42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C1C4C6E9-2741-FF5B-D974-C3A3F8FFEAF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0374D70A-3454-C274-DF3C-83446B700A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5C2E1CFB-B9DA-3816-F341-D5EF01F1F6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9CB9FEE9-D97B-6830-F9BF-673C098A0E5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76CFD69F-637F-E1D4-A60E-30CCCF91B49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730FC247-9937-7891-8102-4B281E60BBC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FE824054-0926-A266-3814-D48B80DD889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267A7137-B2F8-4097-A0C0-37F425DE567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E495440B-9628-E2A4-C623-313DEA663D11}"/>
              </a:ext>
            </a:extLst>
          </p:cNvPr>
          <p:cNvGrpSpPr/>
          <p:nvPr/>
        </p:nvGrpSpPr>
        <p:grpSpPr>
          <a:xfrm>
            <a:off x="-212272" y="744577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CB29350F-3C1F-502D-AE34-A2E9BE2E6109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983AE082-CD7A-EC07-9A76-F3CE7EB66BCA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D8066DB9-BF6B-307C-31D6-F4C70ECD41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8A2752A1-2D60-5E7E-5A07-C5CC065DD72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96A5F8BA-5142-13B3-87DE-CC354504472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C66F8C57-CB8A-58C3-4646-32E596290F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80C9194C-228D-15D9-F7A2-CEF8D675B01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97421F42-ED79-95F6-028F-E2D18B1D4CA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DA0FCC3C-4D9B-A64D-D820-F1F68024456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2B4AB3AC-1629-68F6-F813-8BAE99BD35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5057107C-8F75-0617-96DF-1DEF1032DCC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EF9F9EB8-287C-AF9D-9460-CCFAEE53F7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15606901-8E7D-6310-9841-F5479D79084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29C6FB2F-FAE3-4E6B-7786-F331DCA9F7E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114304EE-7F39-7F7E-3CAD-D679784022F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4B55D9D1-9C9B-4B68-C628-16C8B916988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B6258411-C061-F9A0-9ECD-F08FBB1051F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88EC9FFD-3B4D-1305-5117-4FC0AE8057B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EC4939C8-034A-6227-C50B-3D526CB178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3FD0F0F9-1CF8-CBAD-DDEE-0FD00AE79E6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60E008BB-0250-17ED-7974-661504EA634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31B7C4DF-CD29-CE56-5BDB-0E7F27A80174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B3D2EE76-E25C-08E0-C54E-F27CF1BF62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5DE8808D-5567-311D-BD63-5EBFFB67BC8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3507D687-E762-17DB-1170-ECE83A02799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A32F82EB-EA2A-DE66-61F0-7936FFF1FC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90D84287-9F6F-2326-A462-49BC79EF42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C12A404D-FA2B-1574-6B7A-7B547F8C0D4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AED0BB04-8301-7509-5A41-27E0C03C634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EF6FD8B0-D53F-84E4-EEFF-8983A2A7208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95788D01-B791-E0A6-2364-8C437B0DBD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2F28CE58-12F7-E53B-E89B-BBBDF9EDC8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BC303492-D3CD-1C0F-F37E-40173F1D00D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4636C7DC-313D-4101-A8F5-F84A266B0F2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219819EB-F898-530A-CB51-F7C28CDDA94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F6C2946D-BCC3-F380-DA9B-72FDAB89A4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5A508F54-D5C2-544A-8279-AB260E59E77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2757529A-8A30-E50F-B1D8-755F0C807D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25037A29-DDE4-6933-75C9-5126B6DF62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2FE08B7E-FFF8-FFA4-5AEB-151CD0066E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4BFADBE4-E192-3280-A917-6741CF63C2D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770D4196-27E0-409A-4919-539840A2B66F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7137111D-3C21-9EE2-6D60-FD5B2EE6910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B83D2F90-A94E-AFA5-B1D6-7BBA32F45E5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70DE62FD-AEDB-992A-912E-996C3236975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9F4548F6-9C33-98F3-F421-F92BB01A564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87D4E682-A444-240E-54F8-A01C55829F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8F0E32C6-4ED9-4FE5-AE32-C34F28C0BC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01008E2F-12F7-EEA0-5001-0D605CF5166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D239827B-B36E-86D3-9229-3C0EC5D0FA0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3D4E5E68-AA74-B591-3C10-19AE2EAF8E5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20E8EC4C-902B-FDB7-47E3-2C4B2B851C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AF9C3DE6-51FA-A492-9D23-8571D612383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3DE69B17-CE58-71FB-141E-AE04D76C10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FECA30B5-C595-5BA1-A2F3-C83E684A444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5FE53B67-78C8-0E1D-64AB-11DF98D0C6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DF821ED3-7BF7-BC62-CC7F-E0D0277762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4DC0998B-D679-A56D-6FB6-DF9E1C416A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D9A10971-30AD-CEA5-53CA-37B7DC19456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4A42773A-37F9-C7E1-BCE6-C10FB2292F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0645D2B5-A740-1B6C-F553-0946377621E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727EB7F2-017A-0746-8CA1-E83EA3065289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EC2AAC2C-0308-AFB2-FF83-10DB7B2B2C5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056E3976-2566-8E74-258D-BBD31D2F184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007B127E-F618-1DAF-8A25-07EB0DE4A0F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A4C85A89-6E1C-915E-637D-D6CD5E84C63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A273DDFF-91AC-8C2C-F480-625D241E86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5084CE7A-92F0-E90E-FE05-078D5C0EC82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0EC24ECF-373B-9160-7DD2-EDF0541EB4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544A173E-5D6C-459E-FE4F-E819DB546B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3FF9A0C0-56C5-3B70-E438-7088F19764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479BE84C-2053-ABF2-C014-A9D5167EBD7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99D13E0D-29F2-A3C6-365D-AB56009B21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B5496C85-D3B8-1EB0-1EA2-CB29F83DC7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A0FB6A23-784B-ADB1-5335-050EE8118C2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05E8C1AE-5FBC-FD20-A150-8EA7423ED20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7EAAECC4-0FF8-ABE7-7FFB-E32A19308E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4607C70F-8CCC-B5FE-68D6-1B6D90D28C2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66396C46-82A4-4EE9-C9C3-BC756129DE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E7E84EB7-1DD5-7375-42ED-DD0A74459D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88283490-4DA0-96F5-B1C4-51EA5B321C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6BA0BA1D-BC9B-B7D3-3FA7-909E1421EB8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3864F656-5BDC-5E27-0B6F-F671A10EA8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4E159941-2980-82C4-73D6-12DAA76733C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5D2569F2-FBAF-3AC4-E98E-C8749E984F2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5A345DB4-B7AD-224C-D472-21792BF266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75F3CB94-EA94-CB3D-0507-A37D9CD4A6B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C4DAE969-2CDA-29E1-E583-B2038B73E59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560EF945-7FC9-7BBF-7F4D-437F173696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41D24097-6F1C-667A-FDE5-EA0B3B0B802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2A256F47-2A9E-D9DE-9881-A58DD42A9B4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F02A1F50-9F40-44F0-15EF-31A27FEBAFA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4BBFA183-F59B-F858-4433-F873798BA7C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51C24299-E6E8-8AAA-E89B-A407787B53B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45104D34-BD25-B5D4-1DAB-D94774FA3F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FFA7DCD0-0488-617A-195F-BBB0E72B7C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B10B062A-DA20-F123-F315-5503B2B6BA6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0724948C-F315-7EB6-48F1-4D9BF9DAE84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DB8114B3-1882-EEC2-DF9B-E4736FCCB47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AD3FDD28-B789-B9C8-B84D-418AA3DBE6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45A4CF2D-C619-ED48-30A4-34BA817BA3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16E7311D-3F52-0967-40D3-8C3CF0601559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71DB787D-9DFE-F59A-7E27-414AE2B791E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BF75C20F-5C82-1505-E429-00D2BDF18FE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2E0F6273-74C1-CDD7-7822-A0F52C126D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FB53356F-D98F-1137-A122-D4869E1D6B8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D1B0C296-DD68-7482-BF75-CCA8AB2EB3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EC092C15-E490-DFDC-69EE-7AB9A9C567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A963B03A-BEFB-6408-CCE1-A57BC540364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2AE5E4B0-892E-1576-5CE7-46AEA781F44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A5C1D491-29E2-90FB-C324-17B258E21D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6A091216-3092-003F-1B4F-2730CB5DE90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DAED956A-25D3-955F-FFD5-FC65828C3D4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3C602BE7-17C2-0A2B-190F-61F7D147F59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A53F7FB9-4B81-30B2-62C6-337ED92724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579F1CB9-0A10-CE24-4CC6-8F78669CA1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DA47ABF0-4A8D-B23A-9726-B49FD35896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AE74654B-0AC0-3E4D-FDB6-70D20BA478A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39A06866-59EE-374D-5C1F-8EB901EBC78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B19D9B10-14A6-86D5-184A-589BDC3FF85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28B0AD2F-4454-40E5-A9FB-D4152F786D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909B15D4-118B-6983-E4ED-434E5DCC6C61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950489F0-C223-D448-0D84-8A5AE1C8B2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87C2F6EF-AF70-03D3-ED44-772B3631B79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035FFC1C-2C7A-A0D5-16FE-58501BC45DD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CF7372D0-C50D-BEE5-2BA4-9A63DE5A8B0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753022CF-8A15-2FEB-7F24-61BDD997951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CAF8A53F-CBC9-CB22-0A25-01E18DBB531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4C059007-3DB7-006E-8069-5AD8381BD1D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9ABCA2B4-2D7D-6D3D-1D1C-00CA606B21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09553E68-8586-FCB0-6BAA-F9132999A8D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3E6924BE-1FC9-4EDB-685A-477B3D0C306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0F6EF6E1-4849-A096-33F6-FBE58345102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92C0CEC3-EAC3-368A-E743-A7C6CE36CE2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B8C8F159-3CF9-559D-52C9-2BFCF725273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63374E15-BF0A-E4AF-2B62-B9E9DCD42F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BF5FCA35-2950-1425-BA94-3CC1F01EA61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6E36FDBD-E6B4-50F2-9139-FA66F494E7C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39F15053-9878-0276-410C-D73EEEC051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9F8E7DBF-3B64-32AD-CCE7-B9566F0D103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052A9827-436C-72E3-0A9C-C25BFE8461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D89D77C5-D510-6906-C663-3A46E7AD8988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8BA7F50C-A412-BF9D-53B5-0EDECCB0D35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1EC63B78-9E9D-FDAA-C15B-D144F657EAA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57E87FA0-66CA-959A-41F2-7DA3EFE9734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B0D2529C-069B-B4FB-FF1B-CD2A475DAA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BF346A8B-E31B-2805-D620-9714A3A887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CA4A322B-18F1-433E-B124-0501352F427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9B5F4BA2-C1B1-F12C-98C3-652016CDF0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555A3801-DB76-DAB4-74FC-90C386CF76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74B2093D-ACB8-D60B-531C-0BE94A767BC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C11E09AD-8EDC-E72E-39B2-6C916F82A2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C1A4F8AE-E816-6563-6C88-71D477DEF27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FD7083DD-58DF-0DA8-CB74-A9749E90B9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D331C4C2-76A6-DA71-D993-FBB0ADA705C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F9A428F6-096C-6FBC-54A2-C4008DEE8A2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45EB712A-1EB3-288E-EB6B-EE88D343193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97413F62-40E3-A5D7-7DAF-3FCB44888A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A1508798-3948-48E3-D135-84FB2FCC10E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472425D4-72D1-DB8B-F53E-19BFD83496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18971BBB-F8E8-CB82-C9BD-BD455FE1B4A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FD309308-ACBE-9013-C141-C2D9CEC41A22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FFD9DF31-B096-C706-ABDC-75FFD9ABFE4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80A80122-B92E-E765-5281-6617558DC4A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65B321E6-ED87-6F74-4CD1-56FD5820686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30E68CC5-0248-8C8C-1522-FA7742B35D4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67FD21D0-A153-1ABE-2276-BD7381FF52E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EA01B60B-061F-4376-3EF1-CC02B498906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90136AA3-7211-9F7E-EB04-F71C420CDB5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11F68254-AFA2-0BAC-67DA-2B0A2C6AB4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6DD7DD0E-385D-52E0-7BAA-C77ACDB334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386B974B-8C36-9FDF-BBC6-9919CA125C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3F29FDD9-49DD-D2DA-C1D0-53B318B622C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71B05CD5-86F1-E718-6871-65EC8824295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423474F1-4E7A-15B1-3054-5E41778948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5690C1FD-33C5-3152-8437-3752B30D98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539D0D98-1F67-42A1-947C-4DF849BD1D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29B21214-B5F3-232A-64E7-282B70AAE43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F9046444-3A76-F41C-E8D8-0907EC80AC0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598F4B88-A925-C44C-F97F-BE86F79815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50CC1D97-333D-0785-E7D2-E6FF693353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C1DE3F6D-1B1A-BC36-ACE9-0C15318B3D04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BC2F8CDA-B122-70C8-E3E3-2786E8AF71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62A7C307-577B-AF1F-8A44-CA4943128A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650465AE-7EE5-2246-F7B8-FA3418334B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E1A1F9D4-D678-5DB2-EA27-570EC13A98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9D9D014C-FD1E-1D92-D3C4-4F635BC321C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E5443D2B-5A63-977C-1B9D-3C6E8B8E53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97BF60A2-4F2F-2BAB-A4D8-23A0241E509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77FDA745-71FF-201B-6FD3-D31DAB4783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6FD0CD66-9C6A-8ED7-3F9E-67A5025F75A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C6368998-7640-3406-80D9-34C0BA07BC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79B135FD-933F-D3EF-E7FC-5F412F512F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4CEE23FF-C6ED-5C2A-7112-EB372C0171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6D37DE61-4C03-F5CF-E14B-3E3EA102510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3817BE3A-7389-A79D-CB0C-C2FB35D3150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F8D188D2-053C-BD33-6808-FAE08B156D3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63EF5E11-6F96-9599-08FA-38512B8DD46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4370D524-F118-474C-8732-B0ABCD4C6B3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3B8DB02F-89EC-87A9-EAF2-714EE47393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8330FCB2-E398-554D-09F8-E5401320079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828558E9-8366-4277-E4D4-D42BB55C3160}"/>
              </a:ext>
            </a:extLst>
          </p:cNvPr>
          <p:cNvGrpSpPr/>
          <p:nvPr/>
        </p:nvGrpSpPr>
        <p:grpSpPr>
          <a:xfrm>
            <a:off x="-278947" y="668377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BB42BA0E-2D73-70BE-47D0-32C2B7826D05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54219A93-6368-CAA2-4F9C-81807226A80F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A67A166E-6C08-D4CD-D851-09288332006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9DD2666A-D2D2-B12A-DF09-33B2EEC2619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BC492810-4F0C-92DE-C29C-873137E7FC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BBE43C80-97D0-4FC2-C193-71EACEDB0E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6F88AE89-1DC1-CB69-BECD-12D3D4176C0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26E49922-2233-F638-9A50-A9C13FE006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B024394C-BAA3-B688-B2D3-5B55852525F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51894894-D7BE-99E4-6174-41A6D49A40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06A25729-1AFB-3934-4020-B1941E79CB3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480C85E0-4030-FEBE-78AB-FEECF701A6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AA887804-8075-0FB0-27C1-0292CF5B945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8BC32693-505C-0B1D-7509-7BF35E76A1A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90C4B1B9-D6D0-7B84-55E0-307C3E1FB92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09F73530-11D8-BE46-6664-E3C9B2B1107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43D13108-0D78-90AF-0B59-8C80241D884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36069DF0-6ED6-0694-F553-25DF19B840C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CAAE19ED-A61C-DCED-C3CC-6D6F0157C6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13173855-EB59-E232-07C1-4DD58CBB660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7CB5F5BA-FDF8-AD91-1F1F-51FC373699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05E4503C-A525-F9B5-5283-EB4D1AB65287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44A9A73B-680F-2572-52CF-4DD28678181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3F882A50-22FB-E1E0-3874-B7B763AD9A7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9969C80D-361D-3F8E-3E43-9FE54A3E7EC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5E39B88F-AE15-72BE-BEB6-DF336DE10CA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A658DA52-44F8-F6AE-D821-52AED0526B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0038D4C2-1924-E9CD-EF81-BAF1161C3A8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767757C4-863D-E682-B787-D2B9104300D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5AA8F420-BF2F-EE5D-A33A-01A04A6826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871FF4FB-E4B7-1B03-25CE-C2ACD6E9D64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34FA0C0F-2214-A67E-9A3B-C952776B6C7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E59FC111-7C76-4D8A-1CAD-4A48A9AAF50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BEB36BE5-7290-9C1F-4B66-3AD6DAAB661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55211ABE-7071-E6CC-F399-62BF9287319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1BF15637-1946-B35F-AE92-D926CC044A2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5781EA60-7B31-8360-40A4-BAB4DE6336C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E2AD1D3A-A3C7-0275-3632-BEFE2AC999C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4838DE5E-11DF-3C09-07F9-EAF5677A1E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2E0EBF61-FC09-4C00-ED83-E4CB3D62E7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E6235534-D87F-3FC8-2672-912B35BF1D1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94168385-4A5D-5D12-714D-76BB953B3331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80912CA9-E667-E99F-3D23-13F19131142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0B581FCA-663F-B413-AD14-85278542146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8AF1735B-386D-BF63-8E9D-633A24A4C60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973321C8-21FC-FA6F-4FE4-E10E4A9E9CD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326F84ED-A1D4-CA18-00B7-C9268CFC65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DBB9DCE0-2C6C-477E-E779-E54A03C3D1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B210AE5E-24F4-2CFB-9EE1-0DD959FB7C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BFC62131-2F34-33B1-52D8-4FA3C4EA759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694ACB1A-5EEF-E59A-AE01-4F19BA4D734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A6BCFDC6-A2A3-95D7-BF92-F942FED4AFC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7B811B24-8318-DF23-63C3-21D53C2AA10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67A5C2E2-2361-C570-2BC6-28926BE51E7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F04624CC-563A-0548-A469-B048D899D4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78EA4B9A-6884-A3FF-CDA1-68C84833FCB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5E5D9AAF-759D-8708-A8D1-A6D69B59181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0D9A7F3D-04FF-4D41-F254-7B4CFD51364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5517F7BA-2763-3095-3473-3F5EE9ED8C7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6511919D-1756-EE6E-74C2-ED8768D4F1D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D0A57E5D-BF1C-0228-70D5-7E41A965CF5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729E8B0F-9A6B-AD71-F764-F539D32B1552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3FCDAB70-D0FF-9A7F-9E5E-7105216DBEE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DA7B1CAC-C2BE-96DC-61A7-F48CA82AB55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112E771D-6945-A32D-109B-15860DA3469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5950DFEC-E2FC-CADD-1EB7-752B2A64439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08DE5D3F-DC03-EBC2-A36D-5403B18EDC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69963887-884E-44F4-5B03-F5A77FACEC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7F12B740-0388-111C-D81E-B5F342D28B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EAFAA02D-CEA1-5C67-5581-AD2B96AAE94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4C9D0B1B-30C4-A473-CE30-782637BD67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246E9430-F636-BEA0-4C0A-0E525982E58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7372ACBC-DC38-9949-CD28-6E6D2A9EFF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9AAAFF37-D88B-A3EF-06E7-04374D4EEE7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FFBB5E1F-2F5A-992B-596E-88A76103A8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B5F13A68-00EC-6423-E7CB-2A6259353B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77668513-01B0-AAD1-C721-2D7436D80D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0B8DABFA-1D5C-5771-264C-E0397969FBD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034A9D35-4961-7DC6-80D4-FECBC4E0D1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142DA324-07F4-0ADD-57F5-901A913638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6D480DEB-CEC9-A764-4325-71C656769B2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92149025-1B53-9D93-5349-359483C4E415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26E6A2AB-B997-A538-BB3C-7188DDD8B94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A62EDF48-9E75-72A1-9B9D-D9A49AECD2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DBEA5E19-7A20-7751-7FEC-FD22900A92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37997716-6678-5552-74CD-505CDADDBC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2DC5328A-2CC0-597D-F29F-AEB71D0315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1DB6C7F8-80EE-8C1A-82EC-65ED379525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54271028-68A8-42F0-07B9-5308F531477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9DA67FA4-8AFD-994D-4980-FD411016A4A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31C35B0B-46B0-E15F-5D45-54246FDA4EC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1E1E297B-7A05-53E6-BF24-CEDC36B9EAE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B3B9E9A9-54D3-4BD7-EFDE-8D85072CFD0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FF8B11C9-A833-7700-D16A-41FA688CAD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61E6C11A-29FC-7E85-949F-E26E089DBE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45AAAD76-D935-8502-4831-C8BEA9218D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215E0FD4-3BCF-FCB3-C71D-572CB342A11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F6D2B5CC-8F3E-7D40-3AA5-B08F2DCD3FD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6E31F454-3091-8B24-6FF9-9FCDAAE9205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8A6780D5-E95D-E40E-71C0-5B750E308B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AC0DA8D6-9F3A-E98E-8403-1EBAA1F181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B0D92878-AB2A-6915-EDEE-E852313A0D29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EE85A514-CE66-D614-EE65-FFAF0957406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5C9028D6-F78F-811A-F34C-AA8CA1C5FB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6A9B40BE-14C5-1CD0-C2EE-837E2C928A2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113AB839-B69C-3F07-D3ED-793F7CABF8C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AE0596E8-507E-B50F-105A-E7ED81E599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85E4CB08-ED28-72F8-8A32-04CB61170B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8A08A614-B4BE-4CE0-1D88-32AC135E30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368D3B4D-A019-16F4-8EB1-A864DD841BB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419EDBC8-CFD9-94D4-150C-F71A7F9991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DD5E59E1-C9D4-0970-5208-400F771658E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8328DDF4-CBB4-A437-9642-DE666AAEE92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298DF737-2293-0905-62E0-49A1033081C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095DD64F-BFB1-5E67-B8B5-EEE134BE33E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F54932B8-B0DF-A2CE-E5F0-E87D7EBC2C4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B18DFD01-65E3-7233-C778-B9BBBDE0A2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72C6DF38-788C-D444-7E33-3823BC1963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60289784-8880-CB37-C5C8-4E99379578A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2AD69BA9-39E6-7874-22CB-B968220080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DC492CD9-CC55-14E9-57F5-A43CA9A7A4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8A5DFB48-A847-D64D-36CF-03D3D492CAD0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EEBCE266-C995-BB0B-F85B-8437EC0B50F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E124A51A-554E-D9CB-8941-C1C84187399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DEFED19F-6D2D-C9C8-06C5-A3D16B0CE70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0DD4D230-760B-4A7C-CF5D-963595ACF36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361F597C-BEAA-2910-C48A-57492203D27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E6317226-37C7-353B-7AA5-A1D323B710D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DC9FB639-FA81-FDD6-F91B-F79D56A0779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B05080FB-7EB8-7725-18FD-A9B5D5E798A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4FC29EEF-2CAC-0E00-53E9-39E2A8B653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286048EF-05B3-2D3D-07C6-8707E45C00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AC861D02-7B37-54F5-8A83-DEF49829445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174CA93A-4B66-977D-945B-6776A10315A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FAA2AAE2-D952-1582-8C3D-003724FC46C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DA493AD6-08EA-79AA-C4DF-749511947EB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F7B1FB35-90AD-98AB-71EC-50CF5D2550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CF428F19-F640-45C4-7F9D-0BD5397EAD4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2B7725F7-73E9-BD83-D1AE-13985B99C1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855BE42F-484F-5746-1A95-699CBA1F7C9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48CF7C17-06AF-F396-C325-F9CFD4EA402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396C02D8-E54F-2684-1AC8-16E9884E8482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196D94EF-1650-07D3-4982-0522C4CB4F1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C6CF3D26-8299-7C69-A75B-7F28D2417AC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14640D5A-4AA9-49CA-5E43-316BD7F994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5DE899BF-51D0-DDA6-0451-43BB5A72980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E54CE55E-1EFF-6765-140A-850C121AB2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70B7B92D-4643-7D96-7A51-EA3AD39DA2B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972C4D82-EA10-3A26-2A8A-D265715FB15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6F9D1595-A093-41E0-7AD7-9E942B1180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13C8AE5A-F697-F69E-C465-9AA2E4CF872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F82D05C0-C8E2-C929-BDA0-0CFE6E10FF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42534FF8-743A-C9E9-567A-547232C51C6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1CE1A90E-72C6-E18B-5D65-D3AFC51DA0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64091C8D-1BE2-4F0A-F39E-F57B02CAE08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D248C705-8A49-2286-C0BD-813B8CC139B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BFD4D4DD-CF2F-FA5D-97BC-E0102BF9266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F5CEB1A4-D634-9BD1-6633-BE0D1C654EF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6EC53EB9-1BD0-DCC5-E10C-27B5F422DB9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9EA3B1F6-5B37-C57E-CCE6-8F42A3F70D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92DFC21B-7379-8BE2-4F6E-2D5651D390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2D881268-1A03-26FA-5335-27CEEAE0F8A9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0D3F0BD3-B860-AA14-738B-8278B604E02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FF27B4BD-2681-46F7-96FC-3D21EF684A3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69FD7865-8F06-626B-D769-15B0BBC3A4D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49B49111-2ECE-FDCD-D462-82AF79ABC48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075A7712-25D9-7E58-9CA2-BE7B3403370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18CCED18-BA9B-42C2-CE09-8B147D8521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1C4DEB10-3485-E8B7-3AF7-290B64F05C0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669890F6-40B3-AC61-FBA2-A66D5C89F87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8707BE9B-0B45-F452-8A8A-30F57D6A5A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D6DD5B83-9971-D56E-DC40-65134711D4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6505B598-C421-6F42-5755-A5A4FFF3330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1F980281-41A8-2EBA-541F-57ECAA5E84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479EB63E-CE95-FF79-C915-304475E6AD0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4AA17CFD-03B0-DD2C-0E9D-E31DACED6AE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F45868D9-E591-4989-4E2F-09F56F81E89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E685ABF9-1558-D986-95CF-9A465959AF7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696A89D1-1CAF-F4A6-665A-6EDAA8491A1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CC326657-AE18-63E8-1117-4D346F471C5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71B9841D-DDDB-D460-440D-EAFE7D351F6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57930469-2E6E-5DB2-F8ED-089639D27BE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B11226D7-AA84-2B3A-8CBF-CFFA8DE431B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1D4BFED0-0E0A-CA87-AD4F-6E88D8464BB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416EFD7B-E4C6-A03A-1C88-F33D2DF288B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028AC93F-E402-54B7-5177-A36D553E00F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2C537BBB-9407-D364-BF70-4AC874460B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D1A4C02A-FC2D-4C21-C2E6-E8FDEEE6528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2B7022CD-2844-B28C-1D6B-DB4B541320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25474D06-3B98-CFC3-0336-1EEAB554F2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1103BA5A-A4C0-880C-5ED7-44E434E1A8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C0D7329D-40D0-5C29-E739-A68999E80FA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5C1F0F75-E901-EB61-A8BF-2684F93C0E1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688AB870-23C0-72F4-E29F-FF1C63BB8A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0D8053B6-E5AA-9F02-23EC-2BA4C5F9BA3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1A5E42F6-1063-4047-13B9-D3DFC052CB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4F0DA763-1718-2F17-E23F-6DA52EADA73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1F8FC3C1-4E8E-46C9-3584-37F7E4C0BD2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BBC1B63B-8A61-06E3-2360-A64037AB93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8ED4D720-6629-A414-FD3F-51067FD54A7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6E473F6A-81E0-755A-666A-69B8AA90564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B6C9A757-AB97-EF16-47F1-C710BA5F8BE0}"/>
              </a:ext>
            </a:extLst>
          </p:cNvPr>
          <p:cNvGrpSpPr/>
          <p:nvPr/>
        </p:nvGrpSpPr>
        <p:grpSpPr>
          <a:xfrm>
            <a:off x="-345622" y="592177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2524D3B7-5784-E06F-5A47-ED7DB7740E87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8AE778A0-4D61-1546-F926-963ED31EBDA6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BB5F5A17-19B5-0DE9-02E2-F42C2B4535D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63F74821-0562-14FD-D41E-0F72C74833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F3AE5046-A2C1-2BD3-A570-BCFDE1D073A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5993B553-6A95-1BA0-2786-6C2E52985D5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7C9A7AE0-0DB6-AE4A-7EE1-45D09040264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37F43A63-D028-88EA-32DF-63EFC516BCE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F736AA6B-14B4-AABF-13CC-34DD5BD05F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18337B35-FB52-52F6-CC1E-815AF8B2DF5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BE3F99CB-F545-1C2D-6066-172B866169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575D8F48-C55F-6CEA-0034-99543D175C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7CFC4978-5663-D433-7969-2C056042605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38094AD4-5ACE-B532-1577-26EFBCE67F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672978D0-FCA7-DA11-71ED-0F1A7EBDF2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B74D2970-3A85-03DC-24D4-D8A2F60B25D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401A417F-AF5E-9B20-1CBA-349E2EE4DE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EC434A9E-F414-FA54-735B-1AFF010388A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8712B8AD-960E-68E6-58E8-234D2644E9C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58AFC383-C43B-B6D0-6388-FCD676E461E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C137C95B-C30C-A090-3EF9-2C2D00FDBEF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DAB7258D-5DC9-1A79-E35A-1C371CA21057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73DC0F96-8884-23E3-5757-C3031489887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8AC780BB-95F7-9F43-949E-721744F72CE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4A705CFF-DA2F-46D6-4B99-3AB9106B561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EAA19CF3-6066-6B52-DE65-B0968321DED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8A02BAFD-45D1-4DE6-CFEF-9B4FCE2A82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80746421-9F6E-2D36-7094-EE24D4CF4D7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12A70339-AD9A-6BE1-D681-690759EC2C3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D1CC7DE4-FD44-FC44-B561-2B014E0754C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3BF38C02-4511-7775-55FB-768BEAA515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411DC091-9C1B-4B4A-5991-AD9B4AE422A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17163CD3-206C-710A-C15D-6FB26377B09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6786C61A-BD00-629A-11BF-EE726FCAFEE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9BD58FA3-B9BB-4070-81A1-E42B57824E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D924D6F0-14ED-07A7-D36C-05BC5EFD639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F25BF1F5-324F-F1D6-C180-FC1BD65EB8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5E242AC1-ADA1-7656-49BC-B5A78CCA811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911A8750-6CF6-5098-9579-739BDF7742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D69A0CE8-5B7D-2C1E-1999-8EC4A551D22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D961B61C-CAD9-3CA0-BE53-B7FC4B13BBA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BFE46B84-2B11-1545-5FF4-E68923D42873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B7C5A016-38CE-52DF-A544-3906F386802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12AA27D6-244A-A0B4-6DF4-EAAD7CED4FA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91C2D500-1769-844A-E5BB-DAA228DEB47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DBE5EE5B-2E0C-E7A4-F8C1-157DA97632C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F9A5CF13-1BC4-0641-769E-6E8393573C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3A98D0C7-9AD5-B144-6F22-C7B737F322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5C41FB95-B77F-FAF2-30D1-D1EE49EC20D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82ABF176-837C-8BAD-EE5D-C18466061E3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D736FCE2-E528-9986-9238-37E1A7E6E7E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D7B4FB3B-C9CB-31F7-46F8-D1F2261B43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300FCFE2-1CAC-411B-EE66-2C5CFC63E0B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836D9043-B654-B8AB-35EE-B061E59673B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D0E71B46-1C6F-D183-5E48-120E16B390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54E865FB-5B4B-8648-B9A1-567DDDF1EB1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B26F9C2D-433E-7AF1-47D6-55DEF7466A3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785DECAC-64CB-9CAB-C185-7118F8B9AB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6E77EF73-BADF-BDFE-44DF-9DC4CD244C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DF93560A-34BA-0DFA-E6C8-09E5AF1102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58EBC9E0-BF15-C79D-883B-9FE32F47771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00A239AD-37CB-0941-D138-A4FE94F26A78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159BFDFC-DB85-569E-C6A2-6246866C4A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F0E9DB84-A46E-947A-3954-8F179C0DD2E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42DBAF7D-86E9-C51E-2556-7670BD7314E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FB37C727-C446-0B9B-4D6E-D012590CCBA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D01C4D8E-967D-66FF-4819-7A2FC91A8A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B05DCCCD-3242-9437-E61E-BD691E90E08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4187D6AA-80B9-2F44-6DA1-01F06B0E8E2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046E2940-5A73-2FC5-A5E5-B78F619A84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6431522D-0F02-3749-BB65-4BA500C5F9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52B60DB9-373D-81E9-ABF6-D14BAFEB0C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C77C5C2A-CA19-68D8-F977-E92B4DC8BC7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DA55273B-897B-A202-0C65-2EA1BBFED9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D4E877FB-B66A-7A0C-F462-C291217BE92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BC83246C-15B3-85C2-CCEC-5F408C7D08C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91669E5A-3557-C30C-6091-3C9D0C31B6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890A6BB2-2538-6957-F6D1-18F8BB5926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84CBC49F-21EC-A120-5B72-0878A50AA69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0566DB9F-46FE-6786-7BAC-DD48325A732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B72A8E74-00B3-FF0B-D62B-E3B89F9CF7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DC30F81F-4B6D-E3C1-C39F-B551067B2BC6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D272BAE9-3B3C-5303-5D82-E4EA43D6E06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ECB69C82-5277-65C5-63D1-54485CF9584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16C9B8CB-F7BD-1C29-B033-99A94A69D0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C20044C9-B72C-A459-5271-4F9FC29975B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CE9B8371-6263-6EDB-DBA5-04B2BF5A8F0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04933A76-4C8C-D988-9791-F48CECE86F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9D5F3864-C236-9701-C543-4509477927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703DA110-C6EB-D729-F9CF-DB16D0A1AB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E4977F0A-4985-B857-6C03-0D0712B9039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BECC531A-D431-904A-7AFB-268A5D7EE16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2019D071-4190-C1C4-93A6-87E39213C95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49E99AAC-532B-579A-F9A2-3B1713CE0E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15B8F8A6-4685-8E2F-6193-6245A63B1A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17D49FCA-EB46-FB4C-D4F1-DF56A07EC3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708BFF7B-7E40-10C9-A3EE-3919D65A11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2E4E170A-893E-C8A0-97F9-6E05E1E3D8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4077DC6D-4AF8-664C-E2CE-639C9D8941C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15F6A10C-83A5-B8F2-7736-405C9D4A59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5417A622-9E6B-2142-FB92-476DA63148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C2AB7426-FBAD-D623-0377-46D7F13CA420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FA0E1216-7A47-238B-86CD-56342BC50EA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43EF540E-2193-106E-16B6-484F4CFAB34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A64E274E-2481-4912-8CC1-98B3EE637DE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8B845995-D515-695E-7C01-3F006F829F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4A15EA5F-ADB2-8603-E96D-3C8F259026C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544F4AC0-8224-3539-5FA3-35AF07B4E1E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B832CEFC-E8B8-A757-6A00-1D3D9A8D860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E4BA6AA2-D91C-D8B6-755E-B47145A56C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9AD19957-F80B-9E3D-9204-020A3104EC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8CB2B1CC-272C-8229-87B3-1662BA8ECA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8E8ECC95-2A25-6024-9510-211C74BFBAE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289B53EC-5ADE-86EB-D04A-55315FA6DBC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5F07AA9D-9F93-4C96-4B4D-BE7C41263AD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2D8D2A7B-16BF-51D2-3C18-19453C91CA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3DFBA3E1-DE1A-53FC-F683-2927AF24227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1D182015-3124-2F24-2C04-0FDBFF00FA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3BF50729-39BF-F0D1-9D18-2EE56C0DEF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3B62D9F6-37B4-C78B-4887-968D60860B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D6D4BDD5-2061-B51F-2E80-D110BDB5AEB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2AEC9E68-87D2-4CCA-8371-DFC934DA6993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1E1D2B5D-3A4F-A4E8-5DC1-56A8E17FB40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442BF33E-2C9E-65E8-09EC-11B8F9F6C5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428F8FFC-1154-15C1-5546-2B36772697F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B3C00AD2-3B86-672B-BA07-EEA1AC6C38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FDF1F8C6-2676-9875-5193-B2CA5ADB71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372C4CBA-DD4E-438F-B29A-26A00A9CC1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08F0E5C1-9251-64DE-F376-79A2958ED7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3E3F15EE-92C3-5356-22B9-31B263B6817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FD6C09F3-EAA6-C1F6-34AB-D38D467C685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678C91A4-3252-307B-8BF0-C18355FE555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60CEE1C6-7D1E-2AE9-1372-0A9358F44C2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A2E12B61-52C1-F1F9-3805-F99B375FC0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0E07D660-EDB4-6AAC-8F6C-64AAC48A40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49284483-1EFD-9973-842B-AF0AA8C427E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E0550B6F-533B-4B35-C302-93834609074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C2BAF5F2-37F4-B53F-3527-7625F87868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B33766A3-7FB0-FF74-2C56-0BF2B0AF6A7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E23914A3-D731-6A9E-1FE1-8505BBA0587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8A9E2764-61CA-B391-C31C-DAD0942303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BE761333-C74A-8F60-04A9-793BA3292043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7EEE08B8-BBA2-631F-C8BE-3DE42C2138D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14BDD928-E56F-06B6-1B94-9D383A45F42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F64A59FF-6438-5575-6AC7-74336312E8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8B20E2AC-AD4C-8C97-19F8-31F18AC426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2BBF4991-A5D0-BE53-5373-53749DBD840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82891F07-2641-B53A-0AC3-0FF1A06CA5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6B5B6199-C70E-AA78-5A52-55504093DCA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177FAE65-8937-466A-AA1C-95A03DDDF84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0182B077-EC76-A9CB-326D-9EAD42CCEF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0A9105E7-7909-4885-A6AB-8D5EFF929E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C470AE0D-504C-1E97-BF9A-AE0F78F283C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5DF72695-C206-F70F-5CD0-E7AED4D766C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153E00BE-676D-506B-DBDE-16497E40867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33C80136-4481-266E-1A8D-95F124C18DB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07F13D74-0D5C-3F82-1344-00E31323305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16CC4663-B0B2-0F3F-6C1A-DA8AC0D8ECE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D84DEA20-97CD-C73E-8308-AB1165188D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9A0CB2D1-507A-80F4-A527-22F3BDADE77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242011EC-7C1D-E03E-7DE0-183C0CC6AA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42907CE8-1C61-362F-457A-C83B8D4F43FF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221F8304-E0B9-A2A9-1C41-A05AF04F1E0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D9961949-135F-2D4C-1260-B2FA4CE835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3D023D2A-308A-9A09-E274-ED8991CA9EB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C1AA222C-2E6E-0B3E-BD67-D02C21DA799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6112FB04-8483-EE8A-CE6D-8FA16C5A786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B3850082-AF9E-05C1-845A-B04C6AB9F97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F4053ED5-2150-D7F5-4745-B78A6BD6D4A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7531A1F8-BBFB-D9FC-3953-FFAC7D48A2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20B89AA7-ABDA-63B9-1DC2-952C5C2F787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023E08ED-9FF2-9063-9323-0D6476D4EE8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7229F986-53F6-327E-F56B-77F1DFF0C0E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41CDF987-4987-6868-83ED-8055553A867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4F68E0BC-D997-AE35-2F6D-377B5FA05A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13959B59-4C3C-F62F-9039-B088C47C2C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4EC8D700-971C-29A7-C213-9B3861668BE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4715278C-8BC3-017E-1442-69034BE650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CF25AB01-B550-5CE6-3D0F-29457326FC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5257A34A-4E7D-6E91-01DA-6E48C6CE10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376F1105-5A76-0F38-1C39-1BAE696247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0BA36EA8-FC7C-77E6-CE84-16A06314AFC9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6A2B2EFA-9D01-1C68-3EC1-AC2A48711B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3C1BD480-5B46-CCED-11C3-12A0995824C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99270AA5-C673-FA25-9CD8-F718837CEB5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98C85B2B-5263-896C-928D-95C0CA757E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6B708853-8A81-0FC2-5F1E-2D4AD9092D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398E25C5-405D-7ACF-AB59-4B4BB06FB6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DD8A863B-8CD7-C1B9-80A2-6A2BAE489BA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0AEDB2AB-7099-EE88-889C-956597AB39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5B335BAE-CD3B-214B-685E-D46A509EE6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DE54BB98-73CA-3BF2-ABFD-725B6DAC8D7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B3C21FF0-2365-89EC-C678-C52E0BD8261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5B6A3350-8483-E6D4-6A84-3B709602A9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C0F3FB36-3EBA-C14D-DFDB-C427246E9B9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43550703-71B0-FD1D-25B2-731C6E8D4B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110D43D3-4CF0-9E1A-936E-B7CEE836BB3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20053FCA-D993-8C3F-BDB6-D2BAD5A10A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F47E22C8-CD95-6F7D-7991-C7D1C6B4DD9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B5CCD25A-8CC9-D609-8D31-29433400196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80E6B58A-E1EB-B1F3-6F11-6DB741E8F9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CCB88113-74EB-2097-721F-BD88CDA9EFA2}"/>
              </a:ext>
            </a:extLst>
          </p:cNvPr>
          <p:cNvGrpSpPr/>
          <p:nvPr/>
        </p:nvGrpSpPr>
        <p:grpSpPr>
          <a:xfrm>
            <a:off x="-412297" y="515977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A2B41517-2160-F28A-8C9B-622E25644232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8DB9CC1E-859E-D4C4-8100-F91D76BAB3BF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6DB4B19B-DB53-A685-33BA-3BAA2720B06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E763BC2A-A063-6106-4208-5E14304E6D4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E69FADED-C108-A1EB-EBB0-00E6712D343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41D5C8F4-BD23-E596-EF47-646E90EB12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D4A546CD-4555-EE38-DF92-8C5FEB4500C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3539A9CE-F84B-87E0-2871-8D245D6C280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7B17D874-BE05-70BD-4AB0-54CF1F3142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4C0250F8-B678-2847-85DF-2E28875363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F0587F1F-0A40-D425-5E8B-E2EEAAC9842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2E5D7866-E453-0F95-DAFA-3D8910F26C2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59C51AE1-52B6-0B23-05A3-C3334872B33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23C4A2E2-9991-330E-7373-2796C857A6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877F304B-E430-CE15-C574-DE1F119CFF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ADBBBC6F-2ABD-0AC9-A1ED-1EBB6E2471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1045F507-14E2-8332-76DC-5CD78E4F5A7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449D08A9-7A4A-F3FA-7E9F-A5C127306F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C0AA842F-0FD6-D4CD-5C8D-C345544CA3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0EACAC08-998E-F4BE-3C22-D4407284D5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C6525862-42EA-87BE-EFBC-ABEA3453F7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9ABF2956-7FBA-9BD6-3D9A-3302A837006F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D65E5C42-6277-2B7C-1647-776731C558B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C911D0C9-1492-4683-39FD-B046DBD84B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CC562953-DC82-B1F4-5591-A67391F089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93CA5A27-A82A-7040-9955-D210D7AE0E4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59015B3A-207C-6F1C-5979-A99A944FFA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39879A72-62D3-5369-0493-CE70D9EE20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1D9AAC92-CFF1-A8F5-654C-C2BC8AA9820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E47972DF-DDD0-8EFC-BAA5-8478B1B7CF6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4E6CC28A-A771-9182-4D9D-D1B7C5AC39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84711042-894E-A58A-D898-F26F11F38B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5D5E6137-7BAA-7F4C-3A75-556C4F8000B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FB5DEB46-0DF6-7F75-B06E-A20BA2EEC06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8733C449-B74A-437A-3738-41231F38D8B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C21DCE48-C453-A157-B7E3-E0C2A46F9C2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FC0E361D-9A0A-8F7E-B63B-C8D797A51F6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D46A9E58-CFEF-25C5-DD12-1B4D60A92A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584BD888-69CA-6CE7-9385-BC8F72069B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4F2A708A-A023-84CF-9F8C-9EC260A0F15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D348CDA4-D79D-7B52-2741-59F6E1ADFAA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6A75F02F-EDD1-8619-F794-9879BDBBF47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6453C8EE-95F9-274D-A092-DBFEC797538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DD3E5016-B716-0FA9-96F7-3C78801EDDC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9848F09D-1E5A-5EE3-6FD0-3FE210972B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E2A820A0-D02F-A838-6F60-039EADD534E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738C653D-D2F1-0908-6E1D-7F3D6E6A55B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D55A8F22-97C1-487A-8352-E57AFE34747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DE32872D-89DA-9845-1B39-45905941C0A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76D8394A-96F0-6406-7067-EC1A7A8A9DB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8D2018E3-896B-7E44-622F-B1644AA7DFE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30C3E2A5-A97B-4EA8-0F09-95ABD463E3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342861AD-30CB-BFBC-998D-812D5237F98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6A6AE290-FCC8-B9D6-D03D-64672005EE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FC0552C7-C9FB-2FE8-9D2F-14AA7D3704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E394C635-0FE2-EDCC-5252-9710F7A7D71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BE743566-F260-30BD-DAB0-6BFB7B8F4DF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1639A611-26CA-088F-3437-F9B575456E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270DDFBA-7DF4-228C-F707-97C981D10D1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507003D6-68B5-EA9F-C9E5-F9AD92DC328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BE666D77-B8A7-5445-8F73-84B3F0C3D5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285C0412-4FD7-8286-2A0A-B4FB5F08352B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574D0A5F-8046-A912-5F59-7449345D165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9DC2371C-9B44-A670-2FE9-1ACB630673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7ACC107B-8B89-F279-A742-B06AD4E4E5D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3943BF77-0EEB-A66C-2B55-08AA8E4A3B2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5B79280B-BFC0-EF5D-2917-4429E1B85D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3F5E0BC3-A7C8-C20F-8C3F-4332704B219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FE0E58E9-D32A-D342-B11D-541AC1604D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6E141CE7-5C6F-022C-DF0F-39EAAB3313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8F44267B-0A79-5A87-3C68-9F610347065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3F5D781F-E9E8-4600-8ED9-5A8053DBE5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FE50F4A6-CF37-2142-5445-84E472BC7F1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CCAB8F15-4D3D-E46E-832D-EECB20BE4F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2AEE0D3F-827A-7B4D-0904-3CB103F52AE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C2CAFD6A-049E-645A-9AE2-7C26B74945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50F33AA9-9BFC-224F-0D0D-80034A5240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00A72087-9D2E-AFA1-9A27-806DE91AA9E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B0AC3B20-D293-5BCD-776C-6F80A3C2F6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E9F5192F-91A3-8E52-A63E-280405D7E35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3CDD916D-A2D8-98AE-3ED5-9AC766EEDCE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B4C5F7EF-BA94-DD21-495E-D6DA10C3FE59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A98D6612-B0E4-6914-29FF-61BF6052A1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A50180E7-53C5-C288-2C8C-2EDD2C3B700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5EADAC52-4203-6880-0E07-B8778CE265B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5D3736E7-7E6D-2E19-5360-37235E5CEC5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D23FC743-81A7-B60A-520C-9E8DE67A29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69302E44-3EB9-7280-FCD0-B06A5E4264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B9727D9D-49CD-AC71-D5A1-BD63BEFE136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032C8007-5CD5-E43E-9B38-0DFCDB4E7B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BEB076C5-8B4E-3CA5-B946-DF8CA6F450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4FB148F3-5F66-F0EE-F2B9-20486943496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97C74C77-B3FD-CF39-78F9-3068B5E260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13C1D493-0B40-D8F5-E101-53ECFFF185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781DCCEE-DEA3-4C12-9CF4-57200266B69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CE505C48-80A2-62C3-FC30-AD383BD3A8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60C88BC8-470E-8815-17A4-440A0A2870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9F8533F7-01C3-A5F3-13C6-B13BF69975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9C191F37-FA60-E08E-1281-A4C1AD7B5E8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ADFC325F-8857-3A51-E5EA-53A807743C3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B54674B7-7D2C-5740-2685-3254F1514F5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9FA190D1-086A-774F-AE5F-3DE300ADB674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CBD44074-44F2-0B0F-04A4-FE5D3EEA875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1F5C10AC-40F5-1B53-1DD7-370F0114654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F2C7FA6D-8BBB-B6E6-BEDF-A6D9C92FBB3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EEC77022-7C7F-458A-E6E6-E21CD1F4D9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AA869EAF-83CE-1603-EAB1-39FC19C3EBC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4790FC96-69DE-DDAA-7D90-ACFA3B1401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16C9F0B0-937C-E341-2234-204272C042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1AC85C76-EB6F-8F7E-2138-79BBACBE81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3ABA6E61-1486-FDA3-5F13-B64FC803692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E63D7185-C43A-2565-11D0-1CE04E96F9C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A1D649F6-E014-A988-04B3-4411FBD669F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0BC2D40C-381C-ECF4-25EA-89B9831AE8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F2030282-C075-4BA2-4154-A4A6C14B0C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09E04976-F0D9-A669-AAD7-8A47D14B1E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082CCFF7-D7E7-E8B6-432D-BA4204AF28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F907DEE6-125E-D9E6-7BC8-7867397B64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D29C5E89-E392-AAC7-740D-1D3A958F96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8A8E3355-E47C-A4D8-4857-FB88391C09A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D733EEC6-209C-0438-C48D-37E8772044B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86EAA9E7-665F-2164-74D8-41AC53AEBB1F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1E92B06A-26CB-43E2-FCD6-A930C2F6EC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98E0B7DB-4128-2B21-58D7-C105C525C97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ED101366-C955-5302-3AA5-9436D182A6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8050C6AD-1EB8-E265-6D9A-585286337C4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C8ECB402-F486-57AA-B97C-917103464E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3ED0D269-3AF3-D5BD-914E-454507ED3B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21FD9A45-CFD3-BA60-87DC-42163DCA8D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ACBE138E-BFA9-73D6-0244-6BAB1EE6AA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3C2B07F1-5F9B-22EA-556D-8E36F1BA2E2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0CE46DB5-0899-633A-CC45-DEB7139E310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9C3E4060-EACC-C9F2-0894-5190205311F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79E32BFA-98C0-A7F9-A178-ED2A4A829F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E9718282-8C46-B4C6-4F52-6AB1D52638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C14395B3-432D-6D46-797E-950B5DAA23C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58A9C6D3-4A07-7731-34E1-AEC69DF909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3514BE08-7288-DEAF-715A-739C174984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F03A96AD-CEC4-DBEB-9999-81A92F196D2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BCE74460-F8F8-9B34-1AE5-60B9B6FEE8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9891E58D-1019-65D5-7B6E-BED15669F4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AD39155D-C951-0407-803B-F88D881B7C31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8EDC6C8E-ECD7-4528-516A-B4C44C69A1A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0CA5E6DC-FD96-C501-D574-D072994A4D0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5320E141-1776-E321-8425-4D3A4A641C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CA734046-CAD3-0732-4189-A12426760C6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208A2AB6-9624-6F7A-56ED-45938A40364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B2F3775F-2198-5A62-F3D3-599D81E6C88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40EDAE97-E618-2184-742F-A3A0F1BD807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4B33FD1F-A9A8-70D5-C068-4CBD734A714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1E375632-C2B9-4BEB-7FCE-24A4769678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2C9B846C-0106-8571-2D3F-B666C838935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7013DF4C-C373-8F82-5BDC-807A72145D7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FAD0F75A-0090-CC91-1663-C4FD5F1DEA6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2E4A96E3-DFA8-0C6F-CCC9-2E445AFFE54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64C56912-EBBD-3F8A-9292-339E0A1128D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730BF6C8-9721-4EBA-CBCD-071557A5730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18AEC2F8-D07E-DD68-CA1E-80AC08FFBB2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B0F8CDFC-3C1A-A680-1A04-7F6796DAE9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BEC00B76-2CDA-7DF6-51E1-343CABD068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27B6278C-F0C6-E905-D06C-1A91602614D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7AC55144-AA7B-97DA-0527-E2826B0EC03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78B8C9C3-59DD-1EA7-6FE9-8C078D1EE77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A5B6B9DC-4221-86F9-A340-4C556866A5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234FD7DC-FBF5-EB0C-F546-9396F84C451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4E28BAD3-B7E3-8263-B8A3-B2C5A060C0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BA6767EA-6E51-1887-2D88-329ADE5D4DF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8DC6041F-48EF-1AFE-01E0-DC65032569D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C522F7F0-A04F-5770-02A9-55D775CABC8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F0E3EA9B-6650-9BBD-3A54-DE19B5A4F8B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3FECC035-089C-3911-3DDE-9A8B08F8C2E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04546499-3FAB-194B-8BD4-71EFAE6834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312DCE51-02A0-70DA-E0CA-25DB77181DD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2FC8E9C3-23F2-23DC-836D-2684AAB53B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3EC84FDD-A995-7FD2-AEAC-BEAF351C1E7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675C92C1-A0D6-BB32-6290-3D10E1DDD37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384CF08D-3868-2975-D395-F7F38EEDED5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E4CA1033-C2BD-90F4-2497-B6748E9F57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F285E249-3B47-A751-9570-50D50171479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101A5D3B-2ED0-B018-8E85-0BEE63D1DB3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9387DBEB-0C6C-5E68-97ED-3391584731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78FCFAC2-79AD-6443-0B72-930DD2ED3902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CEC5A4AE-4402-C19F-B6E8-DEF86652637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FB10CDE8-3382-5139-9461-FB1ED2928CD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6B65C95F-3278-329F-D6F1-E9A46F4E820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0131B06F-B19F-F41A-AEBC-75C8D7643C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781DAF3C-977B-B2D2-D897-7B9734EFB4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3E4CBEAF-3DF7-F782-7BCB-865B54CF02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DC7D8FA3-2BF8-D388-6321-D25203E6B9F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4CC79802-523A-CBCF-2AE9-3266E6038B8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5CBD4CAB-A195-5493-8AF2-75A13C73BBF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728B79B1-F268-1936-D5B3-649ED92CA2F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10CA51D0-FD18-6DB2-54E0-7CEFBECDE06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935B1BBD-B3F9-20CD-CDA3-EC799A448EA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1AD4C25F-7688-1DF8-484D-898CFC865E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443E2554-1B8C-EBF3-072D-DC965B0D22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3646CA2C-A64C-1542-C80F-A92D0C600DE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1D1AD4ED-9AEF-60F1-6242-E872D202D1E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C3D34401-BDA3-49E5-26F6-3A913E80D07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9201414F-B8B3-93AD-DAE4-E25662D93C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443159B8-094B-52E7-59DA-702E9B1222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6033B1F-404A-BA79-6CB0-7B6AEA8197F9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BB6A0D-F09F-4514-CC15-E09644610A0B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B7A7E66-2A64-F698-DF9C-683D61C63D7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854E573-F9B3-AFC5-197C-0BD6752D8D2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D860332-55F0-E21F-3465-C33B6DD0F0B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9470B9E9-B15B-A0C4-3067-8893991B933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6ABB7C2-218E-D015-76A8-3B0DD999451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647C6731-F4D5-E707-4EE5-5568329A131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92CFBD92-0493-B26F-D70B-92BD6EBBBD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194BB9D0-0B84-6E65-C7E4-628CB71848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2C4E0C6E-81D3-9876-F8E1-42BC0AC000D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E98E8AAF-8405-B200-956F-9A0F68A92C3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0FE2B3EB-F280-E29A-14DD-2FF34A868B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C206B7E-7F65-6C8A-3609-359467ADFCC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209067A-C665-E224-B33D-922D99D835C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95326F31-F921-2B8C-4B0F-2BE8D2C737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BB0E48BE-DB7D-5FB2-D188-7B6BA280BF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411EDEE-B36E-EA21-E261-7251221787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688D02FE-6FA5-78C4-1E31-59858385A9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A632839-6027-AFD6-6566-90FE0238B96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DC2CD3BB-8294-5FE9-A831-3F9B5043A29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206F670B-0D62-2301-D66F-F0C993EB95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26197FB-C61B-3CB6-443E-7BC87447612B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3C22425-B278-8B35-2024-1745C2BD01E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C44DCCA-331F-94A2-0400-6F59EE0B19A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68BEA67E-B07A-B972-FC74-15F806FAE3D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AC53A96D-C4CF-311B-AC0A-70E7C5D948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E1259FE-6B1F-DCF4-F87D-1243CC042C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36E49FDB-6DD4-136F-0A42-FCC9596590A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EA32655A-7BD5-0D96-7329-0F97573673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A890E025-C075-1DD6-C933-358EDD8D06E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B8BB682C-EB13-1B5C-56D9-C76EFBA12D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5BBDF131-7363-118B-68F2-8CFD5E7B74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A324596-5421-F36B-547D-CBAAA297D6D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2007EFE8-9A38-E3A1-2F3B-33220B561A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7CADB4A4-E394-1EA4-AA06-927AD93D42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5316326F-C4C0-B46D-868E-0BE55D2D3D2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AADC4CD-C125-EA9A-4FB1-035151A738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7A9B88A1-0988-692A-E266-A3EF62BDE67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E1526F8A-FA14-0DCF-FF31-991C087A47A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835B78AB-932A-6007-466F-4CB46150A0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974BCD3A-8499-3F19-AE55-679B8BE524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868FEC5-45F7-2BE7-EA40-9CA8CF2308F8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B00E425A-19CB-5147-1442-72CE0A50D30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3467ADB-630C-B9D6-F2DB-BCEC4DF1E3D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31D70F54-6318-C161-33B1-1976BAD758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840A7985-BBE6-B05B-861F-F9873E98545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37039618-09FB-8247-59A7-7101F11FA92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919B032A-F986-D9D9-25A3-4B9016422F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A85D31D2-43BB-178F-4BD3-A95E8308A65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E04925D7-C23C-8157-35D2-0B91E977759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C2525502-C64B-F9E1-5F07-588D26F0D8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325D0CB5-6BD6-1BDC-8E47-31FF38EAC7B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3A6112FA-4500-50F7-DDD3-30C40C103C4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21C984DD-BA5D-845F-532E-1BC43E57170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667DA33B-90A8-D21B-F1D2-5D9155D0E54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FA3CD908-E17B-A664-8D0A-B6196485699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846C76C9-27A5-B8A2-EB05-C47E6E3F93A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16701F90-0CA2-A949-D539-6E0DCEFB1E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AD7226A2-61FD-0C9C-706F-ECFA31A52C5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DBF59C04-31B2-79EB-211E-3A579F00AC4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39BC3B0A-1B0D-9643-FEE2-ED00C8AADE5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AE35487-5D30-0B47-50A2-D16AAE46E61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B52F34C0-8C65-E2A6-FE7C-3471AD119D3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2CFEFA7-5F3E-BE83-5BE4-F4058B9E3E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9C1D923A-A5FD-7B1F-5E1B-224842E6A6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F4286D9B-82A9-1BDC-B01A-1B7271260F6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C5A2C741-B27A-D8B8-3E38-0ACD0213581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187ED3C4-CAF6-38E7-3660-EF35BA5AFF8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1A88441F-3182-0672-F3FD-7CBC039CECB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53A2F518-E73B-3479-35F8-B5845B185E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0023C126-9B5E-F7B8-52AC-1B86DA1AD08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1DDFCD4E-3DAC-7496-81E5-79722485E84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B7D15CE-A4C2-2E53-8117-E7A27FF1C5B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5DF9B6E5-2C7C-BB19-6806-7B4D005926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9FD16D5E-333B-F0A9-26F6-BB74E3D24A4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B604EC2A-6DD1-A66A-4D0D-9C7CD9B8E94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B3EDADB-7611-09AE-70D7-1AB26E1F352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870F00CA-9CBA-3938-1293-2FAA86157D6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F1C65317-A529-45E2-A3B9-A9330965375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33D16B4C-FD88-9686-DE87-A47E440213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D93DCCE7-A417-A2CA-5D49-3A6C1DB2AD1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43C51EB-E614-F1F9-58E2-0DD5E2FD5AC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E8C2AC3-06E9-68DC-AFE7-2D0D74A9F43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BDFD74F-1094-121A-66D3-55EF73D8801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01CD463-A6D5-8B25-E0E5-5176BC7721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AD48DEA4-F18D-826E-9B8F-E063997A46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C232B41A-579A-7931-5EEC-9B807233C6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BF9C7997-AA34-D292-9E6A-28170060206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9887F126-33EC-F812-4CE4-D1D9CBFDB2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773DBC3A-44BB-6DDB-86E4-B7AC052335D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904D6FF8-90FD-D5EF-8CC7-E380BCC2D7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42AAC22B-F58D-AA16-3E35-0BE7CEB6A44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A1C1627E-9E50-2745-A527-C2AA632F7A5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3B7CA6F9-FA59-1A4D-4F7E-EE1C754161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C1CADBF9-07AE-0197-8404-18CB5A4A45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57E2FEB4-5FE2-3193-40F9-CEDD52FC203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965E1136-B253-E2DB-0C7A-2500D239A9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C99ED38B-CE6F-EC17-1867-AE1530C7828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E30CA144-5C4C-F4DC-02E5-9840C5AB8D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946796A5-826E-8C26-A9B9-B512AF5A0AD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E0147F10-4B9D-BFD5-473D-F7A53EDC54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D7F464F-4BD4-95D3-0BA4-B7B969B99D46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365178D-48A7-94F4-660E-397DC7817A0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0957744B-2319-FFEE-689D-FDEFAFDDE0B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7E5F8DFB-9803-1C6F-5BBA-F733426D1F4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2BD06027-3DE1-F579-1D0A-55F696869CF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0DF67AD5-1ABF-B003-51FD-6DF244686BF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D42746A5-946A-4816-A883-7C680E58C1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46B35DB7-86FE-6218-C1B0-4F0B4DF264B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D76EE959-76CB-88B1-A8E8-9F2AC294312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77BC10FF-DC35-4E29-FAD6-090667CDC8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7C794EFC-B22C-7CE2-208E-F2F8CD8684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FFF1FB60-F045-6007-547C-8BE4F7030D0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A06A3ACE-D32C-B7B8-0869-D04B0731ED3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2450BA4D-8A58-4F66-A0D2-A9E371AB66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D1708CD3-31ED-76A7-D614-770DC5F8071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58AD0090-5C65-498E-BCF4-740C0013780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908AB9BA-D213-3FBE-DA41-B9CE9062C12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EB232B7F-3115-4A51-1EAA-EB8B6F2F3FD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378BCEAD-2BEE-D130-3DF7-95256AAFC0F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C112E0FF-83B1-0C95-313A-641E4B681F3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871E1A4B-73D7-2601-07C1-2E7BEC17D7A9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8D9E3771-1C49-E95A-A72A-F4B4644D61F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C2B5DCC5-D971-6C53-3597-D71ADACEF91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6EC1FF9D-EC07-A673-0252-6D7A62DB6D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1C54FF71-A2E0-2D17-A7CA-5F589F5423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C4B96365-6026-B9C4-EC7C-56AB20299B6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CEBF5493-E296-A031-BFAE-BC66152631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5BDB9891-E162-5FFA-2390-07F9E9788E8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7B6731BA-6EB7-5477-71AB-1A56D05A65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EE873371-A7FD-55C2-20DD-EA48F06CDC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549FDCC0-059F-1974-341A-B6DAB0712DF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058DCAD-4B10-238A-93B5-DEE6D895261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1BE03E8C-5A45-D220-235C-AD41934C71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1518CABE-42FE-53B1-1388-65684DF9831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078C09DF-C94E-F08D-4015-4280475CDA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7B775670-4ABB-436C-8DF8-2576473C652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5033F480-72AB-7D9A-43D2-6D99F6F76A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9AD4265A-8A3F-3B45-FF23-32565DA032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A535EBD8-338E-25F3-73C5-E75F4D3A69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7B6A173C-6734-EBCF-4108-BF4D1A7F294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6A16122C-168C-D4F1-C024-F9543AF77E3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B3BA1F4C-85A2-9CF4-C1AA-2EA5418F67C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C7F8E970-4263-ED43-2CA2-58CED574A0F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7C5F0865-9CD2-E4A1-E3B5-D1752FB130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27231F32-9FF8-2B58-BBA7-93456648F23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27EA2CE7-9164-6FCD-E17F-ACA215C3B3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7B597E2B-2F00-7BA3-D8AD-BF2678473A7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E39D8887-6DD7-A461-5746-1DAA7E4967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A4DDA855-0617-8B46-8EA8-CB95DF3927F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309FC4F5-040E-9578-35D4-BE170D536A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698D2E94-82A2-DFF6-8D4D-01024A238D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6DBDF84C-2507-DD19-61C2-70EAB00102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1C6349CB-303A-391E-0C9A-70DB5DEBDC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15B7E20F-4BA7-B066-FCC9-CE385D8313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AC2947C4-071E-5B5F-0482-4DA5CF8D874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0A470426-3C9A-6E5F-5FEF-5F3B6E234B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CA6D18E3-37CA-3A76-3CEB-DBD5A39F84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22903ED3-6A4C-B5F3-D1EF-0329F1A36D0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09F08F39-B571-41F1-7AB0-7647BDC14D0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88BE941C-EDA1-CF06-E88E-BB194500224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58543E9-CD53-3127-EB6C-90F680FCD760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93E1F439-526C-139E-3EC1-4DAF4DE09A4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E96BA46-7B45-3060-86DC-10F5F68C505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BBDB89BE-A42B-2881-578B-B9C43FFC3F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32BF06A3-554E-6B03-2F76-5BE768EA12A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DAA0AEFA-7124-0128-E492-CA0F5F92C3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02FDE5FB-F94C-0C50-3C02-870B8EE85AD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7B48EA55-D782-C441-5ABE-F59657D9DF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E064B1AC-92E8-DCF7-EE20-A2CE8D14703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7A8BD550-0342-C09A-7ACD-C6D0317141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F9397A24-9684-C7BB-BEA0-AA96F99655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F4953CC2-3F08-4403-8D12-CFF8DC7DA7E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EFFF1C30-CB5C-779A-1800-55506D1AE9C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A42DFD55-B56B-0FA2-41C7-D02C8F7C4F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4AB6D3D8-BBA3-E758-FE72-9816F889B6E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1851458C-1589-2F90-4735-23A21EF5E51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BE3D9CA4-EDA6-77CC-D7CE-DF0EC30843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C3500C10-C61F-9093-3217-4D87FEE5B9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DEFE1784-38EF-9ECE-94D8-2CCE1D65CA1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F5ABFC61-B933-2E88-4380-C24F7990EA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595447E7-F448-C004-8F95-FFE05F996CF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2AA06DD8-702B-0A5A-6582-5E75FAB51A7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2A76A95-E1D0-BAE9-1950-4A55177EF2B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84541201-67A2-B16A-C841-12BD7A2563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D56ABA15-DF1E-13B4-850B-F42923E09EB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C3CD1F92-1EA6-DA99-3D29-FD86BBEDA00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CFCD1F4F-220F-2756-F79F-6BA0DF6553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BFB1ACF6-59FB-5C53-1BAE-DA13C739B4F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D569A702-7442-CF66-9BF9-24C94573AC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AC9A1B9E-2134-FBE8-5AF4-6DFC0DB39C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345CF431-258A-1A40-0F6B-76A6304D95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43809CCE-A3A7-B4F9-4C54-BD8CA7F17D8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18F83668-CD78-0E56-1715-00E2240255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108AEC66-EEF2-CC0C-36C0-D5DBF1D86C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708F416E-FF7A-0663-B621-655121CE87E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3473EE1E-FB48-14CE-638C-369C1E0864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41F6BFB9-0E45-A066-B338-718A9D5316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D4DB8FA8-FCA1-0122-4E2D-01419FFC91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E7675EBF-AD66-6CE8-2EC4-FEACA72F6B5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86FA6EC3-3302-7804-0E56-BAD28E0E615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98DF974C-7F89-B634-D4CD-C056A600F2C9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DE30BD41-B42F-ADAD-3AF8-EDF1D89D6CD5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5" name="Freeform: Shape 2344">
            <a:extLst>
              <a:ext uri="{FF2B5EF4-FFF2-40B4-BE49-F238E27FC236}">
                <a16:creationId xmlns:a16="http://schemas.microsoft.com/office/drawing/2014/main" id="{DBAF6AC5-09CB-9E62-BFA0-CB0FDF6588F9}"/>
              </a:ext>
            </a:extLst>
          </p:cNvPr>
          <p:cNvSpPr/>
          <p:nvPr/>
        </p:nvSpPr>
        <p:spPr>
          <a:xfrm rot="3203346">
            <a:off x="2093466" y="3080154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6" name="Freeform: Shape 2345">
            <a:extLst>
              <a:ext uri="{FF2B5EF4-FFF2-40B4-BE49-F238E27FC236}">
                <a16:creationId xmlns:a16="http://schemas.microsoft.com/office/drawing/2014/main" id="{DC341457-193E-BCC1-21AC-D86D5BC92CE7}"/>
              </a:ext>
            </a:extLst>
          </p:cNvPr>
          <p:cNvSpPr/>
          <p:nvPr/>
        </p:nvSpPr>
        <p:spPr>
          <a:xfrm rot="2700749">
            <a:off x="2070564" y="3063817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7" name="Freeform: Shape 2346">
            <a:extLst>
              <a:ext uri="{FF2B5EF4-FFF2-40B4-BE49-F238E27FC236}">
                <a16:creationId xmlns:a16="http://schemas.microsoft.com/office/drawing/2014/main" id="{F312803B-3FAC-0BCF-B148-B25A0AD109C3}"/>
              </a:ext>
            </a:extLst>
          </p:cNvPr>
          <p:cNvSpPr/>
          <p:nvPr/>
        </p:nvSpPr>
        <p:spPr>
          <a:xfrm rot="4049050">
            <a:off x="2081316" y="3063817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8" name="Freeform: Shape 2347">
            <a:extLst>
              <a:ext uri="{FF2B5EF4-FFF2-40B4-BE49-F238E27FC236}">
                <a16:creationId xmlns:a16="http://schemas.microsoft.com/office/drawing/2014/main" id="{295F8B34-4988-BD2E-D956-E127A4A9C935}"/>
              </a:ext>
            </a:extLst>
          </p:cNvPr>
          <p:cNvSpPr/>
          <p:nvPr/>
        </p:nvSpPr>
        <p:spPr>
          <a:xfrm rot="4551558">
            <a:off x="2050792" y="3046955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" name="Freeform: Shape 2354">
            <a:extLst>
              <a:ext uri="{FF2B5EF4-FFF2-40B4-BE49-F238E27FC236}">
                <a16:creationId xmlns:a16="http://schemas.microsoft.com/office/drawing/2014/main" id="{257B2823-1126-AB4E-2A0B-B4F0F5FB337D}"/>
              </a:ext>
            </a:extLst>
          </p:cNvPr>
          <p:cNvSpPr/>
          <p:nvPr/>
        </p:nvSpPr>
        <p:spPr>
          <a:xfrm>
            <a:off x="1071881" y="3491476"/>
            <a:ext cx="3533435" cy="1818084"/>
          </a:xfrm>
          <a:custGeom>
            <a:avLst/>
            <a:gdLst>
              <a:gd name="connsiteX0" fmla="*/ 0 w 3533435"/>
              <a:gd name="connsiteY0" fmla="*/ 0 h 1818084"/>
              <a:gd name="connsiteX1" fmla="*/ 56807 w 3533435"/>
              <a:gd name="connsiteY1" fmla="*/ 34184 h 1818084"/>
              <a:gd name="connsiteX2" fmla="*/ 130400 w 3533435"/>
              <a:gd name="connsiteY2" fmla="*/ 79861 h 1818084"/>
              <a:gd name="connsiteX3" fmla="*/ 307432 w 3533435"/>
              <a:gd name="connsiteY3" fmla="*/ 149233 h 1818084"/>
              <a:gd name="connsiteX4" fmla="*/ 411519 w 3533435"/>
              <a:gd name="connsiteY4" fmla="*/ 261762 h 1818084"/>
              <a:gd name="connsiteX5" fmla="*/ 585152 w 3533435"/>
              <a:gd name="connsiteY5" fmla="*/ 339517 h 1818084"/>
              <a:gd name="connsiteX6" fmla="*/ 733980 w 3533435"/>
              <a:gd name="connsiteY6" fmla="*/ 435394 h 1818084"/>
              <a:gd name="connsiteX7" fmla="*/ 882808 w 3533435"/>
              <a:gd name="connsiteY7" fmla="*/ 526345 h 1818084"/>
              <a:gd name="connsiteX8" fmla="*/ 1048173 w 3533435"/>
              <a:gd name="connsiteY8" fmla="*/ 584222 h 1818084"/>
              <a:gd name="connsiteX9" fmla="*/ 1203570 w 3533435"/>
              <a:gd name="connsiteY9" fmla="*/ 680157 h 1818084"/>
              <a:gd name="connsiteX10" fmla="*/ 1362366 w 3533435"/>
              <a:gd name="connsiteY10" fmla="*/ 794271 h 1818084"/>
              <a:gd name="connsiteX11" fmla="*/ 1527730 w 3533435"/>
              <a:gd name="connsiteY11" fmla="*/ 873610 h 1818084"/>
              <a:gd name="connsiteX12" fmla="*/ 1676558 w 3533435"/>
              <a:gd name="connsiteY12" fmla="*/ 931488 h 1818084"/>
              <a:gd name="connsiteX13" fmla="*/ 1876638 w 3533435"/>
              <a:gd name="connsiteY13" fmla="*/ 1062195 h 1818084"/>
              <a:gd name="connsiteX14" fmla="*/ 2065165 w 3533435"/>
              <a:gd name="connsiteY14" fmla="*/ 1121657 h 1818084"/>
              <a:gd name="connsiteX15" fmla="*/ 2197456 w 3533435"/>
              <a:gd name="connsiteY15" fmla="*/ 1192729 h 1818084"/>
              <a:gd name="connsiteX16" fmla="*/ 2354553 w 3533435"/>
              <a:gd name="connsiteY16" fmla="*/ 1237412 h 1818084"/>
              <a:gd name="connsiteX17" fmla="*/ 2486844 w 3533435"/>
              <a:gd name="connsiteY17" fmla="*/ 1287022 h 1818084"/>
              <a:gd name="connsiteX18" fmla="*/ 2602600 w 3533435"/>
              <a:gd name="connsiteY18" fmla="*/ 1361436 h 1818084"/>
              <a:gd name="connsiteX19" fmla="*/ 2799395 w 3533435"/>
              <a:gd name="connsiteY19" fmla="*/ 1457313 h 1818084"/>
              <a:gd name="connsiteX20" fmla="*/ 2891988 w 3533435"/>
              <a:gd name="connsiteY20" fmla="*/ 1510264 h 1818084"/>
              <a:gd name="connsiteX21" fmla="*/ 3007743 w 3533435"/>
              <a:gd name="connsiteY21" fmla="*/ 1568142 h 1818084"/>
              <a:gd name="connsiteX22" fmla="*/ 3090425 w 3533435"/>
              <a:gd name="connsiteY22" fmla="*/ 1617751 h 1818084"/>
              <a:gd name="connsiteX23" fmla="*/ 3272326 w 3533435"/>
              <a:gd name="connsiteY23" fmla="*/ 1692165 h 1818084"/>
              <a:gd name="connsiteX24" fmla="*/ 3412886 w 3533435"/>
              <a:gd name="connsiteY24" fmla="*/ 1741774 h 1818084"/>
              <a:gd name="connsiteX25" fmla="*/ 3501770 w 3533435"/>
              <a:gd name="connsiteY25" fmla="*/ 1797585 h 1818084"/>
              <a:gd name="connsiteX26" fmla="*/ 3533435 w 3533435"/>
              <a:gd name="connsiteY26" fmla="*/ 1818084 h 1818084"/>
              <a:gd name="connsiteX27" fmla="*/ 199347 w 3533435"/>
              <a:gd name="connsiteY27" fmla="*/ 1818084 h 1818084"/>
              <a:gd name="connsiteX28" fmla="*/ 0 w 3533435"/>
              <a:gd name="connsiteY28" fmla="*/ 1618737 h 1818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33435" h="1818084">
                <a:moveTo>
                  <a:pt x="0" y="0"/>
                </a:moveTo>
                <a:lnTo>
                  <a:pt x="56807" y="34184"/>
                </a:lnTo>
                <a:cubicBezTo>
                  <a:pt x="80163" y="50309"/>
                  <a:pt x="103245" y="66501"/>
                  <a:pt x="130400" y="79861"/>
                </a:cubicBezTo>
                <a:cubicBezTo>
                  <a:pt x="184710" y="106581"/>
                  <a:pt x="260579" y="118917"/>
                  <a:pt x="307432" y="149233"/>
                </a:cubicBezTo>
                <a:cubicBezTo>
                  <a:pt x="354285" y="179549"/>
                  <a:pt x="365233" y="230048"/>
                  <a:pt x="411519" y="261762"/>
                </a:cubicBezTo>
                <a:cubicBezTo>
                  <a:pt x="457806" y="293475"/>
                  <a:pt x="531409" y="310578"/>
                  <a:pt x="585152" y="339517"/>
                </a:cubicBezTo>
                <a:cubicBezTo>
                  <a:pt x="638896" y="368456"/>
                  <a:pt x="684371" y="404256"/>
                  <a:pt x="733980" y="435394"/>
                </a:cubicBezTo>
                <a:cubicBezTo>
                  <a:pt x="783590" y="466532"/>
                  <a:pt x="830443" y="501540"/>
                  <a:pt x="882808" y="526345"/>
                </a:cubicBezTo>
                <a:cubicBezTo>
                  <a:pt x="935174" y="551150"/>
                  <a:pt x="994713" y="558587"/>
                  <a:pt x="1048173" y="584222"/>
                </a:cubicBezTo>
                <a:cubicBezTo>
                  <a:pt x="1101634" y="609858"/>
                  <a:pt x="1151204" y="645150"/>
                  <a:pt x="1203570" y="680157"/>
                </a:cubicBezTo>
                <a:cubicBezTo>
                  <a:pt x="1255936" y="715165"/>
                  <a:pt x="1308340" y="762028"/>
                  <a:pt x="1362366" y="794271"/>
                </a:cubicBezTo>
                <a:cubicBezTo>
                  <a:pt x="1416392" y="826513"/>
                  <a:pt x="1475364" y="850741"/>
                  <a:pt x="1527730" y="873610"/>
                </a:cubicBezTo>
                <a:cubicBezTo>
                  <a:pt x="1580096" y="896480"/>
                  <a:pt x="1618407" y="900057"/>
                  <a:pt x="1676558" y="931488"/>
                </a:cubicBezTo>
                <a:cubicBezTo>
                  <a:pt x="1734709" y="962919"/>
                  <a:pt x="1811869" y="1030500"/>
                  <a:pt x="1876638" y="1062195"/>
                </a:cubicBezTo>
                <a:cubicBezTo>
                  <a:pt x="1941406" y="1093890"/>
                  <a:pt x="2011695" y="1099902"/>
                  <a:pt x="2065165" y="1121657"/>
                </a:cubicBezTo>
                <a:cubicBezTo>
                  <a:pt x="2118635" y="1143412"/>
                  <a:pt x="2149225" y="1173436"/>
                  <a:pt x="2197456" y="1192729"/>
                </a:cubicBezTo>
                <a:cubicBezTo>
                  <a:pt x="2245688" y="1212022"/>
                  <a:pt x="2306321" y="1221698"/>
                  <a:pt x="2354553" y="1237412"/>
                </a:cubicBezTo>
                <a:cubicBezTo>
                  <a:pt x="2402785" y="1253129"/>
                  <a:pt x="2445503" y="1266351"/>
                  <a:pt x="2486844" y="1287022"/>
                </a:cubicBezTo>
                <a:cubicBezTo>
                  <a:pt x="2528186" y="1307692"/>
                  <a:pt x="2550507" y="1333054"/>
                  <a:pt x="2602600" y="1361436"/>
                </a:cubicBezTo>
                <a:cubicBezTo>
                  <a:pt x="2654692" y="1389817"/>
                  <a:pt x="2751163" y="1432509"/>
                  <a:pt x="2799395" y="1457313"/>
                </a:cubicBezTo>
                <a:cubicBezTo>
                  <a:pt x="2847627" y="1482118"/>
                  <a:pt x="2857264" y="1491793"/>
                  <a:pt x="2891988" y="1510264"/>
                </a:cubicBezTo>
                <a:cubicBezTo>
                  <a:pt x="2926712" y="1528735"/>
                  <a:pt x="2974670" y="1550227"/>
                  <a:pt x="3007743" y="1568142"/>
                </a:cubicBezTo>
                <a:cubicBezTo>
                  <a:pt x="3040816" y="1586056"/>
                  <a:pt x="3046327" y="1597080"/>
                  <a:pt x="3090425" y="1617751"/>
                </a:cubicBezTo>
                <a:cubicBezTo>
                  <a:pt x="3134523" y="1638421"/>
                  <a:pt x="3218583" y="1671494"/>
                  <a:pt x="3272326" y="1692165"/>
                </a:cubicBezTo>
                <a:cubicBezTo>
                  <a:pt x="3326069" y="1712835"/>
                  <a:pt x="3357765" y="1714213"/>
                  <a:pt x="3412886" y="1741774"/>
                </a:cubicBezTo>
                <a:cubicBezTo>
                  <a:pt x="3440447" y="1755555"/>
                  <a:pt x="3470075" y="1776225"/>
                  <a:pt x="3501770" y="1797585"/>
                </a:cubicBezTo>
                <a:lnTo>
                  <a:pt x="3533435" y="1818084"/>
                </a:lnTo>
                <a:lnTo>
                  <a:pt x="199347" y="1818084"/>
                </a:lnTo>
                <a:cubicBezTo>
                  <a:pt x="89251" y="1818084"/>
                  <a:pt x="0" y="1728833"/>
                  <a:pt x="0" y="1618737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53" name="Freeform: Shape 2352">
            <a:extLst>
              <a:ext uri="{FF2B5EF4-FFF2-40B4-BE49-F238E27FC236}">
                <a16:creationId xmlns:a16="http://schemas.microsoft.com/office/drawing/2014/main" id="{E162FCF4-7887-5B86-7644-695F264FADBB}"/>
              </a:ext>
            </a:extLst>
          </p:cNvPr>
          <p:cNvSpPr/>
          <p:nvPr/>
        </p:nvSpPr>
        <p:spPr>
          <a:xfrm>
            <a:off x="1065255" y="3479668"/>
            <a:ext cx="3561651" cy="1829892"/>
          </a:xfrm>
          <a:custGeom>
            <a:avLst/>
            <a:gdLst>
              <a:gd name="connsiteX0" fmla="*/ 0 w 3561651"/>
              <a:gd name="connsiteY0" fmla="*/ 0 h 1829892"/>
              <a:gd name="connsiteX1" fmla="*/ 1429 w 3561651"/>
              <a:gd name="connsiteY1" fmla="*/ 860 h 1829892"/>
              <a:gd name="connsiteX2" fmla="*/ 75022 w 3561651"/>
              <a:gd name="connsiteY2" fmla="*/ 46537 h 1829892"/>
              <a:gd name="connsiteX3" fmla="*/ 252054 w 3561651"/>
              <a:gd name="connsiteY3" fmla="*/ 115909 h 1829892"/>
              <a:gd name="connsiteX4" fmla="*/ 356141 w 3561651"/>
              <a:gd name="connsiteY4" fmla="*/ 228438 h 1829892"/>
              <a:gd name="connsiteX5" fmla="*/ 529774 w 3561651"/>
              <a:gd name="connsiteY5" fmla="*/ 306193 h 1829892"/>
              <a:gd name="connsiteX6" fmla="*/ 678602 w 3561651"/>
              <a:gd name="connsiteY6" fmla="*/ 402070 h 1829892"/>
              <a:gd name="connsiteX7" fmla="*/ 827430 w 3561651"/>
              <a:gd name="connsiteY7" fmla="*/ 493021 h 1829892"/>
              <a:gd name="connsiteX8" fmla="*/ 992795 w 3561651"/>
              <a:gd name="connsiteY8" fmla="*/ 550898 h 1829892"/>
              <a:gd name="connsiteX9" fmla="*/ 1148192 w 3561651"/>
              <a:gd name="connsiteY9" fmla="*/ 646833 h 1829892"/>
              <a:gd name="connsiteX10" fmla="*/ 1306988 w 3561651"/>
              <a:gd name="connsiteY10" fmla="*/ 760947 h 1829892"/>
              <a:gd name="connsiteX11" fmla="*/ 1472352 w 3561651"/>
              <a:gd name="connsiteY11" fmla="*/ 840286 h 1829892"/>
              <a:gd name="connsiteX12" fmla="*/ 1621180 w 3561651"/>
              <a:gd name="connsiteY12" fmla="*/ 898164 h 1829892"/>
              <a:gd name="connsiteX13" fmla="*/ 1821260 w 3561651"/>
              <a:gd name="connsiteY13" fmla="*/ 1028871 h 1829892"/>
              <a:gd name="connsiteX14" fmla="*/ 2009787 w 3561651"/>
              <a:gd name="connsiteY14" fmla="*/ 1088333 h 1829892"/>
              <a:gd name="connsiteX15" fmla="*/ 2142078 w 3561651"/>
              <a:gd name="connsiteY15" fmla="*/ 1159405 h 1829892"/>
              <a:gd name="connsiteX16" fmla="*/ 2299175 w 3561651"/>
              <a:gd name="connsiteY16" fmla="*/ 1204088 h 1829892"/>
              <a:gd name="connsiteX17" fmla="*/ 2431466 w 3561651"/>
              <a:gd name="connsiteY17" fmla="*/ 1253698 h 1829892"/>
              <a:gd name="connsiteX18" fmla="*/ 2547222 w 3561651"/>
              <a:gd name="connsiteY18" fmla="*/ 1328112 h 1829892"/>
              <a:gd name="connsiteX19" fmla="*/ 2744017 w 3561651"/>
              <a:gd name="connsiteY19" fmla="*/ 1423989 h 1829892"/>
              <a:gd name="connsiteX20" fmla="*/ 2836610 w 3561651"/>
              <a:gd name="connsiteY20" fmla="*/ 1476940 h 1829892"/>
              <a:gd name="connsiteX21" fmla="*/ 2952365 w 3561651"/>
              <a:gd name="connsiteY21" fmla="*/ 1534818 h 1829892"/>
              <a:gd name="connsiteX22" fmla="*/ 3035047 w 3561651"/>
              <a:gd name="connsiteY22" fmla="*/ 1584427 h 1829892"/>
              <a:gd name="connsiteX23" fmla="*/ 3216948 w 3561651"/>
              <a:gd name="connsiteY23" fmla="*/ 1658841 h 1829892"/>
              <a:gd name="connsiteX24" fmla="*/ 3357508 w 3561651"/>
              <a:gd name="connsiteY24" fmla="*/ 1708450 h 1829892"/>
              <a:gd name="connsiteX25" fmla="*/ 3547677 w 3561651"/>
              <a:gd name="connsiteY25" fmla="*/ 1824205 h 1829892"/>
              <a:gd name="connsiteX26" fmla="*/ 3561651 w 3561651"/>
              <a:gd name="connsiteY26" fmla="*/ 1829892 h 1829892"/>
              <a:gd name="connsiteX27" fmla="*/ 199347 w 3561651"/>
              <a:gd name="connsiteY27" fmla="*/ 1829892 h 1829892"/>
              <a:gd name="connsiteX28" fmla="*/ 0 w 3561651"/>
              <a:gd name="connsiteY28" fmla="*/ 1630545 h 182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61651" h="1829892">
                <a:moveTo>
                  <a:pt x="0" y="0"/>
                </a:moveTo>
                <a:lnTo>
                  <a:pt x="1429" y="860"/>
                </a:lnTo>
                <a:cubicBezTo>
                  <a:pt x="24785" y="16985"/>
                  <a:pt x="47867" y="33177"/>
                  <a:pt x="75022" y="46537"/>
                </a:cubicBezTo>
                <a:cubicBezTo>
                  <a:pt x="129332" y="73257"/>
                  <a:pt x="205201" y="85593"/>
                  <a:pt x="252054" y="115909"/>
                </a:cubicBezTo>
                <a:cubicBezTo>
                  <a:pt x="298907" y="146225"/>
                  <a:pt x="309855" y="196724"/>
                  <a:pt x="356141" y="228438"/>
                </a:cubicBezTo>
                <a:cubicBezTo>
                  <a:pt x="402428" y="260151"/>
                  <a:pt x="476031" y="277254"/>
                  <a:pt x="529774" y="306193"/>
                </a:cubicBezTo>
                <a:cubicBezTo>
                  <a:pt x="583518" y="335132"/>
                  <a:pt x="628993" y="370932"/>
                  <a:pt x="678602" y="402070"/>
                </a:cubicBezTo>
                <a:cubicBezTo>
                  <a:pt x="728212" y="433208"/>
                  <a:pt x="775064" y="468216"/>
                  <a:pt x="827430" y="493021"/>
                </a:cubicBezTo>
                <a:cubicBezTo>
                  <a:pt x="879796" y="517826"/>
                  <a:pt x="939335" y="525263"/>
                  <a:pt x="992795" y="550898"/>
                </a:cubicBezTo>
                <a:cubicBezTo>
                  <a:pt x="1046256" y="576534"/>
                  <a:pt x="1095826" y="611826"/>
                  <a:pt x="1148192" y="646833"/>
                </a:cubicBezTo>
                <a:cubicBezTo>
                  <a:pt x="1200558" y="681841"/>
                  <a:pt x="1252962" y="728704"/>
                  <a:pt x="1306988" y="760947"/>
                </a:cubicBezTo>
                <a:cubicBezTo>
                  <a:pt x="1361014" y="793189"/>
                  <a:pt x="1419986" y="817417"/>
                  <a:pt x="1472352" y="840286"/>
                </a:cubicBezTo>
                <a:cubicBezTo>
                  <a:pt x="1524718" y="863156"/>
                  <a:pt x="1563029" y="866733"/>
                  <a:pt x="1621180" y="898164"/>
                </a:cubicBezTo>
                <a:cubicBezTo>
                  <a:pt x="1679331" y="929595"/>
                  <a:pt x="1756491" y="997176"/>
                  <a:pt x="1821260" y="1028871"/>
                </a:cubicBezTo>
                <a:cubicBezTo>
                  <a:pt x="1886028" y="1060566"/>
                  <a:pt x="1956317" y="1066578"/>
                  <a:pt x="2009787" y="1088333"/>
                </a:cubicBezTo>
                <a:cubicBezTo>
                  <a:pt x="2063257" y="1110088"/>
                  <a:pt x="2093847" y="1140112"/>
                  <a:pt x="2142078" y="1159405"/>
                </a:cubicBezTo>
                <a:cubicBezTo>
                  <a:pt x="2190310" y="1178698"/>
                  <a:pt x="2250943" y="1188374"/>
                  <a:pt x="2299175" y="1204088"/>
                </a:cubicBezTo>
                <a:cubicBezTo>
                  <a:pt x="2347407" y="1219805"/>
                  <a:pt x="2390125" y="1233027"/>
                  <a:pt x="2431466" y="1253698"/>
                </a:cubicBezTo>
                <a:cubicBezTo>
                  <a:pt x="2472808" y="1274368"/>
                  <a:pt x="2495129" y="1299730"/>
                  <a:pt x="2547222" y="1328112"/>
                </a:cubicBezTo>
                <a:cubicBezTo>
                  <a:pt x="2599314" y="1356493"/>
                  <a:pt x="2695785" y="1399185"/>
                  <a:pt x="2744017" y="1423989"/>
                </a:cubicBezTo>
                <a:cubicBezTo>
                  <a:pt x="2792249" y="1448794"/>
                  <a:pt x="2801886" y="1458469"/>
                  <a:pt x="2836610" y="1476940"/>
                </a:cubicBezTo>
                <a:cubicBezTo>
                  <a:pt x="2871334" y="1495411"/>
                  <a:pt x="2919292" y="1516903"/>
                  <a:pt x="2952365" y="1534818"/>
                </a:cubicBezTo>
                <a:cubicBezTo>
                  <a:pt x="2985438" y="1552732"/>
                  <a:pt x="2990949" y="1563756"/>
                  <a:pt x="3035047" y="1584427"/>
                </a:cubicBezTo>
                <a:cubicBezTo>
                  <a:pt x="3079145" y="1605097"/>
                  <a:pt x="3163205" y="1638170"/>
                  <a:pt x="3216948" y="1658841"/>
                </a:cubicBezTo>
                <a:cubicBezTo>
                  <a:pt x="3270691" y="1679511"/>
                  <a:pt x="3302387" y="1680889"/>
                  <a:pt x="3357508" y="1708450"/>
                </a:cubicBezTo>
                <a:cubicBezTo>
                  <a:pt x="3412629" y="1736011"/>
                  <a:pt x="3476020" y="1791133"/>
                  <a:pt x="3547677" y="1824205"/>
                </a:cubicBezTo>
                <a:lnTo>
                  <a:pt x="3561651" y="1829892"/>
                </a:lnTo>
                <a:lnTo>
                  <a:pt x="199347" y="1829892"/>
                </a:lnTo>
                <a:cubicBezTo>
                  <a:pt x="89251" y="1829892"/>
                  <a:pt x="0" y="1740641"/>
                  <a:pt x="0" y="1630545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57" name="Freeform: Shape 2356">
            <a:extLst>
              <a:ext uri="{FF2B5EF4-FFF2-40B4-BE49-F238E27FC236}">
                <a16:creationId xmlns:a16="http://schemas.microsoft.com/office/drawing/2014/main" id="{031A0BD9-407D-9CE1-1FBA-917929A6F737}"/>
              </a:ext>
            </a:extLst>
          </p:cNvPr>
          <p:cNvSpPr/>
          <p:nvPr/>
        </p:nvSpPr>
        <p:spPr>
          <a:xfrm>
            <a:off x="1071881" y="3501498"/>
            <a:ext cx="3509771" cy="1808063"/>
          </a:xfrm>
          <a:custGeom>
            <a:avLst/>
            <a:gdLst>
              <a:gd name="connsiteX0" fmla="*/ 0 w 3509771"/>
              <a:gd name="connsiteY0" fmla="*/ 0 h 1808063"/>
              <a:gd name="connsiteX1" fmla="*/ 68396 w 3509771"/>
              <a:gd name="connsiteY1" fmla="*/ 47274 h 1808063"/>
              <a:gd name="connsiteX2" fmla="*/ 192419 w 3509771"/>
              <a:gd name="connsiteY2" fmla="*/ 163029 h 1808063"/>
              <a:gd name="connsiteX3" fmla="*/ 349515 w 3509771"/>
              <a:gd name="connsiteY3" fmla="*/ 229175 h 1808063"/>
              <a:gd name="connsiteX4" fmla="*/ 523148 w 3509771"/>
              <a:gd name="connsiteY4" fmla="*/ 287052 h 1808063"/>
              <a:gd name="connsiteX5" fmla="*/ 671976 w 3509771"/>
              <a:gd name="connsiteY5" fmla="*/ 402807 h 1808063"/>
              <a:gd name="connsiteX6" fmla="*/ 820804 w 3509771"/>
              <a:gd name="connsiteY6" fmla="*/ 493758 h 1808063"/>
              <a:gd name="connsiteX7" fmla="*/ 986169 w 3509771"/>
              <a:gd name="connsiteY7" fmla="*/ 551635 h 1808063"/>
              <a:gd name="connsiteX8" fmla="*/ 1168070 w 3509771"/>
              <a:gd name="connsiteY8" fmla="*/ 634318 h 1808063"/>
              <a:gd name="connsiteX9" fmla="*/ 1300362 w 3509771"/>
              <a:gd name="connsiteY9" fmla="*/ 741805 h 1808063"/>
              <a:gd name="connsiteX10" fmla="*/ 1465726 w 3509771"/>
              <a:gd name="connsiteY10" fmla="*/ 841023 h 1808063"/>
              <a:gd name="connsiteX11" fmla="*/ 1614554 w 3509771"/>
              <a:gd name="connsiteY11" fmla="*/ 898901 h 1808063"/>
              <a:gd name="connsiteX12" fmla="*/ 1821260 w 3509771"/>
              <a:gd name="connsiteY12" fmla="*/ 989852 h 1808063"/>
              <a:gd name="connsiteX13" fmla="*/ 2003161 w 3509771"/>
              <a:gd name="connsiteY13" fmla="*/ 1089070 h 1808063"/>
              <a:gd name="connsiteX14" fmla="*/ 2135452 w 3509771"/>
              <a:gd name="connsiteY14" fmla="*/ 1180021 h 1808063"/>
              <a:gd name="connsiteX15" fmla="*/ 2292549 w 3509771"/>
              <a:gd name="connsiteY15" fmla="*/ 1204825 h 1808063"/>
              <a:gd name="connsiteX16" fmla="*/ 2424840 w 3509771"/>
              <a:gd name="connsiteY16" fmla="*/ 1254435 h 1808063"/>
              <a:gd name="connsiteX17" fmla="*/ 2540596 w 3509771"/>
              <a:gd name="connsiteY17" fmla="*/ 1328849 h 1808063"/>
              <a:gd name="connsiteX18" fmla="*/ 2730765 w 3509771"/>
              <a:gd name="connsiteY18" fmla="*/ 1444604 h 1808063"/>
              <a:gd name="connsiteX19" fmla="*/ 2829984 w 3509771"/>
              <a:gd name="connsiteY19" fmla="*/ 1477677 h 1808063"/>
              <a:gd name="connsiteX20" fmla="*/ 2945739 w 3509771"/>
              <a:gd name="connsiteY20" fmla="*/ 1535555 h 1808063"/>
              <a:gd name="connsiteX21" fmla="*/ 3028421 w 3509771"/>
              <a:gd name="connsiteY21" fmla="*/ 1585164 h 1808063"/>
              <a:gd name="connsiteX22" fmla="*/ 3210322 w 3509771"/>
              <a:gd name="connsiteY22" fmla="*/ 1659578 h 1808063"/>
              <a:gd name="connsiteX23" fmla="*/ 3350882 w 3509771"/>
              <a:gd name="connsiteY23" fmla="*/ 1709187 h 1808063"/>
              <a:gd name="connsiteX24" fmla="*/ 3488858 w 3509771"/>
              <a:gd name="connsiteY24" fmla="*/ 1796779 h 1808063"/>
              <a:gd name="connsiteX25" fmla="*/ 3509771 w 3509771"/>
              <a:gd name="connsiteY25" fmla="*/ 1808063 h 1808063"/>
              <a:gd name="connsiteX26" fmla="*/ 199347 w 3509771"/>
              <a:gd name="connsiteY26" fmla="*/ 1808063 h 1808063"/>
              <a:gd name="connsiteX27" fmla="*/ 0 w 3509771"/>
              <a:gd name="connsiteY27" fmla="*/ 1608716 h 180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509771" h="1808063">
                <a:moveTo>
                  <a:pt x="0" y="0"/>
                </a:moveTo>
                <a:lnTo>
                  <a:pt x="68396" y="47274"/>
                </a:lnTo>
                <a:cubicBezTo>
                  <a:pt x="113871" y="81724"/>
                  <a:pt x="145566" y="132712"/>
                  <a:pt x="192419" y="163029"/>
                </a:cubicBezTo>
                <a:cubicBezTo>
                  <a:pt x="239272" y="193345"/>
                  <a:pt x="294394" y="208504"/>
                  <a:pt x="349515" y="229175"/>
                </a:cubicBezTo>
                <a:cubicBezTo>
                  <a:pt x="404636" y="249845"/>
                  <a:pt x="469405" y="258113"/>
                  <a:pt x="523148" y="287052"/>
                </a:cubicBezTo>
                <a:cubicBezTo>
                  <a:pt x="576892" y="315991"/>
                  <a:pt x="622367" y="368357"/>
                  <a:pt x="671976" y="402807"/>
                </a:cubicBezTo>
                <a:cubicBezTo>
                  <a:pt x="721586" y="437258"/>
                  <a:pt x="768438" y="468953"/>
                  <a:pt x="820804" y="493758"/>
                </a:cubicBezTo>
                <a:cubicBezTo>
                  <a:pt x="873170" y="518563"/>
                  <a:pt x="928291" y="528208"/>
                  <a:pt x="986169" y="551635"/>
                </a:cubicBezTo>
                <a:cubicBezTo>
                  <a:pt x="1044047" y="575063"/>
                  <a:pt x="1115704" y="602622"/>
                  <a:pt x="1168070" y="634318"/>
                </a:cubicBezTo>
                <a:cubicBezTo>
                  <a:pt x="1220436" y="666013"/>
                  <a:pt x="1250752" y="707354"/>
                  <a:pt x="1300362" y="741805"/>
                </a:cubicBezTo>
                <a:cubicBezTo>
                  <a:pt x="1349971" y="776255"/>
                  <a:pt x="1413360" y="814841"/>
                  <a:pt x="1465726" y="841023"/>
                </a:cubicBezTo>
                <a:cubicBezTo>
                  <a:pt x="1518092" y="867206"/>
                  <a:pt x="1555299" y="874096"/>
                  <a:pt x="1614554" y="898901"/>
                </a:cubicBezTo>
                <a:cubicBezTo>
                  <a:pt x="1673809" y="923706"/>
                  <a:pt x="1756492" y="958156"/>
                  <a:pt x="1821260" y="989852"/>
                </a:cubicBezTo>
                <a:cubicBezTo>
                  <a:pt x="1886028" y="1021547"/>
                  <a:pt x="1950795" y="1057375"/>
                  <a:pt x="2003161" y="1089070"/>
                </a:cubicBezTo>
                <a:cubicBezTo>
                  <a:pt x="2055527" y="1120766"/>
                  <a:pt x="2087221" y="1160728"/>
                  <a:pt x="2135452" y="1180021"/>
                </a:cubicBezTo>
                <a:cubicBezTo>
                  <a:pt x="2183684" y="1199314"/>
                  <a:pt x="2244317" y="1192423"/>
                  <a:pt x="2292549" y="1204825"/>
                </a:cubicBezTo>
                <a:cubicBezTo>
                  <a:pt x="2340781" y="1217228"/>
                  <a:pt x="2383499" y="1233764"/>
                  <a:pt x="2424840" y="1254435"/>
                </a:cubicBezTo>
                <a:cubicBezTo>
                  <a:pt x="2466182" y="1275105"/>
                  <a:pt x="2540596" y="1328849"/>
                  <a:pt x="2540596" y="1328849"/>
                </a:cubicBezTo>
                <a:cubicBezTo>
                  <a:pt x="2591583" y="1360544"/>
                  <a:pt x="2682533" y="1419799"/>
                  <a:pt x="2730765" y="1444604"/>
                </a:cubicBezTo>
                <a:cubicBezTo>
                  <a:pt x="2778997" y="1469409"/>
                  <a:pt x="2794154" y="1462518"/>
                  <a:pt x="2829984" y="1477677"/>
                </a:cubicBezTo>
                <a:cubicBezTo>
                  <a:pt x="2865813" y="1492836"/>
                  <a:pt x="2912666" y="1517640"/>
                  <a:pt x="2945739" y="1535555"/>
                </a:cubicBezTo>
                <a:cubicBezTo>
                  <a:pt x="2978812" y="1553469"/>
                  <a:pt x="2984323" y="1564493"/>
                  <a:pt x="3028421" y="1585164"/>
                </a:cubicBezTo>
                <a:cubicBezTo>
                  <a:pt x="3072519" y="1605834"/>
                  <a:pt x="3156579" y="1638907"/>
                  <a:pt x="3210322" y="1659578"/>
                </a:cubicBezTo>
                <a:cubicBezTo>
                  <a:pt x="3264065" y="1680248"/>
                  <a:pt x="3295761" y="1681626"/>
                  <a:pt x="3350882" y="1709187"/>
                </a:cubicBezTo>
                <a:cubicBezTo>
                  <a:pt x="3392223" y="1729858"/>
                  <a:pt x="3438215" y="1766032"/>
                  <a:pt x="3488858" y="1796779"/>
                </a:cubicBezTo>
                <a:lnTo>
                  <a:pt x="3509771" y="1808063"/>
                </a:lnTo>
                <a:lnTo>
                  <a:pt x="199347" y="1808063"/>
                </a:lnTo>
                <a:cubicBezTo>
                  <a:pt x="89251" y="1808063"/>
                  <a:pt x="0" y="1718812"/>
                  <a:pt x="0" y="1608716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C1A3E-2C63-8DAC-063D-DBFB6CBFC5F1}"/>
              </a:ext>
            </a:extLst>
          </p:cNvPr>
          <p:cNvSpPr txBox="1"/>
          <p:nvPr/>
        </p:nvSpPr>
        <p:spPr>
          <a:xfrm>
            <a:off x="6072516" y="2761479"/>
            <a:ext cx="5359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Physics describes the evolution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of similarly prepared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95BFD-AD2F-A9F9-F2FF-CDDA8180E310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8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95BFD-AD2F-A9F9-F2FF-CDDA8180E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310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993EF-265A-35FE-D518-C686B415203A}"/>
                  </a:ext>
                </a:extLst>
              </p:cNvPr>
              <p:cNvSpPr txBox="1"/>
              <p:nvPr/>
            </p:nvSpPr>
            <p:spPr>
              <a:xfrm>
                <a:off x="1967109" y="1203033"/>
                <a:ext cx="4521815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993EF-265A-35FE-D518-C686B4152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109" y="1203033"/>
                <a:ext cx="4521815" cy="26468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060547-90E8-9330-4736-7097C1BBC9A5}"/>
              </a:ext>
            </a:extLst>
          </p:cNvPr>
          <p:cNvCxnSpPr>
            <a:cxnSpLocks/>
          </p:cNvCxnSpPr>
          <p:nvPr/>
        </p:nvCxnSpPr>
        <p:spPr>
          <a:xfrm>
            <a:off x="1626326" y="1246029"/>
            <a:ext cx="711925" cy="103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664E30-AF84-96A8-512D-D8C5820C9A83}"/>
              </a:ext>
            </a:extLst>
          </p:cNvPr>
          <p:cNvSpPr txBox="1"/>
          <p:nvPr/>
        </p:nvSpPr>
        <p:spPr>
          <a:xfrm>
            <a:off x="323850" y="168811"/>
            <a:ext cx="63970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Statistical description of preparations</a:t>
            </a:r>
            <a:br>
              <a:rPr lang="en-US" sz="3200" dirty="0"/>
            </a:br>
            <a:r>
              <a:rPr lang="en-US" sz="3200" dirty="0"/>
              <a:t>and measurement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DDC89-508C-F7AE-CE2F-A487AA4364C4}"/>
              </a:ext>
            </a:extLst>
          </p:cNvPr>
          <p:cNvSpPr txBox="1"/>
          <p:nvPr/>
        </p:nvSpPr>
        <p:spPr>
          <a:xfrm>
            <a:off x="711200" y="4508501"/>
            <a:ext cx="45649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Statistical description</a:t>
            </a:r>
            <a:br>
              <a:rPr lang="en-US" sz="3200" dirty="0"/>
            </a:br>
            <a:r>
              <a:rPr lang="en-US" sz="3200" dirty="0"/>
              <a:t>of all clocks synchronized</a:t>
            </a:r>
            <a:br>
              <a:rPr lang="en-US" sz="3200" dirty="0"/>
            </a:br>
            <a:r>
              <a:rPr lang="en-US" sz="3200" dirty="0"/>
              <a:t>at a particular initial event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74AEF1-2E22-E19F-AE1A-F8F96A216A92}"/>
              </a:ext>
            </a:extLst>
          </p:cNvPr>
          <p:cNvCxnSpPr>
            <a:cxnSpLocks/>
          </p:cNvCxnSpPr>
          <p:nvPr/>
        </p:nvCxnSpPr>
        <p:spPr>
          <a:xfrm flipV="1">
            <a:off x="4709160" y="3474720"/>
            <a:ext cx="156754" cy="1489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311121-AB9E-588B-7A65-0BC54E9A7F8A}"/>
              </a:ext>
            </a:extLst>
          </p:cNvPr>
          <p:cNvSpPr txBox="1"/>
          <p:nvPr/>
        </p:nvSpPr>
        <p:spPr>
          <a:xfrm>
            <a:off x="6298473" y="440744"/>
            <a:ext cx="570428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In physics, we can only study relationships that can be reproduced: relationships between ensembles</a:t>
            </a:r>
          </a:p>
        </p:txBody>
      </p:sp>
    </p:spTree>
    <p:extLst>
      <p:ext uri="{BB962C8B-B14F-4D97-AF65-F5344CB8AC3E}">
        <p14:creationId xmlns:p14="http://schemas.microsoft.com/office/powerpoint/2010/main" val="2117106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4166-70F5-DAAB-F18D-3C4673DF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B31D2AF-CBCB-9872-64F7-2AAA4C6DB5AE}"/>
              </a:ext>
            </a:extLst>
          </p:cNvPr>
          <p:cNvSpPr/>
          <p:nvPr/>
        </p:nvSpPr>
        <p:spPr>
          <a:xfrm>
            <a:off x="7346387" y="2717128"/>
            <a:ext cx="1926488" cy="192648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40391B3-B6DE-B491-E015-A9AD1B8B41C0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9CC45BE-B73C-79B2-6036-4795554AE0A1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7B3E87-693E-3B52-95EB-CEA9DE9D4345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D8192A6-79DC-D7FA-E4E9-A51AF49F950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A41BACD-9020-6C0F-7AC4-745A03D56FE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725777F3-29AF-73AD-5D15-F21201F67D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8B267A6-2704-5D1B-E64B-8D48B474C7B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CBA8F5F5-E24C-A99E-44B0-31E2D750E9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C17477C4-CF96-F464-3A7C-9032C2909A6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4F1CBFAA-BFA9-4DC6-F29F-E65E9AC9A28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4EFD4E18-F633-74EF-BB36-A9A88C708D3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01BED2EC-4235-2911-EB84-CD51C3DCC4F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1D67C58-89D5-3EBA-BD63-E8048B4B71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F90E9D0-2AA4-0A20-C95E-7F403658ADA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8AD88803-D391-2597-6710-A628C51FC4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84678229-89D3-BF8B-7AF4-CD3BF91328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ADA77FDE-9CE7-CD65-D58A-E26CA6FC5A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FE104B6D-D724-DFC3-9F10-47E4C5A3D72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ADBC5C3F-127F-3984-3EC6-49F9A56595C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41C01C57-209D-D216-E8C7-33DC8AB4B2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CE856CF-ED1F-9766-878A-12BD51EDF18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18E58E79-4EDB-A627-29C8-E0D93EE012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196ADD7-5B7E-8BDE-1141-EFC5976EB781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537C509-0D57-E151-60DF-FC0413F5F44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1744B54-0BD0-DD0D-9C56-3E018195C5A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45209750-D575-B464-EE4D-6A7D053BB69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9F3DC633-0AA2-1403-A78F-CC79E9A016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F896B1A6-91F1-DAB9-FF94-D33D577B1CE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0B3A39D2-64D8-EE91-55CB-5F6272C299A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302DE936-3231-CA52-C7D7-8374D60D7E2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FBF53C01-9693-1049-6830-A30BE17D7E3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1756BA5F-8AE9-7670-23F9-CC57283A6F3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19216CD-F633-E29B-77DF-F3B3822250B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4F32BB0-279E-B218-94EA-0E616DEF7B2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B8F129C1-4942-2676-E59F-943BCE960B8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9AEA49DA-FFC5-4365-4644-FA73EC4F3A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3591497B-C412-00B5-F3B9-4D06D31ADB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B44219D3-B78E-1287-55E7-29B500664B6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EB69DA11-9357-DEB3-5FF2-DD418D2C869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1AE7A91A-96DC-F9DE-4EA2-69851BD193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F1B2AF9A-00A8-33D6-FD14-6CE2415F74E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0EDFC416-C7CB-AB12-D9BA-7BF2082F33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4E9DC3C-EC4F-7D55-338D-157CA0065251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5607BB9B-6368-3C7E-B936-E85B4E161B5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2C9A050-68A5-461B-4BC8-8FB34A450F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93F56AF2-A670-3F2F-C5E7-FED6D46DA30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0825DF9F-E0BF-DC49-48D5-04470CF2660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57829FDC-50B7-61D2-72F7-1DC6AA59DE6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42B95B8A-E26E-EFF8-4BA9-ED0FB4DA96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2037EB9-1128-36F6-8309-39AD26C692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33CB9D53-838F-15FE-B32D-C258198A28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3E70EECD-A599-C131-DD32-0C93437EE7B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156982BC-685E-93D0-626F-D400A3353D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FE874BB-968C-B0AE-E9B7-1926FF1742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CCF216D9-90B4-C140-1590-F13C821AB8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5FDAC22C-7DC5-E295-D252-9ABC7E30DFD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54E90E81-9D4B-C2AA-5CA2-3D0D009B45F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43291D51-83A6-1658-1FA1-CA463B29FD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48598AAE-C9DE-265F-BF63-11C40E5493B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B58EE17F-F275-F346-2C97-F08D9977B68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11D0364D-950B-B59E-71DE-267A9530282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88A20808-E270-2A0D-6DF6-427681F9F6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329783-73D3-8C0F-83C0-A9B297EC7744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263D832-461D-E8CB-5843-0CC1F56FAD6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EE67CE0-E796-CBBE-D7A4-0ADD21C3DE6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22951633-55AE-18B5-C811-52E6F248717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A267529-51E0-0F6F-E365-9CCAA7FD58F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C15B0B7D-756E-D4EE-8537-70EB7AD7D5A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7BE7B462-EA75-D193-D00F-10AA34572D0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0571D142-6821-4E13-C5CF-FF503795767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BBE4ACFA-018B-EC1E-AAB9-0981F853061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3709CABC-F8AE-4E6D-62C1-F745E177E61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924FAAEF-64DE-04C5-56B1-7843FC73DFC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D2AD296A-3228-53AB-A5B4-97489300318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80BABE0F-D25F-F123-CA01-F5E0341A957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F24403E7-09D4-3A5E-0558-8A5347FB55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8499913A-6E13-9171-E34F-9D69E38D69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8921D2D-55CB-41B2-FDFA-3641F30A11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2A310865-04C3-BDAD-8EDE-839F95BBEB1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50F14A2C-D822-9922-6533-1B9C65A5DD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56A7AC45-3AFF-125E-802A-B07A39D4AE5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7549957C-BFBF-9CFF-978A-FE31F95EC6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FBD78F5-B408-32CC-88B2-D4CC08FB310F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3D78512-2AA2-9A71-7A30-3A03C91D6C8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A8BCB5-8BDF-F6C6-6155-316E11A702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14C2BA77-48BB-4825-CA32-7EE7B1669B9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211749A-A2A9-0A3C-E55E-D3A913DC277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A3B41456-48C5-847E-98DF-BC848D461D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1BD2C8A3-B459-F828-B68A-5C582833ED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EAB89275-2B93-8B74-846C-36890E38D1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ADE34280-CBC1-E67E-BF20-E400212F238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7DAAC4C6-C7CE-853A-46BF-337B0A5997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D3CB8B1C-E602-C814-D45E-AE473EFB8C6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AF5205D-B822-3F6E-C53C-D36C69F302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356819CC-830C-B6ED-585B-90DCCEB2420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8D13A78E-9A9B-6EDF-8885-25619DA4F1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77F6E3F9-1CC2-A39B-E4A6-36DE986F85F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11F17FD9-1AE9-B581-BABE-E3196E7282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7FACC010-2E31-EB0A-95AA-C35676A516D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B4651B5E-A0ED-D2D6-5C42-5725C89C2B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FE9CC998-4AA6-BB2B-5F3D-C917E41FF86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29C9F7B5-B9BA-52DC-19C1-DF4C12A6200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1C5F30FE-85F4-971B-3A40-DC2AEFD7AC25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FD84E88A-9DB7-9CD3-4F62-CB803483F88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B243A99-E73B-6BDC-1CCE-15C2B803554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DCC0EF80-5A62-4DCE-ACE2-AF04BDA8A09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6995D0E2-996D-1177-FD57-F478DFA521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CB4E5F7F-8478-8994-165B-E7B93A202CA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3EFDF7EC-51D0-7C30-C665-C6D69A940C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EAF2D1D1-D3AC-983E-A12A-14ECFF9059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92AA4F46-FC53-60F8-A779-63721720954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75F4D642-4465-E267-D9B5-E47C7CD7F44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AB6E0518-F20C-FEB6-A695-094FB34CFB3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92526D12-BC2D-76F5-DCD7-0922AB738C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F468228C-65C7-110A-4C51-C065C17796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06054739-2101-1356-494B-91658B1530B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D0F22592-A971-5082-EAC7-A60F60E163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DFE88042-A1B2-55A9-DBC2-4DF7560EB7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369AE94D-4F9F-B930-FD36-EFCEAFB771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F2C82778-D682-5131-B381-38BE8404457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8283295-3E99-35F5-3B5F-51D9E749EF0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564C4A07-881B-3CF2-286E-FC26A08B5EF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882C68C-F60A-DF9E-BD0D-7394A4B4BF4A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A4FF1F98-5101-3522-036C-75ED290FAAD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F4A9FF9A-66D6-B5E5-7316-9C7728C4A29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20CA286B-4C7B-3982-A9D2-DD5EB818684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8CF4D9DA-EBA2-39C1-7FF1-B6ACD7B971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B17C896B-A6F0-68E8-B711-42FD773A4F6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95E01205-F946-4742-DC66-99999C065EF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572D085A-239D-9405-7B60-6C19DD6A21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296BFF0C-72AC-3EE3-686C-A4420DCE3BB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9BF6396C-2B11-5410-0174-AFC6E2BCA5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3635361A-5C37-7525-4DC5-A09DD85777C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994D8D2D-90DA-8C58-AB62-A848FC187D9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93176AD0-BD61-27E8-B8CF-7E5040E1C8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81BD4E9B-E363-43EE-A0F6-C378D025153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80CACB0D-0203-F5BA-3F29-E19C1027259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2B422FF5-9E69-026E-D89F-9E796359E8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E94C5B6C-F16F-B9B3-03E0-E64788196C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787F3D3B-D1DF-AB0C-E511-E5AAA659C52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6C67ACBC-5F75-DFE8-54CC-F84C4AD611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BC2D5841-4CD4-2B40-689C-70A3D4C0FD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37B51A9A-24D9-77B1-116E-F9B4D6670872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DD5C191D-5528-3D2C-0067-80649C65C1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D3210F1F-2770-2153-19E1-7156D4C420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71DCE076-D3E2-ADED-2BC9-D69D5867D7D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EBF2A9F6-34B0-27B1-C588-8F454F17E5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8A5068D-215E-A774-583E-A8AEA2E776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4B583968-5F69-DCF0-4060-B1E0F5415F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66BF07CA-4DAE-757E-E021-20DF130DC8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BA4984BD-92DF-21EE-54E2-C6AABC70A6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C1E5E03-59A0-821C-359D-1AAE83C4EC5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C03EE1F4-72AC-F019-53B4-2D6B3E439D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28D22AA8-3288-2822-9AAD-1A92166892F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B4EE6B33-129B-AA9C-C312-01A96D4A7BB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F913A06E-39B8-52E9-E4C4-3EAC408D75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1070F0DE-0E19-03B5-9896-52F02A216ED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55A9DCCB-0D4B-A28D-C074-9FC7174619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6DE53D7D-744E-AAD6-A205-DCB29FB517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17798729-AC85-4996-CE1D-26B5796040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05B70A4A-7295-CBED-CCB8-190B0D15284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5801380C-7FDC-2AB1-9E46-5F7DF4F9B83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5B36684-8692-027C-A273-12F55528044A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F1E4F2B2-BA30-7CE0-338C-15817C79F84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F1221473-0691-8106-6F1E-2BAC48E46A1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D66ED26F-8BE5-5624-E346-6B42842B065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2486C58C-4EE9-BA68-43A6-416AD9F2AF2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E5250B44-03D8-8253-C3E3-5C3E7CC595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CF5081A8-2466-B2CF-54E8-17AED82ABD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73CE64DC-22E3-47A8-1C2D-388CD2D3189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F7A7B44E-5DFE-3B71-7A14-3C5CB7A911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884BA21C-13BE-D636-D55E-6A0BD932B3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F578740E-A2AA-EBF3-6FA8-8F8C539EE31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E9A85CD7-8507-8FC5-EF6A-4D73614FB0A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083BB99D-2ACB-ECAB-1EB8-922476FD485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F878D736-B288-EA44-35CB-42AD0D1953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5AF4E21C-A4B2-49BF-009C-5AD8C61AF89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F2F259D6-78C0-106B-DAFD-E65B68B6E38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D06D4D69-14D4-7A2C-D3A1-F05DA42682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346D9AE0-3AA8-A4E9-27E2-A569093870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F3A2A24D-94A0-35F4-5CF8-69BF4B526A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EA242D16-E4B7-032F-4A14-E93CC3AC46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660092E9-1BBF-5321-711D-FC69D2165E6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83C06A84-6188-2812-5B29-E20163CCF21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28B7F00C-89DF-9987-5FC6-02005AE86B3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DA909714-1975-8785-4413-25A32F26052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D8A42D3B-056C-3557-EF59-CF30160CAAA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5B3D0028-A135-3AA4-9116-88DB427911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B86B58B5-6CE6-D3E5-5DE1-1B22D8645C0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583A9566-BA80-E548-11DB-0DC2430A0AE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AFAD8DAC-96F1-C028-5A0F-2BFF7EC9ABA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3F0F69C1-79DE-E1A8-EEAA-EFDFD2268F0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2109C02E-9032-B1EE-0BCE-F787141839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8B225D0-DB30-77B5-486B-FAE38420DCF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F8DA09FB-06EE-BABA-14AA-9364EFC20E1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00D2FD06-1B65-86C3-33E1-6565A987DE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4A29319F-55AF-E961-DD92-BC04B16BEE5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FD4AC80-342A-4563-16DA-41E54AC3256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4754A672-D8BC-DC74-0783-4650894AF0D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58113FC7-6AF5-D353-0E72-F4FF3CAA9C9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B5C8E9D2-4D67-BF5B-3E8A-1EE61616698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C45EC135-55C2-A0EB-4384-6FF0211A55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FB3C701-D6FB-0F95-21E4-DFA56AD21452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1064382" y="2609850"/>
            <a:chExt cx="3842090" cy="2699711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555DF18F-062C-03D2-5F53-64231559D1C1}"/>
                </a:ext>
              </a:extLst>
            </p:cNvPr>
            <p:cNvSpPr/>
            <p:nvPr/>
          </p:nvSpPr>
          <p:spPr>
            <a:xfrm>
              <a:off x="1071880" y="2609850"/>
              <a:ext cx="3834592" cy="2699710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00F0FC8C-CF44-C172-1C6F-85380AC22B0E}"/>
                </a:ext>
              </a:extLst>
            </p:cNvPr>
            <p:cNvSpPr/>
            <p:nvPr/>
          </p:nvSpPr>
          <p:spPr>
            <a:xfrm>
              <a:off x="1064382" y="3489329"/>
              <a:ext cx="3606460" cy="1820232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B42E9D0-72A9-0469-5DE1-8AE81F4B790F}"/>
                </a:ext>
              </a:extLst>
            </p:cNvPr>
            <p:cNvSpPr/>
            <p:nvPr/>
          </p:nvSpPr>
          <p:spPr>
            <a:xfrm>
              <a:off x="2091864" y="3090145"/>
              <a:ext cx="1387181" cy="1309299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476B534A-D4D7-5EA4-47F1-EC4784CB11FF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66BD673-45FE-2EA6-C09C-856672C8FF01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97B5BDE-DC43-B1FA-7D78-8162C9DD33B9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CAF224B-EE59-8DDE-8D00-870F0068D3CA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CAF224B-EE59-8DDE-8D00-870F0068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525B35A-170F-E1AB-D0E7-6F75592E0216}"/>
              </a:ext>
            </a:extLst>
          </p:cNvPr>
          <p:cNvSpPr txBox="1"/>
          <p:nvPr/>
        </p:nvSpPr>
        <p:spPr>
          <a:xfrm>
            <a:off x="383378" y="5769647"/>
            <a:ext cx="8702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Even a single measurement is an average over a finite time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7F4B79-043A-B080-2541-D25F77150E00}"/>
              </a:ext>
            </a:extLst>
          </p:cNvPr>
          <p:cNvSpPr/>
          <p:nvPr/>
        </p:nvSpPr>
        <p:spPr>
          <a:xfrm>
            <a:off x="3257550" y="3267075"/>
            <a:ext cx="222253" cy="222253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9CC60248-C03A-4740-C5F0-B2B36E8BABF5}"/>
              </a:ext>
            </a:extLst>
          </p:cNvPr>
          <p:cNvCxnSpPr/>
          <p:nvPr/>
        </p:nvCxnSpPr>
        <p:spPr>
          <a:xfrm flipV="1">
            <a:off x="3416300" y="2717128"/>
            <a:ext cx="4638557" cy="549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BB24965-71A2-65D3-E740-6253623792B6}"/>
              </a:ext>
            </a:extLst>
          </p:cNvPr>
          <p:cNvCxnSpPr>
            <a:cxnSpLocks/>
          </p:cNvCxnSpPr>
          <p:nvPr/>
        </p:nvCxnSpPr>
        <p:spPr>
          <a:xfrm>
            <a:off x="3451225" y="3489328"/>
            <a:ext cx="4603632" cy="1154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421DD1-576D-5674-920A-177DC138F072}"/>
              </a:ext>
            </a:extLst>
          </p:cNvPr>
          <p:cNvSpPr/>
          <p:nvPr/>
        </p:nvSpPr>
        <p:spPr>
          <a:xfrm>
            <a:off x="7339949" y="2948461"/>
            <a:ext cx="1285507" cy="1695157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85507" h="1695157">
                <a:moveTo>
                  <a:pt x="343692" y="0"/>
                </a:moveTo>
                <a:lnTo>
                  <a:pt x="484927" y="111354"/>
                </a:lnTo>
                <a:cubicBezTo>
                  <a:pt x="621400" y="224356"/>
                  <a:pt x="743095" y="340834"/>
                  <a:pt x="836969" y="476432"/>
                </a:cubicBezTo>
                <a:cubicBezTo>
                  <a:pt x="1024719" y="747629"/>
                  <a:pt x="1045588" y="1088383"/>
                  <a:pt x="1170758" y="1394353"/>
                </a:cubicBezTo>
                <a:cubicBezTo>
                  <a:pt x="1202051" y="1470845"/>
                  <a:pt x="1235951" y="1541688"/>
                  <a:pt x="1271156" y="1611119"/>
                </a:cubicBezTo>
                <a:lnTo>
                  <a:pt x="1285507" y="1638740"/>
                </a:lnTo>
                <a:lnTo>
                  <a:pt x="1249683" y="1651852"/>
                </a:lnTo>
                <a:cubicBezTo>
                  <a:pt x="1159197" y="1679996"/>
                  <a:pt x="1062991" y="1695157"/>
                  <a:pt x="963244" y="1695157"/>
                </a:cubicBezTo>
                <a:cubicBezTo>
                  <a:pt x="431259" y="1695157"/>
                  <a:pt x="0" y="1263898"/>
                  <a:pt x="0" y="731912"/>
                </a:cubicBezTo>
                <a:cubicBezTo>
                  <a:pt x="0" y="465919"/>
                  <a:pt x="107815" y="225108"/>
                  <a:pt x="282128" y="50795"/>
                </a:cubicBezTo>
                <a:close/>
              </a:path>
            </a:pathLst>
          </a:custGeom>
          <a:ln w="28575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816E517-5EB9-7DA7-5FF5-7BD00F81CF6E}"/>
              </a:ext>
            </a:extLst>
          </p:cNvPr>
          <p:cNvSpPr/>
          <p:nvPr/>
        </p:nvSpPr>
        <p:spPr>
          <a:xfrm>
            <a:off x="7631842" y="2984897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565656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484DCB2-80A3-70AE-6D23-BF1A68A8F255}"/>
              </a:ext>
            </a:extLst>
          </p:cNvPr>
          <p:cNvSpPr/>
          <p:nvPr/>
        </p:nvSpPr>
        <p:spPr>
          <a:xfrm>
            <a:off x="7678921" y="2956043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565656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1AFDAD0-53A3-0F4E-A7CF-2621986B4A31}"/>
              </a:ext>
            </a:extLst>
          </p:cNvPr>
          <p:cNvSpPr/>
          <p:nvPr/>
        </p:nvSpPr>
        <p:spPr>
          <a:xfrm>
            <a:off x="7655612" y="2971356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43434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A7742-A002-49F3-9A46-5AB61E99978F}"/>
              </a:ext>
            </a:extLst>
          </p:cNvPr>
          <p:cNvSpPr/>
          <p:nvPr/>
        </p:nvSpPr>
        <p:spPr>
          <a:xfrm>
            <a:off x="7693653" y="2938780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6B6B6B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12EC208-437F-7094-08AC-96DC784FC46B}"/>
              </a:ext>
            </a:extLst>
          </p:cNvPr>
          <p:cNvSpPr/>
          <p:nvPr/>
        </p:nvSpPr>
        <p:spPr>
          <a:xfrm>
            <a:off x="7612509" y="3002159"/>
            <a:ext cx="927464" cy="1611119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  <a:gd name="connsiteX0" fmla="*/ 0 w 927464"/>
              <a:gd name="connsiteY0" fmla="*/ 0 h 1611119"/>
              <a:gd name="connsiteX1" fmla="*/ 141235 w 927464"/>
              <a:gd name="connsiteY1" fmla="*/ 111354 h 1611119"/>
              <a:gd name="connsiteX2" fmla="*/ 493277 w 927464"/>
              <a:gd name="connsiteY2" fmla="*/ 476432 h 1611119"/>
              <a:gd name="connsiteX3" fmla="*/ 827066 w 927464"/>
              <a:gd name="connsiteY3" fmla="*/ 1394353 h 1611119"/>
              <a:gd name="connsiteX4" fmla="*/ 927464 w 927464"/>
              <a:gd name="connsiteY4" fmla="*/ 1611119 h 161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7464" h="1611119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</a:path>
            </a:pathLst>
          </a:custGeom>
          <a:noFill/>
          <a:ln w="28575">
            <a:solidFill>
              <a:srgbClr val="6B6B6B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36C628-3C74-E7F5-B856-800DE9592774}"/>
              </a:ext>
            </a:extLst>
          </p:cNvPr>
          <p:cNvSpPr/>
          <p:nvPr/>
        </p:nvSpPr>
        <p:spPr>
          <a:xfrm>
            <a:off x="7719207" y="2928866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7F7F7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2B2348-DBBE-149F-A452-C178BBA20210}"/>
              </a:ext>
            </a:extLst>
          </p:cNvPr>
          <p:cNvSpPr/>
          <p:nvPr/>
        </p:nvSpPr>
        <p:spPr>
          <a:xfrm>
            <a:off x="7590387" y="3018417"/>
            <a:ext cx="927464" cy="1611119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  <a:gd name="connsiteX0" fmla="*/ 0 w 927464"/>
              <a:gd name="connsiteY0" fmla="*/ 0 h 1611119"/>
              <a:gd name="connsiteX1" fmla="*/ 141235 w 927464"/>
              <a:gd name="connsiteY1" fmla="*/ 111354 h 1611119"/>
              <a:gd name="connsiteX2" fmla="*/ 493277 w 927464"/>
              <a:gd name="connsiteY2" fmla="*/ 476432 h 1611119"/>
              <a:gd name="connsiteX3" fmla="*/ 827066 w 927464"/>
              <a:gd name="connsiteY3" fmla="*/ 1394353 h 1611119"/>
              <a:gd name="connsiteX4" fmla="*/ 927464 w 927464"/>
              <a:gd name="connsiteY4" fmla="*/ 1611119 h 161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7464" h="1611119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</a:path>
            </a:pathLst>
          </a:custGeom>
          <a:noFill/>
          <a:ln w="28575">
            <a:solidFill>
              <a:srgbClr val="7F7F7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10D151-F010-1288-8A27-025C6B333F08}"/>
              </a:ext>
            </a:extLst>
          </p:cNvPr>
          <p:cNvSpPr/>
          <p:nvPr/>
        </p:nvSpPr>
        <p:spPr>
          <a:xfrm>
            <a:off x="7346387" y="2717128"/>
            <a:ext cx="1926488" cy="1926489"/>
          </a:xfrm>
          <a:prstGeom prst="ellipse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5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animBg="1"/>
      <p:bldP spid="14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11" grpId="0" animBg="1"/>
      <p:bldP spid="12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0E7EE-E838-2A57-29A1-365F53C4FB13}"/>
              </a:ext>
            </a:extLst>
          </p:cNvPr>
          <p:cNvSpPr txBox="1"/>
          <p:nvPr/>
        </p:nvSpPr>
        <p:spPr>
          <a:xfrm>
            <a:off x="628649" y="5567272"/>
            <a:ext cx="81242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It’s ensembles all the way 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4879-BC2C-822F-753D-C74B10740DD8}"/>
              </a:ext>
            </a:extLst>
          </p:cNvPr>
          <p:cNvSpPr txBox="1"/>
          <p:nvPr/>
        </p:nvSpPr>
        <p:spPr>
          <a:xfrm>
            <a:off x="154778" y="351520"/>
            <a:ext cx="74478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be able to define a probability distribution over heads or tails, you need first to define what heads and tails 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C6876-DDC7-4081-8F41-919657D8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17" y="256449"/>
            <a:ext cx="3665220" cy="1863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AA49B6-3D54-F84C-86BF-62E1B5636B53}"/>
              </a:ext>
            </a:extLst>
          </p:cNvPr>
          <p:cNvSpPr txBox="1"/>
          <p:nvPr/>
        </p:nvSpPr>
        <p:spPr>
          <a:xfrm>
            <a:off x="10958147" y="2119603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wikipedia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4936-AD97-5268-F7E8-CA47339F9C77}"/>
              </a:ext>
            </a:extLst>
          </p:cNvPr>
          <p:cNvSpPr txBox="1"/>
          <p:nvPr/>
        </p:nvSpPr>
        <p:spPr>
          <a:xfrm>
            <a:off x="409989" y="4047687"/>
            <a:ext cx="8560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The state of a system is what remains “stable” for at least a short amount of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C7DD0-5BC5-3FB9-E946-57989D2541AA}"/>
              </a:ext>
            </a:extLst>
          </p:cNvPr>
          <p:cNvSpPr txBox="1"/>
          <p:nvPr/>
        </p:nvSpPr>
        <p:spPr>
          <a:xfrm>
            <a:off x="154777" y="1792317"/>
            <a:ext cx="7447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can do that because we can leave the coin be, and it remains heads or 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0D859-5FAA-A4DA-37DA-5512AD6BB8BD}"/>
              </a:ext>
            </a:extLst>
          </p:cNvPr>
          <p:cNvSpPr txBox="1"/>
          <p:nvPr/>
        </p:nvSpPr>
        <p:spPr>
          <a:xfrm>
            <a:off x="154776" y="2774324"/>
            <a:ext cx="7447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it kept changing more than 100 times a second, we wouldn’t perceive heads or tails: just a blur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8F9914-FD2A-271B-DDC0-1B519930B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57" y="537297"/>
            <a:ext cx="2416789" cy="3052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0100B-51B6-1145-9D84-CA7F7BDC756F}"/>
              </a:ext>
            </a:extLst>
          </p:cNvPr>
          <p:cNvSpPr txBox="1"/>
          <p:nvPr/>
        </p:nvSpPr>
        <p:spPr>
          <a:xfrm>
            <a:off x="10272347" y="3617363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wikipedia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0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79B23-1961-4A67-0B06-0228F270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B178F-A5E9-3E6F-998D-0D063E1C86F2}"/>
              </a:ext>
            </a:extLst>
          </p:cNvPr>
          <p:cNvSpPr txBox="1"/>
          <p:nvPr/>
        </p:nvSpPr>
        <p:spPr>
          <a:xfrm>
            <a:off x="3520872" y="451976"/>
            <a:ext cx="55227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What is entropy?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9560A-E204-13FC-B178-05C476AF2CFB}"/>
              </a:ext>
            </a:extLst>
          </p:cNvPr>
          <p:cNvSpPr txBox="1"/>
          <p:nvPr/>
        </p:nvSpPr>
        <p:spPr>
          <a:xfrm>
            <a:off x="2957449" y="2768234"/>
            <a:ext cx="6649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Why a lower bound?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30FB2-28C4-3723-2E96-D68306A1D53B}"/>
              </a:ext>
            </a:extLst>
          </p:cNvPr>
          <p:cNvSpPr txBox="1"/>
          <p:nvPr/>
        </p:nvSpPr>
        <p:spPr>
          <a:xfrm>
            <a:off x="3544308" y="1507103"/>
            <a:ext cx="5475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Variability within a preparation!</a:t>
            </a:r>
          </a:p>
        </p:txBody>
      </p:sp>
    </p:spTree>
    <p:extLst>
      <p:ext uri="{BB962C8B-B14F-4D97-AF65-F5344CB8AC3E}">
        <p14:creationId xmlns:p14="http://schemas.microsoft.com/office/powerpoint/2010/main" val="1323328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ADFC-E5BE-3FF4-1BD2-0ABF030A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9C875A-AC18-FA89-A5BE-FC876E59475A}"/>
              </a:ext>
            </a:extLst>
          </p:cNvPr>
          <p:cNvSpPr/>
          <p:nvPr/>
        </p:nvSpPr>
        <p:spPr>
          <a:xfrm>
            <a:off x="612590" y="1076312"/>
            <a:ext cx="1350577" cy="1021977"/>
          </a:xfrm>
          <a:custGeom>
            <a:avLst/>
            <a:gdLst>
              <a:gd name="connsiteX0" fmla="*/ 0 w 1269594"/>
              <a:gd name="connsiteY0" fmla="*/ 0 h 1021977"/>
              <a:gd name="connsiteX1" fmla="*/ 1183341 w 1269594"/>
              <a:gd name="connsiteY1" fmla="*/ 0 h 1021977"/>
              <a:gd name="connsiteX2" fmla="*/ 1183341 w 1269594"/>
              <a:gd name="connsiteY2" fmla="*/ 222350 h 1021977"/>
              <a:gd name="connsiteX3" fmla="*/ 1269594 w 1269594"/>
              <a:gd name="connsiteY3" fmla="*/ 172994 h 1021977"/>
              <a:gd name="connsiteX4" fmla="*/ 1269594 w 1269594"/>
              <a:gd name="connsiteY4" fmla="*/ 827044 h 1021977"/>
              <a:gd name="connsiteX5" fmla="*/ 1183341 w 1269594"/>
              <a:gd name="connsiteY5" fmla="*/ 777688 h 1021977"/>
              <a:gd name="connsiteX6" fmla="*/ 1183341 w 1269594"/>
              <a:gd name="connsiteY6" fmla="*/ 1021977 h 1021977"/>
              <a:gd name="connsiteX7" fmla="*/ 0 w 1269594"/>
              <a:gd name="connsiteY7" fmla="*/ 1021977 h 1021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9594" h="1021977">
                <a:moveTo>
                  <a:pt x="0" y="0"/>
                </a:moveTo>
                <a:lnTo>
                  <a:pt x="1183341" y="0"/>
                </a:lnTo>
                <a:lnTo>
                  <a:pt x="1183341" y="222350"/>
                </a:lnTo>
                <a:lnTo>
                  <a:pt x="1269594" y="172994"/>
                </a:lnTo>
                <a:lnTo>
                  <a:pt x="1269594" y="827044"/>
                </a:lnTo>
                <a:lnTo>
                  <a:pt x="1183341" y="777688"/>
                </a:lnTo>
                <a:lnTo>
                  <a:pt x="1183341" y="1021977"/>
                </a:lnTo>
                <a:lnTo>
                  <a:pt x="0" y="102197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Preparation</a:t>
            </a:r>
            <a:br>
              <a:rPr lang="en-US" dirty="0"/>
            </a:br>
            <a:r>
              <a:rPr lang="en-US" dirty="0"/>
              <a:t>procedure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AE3706-575F-3D88-BB0C-8945F0535563}"/>
              </a:ext>
            </a:extLst>
          </p:cNvPr>
          <p:cNvSpPr/>
          <p:nvPr/>
        </p:nvSpPr>
        <p:spPr>
          <a:xfrm>
            <a:off x="615952" y="2961896"/>
            <a:ext cx="1350577" cy="1021977"/>
          </a:xfrm>
          <a:custGeom>
            <a:avLst/>
            <a:gdLst>
              <a:gd name="connsiteX0" fmla="*/ 0 w 1269594"/>
              <a:gd name="connsiteY0" fmla="*/ 0 h 1021977"/>
              <a:gd name="connsiteX1" fmla="*/ 1183341 w 1269594"/>
              <a:gd name="connsiteY1" fmla="*/ 0 h 1021977"/>
              <a:gd name="connsiteX2" fmla="*/ 1183341 w 1269594"/>
              <a:gd name="connsiteY2" fmla="*/ 222350 h 1021977"/>
              <a:gd name="connsiteX3" fmla="*/ 1269594 w 1269594"/>
              <a:gd name="connsiteY3" fmla="*/ 172994 h 1021977"/>
              <a:gd name="connsiteX4" fmla="*/ 1269594 w 1269594"/>
              <a:gd name="connsiteY4" fmla="*/ 827044 h 1021977"/>
              <a:gd name="connsiteX5" fmla="*/ 1183341 w 1269594"/>
              <a:gd name="connsiteY5" fmla="*/ 777688 h 1021977"/>
              <a:gd name="connsiteX6" fmla="*/ 1183341 w 1269594"/>
              <a:gd name="connsiteY6" fmla="*/ 1021977 h 1021977"/>
              <a:gd name="connsiteX7" fmla="*/ 0 w 1269594"/>
              <a:gd name="connsiteY7" fmla="*/ 1021977 h 1021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9594" h="1021977">
                <a:moveTo>
                  <a:pt x="0" y="0"/>
                </a:moveTo>
                <a:lnTo>
                  <a:pt x="1183341" y="0"/>
                </a:lnTo>
                <a:lnTo>
                  <a:pt x="1183341" y="222350"/>
                </a:lnTo>
                <a:lnTo>
                  <a:pt x="1269594" y="172994"/>
                </a:lnTo>
                <a:lnTo>
                  <a:pt x="1269594" y="827044"/>
                </a:lnTo>
                <a:lnTo>
                  <a:pt x="1183341" y="777688"/>
                </a:lnTo>
                <a:lnTo>
                  <a:pt x="1183341" y="1021977"/>
                </a:lnTo>
                <a:lnTo>
                  <a:pt x="0" y="102197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Preparation</a:t>
            </a:r>
            <a:br>
              <a:rPr lang="en-US" dirty="0"/>
            </a:br>
            <a:r>
              <a:rPr lang="en-US" dirty="0"/>
              <a:t>procedure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A8449-F6EF-4E2C-CD72-8F697A6EB10B}"/>
              </a:ext>
            </a:extLst>
          </p:cNvPr>
          <p:cNvSpPr/>
          <p:nvPr/>
        </p:nvSpPr>
        <p:spPr>
          <a:xfrm>
            <a:off x="5247496" y="316865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48160F-76EA-BB00-3438-F81758BADB31}"/>
                  </a:ext>
                </a:extLst>
              </p:cNvPr>
              <p:cNvSpPr txBox="1"/>
              <p:nvPr/>
            </p:nvSpPr>
            <p:spPr>
              <a:xfrm>
                <a:off x="6394480" y="313489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48160F-76EA-BB00-3438-F81758BA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3134891"/>
                <a:ext cx="5323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C093CE73-D078-6ECF-E30F-06BA97CF1177}"/>
              </a:ext>
            </a:extLst>
          </p:cNvPr>
          <p:cNvSpPr/>
          <p:nvPr/>
        </p:nvSpPr>
        <p:spPr>
          <a:xfrm>
            <a:off x="3537685" y="145627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B102C31-F155-36E0-BCEC-AD42DC0DB332}"/>
              </a:ext>
            </a:extLst>
          </p:cNvPr>
          <p:cNvSpPr/>
          <p:nvPr/>
        </p:nvSpPr>
        <p:spPr>
          <a:xfrm>
            <a:off x="2735973" y="170480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4FA2C1-2573-744D-DE6D-E3D5E9E236FA}"/>
              </a:ext>
            </a:extLst>
          </p:cNvPr>
          <p:cNvSpPr/>
          <p:nvPr/>
        </p:nvSpPr>
        <p:spPr>
          <a:xfrm>
            <a:off x="5012062" y="167899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5A3CC86-7C7F-5D56-DFA3-5454703668CA}"/>
              </a:ext>
            </a:extLst>
          </p:cNvPr>
          <p:cNvSpPr/>
          <p:nvPr/>
        </p:nvSpPr>
        <p:spPr>
          <a:xfrm>
            <a:off x="4158858" y="129357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86FEFA8-5F19-BB6C-1A5D-31DDFFC3506F}"/>
              </a:ext>
            </a:extLst>
          </p:cNvPr>
          <p:cNvSpPr/>
          <p:nvPr/>
        </p:nvSpPr>
        <p:spPr>
          <a:xfrm>
            <a:off x="6060090" y="170480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1C35FC-FF03-4E02-B599-5687B4A091D1}"/>
                  </a:ext>
                </a:extLst>
              </p:cNvPr>
              <p:cNvSpPr txBox="1"/>
              <p:nvPr/>
            </p:nvSpPr>
            <p:spPr>
              <a:xfrm>
                <a:off x="6394480" y="124930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1C35FC-FF03-4E02-B599-5687B4A09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124930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03853973-FFE4-38AB-F657-9DE578645E18}"/>
              </a:ext>
            </a:extLst>
          </p:cNvPr>
          <p:cNvSpPr/>
          <p:nvPr/>
        </p:nvSpPr>
        <p:spPr>
          <a:xfrm>
            <a:off x="3378470" y="347288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98D6F69-4AF9-972C-FD6E-ECFF88A6AD0A}"/>
              </a:ext>
            </a:extLst>
          </p:cNvPr>
          <p:cNvSpPr/>
          <p:nvPr/>
        </p:nvSpPr>
        <p:spPr>
          <a:xfrm>
            <a:off x="6060090" y="324212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D6893373-1CFC-F4BD-A595-C01447C37393}"/>
              </a:ext>
            </a:extLst>
          </p:cNvPr>
          <p:cNvSpPr/>
          <p:nvPr/>
        </p:nvSpPr>
        <p:spPr>
          <a:xfrm>
            <a:off x="4663376" y="320942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38105-AEC2-4D84-D229-FBA40874B954}"/>
              </a:ext>
            </a:extLst>
          </p:cNvPr>
          <p:cNvSpPr/>
          <p:nvPr/>
        </p:nvSpPr>
        <p:spPr>
          <a:xfrm>
            <a:off x="2257959" y="354775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E4D32F1-3562-3B03-1A6F-EA19594F2D88}"/>
              </a:ext>
            </a:extLst>
          </p:cNvPr>
          <p:cNvSpPr/>
          <p:nvPr/>
        </p:nvSpPr>
        <p:spPr>
          <a:xfrm>
            <a:off x="2778763" y="354775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F2E8EB-5F15-B4B3-9389-135A6D309C71}"/>
              </a:ext>
            </a:extLst>
          </p:cNvPr>
          <p:cNvSpPr/>
          <p:nvPr/>
        </p:nvSpPr>
        <p:spPr>
          <a:xfrm>
            <a:off x="2341121" y="135168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1DC8AB-3B01-656C-5A02-368061788FAE}"/>
              </a:ext>
            </a:extLst>
          </p:cNvPr>
          <p:cNvSpPr/>
          <p:nvPr/>
        </p:nvSpPr>
        <p:spPr>
          <a:xfrm>
            <a:off x="4626529" y="1435827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50536EA-280B-CFFB-95DF-D5FF684FC1BC}"/>
              </a:ext>
            </a:extLst>
          </p:cNvPr>
          <p:cNvSpPr/>
          <p:nvPr/>
        </p:nvSpPr>
        <p:spPr>
          <a:xfrm>
            <a:off x="6211424" y="1299393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BA89555-C3D0-4FA8-27D2-FCA793865AFE}"/>
              </a:ext>
            </a:extLst>
          </p:cNvPr>
          <p:cNvSpPr/>
          <p:nvPr/>
        </p:nvSpPr>
        <p:spPr>
          <a:xfrm>
            <a:off x="3005430" y="129357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4BE3132-6617-2C6F-5882-DA33A9AE879F}"/>
              </a:ext>
            </a:extLst>
          </p:cNvPr>
          <p:cNvSpPr/>
          <p:nvPr/>
        </p:nvSpPr>
        <p:spPr>
          <a:xfrm>
            <a:off x="5423234" y="182949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1B0D15FB-BB56-4075-1398-86861A222AF8}"/>
              </a:ext>
            </a:extLst>
          </p:cNvPr>
          <p:cNvSpPr/>
          <p:nvPr/>
        </p:nvSpPr>
        <p:spPr>
          <a:xfrm>
            <a:off x="4497305" y="359125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48EF78-0386-662B-45CD-D65F93206239}"/>
              </a:ext>
            </a:extLst>
          </p:cNvPr>
          <p:cNvSpPr/>
          <p:nvPr/>
        </p:nvSpPr>
        <p:spPr>
          <a:xfrm>
            <a:off x="3018285" y="322094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CFA7A6-B958-D1B3-9CF3-90F14203C667}"/>
              </a:ext>
            </a:extLst>
          </p:cNvPr>
          <p:cNvSpPr/>
          <p:nvPr/>
        </p:nvSpPr>
        <p:spPr>
          <a:xfrm>
            <a:off x="5608428" y="360005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0F4253-A9B9-D415-F6C9-CBE98B7CB5AA}"/>
              </a:ext>
            </a:extLst>
          </p:cNvPr>
          <p:cNvSpPr/>
          <p:nvPr/>
        </p:nvSpPr>
        <p:spPr>
          <a:xfrm>
            <a:off x="3964034" y="353495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9B3A266-1C4E-6DAA-CF6D-6EFD6600D973}"/>
              </a:ext>
            </a:extLst>
          </p:cNvPr>
          <p:cNvSpPr/>
          <p:nvPr/>
        </p:nvSpPr>
        <p:spPr>
          <a:xfrm>
            <a:off x="5246921" y="358724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0890D7D-D7A7-445C-F7DA-A54D30139E61}"/>
              </a:ext>
            </a:extLst>
          </p:cNvPr>
          <p:cNvSpPr/>
          <p:nvPr/>
        </p:nvSpPr>
        <p:spPr>
          <a:xfrm>
            <a:off x="2191377" y="304142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CF207-B968-129B-C0B8-05690E699E6D}"/>
              </a:ext>
            </a:extLst>
          </p:cNvPr>
          <p:cNvSpPr/>
          <p:nvPr/>
        </p:nvSpPr>
        <p:spPr>
          <a:xfrm>
            <a:off x="4055844" y="170549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969E1C-1B58-133E-99C0-73740E32EA82}"/>
              </a:ext>
            </a:extLst>
          </p:cNvPr>
          <p:cNvSpPr/>
          <p:nvPr/>
        </p:nvSpPr>
        <p:spPr>
          <a:xfrm>
            <a:off x="5470209" y="138386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95A2CA-B401-9DC7-5365-8A0ACDB4F9E3}"/>
              </a:ext>
            </a:extLst>
          </p:cNvPr>
          <p:cNvSpPr txBox="1"/>
          <p:nvPr/>
        </p:nvSpPr>
        <p:spPr>
          <a:xfrm>
            <a:off x="8042733" y="1003084"/>
            <a:ext cx="33478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Assumes we can have</a:t>
            </a:r>
          </a:p>
          <a:p>
            <a:pPr algn="ctr"/>
            <a:r>
              <a:rPr lang="en-US" sz="2800" dirty="0"/>
              <a:t>perfect preparations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03CFA-C685-2B0F-D72C-5377B17998FB}"/>
              </a:ext>
            </a:extLst>
          </p:cNvPr>
          <p:cNvSpPr txBox="1"/>
          <p:nvPr/>
        </p:nvSpPr>
        <p:spPr>
          <a:xfrm>
            <a:off x="612590" y="181315"/>
            <a:ext cx="3954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Classical mechanics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AF490-B9DF-1D9C-0FAC-7723612C99AC}"/>
              </a:ext>
            </a:extLst>
          </p:cNvPr>
          <p:cNvSpPr txBox="1"/>
          <p:nvPr/>
        </p:nvSpPr>
        <p:spPr>
          <a:xfrm>
            <a:off x="7877635" y="2892314"/>
            <a:ext cx="36904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Concedes that there are</a:t>
            </a:r>
            <a:br>
              <a:rPr lang="en-US" sz="2800" dirty="0"/>
            </a:br>
            <a:r>
              <a:rPr lang="en-US" sz="2800" dirty="0"/>
              <a:t>no perfect preparations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E1DB4-4172-4091-2E92-459D5DA5FBD4}"/>
              </a:ext>
            </a:extLst>
          </p:cNvPr>
          <p:cNvSpPr txBox="1"/>
          <p:nvPr/>
        </p:nvSpPr>
        <p:spPr>
          <a:xfrm>
            <a:off x="709163" y="4304119"/>
            <a:ext cx="4046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Quantum mechanics</a:t>
            </a:r>
          </a:p>
        </p:txBody>
      </p:sp>
    </p:spTree>
    <p:extLst>
      <p:ext uri="{BB962C8B-B14F-4D97-AF65-F5344CB8AC3E}">
        <p14:creationId xmlns:p14="http://schemas.microsoft.com/office/powerpoint/2010/main" val="358476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29" grpId="0"/>
      <p:bldP spid="65" grpId="0" animBg="1"/>
      <p:bldP spid="69" grpId="0" animBg="1"/>
      <p:bldP spid="70" grpId="0" animBg="1"/>
      <p:bldP spid="10" grpId="0" animBg="1"/>
      <p:bldP spid="13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12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94E41-61DD-C5EC-42A5-3FD2DE192135}"/>
              </a:ext>
            </a:extLst>
          </p:cNvPr>
          <p:cNvSpPr txBox="1"/>
          <p:nvPr/>
        </p:nvSpPr>
        <p:spPr>
          <a:xfrm>
            <a:off x="415211" y="390440"/>
            <a:ext cx="4846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For classical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0E5DDE-6B32-4F79-9D1F-C4C055A07CCD}"/>
                  </a:ext>
                </a:extLst>
              </p:cNvPr>
              <p:cNvSpPr txBox="1"/>
              <p:nvPr/>
            </p:nvSpPr>
            <p:spPr>
              <a:xfrm>
                <a:off x="913592" y="1418403"/>
                <a:ext cx="5125186" cy="1330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5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d>
                          </m:num>
                          <m:den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5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0E5DDE-6B32-4F79-9D1F-C4C055A07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92" y="1418403"/>
                <a:ext cx="5125186" cy="13306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9FD72D0-C173-3ADD-4213-162E0ECFC662}"/>
              </a:ext>
            </a:extLst>
          </p:cNvPr>
          <p:cNvGrpSpPr/>
          <p:nvPr/>
        </p:nvGrpSpPr>
        <p:grpSpPr>
          <a:xfrm>
            <a:off x="7368589" y="258464"/>
            <a:ext cx="4644893" cy="3644901"/>
            <a:chOff x="6608380" y="488949"/>
            <a:chExt cx="5478523" cy="429906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3A203F6-A7DD-4D0F-52C8-2EF83CD7C655}"/>
                </a:ext>
              </a:extLst>
            </p:cNvPr>
            <p:cNvCxnSpPr/>
            <p:nvPr/>
          </p:nvCxnSpPr>
          <p:spPr>
            <a:xfrm rot="1980000">
              <a:off x="9199180" y="978009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7BC2CA4-F80F-7406-9CB4-64D25F27DC10}"/>
                </a:ext>
              </a:extLst>
            </p:cNvPr>
            <p:cNvCxnSpPr/>
            <p:nvPr/>
          </p:nvCxnSpPr>
          <p:spPr>
            <a:xfrm>
              <a:off x="6608380" y="2883009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2B244E3-E178-D9BA-197A-9332B064263D}"/>
                    </a:ext>
                  </a:extLst>
                </p:cNvPr>
                <p:cNvSpPr txBox="1"/>
                <p:nvPr/>
              </p:nvSpPr>
              <p:spPr>
                <a:xfrm>
                  <a:off x="10158979" y="1056741"/>
                  <a:ext cx="434784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2B244E3-E178-D9BA-197A-9332B06426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8979" y="1056741"/>
                  <a:ext cx="434784" cy="435617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26097F3-2E37-58AE-1647-2071A455FE22}"/>
                    </a:ext>
                  </a:extLst>
                </p:cNvPr>
                <p:cNvSpPr txBox="1"/>
                <p:nvPr/>
              </p:nvSpPr>
              <p:spPr>
                <a:xfrm>
                  <a:off x="11485180" y="2880477"/>
                  <a:ext cx="435919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26097F3-2E37-58AE-1647-2071A455F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5180" y="2880477"/>
                  <a:ext cx="435919" cy="435617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0766C63-AC07-45FF-BDEE-4EE5EBDBE43A}"/>
                </a:ext>
              </a:extLst>
            </p:cNvPr>
            <p:cNvCxnSpPr>
              <a:cxnSpLocks/>
              <a:stCxn id="20" idx="4"/>
              <a:endCxn id="18" idx="4"/>
            </p:cNvCxnSpPr>
            <p:nvPr/>
          </p:nvCxnSpPr>
          <p:spPr>
            <a:xfrm>
              <a:off x="10198320" y="2044094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D82A4B-77FE-C8CC-8072-43289A5801E5}"/>
                </a:ext>
              </a:extLst>
            </p:cNvPr>
            <p:cNvSpPr txBox="1"/>
            <p:nvPr/>
          </p:nvSpPr>
          <p:spPr>
            <a:xfrm>
              <a:off x="10561337" y="512120"/>
              <a:ext cx="1525566" cy="435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momentum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4C5BF21-B665-6C08-53AC-FC00001715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2286" y="3217862"/>
              <a:ext cx="398268" cy="23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1562D8-7CDA-3BF2-BEAF-32AAD8A82386}"/>
                </a:ext>
              </a:extLst>
            </p:cNvPr>
            <p:cNvSpPr txBox="1"/>
            <p:nvPr/>
          </p:nvSpPr>
          <p:spPr>
            <a:xfrm>
              <a:off x="10203374" y="3451171"/>
              <a:ext cx="1113999" cy="435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position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C65AAB-B6AF-D98D-D168-A8494C663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6742" y="890722"/>
              <a:ext cx="348299" cy="254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1E4221-A5CB-F39B-6699-00A8EB2C7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7780" y="2788361"/>
              <a:ext cx="110513" cy="847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67556EC-81D0-09A6-CC47-46BD64ACB8C4}"/>
                    </a:ext>
                  </a:extLst>
                </p:cNvPr>
                <p:cNvSpPr txBox="1"/>
                <p:nvPr/>
              </p:nvSpPr>
              <p:spPr>
                <a:xfrm>
                  <a:off x="9152672" y="3593796"/>
                  <a:ext cx="472675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67556EC-81D0-09A6-CC47-46BD64ACB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2672" y="3593796"/>
                  <a:ext cx="472675" cy="4356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865F59-B323-EB42-01D6-D5A863038BA2}"/>
                </a:ext>
              </a:extLst>
            </p:cNvPr>
            <p:cNvCxnSpPr>
              <a:cxnSpLocks/>
            </p:cNvCxnSpPr>
            <p:nvPr/>
          </p:nvCxnSpPr>
          <p:spPr>
            <a:xfrm>
              <a:off x="8368019" y="888389"/>
              <a:ext cx="409819" cy="511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CAA6B6-3E9C-6F8D-6035-291106822ABE}"/>
                    </a:ext>
                  </a:extLst>
                </p:cNvPr>
                <p:cNvSpPr txBox="1"/>
                <p:nvPr/>
              </p:nvSpPr>
              <p:spPr>
                <a:xfrm>
                  <a:off x="7931881" y="488949"/>
                  <a:ext cx="584755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CAA6B6-3E9C-6F8D-6035-291106822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881" y="488949"/>
                  <a:ext cx="584755" cy="435617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D4920BD-29C6-5AC0-8AE0-9B692294427A}"/>
                </a:ext>
              </a:extLst>
            </p:cNvPr>
            <p:cNvSpPr/>
            <p:nvPr/>
          </p:nvSpPr>
          <p:spPr>
            <a:xfrm>
              <a:off x="8783968" y="2402701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solidFill>
              <a:srgbClr val="7F7F7F">
                <a:alpha val="30196"/>
              </a:srgb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14835E-E5A2-6532-2843-F1D895858C16}"/>
                </a:ext>
              </a:extLst>
            </p:cNvPr>
            <p:cNvCxnSpPr>
              <a:cxnSpLocks/>
            </p:cNvCxnSpPr>
            <p:nvPr/>
          </p:nvCxnSpPr>
          <p:spPr>
            <a:xfrm>
              <a:off x="8777838" y="1755022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581CE0B-9DD4-AD52-E1EE-81C649BADF9C}"/>
                </a:ext>
              </a:extLst>
            </p:cNvPr>
            <p:cNvSpPr/>
            <p:nvPr/>
          </p:nvSpPr>
          <p:spPr>
            <a:xfrm>
              <a:off x="8783968" y="1456551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B9F6FC-05EC-78D2-1282-5134E1C637BD}"/>
              </a:ext>
            </a:extLst>
          </p:cNvPr>
          <p:cNvCxnSpPr>
            <a:cxnSpLocks/>
          </p:cNvCxnSpPr>
          <p:nvPr/>
        </p:nvCxnSpPr>
        <p:spPr>
          <a:xfrm flipV="1">
            <a:off x="1575723" y="2655421"/>
            <a:ext cx="354677" cy="85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42545C-0B57-ED0C-1913-39B5FA9CE47A}"/>
                  </a:ext>
                </a:extLst>
              </p:cNvPr>
              <p:cNvSpPr txBox="1"/>
              <p:nvPr/>
            </p:nvSpPr>
            <p:spPr>
              <a:xfrm>
                <a:off x="216057" y="3556000"/>
                <a:ext cx="28698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Entropy for a uniform</a:t>
                </a:r>
                <a:br>
                  <a:rPr lang="en-US" sz="2400" dirty="0"/>
                </a:br>
                <a:r>
                  <a:rPr lang="en-US" sz="24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42545C-0B57-ED0C-1913-39B5FA9CE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7" y="3556000"/>
                <a:ext cx="2869888" cy="830997"/>
              </a:xfrm>
              <a:prstGeom prst="rect">
                <a:avLst/>
              </a:prstGeom>
              <a:blipFill>
                <a:blip r:embed="rId7"/>
                <a:stretch>
                  <a:fillRect l="-2548" t="-5839" r="-2548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2D3F01-5AD4-BC3C-F8A2-F89241496725}"/>
                  </a:ext>
                </a:extLst>
              </p:cNvPr>
              <p:cNvSpPr txBox="1"/>
              <p:nvPr/>
            </p:nvSpPr>
            <p:spPr>
              <a:xfrm>
                <a:off x="3883800" y="3555999"/>
                <a:ext cx="30444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Logarithm of the count</a:t>
                </a:r>
                <a:br>
                  <a:rPr lang="en-US" sz="2400" dirty="0"/>
                </a:br>
                <a:r>
                  <a:rPr lang="en-US" sz="2400" dirty="0"/>
                  <a:t>of states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2D3F01-5AD4-BC3C-F8A2-F89241496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00" y="3555999"/>
                <a:ext cx="3044488" cy="830997"/>
              </a:xfrm>
              <a:prstGeom prst="rect">
                <a:avLst/>
              </a:prstGeom>
              <a:blipFill>
                <a:blip r:embed="rId8"/>
                <a:stretch>
                  <a:fillRect l="-2600" t="-5839" r="-2600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997DB0-9964-4EFE-F2D8-7BA173DCC3FD}"/>
              </a:ext>
            </a:extLst>
          </p:cNvPr>
          <p:cNvCxnSpPr>
            <a:cxnSpLocks/>
          </p:cNvCxnSpPr>
          <p:nvPr/>
        </p:nvCxnSpPr>
        <p:spPr>
          <a:xfrm flipH="1" flipV="1">
            <a:off x="5175250" y="2769945"/>
            <a:ext cx="85968" cy="659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57A2A7-B658-E6A7-F04D-81E2AB225F86}"/>
                  </a:ext>
                </a:extLst>
              </p:cNvPr>
              <p:cNvSpPr txBox="1"/>
              <p:nvPr/>
            </p:nvSpPr>
            <p:spPr>
              <a:xfrm>
                <a:off x="415211" y="4986000"/>
                <a:ext cx="336053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5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5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e>
                      </m:d>
                      <m:r>
                        <a:rPr lang="en-US" sz="5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57A2A7-B658-E6A7-F04D-81E2AB225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11" y="4986000"/>
                <a:ext cx="3360535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F3E746-5BFE-8562-FF33-CA336220A5BE}"/>
                  </a:ext>
                </a:extLst>
              </p:cNvPr>
              <p:cNvSpPr txBox="1"/>
              <p:nvPr/>
            </p:nvSpPr>
            <p:spPr>
              <a:xfrm>
                <a:off x="4345882" y="4782322"/>
                <a:ext cx="3073149" cy="1330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5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5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5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5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54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F3E746-5BFE-8562-FF33-CA336220A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882" y="4782322"/>
                <a:ext cx="3073149" cy="13306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549856FA-9AD8-9DD4-92F3-AE213DDDF7F4}"/>
              </a:ext>
            </a:extLst>
          </p:cNvPr>
          <p:cNvSpPr txBox="1"/>
          <p:nvPr/>
        </p:nvSpPr>
        <p:spPr>
          <a:xfrm>
            <a:off x="6825230" y="4597656"/>
            <a:ext cx="206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Less than one state!</a:t>
            </a:r>
          </a:p>
        </p:txBody>
      </p:sp>
    </p:spTree>
    <p:extLst>
      <p:ext uri="{BB962C8B-B14F-4D97-AF65-F5344CB8AC3E}">
        <p14:creationId xmlns:p14="http://schemas.microsoft.com/office/powerpoint/2010/main" val="16271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B201-88AA-35E8-03F4-D2AB8C60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346DD-EBC1-A41F-4B3B-00D7A3F563E2}"/>
              </a:ext>
            </a:extLst>
          </p:cNvPr>
          <p:cNvSpPr txBox="1"/>
          <p:nvPr/>
        </p:nvSpPr>
        <p:spPr>
          <a:xfrm>
            <a:off x="3520872" y="451976"/>
            <a:ext cx="55227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What is entropy?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37B6D-2A1B-B3F1-3982-5C3A3A490A2D}"/>
              </a:ext>
            </a:extLst>
          </p:cNvPr>
          <p:cNvSpPr txBox="1"/>
          <p:nvPr/>
        </p:nvSpPr>
        <p:spPr>
          <a:xfrm>
            <a:off x="2957449" y="2768234"/>
            <a:ext cx="6649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Why a lower bound?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617B0-4B7B-3192-110B-EF361209D779}"/>
              </a:ext>
            </a:extLst>
          </p:cNvPr>
          <p:cNvSpPr txBox="1"/>
          <p:nvPr/>
        </p:nvSpPr>
        <p:spPr>
          <a:xfrm>
            <a:off x="3544308" y="1507103"/>
            <a:ext cx="5475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Variability within a preparation!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F3D78-D2F1-813E-2E8C-04E0C9288672}"/>
              </a:ext>
            </a:extLst>
          </p:cNvPr>
          <p:cNvSpPr txBox="1"/>
          <p:nvPr/>
        </p:nvSpPr>
        <p:spPr>
          <a:xfrm>
            <a:off x="3056899" y="3840789"/>
            <a:ext cx="6078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Our preparations cannot be perfect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A3D49-F199-8729-0994-E6F9F45B0491}"/>
              </a:ext>
            </a:extLst>
          </p:cNvPr>
          <p:cNvSpPr txBox="1"/>
          <p:nvPr/>
        </p:nvSpPr>
        <p:spPr>
          <a:xfrm>
            <a:off x="3257595" y="4488420"/>
            <a:ext cx="58775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Regions with “less than one state”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make no sense</a:t>
            </a:r>
          </a:p>
        </p:txBody>
      </p:sp>
    </p:spTree>
    <p:extLst>
      <p:ext uri="{BB962C8B-B14F-4D97-AF65-F5344CB8AC3E}">
        <p14:creationId xmlns:p14="http://schemas.microsoft.com/office/powerpoint/2010/main" val="3090560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A49C-F28D-D3ED-C994-C4B95736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67BED0-6749-03BD-2DB6-574865E83017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3504BA-C57B-BC02-2AAF-DEC650A29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309BF0C-C264-F59E-5A7E-1060B966BACD}"/>
              </a:ext>
            </a:extLst>
          </p:cNvPr>
          <p:cNvSpPr txBox="1"/>
          <p:nvPr/>
        </p:nvSpPr>
        <p:spPr>
          <a:xfrm>
            <a:off x="216670" y="54286"/>
            <a:ext cx="119777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problem with counting </a:t>
            </a:r>
            <a:r>
              <a:rPr lang="en-US" sz="4000" dirty="0"/>
              <a:t>(on the continuum)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5DBF6-5E47-45DB-CE2E-368BC5E4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88BD45-9A9E-B06A-D8F4-8914EF78EC57}"/>
              </a:ext>
            </a:extLst>
          </p:cNvPr>
          <p:cNvGrpSpPr/>
          <p:nvPr/>
        </p:nvGrpSpPr>
        <p:grpSpPr>
          <a:xfrm>
            <a:off x="8553163" y="977616"/>
            <a:ext cx="1738579" cy="1821419"/>
            <a:chOff x="9583523" y="342143"/>
            <a:chExt cx="2274393" cy="238276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75E11DE-35EC-0188-707F-FC192E868F64}"/>
                </a:ext>
              </a:extLst>
            </p:cNvPr>
            <p:cNvGrpSpPr/>
            <p:nvPr/>
          </p:nvGrpSpPr>
          <p:grpSpPr>
            <a:xfrm>
              <a:off x="9600895" y="607003"/>
              <a:ext cx="1970869" cy="1970871"/>
              <a:chOff x="5635690" y="3806890"/>
              <a:chExt cx="1110343" cy="1110344"/>
            </a:xfrm>
            <a:solidFill>
              <a:schemeClr val="bg1"/>
            </a:solidFill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8780A80-39E0-5E9D-9DD5-87ABD5288D49}"/>
                  </a:ext>
                </a:extLst>
              </p:cNvPr>
              <p:cNvSpPr/>
              <p:nvPr/>
            </p:nvSpPr>
            <p:spPr>
              <a:xfrm>
                <a:off x="5635690" y="3806890"/>
                <a:ext cx="1110343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79C325-820E-8EA7-7889-BA7884C94C68}"/>
                  </a:ext>
                </a:extLst>
              </p:cNvPr>
              <p:cNvSpPr/>
              <p:nvPr/>
            </p:nvSpPr>
            <p:spPr>
              <a:xfrm>
                <a:off x="5847183" y="3806890"/>
                <a:ext cx="687355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B8FCAD20-52F8-AD8D-D5D6-93EB72B4292A}"/>
                  </a:ext>
                </a:extLst>
              </p:cNvPr>
              <p:cNvSpPr/>
              <p:nvPr/>
            </p:nvSpPr>
            <p:spPr>
              <a:xfrm>
                <a:off x="6190860" y="3806890"/>
                <a:ext cx="343678" cy="1110344"/>
              </a:xfrm>
              <a:custGeom>
                <a:avLst/>
                <a:gdLst>
                  <a:gd name="connsiteX0" fmla="*/ 0 w 687355"/>
                  <a:gd name="connsiteY0" fmla="*/ 555172 h 1110343"/>
                  <a:gd name="connsiteX1" fmla="*/ 343678 w 687355"/>
                  <a:gd name="connsiteY1" fmla="*/ 0 h 1110343"/>
                  <a:gd name="connsiteX2" fmla="*/ 687356 w 687355"/>
                  <a:gd name="connsiteY2" fmla="*/ 555172 h 1110343"/>
                  <a:gd name="connsiteX3" fmla="*/ 343678 w 687355"/>
                  <a:gd name="connsiteY3" fmla="*/ 1110344 h 1110343"/>
                  <a:gd name="connsiteX4" fmla="*/ 0 w 687355"/>
                  <a:gd name="connsiteY4" fmla="*/ 555172 h 1110343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4" fmla="*/ 91440 w 687356"/>
                  <a:gd name="connsiteY4" fmla="*/ 646612 h 1110344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0" fmla="*/ 0 w 343678"/>
                  <a:gd name="connsiteY0" fmla="*/ 0 h 1110344"/>
                  <a:gd name="connsiteX1" fmla="*/ 343678 w 343678"/>
                  <a:gd name="connsiteY1" fmla="*/ 555172 h 1110344"/>
                  <a:gd name="connsiteX2" fmla="*/ 0 w 343678"/>
                  <a:gd name="connsiteY2" fmla="*/ 1110344 h 1110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3678" h="1110344">
                    <a:moveTo>
                      <a:pt x="0" y="0"/>
                    </a:moveTo>
                    <a:cubicBezTo>
                      <a:pt x="189808" y="0"/>
                      <a:pt x="343678" y="248559"/>
                      <a:pt x="343678" y="555172"/>
                    </a:cubicBezTo>
                    <a:cubicBezTo>
                      <a:pt x="343678" y="861785"/>
                      <a:pt x="189808" y="1110344"/>
                      <a:pt x="0" y="111034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262CF3-AA52-F4D6-BBB8-AE1F1ABC25D1}"/>
                </a:ext>
              </a:extLst>
            </p:cNvPr>
            <p:cNvSpPr/>
            <p:nvPr/>
          </p:nvSpPr>
          <p:spPr>
            <a:xfrm rot="2574255">
              <a:off x="11110496" y="908436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DC74FB-3845-C5DA-2D56-77A5EF51B472}"/>
                </a:ext>
              </a:extLst>
            </p:cNvPr>
            <p:cNvSpPr/>
            <p:nvPr/>
          </p:nvSpPr>
          <p:spPr>
            <a:xfrm rot="2574255">
              <a:off x="9977730" y="2277900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04FFAF-D5D2-8DB7-6B88-5174BCA8CDD3}"/>
                </a:ext>
              </a:extLst>
            </p:cNvPr>
            <p:cNvSpPr/>
            <p:nvPr/>
          </p:nvSpPr>
          <p:spPr>
            <a:xfrm rot="4206954">
              <a:off x="11326982" y="1329298"/>
              <a:ext cx="11158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A4546BC-0CEA-A2C9-0B06-5999C573B2D4}"/>
                    </a:ext>
                  </a:extLst>
                </p:cNvPr>
                <p:cNvSpPr txBox="1"/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A4546BC-0CEA-A2C9-0B06-5999C573B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79BB5C-4DBB-39C3-426C-36957C055B7A}"/>
                    </a:ext>
                  </a:extLst>
                </p:cNvPr>
                <p:cNvSpPr txBox="1"/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79BB5C-4DBB-39C3-426C-36957C055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CCACB0D-864F-E113-10D4-CBD49D663F7A}"/>
                    </a:ext>
                  </a:extLst>
                </p:cNvPr>
                <p:cNvSpPr txBox="1"/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CCACB0D-864F-E113-10D4-CBD49D663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F74B7B-A662-6CB8-ABA7-5B84AC03E1B1}"/>
                </a:ext>
              </a:extLst>
            </p:cNvPr>
            <p:cNvSpPr/>
            <p:nvPr/>
          </p:nvSpPr>
          <p:spPr>
            <a:xfrm>
              <a:off x="9692625" y="757208"/>
              <a:ext cx="445220" cy="41430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96701"/>
                <a:gd name="connsiteY0" fmla="*/ 399258 h 445124"/>
                <a:gd name="connsiteX1" fmla="*/ 231458 w 396701"/>
                <a:gd name="connsiteY1" fmla="*/ 282781 h 445124"/>
                <a:gd name="connsiteX2" fmla="*/ 359229 w 396701"/>
                <a:gd name="connsiteY2" fmla="*/ 444367 h 445124"/>
                <a:gd name="connsiteX3" fmla="*/ 339634 w 396701"/>
                <a:gd name="connsiteY3" fmla="*/ 202704 h 445124"/>
                <a:gd name="connsiteX4" fmla="*/ 352697 w 396701"/>
                <a:gd name="connsiteY4" fmla="*/ 230 h 445124"/>
                <a:gd name="connsiteX5" fmla="*/ 0 w 396701"/>
                <a:gd name="connsiteY5" fmla="*/ 399258 h 445124"/>
                <a:gd name="connsiteX0" fmla="*/ 0 w 440605"/>
                <a:gd name="connsiteY0" fmla="*/ 400992 h 450371"/>
                <a:gd name="connsiteX1" fmla="*/ 231458 w 440605"/>
                <a:gd name="connsiteY1" fmla="*/ 284515 h 450371"/>
                <a:gd name="connsiteX2" fmla="*/ 359229 w 440605"/>
                <a:gd name="connsiteY2" fmla="*/ 446101 h 450371"/>
                <a:gd name="connsiteX3" fmla="*/ 439647 w 440605"/>
                <a:gd name="connsiteY3" fmla="*/ 75850 h 450371"/>
                <a:gd name="connsiteX4" fmla="*/ 352697 w 440605"/>
                <a:gd name="connsiteY4" fmla="*/ 1964 h 450371"/>
                <a:gd name="connsiteX5" fmla="*/ 0 w 440605"/>
                <a:gd name="connsiteY5" fmla="*/ 400992 h 450371"/>
                <a:gd name="connsiteX0" fmla="*/ 0 w 440605"/>
                <a:gd name="connsiteY0" fmla="*/ 400992 h 400992"/>
                <a:gd name="connsiteX1" fmla="*/ 231458 w 440605"/>
                <a:gd name="connsiteY1" fmla="*/ 284515 h 400992"/>
                <a:gd name="connsiteX2" fmla="*/ 337798 w 440605"/>
                <a:gd name="connsiteY2" fmla="*/ 165113 h 400992"/>
                <a:gd name="connsiteX3" fmla="*/ 439647 w 440605"/>
                <a:gd name="connsiteY3" fmla="*/ 75850 h 400992"/>
                <a:gd name="connsiteX4" fmla="*/ 352697 w 440605"/>
                <a:gd name="connsiteY4" fmla="*/ 1964 h 400992"/>
                <a:gd name="connsiteX5" fmla="*/ 0 w 440605"/>
                <a:gd name="connsiteY5" fmla="*/ 400992 h 400992"/>
                <a:gd name="connsiteX0" fmla="*/ 17 w 440622"/>
                <a:gd name="connsiteY0" fmla="*/ 400992 h 403421"/>
                <a:gd name="connsiteX1" fmla="*/ 337815 w 440622"/>
                <a:gd name="connsiteY1" fmla="*/ 165113 h 403421"/>
                <a:gd name="connsiteX2" fmla="*/ 439664 w 440622"/>
                <a:gd name="connsiteY2" fmla="*/ 75850 h 403421"/>
                <a:gd name="connsiteX3" fmla="*/ 352714 w 440622"/>
                <a:gd name="connsiteY3" fmla="*/ 1964 h 403421"/>
                <a:gd name="connsiteX4" fmla="*/ 17 w 440622"/>
                <a:gd name="connsiteY4" fmla="*/ 400992 h 403421"/>
                <a:gd name="connsiteX0" fmla="*/ 17 w 389023"/>
                <a:gd name="connsiteY0" fmla="*/ 406034 h 408463"/>
                <a:gd name="connsiteX1" fmla="*/ 337815 w 389023"/>
                <a:gd name="connsiteY1" fmla="*/ 170155 h 408463"/>
                <a:gd name="connsiteX2" fmla="*/ 352714 w 389023"/>
                <a:gd name="connsiteY2" fmla="*/ 7006 h 408463"/>
                <a:gd name="connsiteX3" fmla="*/ 17 w 389023"/>
                <a:gd name="connsiteY3" fmla="*/ 406034 h 408463"/>
                <a:gd name="connsiteX0" fmla="*/ 14 w 445220"/>
                <a:gd name="connsiteY0" fmla="*/ 412528 h 414309"/>
                <a:gd name="connsiteX1" fmla="*/ 423537 w 445220"/>
                <a:gd name="connsiteY1" fmla="*/ 93305 h 414309"/>
                <a:gd name="connsiteX2" fmla="*/ 352711 w 445220"/>
                <a:gd name="connsiteY2" fmla="*/ 13500 h 414309"/>
                <a:gd name="connsiteX3" fmla="*/ 14 w 445220"/>
                <a:gd name="connsiteY3" fmla="*/ 412528 h 41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220" h="414309">
                  <a:moveTo>
                    <a:pt x="14" y="412528"/>
                  </a:moveTo>
                  <a:cubicBezTo>
                    <a:pt x="-2469" y="439719"/>
                    <a:pt x="350263" y="147495"/>
                    <a:pt x="423537" y="93305"/>
                  </a:cubicBezTo>
                  <a:cubicBezTo>
                    <a:pt x="482320" y="26800"/>
                    <a:pt x="409011" y="-25813"/>
                    <a:pt x="352711" y="13500"/>
                  </a:cubicBezTo>
                  <a:cubicBezTo>
                    <a:pt x="248480" y="55784"/>
                    <a:pt x="44033" y="295983"/>
                    <a:pt x="14" y="4125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02F3585-292C-FBE5-9F70-C5DC0DE36A4D}"/>
                </a:ext>
              </a:extLst>
            </p:cNvPr>
            <p:cNvSpPr/>
            <p:nvPr/>
          </p:nvSpPr>
          <p:spPr>
            <a:xfrm>
              <a:off x="9692640" y="770708"/>
              <a:ext cx="370962" cy="53816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962" h="538169">
                  <a:moveTo>
                    <a:pt x="0" y="399028"/>
                  </a:moveTo>
                  <a:cubicBezTo>
                    <a:pt x="36943" y="510810"/>
                    <a:pt x="71574" y="529827"/>
                    <a:pt x="131445" y="537345"/>
                  </a:cubicBezTo>
                  <a:cubicBezTo>
                    <a:pt x="191317" y="544863"/>
                    <a:pt x="324531" y="499949"/>
                    <a:pt x="359229" y="444137"/>
                  </a:cubicBezTo>
                  <a:cubicBezTo>
                    <a:pt x="393927" y="388325"/>
                    <a:pt x="340723" y="276497"/>
                    <a:pt x="339634" y="202474"/>
                  </a:cubicBezTo>
                  <a:cubicBezTo>
                    <a:pt x="338545" y="128451"/>
                    <a:pt x="309290" y="105353"/>
                    <a:pt x="352697" y="0"/>
                  </a:cubicBezTo>
                  <a:cubicBezTo>
                    <a:pt x="248466" y="42284"/>
                    <a:pt x="44019" y="282483"/>
                    <a:pt x="0" y="3990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629F891-324F-B030-7D54-4F5F85963699}"/>
                    </a:ext>
                  </a:extLst>
                </p:cNvPr>
                <p:cNvSpPr txBox="1"/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629F891-324F-B030-7D54-4F5F85963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4D48D21-93A7-2CD3-7869-FB35D26A95EC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1DCBDB-C9AE-E07C-A8B9-A88E9B1BC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7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8E6E0234-BC71-DEAE-9F74-9D3D5974A837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D6D1032-89CD-5440-69DC-DC90DB3E5592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0AFFE3-3B03-D30A-042A-FE7F6345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A68F2E-8008-A0BA-5448-CDCA2CC95FC9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4FDE9D-75E3-523B-32E9-607F71ED689B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2605B7-37C5-F8DF-BA8A-A69B7B3AC454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237253-BA29-CCB8-3CA1-6A4F810F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9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D18BFBA-17EF-F4ED-5D64-8C99F17D6687}"/>
              </a:ext>
            </a:extLst>
          </p:cNvPr>
          <p:cNvSpPr txBox="1"/>
          <p:nvPr/>
        </p:nvSpPr>
        <p:spPr>
          <a:xfrm>
            <a:off x="1199831" y="4898944"/>
            <a:ext cx="73137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On a continuum, a finite region</a:t>
            </a:r>
            <a:br>
              <a:rPr lang="en-US" sz="4400" dirty="0">
                <a:solidFill>
                  <a:srgbClr val="C00000"/>
                </a:solidFill>
              </a:rPr>
            </a:br>
            <a:r>
              <a:rPr lang="en-US" sz="4400" dirty="0">
                <a:solidFill>
                  <a:srgbClr val="C00000"/>
                </a:solidFill>
              </a:rPr>
              <a:t>has infinitely many states!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40EEB2-8F05-B1D5-6870-F63973DFA1C7}"/>
              </a:ext>
            </a:extLst>
          </p:cNvPr>
          <p:cNvSpPr txBox="1"/>
          <p:nvPr/>
        </p:nvSpPr>
        <p:spPr>
          <a:xfrm rot="20829951">
            <a:off x="734089" y="2676148"/>
            <a:ext cx="6125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Incompatible!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E9F176-74F9-367E-2A63-813B06D1FE7D}"/>
              </a:ext>
            </a:extLst>
          </p:cNvPr>
          <p:cNvSpPr txBox="1"/>
          <p:nvPr/>
        </p:nvSpPr>
        <p:spPr>
          <a:xfrm rot="20829951">
            <a:off x="5648821" y="2940428"/>
            <a:ext cx="41339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chemeClr val="accent6">
                    <a:lumMod val="75000"/>
                  </a:schemeClr>
                </a:solidFill>
              </a:rPr>
              <a:t>Pick two!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390CA2-BC02-8A43-72F5-7280A817162B}"/>
              </a:ext>
            </a:extLst>
          </p:cNvPr>
          <p:cNvGrpSpPr/>
          <p:nvPr/>
        </p:nvGrpSpPr>
        <p:grpSpPr>
          <a:xfrm>
            <a:off x="10530960" y="1146893"/>
            <a:ext cx="1432440" cy="2260461"/>
            <a:chOff x="8482198" y="1098309"/>
            <a:chExt cx="965902" cy="15242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F096AC-B530-ACAD-DE45-A31D0015E0C3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ECB16BD-E5F8-7F5C-C8C1-718E61645E47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08A099C-0D97-1EDC-3412-D438BA27DB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B810B57-B49B-1021-8268-0A95063170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CBCC5F0-6D36-8670-4993-231027F7E5F6}"/>
              </a:ext>
            </a:extLst>
          </p:cNvPr>
          <p:cNvSpPr txBox="1"/>
          <p:nvPr/>
        </p:nvSpPr>
        <p:spPr>
          <a:xfrm rot="19399994">
            <a:off x="214085" y="1192482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EDEB61-B3A7-62AF-B14C-CFC173945DBA}"/>
              </a:ext>
            </a:extLst>
          </p:cNvPr>
          <p:cNvCxnSpPr/>
          <p:nvPr/>
        </p:nvCxnSpPr>
        <p:spPr>
          <a:xfrm>
            <a:off x="838200" y="1492250"/>
            <a:ext cx="349250" cy="10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14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45" grpId="0"/>
      <p:bldP spid="46" grpId="0"/>
      <p:bldP spid="47" grpId="0"/>
      <p:bldP spid="4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0A1D5-C47E-C30B-83F5-860F9D48C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10732A-D703-493B-48F2-273C7B1CFD29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10732A-D703-493B-48F2-273C7B1CF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F0C2D5B-7496-1754-3BE0-5D7A2969756B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636C5-D0B3-029E-B1D8-F0EBE430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D4E5D86-1724-074F-C2BE-06718AF0030E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D4E5D86-1724-074F-C2BE-06718AF00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5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EBD32A4-927D-0E3E-CF25-B71E7F204866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AE9D74-0608-F13C-DE32-AD514323E86F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AE9D74-0608-F13C-DE32-AD514323E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F4940B-20A1-82A5-9EA9-F6AF8C2C5970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49FB070-27C1-2A22-2DB4-B7259BDFC1E9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7FB87D-6D8D-2F88-8F78-250FED80BE99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7FB87D-6D8D-2F88-8F78-250FED80B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7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1339C7-8EB0-EA0F-5F92-C35EC2558576}"/>
              </a:ext>
            </a:extLst>
          </p:cNvPr>
          <p:cNvCxnSpPr/>
          <p:nvPr/>
        </p:nvCxnSpPr>
        <p:spPr>
          <a:xfrm>
            <a:off x="353280" y="3479800"/>
            <a:ext cx="99822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7F0EE7-F638-B53B-35FA-3EA9AA45BA14}"/>
                  </a:ext>
                </a:extLst>
              </p:cNvPr>
              <p:cNvSpPr txBox="1"/>
              <p:nvPr/>
            </p:nvSpPr>
            <p:spPr>
              <a:xfrm>
                <a:off x="608999" y="4637742"/>
                <a:ext cx="542385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Counting measure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7F0EE7-F638-B53B-35FA-3EA9AA45B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99" y="4637742"/>
                <a:ext cx="5423857" cy="830997"/>
              </a:xfrm>
              <a:prstGeom prst="rect">
                <a:avLst/>
              </a:prstGeom>
              <a:blipFill>
                <a:blip r:embed="rId8"/>
                <a:stretch>
                  <a:fillRect t="-16176" r="-4157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9A6EA8D-D18C-A092-A227-EEAEA4A61A2F}"/>
              </a:ext>
            </a:extLst>
          </p:cNvPr>
          <p:cNvSpPr txBox="1"/>
          <p:nvPr/>
        </p:nvSpPr>
        <p:spPr>
          <a:xfrm>
            <a:off x="1746250" y="5411227"/>
            <a:ext cx="370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we use in classical discrete case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CD0177-B1E7-8A25-CB79-A912734922BA}"/>
              </a:ext>
            </a:extLst>
          </p:cNvPr>
          <p:cNvGrpSpPr/>
          <p:nvPr/>
        </p:nvGrpSpPr>
        <p:grpSpPr>
          <a:xfrm rot="5561503">
            <a:off x="7142077" y="4625332"/>
            <a:ext cx="698244" cy="1242879"/>
            <a:chOff x="1942319" y="3651215"/>
            <a:chExt cx="698244" cy="1242879"/>
          </a:xfrm>
          <a:solidFill>
            <a:schemeClr val="tx1"/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E03776-A41C-C492-735B-508DBCE459D9}"/>
                </a:ext>
              </a:extLst>
            </p:cNvPr>
            <p:cNvSpPr/>
            <p:nvPr/>
          </p:nvSpPr>
          <p:spPr>
            <a:xfrm>
              <a:off x="1942319" y="3651215"/>
              <a:ext cx="698244" cy="1242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8EC598F-A475-45A8-7BBF-7A2F52C0D2BD}"/>
                </a:ext>
              </a:extLst>
            </p:cNvPr>
            <p:cNvSpPr/>
            <p:nvPr/>
          </p:nvSpPr>
          <p:spPr>
            <a:xfrm>
              <a:off x="2099378" y="4236895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A5CB0A4-A508-3713-C6EF-0B248EBE8854}"/>
                </a:ext>
              </a:extLst>
            </p:cNvPr>
            <p:cNvSpPr/>
            <p:nvPr/>
          </p:nvSpPr>
          <p:spPr>
            <a:xfrm>
              <a:off x="2110262" y="4540211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5F1BA4-59FE-1FCB-50D1-805B7F5157F3}"/>
                </a:ext>
              </a:extLst>
            </p:cNvPr>
            <p:cNvSpPr/>
            <p:nvPr/>
          </p:nvSpPr>
          <p:spPr>
            <a:xfrm>
              <a:off x="2094718" y="3929788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064A7AC-5D8C-070B-154C-D0C68AA2042D}"/>
                </a:ext>
              </a:extLst>
            </p:cNvPr>
            <p:cNvSpPr/>
            <p:nvPr/>
          </p:nvSpPr>
          <p:spPr>
            <a:xfrm>
              <a:off x="2382404" y="4230668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20CB307-CDCD-DB0F-56C7-7E2E949E924C}"/>
                </a:ext>
              </a:extLst>
            </p:cNvPr>
            <p:cNvSpPr/>
            <p:nvPr/>
          </p:nvSpPr>
          <p:spPr>
            <a:xfrm>
              <a:off x="2393288" y="4533984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3293873-E977-883B-FDBC-141FFDBE2BE6}"/>
                </a:ext>
              </a:extLst>
            </p:cNvPr>
            <p:cNvSpPr/>
            <p:nvPr/>
          </p:nvSpPr>
          <p:spPr>
            <a:xfrm>
              <a:off x="2377744" y="3923561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2E34082-AEC7-7F20-A3D6-38D1AC91AD0C}"/>
              </a:ext>
            </a:extLst>
          </p:cNvPr>
          <p:cNvSpPr txBox="1"/>
          <p:nvPr/>
        </p:nvSpPr>
        <p:spPr>
          <a:xfrm rot="19399994">
            <a:off x="214085" y="1192482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2FCFF2-BDFE-B5F7-E645-1EB91452F5A9}"/>
              </a:ext>
            </a:extLst>
          </p:cNvPr>
          <p:cNvCxnSpPr/>
          <p:nvPr/>
        </p:nvCxnSpPr>
        <p:spPr>
          <a:xfrm>
            <a:off x="838200" y="1492250"/>
            <a:ext cx="349250" cy="10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B297C21-7E3D-32B6-745C-672F07158443}"/>
              </a:ext>
            </a:extLst>
          </p:cNvPr>
          <p:cNvGrpSpPr/>
          <p:nvPr/>
        </p:nvGrpSpPr>
        <p:grpSpPr>
          <a:xfrm>
            <a:off x="8553163" y="977616"/>
            <a:ext cx="1738579" cy="1821419"/>
            <a:chOff x="9583523" y="342143"/>
            <a:chExt cx="2274393" cy="238276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B0160B1-41BA-397C-E033-097A1614BA04}"/>
                </a:ext>
              </a:extLst>
            </p:cNvPr>
            <p:cNvGrpSpPr/>
            <p:nvPr/>
          </p:nvGrpSpPr>
          <p:grpSpPr>
            <a:xfrm>
              <a:off x="9600895" y="607003"/>
              <a:ext cx="1970869" cy="1970871"/>
              <a:chOff x="5635690" y="3806890"/>
              <a:chExt cx="1110343" cy="1110344"/>
            </a:xfrm>
            <a:solidFill>
              <a:schemeClr val="bg1"/>
            </a:solidFill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D20F322-5A8D-49E7-0201-81C7F7602572}"/>
                  </a:ext>
                </a:extLst>
              </p:cNvPr>
              <p:cNvSpPr/>
              <p:nvPr/>
            </p:nvSpPr>
            <p:spPr>
              <a:xfrm>
                <a:off x="5635690" y="3806890"/>
                <a:ext cx="1110343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A0D97B34-F877-3F27-E7E3-0388EB024303}"/>
                  </a:ext>
                </a:extLst>
              </p:cNvPr>
              <p:cNvSpPr/>
              <p:nvPr/>
            </p:nvSpPr>
            <p:spPr>
              <a:xfrm>
                <a:off x="5847183" y="3806890"/>
                <a:ext cx="687355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67" name="Oval 9">
                <a:extLst>
                  <a:ext uri="{FF2B5EF4-FFF2-40B4-BE49-F238E27FC236}">
                    <a16:creationId xmlns:a16="http://schemas.microsoft.com/office/drawing/2014/main" id="{689BF9F1-3AB5-B723-C2C1-46988CB70519}"/>
                  </a:ext>
                </a:extLst>
              </p:cNvPr>
              <p:cNvSpPr/>
              <p:nvPr/>
            </p:nvSpPr>
            <p:spPr>
              <a:xfrm>
                <a:off x="6190860" y="3806890"/>
                <a:ext cx="343678" cy="1110344"/>
              </a:xfrm>
              <a:custGeom>
                <a:avLst/>
                <a:gdLst>
                  <a:gd name="connsiteX0" fmla="*/ 0 w 687355"/>
                  <a:gd name="connsiteY0" fmla="*/ 555172 h 1110343"/>
                  <a:gd name="connsiteX1" fmla="*/ 343678 w 687355"/>
                  <a:gd name="connsiteY1" fmla="*/ 0 h 1110343"/>
                  <a:gd name="connsiteX2" fmla="*/ 687356 w 687355"/>
                  <a:gd name="connsiteY2" fmla="*/ 555172 h 1110343"/>
                  <a:gd name="connsiteX3" fmla="*/ 343678 w 687355"/>
                  <a:gd name="connsiteY3" fmla="*/ 1110344 h 1110343"/>
                  <a:gd name="connsiteX4" fmla="*/ 0 w 687355"/>
                  <a:gd name="connsiteY4" fmla="*/ 555172 h 1110343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4" fmla="*/ 91440 w 687356"/>
                  <a:gd name="connsiteY4" fmla="*/ 646612 h 1110344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0" fmla="*/ 0 w 343678"/>
                  <a:gd name="connsiteY0" fmla="*/ 0 h 1110344"/>
                  <a:gd name="connsiteX1" fmla="*/ 343678 w 343678"/>
                  <a:gd name="connsiteY1" fmla="*/ 555172 h 1110344"/>
                  <a:gd name="connsiteX2" fmla="*/ 0 w 343678"/>
                  <a:gd name="connsiteY2" fmla="*/ 1110344 h 1110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3678" h="1110344">
                    <a:moveTo>
                      <a:pt x="0" y="0"/>
                    </a:moveTo>
                    <a:cubicBezTo>
                      <a:pt x="189808" y="0"/>
                      <a:pt x="343678" y="248559"/>
                      <a:pt x="343678" y="555172"/>
                    </a:cubicBezTo>
                    <a:cubicBezTo>
                      <a:pt x="343678" y="861785"/>
                      <a:pt x="189808" y="1110344"/>
                      <a:pt x="0" y="111034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5B08F3-B42A-08C2-CE38-0B3D7011295A}"/>
                </a:ext>
              </a:extLst>
            </p:cNvPr>
            <p:cNvSpPr/>
            <p:nvPr/>
          </p:nvSpPr>
          <p:spPr>
            <a:xfrm rot="2574255">
              <a:off x="11110496" y="908436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C978A1B-3ABD-DA7B-C29C-B6C19A670ED2}"/>
                </a:ext>
              </a:extLst>
            </p:cNvPr>
            <p:cNvSpPr/>
            <p:nvPr/>
          </p:nvSpPr>
          <p:spPr>
            <a:xfrm rot="2574255">
              <a:off x="9977730" y="2277900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5972AED-D1B7-C497-4E98-0D35F960D362}"/>
                </a:ext>
              </a:extLst>
            </p:cNvPr>
            <p:cNvSpPr/>
            <p:nvPr/>
          </p:nvSpPr>
          <p:spPr>
            <a:xfrm rot="4206954">
              <a:off x="11326982" y="1329298"/>
              <a:ext cx="11158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2218802-A84B-AC04-1E7B-EF970DF51855}"/>
                    </a:ext>
                  </a:extLst>
                </p:cNvPr>
                <p:cNvSpPr txBox="1"/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2218802-A84B-AC04-1E7B-EF970DF51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3884950-B7BF-012F-3AD3-22B6A3D5675B}"/>
                    </a:ext>
                  </a:extLst>
                </p:cNvPr>
                <p:cNvSpPr txBox="1"/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3884950-B7BF-012F-3AD3-22B6A3D56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9B9941B-BAA2-160A-6E6A-9FEF8FAE39DC}"/>
                    </a:ext>
                  </a:extLst>
                </p:cNvPr>
                <p:cNvSpPr txBox="1"/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9B9941B-BAA2-160A-6E6A-9FEF8FAE3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5FE032F-5C98-33A5-1AB3-43B96589A0DC}"/>
                </a:ext>
              </a:extLst>
            </p:cNvPr>
            <p:cNvSpPr/>
            <p:nvPr/>
          </p:nvSpPr>
          <p:spPr>
            <a:xfrm>
              <a:off x="9692625" y="757208"/>
              <a:ext cx="445220" cy="41430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96701"/>
                <a:gd name="connsiteY0" fmla="*/ 399258 h 445124"/>
                <a:gd name="connsiteX1" fmla="*/ 231458 w 396701"/>
                <a:gd name="connsiteY1" fmla="*/ 282781 h 445124"/>
                <a:gd name="connsiteX2" fmla="*/ 359229 w 396701"/>
                <a:gd name="connsiteY2" fmla="*/ 444367 h 445124"/>
                <a:gd name="connsiteX3" fmla="*/ 339634 w 396701"/>
                <a:gd name="connsiteY3" fmla="*/ 202704 h 445124"/>
                <a:gd name="connsiteX4" fmla="*/ 352697 w 396701"/>
                <a:gd name="connsiteY4" fmla="*/ 230 h 445124"/>
                <a:gd name="connsiteX5" fmla="*/ 0 w 396701"/>
                <a:gd name="connsiteY5" fmla="*/ 399258 h 445124"/>
                <a:gd name="connsiteX0" fmla="*/ 0 w 440605"/>
                <a:gd name="connsiteY0" fmla="*/ 400992 h 450371"/>
                <a:gd name="connsiteX1" fmla="*/ 231458 w 440605"/>
                <a:gd name="connsiteY1" fmla="*/ 284515 h 450371"/>
                <a:gd name="connsiteX2" fmla="*/ 359229 w 440605"/>
                <a:gd name="connsiteY2" fmla="*/ 446101 h 450371"/>
                <a:gd name="connsiteX3" fmla="*/ 439647 w 440605"/>
                <a:gd name="connsiteY3" fmla="*/ 75850 h 450371"/>
                <a:gd name="connsiteX4" fmla="*/ 352697 w 440605"/>
                <a:gd name="connsiteY4" fmla="*/ 1964 h 450371"/>
                <a:gd name="connsiteX5" fmla="*/ 0 w 440605"/>
                <a:gd name="connsiteY5" fmla="*/ 400992 h 450371"/>
                <a:gd name="connsiteX0" fmla="*/ 0 w 440605"/>
                <a:gd name="connsiteY0" fmla="*/ 400992 h 400992"/>
                <a:gd name="connsiteX1" fmla="*/ 231458 w 440605"/>
                <a:gd name="connsiteY1" fmla="*/ 284515 h 400992"/>
                <a:gd name="connsiteX2" fmla="*/ 337798 w 440605"/>
                <a:gd name="connsiteY2" fmla="*/ 165113 h 400992"/>
                <a:gd name="connsiteX3" fmla="*/ 439647 w 440605"/>
                <a:gd name="connsiteY3" fmla="*/ 75850 h 400992"/>
                <a:gd name="connsiteX4" fmla="*/ 352697 w 440605"/>
                <a:gd name="connsiteY4" fmla="*/ 1964 h 400992"/>
                <a:gd name="connsiteX5" fmla="*/ 0 w 440605"/>
                <a:gd name="connsiteY5" fmla="*/ 400992 h 400992"/>
                <a:gd name="connsiteX0" fmla="*/ 17 w 440622"/>
                <a:gd name="connsiteY0" fmla="*/ 400992 h 403421"/>
                <a:gd name="connsiteX1" fmla="*/ 337815 w 440622"/>
                <a:gd name="connsiteY1" fmla="*/ 165113 h 403421"/>
                <a:gd name="connsiteX2" fmla="*/ 439664 w 440622"/>
                <a:gd name="connsiteY2" fmla="*/ 75850 h 403421"/>
                <a:gd name="connsiteX3" fmla="*/ 352714 w 440622"/>
                <a:gd name="connsiteY3" fmla="*/ 1964 h 403421"/>
                <a:gd name="connsiteX4" fmla="*/ 17 w 440622"/>
                <a:gd name="connsiteY4" fmla="*/ 400992 h 403421"/>
                <a:gd name="connsiteX0" fmla="*/ 17 w 389023"/>
                <a:gd name="connsiteY0" fmla="*/ 406034 h 408463"/>
                <a:gd name="connsiteX1" fmla="*/ 337815 w 389023"/>
                <a:gd name="connsiteY1" fmla="*/ 170155 h 408463"/>
                <a:gd name="connsiteX2" fmla="*/ 352714 w 389023"/>
                <a:gd name="connsiteY2" fmla="*/ 7006 h 408463"/>
                <a:gd name="connsiteX3" fmla="*/ 17 w 389023"/>
                <a:gd name="connsiteY3" fmla="*/ 406034 h 408463"/>
                <a:gd name="connsiteX0" fmla="*/ 14 w 445220"/>
                <a:gd name="connsiteY0" fmla="*/ 412528 h 414309"/>
                <a:gd name="connsiteX1" fmla="*/ 423537 w 445220"/>
                <a:gd name="connsiteY1" fmla="*/ 93305 h 414309"/>
                <a:gd name="connsiteX2" fmla="*/ 352711 w 445220"/>
                <a:gd name="connsiteY2" fmla="*/ 13500 h 414309"/>
                <a:gd name="connsiteX3" fmla="*/ 14 w 445220"/>
                <a:gd name="connsiteY3" fmla="*/ 412528 h 41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220" h="414309">
                  <a:moveTo>
                    <a:pt x="14" y="412528"/>
                  </a:moveTo>
                  <a:cubicBezTo>
                    <a:pt x="-2469" y="439719"/>
                    <a:pt x="350263" y="147495"/>
                    <a:pt x="423537" y="93305"/>
                  </a:cubicBezTo>
                  <a:cubicBezTo>
                    <a:pt x="482320" y="26800"/>
                    <a:pt x="409011" y="-25813"/>
                    <a:pt x="352711" y="13500"/>
                  </a:cubicBezTo>
                  <a:cubicBezTo>
                    <a:pt x="248480" y="55784"/>
                    <a:pt x="44033" y="295983"/>
                    <a:pt x="14" y="4125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FE49F46-A636-07EA-FC1D-B052580094EA}"/>
                </a:ext>
              </a:extLst>
            </p:cNvPr>
            <p:cNvSpPr/>
            <p:nvPr/>
          </p:nvSpPr>
          <p:spPr>
            <a:xfrm>
              <a:off x="9692640" y="770708"/>
              <a:ext cx="370962" cy="53816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962" h="538169">
                  <a:moveTo>
                    <a:pt x="0" y="399028"/>
                  </a:moveTo>
                  <a:cubicBezTo>
                    <a:pt x="36943" y="510810"/>
                    <a:pt x="71574" y="529827"/>
                    <a:pt x="131445" y="537345"/>
                  </a:cubicBezTo>
                  <a:cubicBezTo>
                    <a:pt x="191317" y="544863"/>
                    <a:pt x="324531" y="499949"/>
                    <a:pt x="359229" y="444137"/>
                  </a:cubicBezTo>
                  <a:cubicBezTo>
                    <a:pt x="393927" y="388325"/>
                    <a:pt x="340723" y="276497"/>
                    <a:pt x="339634" y="202474"/>
                  </a:cubicBezTo>
                  <a:cubicBezTo>
                    <a:pt x="338545" y="128451"/>
                    <a:pt x="309290" y="105353"/>
                    <a:pt x="352697" y="0"/>
                  </a:cubicBezTo>
                  <a:cubicBezTo>
                    <a:pt x="248466" y="42284"/>
                    <a:pt x="44019" y="282483"/>
                    <a:pt x="0" y="3990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0DDFA46-10FE-FA40-6BD4-A5838981FD9E}"/>
                    </a:ext>
                  </a:extLst>
                </p:cNvPr>
                <p:cNvSpPr txBox="1"/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0DDFA46-10FE-FA40-6BD4-A5838981F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ECCC26-3445-319E-ACE4-B85ADA0219F5}"/>
              </a:ext>
            </a:extLst>
          </p:cNvPr>
          <p:cNvGrpSpPr/>
          <p:nvPr/>
        </p:nvGrpSpPr>
        <p:grpSpPr>
          <a:xfrm>
            <a:off x="10530960" y="1146893"/>
            <a:ext cx="1432440" cy="2260461"/>
            <a:chOff x="8482198" y="1098309"/>
            <a:chExt cx="965902" cy="15242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F760290-EF5C-189E-26D4-C08CA0168863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06B123A-392D-703F-1F3E-948C112FDD5E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7466F1A9-A665-A65C-2CFB-9C6F00C179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E0EB35DE-60FA-8799-5103-56B90EEE10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27475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9BA8-B1B1-4B84-C52E-9A058AA2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48E85C-22C9-8B82-5CB1-0CF4A9B0C0C6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48E85C-22C9-8B82-5CB1-0CF4A9B0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B5BFE0-C4DA-ABF9-A892-59B94C7A46E5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C245-7255-8261-48B0-15B866AC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45686C-2F28-ABEB-1731-E8010A97F537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45686C-2F28-ABEB-1731-E8010A97F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5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227A59C-74B7-1462-78CB-E078BB2FCF38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E08D4E6-0B57-6DB7-2F14-203A78B6D196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E08D4E6-0B57-6DB7-2F14-203A78B6D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539AB23-50A7-8DA8-87F6-9C4B397B8358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6928D29-EE5E-4A72-AED2-7EF2FA874FD3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7E6E2E-2859-67F1-5300-9169A19E1BFC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7E6E2E-2859-67F1-5300-9169A19E1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7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A331CB-3AAC-5C9B-00D6-8274860B24A0}"/>
              </a:ext>
            </a:extLst>
          </p:cNvPr>
          <p:cNvCxnSpPr>
            <a:cxnSpLocks/>
          </p:cNvCxnSpPr>
          <p:nvPr/>
        </p:nvCxnSpPr>
        <p:spPr>
          <a:xfrm>
            <a:off x="353280" y="2870200"/>
            <a:ext cx="756517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7B0E09-BE2B-9E3A-6AC9-72FB4B122C34}"/>
                  </a:ext>
                </a:extLst>
              </p:cNvPr>
              <p:cNvSpPr txBox="1"/>
              <p:nvPr/>
            </p:nvSpPr>
            <p:spPr>
              <a:xfrm>
                <a:off x="608999" y="4637742"/>
                <a:ext cx="55209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Lebesgue measure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7B0E09-BE2B-9E3A-6AC9-72FB4B122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99" y="4637742"/>
                <a:ext cx="5520935" cy="830997"/>
              </a:xfrm>
              <a:prstGeom prst="rect">
                <a:avLst/>
              </a:prstGeom>
              <a:blipFill>
                <a:blip r:embed="rId8"/>
                <a:stretch>
                  <a:fillRect t="-16176" r="-4084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66618D0-A09A-E2DA-E443-336D89494802}"/>
              </a:ext>
            </a:extLst>
          </p:cNvPr>
          <p:cNvSpPr txBox="1"/>
          <p:nvPr/>
        </p:nvSpPr>
        <p:spPr>
          <a:xfrm>
            <a:off x="736600" y="5411227"/>
            <a:ext cx="630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we use in classical continuum case (i.e. classical mechanics)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44F6EC-3562-E317-8C6D-76050F8D3AD5}"/>
                  </a:ext>
                </a:extLst>
              </p:cNvPr>
              <p:cNvSpPr/>
              <p:nvPr/>
            </p:nvSpPr>
            <p:spPr>
              <a:xfrm>
                <a:off x="7566719" y="4962187"/>
                <a:ext cx="838200" cy="7118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44F6EC-3562-E317-8C6D-76050F8D3A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719" y="4962187"/>
                <a:ext cx="838200" cy="7118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3A3D69-C5AA-96F4-7CD8-CB42AEAB5DB5}"/>
              </a:ext>
            </a:extLst>
          </p:cNvPr>
          <p:cNvCxnSpPr/>
          <p:nvPr/>
        </p:nvCxnSpPr>
        <p:spPr>
          <a:xfrm>
            <a:off x="7289800" y="4699000"/>
            <a:ext cx="0" cy="1238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E5AC9C-5C22-DADD-F8F5-9DE1912E705B}"/>
              </a:ext>
            </a:extLst>
          </p:cNvPr>
          <p:cNvCxnSpPr/>
          <p:nvPr/>
        </p:nvCxnSpPr>
        <p:spPr>
          <a:xfrm>
            <a:off x="7289800" y="5937250"/>
            <a:ext cx="1441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1DED550-5352-635B-487C-48F76EE56B7D}"/>
              </a:ext>
            </a:extLst>
          </p:cNvPr>
          <p:cNvSpPr txBox="1"/>
          <p:nvPr/>
        </p:nvSpPr>
        <p:spPr>
          <a:xfrm rot="19399994">
            <a:off x="214085" y="1192482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F974BD-4613-E445-B724-811402882005}"/>
              </a:ext>
            </a:extLst>
          </p:cNvPr>
          <p:cNvCxnSpPr/>
          <p:nvPr/>
        </p:nvCxnSpPr>
        <p:spPr>
          <a:xfrm>
            <a:off x="838200" y="1492250"/>
            <a:ext cx="349250" cy="10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9B17366-DE1A-ECB2-E062-77E1B641CD55}"/>
              </a:ext>
            </a:extLst>
          </p:cNvPr>
          <p:cNvGrpSpPr/>
          <p:nvPr/>
        </p:nvGrpSpPr>
        <p:grpSpPr>
          <a:xfrm>
            <a:off x="8553163" y="977616"/>
            <a:ext cx="1738579" cy="1821419"/>
            <a:chOff x="9583523" y="342143"/>
            <a:chExt cx="2274393" cy="23827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D8086B-32D6-CCDF-AE02-88388A9DF6CA}"/>
                </a:ext>
              </a:extLst>
            </p:cNvPr>
            <p:cNvGrpSpPr/>
            <p:nvPr/>
          </p:nvGrpSpPr>
          <p:grpSpPr>
            <a:xfrm>
              <a:off x="9600895" y="607003"/>
              <a:ext cx="1970869" cy="1970871"/>
              <a:chOff x="5635690" y="3806890"/>
              <a:chExt cx="1110343" cy="1110344"/>
            </a:xfrm>
            <a:solidFill>
              <a:schemeClr val="bg1"/>
            </a:solidFill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C2B6864-9539-8036-0CEB-6F31392944CF}"/>
                  </a:ext>
                </a:extLst>
              </p:cNvPr>
              <p:cNvSpPr/>
              <p:nvPr/>
            </p:nvSpPr>
            <p:spPr>
              <a:xfrm>
                <a:off x="5635690" y="3806890"/>
                <a:ext cx="1110343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83E9AE6-3B2A-5D2A-820F-D638D76EF1AA}"/>
                  </a:ext>
                </a:extLst>
              </p:cNvPr>
              <p:cNvSpPr/>
              <p:nvPr/>
            </p:nvSpPr>
            <p:spPr>
              <a:xfrm>
                <a:off x="5847183" y="3806890"/>
                <a:ext cx="687355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97A22CED-2BEB-FFC1-99CC-E06EFB4ED599}"/>
                  </a:ext>
                </a:extLst>
              </p:cNvPr>
              <p:cNvSpPr/>
              <p:nvPr/>
            </p:nvSpPr>
            <p:spPr>
              <a:xfrm>
                <a:off x="6190860" y="3806890"/>
                <a:ext cx="343678" cy="1110344"/>
              </a:xfrm>
              <a:custGeom>
                <a:avLst/>
                <a:gdLst>
                  <a:gd name="connsiteX0" fmla="*/ 0 w 687355"/>
                  <a:gd name="connsiteY0" fmla="*/ 555172 h 1110343"/>
                  <a:gd name="connsiteX1" fmla="*/ 343678 w 687355"/>
                  <a:gd name="connsiteY1" fmla="*/ 0 h 1110343"/>
                  <a:gd name="connsiteX2" fmla="*/ 687356 w 687355"/>
                  <a:gd name="connsiteY2" fmla="*/ 555172 h 1110343"/>
                  <a:gd name="connsiteX3" fmla="*/ 343678 w 687355"/>
                  <a:gd name="connsiteY3" fmla="*/ 1110344 h 1110343"/>
                  <a:gd name="connsiteX4" fmla="*/ 0 w 687355"/>
                  <a:gd name="connsiteY4" fmla="*/ 555172 h 1110343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4" fmla="*/ 91440 w 687356"/>
                  <a:gd name="connsiteY4" fmla="*/ 646612 h 1110344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0" fmla="*/ 0 w 343678"/>
                  <a:gd name="connsiteY0" fmla="*/ 0 h 1110344"/>
                  <a:gd name="connsiteX1" fmla="*/ 343678 w 343678"/>
                  <a:gd name="connsiteY1" fmla="*/ 555172 h 1110344"/>
                  <a:gd name="connsiteX2" fmla="*/ 0 w 343678"/>
                  <a:gd name="connsiteY2" fmla="*/ 1110344 h 1110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3678" h="1110344">
                    <a:moveTo>
                      <a:pt x="0" y="0"/>
                    </a:moveTo>
                    <a:cubicBezTo>
                      <a:pt x="189808" y="0"/>
                      <a:pt x="343678" y="248559"/>
                      <a:pt x="343678" y="555172"/>
                    </a:cubicBezTo>
                    <a:cubicBezTo>
                      <a:pt x="343678" y="861785"/>
                      <a:pt x="189808" y="1110344"/>
                      <a:pt x="0" y="111034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7F11A0B-EA88-54D4-4BFF-B757655F3D43}"/>
                </a:ext>
              </a:extLst>
            </p:cNvPr>
            <p:cNvSpPr/>
            <p:nvPr/>
          </p:nvSpPr>
          <p:spPr>
            <a:xfrm rot="2574255">
              <a:off x="11110496" y="908436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3D552A8-22C4-948B-82B1-B4386F01B361}"/>
                </a:ext>
              </a:extLst>
            </p:cNvPr>
            <p:cNvSpPr/>
            <p:nvPr/>
          </p:nvSpPr>
          <p:spPr>
            <a:xfrm rot="2574255">
              <a:off x="9977730" y="2277900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D4C3CBF-F653-07CF-EA04-EFE7EF36D30E}"/>
                </a:ext>
              </a:extLst>
            </p:cNvPr>
            <p:cNvSpPr/>
            <p:nvPr/>
          </p:nvSpPr>
          <p:spPr>
            <a:xfrm rot="4206954">
              <a:off x="11326982" y="1329298"/>
              <a:ext cx="11158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618DF6-AB18-FBE0-8BF3-2AC6A1A9B99A}"/>
                    </a:ext>
                  </a:extLst>
                </p:cNvPr>
                <p:cNvSpPr txBox="1"/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618DF6-AB18-FBE0-8BF3-2AC6A1A9B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113C4CF-5291-92DF-B57D-2F174EE842CF}"/>
                    </a:ext>
                  </a:extLst>
                </p:cNvPr>
                <p:cNvSpPr txBox="1"/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113C4CF-5291-92DF-B57D-2F174EE84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EA01CE-752F-3AC0-A6E8-47AEBE17AF38}"/>
                    </a:ext>
                  </a:extLst>
                </p:cNvPr>
                <p:cNvSpPr txBox="1"/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EA01CE-752F-3AC0-A6E8-47AEBE17A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9B75F9-37D2-16E8-44C9-E469D6F53828}"/>
                </a:ext>
              </a:extLst>
            </p:cNvPr>
            <p:cNvSpPr/>
            <p:nvPr/>
          </p:nvSpPr>
          <p:spPr>
            <a:xfrm>
              <a:off x="9692625" y="757208"/>
              <a:ext cx="445220" cy="41430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96701"/>
                <a:gd name="connsiteY0" fmla="*/ 399258 h 445124"/>
                <a:gd name="connsiteX1" fmla="*/ 231458 w 396701"/>
                <a:gd name="connsiteY1" fmla="*/ 282781 h 445124"/>
                <a:gd name="connsiteX2" fmla="*/ 359229 w 396701"/>
                <a:gd name="connsiteY2" fmla="*/ 444367 h 445124"/>
                <a:gd name="connsiteX3" fmla="*/ 339634 w 396701"/>
                <a:gd name="connsiteY3" fmla="*/ 202704 h 445124"/>
                <a:gd name="connsiteX4" fmla="*/ 352697 w 396701"/>
                <a:gd name="connsiteY4" fmla="*/ 230 h 445124"/>
                <a:gd name="connsiteX5" fmla="*/ 0 w 396701"/>
                <a:gd name="connsiteY5" fmla="*/ 399258 h 445124"/>
                <a:gd name="connsiteX0" fmla="*/ 0 w 440605"/>
                <a:gd name="connsiteY0" fmla="*/ 400992 h 450371"/>
                <a:gd name="connsiteX1" fmla="*/ 231458 w 440605"/>
                <a:gd name="connsiteY1" fmla="*/ 284515 h 450371"/>
                <a:gd name="connsiteX2" fmla="*/ 359229 w 440605"/>
                <a:gd name="connsiteY2" fmla="*/ 446101 h 450371"/>
                <a:gd name="connsiteX3" fmla="*/ 439647 w 440605"/>
                <a:gd name="connsiteY3" fmla="*/ 75850 h 450371"/>
                <a:gd name="connsiteX4" fmla="*/ 352697 w 440605"/>
                <a:gd name="connsiteY4" fmla="*/ 1964 h 450371"/>
                <a:gd name="connsiteX5" fmla="*/ 0 w 440605"/>
                <a:gd name="connsiteY5" fmla="*/ 400992 h 450371"/>
                <a:gd name="connsiteX0" fmla="*/ 0 w 440605"/>
                <a:gd name="connsiteY0" fmla="*/ 400992 h 400992"/>
                <a:gd name="connsiteX1" fmla="*/ 231458 w 440605"/>
                <a:gd name="connsiteY1" fmla="*/ 284515 h 400992"/>
                <a:gd name="connsiteX2" fmla="*/ 337798 w 440605"/>
                <a:gd name="connsiteY2" fmla="*/ 165113 h 400992"/>
                <a:gd name="connsiteX3" fmla="*/ 439647 w 440605"/>
                <a:gd name="connsiteY3" fmla="*/ 75850 h 400992"/>
                <a:gd name="connsiteX4" fmla="*/ 352697 w 440605"/>
                <a:gd name="connsiteY4" fmla="*/ 1964 h 400992"/>
                <a:gd name="connsiteX5" fmla="*/ 0 w 440605"/>
                <a:gd name="connsiteY5" fmla="*/ 400992 h 400992"/>
                <a:gd name="connsiteX0" fmla="*/ 17 w 440622"/>
                <a:gd name="connsiteY0" fmla="*/ 400992 h 403421"/>
                <a:gd name="connsiteX1" fmla="*/ 337815 w 440622"/>
                <a:gd name="connsiteY1" fmla="*/ 165113 h 403421"/>
                <a:gd name="connsiteX2" fmla="*/ 439664 w 440622"/>
                <a:gd name="connsiteY2" fmla="*/ 75850 h 403421"/>
                <a:gd name="connsiteX3" fmla="*/ 352714 w 440622"/>
                <a:gd name="connsiteY3" fmla="*/ 1964 h 403421"/>
                <a:gd name="connsiteX4" fmla="*/ 17 w 440622"/>
                <a:gd name="connsiteY4" fmla="*/ 400992 h 403421"/>
                <a:gd name="connsiteX0" fmla="*/ 17 w 389023"/>
                <a:gd name="connsiteY0" fmla="*/ 406034 h 408463"/>
                <a:gd name="connsiteX1" fmla="*/ 337815 w 389023"/>
                <a:gd name="connsiteY1" fmla="*/ 170155 h 408463"/>
                <a:gd name="connsiteX2" fmla="*/ 352714 w 389023"/>
                <a:gd name="connsiteY2" fmla="*/ 7006 h 408463"/>
                <a:gd name="connsiteX3" fmla="*/ 17 w 389023"/>
                <a:gd name="connsiteY3" fmla="*/ 406034 h 408463"/>
                <a:gd name="connsiteX0" fmla="*/ 14 w 445220"/>
                <a:gd name="connsiteY0" fmla="*/ 412528 h 414309"/>
                <a:gd name="connsiteX1" fmla="*/ 423537 w 445220"/>
                <a:gd name="connsiteY1" fmla="*/ 93305 h 414309"/>
                <a:gd name="connsiteX2" fmla="*/ 352711 w 445220"/>
                <a:gd name="connsiteY2" fmla="*/ 13500 h 414309"/>
                <a:gd name="connsiteX3" fmla="*/ 14 w 445220"/>
                <a:gd name="connsiteY3" fmla="*/ 412528 h 41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220" h="414309">
                  <a:moveTo>
                    <a:pt x="14" y="412528"/>
                  </a:moveTo>
                  <a:cubicBezTo>
                    <a:pt x="-2469" y="439719"/>
                    <a:pt x="350263" y="147495"/>
                    <a:pt x="423537" y="93305"/>
                  </a:cubicBezTo>
                  <a:cubicBezTo>
                    <a:pt x="482320" y="26800"/>
                    <a:pt x="409011" y="-25813"/>
                    <a:pt x="352711" y="13500"/>
                  </a:cubicBezTo>
                  <a:cubicBezTo>
                    <a:pt x="248480" y="55784"/>
                    <a:pt x="44033" y="295983"/>
                    <a:pt x="14" y="4125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7FA8C1-1C18-7C74-76C0-10A39CC6218B}"/>
                </a:ext>
              </a:extLst>
            </p:cNvPr>
            <p:cNvSpPr/>
            <p:nvPr/>
          </p:nvSpPr>
          <p:spPr>
            <a:xfrm>
              <a:off x="9692640" y="770708"/>
              <a:ext cx="370962" cy="53816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962" h="538169">
                  <a:moveTo>
                    <a:pt x="0" y="399028"/>
                  </a:moveTo>
                  <a:cubicBezTo>
                    <a:pt x="36943" y="510810"/>
                    <a:pt x="71574" y="529827"/>
                    <a:pt x="131445" y="537345"/>
                  </a:cubicBezTo>
                  <a:cubicBezTo>
                    <a:pt x="191317" y="544863"/>
                    <a:pt x="324531" y="499949"/>
                    <a:pt x="359229" y="444137"/>
                  </a:cubicBezTo>
                  <a:cubicBezTo>
                    <a:pt x="393927" y="388325"/>
                    <a:pt x="340723" y="276497"/>
                    <a:pt x="339634" y="202474"/>
                  </a:cubicBezTo>
                  <a:cubicBezTo>
                    <a:pt x="338545" y="128451"/>
                    <a:pt x="309290" y="105353"/>
                    <a:pt x="352697" y="0"/>
                  </a:cubicBezTo>
                  <a:cubicBezTo>
                    <a:pt x="248466" y="42284"/>
                    <a:pt x="44019" y="282483"/>
                    <a:pt x="0" y="3990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0A9AA8E-975A-FF84-F6C3-35763F0E2FE3}"/>
                    </a:ext>
                  </a:extLst>
                </p:cNvPr>
                <p:cNvSpPr txBox="1"/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0A9AA8E-975A-FF84-F6C3-35763F0E2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BBBAB8-1184-8BEB-B5B8-903984575B5C}"/>
              </a:ext>
            </a:extLst>
          </p:cNvPr>
          <p:cNvGrpSpPr/>
          <p:nvPr/>
        </p:nvGrpSpPr>
        <p:grpSpPr>
          <a:xfrm>
            <a:off x="10530960" y="1146893"/>
            <a:ext cx="1432440" cy="2260461"/>
            <a:chOff x="8482198" y="1098309"/>
            <a:chExt cx="965902" cy="152424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AF387F-D111-65A3-2467-510ECC5051F0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8C11EA9-31D8-F322-A617-1633D08AB9FA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2602C637-CBB3-93AD-97A0-4DF870135E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FD3CA46E-6603-107E-D23D-E485DF2AFA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117231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0F29-4F1D-D7DC-ECE7-3A850D4B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573F71-AEB9-E2E7-BA15-F062F08B60FB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573F71-AEB9-E2E7-BA15-F062F08B6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2A5DB8-76A0-A329-A201-A2F189289FCD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8A81B-3E05-6DF3-233A-3DE56F17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3B051F-0AF8-D24A-EBB0-3116F5B8A2A4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3B051F-0AF8-D24A-EBB0-3116F5B8A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5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8BDFB2C-7169-B430-BB1E-D6F7D2CA308D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287EF00-EA42-5687-5E91-6BA86764C9AB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287EF00-EA42-5687-5E91-6BA86764C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B92654-664D-2790-BB24-FFA9A8B6AB39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335BCF1-73BE-35E3-55B4-F7D389D95372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A570827-D990-F5D8-7DB9-E47D78CBE982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A570827-D990-F5D8-7DB9-E47D78CB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7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5D7E66-EE4F-3928-DE63-F4261E9B1754}"/>
              </a:ext>
            </a:extLst>
          </p:cNvPr>
          <p:cNvCxnSpPr>
            <a:cxnSpLocks/>
          </p:cNvCxnSpPr>
          <p:nvPr/>
        </p:nvCxnSpPr>
        <p:spPr>
          <a:xfrm>
            <a:off x="353280" y="4051300"/>
            <a:ext cx="99718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CCD872-EA77-B34C-E7E8-281A703BCE5F}"/>
                  </a:ext>
                </a:extLst>
              </p:cNvPr>
              <p:cNvSpPr txBox="1"/>
              <p:nvPr/>
            </p:nvSpPr>
            <p:spPr>
              <a:xfrm>
                <a:off x="608999" y="4637742"/>
                <a:ext cx="60488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“Quantum” measure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CCD872-EA77-B34C-E7E8-281A703BC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99" y="4637742"/>
                <a:ext cx="6048835" cy="830997"/>
              </a:xfrm>
              <a:prstGeom prst="rect">
                <a:avLst/>
              </a:prstGeom>
              <a:blipFill>
                <a:blip r:embed="rId8"/>
                <a:stretch>
                  <a:fillRect t="-16176" r="-3730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FFB3366-57AF-ACF6-EFBE-BAEADC5F2F1B}"/>
              </a:ext>
            </a:extLst>
          </p:cNvPr>
          <p:cNvSpPr txBox="1"/>
          <p:nvPr/>
        </p:nvSpPr>
        <p:spPr>
          <a:xfrm>
            <a:off x="1073150" y="5411227"/>
            <a:ext cx="513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we are implicitly using in quantum mechanics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66874-1E75-B7E1-312A-4DE608781150}"/>
              </a:ext>
            </a:extLst>
          </p:cNvPr>
          <p:cNvSpPr txBox="1"/>
          <p:nvPr/>
        </p:nvSpPr>
        <p:spPr>
          <a:xfrm rot="19399994">
            <a:off x="214085" y="1192482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5DA7CA-0924-44B6-9DF4-51A7235A80AF}"/>
              </a:ext>
            </a:extLst>
          </p:cNvPr>
          <p:cNvCxnSpPr/>
          <p:nvPr/>
        </p:nvCxnSpPr>
        <p:spPr>
          <a:xfrm>
            <a:off x="838200" y="1492250"/>
            <a:ext cx="349250" cy="10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5DD9F10-6F37-B885-8EFE-D601B9CEB359}"/>
              </a:ext>
            </a:extLst>
          </p:cNvPr>
          <p:cNvGrpSpPr/>
          <p:nvPr/>
        </p:nvGrpSpPr>
        <p:grpSpPr>
          <a:xfrm>
            <a:off x="8553163" y="977616"/>
            <a:ext cx="1738579" cy="1821419"/>
            <a:chOff x="9583523" y="342143"/>
            <a:chExt cx="2274393" cy="23827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BBFB6E-4EA1-76C4-4B7E-93191659A82F}"/>
                </a:ext>
              </a:extLst>
            </p:cNvPr>
            <p:cNvGrpSpPr/>
            <p:nvPr/>
          </p:nvGrpSpPr>
          <p:grpSpPr>
            <a:xfrm>
              <a:off x="9600895" y="607003"/>
              <a:ext cx="1970869" cy="1970871"/>
              <a:chOff x="5635690" y="3806890"/>
              <a:chExt cx="1110343" cy="1110344"/>
            </a:xfrm>
            <a:solidFill>
              <a:schemeClr val="bg1"/>
            </a:solidFill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005A419-44DB-BB6A-DB24-36266A41E84D}"/>
                  </a:ext>
                </a:extLst>
              </p:cNvPr>
              <p:cNvSpPr/>
              <p:nvPr/>
            </p:nvSpPr>
            <p:spPr>
              <a:xfrm>
                <a:off x="5635690" y="3806890"/>
                <a:ext cx="1110343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446557F-EC79-23BE-BEE6-7F11196E2E94}"/>
                  </a:ext>
                </a:extLst>
              </p:cNvPr>
              <p:cNvSpPr/>
              <p:nvPr/>
            </p:nvSpPr>
            <p:spPr>
              <a:xfrm>
                <a:off x="5847183" y="3806890"/>
                <a:ext cx="687355" cy="1110343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3" name="Oval 9">
                <a:extLst>
                  <a:ext uri="{FF2B5EF4-FFF2-40B4-BE49-F238E27FC236}">
                    <a16:creationId xmlns:a16="http://schemas.microsoft.com/office/drawing/2014/main" id="{8408375B-7E6D-D3AB-1FAC-AD8F396A984E}"/>
                  </a:ext>
                </a:extLst>
              </p:cNvPr>
              <p:cNvSpPr/>
              <p:nvPr/>
            </p:nvSpPr>
            <p:spPr>
              <a:xfrm>
                <a:off x="6190860" y="3806890"/>
                <a:ext cx="343678" cy="1110344"/>
              </a:xfrm>
              <a:custGeom>
                <a:avLst/>
                <a:gdLst>
                  <a:gd name="connsiteX0" fmla="*/ 0 w 687355"/>
                  <a:gd name="connsiteY0" fmla="*/ 555172 h 1110343"/>
                  <a:gd name="connsiteX1" fmla="*/ 343678 w 687355"/>
                  <a:gd name="connsiteY1" fmla="*/ 0 h 1110343"/>
                  <a:gd name="connsiteX2" fmla="*/ 687356 w 687355"/>
                  <a:gd name="connsiteY2" fmla="*/ 555172 h 1110343"/>
                  <a:gd name="connsiteX3" fmla="*/ 343678 w 687355"/>
                  <a:gd name="connsiteY3" fmla="*/ 1110344 h 1110343"/>
                  <a:gd name="connsiteX4" fmla="*/ 0 w 687355"/>
                  <a:gd name="connsiteY4" fmla="*/ 555172 h 1110343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4" fmla="*/ 91440 w 687356"/>
                  <a:gd name="connsiteY4" fmla="*/ 646612 h 1110344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0" fmla="*/ 0 w 343678"/>
                  <a:gd name="connsiteY0" fmla="*/ 0 h 1110344"/>
                  <a:gd name="connsiteX1" fmla="*/ 343678 w 343678"/>
                  <a:gd name="connsiteY1" fmla="*/ 555172 h 1110344"/>
                  <a:gd name="connsiteX2" fmla="*/ 0 w 343678"/>
                  <a:gd name="connsiteY2" fmla="*/ 1110344 h 1110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3678" h="1110344">
                    <a:moveTo>
                      <a:pt x="0" y="0"/>
                    </a:moveTo>
                    <a:cubicBezTo>
                      <a:pt x="189808" y="0"/>
                      <a:pt x="343678" y="248559"/>
                      <a:pt x="343678" y="555172"/>
                    </a:cubicBezTo>
                    <a:cubicBezTo>
                      <a:pt x="343678" y="861785"/>
                      <a:pt x="189808" y="1110344"/>
                      <a:pt x="0" y="111034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A310E6D-ADA2-4ABF-D624-CB5A43EA6087}"/>
                </a:ext>
              </a:extLst>
            </p:cNvPr>
            <p:cNvSpPr/>
            <p:nvPr/>
          </p:nvSpPr>
          <p:spPr>
            <a:xfrm rot="2574255">
              <a:off x="11110496" y="908436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AC749AD-3196-0466-7DA7-0F01E857BCB9}"/>
                </a:ext>
              </a:extLst>
            </p:cNvPr>
            <p:cNvSpPr/>
            <p:nvPr/>
          </p:nvSpPr>
          <p:spPr>
            <a:xfrm rot="2574255">
              <a:off x="9977730" y="2277900"/>
              <a:ext cx="11157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873F967-34DF-FEC1-5A55-4C66F24D830E}"/>
                </a:ext>
              </a:extLst>
            </p:cNvPr>
            <p:cNvSpPr/>
            <p:nvPr/>
          </p:nvSpPr>
          <p:spPr>
            <a:xfrm rot="4206954">
              <a:off x="11326982" y="1329298"/>
              <a:ext cx="11158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25E0D17-33C7-413D-6E85-6F007380AA31}"/>
                    </a:ext>
                  </a:extLst>
                </p:cNvPr>
                <p:cNvSpPr txBox="1"/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25E0D17-33C7-413D-6E85-6F007380A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005" y="342143"/>
                  <a:ext cx="457825" cy="44289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C42EBC-5A60-C935-5E3A-B29CAE3DCA8F}"/>
                    </a:ext>
                  </a:extLst>
                </p:cNvPr>
                <p:cNvSpPr txBox="1"/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C42EBC-5A60-C935-5E3A-B29CAE3DC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365" y="2282013"/>
                  <a:ext cx="452960" cy="44289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4E5ABBE-15DF-7060-3594-AF791F7EC893}"/>
                    </a:ext>
                  </a:extLst>
                </p:cNvPr>
                <p:cNvSpPr txBox="1"/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4E5ABBE-15DF-7060-3594-AF791F7EC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3243" y="1068191"/>
                  <a:ext cx="434673" cy="44289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C47F761-1BD6-B79E-5DC5-FD835CBA97FA}"/>
                </a:ext>
              </a:extLst>
            </p:cNvPr>
            <p:cNvSpPr/>
            <p:nvPr/>
          </p:nvSpPr>
          <p:spPr>
            <a:xfrm>
              <a:off x="9692625" y="757208"/>
              <a:ext cx="445220" cy="41430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64219"/>
                <a:gd name="connsiteY0" fmla="*/ 399028 h 444894"/>
                <a:gd name="connsiteX1" fmla="*/ 231458 w 364219"/>
                <a:gd name="connsiteY1" fmla="*/ 282551 h 444894"/>
                <a:gd name="connsiteX2" fmla="*/ 359229 w 364219"/>
                <a:gd name="connsiteY2" fmla="*/ 444137 h 444894"/>
                <a:gd name="connsiteX3" fmla="*/ 339634 w 364219"/>
                <a:gd name="connsiteY3" fmla="*/ 202474 h 444894"/>
                <a:gd name="connsiteX4" fmla="*/ 352697 w 364219"/>
                <a:gd name="connsiteY4" fmla="*/ 0 h 444894"/>
                <a:gd name="connsiteX5" fmla="*/ 0 w 364219"/>
                <a:gd name="connsiteY5" fmla="*/ 399028 h 444894"/>
                <a:gd name="connsiteX0" fmla="*/ 0 w 396701"/>
                <a:gd name="connsiteY0" fmla="*/ 399258 h 445124"/>
                <a:gd name="connsiteX1" fmla="*/ 231458 w 396701"/>
                <a:gd name="connsiteY1" fmla="*/ 282781 h 445124"/>
                <a:gd name="connsiteX2" fmla="*/ 359229 w 396701"/>
                <a:gd name="connsiteY2" fmla="*/ 444367 h 445124"/>
                <a:gd name="connsiteX3" fmla="*/ 339634 w 396701"/>
                <a:gd name="connsiteY3" fmla="*/ 202704 h 445124"/>
                <a:gd name="connsiteX4" fmla="*/ 352697 w 396701"/>
                <a:gd name="connsiteY4" fmla="*/ 230 h 445124"/>
                <a:gd name="connsiteX5" fmla="*/ 0 w 396701"/>
                <a:gd name="connsiteY5" fmla="*/ 399258 h 445124"/>
                <a:gd name="connsiteX0" fmla="*/ 0 w 440605"/>
                <a:gd name="connsiteY0" fmla="*/ 400992 h 450371"/>
                <a:gd name="connsiteX1" fmla="*/ 231458 w 440605"/>
                <a:gd name="connsiteY1" fmla="*/ 284515 h 450371"/>
                <a:gd name="connsiteX2" fmla="*/ 359229 w 440605"/>
                <a:gd name="connsiteY2" fmla="*/ 446101 h 450371"/>
                <a:gd name="connsiteX3" fmla="*/ 439647 w 440605"/>
                <a:gd name="connsiteY3" fmla="*/ 75850 h 450371"/>
                <a:gd name="connsiteX4" fmla="*/ 352697 w 440605"/>
                <a:gd name="connsiteY4" fmla="*/ 1964 h 450371"/>
                <a:gd name="connsiteX5" fmla="*/ 0 w 440605"/>
                <a:gd name="connsiteY5" fmla="*/ 400992 h 450371"/>
                <a:gd name="connsiteX0" fmla="*/ 0 w 440605"/>
                <a:gd name="connsiteY0" fmla="*/ 400992 h 400992"/>
                <a:gd name="connsiteX1" fmla="*/ 231458 w 440605"/>
                <a:gd name="connsiteY1" fmla="*/ 284515 h 400992"/>
                <a:gd name="connsiteX2" fmla="*/ 337798 w 440605"/>
                <a:gd name="connsiteY2" fmla="*/ 165113 h 400992"/>
                <a:gd name="connsiteX3" fmla="*/ 439647 w 440605"/>
                <a:gd name="connsiteY3" fmla="*/ 75850 h 400992"/>
                <a:gd name="connsiteX4" fmla="*/ 352697 w 440605"/>
                <a:gd name="connsiteY4" fmla="*/ 1964 h 400992"/>
                <a:gd name="connsiteX5" fmla="*/ 0 w 440605"/>
                <a:gd name="connsiteY5" fmla="*/ 400992 h 400992"/>
                <a:gd name="connsiteX0" fmla="*/ 17 w 440622"/>
                <a:gd name="connsiteY0" fmla="*/ 400992 h 403421"/>
                <a:gd name="connsiteX1" fmla="*/ 337815 w 440622"/>
                <a:gd name="connsiteY1" fmla="*/ 165113 h 403421"/>
                <a:gd name="connsiteX2" fmla="*/ 439664 w 440622"/>
                <a:gd name="connsiteY2" fmla="*/ 75850 h 403421"/>
                <a:gd name="connsiteX3" fmla="*/ 352714 w 440622"/>
                <a:gd name="connsiteY3" fmla="*/ 1964 h 403421"/>
                <a:gd name="connsiteX4" fmla="*/ 17 w 440622"/>
                <a:gd name="connsiteY4" fmla="*/ 400992 h 403421"/>
                <a:gd name="connsiteX0" fmla="*/ 17 w 389023"/>
                <a:gd name="connsiteY0" fmla="*/ 406034 h 408463"/>
                <a:gd name="connsiteX1" fmla="*/ 337815 w 389023"/>
                <a:gd name="connsiteY1" fmla="*/ 170155 h 408463"/>
                <a:gd name="connsiteX2" fmla="*/ 352714 w 389023"/>
                <a:gd name="connsiteY2" fmla="*/ 7006 h 408463"/>
                <a:gd name="connsiteX3" fmla="*/ 17 w 389023"/>
                <a:gd name="connsiteY3" fmla="*/ 406034 h 408463"/>
                <a:gd name="connsiteX0" fmla="*/ 14 w 445220"/>
                <a:gd name="connsiteY0" fmla="*/ 412528 h 414309"/>
                <a:gd name="connsiteX1" fmla="*/ 423537 w 445220"/>
                <a:gd name="connsiteY1" fmla="*/ 93305 h 414309"/>
                <a:gd name="connsiteX2" fmla="*/ 352711 w 445220"/>
                <a:gd name="connsiteY2" fmla="*/ 13500 h 414309"/>
                <a:gd name="connsiteX3" fmla="*/ 14 w 445220"/>
                <a:gd name="connsiteY3" fmla="*/ 412528 h 41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220" h="414309">
                  <a:moveTo>
                    <a:pt x="14" y="412528"/>
                  </a:moveTo>
                  <a:cubicBezTo>
                    <a:pt x="-2469" y="439719"/>
                    <a:pt x="350263" y="147495"/>
                    <a:pt x="423537" y="93305"/>
                  </a:cubicBezTo>
                  <a:cubicBezTo>
                    <a:pt x="482320" y="26800"/>
                    <a:pt x="409011" y="-25813"/>
                    <a:pt x="352711" y="13500"/>
                  </a:cubicBezTo>
                  <a:cubicBezTo>
                    <a:pt x="248480" y="55784"/>
                    <a:pt x="44033" y="295983"/>
                    <a:pt x="14" y="4125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B50D237-491F-F07E-9ADE-9D1FFF2969E7}"/>
                </a:ext>
              </a:extLst>
            </p:cNvPr>
            <p:cNvSpPr/>
            <p:nvPr/>
          </p:nvSpPr>
          <p:spPr>
            <a:xfrm>
              <a:off x="9692640" y="770708"/>
              <a:ext cx="370962" cy="538169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962" h="538169">
                  <a:moveTo>
                    <a:pt x="0" y="399028"/>
                  </a:moveTo>
                  <a:cubicBezTo>
                    <a:pt x="36943" y="510810"/>
                    <a:pt x="71574" y="529827"/>
                    <a:pt x="131445" y="537345"/>
                  </a:cubicBezTo>
                  <a:cubicBezTo>
                    <a:pt x="191317" y="544863"/>
                    <a:pt x="324531" y="499949"/>
                    <a:pt x="359229" y="444137"/>
                  </a:cubicBezTo>
                  <a:cubicBezTo>
                    <a:pt x="393927" y="388325"/>
                    <a:pt x="340723" y="276497"/>
                    <a:pt x="339634" y="202474"/>
                  </a:cubicBezTo>
                  <a:cubicBezTo>
                    <a:pt x="338545" y="128451"/>
                    <a:pt x="309290" y="105353"/>
                    <a:pt x="352697" y="0"/>
                  </a:cubicBezTo>
                  <a:cubicBezTo>
                    <a:pt x="248466" y="42284"/>
                    <a:pt x="44019" y="282483"/>
                    <a:pt x="0" y="399028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336BDF2-BECC-DB25-ED84-B318A062068F}"/>
                    </a:ext>
                  </a:extLst>
                </p:cNvPr>
                <p:cNvSpPr txBox="1"/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336BDF2-BECC-DB25-ED84-B318A0620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3523" y="572540"/>
                  <a:ext cx="492216" cy="44289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453FAF-A2FA-A2EC-5D70-B2B4A0076464}"/>
              </a:ext>
            </a:extLst>
          </p:cNvPr>
          <p:cNvGrpSpPr/>
          <p:nvPr/>
        </p:nvGrpSpPr>
        <p:grpSpPr>
          <a:xfrm>
            <a:off x="10530960" y="1146893"/>
            <a:ext cx="1432440" cy="2260461"/>
            <a:chOff x="8482198" y="1098309"/>
            <a:chExt cx="965902" cy="152424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5FFF861-BE66-0678-4E9D-3717EF9BA361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CFDA3AF-E0B1-3535-DBF1-293645DD64F7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B6D457D2-DF20-0680-9364-D8CEA47335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9BB00D0F-BBBE-4697-739B-FD79D8822B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14798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5E0ED0-1356-2D39-D8C3-89D34AB1817E}"/>
              </a:ext>
            </a:extLst>
          </p:cNvPr>
          <p:cNvSpPr txBox="1"/>
          <p:nvPr/>
        </p:nvSpPr>
        <p:spPr>
          <a:xfrm>
            <a:off x="674820" y="424754"/>
            <a:ext cx="1084235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We saw that thinking about entropy makes us understand how classical mechanics fails and gives rise to quantum mechanics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57EAB-3267-6A00-9DE1-11279B7A896B}"/>
              </a:ext>
            </a:extLst>
          </p:cNvPr>
          <p:cNvSpPr txBox="1"/>
          <p:nvPr/>
        </p:nvSpPr>
        <p:spPr>
          <a:xfrm>
            <a:off x="586330" y="3202367"/>
            <a:ext cx="84888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Can we use similar arguments to understand why quantum mechanics and general relativity are incompatible, and how to fix it?</a:t>
            </a:r>
          </a:p>
        </p:txBody>
      </p:sp>
    </p:spTree>
    <p:extLst>
      <p:ext uri="{BB962C8B-B14F-4D97-AF65-F5344CB8AC3E}">
        <p14:creationId xmlns:p14="http://schemas.microsoft.com/office/powerpoint/2010/main" val="356480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0F538-C647-73C3-D81D-1E5C5412BBFB}"/>
              </a:ext>
            </a:extLst>
          </p:cNvPr>
          <p:cNvSpPr txBox="1"/>
          <p:nvPr/>
        </p:nvSpPr>
        <p:spPr>
          <a:xfrm>
            <a:off x="550606" y="258941"/>
            <a:ext cx="8474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General relativity is a field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0B31A-40CE-DC77-4DF8-026BF2B04C21}"/>
              </a:ext>
            </a:extLst>
          </p:cNvPr>
          <p:cNvSpPr txBox="1"/>
          <p:nvPr/>
        </p:nvSpPr>
        <p:spPr>
          <a:xfrm>
            <a:off x="619432" y="3768052"/>
            <a:ext cx="2423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Field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D8780-039D-C67D-F733-9689CEEEB192}"/>
              </a:ext>
            </a:extLst>
          </p:cNvPr>
          <p:cNvSpPr txBox="1"/>
          <p:nvPr/>
        </p:nvSpPr>
        <p:spPr>
          <a:xfrm>
            <a:off x="550606" y="4877914"/>
            <a:ext cx="2033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defined by</a:t>
            </a:r>
            <a:br>
              <a:rPr lang="en-US" dirty="0"/>
            </a:br>
            <a:r>
              <a:rPr lang="en-US" dirty="0"/>
              <a:t>fields at each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160AFA-8369-240A-53AC-42CF85E8E2C3}"/>
                  </a:ext>
                </a:extLst>
              </p:cNvPr>
              <p:cNvSpPr txBox="1"/>
              <p:nvPr/>
            </p:nvSpPr>
            <p:spPr>
              <a:xfrm>
                <a:off x="3168396" y="4633297"/>
                <a:ext cx="1495538" cy="646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3600" b="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160AFA-8369-240A-53AC-42CF85E8E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96" y="4633297"/>
                <a:ext cx="1495538" cy="646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BF5C5F-CF70-4B2C-F10F-9CA92C76E2C9}"/>
                  </a:ext>
                </a:extLst>
              </p:cNvPr>
              <p:cNvSpPr txBox="1"/>
              <p:nvPr/>
            </p:nvSpPr>
            <p:spPr>
              <a:xfrm>
                <a:off x="5722618" y="4633360"/>
                <a:ext cx="63671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BF5C5F-CF70-4B2C-F10F-9CA92C76E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618" y="4633360"/>
                <a:ext cx="63671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F55CD43-4AF3-B96C-4BE6-4BC578535BF6}"/>
              </a:ext>
            </a:extLst>
          </p:cNvPr>
          <p:cNvSpPr txBox="1"/>
          <p:nvPr/>
        </p:nvSpPr>
        <p:spPr>
          <a:xfrm>
            <a:off x="7480738" y="1553016"/>
            <a:ext cx="3989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Finitely many variables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0FE136-1369-CA37-03B1-A050752D90FC}"/>
              </a:ext>
            </a:extLst>
          </p:cNvPr>
          <p:cNvCxnSpPr>
            <a:cxnSpLocks/>
          </p:cNvCxnSpPr>
          <p:nvPr/>
        </p:nvCxnSpPr>
        <p:spPr>
          <a:xfrm flipH="1">
            <a:off x="5248219" y="4192783"/>
            <a:ext cx="1207760" cy="44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D4AFD9-BCA9-E40F-FC39-255C98CD3825}"/>
              </a:ext>
            </a:extLst>
          </p:cNvPr>
          <p:cNvSpPr txBox="1"/>
          <p:nvPr/>
        </p:nvSpPr>
        <p:spPr>
          <a:xfrm>
            <a:off x="619432" y="1237676"/>
            <a:ext cx="3670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mechanics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78E18-E454-ECE8-28A7-89C729F9A813}"/>
              </a:ext>
            </a:extLst>
          </p:cNvPr>
          <p:cNvSpPr txBox="1"/>
          <p:nvPr/>
        </p:nvSpPr>
        <p:spPr>
          <a:xfrm>
            <a:off x="550606" y="2347538"/>
            <a:ext cx="2575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defined by</a:t>
            </a:r>
            <a:br>
              <a:rPr lang="en-US" dirty="0"/>
            </a:br>
            <a:r>
              <a:rPr lang="en-US" dirty="0"/>
              <a:t>position and momentum: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023282-0F1A-3059-BE1A-0B435B592AB1}"/>
                  </a:ext>
                </a:extLst>
              </p:cNvPr>
              <p:cNvSpPr txBox="1"/>
              <p:nvPr/>
            </p:nvSpPr>
            <p:spPr>
              <a:xfrm>
                <a:off x="3310290" y="2102921"/>
                <a:ext cx="803040" cy="11792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br>
                  <a:rPr lang="en-US" sz="3600" b="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023282-0F1A-3059-BE1A-0B435B592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290" y="2102921"/>
                <a:ext cx="803040" cy="1179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92A139-22DD-08D1-5F06-36F7A4031B59}"/>
                  </a:ext>
                </a:extLst>
              </p:cNvPr>
              <p:cNvSpPr txBox="1"/>
              <p:nvPr/>
            </p:nvSpPr>
            <p:spPr>
              <a:xfrm>
                <a:off x="4113330" y="2102921"/>
                <a:ext cx="940450" cy="1180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br>
                  <a:rPr lang="en-US" sz="3600" b="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92A139-22DD-08D1-5F06-36F7A4031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30" y="2102921"/>
                <a:ext cx="940450" cy="11803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F07803-03E3-5B00-B493-4316D52C4FB1}"/>
                  </a:ext>
                </a:extLst>
              </p:cNvPr>
              <p:cNvSpPr txBox="1"/>
              <p:nvPr/>
            </p:nvSpPr>
            <p:spPr>
              <a:xfrm>
                <a:off x="5722618" y="2102921"/>
                <a:ext cx="971997" cy="1135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br>
                  <a:rPr lang="en-US" sz="3600" b="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1F07803-03E3-5B00-B493-4316D52C4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618" y="2102921"/>
                <a:ext cx="971997" cy="11355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572BCA-AA9C-8140-EC08-2A890AB4FDE1}"/>
                  </a:ext>
                </a:extLst>
              </p:cNvPr>
              <p:cNvSpPr txBox="1"/>
              <p:nvPr/>
            </p:nvSpPr>
            <p:spPr>
              <a:xfrm>
                <a:off x="5069842" y="2347538"/>
                <a:ext cx="63671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572BCA-AA9C-8140-EC08-2A890AB4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42" y="2347538"/>
                <a:ext cx="63671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6BFF40-A0D8-2EDB-BAE3-F1C3279D04E9}"/>
              </a:ext>
            </a:extLst>
          </p:cNvPr>
          <p:cNvCxnSpPr/>
          <p:nvPr/>
        </p:nvCxnSpPr>
        <p:spPr>
          <a:xfrm flipH="1">
            <a:off x="6694615" y="2041632"/>
            <a:ext cx="667882" cy="48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674818-96C8-9787-055D-29FB7FB4B701}"/>
                  </a:ext>
                </a:extLst>
              </p:cNvPr>
              <p:cNvSpPr txBox="1"/>
              <p:nvPr/>
            </p:nvSpPr>
            <p:spPr>
              <a:xfrm>
                <a:off x="4322073" y="4633296"/>
                <a:ext cx="1471428" cy="646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3600" b="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674818-96C8-9787-055D-29FB7FB4B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73" y="4633296"/>
                <a:ext cx="1471428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1EA7F03-8D58-489D-1B24-C98282DECF41}"/>
              </a:ext>
            </a:extLst>
          </p:cNvPr>
          <p:cNvSpPr txBox="1"/>
          <p:nvPr/>
        </p:nvSpPr>
        <p:spPr>
          <a:xfrm>
            <a:off x="5248219" y="3576271"/>
            <a:ext cx="41719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Continuously (infinitely)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many variables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B420A-E607-C6AE-8132-C61D4CBCEA42}"/>
              </a:ext>
            </a:extLst>
          </p:cNvPr>
          <p:cNvSpPr txBox="1"/>
          <p:nvPr/>
        </p:nvSpPr>
        <p:spPr>
          <a:xfrm>
            <a:off x="3168396" y="5649598"/>
            <a:ext cx="5694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How do we count them?!?</a:t>
            </a:r>
          </a:p>
        </p:txBody>
      </p:sp>
    </p:spTree>
    <p:extLst>
      <p:ext uri="{BB962C8B-B14F-4D97-AF65-F5344CB8AC3E}">
        <p14:creationId xmlns:p14="http://schemas.microsoft.com/office/powerpoint/2010/main" val="350232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F0AA-550E-0584-D63D-6DA9FB88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CDE809-A026-3DF5-9C89-7EA5F77D9ABA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3504BA-C57B-BC02-2AAF-DEC650A29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C9F8631-FCCC-9022-765B-AD5D49CCE4D5}"/>
              </a:ext>
            </a:extLst>
          </p:cNvPr>
          <p:cNvSpPr txBox="1"/>
          <p:nvPr/>
        </p:nvSpPr>
        <p:spPr>
          <a:xfrm>
            <a:off x="216670" y="54286"/>
            <a:ext cx="119777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problem with counting </a:t>
            </a:r>
            <a:r>
              <a:rPr lang="en-US" sz="4000" dirty="0"/>
              <a:t>(on the continuum)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F1FE0-EC95-F373-7C01-3474A262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A8BD56-7472-305E-8541-B58545D6D2F1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812062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point has one variable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A8BD56-7472-305E-8541-B58545D6D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8120621" cy="584775"/>
              </a:xfrm>
              <a:prstGeom prst="rect">
                <a:avLst/>
              </a:prstGeom>
              <a:blipFill>
                <a:blip r:embed="rId3"/>
                <a:stretch>
                  <a:fillRect l="-1952" t="-12500" r="-90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A048A13-9BF1-1A3C-DD1D-4BB3AD99B003}"/>
              </a:ext>
            </a:extLst>
          </p:cNvPr>
          <p:cNvGrpSpPr/>
          <p:nvPr/>
        </p:nvGrpSpPr>
        <p:grpSpPr>
          <a:xfrm>
            <a:off x="501531" y="988093"/>
            <a:ext cx="7836535" cy="1323439"/>
            <a:chOff x="820062" y="977320"/>
            <a:chExt cx="7836535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CEF1142-E19A-E797-0920-0B6895FB97E1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0AFFE3-3B03-D30A-042A-FE7F6345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DB3359-62E3-8CA8-1AC8-8E5FB0DBF841}"/>
                </a:ext>
              </a:extLst>
            </p:cNvPr>
            <p:cNvSpPr txBox="1"/>
            <p:nvPr/>
          </p:nvSpPr>
          <p:spPr>
            <a:xfrm>
              <a:off x="1951286" y="1207751"/>
              <a:ext cx="149117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region of</a:t>
              </a:r>
              <a:br>
                <a:rPr lang="en-US" sz="2800" dirty="0"/>
              </a:br>
              <a:r>
                <a:rPr lang="en-US" sz="2800" dirty="0"/>
                <a:t>space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70E0B6-766E-3CB6-137C-A379F52404FC}"/>
                </a:ext>
              </a:extLst>
            </p:cNvPr>
            <p:cNvSpPr txBox="1"/>
            <p:nvPr/>
          </p:nvSpPr>
          <p:spPr>
            <a:xfrm>
              <a:off x="5054649" y="1207751"/>
              <a:ext cx="360194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Volume proportional to</a:t>
              </a:r>
              <a:br>
                <a:rPr lang="en-US" sz="2800" dirty="0"/>
              </a:br>
              <a:r>
                <a:rPr lang="en-US" sz="2800" dirty="0"/>
                <a:t>number of variables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E6D3470-1207-EEDD-10EB-14E68F6FFC99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8712000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 volume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E6D3470-1207-EEDD-10EB-14E68F6FF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8712000" cy="584775"/>
              </a:xfrm>
              <a:prstGeom prst="rect">
                <a:avLst/>
              </a:prstGeom>
              <a:blipFill>
                <a:blip r:embed="rId9"/>
                <a:stretch>
                  <a:fillRect l="-1819" t="-12500" r="-77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A9136C1-2FCE-6530-031D-BC225DEE1896}"/>
              </a:ext>
            </a:extLst>
          </p:cNvPr>
          <p:cNvSpPr txBox="1"/>
          <p:nvPr/>
        </p:nvSpPr>
        <p:spPr>
          <a:xfrm>
            <a:off x="1199831" y="4898944"/>
            <a:ext cx="73137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On a continuum, a finite region</a:t>
            </a:r>
            <a:br>
              <a:rPr lang="en-US" sz="4400" dirty="0">
                <a:solidFill>
                  <a:srgbClr val="C00000"/>
                </a:solidFill>
              </a:rPr>
            </a:br>
            <a:r>
              <a:rPr lang="en-US" sz="4400" dirty="0">
                <a:solidFill>
                  <a:srgbClr val="C00000"/>
                </a:solidFill>
              </a:rPr>
              <a:t>has infinitely many points!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987B12-5591-9927-BB75-BAE8B6FDFC98}"/>
              </a:ext>
            </a:extLst>
          </p:cNvPr>
          <p:cNvSpPr txBox="1"/>
          <p:nvPr/>
        </p:nvSpPr>
        <p:spPr>
          <a:xfrm rot="20829951">
            <a:off x="734089" y="2676148"/>
            <a:ext cx="6125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Incompatible!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E23A75-301D-7CD7-CE53-F9364F6C1296}"/>
              </a:ext>
            </a:extLst>
          </p:cNvPr>
          <p:cNvCxnSpPr/>
          <p:nvPr/>
        </p:nvCxnSpPr>
        <p:spPr>
          <a:xfrm>
            <a:off x="10335144" y="1107125"/>
            <a:ext cx="299778" cy="1837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0B5983-37F1-45EB-0D1A-D2BE4D405E73}"/>
              </a:ext>
            </a:extLst>
          </p:cNvPr>
          <p:cNvCxnSpPr/>
          <p:nvPr/>
        </p:nvCxnSpPr>
        <p:spPr>
          <a:xfrm flipV="1">
            <a:off x="9612766" y="1253429"/>
            <a:ext cx="1662718" cy="1545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A6D1B1-1EB7-DC61-086E-33DD11DBD931}"/>
              </a:ext>
            </a:extLst>
          </p:cNvPr>
          <p:cNvCxnSpPr/>
          <p:nvPr/>
        </p:nvCxnSpPr>
        <p:spPr>
          <a:xfrm>
            <a:off x="9387391" y="1500317"/>
            <a:ext cx="2152787" cy="978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6D8292-86C7-DEB7-80B2-0470D9776BDE}"/>
                  </a:ext>
                </a:extLst>
              </p:cNvPr>
              <p:cNvSpPr txBox="1"/>
              <p:nvPr/>
            </p:nvSpPr>
            <p:spPr>
              <a:xfrm>
                <a:off x="10301040" y="876377"/>
                <a:ext cx="353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6D8292-86C7-DEB7-80B2-0470D9776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040" y="876377"/>
                <a:ext cx="35375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DBCF3F-132B-7AD8-0425-137B13716361}"/>
                  </a:ext>
                </a:extLst>
              </p:cNvPr>
              <p:cNvSpPr txBox="1"/>
              <p:nvPr/>
            </p:nvSpPr>
            <p:spPr>
              <a:xfrm>
                <a:off x="11528385" y="226941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DBCF3F-132B-7AD8-0425-137B13716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385" y="2269413"/>
                <a:ext cx="36798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3829B-2E13-31FB-B3AA-FE2AE8D0F5E1}"/>
                  </a:ext>
                </a:extLst>
              </p:cNvPr>
              <p:cNvSpPr txBox="1"/>
              <p:nvPr/>
            </p:nvSpPr>
            <p:spPr>
              <a:xfrm>
                <a:off x="11227779" y="1007541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3829B-2E13-31FB-B3AA-FE2AE8D0F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779" y="1007541"/>
                <a:ext cx="371384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880D78B1-7980-71F8-6B53-F603260FE884}"/>
              </a:ext>
            </a:extLst>
          </p:cNvPr>
          <p:cNvGrpSpPr/>
          <p:nvPr/>
        </p:nvGrpSpPr>
        <p:grpSpPr>
          <a:xfrm>
            <a:off x="9626554" y="1726625"/>
            <a:ext cx="779961" cy="763077"/>
            <a:chOff x="9583523" y="572540"/>
            <a:chExt cx="779961" cy="763077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818EE08-A02F-CAC4-DC47-D91CFF152D1E}"/>
                </a:ext>
              </a:extLst>
            </p:cNvPr>
            <p:cNvSpPr/>
            <p:nvPr/>
          </p:nvSpPr>
          <p:spPr>
            <a:xfrm>
              <a:off x="9795117" y="745755"/>
              <a:ext cx="568367" cy="589862"/>
            </a:xfrm>
            <a:custGeom>
              <a:avLst/>
              <a:gdLst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24191 w 401228"/>
                <a:gd name="connsiteY0" fmla="*/ 395720 h 546933"/>
                <a:gd name="connsiteX1" fmla="*/ 69911 w 401228"/>
                <a:gd name="connsiteY1" fmla="*/ 545943 h 546933"/>
                <a:gd name="connsiteX2" fmla="*/ 383420 w 401228"/>
                <a:gd name="connsiteY2" fmla="*/ 447972 h 546933"/>
                <a:gd name="connsiteX3" fmla="*/ 363825 w 401228"/>
                <a:gd name="connsiteY3" fmla="*/ 206309 h 546933"/>
                <a:gd name="connsiteX4" fmla="*/ 376888 w 401228"/>
                <a:gd name="connsiteY4" fmla="*/ 3835 h 546933"/>
                <a:gd name="connsiteX5" fmla="*/ 24191 w 401228"/>
                <a:gd name="connsiteY5" fmla="*/ 395720 h 546933"/>
                <a:gd name="connsiteX0" fmla="*/ 0 w 377037"/>
                <a:gd name="connsiteY0" fmla="*/ 395720 h 546933"/>
                <a:gd name="connsiteX1" fmla="*/ 45720 w 377037"/>
                <a:gd name="connsiteY1" fmla="*/ 545943 h 546933"/>
                <a:gd name="connsiteX2" fmla="*/ 359229 w 377037"/>
                <a:gd name="connsiteY2" fmla="*/ 447972 h 546933"/>
                <a:gd name="connsiteX3" fmla="*/ 339634 w 377037"/>
                <a:gd name="connsiteY3" fmla="*/ 206309 h 546933"/>
                <a:gd name="connsiteX4" fmla="*/ 352697 w 377037"/>
                <a:gd name="connsiteY4" fmla="*/ 3835 h 546933"/>
                <a:gd name="connsiteX5" fmla="*/ 0 w 377037"/>
                <a:gd name="connsiteY5" fmla="*/ 395720 h 546933"/>
                <a:gd name="connsiteX0" fmla="*/ 0 w 374195"/>
                <a:gd name="connsiteY0" fmla="*/ 395720 h 542241"/>
                <a:gd name="connsiteX1" fmla="*/ 131445 w 374195"/>
                <a:gd name="connsiteY1" fmla="*/ 541180 h 542241"/>
                <a:gd name="connsiteX2" fmla="*/ 359229 w 374195"/>
                <a:gd name="connsiteY2" fmla="*/ 447972 h 542241"/>
                <a:gd name="connsiteX3" fmla="*/ 339634 w 374195"/>
                <a:gd name="connsiteY3" fmla="*/ 206309 h 542241"/>
                <a:gd name="connsiteX4" fmla="*/ 352697 w 374195"/>
                <a:gd name="connsiteY4" fmla="*/ 3835 h 542241"/>
                <a:gd name="connsiteX5" fmla="*/ 0 w 374195"/>
                <a:gd name="connsiteY5" fmla="*/ 395720 h 542241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4671"/>
                <a:gd name="connsiteY0" fmla="*/ 403364 h 542505"/>
                <a:gd name="connsiteX1" fmla="*/ 131445 w 374671"/>
                <a:gd name="connsiteY1" fmla="*/ 541681 h 542505"/>
                <a:gd name="connsiteX2" fmla="*/ 359229 w 374671"/>
                <a:gd name="connsiteY2" fmla="*/ 448473 h 542505"/>
                <a:gd name="connsiteX3" fmla="*/ 339634 w 374671"/>
                <a:gd name="connsiteY3" fmla="*/ 206810 h 542505"/>
                <a:gd name="connsiteX4" fmla="*/ 352697 w 374671"/>
                <a:gd name="connsiteY4" fmla="*/ 4336 h 542505"/>
                <a:gd name="connsiteX5" fmla="*/ 0 w 374671"/>
                <a:gd name="connsiteY5" fmla="*/ 403364 h 542505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370962"/>
                <a:gd name="connsiteY0" fmla="*/ 399028 h 538169"/>
                <a:gd name="connsiteX1" fmla="*/ 131445 w 370962"/>
                <a:gd name="connsiteY1" fmla="*/ 537345 h 538169"/>
                <a:gd name="connsiteX2" fmla="*/ 359229 w 370962"/>
                <a:gd name="connsiteY2" fmla="*/ 444137 h 538169"/>
                <a:gd name="connsiteX3" fmla="*/ 339634 w 370962"/>
                <a:gd name="connsiteY3" fmla="*/ 202474 h 538169"/>
                <a:gd name="connsiteX4" fmla="*/ 352697 w 370962"/>
                <a:gd name="connsiteY4" fmla="*/ 0 h 538169"/>
                <a:gd name="connsiteX5" fmla="*/ 0 w 370962"/>
                <a:gd name="connsiteY5" fmla="*/ 399028 h 538169"/>
                <a:gd name="connsiteX0" fmla="*/ 0 w 622042"/>
                <a:gd name="connsiteY0" fmla="*/ 399028 h 586792"/>
                <a:gd name="connsiteX1" fmla="*/ 131445 w 622042"/>
                <a:gd name="connsiteY1" fmla="*/ 537345 h 586792"/>
                <a:gd name="connsiteX2" fmla="*/ 619360 w 622042"/>
                <a:gd name="connsiteY2" fmla="*/ 562379 h 586792"/>
                <a:gd name="connsiteX3" fmla="*/ 339634 w 622042"/>
                <a:gd name="connsiteY3" fmla="*/ 202474 h 586792"/>
                <a:gd name="connsiteX4" fmla="*/ 352697 w 622042"/>
                <a:gd name="connsiteY4" fmla="*/ 0 h 586792"/>
                <a:gd name="connsiteX5" fmla="*/ 0 w 622042"/>
                <a:gd name="connsiteY5" fmla="*/ 399028 h 586792"/>
                <a:gd name="connsiteX0" fmla="*/ 0 w 679357"/>
                <a:gd name="connsiteY0" fmla="*/ 399028 h 587958"/>
                <a:gd name="connsiteX1" fmla="*/ 131445 w 679357"/>
                <a:gd name="connsiteY1" fmla="*/ 537345 h 587958"/>
                <a:gd name="connsiteX2" fmla="*/ 619360 w 679357"/>
                <a:gd name="connsiteY2" fmla="*/ 562379 h 587958"/>
                <a:gd name="connsiteX3" fmla="*/ 670710 w 679357"/>
                <a:gd name="connsiteY3" fmla="*/ 186709 h 587958"/>
                <a:gd name="connsiteX4" fmla="*/ 352697 w 679357"/>
                <a:gd name="connsiteY4" fmla="*/ 0 h 587958"/>
                <a:gd name="connsiteX5" fmla="*/ 0 w 679357"/>
                <a:gd name="connsiteY5" fmla="*/ 399028 h 587958"/>
                <a:gd name="connsiteX0" fmla="*/ 0 w 679357"/>
                <a:gd name="connsiteY0" fmla="*/ 320200 h 509130"/>
                <a:gd name="connsiteX1" fmla="*/ 131445 w 679357"/>
                <a:gd name="connsiteY1" fmla="*/ 458517 h 509130"/>
                <a:gd name="connsiteX2" fmla="*/ 619360 w 679357"/>
                <a:gd name="connsiteY2" fmla="*/ 483551 h 509130"/>
                <a:gd name="connsiteX3" fmla="*/ 670710 w 679357"/>
                <a:gd name="connsiteY3" fmla="*/ 107881 h 509130"/>
                <a:gd name="connsiteX4" fmla="*/ 329049 w 679357"/>
                <a:gd name="connsiteY4" fmla="*/ 0 h 509130"/>
                <a:gd name="connsiteX5" fmla="*/ 0 w 679357"/>
                <a:gd name="connsiteY5" fmla="*/ 320200 h 509130"/>
                <a:gd name="connsiteX0" fmla="*/ 0 w 679357"/>
                <a:gd name="connsiteY0" fmla="*/ 332324 h 521254"/>
                <a:gd name="connsiteX1" fmla="*/ 131445 w 679357"/>
                <a:gd name="connsiteY1" fmla="*/ 470641 h 521254"/>
                <a:gd name="connsiteX2" fmla="*/ 619360 w 679357"/>
                <a:gd name="connsiteY2" fmla="*/ 495675 h 521254"/>
                <a:gd name="connsiteX3" fmla="*/ 670710 w 679357"/>
                <a:gd name="connsiteY3" fmla="*/ 120005 h 521254"/>
                <a:gd name="connsiteX4" fmla="*/ 329049 w 679357"/>
                <a:gd name="connsiteY4" fmla="*/ 12124 h 521254"/>
                <a:gd name="connsiteX5" fmla="*/ 0 w 679357"/>
                <a:gd name="connsiteY5" fmla="*/ 332324 h 521254"/>
                <a:gd name="connsiteX0" fmla="*/ 0 w 679357"/>
                <a:gd name="connsiteY0" fmla="*/ 429067 h 617997"/>
                <a:gd name="connsiteX1" fmla="*/ 131445 w 679357"/>
                <a:gd name="connsiteY1" fmla="*/ 567384 h 617997"/>
                <a:gd name="connsiteX2" fmla="*/ 619360 w 679357"/>
                <a:gd name="connsiteY2" fmla="*/ 592418 h 617997"/>
                <a:gd name="connsiteX3" fmla="*/ 670710 w 679357"/>
                <a:gd name="connsiteY3" fmla="*/ 216748 h 617997"/>
                <a:gd name="connsiteX4" fmla="*/ 352697 w 679357"/>
                <a:gd name="connsiteY4" fmla="*/ 6391 h 617997"/>
                <a:gd name="connsiteX5" fmla="*/ 0 w 679357"/>
                <a:gd name="connsiteY5" fmla="*/ 429067 h 617997"/>
                <a:gd name="connsiteX0" fmla="*/ 8623 w 585504"/>
                <a:gd name="connsiteY0" fmla="*/ 313622 h 617141"/>
                <a:gd name="connsiteX1" fmla="*/ 37592 w 585504"/>
                <a:gd name="connsiteY1" fmla="*/ 562298 h 617141"/>
                <a:gd name="connsiteX2" fmla="*/ 525507 w 585504"/>
                <a:gd name="connsiteY2" fmla="*/ 587332 h 617141"/>
                <a:gd name="connsiteX3" fmla="*/ 576857 w 585504"/>
                <a:gd name="connsiteY3" fmla="*/ 211662 h 617141"/>
                <a:gd name="connsiteX4" fmla="*/ 258844 w 585504"/>
                <a:gd name="connsiteY4" fmla="*/ 1305 h 617141"/>
                <a:gd name="connsiteX5" fmla="*/ 8623 w 585504"/>
                <a:gd name="connsiteY5" fmla="*/ 313622 h 617141"/>
                <a:gd name="connsiteX0" fmla="*/ 0 w 568367"/>
                <a:gd name="connsiteY0" fmla="*/ 313622 h 589862"/>
                <a:gd name="connsiteX1" fmla="*/ 281217 w 568367"/>
                <a:gd name="connsiteY1" fmla="*/ 373112 h 589862"/>
                <a:gd name="connsiteX2" fmla="*/ 516884 w 568367"/>
                <a:gd name="connsiteY2" fmla="*/ 587332 h 589862"/>
                <a:gd name="connsiteX3" fmla="*/ 568234 w 568367"/>
                <a:gd name="connsiteY3" fmla="*/ 211662 h 589862"/>
                <a:gd name="connsiteX4" fmla="*/ 250221 w 568367"/>
                <a:gd name="connsiteY4" fmla="*/ 1305 h 589862"/>
                <a:gd name="connsiteX5" fmla="*/ 0 w 568367"/>
                <a:gd name="connsiteY5" fmla="*/ 313622 h 58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367" h="589862">
                  <a:moveTo>
                    <a:pt x="0" y="313622"/>
                  </a:moveTo>
                  <a:cubicBezTo>
                    <a:pt x="36943" y="425404"/>
                    <a:pt x="195070" y="327494"/>
                    <a:pt x="281217" y="373112"/>
                  </a:cubicBezTo>
                  <a:cubicBezTo>
                    <a:pt x="367364" y="418730"/>
                    <a:pt x="469048" y="614240"/>
                    <a:pt x="516884" y="587332"/>
                  </a:cubicBezTo>
                  <a:cubicBezTo>
                    <a:pt x="564720" y="560424"/>
                    <a:pt x="569323" y="285685"/>
                    <a:pt x="568234" y="211662"/>
                  </a:cubicBezTo>
                  <a:cubicBezTo>
                    <a:pt x="567145" y="137639"/>
                    <a:pt x="344927" y="-15688"/>
                    <a:pt x="250221" y="1305"/>
                  </a:cubicBezTo>
                  <a:cubicBezTo>
                    <a:pt x="155515" y="18298"/>
                    <a:pt x="44019" y="197077"/>
                    <a:pt x="0" y="313622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C27162E-692F-E67E-27B9-6DDE93A5E7C9}"/>
                    </a:ext>
                  </a:extLst>
                </p:cNvPr>
                <p:cNvSpPr txBox="1"/>
                <p:nvPr/>
              </p:nvSpPr>
              <p:spPr>
                <a:xfrm>
                  <a:off x="9583523" y="572540"/>
                  <a:ext cx="4007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3AB6581-A383-0497-0C44-0F68EE344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3523" y="572540"/>
                  <a:ext cx="40075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F84419-5EBD-8E9B-9D76-635B162A36CF}"/>
              </a:ext>
            </a:extLst>
          </p:cNvPr>
          <p:cNvGrpSpPr/>
          <p:nvPr/>
        </p:nvGrpSpPr>
        <p:grpSpPr>
          <a:xfrm>
            <a:off x="11200464" y="1483945"/>
            <a:ext cx="371448" cy="412692"/>
            <a:chOff x="11067005" y="342143"/>
            <a:chExt cx="371448" cy="41269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964445E-E89C-D40B-8485-EEB743FC1D98}"/>
                </a:ext>
              </a:extLst>
            </p:cNvPr>
            <p:cNvSpPr/>
            <p:nvPr/>
          </p:nvSpPr>
          <p:spPr>
            <a:xfrm rot="2574255">
              <a:off x="11118641" y="709116"/>
              <a:ext cx="50692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CD6AFC0-3D9C-9551-40C4-0CDABEDDB099}"/>
                    </a:ext>
                  </a:extLst>
                </p:cNvPr>
                <p:cNvSpPr txBox="1"/>
                <p:nvPr/>
              </p:nvSpPr>
              <p:spPr>
                <a:xfrm>
                  <a:off x="11067005" y="342143"/>
                  <a:ext cx="3714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583049-E5F7-BA3F-A834-E3BA0FAF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7005" y="342143"/>
                  <a:ext cx="37144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1236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45" grpId="0"/>
      <p:bldP spid="46" grpId="0"/>
      <p:bldP spid="4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488BE-80F0-BA9F-AC59-FB1798EFB80E}"/>
              </a:ext>
            </a:extLst>
          </p:cNvPr>
          <p:cNvSpPr txBox="1"/>
          <p:nvPr/>
        </p:nvSpPr>
        <p:spPr>
          <a:xfrm>
            <a:off x="761598" y="4987349"/>
            <a:ext cx="85524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I don’t think we have the right math </a:t>
            </a:r>
            <a:br>
              <a:rPr lang="en-US" sz="4400" dirty="0">
                <a:solidFill>
                  <a:srgbClr val="C00000"/>
                </a:solidFill>
              </a:rPr>
            </a:br>
            <a:r>
              <a:rPr lang="en-US" sz="4400" dirty="0">
                <a:solidFill>
                  <a:srgbClr val="C00000"/>
                </a:solidFill>
              </a:rPr>
              <a:t>to solve this problem!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BE538-FDE4-0B00-4194-8B87451E7E0C}"/>
              </a:ext>
            </a:extLst>
          </p:cNvPr>
          <p:cNvSpPr txBox="1"/>
          <p:nvPr/>
        </p:nvSpPr>
        <p:spPr>
          <a:xfrm>
            <a:off x="444066" y="246618"/>
            <a:ext cx="11303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Seems that “quantizing space-time” means putting a lower bound on the number of variables (degrees of freedom)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674F3-A8CD-5F53-CC7B-C22540D3C3D7}"/>
              </a:ext>
            </a:extLst>
          </p:cNvPr>
          <p:cNvSpPr txBox="1"/>
          <p:nvPr/>
        </p:nvSpPr>
        <p:spPr>
          <a:xfrm>
            <a:off x="1457101" y="1568450"/>
            <a:ext cx="9277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 the same way that a region of state space “with less than one state” makes no sense,</a:t>
            </a:r>
            <a:br>
              <a:rPr lang="en-US" sz="2000" dirty="0"/>
            </a:br>
            <a:r>
              <a:rPr lang="en-US" sz="2000" dirty="0"/>
              <a:t>a region of physical space with “less than one degree of freedom” makes no sense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A3302B-C667-845C-0B01-36CCCB01B94F}"/>
              </a:ext>
            </a:extLst>
          </p:cNvPr>
          <p:cNvCxnSpPr/>
          <p:nvPr/>
        </p:nvCxnSpPr>
        <p:spPr>
          <a:xfrm>
            <a:off x="2296044" y="2681925"/>
            <a:ext cx="299778" cy="1837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FEE21C-080E-F4BE-000F-ABF22B07B526}"/>
              </a:ext>
            </a:extLst>
          </p:cNvPr>
          <p:cNvCxnSpPr/>
          <p:nvPr/>
        </p:nvCxnSpPr>
        <p:spPr>
          <a:xfrm flipV="1">
            <a:off x="1573666" y="2828229"/>
            <a:ext cx="1662718" cy="1545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5C45C-7BB9-04B7-1E5A-E3F9C6225EA1}"/>
              </a:ext>
            </a:extLst>
          </p:cNvPr>
          <p:cNvCxnSpPr/>
          <p:nvPr/>
        </p:nvCxnSpPr>
        <p:spPr>
          <a:xfrm>
            <a:off x="1348291" y="3075117"/>
            <a:ext cx="2152787" cy="978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90739-EF21-2639-FAB5-1C022182096F}"/>
                  </a:ext>
                </a:extLst>
              </p:cNvPr>
              <p:cNvSpPr txBox="1"/>
              <p:nvPr/>
            </p:nvSpPr>
            <p:spPr>
              <a:xfrm>
                <a:off x="2261940" y="2451177"/>
                <a:ext cx="353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90739-EF21-2639-FAB5-1C0221820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940" y="2451177"/>
                <a:ext cx="35375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4B9F8C-86E2-E12D-892D-CAC197A85E10}"/>
                  </a:ext>
                </a:extLst>
              </p:cNvPr>
              <p:cNvSpPr txBox="1"/>
              <p:nvPr/>
            </p:nvSpPr>
            <p:spPr>
              <a:xfrm>
                <a:off x="3489285" y="384421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4B9F8C-86E2-E12D-892D-CAC197A85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285" y="3844213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F39C09-907C-B7C1-698C-DDBA416E9C7C}"/>
                  </a:ext>
                </a:extLst>
              </p:cNvPr>
              <p:cNvSpPr txBox="1"/>
              <p:nvPr/>
            </p:nvSpPr>
            <p:spPr>
              <a:xfrm>
                <a:off x="3188679" y="2582341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F39C09-907C-B7C1-698C-DDBA416E9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79" y="258234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CC6CD29-1943-3DAE-64DF-77287809B830}"/>
              </a:ext>
            </a:extLst>
          </p:cNvPr>
          <p:cNvGrpSpPr/>
          <p:nvPr/>
        </p:nvGrpSpPr>
        <p:grpSpPr>
          <a:xfrm>
            <a:off x="2190445" y="3051257"/>
            <a:ext cx="707885" cy="707886"/>
            <a:chOff x="5635690" y="3806890"/>
            <a:chExt cx="1110343" cy="1110344"/>
          </a:xfrm>
          <a:solidFill>
            <a:srgbClr val="5B9BD5">
              <a:alpha val="50196"/>
            </a:srgbClr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3BEDAEC-73E2-5711-DED5-4C4E3F885210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64AF07-C27F-03E9-0D2B-3C7E636F2826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2BC7C1BA-6382-64D5-29DA-47BD8C14A6B0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2E83AD-A019-018F-4A95-7AF90EFCF2F6}"/>
                  </a:ext>
                </a:extLst>
              </p:cNvPr>
              <p:cNvSpPr txBox="1"/>
              <p:nvPr/>
            </p:nvSpPr>
            <p:spPr>
              <a:xfrm>
                <a:off x="1868785" y="2928813"/>
                <a:ext cx="400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2E83AD-A019-018F-4A95-7AF90EFCF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785" y="2928813"/>
                <a:ext cx="4007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93DE2F5-3FC5-E173-E4D2-03464BAE708A}"/>
              </a:ext>
            </a:extLst>
          </p:cNvPr>
          <p:cNvCxnSpPr/>
          <p:nvPr/>
        </p:nvCxnSpPr>
        <p:spPr>
          <a:xfrm>
            <a:off x="5683250" y="4303384"/>
            <a:ext cx="2114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466987-77F4-090C-3250-CC3A812A2F3C}"/>
              </a:ext>
            </a:extLst>
          </p:cNvPr>
          <p:cNvCxnSpPr>
            <a:cxnSpLocks/>
          </p:cNvCxnSpPr>
          <p:nvPr/>
        </p:nvCxnSpPr>
        <p:spPr>
          <a:xfrm>
            <a:off x="5683250" y="2582341"/>
            <a:ext cx="0" cy="17210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573581-5F97-52E8-D399-844CA9D9F8D7}"/>
              </a:ext>
            </a:extLst>
          </p:cNvPr>
          <p:cNvSpPr txBox="1"/>
          <p:nvPr/>
        </p:nvSpPr>
        <p:spPr>
          <a:xfrm>
            <a:off x="7461250" y="4335203"/>
            <a:ext cx="98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radius^3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0E5F50-DEE2-7D10-D08B-1E08D67C9F2D}"/>
              </a:ext>
            </a:extLst>
          </p:cNvPr>
          <p:cNvSpPr txBox="1"/>
          <p:nvPr/>
        </p:nvSpPr>
        <p:spPr>
          <a:xfrm>
            <a:off x="4859943" y="2737429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size/</a:t>
            </a:r>
            <a:br>
              <a:rPr lang="en-US" dirty="0"/>
            </a:br>
            <a:r>
              <a:rPr lang="en-US" dirty="0"/>
              <a:t>#DOF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E7615CC-4B9A-AA36-F69D-6DBA2D6DCF9E}"/>
              </a:ext>
            </a:extLst>
          </p:cNvPr>
          <p:cNvSpPr/>
          <p:nvPr/>
        </p:nvSpPr>
        <p:spPr>
          <a:xfrm>
            <a:off x="5689600" y="2423319"/>
            <a:ext cx="1879600" cy="1507331"/>
          </a:xfrm>
          <a:custGeom>
            <a:avLst/>
            <a:gdLst>
              <a:gd name="connsiteX0" fmla="*/ 0 w 1860550"/>
              <a:gd name="connsiteY0" fmla="*/ 1524000 h 1524000"/>
              <a:gd name="connsiteX1" fmla="*/ 596900 w 1860550"/>
              <a:gd name="connsiteY1" fmla="*/ 1263650 h 1524000"/>
              <a:gd name="connsiteX2" fmla="*/ 1860550 w 1860550"/>
              <a:gd name="connsiteY2" fmla="*/ 0 h 1524000"/>
              <a:gd name="connsiteX0" fmla="*/ 0 w 1879600"/>
              <a:gd name="connsiteY0" fmla="*/ 1507331 h 1507331"/>
              <a:gd name="connsiteX1" fmla="*/ 596900 w 1879600"/>
              <a:gd name="connsiteY1" fmla="*/ 1246981 h 1507331"/>
              <a:gd name="connsiteX2" fmla="*/ 1879600 w 1879600"/>
              <a:gd name="connsiteY2" fmla="*/ 0 h 1507331"/>
              <a:gd name="connsiteX0" fmla="*/ 0 w 1879600"/>
              <a:gd name="connsiteY0" fmla="*/ 1507331 h 1507331"/>
              <a:gd name="connsiteX1" fmla="*/ 596900 w 1879600"/>
              <a:gd name="connsiteY1" fmla="*/ 1246981 h 1507331"/>
              <a:gd name="connsiteX2" fmla="*/ 1879600 w 1879600"/>
              <a:gd name="connsiteY2" fmla="*/ 0 h 150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9600" h="1507331">
                <a:moveTo>
                  <a:pt x="0" y="1507331"/>
                </a:moveTo>
                <a:cubicBezTo>
                  <a:pt x="143404" y="1504156"/>
                  <a:pt x="286808" y="1500981"/>
                  <a:pt x="596900" y="1246981"/>
                </a:cubicBezTo>
                <a:cubicBezTo>
                  <a:pt x="906992" y="992981"/>
                  <a:pt x="1379009" y="500063"/>
                  <a:pt x="1879600" y="0"/>
                </a:cubicBez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5B05DE-04BE-ED30-3302-929F085300BD}"/>
                  </a:ext>
                </a:extLst>
              </p:cNvPr>
              <p:cNvSpPr txBox="1"/>
              <p:nvPr/>
            </p:nvSpPr>
            <p:spPr>
              <a:xfrm>
                <a:off x="5377873" y="37459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5B05DE-04BE-ED30-3302-929F08530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73" y="3745985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87E68F-8B9E-F4E8-7779-17DD1F5982F2}"/>
              </a:ext>
            </a:extLst>
          </p:cNvPr>
          <p:cNvCxnSpPr>
            <a:cxnSpLocks/>
          </p:cNvCxnSpPr>
          <p:nvPr/>
        </p:nvCxnSpPr>
        <p:spPr>
          <a:xfrm flipH="1">
            <a:off x="5683251" y="2451177"/>
            <a:ext cx="1856705" cy="18522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0F32EC0-0652-525C-73CA-1E93A1A616E2}"/>
              </a:ext>
            </a:extLst>
          </p:cNvPr>
          <p:cNvSpPr txBox="1"/>
          <p:nvPr/>
        </p:nvSpPr>
        <p:spPr>
          <a:xfrm rot="20399250">
            <a:off x="531364" y="2066663"/>
            <a:ext cx="10697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I don’t think we have the right math </a:t>
            </a:r>
            <a:br>
              <a:rPr lang="en-US" sz="54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</a:br>
            <a:r>
              <a:rPr lang="en-US" sz="54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to </a:t>
            </a:r>
            <a:r>
              <a:rPr lang="en-US" sz="66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specify</a:t>
            </a:r>
            <a:r>
              <a:rPr lang="en-US" sz="54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 the problem!</a:t>
            </a:r>
          </a:p>
        </p:txBody>
      </p:sp>
    </p:spTree>
    <p:extLst>
      <p:ext uri="{BB962C8B-B14F-4D97-AF65-F5344CB8AC3E}">
        <p14:creationId xmlns:p14="http://schemas.microsoft.com/office/powerpoint/2010/main" val="429300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FDCA-C5B0-BA81-BFB5-631A5877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5A6B92-9B22-8CE1-9F71-F0A93BA0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19" y="914406"/>
            <a:ext cx="10680361" cy="20399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12F5EC-680F-4B4D-FD25-6167BDEEB767}"/>
              </a:ext>
            </a:extLst>
          </p:cNvPr>
          <p:cNvSpPr txBox="1"/>
          <p:nvPr/>
        </p:nvSpPr>
        <p:spPr>
          <a:xfrm>
            <a:off x="6095999" y="2954343"/>
            <a:ext cx="53135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dirty="0"/>
              <a:t>Sabine </a:t>
            </a:r>
            <a:r>
              <a:rPr lang="en-US" sz="2800" dirty="0" err="1"/>
              <a:t>Hossenfelder</a:t>
            </a:r>
            <a:r>
              <a:rPr lang="en-US" sz="2800" dirty="0"/>
              <a:t> – Lost in Math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FFDE241-603E-D183-6251-DB2E12335529}"/>
              </a:ext>
            </a:extLst>
          </p:cNvPr>
          <p:cNvSpPr/>
          <p:nvPr/>
        </p:nvSpPr>
        <p:spPr>
          <a:xfrm>
            <a:off x="1046011" y="914405"/>
            <a:ext cx="10099976" cy="2039937"/>
          </a:xfrm>
          <a:custGeom>
            <a:avLst/>
            <a:gdLst>
              <a:gd name="connsiteX0" fmla="*/ 0 w 5727700"/>
              <a:gd name="connsiteY0" fmla="*/ 704850 h 1156849"/>
              <a:gd name="connsiteX1" fmla="*/ 133350 w 5727700"/>
              <a:gd name="connsiteY1" fmla="*/ 527050 h 1156849"/>
              <a:gd name="connsiteX2" fmla="*/ 222250 w 5727700"/>
              <a:gd name="connsiteY2" fmla="*/ 431800 h 1156849"/>
              <a:gd name="connsiteX3" fmla="*/ 368300 w 5727700"/>
              <a:gd name="connsiteY3" fmla="*/ 254000 h 1156849"/>
              <a:gd name="connsiteX4" fmla="*/ 406400 w 5727700"/>
              <a:gd name="connsiteY4" fmla="*/ 209550 h 1156849"/>
              <a:gd name="connsiteX5" fmla="*/ 438150 w 5727700"/>
              <a:gd name="connsiteY5" fmla="*/ 171450 h 1156849"/>
              <a:gd name="connsiteX6" fmla="*/ 488950 w 5727700"/>
              <a:gd name="connsiteY6" fmla="*/ 127000 h 1156849"/>
              <a:gd name="connsiteX7" fmla="*/ 406400 w 5727700"/>
              <a:gd name="connsiteY7" fmla="*/ 463550 h 1156849"/>
              <a:gd name="connsiteX8" fmla="*/ 387350 w 5727700"/>
              <a:gd name="connsiteY8" fmla="*/ 558800 h 1156849"/>
              <a:gd name="connsiteX9" fmla="*/ 355600 w 5727700"/>
              <a:gd name="connsiteY9" fmla="*/ 647700 h 1156849"/>
              <a:gd name="connsiteX10" fmla="*/ 330200 w 5727700"/>
              <a:gd name="connsiteY10" fmla="*/ 730250 h 1156849"/>
              <a:gd name="connsiteX11" fmla="*/ 323850 w 5727700"/>
              <a:gd name="connsiteY11" fmla="*/ 768350 h 1156849"/>
              <a:gd name="connsiteX12" fmla="*/ 450850 w 5727700"/>
              <a:gd name="connsiteY12" fmla="*/ 628650 h 1156849"/>
              <a:gd name="connsiteX13" fmla="*/ 635000 w 5727700"/>
              <a:gd name="connsiteY13" fmla="*/ 406400 h 1156849"/>
              <a:gd name="connsiteX14" fmla="*/ 787400 w 5727700"/>
              <a:gd name="connsiteY14" fmla="*/ 285750 h 1156849"/>
              <a:gd name="connsiteX15" fmla="*/ 908050 w 5727700"/>
              <a:gd name="connsiteY15" fmla="*/ 190500 h 1156849"/>
              <a:gd name="connsiteX16" fmla="*/ 977900 w 5727700"/>
              <a:gd name="connsiteY16" fmla="*/ 127000 h 1156849"/>
              <a:gd name="connsiteX17" fmla="*/ 1041400 w 5727700"/>
              <a:gd name="connsiteY17" fmla="*/ 82550 h 1156849"/>
              <a:gd name="connsiteX18" fmla="*/ 933450 w 5727700"/>
              <a:gd name="connsiteY18" fmla="*/ 355600 h 1156849"/>
              <a:gd name="connsiteX19" fmla="*/ 736600 w 5727700"/>
              <a:gd name="connsiteY19" fmla="*/ 774700 h 1156849"/>
              <a:gd name="connsiteX20" fmla="*/ 698500 w 5727700"/>
              <a:gd name="connsiteY20" fmla="*/ 869950 h 1156849"/>
              <a:gd name="connsiteX21" fmla="*/ 685800 w 5727700"/>
              <a:gd name="connsiteY21" fmla="*/ 908050 h 1156849"/>
              <a:gd name="connsiteX22" fmla="*/ 673100 w 5727700"/>
              <a:gd name="connsiteY22" fmla="*/ 939800 h 1156849"/>
              <a:gd name="connsiteX23" fmla="*/ 1041400 w 5727700"/>
              <a:gd name="connsiteY23" fmla="*/ 603250 h 1156849"/>
              <a:gd name="connsiteX24" fmla="*/ 1149350 w 5727700"/>
              <a:gd name="connsiteY24" fmla="*/ 501650 h 1156849"/>
              <a:gd name="connsiteX25" fmla="*/ 1416050 w 5727700"/>
              <a:gd name="connsiteY25" fmla="*/ 279400 h 1156849"/>
              <a:gd name="connsiteX26" fmla="*/ 1562100 w 5727700"/>
              <a:gd name="connsiteY26" fmla="*/ 146050 h 1156849"/>
              <a:gd name="connsiteX27" fmla="*/ 1657350 w 5727700"/>
              <a:gd name="connsiteY27" fmla="*/ 44450 h 1156849"/>
              <a:gd name="connsiteX28" fmla="*/ 1555750 w 5727700"/>
              <a:gd name="connsiteY28" fmla="*/ 304800 h 1156849"/>
              <a:gd name="connsiteX29" fmla="*/ 1289050 w 5727700"/>
              <a:gd name="connsiteY29" fmla="*/ 863600 h 1156849"/>
              <a:gd name="connsiteX30" fmla="*/ 1231900 w 5727700"/>
              <a:gd name="connsiteY30" fmla="*/ 1009650 h 1156849"/>
              <a:gd name="connsiteX31" fmla="*/ 1479550 w 5727700"/>
              <a:gd name="connsiteY31" fmla="*/ 774700 h 1156849"/>
              <a:gd name="connsiteX32" fmla="*/ 1631950 w 5727700"/>
              <a:gd name="connsiteY32" fmla="*/ 628650 h 1156849"/>
              <a:gd name="connsiteX33" fmla="*/ 1771650 w 5727700"/>
              <a:gd name="connsiteY33" fmla="*/ 501650 h 1156849"/>
              <a:gd name="connsiteX34" fmla="*/ 1879600 w 5727700"/>
              <a:gd name="connsiteY34" fmla="*/ 387350 h 1156849"/>
              <a:gd name="connsiteX35" fmla="*/ 2019300 w 5727700"/>
              <a:gd name="connsiteY35" fmla="*/ 266700 h 1156849"/>
              <a:gd name="connsiteX36" fmla="*/ 2139950 w 5727700"/>
              <a:gd name="connsiteY36" fmla="*/ 101600 h 1156849"/>
              <a:gd name="connsiteX37" fmla="*/ 2209800 w 5727700"/>
              <a:gd name="connsiteY37" fmla="*/ 57150 h 1156849"/>
              <a:gd name="connsiteX38" fmla="*/ 2184400 w 5727700"/>
              <a:gd name="connsiteY38" fmla="*/ 184150 h 1156849"/>
              <a:gd name="connsiteX39" fmla="*/ 1974850 w 5727700"/>
              <a:gd name="connsiteY39" fmla="*/ 679450 h 1156849"/>
              <a:gd name="connsiteX40" fmla="*/ 1917700 w 5727700"/>
              <a:gd name="connsiteY40" fmla="*/ 850900 h 1156849"/>
              <a:gd name="connsiteX41" fmla="*/ 1898650 w 5727700"/>
              <a:gd name="connsiteY41" fmla="*/ 933450 h 1156849"/>
              <a:gd name="connsiteX42" fmla="*/ 2133600 w 5727700"/>
              <a:gd name="connsiteY42" fmla="*/ 609600 h 1156849"/>
              <a:gd name="connsiteX43" fmla="*/ 2400300 w 5727700"/>
              <a:gd name="connsiteY43" fmla="*/ 298450 h 1156849"/>
              <a:gd name="connsiteX44" fmla="*/ 2571750 w 5727700"/>
              <a:gd name="connsiteY44" fmla="*/ 133350 h 1156849"/>
              <a:gd name="connsiteX45" fmla="*/ 2616200 w 5727700"/>
              <a:gd name="connsiteY45" fmla="*/ 88900 h 1156849"/>
              <a:gd name="connsiteX46" fmla="*/ 2686050 w 5727700"/>
              <a:gd name="connsiteY46" fmla="*/ 38100 h 1156849"/>
              <a:gd name="connsiteX47" fmla="*/ 2622550 w 5727700"/>
              <a:gd name="connsiteY47" fmla="*/ 527050 h 1156849"/>
              <a:gd name="connsiteX48" fmla="*/ 2559050 w 5727700"/>
              <a:gd name="connsiteY48" fmla="*/ 838200 h 1156849"/>
              <a:gd name="connsiteX49" fmla="*/ 2540000 w 5727700"/>
              <a:gd name="connsiteY49" fmla="*/ 927100 h 1156849"/>
              <a:gd name="connsiteX50" fmla="*/ 2533650 w 5727700"/>
              <a:gd name="connsiteY50" fmla="*/ 952500 h 1156849"/>
              <a:gd name="connsiteX51" fmla="*/ 2800350 w 5727700"/>
              <a:gd name="connsiteY51" fmla="*/ 609600 h 1156849"/>
              <a:gd name="connsiteX52" fmla="*/ 3060700 w 5727700"/>
              <a:gd name="connsiteY52" fmla="*/ 234950 h 1156849"/>
              <a:gd name="connsiteX53" fmla="*/ 3117850 w 5727700"/>
              <a:gd name="connsiteY53" fmla="*/ 158750 h 1156849"/>
              <a:gd name="connsiteX54" fmla="*/ 3136900 w 5727700"/>
              <a:gd name="connsiteY54" fmla="*/ 133350 h 1156849"/>
              <a:gd name="connsiteX55" fmla="*/ 3206750 w 5727700"/>
              <a:gd name="connsiteY55" fmla="*/ 69850 h 1156849"/>
              <a:gd name="connsiteX56" fmla="*/ 3054350 w 5727700"/>
              <a:gd name="connsiteY56" fmla="*/ 628650 h 1156849"/>
              <a:gd name="connsiteX57" fmla="*/ 2990850 w 5727700"/>
              <a:gd name="connsiteY57" fmla="*/ 768350 h 1156849"/>
              <a:gd name="connsiteX58" fmla="*/ 2933700 w 5727700"/>
              <a:gd name="connsiteY58" fmla="*/ 958850 h 1156849"/>
              <a:gd name="connsiteX59" fmla="*/ 2895600 w 5727700"/>
              <a:gd name="connsiteY59" fmla="*/ 1066800 h 1156849"/>
              <a:gd name="connsiteX60" fmla="*/ 2882900 w 5727700"/>
              <a:gd name="connsiteY60" fmla="*/ 1117600 h 1156849"/>
              <a:gd name="connsiteX61" fmla="*/ 2895600 w 5727700"/>
              <a:gd name="connsiteY61" fmla="*/ 1092200 h 1156849"/>
              <a:gd name="connsiteX62" fmla="*/ 3028950 w 5727700"/>
              <a:gd name="connsiteY62" fmla="*/ 927100 h 1156849"/>
              <a:gd name="connsiteX63" fmla="*/ 3168650 w 5727700"/>
              <a:gd name="connsiteY63" fmla="*/ 736600 h 1156849"/>
              <a:gd name="connsiteX64" fmla="*/ 3365500 w 5727700"/>
              <a:gd name="connsiteY64" fmla="*/ 444500 h 1156849"/>
              <a:gd name="connsiteX65" fmla="*/ 3549650 w 5727700"/>
              <a:gd name="connsiteY65" fmla="*/ 203200 h 1156849"/>
              <a:gd name="connsiteX66" fmla="*/ 3638550 w 5727700"/>
              <a:gd name="connsiteY66" fmla="*/ 88900 h 1156849"/>
              <a:gd name="connsiteX67" fmla="*/ 3733800 w 5727700"/>
              <a:gd name="connsiteY67" fmla="*/ 0 h 1156849"/>
              <a:gd name="connsiteX68" fmla="*/ 3498850 w 5727700"/>
              <a:gd name="connsiteY68" fmla="*/ 685800 h 1156849"/>
              <a:gd name="connsiteX69" fmla="*/ 3416300 w 5727700"/>
              <a:gd name="connsiteY69" fmla="*/ 946150 h 1156849"/>
              <a:gd name="connsiteX70" fmla="*/ 3403600 w 5727700"/>
              <a:gd name="connsiteY70" fmla="*/ 990600 h 1156849"/>
              <a:gd name="connsiteX71" fmla="*/ 3803650 w 5727700"/>
              <a:gd name="connsiteY71" fmla="*/ 577850 h 1156849"/>
              <a:gd name="connsiteX72" fmla="*/ 4089400 w 5727700"/>
              <a:gd name="connsiteY72" fmla="*/ 196850 h 1156849"/>
              <a:gd name="connsiteX73" fmla="*/ 4184650 w 5727700"/>
              <a:gd name="connsiteY73" fmla="*/ 82550 h 1156849"/>
              <a:gd name="connsiteX74" fmla="*/ 4140200 w 5727700"/>
              <a:gd name="connsiteY74" fmla="*/ 317500 h 1156849"/>
              <a:gd name="connsiteX75" fmla="*/ 4006850 w 5727700"/>
              <a:gd name="connsiteY75" fmla="*/ 679450 h 1156849"/>
              <a:gd name="connsiteX76" fmla="*/ 3981450 w 5727700"/>
              <a:gd name="connsiteY76" fmla="*/ 774700 h 1156849"/>
              <a:gd name="connsiteX77" fmla="*/ 3962400 w 5727700"/>
              <a:gd name="connsiteY77" fmla="*/ 819150 h 1156849"/>
              <a:gd name="connsiteX78" fmla="*/ 3949700 w 5727700"/>
              <a:gd name="connsiteY78" fmla="*/ 876300 h 1156849"/>
              <a:gd name="connsiteX79" fmla="*/ 4064000 w 5727700"/>
              <a:gd name="connsiteY79" fmla="*/ 787400 h 1156849"/>
              <a:gd name="connsiteX80" fmla="*/ 4254500 w 5727700"/>
              <a:gd name="connsiteY80" fmla="*/ 622300 h 1156849"/>
              <a:gd name="connsiteX81" fmla="*/ 4527550 w 5727700"/>
              <a:gd name="connsiteY81" fmla="*/ 317500 h 1156849"/>
              <a:gd name="connsiteX82" fmla="*/ 4622800 w 5727700"/>
              <a:gd name="connsiteY82" fmla="*/ 209550 h 1156849"/>
              <a:gd name="connsiteX83" fmla="*/ 4781550 w 5727700"/>
              <a:gd name="connsiteY83" fmla="*/ 95250 h 1156849"/>
              <a:gd name="connsiteX84" fmla="*/ 4749800 w 5727700"/>
              <a:gd name="connsiteY84" fmla="*/ 260350 h 1156849"/>
              <a:gd name="connsiteX85" fmla="*/ 4565650 w 5727700"/>
              <a:gd name="connsiteY85" fmla="*/ 692150 h 1156849"/>
              <a:gd name="connsiteX86" fmla="*/ 4508500 w 5727700"/>
              <a:gd name="connsiteY86" fmla="*/ 889000 h 1156849"/>
              <a:gd name="connsiteX87" fmla="*/ 4699000 w 5727700"/>
              <a:gd name="connsiteY87" fmla="*/ 787400 h 1156849"/>
              <a:gd name="connsiteX88" fmla="*/ 4940300 w 5727700"/>
              <a:gd name="connsiteY88" fmla="*/ 520700 h 1156849"/>
              <a:gd name="connsiteX89" fmla="*/ 5029200 w 5727700"/>
              <a:gd name="connsiteY89" fmla="*/ 425450 h 1156849"/>
              <a:gd name="connsiteX90" fmla="*/ 5181600 w 5727700"/>
              <a:gd name="connsiteY90" fmla="*/ 266700 h 1156849"/>
              <a:gd name="connsiteX91" fmla="*/ 5276850 w 5727700"/>
              <a:gd name="connsiteY91" fmla="*/ 165100 h 1156849"/>
              <a:gd name="connsiteX92" fmla="*/ 5099050 w 5727700"/>
              <a:gd name="connsiteY92" fmla="*/ 800100 h 1156849"/>
              <a:gd name="connsiteX93" fmla="*/ 5041900 w 5727700"/>
              <a:gd name="connsiteY93" fmla="*/ 1016000 h 1156849"/>
              <a:gd name="connsiteX94" fmla="*/ 5022850 w 5727700"/>
              <a:gd name="connsiteY94" fmla="*/ 1155700 h 1156849"/>
              <a:gd name="connsiteX95" fmla="*/ 5276850 w 5727700"/>
              <a:gd name="connsiteY95" fmla="*/ 946150 h 1156849"/>
              <a:gd name="connsiteX96" fmla="*/ 5543550 w 5727700"/>
              <a:gd name="connsiteY96" fmla="*/ 622300 h 1156849"/>
              <a:gd name="connsiteX97" fmla="*/ 5676900 w 5727700"/>
              <a:gd name="connsiteY97" fmla="*/ 469900 h 1156849"/>
              <a:gd name="connsiteX98" fmla="*/ 5702300 w 5727700"/>
              <a:gd name="connsiteY98" fmla="*/ 438150 h 1156849"/>
              <a:gd name="connsiteX99" fmla="*/ 5715000 w 5727700"/>
              <a:gd name="connsiteY99" fmla="*/ 419100 h 1156849"/>
              <a:gd name="connsiteX100" fmla="*/ 5727700 w 5727700"/>
              <a:gd name="connsiteY100" fmla="*/ 412750 h 115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5727700" h="1156849">
                <a:moveTo>
                  <a:pt x="0" y="704850"/>
                </a:moveTo>
                <a:cubicBezTo>
                  <a:pt x="48061" y="632758"/>
                  <a:pt x="54556" y="621094"/>
                  <a:pt x="133350" y="527050"/>
                </a:cubicBezTo>
                <a:cubicBezTo>
                  <a:pt x="161242" y="493760"/>
                  <a:pt x="193923" y="464721"/>
                  <a:pt x="222250" y="431800"/>
                </a:cubicBezTo>
                <a:cubicBezTo>
                  <a:pt x="272276" y="373662"/>
                  <a:pt x="319365" y="313059"/>
                  <a:pt x="368300" y="254000"/>
                </a:cubicBezTo>
                <a:cubicBezTo>
                  <a:pt x="380751" y="238973"/>
                  <a:pt x="393795" y="224447"/>
                  <a:pt x="406400" y="209550"/>
                </a:cubicBezTo>
                <a:cubicBezTo>
                  <a:pt x="417079" y="196930"/>
                  <a:pt x="427567" y="184150"/>
                  <a:pt x="438150" y="171450"/>
                </a:cubicBezTo>
                <a:cubicBezTo>
                  <a:pt x="474185" y="128208"/>
                  <a:pt x="454217" y="138578"/>
                  <a:pt x="488950" y="127000"/>
                </a:cubicBezTo>
                <a:cubicBezTo>
                  <a:pt x="441112" y="402071"/>
                  <a:pt x="492613" y="140250"/>
                  <a:pt x="406400" y="463550"/>
                </a:cubicBezTo>
                <a:cubicBezTo>
                  <a:pt x="398057" y="494836"/>
                  <a:pt x="395960" y="527587"/>
                  <a:pt x="387350" y="558800"/>
                </a:cubicBezTo>
                <a:cubicBezTo>
                  <a:pt x="378982" y="589133"/>
                  <a:pt x="365551" y="617848"/>
                  <a:pt x="355600" y="647700"/>
                </a:cubicBezTo>
                <a:cubicBezTo>
                  <a:pt x="346496" y="675012"/>
                  <a:pt x="337527" y="702408"/>
                  <a:pt x="330200" y="730250"/>
                </a:cubicBezTo>
                <a:cubicBezTo>
                  <a:pt x="326923" y="742701"/>
                  <a:pt x="314002" y="776643"/>
                  <a:pt x="323850" y="768350"/>
                </a:cubicBezTo>
                <a:cubicBezTo>
                  <a:pt x="371988" y="727813"/>
                  <a:pt x="409825" y="676373"/>
                  <a:pt x="450850" y="628650"/>
                </a:cubicBezTo>
                <a:cubicBezTo>
                  <a:pt x="513568" y="555693"/>
                  <a:pt x="559567" y="466117"/>
                  <a:pt x="635000" y="406400"/>
                </a:cubicBezTo>
                <a:lnTo>
                  <a:pt x="787400" y="285750"/>
                </a:lnTo>
                <a:cubicBezTo>
                  <a:pt x="827593" y="253970"/>
                  <a:pt x="870136" y="224967"/>
                  <a:pt x="908050" y="190500"/>
                </a:cubicBezTo>
                <a:cubicBezTo>
                  <a:pt x="931333" y="169333"/>
                  <a:pt x="953443" y="146799"/>
                  <a:pt x="977900" y="127000"/>
                </a:cubicBezTo>
                <a:cubicBezTo>
                  <a:pt x="997982" y="110743"/>
                  <a:pt x="1041400" y="82550"/>
                  <a:pt x="1041400" y="82550"/>
                </a:cubicBezTo>
                <a:cubicBezTo>
                  <a:pt x="1005417" y="173567"/>
                  <a:pt x="972894" y="266029"/>
                  <a:pt x="933450" y="355600"/>
                </a:cubicBezTo>
                <a:cubicBezTo>
                  <a:pt x="871247" y="496853"/>
                  <a:pt x="793921" y="631396"/>
                  <a:pt x="736600" y="774700"/>
                </a:cubicBezTo>
                <a:cubicBezTo>
                  <a:pt x="723900" y="806450"/>
                  <a:pt x="710674" y="837994"/>
                  <a:pt x="698500" y="869950"/>
                </a:cubicBezTo>
                <a:cubicBezTo>
                  <a:pt x="693734" y="882460"/>
                  <a:pt x="690375" y="895469"/>
                  <a:pt x="685800" y="908050"/>
                </a:cubicBezTo>
                <a:cubicBezTo>
                  <a:pt x="681905" y="918762"/>
                  <a:pt x="664446" y="947218"/>
                  <a:pt x="673100" y="939800"/>
                </a:cubicBezTo>
                <a:cubicBezTo>
                  <a:pt x="799367" y="831571"/>
                  <a:pt x="919012" y="715847"/>
                  <a:pt x="1041400" y="603250"/>
                </a:cubicBezTo>
                <a:cubicBezTo>
                  <a:pt x="1077765" y="569794"/>
                  <a:pt x="1109819" y="531298"/>
                  <a:pt x="1149350" y="501650"/>
                </a:cubicBezTo>
                <a:cubicBezTo>
                  <a:pt x="1287370" y="398135"/>
                  <a:pt x="1215856" y="454569"/>
                  <a:pt x="1416050" y="279400"/>
                </a:cubicBezTo>
                <a:cubicBezTo>
                  <a:pt x="1436522" y="261487"/>
                  <a:pt x="1551811" y="157025"/>
                  <a:pt x="1562100" y="146050"/>
                </a:cubicBezTo>
                <a:lnTo>
                  <a:pt x="1657350" y="44450"/>
                </a:lnTo>
                <a:cubicBezTo>
                  <a:pt x="1623483" y="131233"/>
                  <a:pt x="1593951" y="219835"/>
                  <a:pt x="1555750" y="304800"/>
                </a:cubicBezTo>
                <a:cubicBezTo>
                  <a:pt x="1471114" y="493042"/>
                  <a:pt x="1354318" y="667797"/>
                  <a:pt x="1289050" y="863600"/>
                </a:cubicBezTo>
                <a:cubicBezTo>
                  <a:pt x="1255562" y="964063"/>
                  <a:pt x="1274729" y="915426"/>
                  <a:pt x="1231900" y="1009650"/>
                </a:cubicBezTo>
                <a:cubicBezTo>
                  <a:pt x="1201275" y="1162774"/>
                  <a:pt x="1220362" y="1037938"/>
                  <a:pt x="1479550" y="774700"/>
                </a:cubicBezTo>
                <a:cubicBezTo>
                  <a:pt x="1528916" y="724563"/>
                  <a:pt x="1580549" y="676699"/>
                  <a:pt x="1631950" y="628650"/>
                </a:cubicBezTo>
                <a:cubicBezTo>
                  <a:pt x="1677924" y="585674"/>
                  <a:pt x="1728439" y="547403"/>
                  <a:pt x="1771650" y="501650"/>
                </a:cubicBezTo>
                <a:cubicBezTo>
                  <a:pt x="1807633" y="463550"/>
                  <a:pt x="1841581" y="423419"/>
                  <a:pt x="1879600" y="387350"/>
                </a:cubicBezTo>
                <a:cubicBezTo>
                  <a:pt x="1924237" y="345002"/>
                  <a:pt x="1977861" y="312182"/>
                  <a:pt x="2019300" y="266700"/>
                </a:cubicBezTo>
                <a:cubicBezTo>
                  <a:pt x="2065206" y="216315"/>
                  <a:pt x="2082444" y="138194"/>
                  <a:pt x="2139950" y="101600"/>
                </a:cubicBezTo>
                <a:lnTo>
                  <a:pt x="2209800" y="57150"/>
                </a:lnTo>
                <a:cubicBezTo>
                  <a:pt x="2268744" y="76798"/>
                  <a:pt x="2236068" y="58854"/>
                  <a:pt x="2184400" y="184150"/>
                </a:cubicBezTo>
                <a:cubicBezTo>
                  <a:pt x="2116058" y="349880"/>
                  <a:pt x="2044580" y="514299"/>
                  <a:pt x="1974850" y="679450"/>
                </a:cubicBezTo>
                <a:cubicBezTo>
                  <a:pt x="1935490" y="772672"/>
                  <a:pt x="1944186" y="744957"/>
                  <a:pt x="1917700" y="850900"/>
                </a:cubicBezTo>
                <a:cubicBezTo>
                  <a:pt x="1910851" y="878297"/>
                  <a:pt x="1875379" y="949449"/>
                  <a:pt x="1898650" y="933450"/>
                </a:cubicBezTo>
                <a:cubicBezTo>
                  <a:pt x="1956736" y="893516"/>
                  <a:pt x="2094879" y="658647"/>
                  <a:pt x="2133600" y="609600"/>
                </a:cubicBezTo>
                <a:cubicBezTo>
                  <a:pt x="2218245" y="502383"/>
                  <a:pt x="2301902" y="393203"/>
                  <a:pt x="2400300" y="298450"/>
                </a:cubicBezTo>
                <a:cubicBezTo>
                  <a:pt x="2457450" y="243417"/>
                  <a:pt x="2515648" y="189452"/>
                  <a:pt x="2571750" y="133350"/>
                </a:cubicBezTo>
                <a:cubicBezTo>
                  <a:pt x="2586567" y="118533"/>
                  <a:pt x="2600103" y="102314"/>
                  <a:pt x="2616200" y="88900"/>
                </a:cubicBezTo>
                <a:cubicBezTo>
                  <a:pt x="2638317" y="70469"/>
                  <a:pt x="2686050" y="38100"/>
                  <a:pt x="2686050" y="38100"/>
                </a:cubicBezTo>
                <a:cubicBezTo>
                  <a:pt x="2663868" y="304278"/>
                  <a:pt x="2675056" y="249076"/>
                  <a:pt x="2622550" y="527050"/>
                </a:cubicBezTo>
                <a:cubicBezTo>
                  <a:pt x="2602903" y="631065"/>
                  <a:pt x="2580442" y="734530"/>
                  <a:pt x="2559050" y="838200"/>
                </a:cubicBezTo>
                <a:cubicBezTo>
                  <a:pt x="2552925" y="867881"/>
                  <a:pt x="2547350" y="897699"/>
                  <a:pt x="2540000" y="927100"/>
                </a:cubicBezTo>
                <a:cubicBezTo>
                  <a:pt x="2537883" y="935567"/>
                  <a:pt x="2528116" y="959248"/>
                  <a:pt x="2533650" y="952500"/>
                </a:cubicBezTo>
                <a:cubicBezTo>
                  <a:pt x="2625466" y="840529"/>
                  <a:pt x="2723605" y="732392"/>
                  <a:pt x="2800350" y="609600"/>
                </a:cubicBezTo>
                <a:cubicBezTo>
                  <a:pt x="2975304" y="329673"/>
                  <a:pt x="2869627" y="483345"/>
                  <a:pt x="3060700" y="234950"/>
                </a:cubicBezTo>
                <a:cubicBezTo>
                  <a:pt x="3080058" y="209784"/>
                  <a:pt x="3098800" y="184150"/>
                  <a:pt x="3117850" y="158750"/>
                </a:cubicBezTo>
                <a:cubicBezTo>
                  <a:pt x="3124200" y="150283"/>
                  <a:pt x="3128636" y="139961"/>
                  <a:pt x="3136900" y="133350"/>
                </a:cubicBezTo>
                <a:cubicBezTo>
                  <a:pt x="3182675" y="96730"/>
                  <a:pt x="3159066" y="117534"/>
                  <a:pt x="3206750" y="69850"/>
                </a:cubicBezTo>
                <a:cubicBezTo>
                  <a:pt x="3166497" y="351622"/>
                  <a:pt x="3191161" y="254699"/>
                  <a:pt x="3054350" y="628650"/>
                </a:cubicBezTo>
                <a:cubicBezTo>
                  <a:pt x="3036775" y="676688"/>
                  <a:pt x="3008405" y="720305"/>
                  <a:pt x="2990850" y="768350"/>
                </a:cubicBezTo>
                <a:cubicBezTo>
                  <a:pt x="2968098" y="830619"/>
                  <a:pt x="2953857" y="895693"/>
                  <a:pt x="2933700" y="958850"/>
                </a:cubicBezTo>
                <a:cubicBezTo>
                  <a:pt x="2922098" y="995202"/>
                  <a:pt x="2907230" y="1030457"/>
                  <a:pt x="2895600" y="1066800"/>
                </a:cubicBezTo>
                <a:cubicBezTo>
                  <a:pt x="2890280" y="1083424"/>
                  <a:pt x="2882900" y="1100146"/>
                  <a:pt x="2882900" y="1117600"/>
                </a:cubicBezTo>
                <a:cubicBezTo>
                  <a:pt x="2882900" y="1127066"/>
                  <a:pt x="2889841" y="1099712"/>
                  <a:pt x="2895600" y="1092200"/>
                </a:cubicBezTo>
                <a:cubicBezTo>
                  <a:pt x="2938642" y="1036058"/>
                  <a:pt x="2985866" y="983209"/>
                  <a:pt x="3028950" y="927100"/>
                </a:cubicBezTo>
                <a:cubicBezTo>
                  <a:pt x="3076907" y="864644"/>
                  <a:pt x="3123607" y="801190"/>
                  <a:pt x="3168650" y="736600"/>
                </a:cubicBezTo>
                <a:cubicBezTo>
                  <a:pt x="3235812" y="640293"/>
                  <a:pt x="3298364" y="540825"/>
                  <a:pt x="3365500" y="444500"/>
                </a:cubicBezTo>
                <a:cubicBezTo>
                  <a:pt x="3405178" y="387570"/>
                  <a:pt x="3505367" y="260135"/>
                  <a:pt x="3549650" y="203200"/>
                </a:cubicBezTo>
                <a:cubicBezTo>
                  <a:pt x="3579283" y="165100"/>
                  <a:pt x="3601903" y="120312"/>
                  <a:pt x="3638550" y="88900"/>
                </a:cubicBezTo>
                <a:cubicBezTo>
                  <a:pt x="3701182" y="35215"/>
                  <a:pt x="3669201" y="64599"/>
                  <a:pt x="3733800" y="0"/>
                </a:cubicBezTo>
                <a:cubicBezTo>
                  <a:pt x="3655483" y="228600"/>
                  <a:pt x="3577956" y="457472"/>
                  <a:pt x="3498850" y="685800"/>
                </a:cubicBezTo>
                <a:cubicBezTo>
                  <a:pt x="3416262" y="924179"/>
                  <a:pt x="3489836" y="683522"/>
                  <a:pt x="3416300" y="946150"/>
                </a:cubicBezTo>
                <a:cubicBezTo>
                  <a:pt x="3416208" y="946478"/>
                  <a:pt x="3399816" y="993911"/>
                  <a:pt x="3403600" y="990600"/>
                </a:cubicBezTo>
                <a:cubicBezTo>
                  <a:pt x="3568049" y="846707"/>
                  <a:pt x="3675744" y="742028"/>
                  <a:pt x="3803650" y="577850"/>
                </a:cubicBezTo>
                <a:cubicBezTo>
                  <a:pt x="3901214" y="452619"/>
                  <a:pt x="3993603" y="323438"/>
                  <a:pt x="4089400" y="196850"/>
                </a:cubicBezTo>
                <a:cubicBezTo>
                  <a:pt x="4154943" y="110239"/>
                  <a:pt x="4136321" y="130879"/>
                  <a:pt x="4184650" y="82550"/>
                </a:cubicBezTo>
                <a:cubicBezTo>
                  <a:pt x="4169833" y="160867"/>
                  <a:pt x="4162954" y="241111"/>
                  <a:pt x="4140200" y="317500"/>
                </a:cubicBezTo>
                <a:cubicBezTo>
                  <a:pt x="4103494" y="440727"/>
                  <a:pt x="4039980" y="555214"/>
                  <a:pt x="4006850" y="679450"/>
                </a:cubicBezTo>
                <a:cubicBezTo>
                  <a:pt x="3998383" y="711200"/>
                  <a:pt x="3991413" y="743387"/>
                  <a:pt x="3981450" y="774700"/>
                </a:cubicBezTo>
                <a:cubicBezTo>
                  <a:pt x="3976562" y="790061"/>
                  <a:pt x="3967208" y="803764"/>
                  <a:pt x="3962400" y="819150"/>
                </a:cubicBezTo>
                <a:cubicBezTo>
                  <a:pt x="3956579" y="837776"/>
                  <a:pt x="3931074" y="882121"/>
                  <a:pt x="3949700" y="876300"/>
                </a:cubicBezTo>
                <a:cubicBezTo>
                  <a:pt x="3995770" y="861903"/>
                  <a:pt x="4026920" y="818300"/>
                  <a:pt x="4064000" y="787400"/>
                </a:cubicBezTo>
                <a:cubicBezTo>
                  <a:pt x="4128553" y="733606"/>
                  <a:pt x="4195488" y="682120"/>
                  <a:pt x="4254500" y="622300"/>
                </a:cubicBezTo>
                <a:cubicBezTo>
                  <a:pt x="4350295" y="525193"/>
                  <a:pt x="4436733" y="419278"/>
                  <a:pt x="4527550" y="317500"/>
                </a:cubicBezTo>
                <a:cubicBezTo>
                  <a:pt x="4559500" y="281694"/>
                  <a:pt x="4585066" y="239198"/>
                  <a:pt x="4622800" y="209550"/>
                </a:cubicBezTo>
                <a:cubicBezTo>
                  <a:pt x="4733401" y="122649"/>
                  <a:pt x="4679906" y="159933"/>
                  <a:pt x="4781550" y="95250"/>
                </a:cubicBezTo>
                <a:cubicBezTo>
                  <a:pt x="4770967" y="150283"/>
                  <a:pt x="4768862" y="207650"/>
                  <a:pt x="4749800" y="260350"/>
                </a:cubicBezTo>
                <a:cubicBezTo>
                  <a:pt x="4696577" y="407496"/>
                  <a:pt x="4609277" y="541879"/>
                  <a:pt x="4565650" y="692150"/>
                </a:cubicBezTo>
                <a:cubicBezTo>
                  <a:pt x="4546600" y="757767"/>
                  <a:pt x="4448212" y="921153"/>
                  <a:pt x="4508500" y="889000"/>
                </a:cubicBezTo>
                <a:lnTo>
                  <a:pt x="4699000" y="787400"/>
                </a:lnTo>
                <a:lnTo>
                  <a:pt x="4940300" y="520700"/>
                </a:lnTo>
                <a:cubicBezTo>
                  <a:pt x="4969570" y="488615"/>
                  <a:pt x="4997516" y="455154"/>
                  <a:pt x="5029200" y="425450"/>
                </a:cubicBezTo>
                <a:cubicBezTo>
                  <a:pt x="5268481" y="201124"/>
                  <a:pt x="5032954" y="430993"/>
                  <a:pt x="5181600" y="266700"/>
                </a:cubicBezTo>
                <a:cubicBezTo>
                  <a:pt x="5318804" y="115054"/>
                  <a:pt x="5207102" y="252285"/>
                  <a:pt x="5276850" y="165100"/>
                </a:cubicBezTo>
                <a:cubicBezTo>
                  <a:pt x="5260449" y="542332"/>
                  <a:pt x="5295660" y="57352"/>
                  <a:pt x="5099050" y="800100"/>
                </a:cubicBezTo>
                <a:cubicBezTo>
                  <a:pt x="5080000" y="872067"/>
                  <a:pt x="5057498" y="943207"/>
                  <a:pt x="5041900" y="1016000"/>
                </a:cubicBezTo>
                <a:cubicBezTo>
                  <a:pt x="5032053" y="1061954"/>
                  <a:pt x="4977801" y="1169093"/>
                  <a:pt x="5022850" y="1155700"/>
                </a:cubicBezTo>
                <a:cubicBezTo>
                  <a:pt x="5128060" y="1124421"/>
                  <a:pt x="5195332" y="1019650"/>
                  <a:pt x="5276850" y="946150"/>
                </a:cubicBezTo>
                <a:cubicBezTo>
                  <a:pt x="5435320" y="803267"/>
                  <a:pt x="5404476" y="797799"/>
                  <a:pt x="5543550" y="622300"/>
                </a:cubicBezTo>
                <a:cubicBezTo>
                  <a:pt x="5585474" y="569396"/>
                  <a:pt x="5634732" y="522610"/>
                  <a:pt x="5676900" y="469900"/>
                </a:cubicBezTo>
                <a:cubicBezTo>
                  <a:pt x="5685367" y="459317"/>
                  <a:pt x="5694168" y="448993"/>
                  <a:pt x="5702300" y="438150"/>
                </a:cubicBezTo>
                <a:cubicBezTo>
                  <a:pt x="5706879" y="432045"/>
                  <a:pt x="5709604" y="424496"/>
                  <a:pt x="5715000" y="419100"/>
                </a:cubicBezTo>
                <a:cubicBezTo>
                  <a:pt x="5718347" y="415753"/>
                  <a:pt x="5723467" y="414867"/>
                  <a:pt x="5727700" y="412750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54BBF-0F07-C1C6-1BEE-D38F9B597868}"/>
              </a:ext>
            </a:extLst>
          </p:cNvPr>
          <p:cNvSpPr txBox="1"/>
          <p:nvPr/>
        </p:nvSpPr>
        <p:spPr>
          <a:xfrm>
            <a:off x="2825750" y="3310270"/>
            <a:ext cx="2472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-100.000 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55E9F-2F0B-A60A-4B5D-AB265229D818}"/>
              </a:ext>
            </a:extLst>
          </p:cNvPr>
          <p:cNvSpPr txBox="1"/>
          <p:nvPr/>
        </p:nvSpPr>
        <p:spPr>
          <a:xfrm>
            <a:off x="151034" y="4373934"/>
            <a:ext cx="95245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Math is not just a tool for calculation:</a:t>
            </a:r>
            <a:br>
              <a:rPr lang="en-US" sz="4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we use it to specify our theories</a:t>
            </a:r>
          </a:p>
        </p:txBody>
      </p:sp>
    </p:spTree>
    <p:extLst>
      <p:ext uri="{BB962C8B-B14F-4D97-AF65-F5344CB8AC3E}">
        <p14:creationId xmlns:p14="http://schemas.microsoft.com/office/powerpoint/2010/main" val="41011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52DBF9-7749-2730-59C5-B3176A66F201}"/>
              </a:ext>
            </a:extLst>
          </p:cNvPr>
          <p:cNvSpPr txBox="1"/>
          <p:nvPr/>
        </p:nvSpPr>
        <p:spPr>
          <a:xfrm>
            <a:off x="1143000" y="2006600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Mathematicians can help find holes… and give options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B5FAE-ECAE-1488-AADC-DC77869A7119}"/>
              </a:ext>
            </a:extLst>
          </p:cNvPr>
          <p:cNvSpPr txBox="1"/>
          <p:nvPr/>
        </p:nvSpPr>
        <p:spPr>
          <a:xfrm>
            <a:off x="355600" y="254000"/>
            <a:ext cx="1148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Ultimately, it is up to the physicists to develop a clear physical model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830CE-D26F-38A8-93C3-928EBD7DE1A3}"/>
              </a:ext>
            </a:extLst>
          </p:cNvPr>
          <p:cNvSpPr txBox="1"/>
          <p:nvPr/>
        </p:nvSpPr>
        <p:spPr>
          <a:xfrm>
            <a:off x="609600" y="3994150"/>
            <a:ext cx="873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Clarity, meaningfulness, consistency, … cannot be added after the fact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F79A69-E284-D131-2AA5-4DEBF9762FD7}"/>
                  </a:ext>
                </a:extLst>
              </p:cNvPr>
              <p:cNvSpPr txBox="1"/>
              <p:nvPr/>
            </p:nvSpPr>
            <p:spPr>
              <a:xfrm>
                <a:off x="984045" y="3013501"/>
                <a:ext cx="899246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Clear physical model </a:t>
                </a:r>
                <a14:m>
                  <m:oMath xmlns:m="http://schemas.openxmlformats.org/officeDocument/2006/math">
                    <m:r>
                      <a:rPr lang="en-US" sz="48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4800" dirty="0">
                    <a:solidFill>
                      <a:schemeClr val="accent6">
                        <a:lumMod val="75000"/>
                      </a:schemeClr>
                    </a:solidFill>
                  </a:rPr>
                  <a:t> clear math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F79A69-E284-D131-2AA5-4DEBF976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5" y="3013501"/>
                <a:ext cx="8992462" cy="830997"/>
              </a:xfrm>
              <a:prstGeom prst="rect">
                <a:avLst/>
              </a:prstGeom>
              <a:blipFill>
                <a:blip r:embed="rId2"/>
                <a:stretch>
                  <a:fillRect l="-3049" t="-16058" r="-2168" b="-37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92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0FAA8-DB82-D0FE-1B5A-E104FCAD9CFC}"/>
              </a:ext>
            </a:extLst>
          </p:cNvPr>
          <p:cNvSpPr txBox="1"/>
          <p:nvPr/>
        </p:nvSpPr>
        <p:spPr>
          <a:xfrm>
            <a:off x="614516" y="540774"/>
            <a:ext cx="109629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Big systems that work always come from small systems that work, they never come from big systems that don’t work</a:t>
            </a:r>
          </a:p>
        </p:txBody>
      </p:sp>
    </p:spTree>
    <p:extLst>
      <p:ext uri="{BB962C8B-B14F-4D97-AF65-F5344CB8AC3E}">
        <p14:creationId xmlns:p14="http://schemas.microsoft.com/office/powerpoint/2010/main" val="296486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F70E8-385D-B251-A331-F00A959E9754}"/>
              </a:ext>
            </a:extLst>
          </p:cNvPr>
          <p:cNvSpPr txBox="1"/>
          <p:nvPr/>
        </p:nvSpPr>
        <p:spPr>
          <a:xfrm>
            <a:off x="254000" y="186198"/>
            <a:ext cx="1169670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The only way forward is to go back and reconstruct everything from a minimal set of physically meaningful assumptions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B7913-2D71-384D-86AC-5816AD013D21}"/>
              </a:ext>
            </a:extLst>
          </p:cNvPr>
          <p:cNvSpPr/>
          <p:nvPr/>
        </p:nvSpPr>
        <p:spPr>
          <a:xfrm>
            <a:off x="8737600" y="3810000"/>
            <a:ext cx="3454400" cy="304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951A7A-87AB-1ACF-9385-A8D50C41353C}"/>
              </a:ext>
            </a:extLst>
          </p:cNvPr>
          <p:cNvGrpSpPr/>
          <p:nvPr/>
        </p:nvGrpSpPr>
        <p:grpSpPr>
          <a:xfrm>
            <a:off x="456530" y="2513086"/>
            <a:ext cx="3626519" cy="3781680"/>
            <a:chOff x="145381" y="4433212"/>
            <a:chExt cx="2229706" cy="23251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BD26265-AEE6-DBCF-1D31-102A4E6BC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32" y="4433212"/>
              <a:ext cx="1676403" cy="15237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58B603-A9B3-EB36-D462-12422069B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381" y="6001457"/>
              <a:ext cx="2229706" cy="75685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DC3BDC2-AA16-91CC-38E1-246A66707A9F}"/>
              </a:ext>
            </a:extLst>
          </p:cNvPr>
          <p:cNvSpPr txBox="1"/>
          <p:nvPr/>
        </p:nvSpPr>
        <p:spPr>
          <a:xfrm>
            <a:off x="5080000" y="2558389"/>
            <a:ext cx="60791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https://assumptionsofphysics.org</a:t>
            </a:r>
            <a:br>
              <a:rPr lang="en-US" sz="2400" dirty="0"/>
            </a:br>
            <a:r>
              <a:rPr lang="en-US" sz="2400" dirty="0"/>
              <a:t>For more information, papers, presentations,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E37F5-CFBA-7654-FDBD-AFEB99459FF6}"/>
              </a:ext>
            </a:extLst>
          </p:cNvPr>
          <p:cNvSpPr txBox="1"/>
          <p:nvPr/>
        </p:nvSpPr>
        <p:spPr>
          <a:xfrm>
            <a:off x="5080445" y="3683000"/>
            <a:ext cx="64143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https://www.youtube.com/@gcarcassi</a:t>
            </a:r>
            <a:br>
              <a:rPr lang="en-US" sz="2400" dirty="0"/>
            </a:br>
            <a:r>
              <a:rPr lang="en-US" sz="2400" dirty="0"/>
              <a:t>Videos with results and insights from the research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64205-3A38-ECBD-0916-1FAA121A3144}"/>
              </a:ext>
            </a:extLst>
          </p:cNvPr>
          <p:cNvSpPr txBox="1"/>
          <p:nvPr/>
        </p:nvSpPr>
        <p:spPr>
          <a:xfrm>
            <a:off x="5080000" y="4807611"/>
            <a:ext cx="585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https://assumptionsofphysics.org/foundation</a:t>
            </a:r>
          </a:p>
        </p:txBody>
      </p:sp>
    </p:spTree>
    <p:extLst>
      <p:ext uri="{BB962C8B-B14F-4D97-AF65-F5344CB8AC3E}">
        <p14:creationId xmlns:p14="http://schemas.microsoft.com/office/powerpoint/2010/main" val="25218837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882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/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Every state is a single case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Finite continuous range carries finite information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Count is additive for disjoint sets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blipFill>
                <a:blip r:embed="rId2"/>
                <a:stretch>
                  <a:fillRect l="-1138" t="-4569" r="-8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48C1ED-60DB-C5BD-1F5E-079066DF733B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D9495-7D9B-2EC3-9414-5288E009D99D}"/>
              </a:ext>
            </a:extLst>
          </p:cNvPr>
          <p:cNvSpPr txBox="1"/>
          <p:nvPr/>
        </p:nvSpPr>
        <p:spPr>
          <a:xfrm>
            <a:off x="9619087" y="2084942"/>
            <a:ext cx="1568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Pick two!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ACB6B-F5D3-3E08-DD41-B06E1D11BB94}"/>
              </a:ext>
            </a:extLst>
          </p:cNvPr>
          <p:cNvSpPr txBox="1"/>
          <p:nvPr/>
        </p:nvSpPr>
        <p:spPr>
          <a:xfrm>
            <a:off x="878542" y="877205"/>
            <a:ext cx="1695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We’d like to say: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490488-B659-2F2B-7511-290B3C8A3D4B}"/>
              </a:ext>
            </a:extLst>
          </p:cNvPr>
          <p:cNvGrpSpPr/>
          <p:nvPr/>
        </p:nvGrpSpPr>
        <p:grpSpPr>
          <a:xfrm>
            <a:off x="6816424" y="3263007"/>
            <a:ext cx="1110343" cy="1110344"/>
            <a:chOff x="5635690" y="3806890"/>
            <a:chExt cx="1110343" cy="1110344"/>
          </a:xfrm>
          <a:solidFill>
            <a:schemeClr val="bg1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44B45F0-2B2F-583C-CD21-CDAB88AED400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F05EBD-289B-66EE-A34C-2E3E45F11391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FC4FC7B8-8CFE-BDA3-8004-BA07578DB84A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6CFF108-91DF-5556-C9DB-CB3430EB7C6A}"/>
              </a:ext>
            </a:extLst>
          </p:cNvPr>
          <p:cNvSpPr/>
          <p:nvPr/>
        </p:nvSpPr>
        <p:spPr>
          <a:xfrm rot="2574255">
            <a:off x="7631492" y="3398953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2B84C2-4F8F-F14B-47B1-7032471B7DBE}"/>
              </a:ext>
            </a:extLst>
          </p:cNvPr>
          <p:cNvSpPr/>
          <p:nvPr/>
        </p:nvSpPr>
        <p:spPr>
          <a:xfrm rot="2574255">
            <a:off x="6993317" y="4170478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089D17-0EBE-2208-2628-6B90A6BD51B0}"/>
              </a:ext>
            </a:extLst>
          </p:cNvPr>
          <p:cNvSpPr/>
          <p:nvPr/>
        </p:nvSpPr>
        <p:spPr>
          <a:xfrm rot="4206954">
            <a:off x="7765604" y="3633649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/>
              <p:nvPr/>
            </p:nvSpPr>
            <p:spPr>
              <a:xfrm>
                <a:off x="7642397" y="3113791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97" y="3113791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/>
              <p:nvPr/>
            </p:nvSpPr>
            <p:spPr>
              <a:xfrm>
                <a:off x="6687323" y="4163285"/>
                <a:ext cx="396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323" y="4163285"/>
                <a:ext cx="3960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/>
              <p:nvPr/>
            </p:nvSpPr>
            <p:spPr>
              <a:xfrm>
                <a:off x="7847226" y="346971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226" y="3469710"/>
                <a:ext cx="385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/>
              <p:nvPr/>
            </p:nvSpPr>
            <p:spPr>
              <a:xfrm>
                <a:off x="6581155" y="4438311"/>
                <a:ext cx="14813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438311"/>
                <a:ext cx="1481303" cy="307777"/>
              </a:xfrm>
              <a:prstGeom prst="rect">
                <a:avLst/>
              </a:prstGeom>
              <a:blipFill>
                <a:blip r:embed="rId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/>
              <p:nvPr/>
            </p:nvSpPr>
            <p:spPr>
              <a:xfrm>
                <a:off x="6581155" y="4778854"/>
                <a:ext cx="16677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778854"/>
                <a:ext cx="1667701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/>
              <p:nvPr/>
            </p:nvSpPr>
            <p:spPr>
              <a:xfrm>
                <a:off x="6581155" y="5119397"/>
                <a:ext cx="2707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5119397"/>
                <a:ext cx="2707728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/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counting measure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blipFill>
                <a:blip r:embed="rId9"/>
                <a:stretch>
                  <a:fillRect l="-1603" t="-10000" r="-12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/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Lebesgue measure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blipFill>
                <a:blip r:embed="rId10"/>
                <a:stretch>
                  <a:fillRect l="-1569" t="-10000" r="-11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/>
              <p:nvPr/>
            </p:nvSpPr>
            <p:spPr>
              <a:xfrm>
                <a:off x="421175" y="3563363"/>
                <a:ext cx="36458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Discard 3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“Quantum measure”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5" y="3563363"/>
                <a:ext cx="3645806" cy="400110"/>
              </a:xfrm>
              <a:prstGeom prst="rect">
                <a:avLst/>
              </a:prstGeom>
              <a:blipFill>
                <a:blip r:embed="rId11"/>
                <a:stretch>
                  <a:fillRect l="-1672" t="-9231" r="-1003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/>
              <p:nvPr/>
            </p:nvSpPr>
            <p:spPr>
              <a:xfrm>
                <a:off x="757239" y="3968389"/>
                <a:ext cx="3201261" cy="61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hull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39" y="3968389"/>
                <a:ext cx="3201261" cy="6122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/>
              <p:nvPr/>
            </p:nvSpPr>
            <p:spPr>
              <a:xfrm>
                <a:off x="459847" y="4596320"/>
                <a:ext cx="55894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Exponential of the maximum entropy reachable with convex combinations (statistical mixtures)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400" dirty="0"/>
                  <a:t> (reduces to counting/Liouville measure)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47" y="4596320"/>
                <a:ext cx="5589463" cy="523220"/>
              </a:xfrm>
              <a:prstGeom prst="rect">
                <a:avLst/>
              </a:prstGeom>
              <a:blipFill>
                <a:blip r:embed="rId13"/>
                <a:stretch>
                  <a:fillRect l="-327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3600" dirty="0">
                    <a:latin typeface="+mn-lt"/>
                  </a:rPr>
                  <a:t>Quantum mechanics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b="0" dirty="0">
                    <a:latin typeface="+mn-lt"/>
                  </a:rPr>
                  <a:t> lower bound</a:t>
                </a:r>
                <a:br>
                  <a:rPr lang="en-US" sz="3600" b="0" dirty="0">
                    <a:latin typeface="+mn-lt"/>
                  </a:rPr>
                </a:br>
                <a:r>
                  <a:rPr lang="en-US" sz="3600" b="0" dirty="0">
                    <a:latin typeface="+mn-lt"/>
                  </a:rPr>
                  <a:t>on #conf (entropy) on continuous DOF</a:t>
                </a:r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  <a:blipFill>
                <a:blip r:embed="rId14"/>
                <a:stretch>
                  <a:fillRect l="-2570" t="-14045" r="-1493" b="-20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38661EE-9281-AAD2-AAF3-7C29510645B5}"/>
              </a:ext>
            </a:extLst>
          </p:cNvPr>
          <p:cNvSpPr txBox="1"/>
          <p:nvPr/>
        </p:nvSpPr>
        <p:spPr>
          <a:xfrm rot="1176489">
            <a:off x="9272937" y="1364106"/>
            <a:ext cx="151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Incompatible!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2444C6-CB59-D03D-CBE2-870EBED33518}"/>
              </a:ext>
            </a:extLst>
          </p:cNvPr>
          <p:cNvCxnSpPr>
            <a:cxnSpLocks/>
          </p:cNvCxnSpPr>
          <p:nvPr/>
        </p:nvCxnSpPr>
        <p:spPr>
          <a:xfrm flipH="1">
            <a:off x="7842624" y="3413137"/>
            <a:ext cx="49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920ABE-D699-F473-3618-4B35BE87206E}"/>
              </a:ext>
            </a:extLst>
          </p:cNvPr>
          <p:cNvSpPr txBox="1"/>
          <p:nvPr/>
        </p:nvSpPr>
        <p:spPr>
          <a:xfrm>
            <a:off x="8422837" y="3152820"/>
            <a:ext cx="3669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Non-orthogonal states: different states but in different contexts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F340E-9D14-BA01-292D-F61E21577325}"/>
              </a:ext>
            </a:extLst>
          </p:cNvPr>
          <p:cNvSpPr txBox="1"/>
          <p:nvPr/>
        </p:nvSpPr>
        <p:spPr>
          <a:xfrm>
            <a:off x="4257094" y="3588626"/>
            <a:ext cx="28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Orthogonal states: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different states all else equal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84B4CA-32FF-CC40-B818-027C4EF754A4}"/>
              </a:ext>
            </a:extLst>
          </p:cNvPr>
          <p:cNvCxnSpPr/>
          <p:nvPr/>
        </p:nvCxnSpPr>
        <p:spPr>
          <a:xfrm flipV="1">
            <a:off x="6655929" y="3445208"/>
            <a:ext cx="885284" cy="33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21DACF-7222-071C-03BE-4C4E5DBFFC22}"/>
              </a:ext>
            </a:extLst>
          </p:cNvPr>
          <p:cNvCxnSpPr/>
          <p:nvPr/>
        </p:nvCxnSpPr>
        <p:spPr>
          <a:xfrm>
            <a:off x="6715111" y="3880454"/>
            <a:ext cx="263011" cy="214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CD04B5-E652-4959-52D1-CB3AF60D0480}"/>
              </a:ext>
            </a:extLst>
          </p:cNvPr>
          <p:cNvSpPr txBox="1"/>
          <p:nvPr/>
        </p:nvSpPr>
        <p:spPr>
          <a:xfrm>
            <a:off x="5953379" y="357460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0B498A-58EF-4BCB-D2D8-10D55ACBDC41}"/>
              </a:ext>
            </a:extLst>
          </p:cNvPr>
          <p:cNvCxnSpPr>
            <a:cxnSpLocks/>
          </p:cNvCxnSpPr>
          <p:nvPr/>
        </p:nvCxnSpPr>
        <p:spPr>
          <a:xfrm flipH="1">
            <a:off x="7926767" y="3515889"/>
            <a:ext cx="389488" cy="8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98D7C0-7407-09D4-89DD-3E6BE886947B}"/>
              </a:ext>
            </a:extLst>
          </p:cNvPr>
          <p:cNvSpPr txBox="1"/>
          <p:nvPr/>
        </p:nvSpPr>
        <p:spPr>
          <a:xfrm>
            <a:off x="10579168" y="3541179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20D43-49D2-9203-5AF1-5D665311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52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02E5-DA7C-7CBE-7E91-5999F3FF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/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Conjecture: quantum gravity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dirty="0"/>
                  <a:t> lower bound on DOF count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blipFill>
                <a:blip r:embed="rId2"/>
                <a:stretch>
                  <a:fillRect l="-1199" t="-15094" r="-114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09B9C0D-7C4D-D166-FC4F-6017F8629138}"/>
              </a:ext>
            </a:extLst>
          </p:cNvPr>
          <p:cNvSpPr txBox="1"/>
          <p:nvPr/>
        </p:nvSpPr>
        <p:spPr>
          <a:xfrm>
            <a:off x="981050" y="1228356"/>
            <a:ext cx="1838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#conf=#DOFs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D86D41-D434-6D0D-EF6A-242AD62776D1}"/>
              </a:ext>
            </a:extLst>
          </p:cNvPr>
          <p:cNvGrpSpPr/>
          <p:nvPr/>
        </p:nvGrpSpPr>
        <p:grpSpPr>
          <a:xfrm>
            <a:off x="2870389" y="982917"/>
            <a:ext cx="1072088" cy="906821"/>
            <a:chOff x="10172061" y="2694328"/>
            <a:chExt cx="1072088" cy="9068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A863E6-7BE5-AC8F-368F-867AEF08F804}"/>
                </a:ext>
              </a:extLst>
            </p:cNvPr>
            <p:cNvSpPr txBox="1"/>
            <p:nvPr/>
          </p:nvSpPr>
          <p:spPr>
            <a:xfrm>
              <a:off x="10246709" y="2694328"/>
              <a:ext cx="882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#conf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1E549-AA5C-EA39-A97E-932DCD885D17}"/>
                </a:ext>
              </a:extLst>
            </p:cNvPr>
            <p:cNvSpPr txBox="1"/>
            <p:nvPr/>
          </p:nvSpPr>
          <p:spPr>
            <a:xfrm>
              <a:off x="10214444" y="3139484"/>
              <a:ext cx="9873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#DOFs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41C4B0-708B-6C58-A94D-5CDE307348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061" y="3159107"/>
              <a:ext cx="107208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EBB533-57DA-C2BB-5F74-CAC6F40E2F04}"/>
              </a:ext>
            </a:extLst>
          </p:cNvPr>
          <p:cNvCxnSpPr/>
          <p:nvPr/>
        </p:nvCxnSpPr>
        <p:spPr>
          <a:xfrm flipV="1">
            <a:off x="981050" y="1690021"/>
            <a:ext cx="291938" cy="47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384B92-D23C-3913-E086-3C51B0A5AE70}"/>
              </a:ext>
            </a:extLst>
          </p:cNvPr>
          <p:cNvSpPr txBox="1"/>
          <p:nvPr/>
        </p:nvSpPr>
        <p:spPr>
          <a:xfrm>
            <a:off x="335591" y="2149937"/>
            <a:ext cx="1424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bound</a:t>
            </a:r>
            <a:br>
              <a:rPr lang="en-US" dirty="0"/>
            </a:br>
            <a:r>
              <a:rPr lang="en-US" dirty="0"/>
              <a:t>on this…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C61161-4D4C-E801-D25B-834FFDE791DE}"/>
              </a:ext>
            </a:extLst>
          </p:cNvPr>
          <p:cNvCxnSpPr>
            <a:cxnSpLocks/>
          </p:cNvCxnSpPr>
          <p:nvPr/>
        </p:nvCxnSpPr>
        <p:spPr>
          <a:xfrm flipH="1" flipV="1">
            <a:off x="2610923" y="1690021"/>
            <a:ext cx="257559" cy="52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CCA447-EB41-F00A-BC56-31F444DB778D}"/>
              </a:ext>
            </a:extLst>
          </p:cNvPr>
          <p:cNvSpPr txBox="1"/>
          <p:nvPr/>
        </p:nvSpPr>
        <p:spPr>
          <a:xfrm>
            <a:off x="2423669" y="2176944"/>
            <a:ext cx="193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…requires a lower bound on this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/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Every point is a single DOF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Finite volume carries finitely many DOFs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Count</a:t>
                </a:r>
                <a:r>
                  <a:rPr lang="en-US" dirty="0">
                    <a:solidFill>
                      <a:schemeClr val="tx1"/>
                    </a:solidFill>
                  </a:rPr>
                  <a:t> is additive for disjoint regions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blipFill>
                <a:blip r:embed="rId3"/>
                <a:stretch>
                  <a:fillRect l="-787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7B1E3FF-A36C-CD5C-0A9F-C503F78F550A}"/>
              </a:ext>
            </a:extLst>
          </p:cNvPr>
          <p:cNvSpPr txBox="1"/>
          <p:nvPr/>
        </p:nvSpPr>
        <p:spPr>
          <a:xfrm rot="1176489">
            <a:off x="10027934" y="1072708"/>
            <a:ext cx="164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Same problem!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0A363B-D3A1-B883-3D92-A65349479CB1}"/>
              </a:ext>
            </a:extLst>
          </p:cNvPr>
          <p:cNvCxnSpPr/>
          <p:nvPr/>
        </p:nvCxnSpPr>
        <p:spPr>
          <a:xfrm>
            <a:off x="6730474" y="2246628"/>
            <a:ext cx="299778" cy="1837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6B2929-64A0-E113-0988-9D9586FB3547}"/>
              </a:ext>
            </a:extLst>
          </p:cNvPr>
          <p:cNvCxnSpPr/>
          <p:nvPr/>
        </p:nvCxnSpPr>
        <p:spPr>
          <a:xfrm flipV="1">
            <a:off x="6008096" y="2392932"/>
            <a:ext cx="1662718" cy="1545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4933B50-DFF3-789C-D505-C8FF0707AD49}"/>
              </a:ext>
            </a:extLst>
          </p:cNvPr>
          <p:cNvCxnSpPr/>
          <p:nvPr/>
        </p:nvCxnSpPr>
        <p:spPr>
          <a:xfrm>
            <a:off x="5782721" y="2639820"/>
            <a:ext cx="2152787" cy="978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3DD131-E3B3-3CDE-960D-04A845B29DF1}"/>
              </a:ext>
            </a:extLst>
          </p:cNvPr>
          <p:cNvCxnSpPr>
            <a:cxnSpLocks/>
          </p:cNvCxnSpPr>
          <p:nvPr/>
        </p:nvCxnSpPr>
        <p:spPr>
          <a:xfrm flipH="1" flipV="1">
            <a:off x="7817118" y="2666827"/>
            <a:ext cx="1072088" cy="238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56D021-E95F-528F-0958-C698CDD2AF4E}"/>
              </a:ext>
            </a:extLst>
          </p:cNvPr>
          <p:cNvCxnSpPr/>
          <p:nvPr/>
        </p:nvCxnSpPr>
        <p:spPr>
          <a:xfrm flipH="1">
            <a:off x="6353596" y="3035234"/>
            <a:ext cx="2535610" cy="174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B2FEB14-1BF5-49D4-57A3-77CC20D15F91}"/>
              </a:ext>
            </a:extLst>
          </p:cNvPr>
          <p:cNvSpPr txBox="1"/>
          <p:nvPr/>
        </p:nvSpPr>
        <p:spPr>
          <a:xfrm>
            <a:off x="8889206" y="2796268"/>
            <a:ext cx="192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Distant points: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independent DOFs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299306-C9D3-10E7-4FAD-D93CB464043C}"/>
              </a:ext>
            </a:extLst>
          </p:cNvPr>
          <p:cNvSpPr txBox="1"/>
          <p:nvPr/>
        </p:nvSpPr>
        <p:spPr>
          <a:xfrm>
            <a:off x="5306498" y="4165092"/>
            <a:ext cx="355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 points: DOFs not independent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FE4BA5-2160-7B4F-245C-CE96A695CF81}"/>
              </a:ext>
            </a:extLst>
          </p:cNvPr>
          <p:cNvSpPr txBox="1"/>
          <p:nvPr/>
        </p:nvSpPr>
        <p:spPr>
          <a:xfrm>
            <a:off x="10394595" y="284243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F7F08D-FB05-3A57-E290-18A78222478F}"/>
              </a:ext>
            </a:extLst>
          </p:cNvPr>
          <p:cNvSpPr txBox="1"/>
          <p:nvPr/>
        </p:nvSpPr>
        <p:spPr>
          <a:xfrm>
            <a:off x="8136432" y="3946072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43A896-AAAA-E37B-C9AC-45393F57EDC4}"/>
              </a:ext>
            </a:extLst>
          </p:cNvPr>
          <p:cNvCxnSpPr/>
          <p:nvPr/>
        </p:nvCxnSpPr>
        <p:spPr>
          <a:xfrm flipH="1" flipV="1">
            <a:off x="6353596" y="3210017"/>
            <a:ext cx="287451" cy="874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5C94A6-109B-9FDE-2601-ADA48E37BD5B}"/>
              </a:ext>
            </a:extLst>
          </p:cNvPr>
          <p:cNvCxnSpPr/>
          <p:nvPr/>
        </p:nvCxnSpPr>
        <p:spPr>
          <a:xfrm flipH="1" flipV="1">
            <a:off x="6288871" y="3250277"/>
            <a:ext cx="352176" cy="818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6804C2-52AD-531F-78EA-0A524B2BFD33}"/>
              </a:ext>
            </a:extLst>
          </p:cNvPr>
          <p:cNvSpPr txBox="1"/>
          <p:nvPr/>
        </p:nvSpPr>
        <p:spPr>
          <a:xfrm>
            <a:off x="187372" y="3376008"/>
            <a:ext cx="5060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QM: Lower bound on state count requires a severe revisitation of particle state space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7CF7C4-0083-1B77-9E11-DCC9558CD3E5}"/>
              </a:ext>
            </a:extLst>
          </p:cNvPr>
          <p:cNvSpPr txBox="1"/>
          <p:nvPr/>
        </p:nvSpPr>
        <p:spPr>
          <a:xfrm>
            <a:off x="1197413" y="5123978"/>
            <a:ext cx="647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Does lower bound on DOF count require an equally severe revisitation of space-time?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21FB-0410-07DE-DDBD-675DC7CF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964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BC81-EF5D-69EE-15A0-F0EDE57A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679787-FDF8-9900-782B-0C2384E5D4CC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FE6C7-C058-6FC1-DB41-BC2D9BD4F3F9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D6C66-B15A-B11B-2470-3176CF7E97E0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2761AF2F-C615-1A02-92FD-ACD2C2B4DCBA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D7F38DB-7BA9-16E6-078D-BACA3AB05335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F6F29D5-102E-57A4-9BD9-3D75631A99A9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81207C4-2A39-8ADE-F803-535714B11CA5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8B20C40-5D22-8304-C387-AB42E9D5F098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7D1FFC7-3B1A-F63F-6E5E-41DD9E49B3FB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81F51E-CD86-83FE-AAC9-B3EAADE06E1B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578F7FB9-6D96-E3D9-6A55-EFF04506A94C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18554-27BA-A261-43A8-804C2C410019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4F40630-B9DC-7053-A771-3E444CA7D048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F5DA7E-90F2-2629-77DD-4410787099E8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AB59CD-3BD8-06CA-779E-F3A27C130340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C5176C-CCF9-5E88-5DFA-68F5CEE336A4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E4DB47-7722-F830-E917-61321AA34A59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CCBE27-6B21-74D9-6514-4C6C024B0AD3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EF8AF7B-9713-EA15-44AD-A83A44093DD3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45A78C-EB7B-9442-F2F1-816B20C91962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3BF4C9-5758-2DBE-85E2-E5F3E1F213E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6D86FE-D86D-4CDA-774D-9895549B9AE4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7D53FA7-FD09-FCB1-A3BE-80D53830440C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0155DCBD-936F-DF2E-23EB-16FB01AB1CA1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C4E8A4-094C-7E37-042C-29F3E87699ED}"/>
              </a:ext>
            </a:extLst>
          </p:cNvPr>
          <p:cNvSpPr/>
          <p:nvPr/>
        </p:nvSpPr>
        <p:spPr>
          <a:xfrm>
            <a:off x="4055844" y="139297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C1682D-102E-591E-89AD-0F93FE53369F}"/>
              </a:ext>
            </a:extLst>
          </p:cNvPr>
          <p:cNvSpPr/>
          <p:nvPr/>
        </p:nvSpPr>
        <p:spPr>
          <a:xfrm>
            <a:off x="5470209" y="107134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A7922A-691B-CDB8-8A09-50BC71B08B4E}"/>
              </a:ext>
            </a:extLst>
          </p:cNvPr>
          <p:cNvSpPr txBox="1"/>
          <p:nvPr/>
        </p:nvSpPr>
        <p:spPr>
          <a:xfrm>
            <a:off x="8064336" y="483104"/>
            <a:ext cx="16755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Identically</a:t>
            </a:r>
            <a:br>
              <a:rPr lang="en-US" sz="2800" dirty="0"/>
            </a:br>
            <a:r>
              <a:rPr lang="en-US" sz="2800" dirty="0"/>
              <a:t>prepared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55769-E4F1-FC12-7B40-652C9570FF70}"/>
              </a:ext>
            </a:extLst>
          </p:cNvPr>
          <p:cNvSpPr txBox="1"/>
          <p:nvPr/>
        </p:nvSpPr>
        <p:spPr>
          <a:xfrm>
            <a:off x="8081010" y="2237878"/>
            <a:ext cx="16065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Pure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/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is no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blipFill>
                <a:blip r:embed="rId8"/>
                <a:stretch>
                  <a:fillRect l="-83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588BB04-01CD-CEF0-253B-8DCF8D7F7F71}"/>
              </a:ext>
            </a:extLst>
          </p:cNvPr>
          <p:cNvSpPr txBox="1"/>
          <p:nvPr/>
        </p:nvSpPr>
        <p:spPr>
          <a:xfrm>
            <a:off x="243288" y="4073075"/>
            <a:ext cx="944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classical theories, all pure ensembles are identically prepared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88DAB-1AAD-F891-BC68-52B2C43F210D}"/>
              </a:ext>
            </a:extLst>
          </p:cNvPr>
          <p:cNvSpPr txBox="1"/>
          <p:nvPr/>
        </p:nvSpPr>
        <p:spPr>
          <a:xfrm>
            <a:off x="2043953" y="4586355"/>
            <a:ext cx="5175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real distinction between ensembles and instances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B5AAA-6C9C-24BE-68A4-E5CB857EF4E2}"/>
              </a:ext>
            </a:extLst>
          </p:cNvPr>
          <p:cNvSpPr txBox="1"/>
          <p:nvPr/>
        </p:nvSpPr>
        <p:spPr>
          <a:xfrm>
            <a:off x="243288" y="5257804"/>
            <a:ext cx="885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non-classical theories, no identically prepared ensembles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29167-02FB-4EEF-2184-DDFBFABED740}"/>
              </a:ext>
            </a:extLst>
          </p:cNvPr>
          <p:cNvSpPr txBox="1"/>
          <p:nvPr/>
        </p:nvSpPr>
        <p:spPr>
          <a:xfrm>
            <a:off x="1596928" y="5780422"/>
            <a:ext cx="673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Zero entropy does NOT correspond to identically prepared ensembles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90AC57-88E5-D7FB-3172-831297B5E688}"/>
              </a:ext>
            </a:extLst>
          </p:cNvPr>
          <p:cNvSpPr txBox="1"/>
          <p:nvPr/>
        </p:nvSpPr>
        <p:spPr>
          <a:xfrm>
            <a:off x="9849642" y="2315692"/>
            <a:ext cx="198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 process can reduce the variability of the ensemble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A86F86-47E1-E81E-9F74-E72D0610DE53}"/>
              </a:ext>
            </a:extLst>
          </p:cNvPr>
          <p:cNvSpPr txBox="1"/>
          <p:nvPr/>
        </p:nvSpPr>
        <p:spPr>
          <a:xfrm>
            <a:off x="9921861" y="932203"/>
            <a:ext cx="1984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There is no variability in the ensemble</a:t>
            </a:r>
          </a:p>
        </p:txBody>
      </p:sp>
    </p:spTree>
    <p:extLst>
      <p:ext uri="{BB962C8B-B14F-4D97-AF65-F5344CB8AC3E}">
        <p14:creationId xmlns:p14="http://schemas.microsoft.com/office/powerpoint/2010/main" val="4027041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6C96B-0CCE-19CD-6EEE-B9F020BF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3504BA-C57B-BC02-2AAF-DEC650A2929A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3504BA-C57B-BC02-2AAF-DEC650A29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DD61129-2F52-4A94-28D2-6E550907EDA6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31ABAD2-1242-A992-C6A7-BAAC6DFF9900}"/>
              </a:ext>
            </a:extLst>
          </p:cNvPr>
          <p:cNvGrpSpPr/>
          <p:nvPr/>
        </p:nvGrpSpPr>
        <p:grpSpPr>
          <a:xfrm>
            <a:off x="9600895" y="607003"/>
            <a:ext cx="1970869" cy="1970871"/>
            <a:chOff x="5635690" y="3806890"/>
            <a:chExt cx="1110343" cy="1110344"/>
          </a:xfrm>
          <a:solidFill>
            <a:schemeClr val="bg1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3A4063-9E1C-B8CE-A276-1A943F570B06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D41C22B-094F-1512-5801-C564B1242B96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2129D8A1-546C-9EFB-A334-B7896E9E4A1C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DDFE1623-F97A-13CB-52C4-F4314D809D22}"/>
              </a:ext>
            </a:extLst>
          </p:cNvPr>
          <p:cNvSpPr/>
          <p:nvPr/>
        </p:nvSpPr>
        <p:spPr>
          <a:xfrm rot="2574255">
            <a:off x="11110496" y="908436"/>
            <a:ext cx="11157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5BDEEE-68CC-02F5-C05A-968E29DDFD77}"/>
              </a:ext>
            </a:extLst>
          </p:cNvPr>
          <p:cNvSpPr/>
          <p:nvPr/>
        </p:nvSpPr>
        <p:spPr>
          <a:xfrm rot="2574255">
            <a:off x="9977730" y="2277900"/>
            <a:ext cx="11157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3BA0A1-F9D1-E3AA-B640-0FFA71DBCABD}"/>
              </a:ext>
            </a:extLst>
          </p:cNvPr>
          <p:cNvSpPr/>
          <p:nvPr/>
        </p:nvSpPr>
        <p:spPr>
          <a:xfrm rot="4206954">
            <a:off x="11326982" y="1329298"/>
            <a:ext cx="111580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742617-2EAF-300C-6994-D945B8261506}"/>
                  </a:ext>
                </a:extLst>
              </p:cNvPr>
              <p:cNvSpPr txBox="1"/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742617-2EAF-300C-6994-D945B8261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083D01-FD01-B837-625B-EF0CFCD82206}"/>
                  </a:ext>
                </a:extLst>
              </p:cNvPr>
              <p:cNvSpPr txBox="1"/>
              <p:nvPr/>
            </p:nvSpPr>
            <p:spPr>
              <a:xfrm>
                <a:off x="9695366" y="2282013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083D01-FD01-B837-625B-EF0CFCD82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66" y="2282013"/>
                <a:ext cx="367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9E8AE2-C876-CD36-D74A-08BCC7A53C0D}"/>
                  </a:ext>
                </a:extLst>
              </p:cNvPr>
              <p:cNvSpPr txBox="1"/>
              <p:nvPr/>
            </p:nvSpPr>
            <p:spPr>
              <a:xfrm>
                <a:off x="11423244" y="1068191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9E8AE2-C876-CD36-D74A-08BCC7A53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244" y="1068191"/>
                <a:ext cx="3506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F2534-B6FB-4F98-34FF-EEA6B999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62</a:t>
            </a:fld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98A5367-3403-C1C6-E0F7-DE6BA87527BC}"/>
              </a:ext>
            </a:extLst>
          </p:cNvPr>
          <p:cNvSpPr/>
          <p:nvPr/>
        </p:nvSpPr>
        <p:spPr>
          <a:xfrm>
            <a:off x="9692625" y="757208"/>
            <a:ext cx="445220" cy="41430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96701"/>
              <a:gd name="connsiteY0" fmla="*/ 399258 h 445124"/>
              <a:gd name="connsiteX1" fmla="*/ 231458 w 396701"/>
              <a:gd name="connsiteY1" fmla="*/ 282781 h 445124"/>
              <a:gd name="connsiteX2" fmla="*/ 359229 w 396701"/>
              <a:gd name="connsiteY2" fmla="*/ 444367 h 445124"/>
              <a:gd name="connsiteX3" fmla="*/ 339634 w 396701"/>
              <a:gd name="connsiteY3" fmla="*/ 202704 h 445124"/>
              <a:gd name="connsiteX4" fmla="*/ 352697 w 396701"/>
              <a:gd name="connsiteY4" fmla="*/ 230 h 445124"/>
              <a:gd name="connsiteX5" fmla="*/ 0 w 396701"/>
              <a:gd name="connsiteY5" fmla="*/ 399258 h 445124"/>
              <a:gd name="connsiteX0" fmla="*/ 0 w 440605"/>
              <a:gd name="connsiteY0" fmla="*/ 400992 h 450371"/>
              <a:gd name="connsiteX1" fmla="*/ 231458 w 440605"/>
              <a:gd name="connsiteY1" fmla="*/ 284515 h 450371"/>
              <a:gd name="connsiteX2" fmla="*/ 359229 w 440605"/>
              <a:gd name="connsiteY2" fmla="*/ 446101 h 450371"/>
              <a:gd name="connsiteX3" fmla="*/ 439647 w 440605"/>
              <a:gd name="connsiteY3" fmla="*/ 75850 h 450371"/>
              <a:gd name="connsiteX4" fmla="*/ 352697 w 440605"/>
              <a:gd name="connsiteY4" fmla="*/ 1964 h 450371"/>
              <a:gd name="connsiteX5" fmla="*/ 0 w 440605"/>
              <a:gd name="connsiteY5" fmla="*/ 400992 h 450371"/>
              <a:gd name="connsiteX0" fmla="*/ 0 w 440605"/>
              <a:gd name="connsiteY0" fmla="*/ 400992 h 400992"/>
              <a:gd name="connsiteX1" fmla="*/ 231458 w 440605"/>
              <a:gd name="connsiteY1" fmla="*/ 284515 h 400992"/>
              <a:gd name="connsiteX2" fmla="*/ 337798 w 440605"/>
              <a:gd name="connsiteY2" fmla="*/ 165113 h 400992"/>
              <a:gd name="connsiteX3" fmla="*/ 439647 w 440605"/>
              <a:gd name="connsiteY3" fmla="*/ 75850 h 400992"/>
              <a:gd name="connsiteX4" fmla="*/ 352697 w 440605"/>
              <a:gd name="connsiteY4" fmla="*/ 1964 h 400992"/>
              <a:gd name="connsiteX5" fmla="*/ 0 w 440605"/>
              <a:gd name="connsiteY5" fmla="*/ 400992 h 400992"/>
              <a:gd name="connsiteX0" fmla="*/ 17 w 440622"/>
              <a:gd name="connsiteY0" fmla="*/ 400992 h 403421"/>
              <a:gd name="connsiteX1" fmla="*/ 337815 w 440622"/>
              <a:gd name="connsiteY1" fmla="*/ 165113 h 403421"/>
              <a:gd name="connsiteX2" fmla="*/ 439664 w 440622"/>
              <a:gd name="connsiteY2" fmla="*/ 75850 h 403421"/>
              <a:gd name="connsiteX3" fmla="*/ 352714 w 440622"/>
              <a:gd name="connsiteY3" fmla="*/ 1964 h 403421"/>
              <a:gd name="connsiteX4" fmla="*/ 17 w 440622"/>
              <a:gd name="connsiteY4" fmla="*/ 400992 h 403421"/>
              <a:gd name="connsiteX0" fmla="*/ 17 w 389023"/>
              <a:gd name="connsiteY0" fmla="*/ 406034 h 408463"/>
              <a:gd name="connsiteX1" fmla="*/ 337815 w 389023"/>
              <a:gd name="connsiteY1" fmla="*/ 170155 h 408463"/>
              <a:gd name="connsiteX2" fmla="*/ 352714 w 389023"/>
              <a:gd name="connsiteY2" fmla="*/ 7006 h 408463"/>
              <a:gd name="connsiteX3" fmla="*/ 17 w 389023"/>
              <a:gd name="connsiteY3" fmla="*/ 406034 h 408463"/>
              <a:gd name="connsiteX0" fmla="*/ 14 w 445220"/>
              <a:gd name="connsiteY0" fmla="*/ 412528 h 414309"/>
              <a:gd name="connsiteX1" fmla="*/ 423537 w 445220"/>
              <a:gd name="connsiteY1" fmla="*/ 93305 h 414309"/>
              <a:gd name="connsiteX2" fmla="*/ 352711 w 445220"/>
              <a:gd name="connsiteY2" fmla="*/ 13500 h 414309"/>
              <a:gd name="connsiteX3" fmla="*/ 14 w 445220"/>
              <a:gd name="connsiteY3" fmla="*/ 412528 h 414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220" h="414309">
                <a:moveTo>
                  <a:pt x="14" y="412528"/>
                </a:moveTo>
                <a:cubicBezTo>
                  <a:pt x="-2469" y="439719"/>
                  <a:pt x="350263" y="147495"/>
                  <a:pt x="423537" y="93305"/>
                </a:cubicBezTo>
                <a:cubicBezTo>
                  <a:pt x="482320" y="26800"/>
                  <a:pt x="409011" y="-25813"/>
                  <a:pt x="352711" y="13500"/>
                </a:cubicBezTo>
                <a:cubicBezTo>
                  <a:pt x="248480" y="55784"/>
                  <a:pt x="44033" y="295983"/>
                  <a:pt x="14" y="4125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B16993E-5594-5561-2AEF-AA54F694B51F}"/>
              </a:ext>
            </a:extLst>
          </p:cNvPr>
          <p:cNvSpPr/>
          <p:nvPr/>
        </p:nvSpPr>
        <p:spPr>
          <a:xfrm>
            <a:off x="9692640" y="770708"/>
            <a:ext cx="370962" cy="53816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962" h="538169">
                <a:moveTo>
                  <a:pt x="0" y="399028"/>
                </a:moveTo>
                <a:cubicBezTo>
                  <a:pt x="36943" y="510810"/>
                  <a:pt x="71574" y="529827"/>
                  <a:pt x="131445" y="537345"/>
                </a:cubicBezTo>
                <a:cubicBezTo>
                  <a:pt x="191317" y="544863"/>
                  <a:pt x="324531" y="499949"/>
                  <a:pt x="359229" y="444137"/>
                </a:cubicBezTo>
                <a:cubicBezTo>
                  <a:pt x="393927" y="388325"/>
                  <a:pt x="340723" y="276497"/>
                  <a:pt x="339634" y="202474"/>
                </a:cubicBezTo>
                <a:cubicBezTo>
                  <a:pt x="338545" y="128451"/>
                  <a:pt x="309290" y="105353"/>
                  <a:pt x="352697" y="0"/>
                </a:cubicBezTo>
                <a:cubicBezTo>
                  <a:pt x="248466" y="42284"/>
                  <a:pt x="44019" y="282483"/>
                  <a:pt x="0" y="3990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16852-E343-A156-4655-E90BB011A2B3}"/>
                  </a:ext>
                </a:extLst>
              </p:cNvPr>
              <p:cNvSpPr txBox="1"/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16852-E343-A156-4655-E90BB011A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1DCBDB-C9AE-E07C-A8B9-A88E9B1BC137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1DCBDB-C9AE-E07C-A8B9-A88E9B1BC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7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6D516A00-D673-4E20-6461-BCBD94808657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0AFFE3-3B03-D30A-042A-FE7F6345E7AD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0AFFE3-3B03-D30A-042A-FE7F6345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6AD670-77DE-62DE-6326-9CDF09215CDB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9637B6-2C11-F4E3-720B-84E627B1E1BC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237253-BA29-CCB8-3CA1-6A4F810FE92B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237253-BA29-CCB8-3CA1-6A4F810F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9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F75CB01-0699-EC21-A0DD-0C18889CA2BC}"/>
              </a:ext>
            </a:extLst>
          </p:cNvPr>
          <p:cNvSpPr txBox="1"/>
          <p:nvPr/>
        </p:nvSpPr>
        <p:spPr>
          <a:xfrm>
            <a:off x="1199831" y="4898944"/>
            <a:ext cx="73137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On a continuum, a finite region</a:t>
            </a:r>
            <a:br>
              <a:rPr lang="en-US" sz="4400" dirty="0">
                <a:solidFill>
                  <a:srgbClr val="C00000"/>
                </a:solidFill>
              </a:rPr>
            </a:br>
            <a:r>
              <a:rPr lang="en-US" sz="4400" dirty="0">
                <a:solidFill>
                  <a:srgbClr val="C00000"/>
                </a:solidFill>
              </a:rPr>
              <a:t>has infinitely many states!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C43548-FA73-11D9-AFE8-D39A653FA905}"/>
              </a:ext>
            </a:extLst>
          </p:cNvPr>
          <p:cNvSpPr txBox="1"/>
          <p:nvPr/>
        </p:nvSpPr>
        <p:spPr>
          <a:xfrm rot="20829951">
            <a:off x="734089" y="2676148"/>
            <a:ext cx="6125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Incompatible!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E469A9-86A0-0A47-3D9A-874AD3AF8656}"/>
              </a:ext>
            </a:extLst>
          </p:cNvPr>
          <p:cNvSpPr txBox="1"/>
          <p:nvPr/>
        </p:nvSpPr>
        <p:spPr>
          <a:xfrm rot="20829951">
            <a:off x="5648821" y="2940428"/>
            <a:ext cx="41339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chemeClr val="accent6">
                    <a:lumMod val="75000"/>
                  </a:schemeClr>
                </a:solidFill>
              </a:rPr>
              <a:t>Pick two!</a:t>
            </a:r>
          </a:p>
        </p:txBody>
      </p:sp>
    </p:spTree>
    <p:extLst>
      <p:ext uri="{BB962C8B-B14F-4D97-AF65-F5344CB8AC3E}">
        <p14:creationId xmlns:p14="http://schemas.microsoft.com/office/powerpoint/2010/main" val="16129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E6A3-6157-28E4-162B-B8E0E501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B3CCB2-C1B5-D1D2-5FB8-15C6CA41BE7F}"/>
                  </a:ext>
                </a:extLst>
              </p:cNvPr>
              <p:cNvSpPr txBox="1"/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3. Count is additive for disjoint sets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B3CCB2-C1B5-D1D2-5FB8-15C6CA41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741147"/>
                <a:ext cx="10090711" cy="584775"/>
              </a:xfrm>
              <a:prstGeom prst="rect">
                <a:avLst/>
              </a:prstGeom>
              <a:blipFill>
                <a:blip r:embed="rId2"/>
                <a:stretch>
                  <a:fillRect l="-1571" t="-12500" r="-54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7CD4A8A-2A75-0ADA-B8A6-B3EE7B4D54E8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987BF-C9AC-E4E2-7737-167D7D607163}"/>
              </a:ext>
            </a:extLst>
          </p:cNvPr>
          <p:cNvGrpSpPr/>
          <p:nvPr/>
        </p:nvGrpSpPr>
        <p:grpSpPr>
          <a:xfrm>
            <a:off x="9600895" y="607003"/>
            <a:ext cx="1970869" cy="1970871"/>
            <a:chOff x="5635690" y="3806890"/>
            <a:chExt cx="1110343" cy="1110344"/>
          </a:xfrm>
          <a:solidFill>
            <a:schemeClr val="bg1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BE5F8AB-1225-5D9A-AE2B-560791B17A8D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212A3EF-26D6-0F05-17E1-2AFED520C018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0D937658-B0E3-3409-EC5F-F3BF8826C9AA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89FD8C2A-76A8-D4A2-7B66-D4A76F417CC9}"/>
              </a:ext>
            </a:extLst>
          </p:cNvPr>
          <p:cNvSpPr/>
          <p:nvPr/>
        </p:nvSpPr>
        <p:spPr>
          <a:xfrm rot="2574255">
            <a:off x="11110496" y="908436"/>
            <a:ext cx="11157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BF2E22-74F2-1396-77DE-79399E5B8069}"/>
                  </a:ext>
                </a:extLst>
              </p:cNvPr>
              <p:cNvSpPr txBox="1"/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BF2E22-74F2-1396-77DE-79399E5B8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224D7-DDFC-4D6A-42A6-F3FDF7D9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63</a:t>
            </a:fld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CE298CC-5CDB-5F8F-5227-A7AC5DF44877}"/>
              </a:ext>
            </a:extLst>
          </p:cNvPr>
          <p:cNvSpPr/>
          <p:nvPr/>
        </p:nvSpPr>
        <p:spPr>
          <a:xfrm>
            <a:off x="9692625" y="757208"/>
            <a:ext cx="445220" cy="41430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96701"/>
              <a:gd name="connsiteY0" fmla="*/ 399258 h 445124"/>
              <a:gd name="connsiteX1" fmla="*/ 231458 w 396701"/>
              <a:gd name="connsiteY1" fmla="*/ 282781 h 445124"/>
              <a:gd name="connsiteX2" fmla="*/ 359229 w 396701"/>
              <a:gd name="connsiteY2" fmla="*/ 444367 h 445124"/>
              <a:gd name="connsiteX3" fmla="*/ 339634 w 396701"/>
              <a:gd name="connsiteY3" fmla="*/ 202704 h 445124"/>
              <a:gd name="connsiteX4" fmla="*/ 352697 w 396701"/>
              <a:gd name="connsiteY4" fmla="*/ 230 h 445124"/>
              <a:gd name="connsiteX5" fmla="*/ 0 w 396701"/>
              <a:gd name="connsiteY5" fmla="*/ 399258 h 445124"/>
              <a:gd name="connsiteX0" fmla="*/ 0 w 440605"/>
              <a:gd name="connsiteY0" fmla="*/ 400992 h 450371"/>
              <a:gd name="connsiteX1" fmla="*/ 231458 w 440605"/>
              <a:gd name="connsiteY1" fmla="*/ 284515 h 450371"/>
              <a:gd name="connsiteX2" fmla="*/ 359229 w 440605"/>
              <a:gd name="connsiteY2" fmla="*/ 446101 h 450371"/>
              <a:gd name="connsiteX3" fmla="*/ 439647 w 440605"/>
              <a:gd name="connsiteY3" fmla="*/ 75850 h 450371"/>
              <a:gd name="connsiteX4" fmla="*/ 352697 w 440605"/>
              <a:gd name="connsiteY4" fmla="*/ 1964 h 450371"/>
              <a:gd name="connsiteX5" fmla="*/ 0 w 440605"/>
              <a:gd name="connsiteY5" fmla="*/ 400992 h 450371"/>
              <a:gd name="connsiteX0" fmla="*/ 0 w 440605"/>
              <a:gd name="connsiteY0" fmla="*/ 400992 h 400992"/>
              <a:gd name="connsiteX1" fmla="*/ 231458 w 440605"/>
              <a:gd name="connsiteY1" fmla="*/ 284515 h 400992"/>
              <a:gd name="connsiteX2" fmla="*/ 337798 w 440605"/>
              <a:gd name="connsiteY2" fmla="*/ 165113 h 400992"/>
              <a:gd name="connsiteX3" fmla="*/ 439647 w 440605"/>
              <a:gd name="connsiteY3" fmla="*/ 75850 h 400992"/>
              <a:gd name="connsiteX4" fmla="*/ 352697 w 440605"/>
              <a:gd name="connsiteY4" fmla="*/ 1964 h 400992"/>
              <a:gd name="connsiteX5" fmla="*/ 0 w 440605"/>
              <a:gd name="connsiteY5" fmla="*/ 400992 h 400992"/>
              <a:gd name="connsiteX0" fmla="*/ 17 w 440622"/>
              <a:gd name="connsiteY0" fmla="*/ 400992 h 403421"/>
              <a:gd name="connsiteX1" fmla="*/ 337815 w 440622"/>
              <a:gd name="connsiteY1" fmla="*/ 165113 h 403421"/>
              <a:gd name="connsiteX2" fmla="*/ 439664 w 440622"/>
              <a:gd name="connsiteY2" fmla="*/ 75850 h 403421"/>
              <a:gd name="connsiteX3" fmla="*/ 352714 w 440622"/>
              <a:gd name="connsiteY3" fmla="*/ 1964 h 403421"/>
              <a:gd name="connsiteX4" fmla="*/ 17 w 440622"/>
              <a:gd name="connsiteY4" fmla="*/ 400992 h 403421"/>
              <a:gd name="connsiteX0" fmla="*/ 17 w 389023"/>
              <a:gd name="connsiteY0" fmla="*/ 406034 h 408463"/>
              <a:gd name="connsiteX1" fmla="*/ 337815 w 389023"/>
              <a:gd name="connsiteY1" fmla="*/ 170155 h 408463"/>
              <a:gd name="connsiteX2" fmla="*/ 352714 w 389023"/>
              <a:gd name="connsiteY2" fmla="*/ 7006 h 408463"/>
              <a:gd name="connsiteX3" fmla="*/ 17 w 389023"/>
              <a:gd name="connsiteY3" fmla="*/ 406034 h 408463"/>
              <a:gd name="connsiteX0" fmla="*/ 14 w 445220"/>
              <a:gd name="connsiteY0" fmla="*/ 412528 h 414309"/>
              <a:gd name="connsiteX1" fmla="*/ 423537 w 445220"/>
              <a:gd name="connsiteY1" fmla="*/ 93305 h 414309"/>
              <a:gd name="connsiteX2" fmla="*/ 352711 w 445220"/>
              <a:gd name="connsiteY2" fmla="*/ 13500 h 414309"/>
              <a:gd name="connsiteX3" fmla="*/ 14 w 445220"/>
              <a:gd name="connsiteY3" fmla="*/ 412528 h 414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220" h="414309">
                <a:moveTo>
                  <a:pt x="14" y="412528"/>
                </a:moveTo>
                <a:cubicBezTo>
                  <a:pt x="-2469" y="439719"/>
                  <a:pt x="350263" y="147495"/>
                  <a:pt x="423537" y="93305"/>
                </a:cubicBezTo>
                <a:cubicBezTo>
                  <a:pt x="482320" y="26800"/>
                  <a:pt x="409011" y="-25813"/>
                  <a:pt x="352711" y="13500"/>
                </a:cubicBezTo>
                <a:cubicBezTo>
                  <a:pt x="248480" y="55784"/>
                  <a:pt x="44033" y="295983"/>
                  <a:pt x="14" y="4125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0343AB8-2FE9-0EC3-210D-EAEFFA67E246}"/>
              </a:ext>
            </a:extLst>
          </p:cNvPr>
          <p:cNvSpPr/>
          <p:nvPr/>
        </p:nvSpPr>
        <p:spPr>
          <a:xfrm>
            <a:off x="9692640" y="770708"/>
            <a:ext cx="370962" cy="53816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962" h="538169">
                <a:moveTo>
                  <a:pt x="0" y="399028"/>
                </a:moveTo>
                <a:cubicBezTo>
                  <a:pt x="36943" y="510810"/>
                  <a:pt x="71574" y="529827"/>
                  <a:pt x="131445" y="537345"/>
                </a:cubicBezTo>
                <a:cubicBezTo>
                  <a:pt x="191317" y="544863"/>
                  <a:pt x="324531" y="499949"/>
                  <a:pt x="359229" y="444137"/>
                </a:cubicBezTo>
                <a:cubicBezTo>
                  <a:pt x="393927" y="388325"/>
                  <a:pt x="340723" y="276497"/>
                  <a:pt x="339634" y="202474"/>
                </a:cubicBezTo>
                <a:cubicBezTo>
                  <a:pt x="338545" y="128451"/>
                  <a:pt x="309290" y="105353"/>
                  <a:pt x="352697" y="0"/>
                </a:cubicBezTo>
                <a:cubicBezTo>
                  <a:pt x="248466" y="42284"/>
                  <a:pt x="44019" y="282483"/>
                  <a:pt x="0" y="3990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D1A9ED-7A65-F030-06E6-2E523F422182}"/>
                  </a:ext>
                </a:extLst>
              </p:cNvPr>
              <p:cNvSpPr txBox="1"/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D1A9ED-7A65-F030-06E6-2E523F422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6A8BBD9-D305-332A-BC22-490870F751C5}"/>
                  </a:ext>
                </a:extLst>
              </p:cNvPr>
              <p:cNvSpPr txBox="1"/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1. Every state counts as one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6A8BBD9-D305-332A-BC22-490870F75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2560932"/>
                <a:ext cx="7632539" cy="584775"/>
              </a:xfrm>
              <a:prstGeom prst="rect">
                <a:avLst/>
              </a:prstGeom>
              <a:blipFill>
                <a:blip r:embed="rId5"/>
                <a:stretch>
                  <a:fillRect l="-2077" t="-12500" r="-103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011619C-D6EA-D091-0DA4-22B53DB35F21}"/>
              </a:ext>
            </a:extLst>
          </p:cNvPr>
          <p:cNvGrpSpPr/>
          <p:nvPr/>
        </p:nvGrpSpPr>
        <p:grpSpPr>
          <a:xfrm>
            <a:off x="958735" y="988093"/>
            <a:ext cx="7075353" cy="1323439"/>
            <a:chOff x="820062" y="977320"/>
            <a:chExt cx="7075353" cy="1323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D6DF269-A519-A50A-2219-C3E797284522}"/>
                    </a:ext>
                  </a:extLst>
                </p:cNvPr>
                <p:cNvSpPr txBox="1"/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d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D6DF269-A519-A50A-2219-C3E797284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62" y="977320"/>
                  <a:ext cx="4266296" cy="13234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653DD9-1C64-E8DE-CC81-4507848615F0}"/>
                </a:ext>
              </a:extLst>
            </p:cNvPr>
            <p:cNvSpPr txBox="1"/>
            <p:nvPr/>
          </p:nvSpPr>
          <p:spPr>
            <a:xfrm>
              <a:off x="2069298" y="1207751"/>
              <a:ext cx="125515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a set of</a:t>
              </a:r>
              <a:br>
                <a:rPr lang="en-US" sz="2800" dirty="0"/>
              </a:br>
              <a:r>
                <a:rPr lang="en-US" sz="2800" dirty="0"/>
                <a:t>states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52B4BA6-5F80-ECC5-E0CB-FF2DE48D0302}"/>
                </a:ext>
              </a:extLst>
            </p:cNvPr>
            <p:cNvSpPr txBox="1"/>
            <p:nvPr/>
          </p:nvSpPr>
          <p:spPr>
            <a:xfrm>
              <a:off x="4932937" y="1207751"/>
              <a:ext cx="29624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how many states</a:t>
              </a:r>
              <a:br>
                <a:rPr lang="en-US" sz="2800" dirty="0"/>
              </a:br>
              <a:r>
                <a:rPr lang="en-US" sz="2800" dirty="0"/>
                <a:t>are there in the set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F77038-A4FC-0E7A-375F-46A187693729}"/>
                  </a:ext>
                </a:extLst>
              </p:cNvPr>
              <p:cNvSpPr txBox="1"/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</a:rPr>
                  <a:t>2. Finite regions have finitely many states (i.e.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F77038-A4FC-0E7A-375F-46A187693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80" y="3151039"/>
                <a:ext cx="9743501" cy="584775"/>
              </a:xfrm>
              <a:prstGeom prst="rect">
                <a:avLst/>
              </a:prstGeom>
              <a:blipFill>
                <a:blip r:embed="rId7"/>
                <a:stretch>
                  <a:fillRect l="-1627" t="-12500" r="-6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DBC58A1F-23AE-61EE-E54F-57302C5CFAB7}"/>
              </a:ext>
            </a:extLst>
          </p:cNvPr>
          <p:cNvSpPr txBox="1"/>
          <p:nvPr/>
        </p:nvSpPr>
        <p:spPr>
          <a:xfrm>
            <a:off x="1199831" y="4898944"/>
            <a:ext cx="73137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On a continuum, a finite region</a:t>
            </a:r>
            <a:br>
              <a:rPr lang="en-US" sz="4400" dirty="0">
                <a:solidFill>
                  <a:srgbClr val="C00000"/>
                </a:solidFill>
              </a:rPr>
            </a:br>
            <a:r>
              <a:rPr lang="en-US" sz="4400" dirty="0">
                <a:solidFill>
                  <a:srgbClr val="C00000"/>
                </a:solidFill>
              </a:rPr>
              <a:t>has infinitely many states!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C67876-C8E2-92CE-0615-96BBA072384F}"/>
              </a:ext>
            </a:extLst>
          </p:cNvPr>
          <p:cNvSpPr txBox="1"/>
          <p:nvPr/>
        </p:nvSpPr>
        <p:spPr>
          <a:xfrm rot="20829951">
            <a:off x="734089" y="2676148"/>
            <a:ext cx="6125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Incompatible!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0E74D6-3A3A-B149-019A-4144C9327FD2}"/>
              </a:ext>
            </a:extLst>
          </p:cNvPr>
          <p:cNvSpPr txBox="1"/>
          <p:nvPr/>
        </p:nvSpPr>
        <p:spPr>
          <a:xfrm rot="20829951">
            <a:off x="5648821" y="2940428"/>
            <a:ext cx="41339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n w="19050">
                  <a:solidFill>
                    <a:schemeClr val="bg1"/>
                  </a:solidFill>
                </a:ln>
                <a:solidFill>
                  <a:schemeClr val="accent6">
                    <a:lumMod val="75000"/>
                  </a:schemeClr>
                </a:solidFill>
              </a:rPr>
              <a:t>Pick two!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EF99C2-ED3C-A9A8-24E6-E18C184D0592}"/>
              </a:ext>
            </a:extLst>
          </p:cNvPr>
          <p:cNvSpPr txBox="1"/>
          <p:nvPr/>
        </p:nvSpPr>
        <p:spPr>
          <a:xfrm rot="19399994">
            <a:off x="214085" y="1192482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CDEAAD-8B39-F6BB-E460-136191B9F053}"/>
              </a:ext>
            </a:extLst>
          </p:cNvPr>
          <p:cNvCxnSpPr/>
          <p:nvPr/>
        </p:nvCxnSpPr>
        <p:spPr>
          <a:xfrm>
            <a:off x="838200" y="1492250"/>
            <a:ext cx="349250" cy="10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7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45" grpId="0"/>
      <p:bldP spid="46" grpId="0"/>
      <p:bldP spid="47" grpId="0"/>
      <p:bldP spid="4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EC47D-FB16-CF40-850F-C541ABA1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1A75332-BEE2-AB5E-1746-F221794E79B3}"/>
              </a:ext>
            </a:extLst>
          </p:cNvPr>
          <p:cNvGrpSpPr/>
          <p:nvPr/>
        </p:nvGrpSpPr>
        <p:grpSpPr>
          <a:xfrm>
            <a:off x="9600895" y="607003"/>
            <a:ext cx="1970869" cy="1970871"/>
            <a:chOff x="5635690" y="3806890"/>
            <a:chExt cx="1110343" cy="1110344"/>
          </a:xfrm>
          <a:solidFill>
            <a:schemeClr val="bg1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BFA2B7-82AA-D957-3531-7994985C0AA5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52423E-3C56-D85E-D56F-31AB76558B10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583838EB-A9B5-8A6D-13F0-43E1FAEEB836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32A17812-56B0-6136-90C5-61B4CC31F091}"/>
              </a:ext>
            </a:extLst>
          </p:cNvPr>
          <p:cNvSpPr/>
          <p:nvPr/>
        </p:nvSpPr>
        <p:spPr>
          <a:xfrm rot="2574255">
            <a:off x="11110496" y="908436"/>
            <a:ext cx="11157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001A4D-A1C9-386B-4A67-E004AABEADCE}"/>
              </a:ext>
            </a:extLst>
          </p:cNvPr>
          <p:cNvSpPr/>
          <p:nvPr/>
        </p:nvSpPr>
        <p:spPr>
          <a:xfrm rot="2574255">
            <a:off x="9977730" y="2277900"/>
            <a:ext cx="11157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653E41-DB28-D22D-F8C4-79FC7EC14069}"/>
              </a:ext>
            </a:extLst>
          </p:cNvPr>
          <p:cNvSpPr/>
          <p:nvPr/>
        </p:nvSpPr>
        <p:spPr>
          <a:xfrm rot="4206954">
            <a:off x="11326982" y="1329298"/>
            <a:ext cx="111580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4D9C03-48D7-294C-6812-6D4DD8CD2441}"/>
                  </a:ext>
                </a:extLst>
              </p:cNvPr>
              <p:cNvSpPr txBox="1"/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4D9C03-48D7-294C-6812-6D4DD8CD2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005" y="342143"/>
                <a:ext cx="3714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BEFE0D-2828-DAC1-2CCE-D821F34AF64A}"/>
                  </a:ext>
                </a:extLst>
              </p:cNvPr>
              <p:cNvSpPr txBox="1"/>
              <p:nvPr/>
            </p:nvSpPr>
            <p:spPr>
              <a:xfrm>
                <a:off x="9695366" y="2282013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BEFE0D-2828-DAC1-2CCE-D821F34AF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66" y="2282013"/>
                <a:ext cx="3676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80F350-4422-2B85-ADC8-BF788DA73A04}"/>
                  </a:ext>
                </a:extLst>
              </p:cNvPr>
              <p:cNvSpPr txBox="1"/>
              <p:nvPr/>
            </p:nvSpPr>
            <p:spPr>
              <a:xfrm>
                <a:off x="11423244" y="1068191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80F350-4422-2B85-ADC8-BF788DA73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244" y="1068191"/>
                <a:ext cx="3506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4952-1AEC-3AC3-FDB6-5B2C8774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64</a:t>
            </a:fld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3878A32-8798-8AFB-3A86-EFC160230DC2}"/>
              </a:ext>
            </a:extLst>
          </p:cNvPr>
          <p:cNvSpPr/>
          <p:nvPr/>
        </p:nvSpPr>
        <p:spPr>
          <a:xfrm>
            <a:off x="9692625" y="757208"/>
            <a:ext cx="445220" cy="41430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64219"/>
              <a:gd name="connsiteY0" fmla="*/ 399028 h 444894"/>
              <a:gd name="connsiteX1" fmla="*/ 231458 w 364219"/>
              <a:gd name="connsiteY1" fmla="*/ 282551 h 444894"/>
              <a:gd name="connsiteX2" fmla="*/ 359229 w 364219"/>
              <a:gd name="connsiteY2" fmla="*/ 444137 h 444894"/>
              <a:gd name="connsiteX3" fmla="*/ 339634 w 364219"/>
              <a:gd name="connsiteY3" fmla="*/ 202474 h 444894"/>
              <a:gd name="connsiteX4" fmla="*/ 352697 w 364219"/>
              <a:gd name="connsiteY4" fmla="*/ 0 h 444894"/>
              <a:gd name="connsiteX5" fmla="*/ 0 w 364219"/>
              <a:gd name="connsiteY5" fmla="*/ 399028 h 444894"/>
              <a:gd name="connsiteX0" fmla="*/ 0 w 396701"/>
              <a:gd name="connsiteY0" fmla="*/ 399258 h 445124"/>
              <a:gd name="connsiteX1" fmla="*/ 231458 w 396701"/>
              <a:gd name="connsiteY1" fmla="*/ 282781 h 445124"/>
              <a:gd name="connsiteX2" fmla="*/ 359229 w 396701"/>
              <a:gd name="connsiteY2" fmla="*/ 444367 h 445124"/>
              <a:gd name="connsiteX3" fmla="*/ 339634 w 396701"/>
              <a:gd name="connsiteY3" fmla="*/ 202704 h 445124"/>
              <a:gd name="connsiteX4" fmla="*/ 352697 w 396701"/>
              <a:gd name="connsiteY4" fmla="*/ 230 h 445124"/>
              <a:gd name="connsiteX5" fmla="*/ 0 w 396701"/>
              <a:gd name="connsiteY5" fmla="*/ 399258 h 445124"/>
              <a:gd name="connsiteX0" fmla="*/ 0 w 440605"/>
              <a:gd name="connsiteY0" fmla="*/ 400992 h 450371"/>
              <a:gd name="connsiteX1" fmla="*/ 231458 w 440605"/>
              <a:gd name="connsiteY1" fmla="*/ 284515 h 450371"/>
              <a:gd name="connsiteX2" fmla="*/ 359229 w 440605"/>
              <a:gd name="connsiteY2" fmla="*/ 446101 h 450371"/>
              <a:gd name="connsiteX3" fmla="*/ 439647 w 440605"/>
              <a:gd name="connsiteY3" fmla="*/ 75850 h 450371"/>
              <a:gd name="connsiteX4" fmla="*/ 352697 w 440605"/>
              <a:gd name="connsiteY4" fmla="*/ 1964 h 450371"/>
              <a:gd name="connsiteX5" fmla="*/ 0 w 440605"/>
              <a:gd name="connsiteY5" fmla="*/ 400992 h 450371"/>
              <a:gd name="connsiteX0" fmla="*/ 0 w 440605"/>
              <a:gd name="connsiteY0" fmla="*/ 400992 h 400992"/>
              <a:gd name="connsiteX1" fmla="*/ 231458 w 440605"/>
              <a:gd name="connsiteY1" fmla="*/ 284515 h 400992"/>
              <a:gd name="connsiteX2" fmla="*/ 337798 w 440605"/>
              <a:gd name="connsiteY2" fmla="*/ 165113 h 400992"/>
              <a:gd name="connsiteX3" fmla="*/ 439647 w 440605"/>
              <a:gd name="connsiteY3" fmla="*/ 75850 h 400992"/>
              <a:gd name="connsiteX4" fmla="*/ 352697 w 440605"/>
              <a:gd name="connsiteY4" fmla="*/ 1964 h 400992"/>
              <a:gd name="connsiteX5" fmla="*/ 0 w 440605"/>
              <a:gd name="connsiteY5" fmla="*/ 400992 h 400992"/>
              <a:gd name="connsiteX0" fmla="*/ 17 w 440622"/>
              <a:gd name="connsiteY0" fmla="*/ 400992 h 403421"/>
              <a:gd name="connsiteX1" fmla="*/ 337815 w 440622"/>
              <a:gd name="connsiteY1" fmla="*/ 165113 h 403421"/>
              <a:gd name="connsiteX2" fmla="*/ 439664 w 440622"/>
              <a:gd name="connsiteY2" fmla="*/ 75850 h 403421"/>
              <a:gd name="connsiteX3" fmla="*/ 352714 w 440622"/>
              <a:gd name="connsiteY3" fmla="*/ 1964 h 403421"/>
              <a:gd name="connsiteX4" fmla="*/ 17 w 440622"/>
              <a:gd name="connsiteY4" fmla="*/ 400992 h 403421"/>
              <a:gd name="connsiteX0" fmla="*/ 17 w 389023"/>
              <a:gd name="connsiteY0" fmla="*/ 406034 h 408463"/>
              <a:gd name="connsiteX1" fmla="*/ 337815 w 389023"/>
              <a:gd name="connsiteY1" fmla="*/ 170155 h 408463"/>
              <a:gd name="connsiteX2" fmla="*/ 352714 w 389023"/>
              <a:gd name="connsiteY2" fmla="*/ 7006 h 408463"/>
              <a:gd name="connsiteX3" fmla="*/ 17 w 389023"/>
              <a:gd name="connsiteY3" fmla="*/ 406034 h 408463"/>
              <a:gd name="connsiteX0" fmla="*/ 14 w 445220"/>
              <a:gd name="connsiteY0" fmla="*/ 412528 h 414309"/>
              <a:gd name="connsiteX1" fmla="*/ 423537 w 445220"/>
              <a:gd name="connsiteY1" fmla="*/ 93305 h 414309"/>
              <a:gd name="connsiteX2" fmla="*/ 352711 w 445220"/>
              <a:gd name="connsiteY2" fmla="*/ 13500 h 414309"/>
              <a:gd name="connsiteX3" fmla="*/ 14 w 445220"/>
              <a:gd name="connsiteY3" fmla="*/ 412528 h 414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220" h="414309">
                <a:moveTo>
                  <a:pt x="14" y="412528"/>
                </a:moveTo>
                <a:cubicBezTo>
                  <a:pt x="-2469" y="439719"/>
                  <a:pt x="350263" y="147495"/>
                  <a:pt x="423537" y="93305"/>
                </a:cubicBezTo>
                <a:cubicBezTo>
                  <a:pt x="482320" y="26800"/>
                  <a:pt x="409011" y="-25813"/>
                  <a:pt x="352711" y="13500"/>
                </a:cubicBezTo>
                <a:cubicBezTo>
                  <a:pt x="248480" y="55784"/>
                  <a:pt x="44033" y="295983"/>
                  <a:pt x="14" y="4125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29C04DD-66D4-A11F-6793-280D896D4D46}"/>
              </a:ext>
            </a:extLst>
          </p:cNvPr>
          <p:cNvSpPr/>
          <p:nvPr/>
        </p:nvSpPr>
        <p:spPr>
          <a:xfrm>
            <a:off x="9692640" y="770708"/>
            <a:ext cx="370962" cy="538169"/>
          </a:xfrm>
          <a:custGeom>
            <a:avLst/>
            <a:gdLst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24191 w 401228"/>
              <a:gd name="connsiteY0" fmla="*/ 395720 h 546933"/>
              <a:gd name="connsiteX1" fmla="*/ 69911 w 401228"/>
              <a:gd name="connsiteY1" fmla="*/ 545943 h 546933"/>
              <a:gd name="connsiteX2" fmla="*/ 383420 w 401228"/>
              <a:gd name="connsiteY2" fmla="*/ 447972 h 546933"/>
              <a:gd name="connsiteX3" fmla="*/ 363825 w 401228"/>
              <a:gd name="connsiteY3" fmla="*/ 206309 h 546933"/>
              <a:gd name="connsiteX4" fmla="*/ 376888 w 401228"/>
              <a:gd name="connsiteY4" fmla="*/ 3835 h 546933"/>
              <a:gd name="connsiteX5" fmla="*/ 24191 w 401228"/>
              <a:gd name="connsiteY5" fmla="*/ 395720 h 546933"/>
              <a:gd name="connsiteX0" fmla="*/ 0 w 377037"/>
              <a:gd name="connsiteY0" fmla="*/ 395720 h 546933"/>
              <a:gd name="connsiteX1" fmla="*/ 45720 w 377037"/>
              <a:gd name="connsiteY1" fmla="*/ 545943 h 546933"/>
              <a:gd name="connsiteX2" fmla="*/ 359229 w 377037"/>
              <a:gd name="connsiteY2" fmla="*/ 447972 h 546933"/>
              <a:gd name="connsiteX3" fmla="*/ 339634 w 377037"/>
              <a:gd name="connsiteY3" fmla="*/ 206309 h 546933"/>
              <a:gd name="connsiteX4" fmla="*/ 352697 w 377037"/>
              <a:gd name="connsiteY4" fmla="*/ 3835 h 546933"/>
              <a:gd name="connsiteX5" fmla="*/ 0 w 377037"/>
              <a:gd name="connsiteY5" fmla="*/ 395720 h 546933"/>
              <a:gd name="connsiteX0" fmla="*/ 0 w 374195"/>
              <a:gd name="connsiteY0" fmla="*/ 395720 h 542241"/>
              <a:gd name="connsiteX1" fmla="*/ 131445 w 374195"/>
              <a:gd name="connsiteY1" fmla="*/ 541180 h 542241"/>
              <a:gd name="connsiteX2" fmla="*/ 359229 w 374195"/>
              <a:gd name="connsiteY2" fmla="*/ 447972 h 542241"/>
              <a:gd name="connsiteX3" fmla="*/ 339634 w 374195"/>
              <a:gd name="connsiteY3" fmla="*/ 206309 h 542241"/>
              <a:gd name="connsiteX4" fmla="*/ 352697 w 374195"/>
              <a:gd name="connsiteY4" fmla="*/ 3835 h 542241"/>
              <a:gd name="connsiteX5" fmla="*/ 0 w 374195"/>
              <a:gd name="connsiteY5" fmla="*/ 395720 h 542241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4671"/>
              <a:gd name="connsiteY0" fmla="*/ 403364 h 542505"/>
              <a:gd name="connsiteX1" fmla="*/ 131445 w 374671"/>
              <a:gd name="connsiteY1" fmla="*/ 541681 h 542505"/>
              <a:gd name="connsiteX2" fmla="*/ 359229 w 374671"/>
              <a:gd name="connsiteY2" fmla="*/ 448473 h 542505"/>
              <a:gd name="connsiteX3" fmla="*/ 339634 w 374671"/>
              <a:gd name="connsiteY3" fmla="*/ 206810 h 542505"/>
              <a:gd name="connsiteX4" fmla="*/ 352697 w 374671"/>
              <a:gd name="connsiteY4" fmla="*/ 4336 h 542505"/>
              <a:gd name="connsiteX5" fmla="*/ 0 w 374671"/>
              <a:gd name="connsiteY5" fmla="*/ 403364 h 542505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  <a:gd name="connsiteX0" fmla="*/ 0 w 370962"/>
              <a:gd name="connsiteY0" fmla="*/ 399028 h 538169"/>
              <a:gd name="connsiteX1" fmla="*/ 131445 w 370962"/>
              <a:gd name="connsiteY1" fmla="*/ 537345 h 538169"/>
              <a:gd name="connsiteX2" fmla="*/ 359229 w 370962"/>
              <a:gd name="connsiteY2" fmla="*/ 444137 h 538169"/>
              <a:gd name="connsiteX3" fmla="*/ 339634 w 370962"/>
              <a:gd name="connsiteY3" fmla="*/ 202474 h 538169"/>
              <a:gd name="connsiteX4" fmla="*/ 352697 w 370962"/>
              <a:gd name="connsiteY4" fmla="*/ 0 h 538169"/>
              <a:gd name="connsiteX5" fmla="*/ 0 w 370962"/>
              <a:gd name="connsiteY5" fmla="*/ 399028 h 538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962" h="538169">
                <a:moveTo>
                  <a:pt x="0" y="399028"/>
                </a:moveTo>
                <a:cubicBezTo>
                  <a:pt x="36943" y="510810"/>
                  <a:pt x="71574" y="529827"/>
                  <a:pt x="131445" y="537345"/>
                </a:cubicBezTo>
                <a:cubicBezTo>
                  <a:pt x="191317" y="544863"/>
                  <a:pt x="324531" y="499949"/>
                  <a:pt x="359229" y="444137"/>
                </a:cubicBezTo>
                <a:cubicBezTo>
                  <a:pt x="393927" y="388325"/>
                  <a:pt x="340723" y="276497"/>
                  <a:pt x="339634" y="202474"/>
                </a:cubicBezTo>
                <a:cubicBezTo>
                  <a:pt x="338545" y="128451"/>
                  <a:pt x="309290" y="105353"/>
                  <a:pt x="352697" y="0"/>
                </a:cubicBezTo>
                <a:cubicBezTo>
                  <a:pt x="248466" y="42284"/>
                  <a:pt x="44019" y="282483"/>
                  <a:pt x="0" y="39902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E985B9-3356-867D-1D00-178052F3DE31}"/>
                  </a:ext>
                </a:extLst>
              </p:cNvPr>
              <p:cNvSpPr txBox="1"/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E985B9-3356-867D-1D00-178052F3D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523" y="572540"/>
                <a:ext cx="4007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7C3154-242C-C11A-8A84-499F6201CCD7}"/>
              </a:ext>
            </a:extLst>
          </p:cNvPr>
          <p:cNvSpPr txBox="1"/>
          <p:nvPr/>
        </p:nvSpPr>
        <p:spPr>
          <a:xfrm>
            <a:off x="400780" y="283837"/>
            <a:ext cx="757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does the quantum measure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F6B1DB-750E-EA91-A097-F111A5AADFC3}"/>
                  </a:ext>
                </a:extLst>
              </p:cNvPr>
              <p:cNvSpPr txBox="1"/>
              <p:nvPr/>
            </p:nvSpPr>
            <p:spPr>
              <a:xfrm>
                <a:off x="177511" y="1281125"/>
                <a:ext cx="744229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F6B1DB-750E-EA91-A097-F111A5AAD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1" y="1281125"/>
                <a:ext cx="7442294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AE19B-4966-61D8-6441-75D1A59610E0}"/>
                  </a:ext>
                </a:extLst>
              </p:cNvPr>
              <p:cNvSpPr txBox="1"/>
              <p:nvPr/>
            </p:nvSpPr>
            <p:spPr>
              <a:xfrm>
                <a:off x="177510" y="2199967"/>
                <a:ext cx="795653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AE19B-4966-61D8-6441-75D1A5961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0" y="2199967"/>
                <a:ext cx="7956537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D966B09-F1B6-B74B-1FA4-483913CD5A9E}"/>
              </a:ext>
            </a:extLst>
          </p:cNvPr>
          <p:cNvSpPr txBox="1"/>
          <p:nvPr/>
        </p:nvSpPr>
        <p:spPr>
          <a:xfrm>
            <a:off x="775690" y="2969408"/>
            <a:ext cx="6822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Additive when states are distinguishable (i.e. mutually exclusive)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D6D213-7A51-11E4-C1D6-01C502F546D8}"/>
                  </a:ext>
                </a:extLst>
              </p:cNvPr>
              <p:cNvSpPr txBox="1"/>
              <p:nvPr/>
            </p:nvSpPr>
            <p:spPr>
              <a:xfrm>
                <a:off x="177510" y="3635453"/>
                <a:ext cx="787940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&lt;2=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D6D213-7A51-11E4-C1D6-01C502F54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0" y="3635453"/>
                <a:ext cx="7879401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9BB82D5-13D9-6CE0-2A3F-FDB78E55AAAA}"/>
              </a:ext>
            </a:extLst>
          </p:cNvPr>
          <p:cNvSpPr txBox="1"/>
          <p:nvPr/>
        </p:nvSpPr>
        <p:spPr>
          <a:xfrm>
            <a:off x="774085" y="4404894"/>
            <a:ext cx="7674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Sub-additive when states are not distinguishable (i.e. mutually exclusive)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AB6B44-E9E0-7F4C-FE25-70551322BB63}"/>
              </a:ext>
            </a:extLst>
          </p:cNvPr>
          <p:cNvSpPr txBox="1"/>
          <p:nvPr/>
        </p:nvSpPr>
        <p:spPr>
          <a:xfrm>
            <a:off x="177510" y="5124186"/>
            <a:ext cx="56980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Non-additivity coincides</a:t>
            </a:r>
            <a:br>
              <a:rPr lang="en-US" sz="4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with non-distinguishability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4279BA-F522-D352-496D-32274E1BF2F1}"/>
              </a:ext>
            </a:extLst>
          </p:cNvPr>
          <p:cNvSpPr txBox="1"/>
          <p:nvPr/>
        </p:nvSpPr>
        <p:spPr>
          <a:xfrm>
            <a:off x="6029305" y="5278073"/>
            <a:ext cx="31809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The measure counts</a:t>
            </a:r>
            <a:br>
              <a:rPr lang="en-US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distinguishable (i.e. mutually</a:t>
            </a:r>
            <a:br>
              <a:rPr lang="en-US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exclusive) states</a:t>
            </a:r>
          </a:p>
        </p:txBody>
      </p:sp>
    </p:spTree>
    <p:extLst>
      <p:ext uri="{BB962C8B-B14F-4D97-AF65-F5344CB8AC3E}">
        <p14:creationId xmlns:p14="http://schemas.microsoft.com/office/powerpoint/2010/main" val="1285122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E6043-1740-D2F8-BD49-AC2F277D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DE3EC6B-E72E-F3E9-647F-0736C8D54CE3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2336612" y="3429000"/>
            <a:chExt cx="3253723" cy="2286285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C579DDBB-F8C4-1901-85AD-6AD6F6CE0C0A}"/>
                </a:ext>
              </a:extLst>
            </p:cNvPr>
            <p:cNvSpPr/>
            <p:nvPr/>
          </p:nvSpPr>
          <p:spPr>
            <a:xfrm>
              <a:off x="2342962" y="3429000"/>
              <a:ext cx="3247373" cy="2286284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E62E59A3-9803-4FB6-0054-A11C2234285E}"/>
                </a:ext>
              </a:extLst>
            </p:cNvPr>
            <p:cNvSpPr/>
            <p:nvPr/>
          </p:nvSpPr>
          <p:spPr>
            <a:xfrm>
              <a:off x="2336612" y="4173798"/>
              <a:ext cx="3054177" cy="1541487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A9B0FD35-D97A-D714-4DC9-EC84CE5DA489}"/>
                </a:ext>
              </a:extLst>
            </p:cNvPr>
            <p:cNvSpPr/>
            <p:nvPr/>
          </p:nvSpPr>
          <p:spPr>
            <a:xfrm>
              <a:off x="3206748" y="3835744"/>
              <a:ext cx="1174752" cy="1108797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F362614F-CFC2-0F43-0BAC-B2D4618F442E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D4585234-4682-B6A8-71B2-1B55CC136AC2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1403239A-2247-6C4C-D94B-DA7A59019BA2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0BFE253-88CE-EE1E-8EE3-54E956BC773D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0BFE253-88CE-EE1E-8EE3-54E956BC7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841363E-A438-64CF-C65C-24A7FFA69155}"/>
              </a:ext>
            </a:extLst>
          </p:cNvPr>
          <p:cNvGrpSpPr/>
          <p:nvPr/>
        </p:nvGrpSpPr>
        <p:grpSpPr>
          <a:xfrm>
            <a:off x="-1240273" y="7364669"/>
            <a:ext cx="13102977" cy="1243880"/>
            <a:chOff x="-1259242" y="7025372"/>
            <a:chExt cx="13102977" cy="12438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97AA47-78FD-95DB-B188-5FBF5424184C}"/>
                </a:ext>
              </a:extLst>
            </p:cNvPr>
            <p:cNvSpPr/>
            <p:nvPr/>
          </p:nvSpPr>
          <p:spPr>
            <a:xfrm>
              <a:off x="-1259242" y="7025372"/>
              <a:ext cx="13102977" cy="1243880"/>
            </a:xfrm>
            <a:prstGeom prst="rect">
              <a:avLst/>
            </a:prstGeom>
            <a:solidFill>
              <a:srgbClr val="000000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: Rounded Corners 394">
              <a:extLst>
                <a:ext uri="{FF2B5EF4-FFF2-40B4-BE49-F238E27FC236}">
                  <a16:creationId xmlns:a16="http://schemas.microsoft.com/office/drawing/2014/main" id="{BDDE20EE-614E-6E78-199F-99CFD5DE9EF2}"/>
                </a:ext>
              </a:extLst>
            </p:cNvPr>
            <p:cNvSpPr/>
            <p:nvPr/>
          </p:nvSpPr>
          <p:spPr>
            <a:xfrm>
              <a:off x="-994468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: Rounded Corners 405">
              <a:extLst>
                <a:ext uri="{FF2B5EF4-FFF2-40B4-BE49-F238E27FC236}">
                  <a16:creationId xmlns:a16="http://schemas.microsoft.com/office/drawing/2014/main" id="{86A48533-75E4-C8D8-B12C-DD41A54449A2}"/>
                </a:ext>
              </a:extLst>
            </p:cNvPr>
            <p:cNvSpPr/>
            <p:nvPr/>
          </p:nvSpPr>
          <p:spPr>
            <a:xfrm>
              <a:off x="-91435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: Rounded Corners 406">
              <a:extLst>
                <a:ext uri="{FF2B5EF4-FFF2-40B4-BE49-F238E27FC236}">
                  <a16:creationId xmlns:a16="http://schemas.microsoft.com/office/drawing/2014/main" id="{8EF19AE2-054F-7415-9AD2-D6EDD4FED290}"/>
                </a:ext>
              </a:extLst>
            </p:cNvPr>
            <p:cNvSpPr/>
            <p:nvPr/>
          </p:nvSpPr>
          <p:spPr>
            <a:xfrm>
              <a:off x="-75506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: Rounded Corners 407">
              <a:extLst>
                <a:ext uri="{FF2B5EF4-FFF2-40B4-BE49-F238E27FC236}">
                  <a16:creationId xmlns:a16="http://schemas.microsoft.com/office/drawing/2014/main" id="{CF859316-EA81-B979-2492-2D17CE330A3C}"/>
                </a:ext>
              </a:extLst>
            </p:cNvPr>
            <p:cNvSpPr/>
            <p:nvPr/>
          </p:nvSpPr>
          <p:spPr>
            <a:xfrm>
              <a:off x="-59577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: Rounded Corners 408">
              <a:extLst>
                <a:ext uri="{FF2B5EF4-FFF2-40B4-BE49-F238E27FC236}">
                  <a16:creationId xmlns:a16="http://schemas.microsoft.com/office/drawing/2014/main" id="{3CA0999F-9A35-284A-028E-F2F29B1AA18B}"/>
                </a:ext>
              </a:extLst>
            </p:cNvPr>
            <p:cNvSpPr/>
            <p:nvPr/>
          </p:nvSpPr>
          <p:spPr>
            <a:xfrm>
              <a:off x="-43648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: Rounded Corners 409">
              <a:extLst>
                <a:ext uri="{FF2B5EF4-FFF2-40B4-BE49-F238E27FC236}">
                  <a16:creationId xmlns:a16="http://schemas.microsoft.com/office/drawing/2014/main" id="{F124F62D-B7D9-B7CF-E1C9-5D3F7FCB4AB1}"/>
                </a:ext>
              </a:extLst>
            </p:cNvPr>
            <p:cNvSpPr/>
            <p:nvPr/>
          </p:nvSpPr>
          <p:spPr>
            <a:xfrm>
              <a:off x="-27719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: Rounded Corners 410">
              <a:extLst>
                <a:ext uri="{FF2B5EF4-FFF2-40B4-BE49-F238E27FC236}">
                  <a16:creationId xmlns:a16="http://schemas.microsoft.com/office/drawing/2014/main" id="{8A19837D-FC5D-65B1-4348-FF341FF503A7}"/>
                </a:ext>
              </a:extLst>
            </p:cNvPr>
            <p:cNvSpPr/>
            <p:nvPr/>
          </p:nvSpPr>
          <p:spPr>
            <a:xfrm>
              <a:off x="-11789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: Rounded Corners 411">
              <a:extLst>
                <a:ext uri="{FF2B5EF4-FFF2-40B4-BE49-F238E27FC236}">
                  <a16:creationId xmlns:a16="http://schemas.microsoft.com/office/drawing/2014/main" id="{B84BC185-7BE0-B679-9F8C-2687CB203CCB}"/>
                </a:ext>
              </a:extLst>
            </p:cNvPr>
            <p:cNvSpPr/>
            <p:nvPr/>
          </p:nvSpPr>
          <p:spPr>
            <a:xfrm>
              <a:off x="4139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: Rounded Corners 412">
              <a:extLst>
                <a:ext uri="{FF2B5EF4-FFF2-40B4-BE49-F238E27FC236}">
                  <a16:creationId xmlns:a16="http://schemas.microsoft.com/office/drawing/2014/main" id="{361EE333-71AE-18F1-BD63-7060BAAA977C}"/>
                </a:ext>
              </a:extLst>
            </p:cNvPr>
            <p:cNvSpPr/>
            <p:nvPr/>
          </p:nvSpPr>
          <p:spPr>
            <a:xfrm>
              <a:off x="-107365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: Rounded Corners 397">
              <a:extLst>
                <a:ext uri="{FF2B5EF4-FFF2-40B4-BE49-F238E27FC236}">
                  <a16:creationId xmlns:a16="http://schemas.microsoft.com/office/drawing/2014/main" id="{2D736C81-1959-82BB-A056-42220BDE0027}"/>
                </a:ext>
              </a:extLst>
            </p:cNvPr>
            <p:cNvSpPr/>
            <p:nvPr/>
          </p:nvSpPr>
          <p:spPr>
            <a:xfrm>
              <a:off x="-9143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: Rounded Corners 398">
              <a:extLst>
                <a:ext uri="{FF2B5EF4-FFF2-40B4-BE49-F238E27FC236}">
                  <a16:creationId xmlns:a16="http://schemas.microsoft.com/office/drawing/2014/main" id="{433BBF5F-C5C2-839A-2A9A-6F385EC6838C}"/>
                </a:ext>
              </a:extLst>
            </p:cNvPr>
            <p:cNvSpPr/>
            <p:nvPr/>
          </p:nvSpPr>
          <p:spPr>
            <a:xfrm>
              <a:off x="-7550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: Rounded Corners 399">
              <a:extLst>
                <a:ext uri="{FF2B5EF4-FFF2-40B4-BE49-F238E27FC236}">
                  <a16:creationId xmlns:a16="http://schemas.microsoft.com/office/drawing/2014/main" id="{E069DBE5-6699-400B-D641-66BB72D8530C}"/>
                </a:ext>
              </a:extLst>
            </p:cNvPr>
            <p:cNvSpPr/>
            <p:nvPr/>
          </p:nvSpPr>
          <p:spPr>
            <a:xfrm>
              <a:off x="-5957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: Rounded Corners 400">
              <a:extLst>
                <a:ext uri="{FF2B5EF4-FFF2-40B4-BE49-F238E27FC236}">
                  <a16:creationId xmlns:a16="http://schemas.microsoft.com/office/drawing/2014/main" id="{193686D5-1D9F-B609-F88C-7D95343D14CD}"/>
                </a:ext>
              </a:extLst>
            </p:cNvPr>
            <p:cNvSpPr/>
            <p:nvPr/>
          </p:nvSpPr>
          <p:spPr>
            <a:xfrm>
              <a:off x="-4364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: Rounded Corners 401">
              <a:extLst>
                <a:ext uri="{FF2B5EF4-FFF2-40B4-BE49-F238E27FC236}">
                  <a16:creationId xmlns:a16="http://schemas.microsoft.com/office/drawing/2014/main" id="{B29EED46-0EA3-742E-3A39-C89930773B18}"/>
                </a:ext>
              </a:extLst>
            </p:cNvPr>
            <p:cNvSpPr/>
            <p:nvPr/>
          </p:nvSpPr>
          <p:spPr>
            <a:xfrm>
              <a:off x="-2771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: Rounded Corners 402">
              <a:extLst>
                <a:ext uri="{FF2B5EF4-FFF2-40B4-BE49-F238E27FC236}">
                  <a16:creationId xmlns:a16="http://schemas.microsoft.com/office/drawing/2014/main" id="{A1C532D3-A9CC-A508-52A8-AD33BC7CFEA7}"/>
                </a:ext>
              </a:extLst>
            </p:cNvPr>
            <p:cNvSpPr/>
            <p:nvPr/>
          </p:nvSpPr>
          <p:spPr>
            <a:xfrm>
              <a:off x="-1178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: Rounded Corners 403">
              <a:extLst>
                <a:ext uri="{FF2B5EF4-FFF2-40B4-BE49-F238E27FC236}">
                  <a16:creationId xmlns:a16="http://schemas.microsoft.com/office/drawing/2014/main" id="{50E37982-E8DA-CBFB-9A99-E7BEBE87D54C}"/>
                </a:ext>
              </a:extLst>
            </p:cNvPr>
            <p:cNvSpPr/>
            <p:nvPr/>
          </p:nvSpPr>
          <p:spPr>
            <a:xfrm>
              <a:off x="4139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: Rounded Corners 404">
              <a:extLst>
                <a:ext uri="{FF2B5EF4-FFF2-40B4-BE49-F238E27FC236}">
                  <a16:creationId xmlns:a16="http://schemas.microsoft.com/office/drawing/2014/main" id="{94F1833D-9BF2-0E96-35CE-8AF137A3C4AC}"/>
                </a:ext>
              </a:extLst>
            </p:cNvPr>
            <p:cNvSpPr/>
            <p:nvPr/>
          </p:nvSpPr>
          <p:spPr>
            <a:xfrm>
              <a:off x="-10736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AC3AFD6B-80F2-B304-D380-622C62647A3A}"/>
                </a:ext>
              </a:extLst>
            </p:cNvPr>
            <p:cNvSpPr/>
            <p:nvPr/>
          </p:nvSpPr>
          <p:spPr>
            <a:xfrm>
              <a:off x="28411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2D9067EC-03BE-38AA-5A17-D7236D4BE17A}"/>
                </a:ext>
              </a:extLst>
            </p:cNvPr>
            <p:cNvSpPr/>
            <p:nvPr/>
          </p:nvSpPr>
          <p:spPr>
            <a:xfrm>
              <a:off x="3642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: Rounded Corners 387">
              <a:extLst>
                <a:ext uri="{FF2B5EF4-FFF2-40B4-BE49-F238E27FC236}">
                  <a16:creationId xmlns:a16="http://schemas.microsoft.com/office/drawing/2014/main" id="{B38D73F8-258E-EB35-C5DF-7FABD335E97E}"/>
                </a:ext>
              </a:extLst>
            </p:cNvPr>
            <p:cNvSpPr/>
            <p:nvPr/>
          </p:nvSpPr>
          <p:spPr>
            <a:xfrm>
              <a:off x="5235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: Rounded Corners 388">
              <a:extLst>
                <a:ext uri="{FF2B5EF4-FFF2-40B4-BE49-F238E27FC236}">
                  <a16:creationId xmlns:a16="http://schemas.microsoft.com/office/drawing/2014/main" id="{04D9797D-B0E1-F7D2-19EA-32BC186F7368}"/>
                </a:ext>
              </a:extLst>
            </p:cNvPr>
            <p:cNvSpPr/>
            <p:nvPr/>
          </p:nvSpPr>
          <p:spPr>
            <a:xfrm>
              <a:off x="68280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: Rounded Corners 389">
              <a:extLst>
                <a:ext uri="{FF2B5EF4-FFF2-40B4-BE49-F238E27FC236}">
                  <a16:creationId xmlns:a16="http://schemas.microsoft.com/office/drawing/2014/main" id="{9DE96A74-6D8B-CA18-4EC9-4C444042DBEE}"/>
                </a:ext>
              </a:extLst>
            </p:cNvPr>
            <p:cNvSpPr/>
            <p:nvPr/>
          </p:nvSpPr>
          <p:spPr>
            <a:xfrm>
              <a:off x="84209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: Rounded Corners 390">
              <a:extLst>
                <a:ext uri="{FF2B5EF4-FFF2-40B4-BE49-F238E27FC236}">
                  <a16:creationId xmlns:a16="http://schemas.microsoft.com/office/drawing/2014/main" id="{4E9DA482-BFFF-E171-AA70-A0BA6D9D1E5F}"/>
                </a:ext>
              </a:extLst>
            </p:cNvPr>
            <p:cNvSpPr/>
            <p:nvPr/>
          </p:nvSpPr>
          <p:spPr>
            <a:xfrm>
              <a:off x="10013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: Rounded Corners 391">
              <a:extLst>
                <a:ext uri="{FF2B5EF4-FFF2-40B4-BE49-F238E27FC236}">
                  <a16:creationId xmlns:a16="http://schemas.microsoft.com/office/drawing/2014/main" id="{C11748D9-8F98-1D55-72DF-1684CB022A10}"/>
                </a:ext>
              </a:extLst>
            </p:cNvPr>
            <p:cNvSpPr/>
            <p:nvPr/>
          </p:nvSpPr>
          <p:spPr>
            <a:xfrm>
              <a:off x="116068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: Rounded Corners 392">
              <a:extLst>
                <a:ext uri="{FF2B5EF4-FFF2-40B4-BE49-F238E27FC236}">
                  <a16:creationId xmlns:a16="http://schemas.microsoft.com/office/drawing/2014/main" id="{EBDA0714-705F-07E7-C67F-68AEB9C0841A}"/>
                </a:ext>
              </a:extLst>
            </p:cNvPr>
            <p:cNvSpPr/>
            <p:nvPr/>
          </p:nvSpPr>
          <p:spPr>
            <a:xfrm>
              <a:off x="131997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: Rounded Corners 393">
              <a:extLst>
                <a:ext uri="{FF2B5EF4-FFF2-40B4-BE49-F238E27FC236}">
                  <a16:creationId xmlns:a16="http://schemas.microsoft.com/office/drawing/2014/main" id="{6704355F-2E53-BD3F-9973-ADD5E2D0CEBA}"/>
                </a:ext>
              </a:extLst>
            </p:cNvPr>
            <p:cNvSpPr/>
            <p:nvPr/>
          </p:nvSpPr>
          <p:spPr>
            <a:xfrm>
              <a:off x="20492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: Rounded Corners 378">
              <a:extLst>
                <a:ext uri="{FF2B5EF4-FFF2-40B4-BE49-F238E27FC236}">
                  <a16:creationId xmlns:a16="http://schemas.microsoft.com/office/drawing/2014/main" id="{EBD1EEDA-9649-8204-8449-96F585DD754F}"/>
                </a:ext>
              </a:extLst>
            </p:cNvPr>
            <p:cNvSpPr/>
            <p:nvPr/>
          </p:nvSpPr>
          <p:spPr>
            <a:xfrm>
              <a:off x="3642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39F386A8-E6FF-4A52-3B5C-A5DBED0D7CB7}"/>
                </a:ext>
              </a:extLst>
            </p:cNvPr>
            <p:cNvSpPr/>
            <p:nvPr/>
          </p:nvSpPr>
          <p:spPr>
            <a:xfrm>
              <a:off x="5235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2A9239D1-D2C1-A86C-0B8F-07A898222682}"/>
                </a:ext>
              </a:extLst>
            </p:cNvPr>
            <p:cNvSpPr/>
            <p:nvPr/>
          </p:nvSpPr>
          <p:spPr>
            <a:xfrm>
              <a:off x="68280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: Rounded Corners 381">
              <a:extLst>
                <a:ext uri="{FF2B5EF4-FFF2-40B4-BE49-F238E27FC236}">
                  <a16:creationId xmlns:a16="http://schemas.microsoft.com/office/drawing/2014/main" id="{98D557C5-9B5A-4AE6-F1D5-635169D92339}"/>
                </a:ext>
              </a:extLst>
            </p:cNvPr>
            <p:cNvSpPr/>
            <p:nvPr/>
          </p:nvSpPr>
          <p:spPr>
            <a:xfrm>
              <a:off x="84209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: Rounded Corners 382">
              <a:extLst>
                <a:ext uri="{FF2B5EF4-FFF2-40B4-BE49-F238E27FC236}">
                  <a16:creationId xmlns:a16="http://schemas.microsoft.com/office/drawing/2014/main" id="{7D30E83A-8962-1868-C553-FF96CDEAC484}"/>
                </a:ext>
              </a:extLst>
            </p:cNvPr>
            <p:cNvSpPr/>
            <p:nvPr/>
          </p:nvSpPr>
          <p:spPr>
            <a:xfrm>
              <a:off x="10013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: Rounded Corners 383">
              <a:extLst>
                <a:ext uri="{FF2B5EF4-FFF2-40B4-BE49-F238E27FC236}">
                  <a16:creationId xmlns:a16="http://schemas.microsoft.com/office/drawing/2014/main" id="{0D0CF6D2-A752-7F22-7AB6-0EC271D8AEC3}"/>
                </a:ext>
              </a:extLst>
            </p:cNvPr>
            <p:cNvSpPr/>
            <p:nvPr/>
          </p:nvSpPr>
          <p:spPr>
            <a:xfrm>
              <a:off x="116068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: Rounded Corners 384">
              <a:extLst>
                <a:ext uri="{FF2B5EF4-FFF2-40B4-BE49-F238E27FC236}">
                  <a16:creationId xmlns:a16="http://schemas.microsoft.com/office/drawing/2014/main" id="{829AFE60-BC7E-2033-E97D-B98305BDFF6D}"/>
                </a:ext>
              </a:extLst>
            </p:cNvPr>
            <p:cNvSpPr/>
            <p:nvPr/>
          </p:nvSpPr>
          <p:spPr>
            <a:xfrm>
              <a:off x="131997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: Rounded Corners 385">
              <a:extLst>
                <a:ext uri="{FF2B5EF4-FFF2-40B4-BE49-F238E27FC236}">
                  <a16:creationId xmlns:a16="http://schemas.microsoft.com/office/drawing/2014/main" id="{D5C6E915-C824-20A9-E56A-1166655BBAB0}"/>
                </a:ext>
              </a:extLst>
            </p:cNvPr>
            <p:cNvSpPr/>
            <p:nvPr/>
          </p:nvSpPr>
          <p:spPr>
            <a:xfrm>
              <a:off x="20493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: Rounded Corners 356">
              <a:extLst>
                <a:ext uri="{FF2B5EF4-FFF2-40B4-BE49-F238E27FC236}">
                  <a16:creationId xmlns:a16="http://schemas.microsoft.com/office/drawing/2014/main" id="{CC96D546-8F90-6558-185D-FFCA0133FF53}"/>
                </a:ext>
              </a:extLst>
            </p:cNvPr>
            <p:cNvSpPr/>
            <p:nvPr/>
          </p:nvSpPr>
          <p:spPr>
            <a:xfrm>
              <a:off x="156269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: Rounded Corners 367">
              <a:extLst>
                <a:ext uri="{FF2B5EF4-FFF2-40B4-BE49-F238E27FC236}">
                  <a16:creationId xmlns:a16="http://schemas.microsoft.com/office/drawing/2014/main" id="{3129A7CB-BA00-48A7-BCC8-33C246DEB095}"/>
                </a:ext>
              </a:extLst>
            </p:cNvPr>
            <p:cNvSpPr/>
            <p:nvPr/>
          </p:nvSpPr>
          <p:spPr>
            <a:xfrm>
              <a:off x="16428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: Rounded Corners 368">
              <a:extLst>
                <a:ext uri="{FF2B5EF4-FFF2-40B4-BE49-F238E27FC236}">
                  <a16:creationId xmlns:a16="http://schemas.microsoft.com/office/drawing/2014/main" id="{7BFBF2CC-7EF7-5798-03A9-5C88FD0D3C49}"/>
                </a:ext>
              </a:extLst>
            </p:cNvPr>
            <p:cNvSpPr/>
            <p:nvPr/>
          </p:nvSpPr>
          <p:spPr>
            <a:xfrm>
              <a:off x="18020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: Rounded Corners 369">
              <a:extLst>
                <a:ext uri="{FF2B5EF4-FFF2-40B4-BE49-F238E27FC236}">
                  <a16:creationId xmlns:a16="http://schemas.microsoft.com/office/drawing/2014/main" id="{F51E3679-40E3-7E81-FB8D-30F24C4F3C6F}"/>
                </a:ext>
              </a:extLst>
            </p:cNvPr>
            <p:cNvSpPr/>
            <p:nvPr/>
          </p:nvSpPr>
          <p:spPr>
            <a:xfrm>
              <a:off x="196138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: Rounded Corners 370">
              <a:extLst>
                <a:ext uri="{FF2B5EF4-FFF2-40B4-BE49-F238E27FC236}">
                  <a16:creationId xmlns:a16="http://schemas.microsoft.com/office/drawing/2014/main" id="{1966B977-EDF4-9EFB-BA23-2A9A5780346B}"/>
                </a:ext>
              </a:extLst>
            </p:cNvPr>
            <p:cNvSpPr/>
            <p:nvPr/>
          </p:nvSpPr>
          <p:spPr>
            <a:xfrm>
              <a:off x="212067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: Rounded Corners 371">
              <a:extLst>
                <a:ext uri="{FF2B5EF4-FFF2-40B4-BE49-F238E27FC236}">
                  <a16:creationId xmlns:a16="http://schemas.microsoft.com/office/drawing/2014/main" id="{88F69C46-EB45-3139-2FBF-5490BBF7D0BC}"/>
                </a:ext>
              </a:extLst>
            </p:cNvPr>
            <p:cNvSpPr/>
            <p:nvPr/>
          </p:nvSpPr>
          <p:spPr>
            <a:xfrm>
              <a:off x="227996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: Rounded Corners 372">
              <a:extLst>
                <a:ext uri="{FF2B5EF4-FFF2-40B4-BE49-F238E27FC236}">
                  <a16:creationId xmlns:a16="http://schemas.microsoft.com/office/drawing/2014/main" id="{4E29CD9A-8420-2AF9-5868-5FE33E68F2D9}"/>
                </a:ext>
              </a:extLst>
            </p:cNvPr>
            <p:cNvSpPr/>
            <p:nvPr/>
          </p:nvSpPr>
          <p:spPr>
            <a:xfrm>
              <a:off x="243926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: Rounded Corners 373">
              <a:extLst>
                <a:ext uri="{FF2B5EF4-FFF2-40B4-BE49-F238E27FC236}">
                  <a16:creationId xmlns:a16="http://schemas.microsoft.com/office/drawing/2014/main" id="{72BCF62C-8BC1-7F72-74A5-53518E2BDEE3}"/>
                </a:ext>
              </a:extLst>
            </p:cNvPr>
            <p:cNvSpPr/>
            <p:nvPr/>
          </p:nvSpPr>
          <p:spPr>
            <a:xfrm>
              <a:off x="259855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: Rounded Corners 374">
              <a:extLst>
                <a:ext uri="{FF2B5EF4-FFF2-40B4-BE49-F238E27FC236}">
                  <a16:creationId xmlns:a16="http://schemas.microsoft.com/office/drawing/2014/main" id="{804C95E5-740F-3266-F1B8-6032142D6A1A}"/>
                </a:ext>
              </a:extLst>
            </p:cNvPr>
            <p:cNvSpPr/>
            <p:nvPr/>
          </p:nvSpPr>
          <p:spPr>
            <a:xfrm>
              <a:off x="148350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E4F77C34-6B13-D8FC-97A5-07DB9D2FCAD9}"/>
                </a:ext>
              </a:extLst>
            </p:cNvPr>
            <p:cNvSpPr/>
            <p:nvPr/>
          </p:nvSpPr>
          <p:spPr>
            <a:xfrm>
              <a:off x="16428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: Rounded Corners 360">
              <a:extLst>
                <a:ext uri="{FF2B5EF4-FFF2-40B4-BE49-F238E27FC236}">
                  <a16:creationId xmlns:a16="http://schemas.microsoft.com/office/drawing/2014/main" id="{CF839F36-2E2B-6A97-3EBF-1EF50C454899}"/>
                </a:ext>
              </a:extLst>
            </p:cNvPr>
            <p:cNvSpPr/>
            <p:nvPr/>
          </p:nvSpPr>
          <p:spPr>
            <a:xfrm>
              <a:off x="18020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: Rounded Corners 361">
              <a:extLst>
                <a:ext uri="{FF2B5EF4-FFF2-40B4-BE49-F238E27FC236}">
                  <a16:creationId xmlns:a16="http://schemas.microsoft.com/office/drawing/2014/main" id="{6F0BCD08-13E9-21E0-6E4A-400E311DA416}"/>
                </a:ext>
              </a:extLst>
            </p:cNvPr>
            <p:cNvSpPr/>
            <p:nvPr/>
          </p:nvSpPr>
          <p:spPr>
            <a:xfrm>
              <a:off x="196138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: Rounded Corners 362">
              <a:extLst>
                <a:ext uri="{FF2B5EF4-FFF2-40B4-BE49-F238E27FC236}">
                  <a16:creationId xmlns:a16="http://schemas.microsoft.com/office/drawing/2014/main" id="{43ED580F-E3EE-B9AE-0C12-99A098729E71}"/>
                </a:ext>
              </a:extLst>
            </p:cNvPr>
            <p:cNvSpPr/>
            <p:nvPr/>
          </p:nvSpPr>
          <p:spPr>
            <a:xfrm>
              <a:off x="212067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: Rounded Corners 363">
              <a:extLst>
                <a:ext uri="{FF2B5EF4-FFF2-40B4-BE49-F238E27FC236}">
                  <a16:creationId xmlns:a16="http://schemas.microsoft.com/office/drawing/2014/main" id="{EED1FCAE-643E-6F7B-6503-FE1080468EC5}"/>
                </a:ext>
              </a:extLst>
            </p:cNvPr>
            <p:cNvSpPr/>
            <p:nvPr/>
          </p:nvSpPr>
          <p:spPr>
            <a:xfrm>
              <a:off x="227997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: Rounded Corners 364">
              <a:extLst>
                <a:ext uri="{FF2B5EF4-FFF2-40B4-BE49-F238E27FC236}">
                  <a16:creationId xmlns:a16="http://schemas.microsoft.com/office/drawing/2014/main" id="{4D4E1728-B990-7D76-E75A-00A7330BCBAB}"/>
                </a:ext>
              </a:extLst>
            </p:cNvPr>
            <p:cNvSpPr/>
            <p:nvPr/>
          </p:nvSpPr>
          <p:spPr>
            <a:xfrm>
              <a:off x="243926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C7887D16-886A-8B8F-5319-1074E6BF9EAC}"/>
                </a:ext>
              </a:extLst>
            </p:cNvPr>
            <p:cNvSpPr/>
            <p:nvPr/>
          </p:nvSpPr>
          <p:spPr>
            <a:xfrm>
              <a:off x="259855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: Rounded Corners 366">
              <a:extLst>
                <a:ext uri="{FF2B5EF4-FFF2-40B4-BE49-F238E27FC236}">
                  <a16:creationId xmlns:a16="http://schemas.microsoft.com/office/drawing/2014/main" id="{E0957A66-EC20-7253-1280-25ACCEA9C7BA}"/>
                </a:ext>
              </a:extLst>
            </p:cNvPr>
            <p:cNvSpPr/>
            <p:nvPr/>
          </p:nvSpPr>
          <p:spPr>
            <a:xfrm>
              <a:off x="148351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: Rounded Corners 337">
              <a:extLst>
                <a:ext uri="{FF2B5EF4-FFF2-40B4-BE49-F238E27FC236}">
                  <a16:creationId xmlns:a16="http://schemas.microsoft.com/office/drawing/2014/main" id="{45799539-D062-CC87-E056-E7808CFED2C5}"/>
                </a:ext>
              </a:extLst>
            </p:cNvPr>
            <p:cNvSpPr/>
            <p:nvPr/>
          </p:nvSpPr>
          <p:spPr>
            <a:xfrm>
              <a:off x="284127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3E4D4753-3183-312B-97F3-FAEDCF8FA015}"/>
                </a:ext>
              </a:extLst>
            </p:cNvPr>
            <p:cNvSpPr/>
            <p:nvPr/>
          </p:nvSpPr>
          <p:spPr>
            <a:xfrm>
              <a:off x="29213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: Rounded Corners 349">
              <a:extLst>
                <a:ext uri="{FF2B5EF4-FFF2-40B4-BE49-F238E27FC236}">
                  <a16:creationId xmlns:a16="http://schemas.microsoft.com/office/drawing/2014/main" id="{07F0EFCA-E21B-7D98-BA79-94C923750DD9}"/>
                </a:ext>
              </a:extLst>
            </p:cNvPr>
            <p:cNvSpPr/>
            <p:nvPr/>
          </p:nvSpPr>
          <p:spPr>
            <a:xfrm>
              <a:off x="30806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: Rounded Corners 350">
              <a:extLst>
                <a:ext uri="{FF2B5EF4-FFF2-40B4-BE49-F238E27FC236}">
                  <a16:creationId xmlns:a16="http://schemas.microsoft.com/office/drawing/2014/main" id="{63FDD239-213C-829F-37F8-BD00821A1E22}"/>
                </a:ext>
              </a:extLst>
            </p:cNvPr>
            <p:cNvSpPr/>
            <p:nvPr/>
          </p:nvSpPr>
          <p:spPr>
            <a:xfrm>
              <a:off x="323996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: Rounded Corners 351">
              <a:extLst>
                <a:ext uri="{FF2B5EF4-FFF2-40B4-BE49-F238E27FC236}">
                  <a16:creationId xmlns:a16="http://schemas.microsoft.com/office/drawing/2014/main" id="{7A9A8B6F-BBC5-8A41-C43A-8A37C289E6CC}"/>
                </a:ext>
              </a:extLst>
            </p:cNvPr>
            <p:cNvSpPr/>
            <p:nvPr/>
          </p:nvSpPr>
          <p:spPr>
            <a:xfrm>
              <a:off x="339925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07BDCF89-F73F-8FF7-F8B5-80E147DB46A4}"/>
                </a:ext>
              </a:extLst>
            </p:cNvPr>
            <p:cNvSpPr/>
            <p:nvPr/>
          </p:nvSpPr>
          <p:spPr>
            <a:xfrm>
              <a:off x="355854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9F1FA464-7062-68DF-DCCE-2CACAB7FB8AF}"/>
                </a:ext>
              </a:extLst>
            </p:cNvPr>
            <p:cNvSpPr/>
            <p:nvPr/>
          </p:nvSpPr>
          <p:spPr>
            <a:xfrm>
              <a:off x="371784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AD80DFED-EC91-2895-5D0D-E447C4D5ED39}"/>
                </a:ext>
              </a:extLst>
            </p:cNvPr>
            <p:cNvSpPr/>
            <p:nvPr/>
          </p:nvSpPr>
          <p:spPr>
            <a:xfrm>
              <a:off x="387713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: Rounded Corners 355">
              <a:extLst>
                <a:ext uri="{FF2B5EF4-FFF2-40B4-BE49-F238E27FC236}">
                  <a16:creationId xmlns:a16="http://schemas.microsoft.com/office/drawing/2014/main" id="{C169514C-2AE3-FDFE-0EF1-A26F4A6DF845}"/>
                </a:ext>
              </a:extLst>
            </p:cNvPr>
            <p:cNvSpPr/>
            <p:nvPr/>
          </p:nvSpPr>
          <p:spPr>
            <a:xfrm>
              <a:off x="27620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: Rounded Corners 340">
              <a:extLst>
                <a:ext uri="{FF2B5EF4-FFF2-40B4-BE49-F238E27FC236}">
                  <a16:creationId xmlns:a16="http://schemas.microsoft.com/office/drawing/2014/main" id="{54D20578-D3D0-9AFD-C23D-79EB469CBAE5}"/>
                </a:ext>
              </a:extLst>
            </p:cNvPr>
            <p:cNvSpPr/>
            <p:nvPr/>
          </p:nvSpPr>
          <p:spPr>
            <a:xfrm>
              <a:off x="29213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487AA390-C1F4-1AEE-330C-42B4F99EE676}"/>
                </a:ext>
              </a:extLst>
            </p:cNvPr>
            <p:cNvSpPr/>
            <p:nvPr/>
          </p:nvSpPr>
          <p:spPr>
            <a:xfrm>
              <a:off x="30806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160CFA48-5ED5-CBAB-2744-C3FB311A836C}"/>
                </a:ext>
              </a:extLst>
            </p:cNvPr>
            <p:cNvSpPr/>
            <p:nvPr/>
          </p:nvSpPr>
          <p:spPr>
            <a:xfrm>
              <a:off x="32399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7728CECF-E6CF-9DE4-8BAE-8A4528F3ACBE}"/>
                </a:ext>
              </a:extLst>
            </p:cNvPr>
            <p:cNvSpPr/>
            <p:nvPr/>
          </p:nvSpPr>
          <p:spPr>
            <a:xfrm>
              <a:off x="33992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: Rounded Corners 344">
              <a:extLst>
                <a:ext uri="{FF2B5EF4-FFF2-40B4-BE49-F238E27FC236}">
                  <a16:creationId xmlns:a16="http://schemas.microsoft.com/office/drawing/2014/main" id="{CBFA6F94-E158-FD34-DBA5-18448A100639}"/>
                </a:ext>
              </a:extLst>
            </p:cNvPr>
            <p:cNvSpPr/>
            <p:nvPr/>
          </p:nvSpPr>
          <p:spPr>
            <a:xfrm>
              <a:off x="35585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: Rounded Corners 345">
              <a:extLst>
                <a:ext uri="{FF2B5EF4-FFF2-40B4-BE49-F238E27FC236}">
                  <a16:creationId xmlns:a16="http://schemas.microsoft.com/office/drawing/2014/main" id="{823890CC-03E0-D325-CF85-CC826626895D}"/>
                </a:ext>
              </a:extLst>
            </p:cNvPr>
            <p:cNvSpPr/>
            <p:nvPr/>
          </p:nvSpPr>
          <p:spPr>
            <a:xfrm>
              <a:off x="371784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: Rounded Corners 346">
              <a:extLst>
                <a:ext uri="{FF2B5EF4-FFF2-40B4-BE49-F238E27FC236}">
                  <a16:creationId xmlns:a16="http://schemas.microsoft.com/office/drawing/2014/main" id="{B8DB1C95-94F5-FB88-2781-8A2B3BF19291}"/>
                </a:ext>
              </a:extLst>
            </p:cNvPr>
            <p:cNvSpPr/>
            <p:nvPr/>
          </p:nvSpPr>
          <p:spPr>
            <a:xfrm>
              <a:off x="387713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: Rounded Corners 347">
              <a:extLst>
                <a:ext uri="{FF2B5EF4-FFF2-40B4-BE49-F238E27FC236}">
                  <a16:creationId xmlns:a16="http://schemas.microsoft.com/office/drawing/2014/main" id="{00F8F2E3-3135-ED99-52AF-3137489CD945}"/>
                </a:ext>
              </a:extLst>
            </p:cNvPr>
            <p:cNvSpPr/>
            <p:nvPr/>
          </p:nvSpPr>
          <p:spPr>
            <a:xfrm>
              <a:off x="27620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: Rounded Corners 318">
              <a:extLst>
                <a:ext uri="{FF2B5EF4-FFF2-40B4-BE49-F238E27FC236}">
                  <a16:creationId xmlns:a16="http://schemas.microsoft.com/office/drawing/2014/main" id="{507EEF89-5C1D-E6AE-F61E-CC6F23AD0667}"/>
                </a:ext>
              </a:extLst>
            </p:cNvPr>
            <p:cNvSpPr/>
            <p:nvPr/>
          </p:nvSpPr>
          <p:spPr>
            <a:xfrm>
              <a:off x="4119851" y="7226811"/>
              <a:ext cx="1195153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: Rounded Corners 329">
              <a:extLst>
                <a:ext uri="{FF2B5EF4-FFF2-40B4-BE49-F238E27FC236}">
                  <a16:creationId xmlns:a16="http://schemas.microsoft.com/office/drawing/2014/main" id="{8395DCA1-49AE-2537-FACA-06FD27FBEB8E}"/>
                </a:ext>
              </a:extLst>
            </p:cNvPr>
            <p:cNvSpPr/>
            <p:nvPr/>
          </p:nvSpPr>
          <p:spPr>
            <a:xfrm>
              <a:off x="41999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: Rounded Corners 330">
              <a:extLst>
                <a:ext uri="{FF2B5EF4-FFF2-40B4-BE49-F238E27FC236}">
                  <a16:creationId xmlns:a16="http://schemas.microsoft.com/office/drawing/2014/main" id="{9307D69C-531F-0F38-AAA3-F646356AFA01}"/>
                </a:ext>
              </a:extLst>
            </p:cNvPr>
            <p:cNvSpPr/>
            <p:nvPr/>
          </p:nvSpPr>
          <p:spPr>
            <a:xfrm>
              <a:off x="43592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: Rounded Corners 331">
              <a:extLst>
                <a:ext uri="{FF2B5EF4-FFF2-40B4-BE49-F238E27FC236}">
                  <a16:creationId xmlns:a16="http://schemas.microsoft.com/office/drawing/2014/main" id="{23B713EF-FECC-0FE5-7530-4254F2B0FAD5}"/>
                </a:ext>
              </a:extLst>
            </p:cNvPr>
            <p:cNvSpPr/>
            <p:nvPr/>
          </p:nvSpPr>
          <p:spPr>
            <a:xfrm>
              <a:off x="45185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: Rounded Corners 332">
              <a:extLst>
                <a:ext uri="{FF2B5EF4-FFF2-40B4-BE49-F238E27FC236}">
                  <a16:creationId xmlns:a16="http://schemas.microsoft.com/office/drawing/2014/main" id="{5A9071CF-0A95-E1D6-E7F1-25F723AE69CA}"/>
                </a:ext>
              </a:extLst>
            </p:cNvPr>
            <p:cNvSpPr/>
            <p:nvPr/>
          </p:nvSpPr>
          <p:spPr>
            <a:xfrm>
              <a:off x="46778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: Rounded Corners 333">
              <a:extLst>
                <a:ext uri="{FF2B5EF4-FFF2-40B4-BE49-F238E27FC236}">
                  <a16:creationId xmlns:a16="http://schemas.microsoft.com/office/drawing/2014/main" id="{B59A72BD-646E-3502-052C-03EC70F91A30}"/>
                </a:ext>
              </a:extLst>
            </p:cNvPr>
            <p:cNvSpPr/>
            <p:nvPr/>
          </p:nvSpPr>
          <p:spPr>
            <a:xfrm>
              <a:off x="48371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: Rounded Corners 334">
              <a:extLst>
                <a:ext uri="{FF2B5EF4-FFF2-40B4-BE49-F238E27FC236}">
                  <a16:creationId xmlns:a16="http://schemas.microsoft.com/office/drawing/2014/main" id="{EC5310EA-01C8-09B6-14B8-14136AA76D10}"/>
                </a:ext>
              </a:extLst>
            </p:cNvPr>
            <p:cNvSpPr/>
            <p:nvPr/>
          </p:nvSpPr>
          <p:spPr>
            <a:xfrm>
              <a:off x="49964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: Rounded Corners 335">
              <a:extLst>
                <a:ext uri="{FF2B5EF4-FFF2-40B4-BE49-F238E27FC236}">
                  <a16:creationId xmlns:a16="http://schemas.microsoft.com/office/drawing/2014/main" id="{8D1AB647-94EC-06C4-6A5B-8C0AF7FA3EFF}"/>
                </a:ext>
              </a:extLst>
            </p:cNvPr>
            <p:cNvSpPr/>
            <p:nvPr/>
          </p:nvSpPr>
          <p:spPr>
            <a:xfrm>
              <a:off x="51557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: Rounded Corners 336">
              <a:extLst>
                <a:ext uri="{FF2B5EF4-FFF2-40B4-BE49-F238E27FC236}">
                  <a16:creationId xmlns:a16="http://schemas.microsoft.com/office/drawing/2014/main" id="{5C54CE60-DF35-785E-9324-52AAFEF4B2EA}"/>
                </a:ext>
              </a:extLst>
            </p:cNvPr>
            <p:cNvSpPr/>
            <p:nvPr/>
          </p:nvSpPr>
          <p:spPr>
            <a:xfrm>
              <a:off x="40406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: Rounded Corners 321">
              <a:extLst>
                <a:ext uri="{FF2B5EF4-FFF2-40B4-BE49-F238E27FC236}">
                  <a16:creationId xmlns:a16="http://schemas.microsoft.com/office/drawing/2014/main" id="{CE0A903F-DA7C-F403-A751-7882CC8BF704}"/>
                </a:ext>
              </a:extLst>
            </p:cNvPr>
            <p:cNvSpPr/>
            <p:nvPr/>
          </p:nvSpPr>
          <p:spPr>
            <a:xfrm>
              <a:off x="41999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: Rounded Corners 322">
              <a:extLst>
                <a:ext uri="{FF2B5EF4-FFF2-40B4-BE49-F238E27FC236}">
                  <a16:creationId xmlns:a16="http://schemas.microsoft.com/office/drawing/2014/main" id="{612E7E28-9EBD-69C2-1A70-D16153C75AC5}"/>
                </a:ext>
              </a:extLst>
            </p:cNvPr>
            <p:cNvSpPr/>
            <p:nvPr/>
          </p:nvSpPr>
          <p:spPr>
            <a:xfrm>
              <a:off x="43592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: Rounded Corners 323">
              <a:extLst>
                <a:ext uri="{FF2B5EF4-FFF2-40B4-BE49-F238E27FC236}">
                  <a16:creationId xmlns:a16="http://schemas.microsoft.com/office/drawing/2014/main" id="{9185E975-FF51-196B-8F1F-6E79611E3F9C}"/>
                </a:ext>
              </a:extLst>
            </p:cNvPr>
            <p:cNvSpPr/>
            <p:nvPr/>
          </p:nvSpPr>
          <p:spPr>
            <a:xfrm>
              <a:off x="45185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: Rounded Corners 324">
              <a:extLst>
                <a:ext uri="{FF2B5EF4-FFF2-40B4-BE49-F238E27FC236}">
                  <a16:creationId xmlns:a16="http://schemas.microsoft.com/office/drawing/2014/main" id="{ABEA2C3C-FC0D-C171-A51A-9422973902D0}"/>
                </a:ext>
              </a:extLst>
            </p:cNvPr>
            <p:cNvSpPr/>
            <p:nvPr/>
          </p:nvSpPr>
          <p:spPr>
            <a:xfrm>
              <a:off x="46778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: Rounded Corners 325">
              <a:extLst>
                <a:ext uri="{FF2B5EF4-FFF2-40B4-BE49-F238E27FC236}">
                  <a16:creationId xmlns:a16="http://schemas.microsoft.com/office/drawing/2014/main" id="{CE0E3CB1-1F10-5B36-CEB8-E5F2968E6BD2}"/>
                </a:ext>
              </a:extLst>
            </p:cNvPr>
            <p:cNvSpPr/>
            <p:nvPr/>
          </p:nvSpPr>
          <p:spPr>
            <a:xfrm>
              <a:off x="48371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: Rounded Corners 326">
              <a:extLst>
                <a:ext uri="{FF2B5EF4-FFF2-40B4-BE49-F238E27FC236}">
                  <a16:creationId xmlns:a16="http://schemas.microsoft.com/office/drawing/2014/main" id="{81CBFCE9-8A6C-426D-DC3B-1037139AFFE8}"/>
                </a:ext>
              </a:extLst>
            </p:cNvPr>
            <p:cNvSpPr/>
            <p:nvPr/>
          </p:nvSpPr>
          <p:spPr>
            <a:xfrm>
              <a:off x="49964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: Rounded Corners 327">
              <a:extLst>
                <a:ext uri="{FF2B5EF4-FFF2-40B4-BE49-F238E27FC236}">
                  <a16:creationId xmlns:a16="http://schemas.microsoft.com/office/drawing/2014/main" id="{3783C42F-B48C-A559-570D-1403D717F3F9}"/>
                </a:ext>
              </a:extLst>
            </p:cNvPr>
            <p:cNvSpPr/>
            <p:nvPr/>
          </p:nvSpPr>
          <p:spPr>
            <a:xfrm>
              <a:off x="51557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: Rounded Corners 328">
              <a:extLst>
                <a:ext uri="{FF2B5EF4-FFF2-40B4-BE49-F238E27FC236}">
                  <a16:creationId xmlns:a16="http://schemas.microsoft.com/office/drawing/2014/main" id="{6E354E6E-9831-1EC0-62A4-29A3CEDE9A33}"/>
                </a:ext>
              </a:extLst>
            </p:cNvPr>
            <p:cNvSpPr/>
            <p:nvPr/>
          </p:nvSpPr>
          <p:spPr>
            <a:xfrm>
              <a:off x="40406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A7780D70-E9C9-54BA-FE12-FB08EA747084}"/>
                </a:ext>
              </a:extLst>
            </p:cNvPr>
            <p:cNvSpPr/>
            <p:nvPr/>
          </p:nvSpPr>
          <p:spPr>
            <a:xfrm>
              <a:off x="539843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: Rounded Corners 310">
              <a:extLst>
                <a:ext uri="{FF2B5EF4-FFF2-40B4-BE49-F238E27FC236}">
                  <a16:creationId xmlns:a16="http://schemas.microsoft.com/office/drawing/2014/main" id="{E3F06239-D7A4-186B-DFC7-600D0374635D}"/>
                </a:ext>
              </a:extLst>
            </p:cNvPr>
            <p:cNvSpPr/>
            <p:nvPr/>
          </p:nvSpPr>
          <p:spPr>
            <a:xfrm>
              <a:off x="547854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703D3B0E-8B28-DE0C-A3D6-C41680EBCCD2}"/>
                </a:ext>
              </a:extLst>
            </p:cNvPr>
            <p:cNvSpPr/>
            <p:nvPr/>
          </p:nvSpPr>
          <p:spPr>
            <a:xfrm>
              <a:off x="563783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3AAC67E-4530-639E-AF51-2959BFC010DA}"/>
                </a:ext>
              </a:extLst>
            </p:cNvPr>
            <p:cNvSpPr/>
            <p:nvPr/>
          </p:nvSpPr>
          <p:spPr>
            <a:xfrm>
              <a:off x="579712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: Rounded Corners 313">
              <a:extLst>
                <a:ext uri="{FF2B5EF4-FFF2-40B4-BE49-F238E27FC236}">
                  <a16:creationId xmlns:a16="http://schemas.microsoft.com/office/drawing/2014/main" id="{1D976102-B510-F5BD-CC91-D2088A1B811F}"/>
                </a:ext>
              </a:extLst>
            </p:cNvPr>
            <p:cNvSpPr/>
            <p:nvPr/>
          </p:nvSpPr>
          <p:spPr>
            <a:xfrm>
              <a:off x="595641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: Rounded Corners 314">
              <a:extLst>
                <a:ext uri="{FF2B5EF4-FFF2-40B4-BE49-F238E27FC236}">
                  <a16:creationId xmlns:a16="http://schemas.microsoft.com/office/drawing/2014/main" id="{A927B0F1-5552-F93C-A1FF-1B48DA84C8F0}"/>
                </a:ext>
              </a:extLst>
            </p:cNvPr>
            <p:cNvSpPr/>
            <p:nvPr/>
          </p:nvSpPr>
          <p:spPr>
            <a:xfrm>
              <a:off x="61157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: Rounded Corners 315">
              <a:extLst>
                <a:ext uri="{FF2B5EF4-FFF2-40B4-BE49-F238E27FC236}">
                  <a16:creationId xmlns:a16="http://schemas.microsoft.com/office/drawing/2014/main" id="{ABB3C640-3C7D-F5A8-1DE8-F50198CDF63D}"/>
                </a:ext>
              </a:extLst>
            </p:cNvPr>
            <p:cNvSpPr/>
            <p:nvPr/>
          </p:nvSpPr>
          <p:spPr>
            <a:xfrm>
              <a:off x="62750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D0643F56-BD50-9D4F-9B43-2AFC5EDBAB5D}"/>
                </a:ext>
              </a:extLst>
            </p:cNvPr>
            <p:cNvSpPr/>
            <p:nvPr/>
          </p:nvSpPr>
          <p:spPr>
            <a:xfrm>
              <a:off x="64342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: Rounded Corners 317">
              <a:extLst>
                <a:ext uri="{FF2B5EF4-FFF2-40B4-BE49-F238E27FC236}">
                  <a16:creationId xmlns:a16="http://schemas.microsoft.com/office/drawing/2014/main" id="{07387AE9-B837-A8DB-B534-77F15C8A6751}"/>
                </a:ext>
              </a:extLst>
            </p:cNvPr>
            <p:cNvSpPr/>
            <p:nvPr/>
          </p:nvSpPr>
          <p:spPr>
            <a:xfrm>
              <a:off x="53192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: Rounded Corners 302">
              <a:extLst>
                <a:ext uri="{FF2B5EF4-FFF2-40B4-BE49-F238E27FC236}">
                  <a16:creationId xmlns:a16="http://schemas.microsoft.com/office/drawing/2014/main" id="{54D3584D-2607-76FD-023D-0DB10787635F}"/>
                </a:ext>
              </a:extLst>
            </p:cNvPr>
            <p:cNvSpPr/>
            <p:nvPr/>
          </p:nvSpPr>
          <p:spPr>
            <a:xfrm>
              <a:off x="547854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: Rounded Corners 303">
              <a:extLst>
                <a:ext uri="{FF2B5EF4-FFF2-40B4-BE49-F238E27FC236}">
                  <a16:creationId xmlns:a16="http://schemas.microsoft.com/office/drawing/2014/main" id="{9488C461-8BEF-DEFE-6CFA-C66AE2CDFD72}"/>
                </a:ext>
              </a:extLst>
            </p:cNvPr>
            <p:cNvSpPr/>
            <p:nvPr/>
          </p:nvSpPr>
          <p:spPr>
            <a:xfrm>
              <a:off x="563783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: Rounded Corners 304">
              <a:extLst>
                <a:ext uri="{FF2B5EF4-FFF2-40B4-BE49-F238E27FC236}">
                  <a16:creationId xmlns:a16="http://schemas.microsoft.com/office/drawing/2014/main" id="{91B2C960-0EC8-EE06-087B-FE95C5F35E7C}"/>
                </a:ext>
              </a:extLst>
            </p:cNvPr>
            <p:cNvSpPr/>
            <p:nvPr/>
          </p:nvSpPr>
          <p:spPr>
            <a:xfrm>
              <a:off x="579712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32EA6B0D-2B18-5C41-6125-613E64B0F3F2}"/>
                </a:ext>
              </a:extLst>
            </p:cNvPr>
            <p:cNvSpPr/>
            <p:nvPr/>
          </p:nvSpPr>
          <p:spPr>
            <a:xfrm>
              <a:off x="595641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: Rounded Corners 306">
              <a:extLst>
                <a:ext uri="{FF2B5EF4-FFF2-40B4-BE49-F238E27FC236}">
                  <a16:creationId xmlns:a16="http://schemas.microsoft.com/office/drawing/2014/main" id="{0EAB7E40-D146-9D45-DE66-305D1DDBCCB8}"/>
                </a:ext>
              </a:extLst>
            </p:cNvPr>
            <p:cNvSpPr/>
            <p:nvPr/>
          </p:nvSpPr>
          <p:spPr>
            <a:xfrm>
              <a:off x="61157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: Rounded Corners 307">
              <a:extLst>
                <a:ext uri="{FF2B5EF4-FFF2-40B4-BE49-F238E27FC236}">
                  <a16:creationId xmlns:a16="http://schemas.microsoft.com/office/drawing/2014/main" id="{96CDB487-4F9C-AE60-1531-4381816532EE}"/>
                </a:ext>
              </a:extLst>
            </p:cNvPr>
            <p:cNvSpPr/>
            <p:nvPr/>
          </p:nvSpPr>
          <p:spPr>
            <a:xfrm>
              <a:off x="62750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: Rounded Corners 308">
              <a:extLst>
                <a:ext uri="{FF2B5EF4-FFF2-40B4-BE49-F238E27FC236}">
                  <a16:creationId xmlns:a16="http://schemas.microsoft.com/office/drawing/2014/main" id="{7BDD7E81-A1FB-8881-EEE0-393EFC961E0D}"/>
                </a:ext>
              </a:extLst>
            </p:cNvPr>
            <p:cNvSpPr/>
            <p:nvPr/>
          </p:nvSpPr>
          <p:spPr>
            <a:xfrm>
              <a:off x="64342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: Rounded Corners 309">
              <a:extLst>
                <a:ext uri="{FF2B5EF4-FFF2-40B4-BE49-F238E27FC236}">
                  <a16:creationId xmlns:a16="http://schemas.microsoft.com/office/drawing/2014/main" id="{81B1C9FB-9E0F-1002-B22C-3CCA715E8C23}"/>
                </a:ext>
              </a:extLst>
            </p:cNvPr>
            <p:cNvSpPr/>
            <p:nvPr/>
          </p:nvSpPr>
          <p:spPr>
            <a:xfrm>
              <a:off x="53192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: Rounded Corners 280">
              <a:extLst>
                <a:ext uri="{FF2B5EF4-FFF2-40B4-BE49-F238E27FC236}">
                  <a16:creationId xmlns:a16="http://schemas.microsoft.com/office/drawing/2014/main" id="{350C2381-9AF6-2AA1-43C0-4550E46DA7DB}"/>
                </a:ext>
              </a:extLst>
            </p:cNvPr>
            <p:cNvSpPr/>
            <p:nvPr/>
          </p:nvSpPr>
          <p:spPr>
            <a:xfrm>
              <a:off x="667701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: Rounded Corners 291">
              <a:extLst>
                <a:ext uri="{FF2B5EF4-FFF2-40B4-BE49-F238E27FC236}">
                  <a16:creationId xmlns:a16="http://schemas.microsoft.com/office/drawing/2014/main" id="{426EF924-4AA6-8294-5C9A-16FD164E146D}"/>
                </a:ext>
              </a:extLst>
            </p:cNvPr>
            <p:cNvSpPr/>
            <p:nvPr/>
          </p:nvSpPr>
          <p:spPr>
            <a:xfrm>
              <a:off x="675712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: Rounded Corners 292">
              <a:extLst>
                <a:ext uri="{FF2B5EF4-FFF2-40B4-BE49-F238E27FC236}">
                  <a16:creationId xmlns:a16="http://schemas.microsoft.com/office/drawing/2014/main" id="{AB8067C4-CCFA-DC71-C564-7787FAA5E5EB}"/>
                </a:ext>
              </a:extLst>
            </p:cNvPr>
            <p:cNvSpPr/>
            <p:nvPr/>
          </p:nvSpPr>
          <p:spPr>
            <a:xfrm>
              <a:off x="691641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: Rounded Corners 293">
              <a:extLst>
                <a:ext uri="{FF2B5EF4-FFF2-40B4-BE49-F238E27FC236}">
                  <a16:creationId xmlns:a16="http://schemas.microsoft.com/office/drawing/2014/main" id="{431CDAD8-4E11-7D66-D65F-7B9575F66672}"/>
                </a:ext>
              </a:extLst>
            </p:cNvPr>
            <p:cNvSpPr/>
            <p:nvPr/>
          </p:nvSpPr>
          <p:spPr>
            <a:xfrm>
              <a:off x="707570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: Rounded Corners 294">
              <a:extLst>
                <a:ext uri="{FF2B5EF4-FFF2-40B4-BE49-F238E27FC236}">
                  <a16:creationId xmlns:a16="http://schemas.microsoft.com/office/drawing/2014/main" id="{8E9CCFB0-5ECC-8C55-CDF1-93E9AFDE74E7}"/>
                </a:ext>
              </a:extLst>
            </p:cNvPr>
            <p:cNvSpPr/>
            <p:nvPr/>
          </p:nvSpPr>
          <p:spPr>
            <a:xfrm>
              <a:off x="723499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: Rounded Corners 295">
              <a:extLst>
                <a:ext uri="{FF2B5EF4-FFF2-40B4-BE49-F238E27FC236}">
                  <a16:creationId xmlns:a16="http://schemas.microsoft.com/office/drawing/2014/main" id="{6996DF5D-4047-61E2-7152-AE8CFA3C2CF2}"/>
                </a:ext>
              </a:extLst>
            </p:cNvPr>
            <p:cNvSpPr/>
            <p:nvPr/>
          </p:nvSpPr>
          <p:spPr>
            <a:xfrm>
              <a:off x="73942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: Rounded Corners 296">
              <a:extLst>
                <a:ext uri="{FF2B5EF4-FFF2-40B4-BE49-F238E27FC236}">
                  <a16:creationId xmlns:a16="http://schemas.microsoft.com/office/drawing/2014/main" id="{EC8FCE31-0E43-C620-96A0-678CD5468A54}"/>
                </a:ext>
              </a:extLst>
            </p:cNvPr>
            <p:cNvSpPr/>
            <p:nvPr/>
          </p:nvSpPr>
          <p:spPr>
            <a:xfrm>
              <a:off x="75535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B384A59A-9BC9-6D51-E80C-0EB2F4737B14}"/>
                </a:ext>
              </a:extLst>
            </p:cNvPr>
            <p:cNvSpPr/>
            <p:nvPr/>
          </p:nvSpPr>
          <p:spPr>
            <a:xfrm>
              <a:off x="77128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: Rounded Corners 298">
              <a:extLst>
                <a:ext uri="{FF2B5EF4-FFF2-40B4-BE49-F238E27FC236}">
                  <a16:creationId xmlns:a16="http://schemas.microsoft.com/office/drawing/2014/main" id="{D78CFF86-8C91-3F9E-5009-E20702D2BA18}"/>
                </a:ext>
              </a:extLst>
            </p:cNvPr>
            <p:cNvSpPr/>
            <p:nvPr/>
          </p:nvSpPr>
          <p:spPr>
            <a:xfrm>
              <a:off x="65978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32570FCA-8375-349A-DA49-956F763A83D3}"/>
                </a:ext>
              </a:extLst>
            </p:cNvPr>
            <p:cNvSpPr/>
            <p:nvPr/>
          </p:nvSpPr>
          <p:spPr>
            <a:xfrm>
              <a:off x="675712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: Rounded Corners 284">
              <a:extLst>
                <a:ext uri="{FF2B5EF4-FFF2-40B4-BE49-F238E27FC236}">
                  <a16:creationId xmlns:a16="http://schemas.microsoft.com/office/drawing/2014/main" id="{8E075B3A-C582-60AD-6126-FC2EC5A910FD}"/>
                </a:ext>
              </a:extLst>
            </p:cNvPr>
            <p:cNvSpPr/>
            <p:nvPr/>
          </p:nvSpPr>
          <p:spPr>
            <a:xfrm>
              <a:off x="691641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: Rounded Corners 285">
              <a:extLst>
                <a:ext uri="{FF2B5EF4-FFF2-40B4-BE49-F238E27FC236}">
                  <a16:creationId xmlns:a16="http://schemas.microsoft.com/office/drawing/2014/main" id="{9B49E6A7-3D9B-8D0A-752A-0212D40C66B1}"/>
                </a:ext>
              </a:extLst>
            </p:cNvPr>
            <p:cNvSpPr/>
            <p:nvPr/>
          </p:nvSpPr>
          <p:spPr>
            <a:xfrm>
              <a:off x="707570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66B5B98F-0D00-1FA8-78A1-36C304E6119C}"/>
                </a:ext>
              </a:extLst>
            </p:cNvPr>
            <p:cNvSpPr/>
            <p:nvPr/>
          </p:nvSpPr>
          <p:spPr>
            <a:xfrm>
              <a:off x="72349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8A6A5A89-F3B4-5733-CE33-ECF0573A8934}"/>
                </a:ext>
              </a:extLst>
            </p:cNvPr>
            <p:cNvSpPr/>
            <p:nvPr/>
          </p:nvSpPr>
          <p:spPr>
            <a:xfrm>
              <a:off x="73942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9905F00B-6D04-B3F6-8929-375D9D1FB150}"/>
                </a:ext>
              </a:extLst>
            </p:cNvPr>
            <p:cNvSpPr/>
            <p:nvPr/>
          </p:nvSpPr>
          <p:spPr>
            <a:xfrm>
              <a:off x="75535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18150BAA-609C-BA34-783A-898D37E5730C}"/>
                </a:ext>
              </a:extLst>
            </p:cNvPr>
            <p:cNvSpPr/>
            <p:nvPr/>
          </p:nvSpPr>
          <p:spPr>
            <a:xfrm>
              <a:off x="77128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: Rounded Corners 290">
              <a:extLst>
                <a:ext uri="{FF2B5EF4-FFF2-40B4-BE49-F238E27FC236}">
                  <a16:creationId xmlns:a16="http://schemas.microsoft.com/office/drawing/2014/main" id="{0E82EEA3-3AC5-64CF-0276-4972E49F4AD3}"/>
                </a:ext>
              </a:extLst>
            </p:cNvPr>
            <p:cNvSpPr/>
            <p:nvPr/>
          </p:nvSpPr>
          <p:spPr>
            <a:xfrm>
              <a:off x="65978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81A38412-356F-6481-56DA-CB78EECD5672}"/>
                </a:ext>
              </a:extLst>
            </p:cNvPr>
            <p:cNvSpPr/>
            <p:nvPr/>
          </p:nvSpPr>
          <p:spPr>
            <a:xfrm>
              <a:off x="795559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: Rounded Corners 272">
              <a:extLst>
                <a:ext uri="{FF2B5EF4-FFF2-40B4-BE49-F238E27FC236}">
                  <a16:creationId xmlns:a16="http://schemas.microsoft.com/office/drawing/2014/main" id="{C295A96E-352E-985C-4FFF-D3F2E06AF9C9}"/>
                </a:ext>
              </a:extLst>
            </p:cNvPr>
            <p:cNvSpPr/>
            <p:nvPr/>
          </p:nvSpPr>
          <p:spPr>
            <a:xfrm>
              <a:off x="803570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: Rounded Corners 273">
              <a:extLst>
                <a:ext uri="{FF2B5EF4-FFF2-40B4-BE49-F238E27FC236}">
                  <a16:creationId xmlns:a16="http://schemas.microsoft.com/office/drawing/2014/main" id="{E971B3A7-3702-BEE1-B1FB-0A3AA369B76D}"/>
                </a:ext>
              </a:extLst>
            </p:cNvPr>
            <p:cNvSpPr/>
            <p:nvPr/>
          </p:nvSpPr>
          <p:spPr>
            <a:xfrm>
              <a:off x="819499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563F7350-FF76-783C-2EB9-74364800D782}"/>
                </a:ext>
              </a:extLst>
            </p:cNvPr>
            <p:cNvSpPr/>
            <p:nvPr/>
          </p:nvSpPr>
          <p:spPr>
            <a:xfrm>
              <a:off x="835428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: Rounded Corners 275">
              <a:extLst>
                <a:ext uri="{FF2B5EF4-FFF2-40B4-BE49-F238E27FC236}">
                  <a16:creationId xmlns:a16="http://schemas.microsoft.com/office/drawing/2014/main" id="{1E8792EB-5B67-FA57-90A8-47ED0A90FEC7}"/>
                </a:ext>
              </a:extLst>
            </p:cNvPr>
            <p:cNvSpPr/>
            <p:nvPr/>
          </p:nvSpPr>
          <p:spPr>
            <a:xfrm>
              <a:off x="851357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: Rounded Corners 276">
              <a:extLst>
                <a:ext uri="{FF2B5EF4-FFF2-40B4-BE49-F238E27FC236}">
                  <a16:creationId xmlns:a16="http://schemas.microsoft.com/office/drawing/2014/main" id="{DB01D34E-D007-E7E6-E6A1-9E0C1A8D346D}"/>
                </a:ext>
              </a:extLst>
            </p:cNvPr>
            <p:cNvSpPr/>
            <p:nvPr/>
          </p:nvSpPr>
          <p:spPr>
            <a:xfrm>
              <a:off x="86728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: Rounded Corners 277">
              <a:extLst>
                <a:ext uri="{FF2B5EF4-FFF2-40B4-BE49-F238E27FC236}">
                  <a16:creationId xmlns:a16="http://schemas.microsoft.com/office/drawing/2014/main" id="{C43B7680-ECAB-4EA7-01F4-5B127AE1F45F}"/>
                </a:ext>
              </a:extLst>
            </p:cNvPr>
            <p:cNvSpPr/>
            <p:nvPr/>
          </p:nvSpPr>
          <p:spPr>
            <a:xfrm>
              <a:off x="883216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E3AE264E-2E5E-1F93-5285-1057296AC330}"/>
                </a:ext>
              </a:extLst>
            </p:cNvPr>
            <p:cNvSpPr/>
            <p:nvPr/>
          </p:nvSpPr>
          <p:spPr>
            <a:xfrm>
              <a:off x="899145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D4A44310-4356-6BB3-7748-E9902600BCB7}"/>
                </a:ext>
              </a:extLst>
            </p:cNvPr>
            <p:cNvSpPr/>
            <p:nvPr/>
          </p:nvSpPr>
          <p:spPr>
            <a:xfrm>
              <a:off x="78764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: Rounded Corners 264">
              <a:extLst>
                <a:ext uri="{FF2B5EF4-FFF2-40B4-BE49-F238E27FC236}">
                  <a16:creationId xmlns:a16="http://schemas.microsoft.com/office/drawing/2014/main" id="{4BB21609-AF57-AE37-BC5D-6C9674F13C59}"/>
                </a:ext>
              </a:extLst>
            </p:cNvPr>
            <p:cNvSpPr/>
            <p:nvPr/>
          </p:nvSpPr>
          <p:spPr>
            <a:xfrm>
              <a:off x="803570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: Rounded Corners 265">
              <a:extLst>
                <a:ext uri="{FF2B5EF4-FFF2-40B4-BE49-F238E27FC236}">
                  <a16:creationId xmlns:a16="http://schemas.microsoft.com/office/drawing/2014/main" id="{72017AC2-29EF-08DB-743A-D6EA881AEB76}"/>
                </a:ext>
              </a:extLst>
            </p:cNvPr>
            <p:cNvSpPr/>
            <p:nvPr/>
          </p:nvSpPr>
          <p:spPr>
            <a:xfrm>
              <a:off x="819499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: Rounded Corners 266">
              <a:extLst>
                <a:ext uri="{FF2B5EF4-FFF2-40B4-BE49-F238E27FC236}">
                  <a16:creationId xmlns:a16="http://schemas.microsoft.com/office/drawing/2014/main" id="{39B1BDF6-A8CA-D11C-9C9E-5D8D99F9F925}"/>
                </a:ext>
              </a:extLst>
            </p:cNvPr>
            <p:cNvSpPr/>
            <p:nvPr/>
          </p:nvSpPr>
          <p:spPr>
            <a:xfrm>
              <a:off x="835428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: Rounded Corners 267">
              <a:extLst>
                <a:ext uri="{FF2B5EF4-FFF2-40B4-BE49-F238E27FC236}">
                  <a16:creationId xmlns:a16="http://schemas.microsoft.com/office/drawing/2014/main" id="{CDB70547-E43F-DC53-A593-7E1F53C26561}"/>
                </a:ext>
              </a:extLst>
            </p:cNvPr>
            <p:cNvSpPr/>
            <p:nvPr/>
          </p:nvSpPr>
          <p:spPr>
            <a:xfrm>
              <a:off x="851357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: Rounded Corners 268">
              <a:extLst>
                <a:ext uri="{FF2B5EF4-FFF2-40B4-BE49-F238E27FC236}">
                  <a16:creationId xmlns:a16="http://schemas.microsoft.com/office/drawing/2014/main" id="{764E89E8-3F34-1142-8416-D979E3747D88}"/>
                </a:ext>
              </a:extLst>
            </p:cNvPr>
            <p:cNvSpPr/>
            <p:nvPr/>
          </p:nvSpPr>
          <p:spPr>
            <a:xfrm>
              <a:off x="86728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4F3E7DA6-9561-83B2-6AE5-275AAD2C3CA0}"/>
                </a:ext>
              </a:extLst>
            </p:cNvPr>
            <p:cNvSpPr/>
            <p:nvPr/>
          </p:nvSpPr>
          <p:spPr>
            <a:xfrm>
              <a:off x="883216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: Rounded Corners 270">
              <a:extLst>
                <a:ext uri="{FF2B5EF4-FFF2-40B4-BE49-F238E27FC236}">
                  <a16:creationId xmlns:a16="http://schemas.microsoft.com/office/drawing/2014/main" id="{688B3AA8-52BA-846D-2733-5B79FB4BF263}"/>
                </a:ext>
              </a:extLst>
            </p:cNvPr>
            <p:cNvSpPr/>
            <p:nvPr/>
          </p:nvSpPr>
          <p:spPr>
            <a:xfrm>
              <a:off x="899145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28B5EA9D-E3BE-B730-4980-B85B1E2C10E8}"/>
                </a:ext>
              </a:extLst>
            </p:cNvPr>
            <p:cNvSpPr/>
            <p:nvPr/>
          </p:nvSpPr>
          <p:spPr>
            <a:xfrm>
              <a:off x="78764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E061B9AA-D1A4-DFD1-7308-71AE6A7D34A6}"/>
                </a:ext>
              </a:extLst>
            </p:cNvPr>
            <p:cNvSpPr/>
            <p:nvPr/>
          </p:nvSpPr>
          <p:spPr>
            <a:xfrm>
              <a:off x="923417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74AD027F-9AD0-0F42-102C-FF1C97209E70}"/>
                </a:ext>
              </a:extLst>
            </p:cNvPr>
            <p:cNvSpPr/>
            <p:nvPr/>
          </p:nvSpPr>
          <p:spPr>
            <a:xfrm>
              <a:off x="931428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: Rounded Corners 247">
              <a:extLst>
                <a:ext uri="{FF2B5EF4-FFF2-40B4-BE49-F238E27FC236}">
                  <a16:creationId xmlns:a16="http://schemas.microsoft.com/office/drawing/2014/main" id="{77C5AA8F-D02C-6662-5F67-B87D995F75B7}"/>
                </a:ext>
              </a:extLst>
            </p:cNvPr>
            <p:cNvSpPr/>
            <p:nvPr/>
          </p:nvSpPr>
          <p:spPr>
            <a:xfrm>
              <a:off x="947357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: Rounded Corners 248">
              <a:extLst>
                <a:ext uri="{FF2B5EF4-FFF2-40B4-BE49-F238E27FC236}">
                  <a16:creationId xmlns:a16="http://schemas.microsoft.com/office/drawing/2014/main" id="{4EBD7834-52CF-BAE6-0720-FB08B9D746DA}"/>
                </a:ext>
              </a:extLst>
            </p:cNvPr>
            <p:cNvSpPr/>
            <p:nvPr/>
          </p:nvSpPr>
          <p:spPr>
            <a:xfrm>
              <a:off x="963286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6FA74C56-D1B3-7252-57D7-2D347B969D53}"/>
                </a:ext>
              </a:extLst>
            </p:cNvPr>
            <p:cNvSpPr/>
            <p:nvPr/>
          </p:nvSpPr>
          <p:spPr>
            <a:xfrm>
              <a:off x="979215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: Rounded Corners 251">
              <a:extLst>
                <a:ext uri="{FF2B5EF4-FFF2-40B4-BE49-F238E27FC236}">
                  <a16:creationId xmlns:a16="http://schemas.microsoft.com/office/drawing/2014/main" id="{5707E7B1-8B91-E92A-A6F2-86967C6396CD}"/>
                </a:ext>
              </a:extLst>
            </p:cNvPr>
            <p:cNvSpPr/>
            <p:nvPr/>
          </p:nvSpPr>
          <p:spPr>
            <a:xfrm>
              <a:off x="99514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: Rounded Corners 252">
              <a:extLst>
                <a:ext uri="{FF2B5EF4-FFF2-40B4-BE49-F238E27FC236}">
                  <a16:creationId xmlns:a16="http://schemas.microsoft.com/office/drawing/2014/main" id="{429F510A-A395-FFDA-B88E-A12758B26874}"/>
                </a:ext>
              </a:extLst>
            </p:cNvPr>
            <p:cNvSpPr/>
            <p:nvPr/>
          </p:nvSpPr>
          <p:spPr>
            <a:xfrm>
              <a:off x="1011074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: Rounded Corners 255">
              <a:extLst>
                <a:ext uri="{FF2B5EF4-FFF2-40B4-BE49-F238E27FC236}">
                  <a16:creationId xmlns:a16="http://schemas.microsoft.com/office/drawing/2014/main" id="{A636DD1A-C44F-FA91-5708-76E05C67E3D2}"/>
                </a:ext>
              </a:extLst>
            </p:cNvPr>
            <p:cNvSpPr/>
            <p:nvPr/>
          </p:nvSpPr>
          <p:spPr>
            <a:xfrm>
              <a:off x="1027003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: Rounded Corners 257">
              <a:extLst>
                <a:ext uri="{FF2B5EF4-FFF2-40B4-BE49-F238E27FC236}">
                  <a16:creationId xmlns:a16="http://schemas.microsoft.com/office/drawing/2014/main" id="{C93A4736-3B8A-2F6A-D6B5-DFA3CD2F004E}"/>
                </a:ext>
              </a:extLst>
            </p:cNvPr>
            <p:cNvSpPr/>
            <p:nvPr/>
          </p:nvSpPr>
          <p:spPr>
            <a:xfrm>
              <a:off x="91549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49FC2B9B-524B-821B-56AA-71127CAC3D94}"/>
                </a:ext>
              </a:extLst>
            </p:cNvPr>
            <p:cNvSpPr/>
            <p:nvPr/>
          </p:nvSpPr>
          <p:spPr>
            <a:xfrm>
              <a:off x="931428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3F000A9A-3897-9140-03E6-DD2836C5F216}"/>
                </a:ext>
              </a:extLst>
            </p:cNvPr>
            <p:cNvSpPr/>
            <p:nvPr/>
          </p:nvSpPr>
          <p:spPr>
            <a:xfrm>
              <a:off x="947357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: Rounded Corners 240">
              <a:extLst>
                <a:ext uri="{FF2B5EF4-FFF2-40B4-BE49-F238E27FC236}">
                  <a16:creationId xmlns:a16="http://schemas.microsoft.com/office/drawing/2014/main" id="{3DEB700A-F5FD-5C72-1454-10D8D5D20E34}"/>
                </a:ext>
              </a:extLst>
            </p:cNvPr>
            <p:cNvSpPr/>
            <p:nvPr/>
          </p:nvSpPr>
          <p:spPr>
            <a:xfrm>
              <a:off x="963286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: Rounded Corners 241">
              <a:extLst>
                <a:ext uri="{FF2B5EF4-FFF2-40B4-BE49-F238E27FC236}">
                  <a16:creationId xmlns:a16="http://schemas.microsoft.com/office/drawing/2014/main" id="{697C22AF-BCB9-A9BB-0AA7-8CF4C820CEE1}"/>
                </a:ext>
              </a:extLst>
            </p:cNvPr>
            <p:cNvSpPr/>
            <p:nvPr/>
          </p:nvSpPr>
          <p:spPr>
            <a:xfrm>
              <a:off x="979215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2E507938-B339-3DB8-9F4F-615AEB07EE9C}"/>
                </a:ext>
              </a:extLst>
            </p:cNvPr>
            <p:cNvSpPr/>
            <p:nvPr/>
          </p:nvSpPr>
          <p:spPr>
            <a:xfrm>
              <a:off x="99514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57097C60-6AC3-E768-58C6-B4AA2FB64A54}"/>
                </a:ext>
              </a:extLst>
            </p:cNvPr>
            <p:cNvSpPr/>
            <p:nvPr/>
          </p:nvSpPr>
          <p:spPr>
            <a:xfrm>
              <a:off x="1011074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: Rounded Corners 244">
              <a:extLst>
                <a:ext uri="{FF2B5EF4-FFF2-40B4-BE49-F238E27FC236}">
                  <a16:creationId xmlns:a16="http://schemas.microsoft.com/office/drawing/2014/main" id="{8C93642A-37F8-F656-C8B3-7B24A98F9821}"/>
                </a:ext>
              </a:extLst>
            </p:cNvPr>
            <p:cNvSpPr/>
            <p:nvPr/>
          </p:nvSpPr>
          <p:spPr>
            <a:xfrm>
              <a:off x="1027003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: Rounded Corners 245">
              <a:extLst>
                <a:ext uri="{FF2B5EF4-FFF2-40B4-BE49-F238E27FC236}">
                  <a16:creationId xmlns:a16="http://schemas.microsoft.com/office/drawing/2014/main" id="{29F0C72B-2103-7425-E4D4-104EFCCD53EB}"/>
                </a:ext>
              </a:extLst>
            </p:cNvPr>
            <p:cNvSpPr/>
            <p:nvPr/>
          </p:nvSpPr>
          <p:spPr>
            <a:xfrm>
              <a:off x="91549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26B794E-07A1-58E5-6982-72BE195914AF}"/>
                </a:ext>
              </a:extLst>
            </p:cNvPr>
            <p:cNvSpPr/>
            <p:nvPr/>
          </p:nvSpPr>
          <p:spPr>
            <a:xfrm>
              <a:off x="1051275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DE21C67-D208-2091-FE75-68FCF016EFB6}"/>
                </a:ext>
              </a:extLst>
            </p:cNvPr>
            <p:cNvSpPr/>
            <p:nvPr/>
          </p:nvSpPr>
          <p:spPr>
            <a:xfrm>
              <a:off x="105928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E544DFE-1D8F-37BB-F426-100EC65773C6}"/>
                </a:ext>
              </a:extLst>
            </p:cNvPr>
            <p:cNvSpPr/>
            <p:nvPr/>
          </p:nvSpPr>
          <p:spPr>
            <a:xfrm>
              <a:off x="107521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33147E3-6AA2-5935-4F5C-39509F00B3CA}"/>
                </a:ext>
              </a:extLst>
            </p:cNvPr>
            <p:cNvSpPr/>
            <p:nvPr/>
          </p:nvSpPr>
          <p:spPr>
            <a:xfrm>
              <a:off x="109114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47D4880-0C7B-44B7-20EA-918AE3401CA4}"/>
                </a:ext>
              </a:extLst>
            </p:cNvPr>
            <p:cNvSpPr/>
            <p:nvPr/>
          </p:nvSpPr>
          <p:spPr>
            <a:xfrm>
              <a:off x="110707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F5DCD97-59C9-2CA3-5E9F-67BCF103B180}"/>
                </a:ext>
              </a:extLst>
            </p:cNvPr>
            <p:cNvSpPr/>
            <p:nvPr/>
          </p:nvSpPr>
          <p:spPr>
            <a:xfrm>
              <a:off x="112300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EAD422F-BE87-F244-D4D9-B6E56A5F9331}"/>
                </a:ext>
              </a:extLst>
            </p:cNvPr>
            <p:cNvSpPr/>
            <p:nvPr/>
          </p:nvSpPr>
          <p:spPr>
            <a:xfrm>
              <a:off x="113893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93A9DA1-9F36-21A3-58D1-00FE3FF03482}"/>
                </a:ext>
              </a:extLst>
            </p:cNvPr>
            <p:cNvSpPr/>
            <p:nvPr/>
          </p:nvSpPr>
          <p:spPr>
            <a:xfrm>
              <a:off x="115486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1193AE0F-E69C-2778-706A-EFBAF8375707}"/>
                </a:ext>
              </a:extLst>
            </p:cNvPr>
            <p:cNvSpPr/>
            <p:nvPr/>
          </p:nvSpPr>
          <p:spPr>
            <a:xfrm>
              <a:off x="104335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B9CE73-7CCD-8FC2-39AC-37C3BD096715}"/>
                </a:ext>
              </a:extLst>
            </p:cNvPr>
            <p:cNvSpPr/>
            <p:nvPr/>
          </p:nvSpPr>
          <p:spPr>
            <a:xfrm>
              <a:off x="105928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DD5B0FB-7F28-0265-00EC-050FC0EED2D4}"/>
                </a:ext>
              </a:extLst>
            </p:cNvPr>
            <p:cNvSpPr/>
            <p:nvPr/>
          </p:nvSpPr>
          <p:spPr>
            <a:xfrm>
              <a:off x="107521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60627D-E714-EA56-871A-ED2AA1E8E09A}"/>
                </a:ext>
              </a:extLst>
            </p:cNvPr>
            <p:cNvSpPr/>
            <p:nvPr/>
          </p:nvSpPr>
          <p:spPr>
            <a:xfrm>
              <a:off x="109114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7679449-326A-C8B4-AD77-4ACB5799F66A}"/>
                </a:ext>
              </a:extLst>
            </p:cNvPr>
            <p:cNvSpPr/>
            <p:nvPr/>
          </p:nvSpPr>
          <p:spPr>
            <a:xfrm>
              <a:off x="110707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AED5058-4463-A4A9-35C5-85E3095F28AB}"/>
                </a:ext>
              </a:extLst>
            </p:cNvPr>
            <p:cNvSpPr/>
            <p:nvPr/>
          </p:nvSpPr>
          <p:spPr>
            <a:xfrm>
              <a:off x="112300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BDFA5DA-E178-5195-C53C-55066D98ABBF}"/>
                </a:ext>
              </a:extLst>
            </p:cNvPr>
            <p:cNvSpPr/>
            <p:nvPr/>
          </p:nvSpPr>
          <p:spPr>
            <a:xfrm>
              <a:off x="113893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0EDB1F7-0B13-98E6-B20B-8895ADFC173B}"/>
                </a:ext>
              </a:extLst>
            </p:cNvPr>
            <p:cNvSpPr/>
            <p:nvPr/>
          </p:nvSpPr>
          <p:spPr>
            <a:xfrm>
              <a:off x="115486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5FAB181-750C-F2BD-5C9E-AA3DCD0DA66B}"/>
                </a:ext>
              </a:extLst>
            </p:cNvPr>
            <p:cNvSpPr/>
            <p:nvPr/>
          </p:nvSpPr>
          <p:spPr>
            <a:xfrm>
              <a:off x="104335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E976C4C3-FEFE-D33A-3986-044F49786177}"/>
              </a:ext>
            </a:extLst>
          </p:cNvPr>
          <p:cNvGrpSpPr/>
          <p:nvPr/>
        </p:nvGrpSpPr>
        <p:grpSpPr>
          <a:xfrm>
            <a:off x="-1259242" y="5928012"/>
            <a:ext cx="13102977" cy="1243880"/>
            <a:chOff x="-1259242" y="7025372"/>
            <a:chExt cx="13102977" cy="1243880"/>
          </a:xfrm>
        </p:grpSpPr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F34F47F-FFD7-DB0B-03F7-D7E0865607C5}"/>
                </a:ext>
              </a:extLst>
            </p:cNvPr>
            <p:cNvSpPr/>
            <p:nvPr/>
          </p:nvSpPr>
          <p:spPr>
            <a:xfrm>
              <a:off x="-1259242" y="7025372"/>
              <a:ext cx="13102977" cy="1243880"/>
            </a:xfrm>
            <a:prstGeom prst="rect">
              <a:avLst/>
            </a:prstGeom>
            <a:solidFill>
              <a:srgbClr val="000000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: Rounded Corners 416">
              <a:extLst>
                <a:ext uri="{FF2B5EF4-FFF2-40B4-BE49-F238E27FC236}">
                  <a16:creationId xmlns:a16="http://schemas.microsoft.com/office/drawing/2014/main" id="{CD4FC229-7C87-846C-3F3B-BB50925633A1}"/>
                </a:ext>
              </a:extLst>
            </p:cNvPr>
            <p:cNvSpPr/>
            <p:nvPr/>
          </p:nvSpPr>
          <p:spPr>
            <a:xfrm>
              <a:off x="-994468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: Rounded Corners 417">
              <a:extLst>
                <a:ext uri="{FF2B5EF4-FFF2-40B4-BE49-F238E27FC236}">
                  <a16:creationId xmlns:a16="http://schemas.microsoft.com/office/drawing/2014/main" id="{E110DC6D-7F30-23C4-4D35-4551A8716AD8}"/>
                </a:ext>
              </a:extLst>
            </p:cNvPr>
            <p:cNvSpPr/>
            <p:nvPr/>
          </p:nvSpPr>
          <p:spPr>
            <a:xfrm>
              <a:off x="-91435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: Rounded Corners 418">
              <a:extLst>
                <a:ext uri="{FF2B5EF4-FFF2-40B4-BE49-F238E27FC236}">
                  <a16:creationId xmlns:a16="http://schemas.microsoft.com/office/drawing/2014/main" id="{5EB028C0-64E0-5A3F-1754-DBAFBF7DD8BB}"/>
                </a:ext>
              </a:extLst>
            </p:cNvPr>
            <p:cNvSpPr/>
            <p:nvPr/>
          </p:nvSpPr>
          <p:spPr>
            <a:xfrm>
              <a:off x="-75506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: Rounded Corners 419">
              <a:extLst>
                <a:ext uri="{FF2B5EF4-FFF2-40B4-BE49-F238E27FC236}">
                  <a16:creationId xmlns:a16="http://schemas.microsoft.com/office/drawing/2014/main" id="{3121BD78-D9E5-D1E8-A325-403AA11FB57C}"/>
                </a:ext>
              </a:extLst>
            </p:cNvPr>
            <p:cNvSpPr/>
            <p:nvPr/>
          </p:nvSpPr>
          <p:spPr>
            <a:xfrm>
              <a:off x="-59577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: Rounded Corners 420">
              <a:extLst>
                <a:ext uri="{FF2B5EF4-FFF2-40B4-BE49-F238E27FC236}">
                  <a16:creationId xmlns:a16="http://schemas.microsoft.com/office/drawing/2014/main" id="{F028E7E8-51C7-186A-712A-022C07647D35}"/>
                </a:ext>
              </a:extLst>
            </p:cNvPr>
            <p:cNvSpPr/>
            <p:nvPr/>
          </p:nvSpPr>
          <p:spPr>
            <a:xfrm>
              <a:off x="-43648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: Rounded Corners 421">
              <a:extLst>
                <a:ext uri="{FF2B5EF4-FFF2-40B4-BE49-F238E27FC236}">
                  <a16:creationId xmlns:a16="http://schemas.microsoft.com/office/drawing/2014/main" id="{0B00BD12-B1C0-A397-631F-79E3FBDBB39D}"/>
                </a:ext>
              </a:extLst>
            </p:cNvPr>
            <p:cNvSpPr/>
            <p:nvPr/>
          </p:nvSpPr>
          <p:spPr>
            <a:xfrm>
              <a:off x="-27719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: Rounded Corners 422">
              <a:extLst>
                <a:ext uri="{FF2B5EF4-FFF2-40B4-BE49-F238E27FC236}">
                  <a16:creationId xmlns:a16="http://schemas.microsoft.com/office/drawing/2014/main" id="{FC7EE4F8-65DC-BF03-44A7-68A7436DA64F}"/>
                </a:ext>
              </a:extLst>
            </p:cNvPr>
            <p:cNvSpPr/>
            <p:nvPr/>
          </p:nvSpPr>
          <p:spPr>
            <a:xfrm>
              <a:off x="-11789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: Rounded Corners 423">
              <a:extLst>
                <a:ext uri="{FF2B5EF4-FFF2-40B4-BE49-F238E27FC236}">
                  <a16:creationId xmlns:a16="http://schemas.microsoft.com/office/drawing/2014/main" id="{606A5F52-7E06-9A99-0A8F-71B245164696}"/>
                </a:ext>
              </a:extLst>
            </p:cNvPr>
            <p:cNvSpPr/>
            <p:nvPr/>
          </p:nvSpPr>
          <p:spPr>
            <a:xfrm>
              <a:off x="4139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: Rounded Corners 424">
              <a:extLst>
                <a:ext uri="{FF2B5EF4-FFF2-40B4-BE49-F238E27FC236}">
                  <a16:creationId xmlns:a16="http://schemas.microsoft.com/office/drawing/2014/main" id="{FF4500F8-21F6-BF1B-C1A5-226FEE5E20E4}"/>
                </a:ext>
              </a:extLst>
            </p:cNvPr>
            <p:cNvSpPr/>
            <p:nvPr/>
          </p:nvSpPr>
          <p:spPr>
            <a:xfrm>
              <a:off x="-107365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: Rounded Corners 425">
              <a:extLst>
                <a:ext uri="{FF2B5EF4-FFF2-40B4-BE49-F238E27FC236}">
                  <a16:creationId xmlns:a16="http://schemas.microsoft.com/office/drawing/2014/main" id="{1DB47237-F070-B0AC-8153-CAEF5203C499}"/>
                </a:ext>
              </a:extLst>
            </p:cNvPr>
            <p:cNvSpPr/>
            <p:nvPr/>
          </p:nvSpPr>
          <p:spPr>
            <a:xfrm>
              <a:off x="-9143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: Rounded Corners 426">
              <a:extLst>
                <a:ext uri="{FF2B5EF4-FFF2-40B4-BE49-F238E27FC236}">
                  <a16:creationId xmlns:a16="http://schemas.microsoft.com/office/drawing/2014/main" id="{7B3C1315-EFCB-6B97-1984-375350430E17}"/>
                </a:ext>
              </a:extLst>
            </p:cNvPr>
            <p:cNvSpPr/>
            <p:nvPr/>
          </p:nvSpPr>
          <p:spPr>
            <a:xfrm>
              <a:off x="-7550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: Rounded Corners 427">
              <a:extLst>
                <a:ext uri="{FF2B5EF4-FFF2-40B4-BE49-F238E27FC236}">
                  <a16:creationId xmlns:a16="http://schemas.microsoft.com/office/drawing/2014/main" id="{E76940AF-1789-4863-259B-2C629458B7A1}"/>
                </a:ext>
              </a:extLst>
            </p:cNvPr>
            <p:cNvSpPr/>
            <p:nvPr/>
          </p:nvSpPr>
          <p:spPr>
            <a:xfrm>
              <a:off x="-5957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: Rounded Corners 428">
              <a:extLst>
                <a:ext uri="{FF2B5EF4-FFF2-40B4-BE49-F238E27FC236}">
                  <a16:creationId xmlns:a16="http://schemas.microsoft.com/office/drawing/2014/main" id="{B41519B1-7F96-DCC3-ED40-82D50AB44BB1}"/>
                </a:ext>
              </a:extLst>
            </p:cNvPr>
            <p:cNvSpPr/>
            <p:nvPr/>
          </p:nvSpPr>
          <p:spPr>
            <a:xfrm>
              <a:off x="-4364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: Rounded Corners 429">
              <a:extLst>
                <a:ext uri="{FF2B5EF4-FFF2-40B4-BE49-F238E27FC236}">
                  <a16:creationId xmlns:a16="http://schemas.microsoft.com/office/drawing/2014/main" id="{0C318AD3-F198-37D8-15C3-AB7539A539AD}"/>
                </a:ext>
              </a:extLst>
            </p:cNvPr>
            <p:cNvSpPr/>
            <p:nvPr/>
          </p:nvSpPr>
          <p:spPr>
            <a:xfrm>
              <a:off x="-2771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: Rounded Corners 430">
              <a:extLst>
                <a:ext uri="{FF2B5EF4-FFF2-40B4-BE49-F238E27FC236}">
                  <a16:creationId xmlns:a16="http://schemas.microsoft.com/office/drawing/2014/main" id="{17432F6D-320C-5EBE-AAC3-4682FE99EBB4}"/>
                </a:ext>
              </a:extLst>
            </p:cNvPr>
            <p:cNvSpPr/>
            <p:nvPr/>
          </p:nvSpPr>
          <p:spPr>
            <a:xfrm>
              <a:off x="-1178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: Rounded Corners 431">
              <a:extLst>
                <a:ext uri="{FF2B5EF4-FFF2-40B4-BE49-F238E27FC236}">
                  <a16:creationId xmlns:a16="http://schemas.microsoft.com/office/drawing/2014/main" id="{FA385D18-C422-4169-64AA-46D01C7D58BC}"/>
                </a:ext>
              </a:extLst>
            </p:cNvPr>
            <p:cNvSpPr/>
            <p:nvPr/>
          </p:nvSpPr>
          <p:spPr>
            <a:xfrm>
              <a:off x="4139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: Rounded Corners 432">
              <a:extLst>
                <a:ext uri="{FF2B5EF4-FFF2-40B4-BE49-F238E27FC236}">
                  <a16:creationId xmlns:a16="http://schemas.microsoft.com/office/drawing/2014/main" id="{245BF067-C524-4FFA-1A00-33528231824D}"/>
                </a:ext>
              </a:extLst>
            </p:cNvPr>
            <p:cNvSpPr/>
            <p:nvPr/>
          </p:nvSpPr>
          <p:spPr>
            <a:xfrm>
              <a:off x="-10736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: Rounded Corners 433">
              <a:extLst>
                <a:ext uri="{FF2B5EF4-FFF2-40B4-BE49-F238E27FC236}">
                  <a16:creationId xmlns:a16="http://schemas.microsoft.com/office/drawing/2014/main" id="{31532C50-41BF-6488-E4B4-F0452508A94B}"/>
                </a:ext>
              </a:extLst>
            </p:cNvPr>
            <p:cNvSpPr/>
            <p:nvPr/>
          </p:nvSpPr>
          <p:spPr>
            <a:xfrm>
              <a:off x="28411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: Rounded Corners 434">
              <a:extLst>
                <a:ext uri="{FF2B5EF4-FFF2-40B4-BE49-F238E27FC236}">
                  <a16:creationId xmlns:a16="http://schemas.microsoft.com/office/drawing/2014/main" id="{B03CC33A-724D-8CA3-CC9A-43CB06D29052}"/>
                </a:ext>
              </a:extLst>
            </p:cNvPr>
            <p:cNvSpPr/>
            <p:nvPr/>
          </p:nvSpPr>
          <p:spPr>
            <a:xfrm>
              <a:off x="3642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: Rounded Corners 435">
              <a:extLst>
                <a:ext uri="{FF2B5EF4-FFF2-40B4-BE49-F238E27FC236}">
                  <a16:creationId xmlns:a16="http://schemas.microsoft.com/office/drawing/2014/main" id="{459A993D-FCC0-3E64-3013-6381A0A64ABE}"/>
                </a:ext>
              </a:extLst>
            </p:cNvPr>
            <p:cNvSpPr/>
            <p:nvPr/>
          </p:nvSpPr>
          <p:spPr>
            <a:xfrm>
              <a:off x="5235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: Rounded Corners 436">
              <a:extLst>
                <a:ext uri="{FF2B5EF4-FFF2-40B4-BE49-F238E27FC236}">
                  <a16:creationId xmlns:a16="http://schemas.microsoft.com/office/drawing/2014/main" id="{F983669A-7CFD-F2C9-25EF-E1BD537A95A0}"/>
                </a:ext>
              </a:extLst>
            </p:cNvPr>
            <p:cNvSpPr/>
            <p:nvPr/>
          </p:nvSpPr>
          <p:spPr>
            <a:xfrm>
              <a:off x="68280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: Rounded Corners 437">
              <a:extLst>
                <a:ext uri="{FF2B5EF4-FFF2-40B4-BE49-F238E27FC236}">
                  <a16:creationId xmlns:a16="http://schemas.microsoft.com/office/drawing/2014/main" id="{B0506746-4CAA-CC4B-61BA-EAC42549D6C8}"/>
                </a:ext>
              </a:extLst>
            </p:cNvPr>
            <p:cNvSpPr/>
            <p:nvPr/>
          </p:nvSpPr>
          <p:spPr>
            <a:xfrm>
              <a:off x="84209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: Rounded Corners 438">
              <a:extLst>
                <a:ext uri="{FF2B5EF4-FFF2-40B4-BE49-F238E27FC236}">
                  <a16:creationId xmlns:a16="http://schemas.microsoft.com/office/drawing/2014/main" id="{352773F6-DECF-4F57-9137-E31542BF1FCE}"/>
                </a:ext>
              </a:extLst>
            </p:cNvPr>
            <p:cNvSpPr/>
            <p:nvPr/>
          </p:nvSpPr>
          <p:spPr>
            <a:xfrm>
              <a:off x="10013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: Rounded Corners 439">
              <a:extLst>
                <a:ext uri="{FF2B5EF4-FFF2-40B4-BE49-F238E27FC236}">
                  <a16:creationId xmlns:a16="http://schemas.microsoft.com/office/drawing/2014/main" id="{B12699FE-C98B-2BEC-AFE6-177C06CC9E85}"/>
                </a:ext>
              </a:extLst>
            </p:cNvPr>
            <p:cNvSpPr/>
            <p:nvPr/>
          </p:nvSpPr>
          <p:spPr>
            <a:xfrm>
              <a:off x="116068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: Rounded Corners 440">
              <a:extLst>
                <a:ext uri="{FF2B5EF4-FFF2-40B4-BE49-F238E27FC236}">
                  <a16:creationId xmlns:a16="http://schemas.microsoft.com/office/drawing/2014/main" id="{F203EF3A-B012-7D0B-61AE-126DB7227A7F}"/>
                </a:ext>
              </a:extLst>
            </p:cNvPr>
            <p:cNvSpPr/>
            <p:nvPr/>
          </p:nvSpPr>
          <p:spPr>
            <a:xfrm>
              <a:off x="131997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: Rounded Corners 441">
              <a:extLst>
                <a:ext uri="{FF2B5EF4-FFF2-40B4-BE49-F238E27FC236}">
                  <a16:creationId xmlns:a16="http://schemas.microsoft.com/office/drawing/2014/main" id="{7E490FEF-45D5-18D4-C414-0AB855402E60}"/>
                </a:ext>
              </a:extLst>
            </p:cNvPr>
            <p:cNvSpPr/>
            <p:nvPr/>
          </p:nvSpPr>
          <p:spPr>
            <a:xfrm>
              <a:off x="20492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: Rounded Corners 442">
              <a:extLst>
                <a:ext uri="{FF2B5EF4-FFF2-40B4-BE49-F238E27FC236}">
                  <a16:creationId xmlns:a16="http://schemas.microsoft.com/office/drawing/2014/main" id="{45731708-9E72-8D94-A79A-98F21BF2CCBD}"/>
                </a:ext>
              </a:extLst>
            </p:cNvPr>
            <p:cNvSpPr/>
            <p:nvPr/>
          </p:nvSpPr>
          <p:spPr>
            <a:xfrm>
              <a:off x="3642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: Rounded Corners 443">
              <a:extLst>
                <a:ext uri="{FF2B5EF4-FFF2-40B4-BE49-F238E27FC236}">
                  <a16:creationId xmlns:a16="http://schemas.microsoft.com/office/drawing/2014/main" id="{1B54B4D8-DD0A-D0EC-768D-D2F244FBA2A5}"/>
                </a:ext>
              </a:extLst>
            </p:cNvPr>
            <p:cNvSpPr/>
            <p:nvPr/>
          </p:nvSpPr>
          <p:spPr>
            <a:xfrm>
              <a:off x="5235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: Rounded Corners 444">
              <a:extLst>
                <a:ext uri="{FF2B5EF4-FFF2-40B4-BE49-F238E27FC236}">
                  <a16:creationId xmlns:a16="http://schemas.microsoft.com/office/drawing/2014/main" id="{47EA83E5-B24B-C215-86A5-9AA932089951}"/>
                </a:ext>
              </a:extLst>
            </p:cNvPr>
            <p:cNvSpPr/>
            <p:nvPr/>
          </p:nvSpPr>
          <p:spPr>
            <a:xfrm>
              <a:off x="68280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: Rounded Corners 445">
              <a:extLst>
                <a:ext uri="{FF2B5EF4-FFF2-40B4-BE49-F238E27FC236}">
                  <a16:creationId xmlns:a16="http://schemas.microsoft.com/office/drawing/2014/main" id="{8C5406D3-77F9-82AB-F639-FEC706D3B5C8}"/>
                </a:ext>
              </a:extLst>
            </p:cNvPr>
            <p:cNvSpPr/>
            <p:nvPr/>
          </p:nvSpPr>
          <p:spPr>
            <a:xfrm>
              <a:off x="84209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: Rounded Corners 446">
              <a:extLst>
                <a:ext uri="{FF2B5EF4-FFF2-40B4-BE49-F238E27FC236}">
                  <a16:creationId xmlns:a16="http://schemas.microsoft.com/office/drawing/2014/main" id="{F3B6B91C-C2D3-C2B2-0285-59E357BE4301}"/>
                </a:ext>
              </a:extLst>
            </p:cNvPr>
            <p:cNvSpPr/>
            <p:nvPr/>
          </p:nvSpPr>
          <p:spPr>
            <a:xfrm>
              <a:off x="10013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: Rounded Corners 447">
              <a:extLst>
                <a:ext uri="{FF2B5EF4-FFF2-40B4-BE49-F238E27FC236}">
                  <a16:creationId xmlns:a16="http://schemas.microsoft.com/office/drawing/2014/main" id="{3E1ED804-B11E-1436-F838-61F5229C35E2}"/>
                </a:ext>
              </a:extLst>
            </p:cNvPr>
            <p:cNvSpPr/>
            <p:nvPr/>
          </p:nvSpPr>
          <p:spPr>
            <a:xfrm>
              <a:off x="116068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: Rounded Corners 448">
              <a:extLst>
                <a:ext uri="{FF2B5EF4-FFF2-40B4-BE49-F238E27FC236}">
                  <a16:creationId xmlns:a16="http://schemas.microsoft.com/office/drawing/2014/main" id="{BF89AEA6-73F4-885A-0967-2F25D579592E}"/>
                </a:ext>
              </a:extLst>
            </p:cNvPr>
            <p:cNvSpPr/>
            <p:nvPr/>
          </p:nvSpPr>
          <p:spPr>
            <a:xfrm>
              <a:off x="131997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: Rounded Corners 449">
              <a:extLst>
                <a:ext uri="{FF2B5EF4-FFF2-40B4-BE49-F238E27FC236}">
                  <a16:creationId xmlns:a16="http://schemas.microsoft.com/office/drawing/2014/main" id="{F722AE50-41BD-65EF-8DE4-672DEC31A009}"/>
                </a:ext>
              </a:extLst>
            </p:cNvPr>
            <p:cNvSpPr/>
            <p:nvPr/>
          </p:nvSpPr>
          <p:spPr>
            <a:xfrm>
              <a:off x="20493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: Rounded Corners 450">
              <a:extLst>
                <a:ext uri="{FF2B5EF4-FFF2-40B4-BE49-F238E27FC236}">
                  <a16:creationId xmlns:a16="http://schemas.microsoft.com/office/drawing/2014/main" id="{C48289ED-C2E0-EFD9-9F57-8287E5961689}"/>
                </a:ext>
              </a:extLst>
            </p:cNvPr>
            <p:cNvSpPr/>
            <p:nvPr/>
          </p:nvSpPr>
          <p:spPr>
            <a:xfrm>
              <a:off x="156269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: Rounded Corners 451">
              <a:extLst>
                <a:ext uri="{FF2B5EF4-FFF2-40B4-BE49-F238E27FC236}">
                  <a16:creationId xmlns:a16="http://schemas.microsoft.com/office/drawing/2014/main" id="{2885117C-B50E-5F00-0592-A2342AFD27D4}"/>
                </a:ext>
              </a:extLst>
            </p:cNvPr>
            <p:cNvSpPr/>
            <p:nvPr/>
          </p:nvSpPr>
          <p:spPr>
            <a:xfrm>
              <a:off x="16428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: Rounded Corners 452">
              <a:extLst>
                <a:ext uri="{FF2B5EF4-FFF2-40B4-BE49-F238E27FC236}">
                  <a16:creationId xmlns:a16="http://schemas.microsoft.com/office/drawing/2014/main" id="{E5AD0F14-C4C0-F206-C429-C94E18FBC796}"/>
                </a:ext>
              </a:extLst>
            </p:cNvPr>
            <p:cNvSpPr/>
            <p:nvPr/>
          </p:nvSpPr>
          <p:spPr>
            <a:xfrm>
              <a:off x="18020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: Rounded Corners 453">
              <a:extLst>
                <a:ext uri="{FF2B5EF4-FFF2-40B4-BE49-F238E27FC236}">
                  <a16:creationId xmlns:a16="http://schemas.microsoft.com/office/drawing/2014/main" id="{A1A4B5B4-22EE-B33C-ACB5-12679B4B9103}"/>
                </a:ext>
              </a:extLst>
            </p:cNvPr>
            <p:cNvSpPr/>
            <p:nvPr/>
          </p:nvSpPr>
          <p:spPr>
            <a:xfrm>
              <a:off x="196138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: Rounded Corners 454">
              <a:extLst>
                <a:ext uri="{FF2B5EF4-FFF2-40B4-BE49-F238E27FC236}">
                  <a16:creationId xmlns:a16="http://schemas.microsoft.com/office/drawing/2014/main" id="{B27AC8D4-C251-B82C-502B-BE214216A199}"/>
                </a:ext>
              </a:extLst>
            </p:cNvPr>
            <p:cNvSpPr/>
            <p:nvPr/>
          </p:nvSpPr>
          <p:spPr>
            <a:xfrm>
              <a:off x="212067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: Rounded Corners 455">
              <a:extLst>
                <a:ext uri="{FF2B5EF4-FFF2-40B4-BE49-F238E27FC236}">
                  <a16:creationId xmlns:a16="http://schemas.microsoft.com/office/drawing/2014/main" id="{317413F0-80A2-3139-5595-952D5193B2B1}"/>
                </a:ext>
              </a:extLst>
            </p:cNvPr>
            <p:cNvSpPr/>
            <p:nvPr/>
          </p:nvSpPr>
          <p:spPr>
            <a:xfrm>
              <a:off x="227996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: Rounded Corners 456">
              <a:extLst>
                <a:ext uri="{FF2B5EF4-FFF2-40B4-BE49-F238E27FC236}">
                  <a16:creationId xmlns:a16="http://schemas.microsoft.com/office/drawing/2014/main" id="{B8E842FA-4416-8AA3-DFF4-E77DA9D63C23}"/>
                </a:ext>
              </a:extLst>
            </p:cNvPr>
            <p:cNvSpPr/>
            <p:nvPr/>
          </p:nvSpPr>
          <p:spPr>
            <a:xfrm>
              <a:off x="243926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: Rounded Corners 457">
              <a:extLst>
                <a:ext uri="{FF2B5EF4-FFF2-40B4-BE49-F238E27FC236}">
                  <a16:creationId xmlns:a16="http://schemas.microsoft.com/office/drawing/2014/main" id="{A60466FF-4B63-1270-2538-7CFA6EA159E1}"/>
                </a:ext>
              </a:extLst>
            </p:cNvPr>
            <p:cNvSpPr/>
            <p:nvPr/>
          </p:nvSpPr>
          <p:spPr>
            <a:xfrm>
              <a:off x="259855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: Rounded Corners 458">
              <a:extLst>
                <a:ext uri="{FF2B5EF4-FFF2-40B4-BE49-F238E27FC236}">
                  <a16:creationId xmlns:a16="http://schemas.microsoft.com/office/drawing/2014/main" id="{02277931-5E5D-0FA9-E67B-C81A4013A36F}"/>
                </a:ext>
              </a:extLst>
            </p:cNvPr>
            <p:cNvSpPr/>
            <p:nvPr/>
          </p:nvSpPr>
          <p:spPr>
            <a:xfrm>
              <a:off x="148350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: Rounded Corners 459">
              <a:extLst>
                <a:ext uri="{FF2B5EF4-FFF2-40B4-BE49-F238E27FC236}">
                  <a16:creationId xmlns:a16="http://schemas.microsoft.com/office/drawing/2014/main" id="{301BE36C-8879-0C26-B9A9-706609E154C2}"/>
                </a:ext>
              </a:extLst>
            </p:cNvPr>
            <p:cNvSpPr/>
            <p:nvPr/>
          </p:nvSpPr>
          <p:spPr>
            <a:xfrm>
              <a:off x="16428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: Rounded Corners 460">
              <a:extLst>
                <a:ext uri="{FF2B5EF4-FFF2-40B4-BE49-F238E27FC236}">
                  <a16:creationId xmlns:a16="http://schemas.microsoft.com/office/drawing/2014/main" id="{76B96CC0-C0ED-A127-A6E4-75FECFEE7654}"/>
                </a:ext>
              </a:extLst>
            </p:cNvPr>
            <p:cNvSpPr/>
            <p:nvPr/>
          </p:nvSpPr>
          <p:spPr>
            <a:xfrm>
              <a:off x="18020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: Rounded Corners 461">
              <a:extLst>
                <a:ext uri="{FF2B5EF4-FFF2-40B4-BE49-F238E27FC236}">
                  <a16:creationId xmlns:a16="http://schemas.microsoft.com/office/drawing/2014/main" id="{EAB755FE-876B-296D-614A-9DB27575273D}"/>
                </a:ext>
              </a:extLst>
            </p:cNvPr>
            <p:cNvSpPr/>
            <p:nvPr/>
          </p:nvSpPr>
          <p:spPr>
            <a:xfrm>
              <a:off x="196138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FF554863-ED01-2821-87BC-B95164752EE8}"/>
                </a:ext>
              </a:extLst>
            </p:cNvPr>
            <p:cNvSpPr/>
            <p:nvPr/>
          </p:nvSpPr>
          <p:spPr>
            <a:xfrm>
              <a:off x="212067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: Rounded Corners 463">
              <a:extLst>
                <a:ext uri="{FF2B5EF4-FFF2-40B4-BE49-F238E27FC236}">
                  <a16:creationId xmlns:a16="http://schemas.microsoft.com/office/drawing/2014/main" id="{BB001E54-CC78-158D-2E8D-214186556CF6}"/>
                </a:ext>
              </a:extLst>
            </p:cNvPr>
            <p:cNvSpPr/>
            <p:nvPr/>
          </p:nvSpPr>
          <p:spPr>
            <a:xfrm>
              <a:off x="227997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: Rounded Corners 464">
              <a:extLst>
                <a:ext uri="{FF2B5EF4-FFF2-40B4-BE49-F238E27FC236}">
                  <a16:creationId xmlns:a16="http://schemas.microsoft.com/office/drawing/2014/main" id="{9EB616D3-46BC-333F-C59B-573E183A72C5}"/>
                </a:ext>
              </a:extLst>
            </p:cNvPr>
            <p:cNvSpPr/>
            <p:nvPr/>
          </p:nvSpPr>
          <p:spPr>
            <a:xfrm>
              <a:off x="243926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: Rounded Corners 465">
              <a:extLst>
                <a:ext uri="{FF2B5EF4-FFF2-40B4-BE49-F238E27FC236}">
                  <a16:creationId xmlns:a16="http://schemas.microsoft.com/office/drawing/2014/main" id="{92A2BE86-1AA0-1482-59E4-D4C99BD903B0}"/>
                </a:ext>
              </a:extLst>
            </p:cNvPr>
            <p:cNvSpPr/>
            <p:nvPr/>
          </p:nvSpPr>
          <p:spPr>
            <a:xfrm>
              <a:off x="259855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: Rounded Corners 466">
              <a:extLst>
                <a:ext uri="{FF2B5EF4-FFF2-40B4-BE49-F238E27FC236}">
                  <a16:creationId xmlns:a16="http://schemas.microsoft.com/office/drawing/2014/main" id="{48DB8CB7-CE3D-9436-60EA-34D273ADD15C}"/>
                </a:ext>
              </a:extLst>
            </p:cNvPr>
            <p:cNvSpPr/>
            <p:nvPr/>
          </p:nvSpPr>
          <p:spPr>
            <a:xfrm>
              <a:off x="148351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: Rounded Corners 467">
              <a:extLst>
                <a:ext uri="{FF2B5EF4-FFF2-40B4-BE49-F238E27FC236}">
                  <a16:creationId xmlns:a16="http://schemas.microsoft.com/office/drawing/2014/main" id="{3DCF292D-D6AF-A0C4-9332-0EA59D37182C}"/>
                </a:ext>
              </a:extLst>
            </p:cNvPr>
            <p:cNvSpPr/>
            <p:nvPr/>
          </p:nvSpPr>
          <p:spPr>
            <a:xfrm>
              <a:off x="284127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: Rounded Corners 468">
              <a:extLst>
                <a:ext uri="{FF2B5EF4-FFF2-40B4-BE49-F238E27FC236}">
                  <a16:creationId xmlns:a16="http://schemas.microsoft.com/office/drawing/2014/main" id="{40A8B1E9-F9AD-43F6-663D-EBBC597F912B}"/>
                </a:ext>
              </a:extLst>
            </p:cNvPr>
            <p:cNvSpPr/>
            <p:nvPr/>
          </p:nvSpPr>
          <p:spPr>
            <a:xfrm>
              <a:off x="29213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: Rounded Corners 469">
              <a:extLst>
                <a:ext uri="{FF2B5EF4-FFF2-40B4-BE49-F238E27FC236}">
                  <a16:creationId xmlns:a16="http://schemas.microsoft.com/office/drawing/2014/main" id="{9F9F48A5-D411-7081-9245-6793BB5C47C9}"/>
                </a:ext>
              </a:extLst>
            </p:cNvPr>
            <p:cNvSpPr/>
            <p:nvPr/>
          </p:nvSpPr>
          <p:spPr>
            <a:xfrm>
              <a:off x="30806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: Rounded Corners 470">
              <a:extLst>
                <a:ext uri="{FF2B5EF4-FFF2-40B4-BE49-F238E27FC236}">
                  <a16:creationId xmlns:a16="http://schemas.microsoft.com/office/drawing/2014/main" id="{A2DCBBEC-7895-9F1F-1E41-08960A9B22B1}"/>
                </a:ext>
              </a:extLst>
            </p:cNvPr>
            <p:cNvSpPr/>
            <p:nvPr/>
          </p:nvSpPr>
          <p:spPr>
            <a:xfrm>
              <a:off x="323996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: Rounded Corners 471">
              <a:extLst>
                <a:ext uri="{FF2B5EF4-FFF2-40B4-BE49-F238E27FC236}">
                  <a16:creationId xmlns:a16="http://schemas.microsoft.com/office/drawing/2014/main" id="{46BC6A57-4F01-3735-391D-FCDF365E92B6}"/>
                </a:ext>
              </a:extLst>
            </p:cNvPr>
            <p:cNvSpPr/>
            <p:nvPr/>
          </p:nvSpPr>
          <p:spPr>
            <a:xfrm>
              <a:off x="339925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: Rounded Corners 472">
              <a:extLst>
                <a:ext uri="{FF2B5EF4-FFF2-40B4-BE49-F238E27FC236}">
                  <a16:creationId xmlns:a16="http://schemas.microsoft.com/office/drawing/2014/main" id="{4B9707F4-4CAE-ADA4-A1BE-A32C0227241D}"/>
                </a:ext>
              </a:extLst>
            </p:cNvPr>
            <p:cNvSpPr/>
            <p:nvPr/>
          </p:nvSpPr>
          <p:spPr>
            <a:xfrm>
              <a:off x="355854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: Rounded Corners 473">
              <a:extLst>
                <a:ext uri="{FF2B5EF4-FFF2-40B4-BE49-F238E27FC236}">
                  <a16:creationId xmlns:a16="http://schemas.microsoft.com/office/drawing/2014/main" id="{3CEFC3BB-519E-2FE0-AE7C-9D16C93DD556}"/>
                </a:ext>
              </a:extLst>
            </p:cNvPr>
            <p:cNvSpPr/>
            <p:nvPr/>
          </p:nvSpPr>
          <p:spPr>
            <a:xfrm>
              <a:off x="371784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: Rounded Corners 474">
              <a:extLst>
                <a:ext uri="{FF2B5EF4-FFF2-40B4-BE49-F238E27FC236}">
                  <a16:creationId xmlns:a16="http://schemas.microsoft.com/office/drawing/2014/main" id="{BD534394-244F-FAB8-08EF-522D470F996F}"/>
                </a:ext>
              </a:extLst>
            </p:cNvPr>
            <p:cNvSpPr/>
            <p:nvPr/>
          </p:nvSpPr>
          <p:spPr>
            <a:xfrm>
              <a:off x="387713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: Rounded Corners 475">
              <a:extLst>
                <a:ext uri="{FF2B5EF4-FFF2-40B4-BE49-F238E27FC236}">
                  <a16:creationId xmlns:a16="http://schemas.microsoft.com/office/drawing/2014/main" id="{87AC693E-3F8A-FB76-E817-DED820AFACAF}"/>
                </a:ext>
              </a:extLst>
            </p:cNvPr>
            <p:cNvSpPr/>
            <p:nvPr/>
          </p:nvSpPr>
          <p:spPr>
            <a:xfrm>
              <a:off x="27620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: Rounded Corners 476">
              <a:extLst>
                <a:ext uri="{FF2B5EF4-FFF2-40B4-BE49-F238E27FC236}">
                  <a16:creationId xmlns:a16="http://schemas.microsoft.com/office/drawing/2014/main" id="{785630AD-76A9-B55F-B9DE-77A428CF7424}"/>
                </a:ext>
              </a:extLst>
            </p:cNvPr>
            <p:cNvSpPr/>
            <p:nvPr/>
          </p:nvSpPr>
          <p:spPr>
            <a:xfrm>
              <a:off x="29213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: Rounded Corners 477">
              <a:extLst>
                <a:ext uri="{FF2B5EF4-FFF2-40B4-BE49-F238E27FC236}">
                  <a16:creationId xmlns:a16="http://schemas.microsoft.com/office/drawing/2014/main" id="{726730F0-8AD6-2BF9-809F-72619EAF6783}"/>
                </a:ext>
              </a:extLst>
            </p:cNvPr>
            <p:cNvSpPr/>
            <p:nvPr/>
          </p:nvSpPr>
          <p:spPr>
            <a:xfrm>
              <a:off x="30806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: Rounded Corners 478">
              <a:extLst>
                <a:ext uri="{FF2B5EF4-FFF2-40B4-BE49-F238E27FC236}">
                  <a16:creationId xmlns:a16="http://schemas.microsoft.com/office/drawing/2014/main" id="{984684FD-E4FD-CFE9-A7E0-9F810321A4BB}"/>
                </a:ext>
              </a:extLst>
            </p:cNvPr>
            <p:cNvSpPr/>
            <p:nvPr/>
          </p:nvSpPr>
          <p:spPr>
            <a:xfrm>
              <a:off x="32399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: Rounded Corners 479">
              <a:extLst>
                <a:ext uri="{FF2B5EF4-FFF2-40B4-BE49-F238E27FC236}">
                  <a16:creationId xmlns:a16="http://schemas.microsoft.com/office/drawing/2014/main" id="{0394ED6C-95A1-F1F0-BF61-09D3AEACEBB0}"/>
                </a:ext>
              </a:extLst>
            </p:cNvPr>
            <p:cNvSpPr/>
            <p:nvPr/>
          </p:nvSpPr>
          <p:spPr>
            <a:xfrm>
              <a:off x="33992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: Rounded Corners 480">
              <a:extLst>
                <a:ext uri="{FF2B5EF4-FFF2-40B4-BE49-F238E27FC236}">
                  <a16:creationId xmlns:a16="http://schemas.microsoft.com/office/drawing/2014/main" id="{4F29320C-F492-D688-2A19-9075D2708289}"/>
                </a:ext>
              </a:extLst>
            </p:cNvPr>
            <p:cNvSpPr/>
            <p:nvPr/>
          </p:nvSpPr>
          <p:spPr>
            <a:xfrm>
              <a:off x="35585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: Rounded Corners 481">
              <a:extLst>
                <a:ext uri="{FF2B5EF4-FFF2-40B4-BE49-F238E27FC236}">
                  <a16:creationId xmlns:a16="http://schemas.microsoft.com/office/drawing/2014/main" id="{1C2AC12A-6897-9B61-8957-12417B2FE889}"/>
                </a:ext>
              </a:extLst>
            </p:cNvPr>
            <p:cNvSpPr/>
            <p:nvPr/>
          </p:nvSpPr>
          <p:spPr>
            <a:xfrm>
              <a:off x="371784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: Rounded Corners 482">
              <a:extLst>
                <a:ext uri="{FF2B5EF4-FFF2-40B4-BE49-F238E27FC236}">
                  <a16:creationId xmlns:a16="http://schemas.microsoft.com/office/drawing/2014/main" id="{1F76964B-C27E-BA98-0783-F7C46EAAA269}"/>
                </a:ext>
              </a:extLst>
            </p:cNvPr>
            <p:cNvSpPr/>
            <p:nvPr/>
          </p:nvSpPr>
          <p:spPr>
            <a:xfrm>
              <a:off x="387713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: Rounded Corners 483">
              <a:extLst>
                <a:ext uri="{FF2B5EF4-FFF2-40B4-BE49-F238E27FC236}">
                  <a16:creationId xmlns:a16="http://schemas.microsoft.com/office/drawing/2014/main" id="{3094991D-3157-0D62-B210-0939A759AE16}"/>
                </a:ext>
              </a:extLst>
            </p:cNvPr>
            <p:cNvSpPr/>
            <p:nvPr/>
          </p:nvSpPr>
          <p:spPr>
            <a:xfrm>
              <a:off x="27620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: Rounded Corners 484">
              <a:extLst>
                <a:ext uri="{FF2B5EF4-FFF2-40B4-BE49-F238E27FC236}">
                  <a16:creationId xmlns:a16="http://schemas.microsoft.com/office/drawing/2014/main" id="{D0AB8A46-882A-7319-B729-954333F47B67}"/>
                </a:ext>
              </a:extLst>
            </p:cNvPr>
            <p:cNvSpPr/>
            <p:nvPr/>
          </p:nvSpPr>
          <p:spPr>
            <a:xfrm>
              <a:off x="4119851" y="7226811"/>
              <a:ext cx="1195153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: Rounded Corners 485">
              <a:extLst>
                <a:ext uri="{FF2B5EF4-FFF2-40B4-BE49-F238E27FC236}">
                  <a16:creationId xmlns:a16="http://schemas.microsoft.com/office/drawing/2014/main" id="{00571E02-CB1E-B15E-6384-2CF637191A27}"/>
                </a:ext>
              </a:extLst>
            </p:cNvPr>
            <p:cNvSpPr/>
            <p:nvPr/>
          </p:nvSpPr>
          <p:spPr>
            <a:xfrm>
              <a:off x="41999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: Rounded Corners 486">
              <a:extLst>
                <a:ext uri="{FF2B5EF4-FFF2-40B4-BE49-F238E27FC236}">
                  <a16:creationId xmlns:a16="http://schemas.microsoft.com/office/drawing/2014/main" id="{01A5FECB-28C3-4BEF-AE77-91BB16D4C981}"/>
                </a:ext>
              </a:extLst>
            </p:cNvPr>
            <p:cNvSpPr/>
            <p:nvPr/>
          </p:nvSpPr>
          <p:spPr>
            <a:xfrm>
              <a:off x="43592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: Rounded Corners 487">
              <a:extLst>
                <a:ext uri="{FF2B5EF4-FFF2-40B4-BE49-F238E27FC236}">
                  <a16:creationId xmlns:a16="http://schemas.microsoft.com/office/drawing/2014/main" id="{22C13838-B13A-F5B1-8F84-52B6D53E3097}"/>
                </a:ext>
              </a:extLst>
            </p:cNvPr>
            <p:cNvSpPr/>
            <p:nvPr/>
          </p:nvSpPr>
          <p:spPr>
            <a:xfrm>
              <a:off x="45185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: Rounded Corners 488">
              <a:extLst>
                <a:ext uri="{FF2B5EF4-FFF2-40B4-BE49-F238E27FC236}">
                  <a16:creationId xmlns:a16="http://schemas.microsoft.com/office/drawing/2014/main" id="{4731107C-CAB9-E7C4-43BC-8AEA4E0004EE}"/>
                </a:ext>
              </a:extLst>
            </p:cNvPr>
            <p:cNvSpPr/>
            <p:nvPr/>
          </p:nvSpPr>
          <p:spPr>
            <a:xfrm>
              <a:off x="46778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: Rounded Corners 489">
              <a:extLst>
                <a:ext uri="{FF2B5EF4-FFF2-40B4-BE49-F238E27FC236}">
                  <a16:creationId xmlns:a16="http://schemas.microsoft.com/office/drawing/2014/main" id="{15B56478-E316-EF9A-423D-97F0DC050B2D}"/>
                </a:ext>
              </a:extLst>
            </p:cNvPr>
            <p:cNvSpPr/>
            <p:nvPr/>
          </p:nvSpPr>
          <p:spPr>
            <a:xfrm>
              <a:off x="48371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: Rounded Corners 490">
              <a:extLst>
                <a:ext uri="{FF2B5EF4-FFF2-40B4-BE49-F238E27FC236}">
                  <a16:creationId xmlns:a16="http://schemas.microsoft.com/office/drawing/2014/main" id="{F5E3804A-D75B-3AB6-62A9-7C84B3306E06}"/>
                </a:ext>
              </a:extLst>
            </p:cNvPr>
            <p:cNvSpPr/>
            <p:nvPr/>
          </p:nvSpPr>
          <p:spPr>
            <a:xfrm>
              <a:off x="49964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: Rounded Corners 491">
              <a:extLst>
                <a:ext uri="{FF2B5EF4-FFF2-40B4-BE49-F238E27FC236}">
                  <a16:creationId xmlns:a16="http://schemas.microsoft.com/office/drawing/2014/main" id="{A1D00A77-FA44-4F17-AB11-7975D21DBD82}"/>
                </a:ext>
              </a:extLst>
            </p:cNvPr>
            <p:cNvSpPr/>
            <p:nvPr/>
          </p:nvSpPr>
          <p:spPr>
            <a:xfrm>
              <a:off x="51557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: Rounded Corners 492">
              <a:extLst>
                <a:ext uri="{FF2B5EF4-FFF2-40B4-BE49-F238E27FC236}">
                  <a16:creationId xmlns:a16="http://schemas.microsoft.com/office/drawing/2014/main" id="{91F9B498-2920-BF6D-AC09-CBFA0973BAC3}"/>
                </a:ext>
              </a:extLst>
            </p:cNvPr>
            <p:cNvSpPr/>
            <p:nvPr/>
          </p:nvSpPr>
          <p:spPr>
            <a:xfrm>
              <a:off x="40406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: Rounded Corners 493">
              <a:extLst>
                <a:ext uri="{FF2B5EF4-FFF2-40B4-BE49-F238E27FC236}">
                  <a16:creationId xmlns:a16="http://schemas.microsoft.com/office/drawing/2014/main" id="{445811D2-D7B9-10B6-467E-31B16A44905F}"/>
                </a:ext>
              </a:extLst>
            </p:cNvPr>
            <p:cNvSpPr/>
            <p:nvPr/>
          </p:nvSpPr>
          <p:spPr>
            <a:xfrm>
              <a:off x="41999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: Rounded Corners 494">
              <a:extLst>
                <a:ext uri="{FF2B5EF4-FFF2-40B4-BE49-F238E27FC236}">
                  <a16:creationId xmlns:a16="http://schemas.microsoft.com/office/drawing/2014/main" id="{D85075D9-3621-E939-2C48-5049D916E05F}"/>
                </a:ext>
              </a:extLst>
            </p:cNvPr>
            <p:cNvSpPr/>
            <p:nvPr/>
          </p:nvSpPr>
          <p:spPr>
            <a:xfrm>
              <a:off x="43592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: Rounded Corners 495">
              <a:extLst>
                <a:ext uri="{FF2B5EF4-FFF2-40B4-BE49-F238E27FC236}">
                  <a16:creationId xmlns:a16="http://schemas.microsoft.com/office/drawing/2014/main" id="{B80D9524-E8E1-609C-6DF6-1C866536385B}"/>
                </a:ext>
              </a:extLst>
            </p:cNvPr>
            <p:cNvSpPr/>
            <p:nvPr/>
          </p:nvSpPr>
          <p:spPr>
            <a:xfrm>
              <a:off x="45185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: Rounded Corners 496">
              <a:extLst>
                <a:ext uri="{FF2B5EF4-FFF2-40B4-BE49-F238E27FC236}">
                  <a16:creationId xmlns:a16="http://schemas.microsoft.com/office/drawing/2014/main" id="{E61383B8-75DD-F2DC-FBB2-85F1FE0014CE}"/>
                </a:ext>
              </a:extLst>
            </p:cNvPr>
            <p:cNvSpPr/>
            <p:nvPr/>
          </p:nvSpPr>
          <p:spPr>
            <a:xfrm>
              <a:off x="46778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: Rounded Corners 497">
              <a:extLst>
                <a:ext uri="{FF2B5EF4-FFF2-40B4-BE49-F238E27FC236}">
                  <a16:creationId xmlns:a16="http://schemas.microsoft.com/office/drawing/2014/main" id="{CD7D71D5-336D-E16F-0D6F-A8DF7FD70631}"/>
                </a:ext>
              </a:extLst>
            </p:cNvPr>
            <p:cNvSpPr/>
            <p:nvPr/>
          </p:nvSpPr>
          <p:spPr>
            <a:xfrm>
              <a:off x="48371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: Rounded Corners 498">
              <a:extLst>
                <a:ext uri="{FF2B5EF4-FFF2-40B4-BE49-F238E27FC236}">
                  <a16:creationId xmlns:a16="http://schemas.microsoft.com/office/drawing/2014/main" id="{355658D8-7EB8-9F11-0832-1A1DE3191882}"/>
                </a:ext>
              </a:extLst>
            </p:cNvPr>
            <p:cNvSpPr/>
            <p:nvPr/>
          </p:nvSpPr>
          <p:spPr>
            <a:xfrm>
              <a:off x="49964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: Rounded Corners 499">
              <a:extLst>
                <a:ext uri="{FF2B5EF4-FFF2-40B4-BE49-F238E27FC236}">
                  <a16:creationId xmlns:a16="http://schemas.microsoft.com/office/drawing/2014/main" id="{52031864-D9F4-5704-5A16-C6AE00C2D9C2}"/>
                </a:ext>
              </a:extLst>
            </p:cNvPr>
            <p:cNvSpPr/>
            <p:nvPr/>
          </p:nvSpPr>
          <p:spPr>
            <a:xfrm>
              <a:off x="51557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: Rounded Corners 500">
              <a:extLst>
                <a:ext uri="{FF2B5EF4-FFF2-40B4-BE49-F238E27FC236}">
                  <a16:creationId xmlns:a16="http://schemas.microsoft.com/office/drawing/2014/main" id="{0C73C910-1C3B-C3B0-C546-D7313B52AB0E}"/>
                </a:ext>
              </a:extLst>
            </p:cNvPr>
            <p:cNvSpPr/>
            <p:nvPr/>
          </p:nvSpPr>
          <p:spPr>
            <a:xfrm>
              <a:off x="40406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: Rounded Corners 501">
              <a:extLst>
                <a:ext uri="{FF2B5EF4-FFF2-40B4-BE49-F238E27FC236}">
                  <a16:creationId xmlns:a16="http://schemas.microsoft.com/office/drawing/2014/main" id="{D8086BC2-A9D9-3E48-961E-240886F0F489}"/>
                </a:ext>
              </a:extLst>
            </p:cNvPr>
            <p:cNvSpPr/>
            <p:nvPr/>
          </p:nvSpPr>
          <p:spPr>
            <a:xfrm>
              <a:off x="539843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: Rounded Corners 502">
              <a:extLst>
                <a:ext uri="{FF2B5EF4-FFF2-40B4-BE49-F238E27FC236}">
                  <a16:creationId xmlns:a16="http://schemas.microsoft.com/office/drawing/2014/main" id="{7963DACE-B69F-8825-F690-F47C323519F8}"/>
                </a:ext>
              </a:extLst>
            </p:cNvPr>
            <p:cNvSpPr/>
            <p:nvPr/>
          </p:nvSpPr>
          <p:spPr>
            <a:xfrm>
              <a:off x="547854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: Rounded Corners 503">
              <a:extLst>
                <a:ext uri="{FF2B5EF4-FFF2-40B4-BE49-F238E27FC236}">
                  <a16:creationId xmlns:a16="http://schemas.microsoft.com/office/drawing/2014/main" id="{BE8425C2-72E3-6082-7E37-DF7D80B510BB}"/>
                </a:ext>
              </a:extLst>
            </p:cNvPr>
            <p:cNvSpPr/>
            <p:nvPr/>
          </p:nvSpPr>
          <p:spPr>
            <a:xfrm>
              <a:off x="563783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: Rounded Corners 504">
              <a:extLst>
                <a:ext uri="{FF2B5EF4-FFF2-40B4-BE49-F238E27FC236}">
                  <a16:creationId xmlns:a16="http://schemas.microsoft.com/office/drawing/2014/main" id="{3F90C879-0AFF-C3DF-1BDE-AB2A438A3BA5}"/>
                </a:ext>
              </a:extLst>
            </p:cNvPr>
            <p:cNvSpPr/>
            <p:nvPr/>
          </p:nvSpPr>
          <p:spPr>
            <a:xfrm>
              <a:off x="579712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: Rounded Corners 505">
              <a:extLst>
                <a:ext uri="{FF2B5EF4-FFF2-40B4-BE49-F238E27FC236}">
                  <a16:creationId xmlns:a16="http://schemas.microsoft.com/office/drawing/2014/main" id="{195F66AD-4747-67FF-D64D-70CBA79E8079}"/>
                </a:ext>
              </a:extLst>
            </p:cNvPr>
            <p:cNvSpPr/>
            <p:nvPr/>
          </p:nvSpPr>
          <p:spPr>
            <a:xfrm>
              <a:off x="595641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: Rounded Corners 506">
              <a:extLst>
                <a:ext uri="{FF2B5EF4-FFF2-40B4-BE49-F238E27FC236}">
                  <a16:creationId xmlns:a16="http://schemas.microsoft.com/office/drawing/2014/main" id="{90DBDBD1-8AA3-5AD5-A22A-4E25F62B8F07}"/>
                </a:ext>
              </a:extLst>
            </p:cNvPr>
            <p:cNvSpPr/>
            <p:nvPr/>
          </p:nvSpPr>
          <p:spPr>
            <a:xfrm>
              <a:off x="61157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: Rounded Corners 507">
              <a:extLst>
                <a:ext uri="{FF2B5EF4-FFF2-40B4-BE49-F238E27FC236}">
                  <a16:creationId xmlns:a16="http://schemas.microsoft.com/office/drawing/2014/main" id="{8C35DD61-99DA-C5ED-40BF-46959EF8FCB6}"/>
                </a:ext>
              </a:extLst>
            </p:cNvPr>
            <p:cNvSpPr/>
            <p:nvPr/>
          </p:nvSpPr>
          <p:spPr>
            <a:xfrm>
              <a:off x="62750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: Rounded Corners 508">
              <a:extLst>
                <a:ext uri="{FF2B5EF4-FFF2-40B4-BE49-F238E27FC236}">
                  <a16:creationId xmlns:a16="http://schemas.microsoft.com/office/drawing/2014/main" id="{4A418293-2DB2-A93E-FA66-0E19CE4D210F}"/>
                </a:ext>
              </a:extLst>
            </p:cNvPr>
            <p:cNvSpPr/>
            <p:nvPr/>
          </p:nvSpPr>
          <p:spPr>
            <a:xfrm>
              <a:off x="64342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: Rounded Corners 509">
              <a:extLst>
                <a:ext uri="{FF2B5EF4-FFF2-40B4-BE49-F238E27FC236}">
                  <a16:creationId xmlns:a16="http://schemas.microsoft.com/office/drawing/2014/main" id="{73E95E50-4C30-3B7D-E914-A22D202E2BB9}"/>
                </a:ext>
              </a:extLst>
            </p:cNvPr>
            <p:cNvSpPr/>
            <p:nvPr/>
          </p:nvSpPr>
          <p:spPr>
            <a:xfrm>
              <a:off x="53192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: Rounded Corners 510">
              <a:extLst>
                <a:ext uri="{FF2B5EF4-FFF2-40B4-BE49-F238E27FC236}">
                  <a16:creationId xmlns:a16="http://schemas.microsoft.com/office/drawing/2014/main" id="{6F7C77BF-1BEA-5128-A594-AB811994D475}"/>
                </a:ext>
              </a:extLst>
            </p:cNvPr>
            <p:cNvSpPr/>
            <p:nvPr/>
          </p:nvSpPr>
          <p:spPr>
            <a:xfrm>
              <a:off x="547854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: Rounded Corners 511">
              <a:extLst>
                <a:ext uri="{FF2B5EF4-FFF2-40B4-BE49-F238E27FC236}">
                  <a16:creationId xmlns:a16="http://schemas.microsoft.com/office/drawing/2014/main" id="{4798D777-EF07-8C80-2735-7E463ED15D90}"/>
                </a:ext>
              </a:extLst>
            </p:cNvPr>
            <p:cNvSpPr/>
            <p:nvPr/>
          </p:nvSpPr>
          <p:spPr>
            <a:xfrm>
              <a:off x="563783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: Rounded Corners 512">
              <a:extLst>
                <a:ext uri="{FF2B5EF4-FFF2-40B4-BE49-F238E27FC236}">
                  <a16:creationId xmlns:a16="http://schemas.microsoft.com/office/drawing/2014/main" id="{B386F615-006D-A730-5807-6F6313DEEDD4}"/>
                </a:ext>
              </a:extLst>
            </p:cNvPr>
            <p:cNvSpPr/>
            <p:nvPr/>
          </p:nvSpPr>
          <p:spPr>
            <a:xfrm>
              <a:off x="579712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: Rounded Corners 513">
              <a:extLst>
                <a:ext uri="{FF2B5EF4-FFF2-40B4-BE49-F238E27FC236}">
                  <a16:creationId xmlns:a16="http://schemas.microsoft.com/office/drawing/2014/main" id="{53A905CA-E1CE-B593-F213-F6B1C3D019E4}"/>
                </a:ext>
              </a:extLst>
            </p:cNvPr>
            <p:cNvSpPr/>
            <p:nvPr/>
          </p:nvSpPr>
          <p:spPr>
            <a:xfrm>
              <a:off x="595641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139F7C17-FBD0-EEB1-CEFE-C2E96EF96648}"/>
                </a:ext>
              </a:extLst>
            </p:cNvPr>
            <p:cNvSpPr/>
            <p:nvPr/>
          </p:nvSpPr>
          <p:spPr>
            <a:xfrm>
              <a:off x="61157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: Rounded Corners 515">
              <a:extLst>
                <a:ext uri="{FF2B5EF4-FFF2-40B4-BE49-F238E27FC236}">
                  <a16:creationId xmlns:a16="http://schemas.microsoft.com/office/drawing/2014/main" id="{FFAE0EB7-00D9-1FE0-4ADD-4A8E57E5ADA2}"/>
                </a:ext>
              </a:extLst>
            </p:cNvPr>
            <p:cNvSpPr/>
            <p:nvPr/>
          </p:nvSpPr>
          <p:spPr>
            <a:xfrm>
              <a:off x="62750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: Rounded Corners 516">
              <a:extLst>
                <a:ext uri="{FF2B5EF4-FFF2-40B4-BE49-F238E27FC236}">
                  <a16:creationId xmlns:a16="http://schemas.microsoft.com/office/drawing/2014/main" id="{892768FA-A45B-0C21-FCD1-643C6F0528DE}"/>
                </a:ext>
              </a:extLst>
            </p:cNvPr>
            <p:cNvSpPr/>
            <p:nvPr/>
          </p:nvSpPr>
          <p:spPr>
            <a:xfrm>
              <a:off x="64342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: Rounded Corners 517">
              <a:extLst>
                <a:ext uri="{FF2B5EF4-FFF2-40B4-BE49-F238E27FC236}">
                  <a16:creationId xmlns:a16="http://schemas.microsoft.com/office/drawing/2014/main" id="{2AAB5CFF-91C6-74F8-318D-053A450A8A34}"/>
                </a:ext>
              </a:extLst>
            </p:cNvPr>
            <p:cNvSpPr/>
            <p:nvPr/>
          </p:nvSpPr>
          <p:spPr>
            <a:xfrm>
              <a:off x="53192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: Rounded Corners 518">
              <a:extLst>
                <a:ext uri="{FF2B5EF4-FFF2-40B4-BE49-F238E27FC236}">
                  <a16:creationId xmlns:a16="http://schemas.microsoft.com/office/drawing/2014/main" id="{C8AE2DA0-61D1-1503-E8FC-A222A274D4C6}"/>
                </a:ext>
              </a:extLst>
            </p:cNvPr>
            <p:cNvSpPr/>
            <p:nvPr/>
          </p:nvSpPr>
          <p:spPr>
            <a:xfrm>
              <a:off x="667701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C39AF55B-0378-88AA-1DC6-1C55E32D16FA}"/>
                </a:ext>
              </a:extLst>
            </p:cNvPr>
            <p:cNvSpPr/>
            <p:nvPr/>
          </p:nvSpPr>
          <p:spPr>
            <a:xfrm>
              <a:off x="675712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EA27CC61-8603-9994-94E7-B14B3E2F83EA}"/>
                </a:ext>
              </a:extLst>
            </p:cNvPr>
            <p:cNvSpPr/>
            <p:nvPr/>
          </p:nvSpPr>
          <p:spPr>
            <a:xfrm>
              <a:off x="691641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: Rounded Corners 521">
              <a:extLst>
                <a:ext uri="{FF2B5EF4-FFF2-40B4-BE49-F238E27FC236}">
                  <a16:creationId xmlns:a16="http://schemas.microsoft.com/office/drawing/2014/main" id="{25405878-366C-1254-07F1-93E5AE0FC986}"/>
                </a:ext>
              </a:extLst>
            </p:cNvPr>
            <p:cNvSpPr/>
            <p:nvPr/>
          </p:nvSpPr>
          <p:spPr>
            <a:xfrm>
              <a:off x="707570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7D740806-AA8F-0763-227B-AB0D26B6C2F5}"/>
                </a:ext>
              </a:extLst>
            </p:cNvPr>
            <p:cNvSpPr/>
            <p:nvPr/>
          </p:nvSpPr>
          <p:spPr>
            <a:xfrm>
              <a:off x="723499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9F617848-ADD4-3CA9-C30B-F86503ED3869}"/>
                </a:ext>
              </a:extLst>
            </p:cNvPr>
            <p:cNvSpPr/>
            <p:nvPr/>
          </p:nvSpPr>
          <p:spPr>
            <a:xfrm>
              <a:off x="73942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: Rounded Corners 524">
              <a:extLst>
                <a:ext uri="{FF2B5EF4-FFF2-40B4-BE49-F238E27FC236}">
                  <a16:creationId xmlns:a16="http://schemas.microsoft.com/office/drawing/2014/main" id="{279D172A-6E24-35AC-654D-FDFE15C8E7EF}"/>
                </a:ext>
              </a:extLst>
            </p:cNvPr>
            <p:cNvSpPr/>
            <p:nvPr/>
          </p:nvSpPr>
          <p:spPr>
            <a:xfrm>
              <a:off x="75535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: Rounded Corners 525">
              <a:extLst>
                <a:ext uri="{FF2B5EF4-FFF2-40B4-BE49-F238E27FC236}">
                  <a16:creationId xmlns:a16="http://schemas.microsoft.com/office/drawing/2014/main" id="{CA18E95D-C70B-E9F9-7EF1-3D2783050C11}"/>
                </a:ext>
              </a:extLst>
            </p:cNvPr>
            <p:cNvSpPr/>
            <p:nvPr/>
          </p:nvSpPr>
          <p:spPr>
            <a:xfrm>
              <a:off x="77128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: Rounded Corners 526">
              <a:extLst>
                <a:ext uri="{FF2B5EF4-FFF2-40B4-BE49-F238E27FC236}">
                  <a16:creationId xmlns:a16="http://schemas.microsoft.com/office/drawing/2014/main" id="{1201575D-A919-1BC2-8B7D-A7B7FC01B2BF}"/>
                </a:ext>
              </a:extLst>
            </p:cNvPr>
            <p:cNvSpPr/>
            <p:nvPr/>
          </p:nvSpPr>
          <p:spPr>
            <a:xfrm>
              <a:off x="65978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: Rounded Corners 527">
              <a:extLst>
                <a:ext uri="{FF2B5EF4-FFF2-40B4-BE49-F238E27FC236}">
                  <a16:creationId xmlns:a16="http://schemas.microsoft.com/office/drawing/2014/main" id="{AB49AC57-FDB7-16EE-2C08-E84666059E64}"/>
                </a:ext>
              </a:extLst>
            </p:cNvPr>
            <p:cNvSpPr/>
            <p:nvPr/>
          </p:nvSpPr>
          <p:spPr>
            <a:xfrm>
              <a:off x="675712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: Rounded Corners 528">
              <a:extLst>
                <a:ext uri="{FF2B5EF4-FFF2-40B4-BE49-F238E27FC236}">
                  <a16:creationId xmlns:a16="http://schemas.microsoft.com/office/drawing/2014/main" id="{CF56FCB1-5ED4-1D0B-FFBB-86058F988163}"/>
                </a:ext>
              </a:extLst>
            </p:cNvPr>
            <p:cNvSpPr/>
            <p:nvPr/>
          </p:nvSpPr>
          <p:spPr>
            <a:xfrm>
              <a:off x="691641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: Rounded Corners 529">
              <a:extLst>
                <a:ext uri="{FF2B5EF4-FFF2-40B4-BE49-F238E27FC236}">
                  <a16:creationId xmlns:a16="http://schemas.microsoft.com/office/drawing/2014/main" id="{29ADD0AE-FEED-3593-AB44-715C6E5829DF}"/>
                </a:ext>
              </a:extLst>
            </p:cNvPr>
            <p:cNvSpPr/>
            <p:nvPr/>
          </p:nvSpPr>
          <p:spPr>
            <a:xfrm>
              <a:off x="707570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: Rounded Corners 530">
              <a:extLst>
                <a:ext uri="{FF2B5EF4-FFF2-40B4-BE49-F238E27FC236}">
                  <a16:creationId xmlns:a16="http://schemas.microsoft.com/office/drawing/2014/main" id="{8EB623F7-4A0F-29CF-4508-3F6856905417}"/>
                </a:ext>
              </a:extLst>
            </p:cNvPr>
            <p:cNvSpPr/>
            <p:nvPr/>
          </p:nvSpPr>
          <p:spPr>
            <a:xfrm>
              <a:off x="72349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: Rounded Corners 531">
              <a:extLst>
                <a:ext uri="{FF2B5EF4-FFF2-40B4-BE49-F238E27FC236}">
                  <a16:creationId xmlns:a16="http://schemas.microsoft.com/office/drawing/2014/main" id="{5B892060-A327-B917-FAC2-C470E90CEFD3}"/>
                </a:ext>
              </a:extLst>
            </p:cNvPr>
            <p:cNvSpPr/>
            <p:nvPr/>
          </p:nvSpPr>
          <p:spPr>
            <a:xfrm>
              <a:off x="73942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: Rounded Corners 532">
              <a:extLst>
                <a:ext uri="{FF2B5EF4-FFF2-40B4-BE49-F238E27FC236}">
                  <a16:creationId xmlns:a16="http://schemas.microsoft.com/office/drawing/2014/main" id="{9F627899-38B8-A919-B057-8782B9736E41}"/>
                </a:ext>
              </a:extLst>
            </p:cNvPr>
            <p:cNvSpPr/>
            <p:nvPr/>
          </p:nvSpPr>
          <p:spPr>
            <a:xfrm>
              <a:off x="75535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: Rounded Corners 533">
              <a:extLst>
                <a:ext uri="{FF2B5EF4-FFF2-40B4-BE49-F238E27FC236}">
                  <a16:creationId xmlns:a16="http://schemas.microsoft.com/office/drawing/2014/main" id="{7B9B9158-836D-EE1C-17A6-32D41AF281F0}"/>
                </a:ext>
              </a:extLst>
            </p:cNvPr>
            <p:cNvSpPr/>
            <p:nvPr/>
          </p:nvSpPr>
          <p:spPr>
            <a:xfrm>
              <a:off x="77128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: Rounded Corners 534">
              <a:extLst>
                <a:ext uri="{FF2B5EF4-FFF2-40B4-BE49-F238E27FC236}">
                  <a16:creationId xmlns:a16="http://schemas.microsoft.com/office/drawing/2014/main" id="{F8FE0102-BA39-5CB6-3294-67E20211B0D4}"/>
                </a:ext>
              </a:extLst>
            </p:cNvPr>
            <p:cNvSpPr/>
            <p:nvPr/>
          </p:nvSpPr>
          <p:spPr>
            <a:xfrm>
              <a:off x="65978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: Rounded Corners 535">
              <a:extLst>
                <a:ext uri="{FF2B5EF4-FFF2-40B4-BE49-F238E27FC236}">
                  <a16:creationId xmlns:a16="http://schemas.microsoft.com/office/drawing/2014/main" id="{4CC2AB2B-2836-FB8E-0AE5-4123C325A7E3}"/>
                </a:ext>
              </a:extLst>
            </p:cNvPr>
            <p:cNvSpPr/>
            <p:nvPr/>
          </p:nvSpPr>
          <p:spPr>
            <a:xfrm>
              <a:off x="795559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: Rounded Corners 536">
              <a:extLst>
                <a:ext uri="{FF2B5EF4-FFF2-40B4-BE49-F238E27FC236}">
                  <a16:creationId xmlns:a16="http://schemas.microsoft.com/office/drawing/2014/main" id="{11B5F747-81D2-C795-60AA-7D8171E91B3C}"/>
                </a:ext>
              </a:extLst>
            </p:cNvPr>
            <p:cNvSpPr/>
            <p:nvPr/>
          </p:nvSpPr>
          <p:spPr>
            <a:xfrm>
              <a:off x="803570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: Rounded Corners 537">
              <a:extLst>
                <a:ext uri="{FF2B5EF4-FFF2-40B4-BE49-F238E27FC236}">
                  <a16:creationId xmlns:a16="http://schemas.microsoft.com/office/drawing/2014/main" id="{359BB6B7-5281-9B2D-DDE7-482C8297F3B2}"/>
                </a:ext>
              </a:extLst>
            </p:cNvPr>
            <p:cNvSpPr/>
            <p:nvPr/>
          </p:nvSpPr>
          <p:spPr>
            <a:xfrm>
              <a:off x="819499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: Rounded Corners 538">
              <a:extLst>
                <a:ext uri="{FF2B5EF4-FFF2-40B4-BE49-F238E27FC236}">
                  <a16:creationId xmlns:a16="http://schemas.microsoft.com/office/drawing/2014/main" id="{562FD982-A915-64C3-0A8E-DCCF27672319}"/>
                </a:ext>
              </a:extLst>
            </p:cNvPr>
            <p:cNvSpPr/>
            <p:nvPr/>
          </p:nvSpPr>
          <p:spPr>
            <a:xfrm>
              <a:off x="835428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: Rounded Corners 539">
              <a:extLst>
                <a:ext uri="{FF2B5EF4-FFF2-40B4-BE49-F238E27FC236}">
                  <a16:creationId xmlns:a16="http://schemas.microsoft.com/office/drawing/2014/main" id="{8F59B873-9824-4EA2-8C61-B7CD95C219CB}"/>
                </a:ext>
              </a:extLst>
            </p:cNvPr>
            <p:cNvSpPr/>
            <p:nvPr/>
          </p:nvSpPr>
          <p:spPr>
            <a:xfrm>
              <a:off x="851357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: Rounded Corners 540">
              <a:extLst>
                <a:ext uri="{FF2B5EF4-FFF2-40B4-BE49-F238E27FC236}">
                  <a16:creationId xmlns:a16="http://schemas.microsoft.com/office/drawing/2014/main" id="{3D6DABA3-76F7-53F3-1818-12B0931172C7}"/>
                </a:ext>
              </a:extLst>
            </p:cNvPr>
            <p:cNvSpPr/>
            <p:nvPr/>
          </p:nvSpPr>
          <p:spPr>
            <a:xfrm>
              <a:off x="86728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: Rounded Corners 541">
              <a:extLst>
                <a:ext uri="{FF2B5EF4-FFF2-40B4-BE49-F238E27FC236}">
                  <a16:creationId xmlns:a16="http://schemas.microsoft.com/office/drawing/2014/main" id="{F03F3C23-FE32-3171-027F-1670225108EE}"/>
                </a:ext>
              </a:extLst>
            </p:cNvPr>
            <p:cNvSpPr/>
            <p:nvPr/>
          </p:nvSpPr>
          <p:spPr>
            <a:xfrm>
              <a:off x="883216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: Rounded Corners 542">
              <a:extLst>
                <a:ext uri="{FF2B5EF4-FFF2-40B4-BE49-F238E27FC236}">
                  <a16:creationId xmlns:a16="http://schemas.microsoft.com/office/drawing/2014/main" id="{FF4ADA9F-8F03-E495-F26B-7B8C8DD4C289}"/>
                </a:ext>
              </a:extLst>
            </p:cNvPr>
            <p:cNvSpPr/>
            <p:nvPr/>
          </p:nvSpPr>
          <p:spPr>
            <a:xfrm>
              <a:off x="899145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: Rounded Corners 543">
              <a:extLst>
                <a:ext uri="{FF2B5EF4-FFF2-40B4-BE49-F238E27FC236}">
                  <a16:creationId xmlns:a16="http://schemas.microsoft.com/office/drawing/2014/main" id="{D31D9536-9BA3-6418-A92C-282C2910C52D}"/>
                </a:ext>
              </a:extLst>
            </p:cNvPr>
            <p:cNvSpPr/>
            <p:nvPr/>
          </p:nvSpPr>
          <p:spPr>
            <a:xfrm>
              <a:off x="78764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: Rounded Corners 544">
              <a:extLst>
                <a:ext uri="{FF2B5EF4-FFF2-40B4-BE49-F238E27FC236}">
                  <a16:creationId xmlns:a16="http://schemas.microsoft.com/office/drawing/2014/main" id="{754B240C-30E7-7F0C-45BB-0B8BD440D410}"/>
                </a:ext>
              </a:extLst>
            </p:cNvPr>
            <p:cNvSpPr/>
            <p:nvPr/>
          </p:nvSpPr>
          <p:spPr>
            <a:xfrm>
              <a:off x="803570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: Rounded Corners 545">
              <a:extLst>
                <a:ext uri="{FF2B5EF4-FFF2-40B4-BE49-F238E27FC236}">
                  <a16:creationId xmlns:a16="http://schemas.microsoft.com/office/drawing/2014/main" id="{AA1DE0BA-2EFD-4B3A-CB96-8DD0AB0DFCE3}"/>
                </a:ext>
              </a:extLst>
            </p:cNvPr>
            <p:cNvSpPr/>
            <p:nvPr/>
          </p:nvSpPr>
          <p:spPr>
            <a:xfrm>
              <a:off x="819499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: Rounded Corners 546">
              <a:extLst>
                <a:ext uri="{FF2B5EF4-FFF2-40B4-BE49-F238E27FC236}">
                  <a16:creationId xmlns:a16="http://schemas.microsoft.com/office/drawing/2014/main" id="{BF05F843-6668-2DFA-C32B-A69191498AC7}"/>
                </a:ext>
              </a:extLst>
            </p:cNvPr>
            <p:cNvSpPr/>
            <p:nvPr/>
          </p:nvSpPr>
          <p:spPr>
            <a:xfrm>
              <a:off x="835428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: Rounded Corners 547">
              <a:extLst>
                <a:ext uri="{FF2B5EF4-FFF2-40B4-BE49-F238E27FC236}">
                  <a16:creationId xmlns:a16="http://schemas.microsoft.com/office/drawing/2014/main" id="{1F1FDEF0-85BB-F7B9-E07D-6639A98B86A2}"/>
                </a:ext>
              </a:extLst>
            </p:cNvPr>
            <p:cNvSpPr/>
            <p:nvPr/>
          </p:nvSpPr>
          <p:spPr>
            <a:xfrm>
              <a:off x="851357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: Rounded Corners 548">
              <a:extLst>
                <a:ext uri="{FF2B5EF4-FFF2-40B4-BE49-F238E27FC236}">
                  <a16:creationId xmlns:a16="http://schemas.microsoft.com/office/drawing/2014/main" id="{076F7E0A-3EE0-9F76-8CA0-D2079AAEEFEB}"/>
                </a:ext>
              </a:extLst>
            </p:cNvPr>
            <p:cNvSpPr/>
            <p:nvPr/>
          </p:nvSpPr>
          <p:spPr>
            <a:xfrm>
              <a:off x="86728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: Rounded Corners 549">
              <a:extLst>
                <a:ext uri="{FF2B5EF4-FFF2-40B4-BE49-F238E27FC236}">
                  <a16:creationId xmlns:a16="http://schemas.microsoft.com/office/drawing/2014/main" id="{D7C84B4C-BC53-7AD0-6943-4BB0B6967DB5}"/>
                </a:ext>
              </a:extLst>
            </p:cNvPr>
            <p:cNvSpPr/>
            <p:nvPr/>
          </p:nvSpPr>
          <p:spPr>
            <a:xfrm>
              <a:off x="883216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: Rounded Corners 550">
              <a:extLst>
                <a:ext uri="{FF2B5EF4-FFF2-40B4-BE49-F238E27FC236}">
                  <a16:creationId xmlns:a16="http://schemas.microsoft.com/office/drawing/2014/main" id="{54E3022A-ED25-4364-C748-14612318D034}"/>
                </a:ext>
              </a:extLst>
            </p:cNvPr>
            <p:cNvSpPr/>
            <p:nvPr/>
          </p:nvSpPr>
          <p:spPr>
            <a:xfrm>
              <a:off x="899145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: Rounded Corners 551">
              <a:extLst>
                <a:ext uri="{FF2B5EF4-FFF2-40B4-BE49-F238E27FC236}">
                  <a16:creationId xmlns:a16="http://schemas.microsoft.com/office/drawing/2014/main" id="{B90D56C0-F8A9-7170-79AB-BEE41277904E}"/>
                </a:ext>
              </a:extLst>
            </p:cNvPr>
            <p:cNvSpPr/>
            <p:nvPr/>
          </p:nvSpPr>
          <p:spPr>
            <a:xfrm>
              <a:off x="78764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: Rounded Corners 552">
              <a:extLst>
                <a:ext uri="{FF2B5EF4-FFF2-40B4-BE49-F238E27FC236}">
                  <a16:creationId xmlns:a16="http://schemas.microsoft.com/office/drawing/2014/main" id="{0D50D4D0-D56A-53EF-BDAC-C9453CB017DB}"/>
                </a:ext>
              </a:extLst>
            </p:cNvPr>
            <p:cNvSpPr/>
            <p:nvPr/>
          </p:nvSpPr>
          <p:spPr>
            <a:xfrm>
              <a:off x="923417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: Rounded Corners 553">
              <a:extLst>
                <a:ext uri="{FF2B5EF4-FFF2-40B4-BE49-F238E27FC236}">
                  <a16:creationId xmlns:a16="http://schemas.microsoft.com/office/drawing/2014/main" id="{B319D5C6-9BF9-27F7-CF29-C2B3A8F841E8}"/>
                </a:ext>
              </a:extLst>
            </p:cNvPr>
            <p:cNvSpPr/>
            <p:nvPr/>
          </p:nvSpPr>
          <p:spPr>
            <a:xfrm>
              <a:off x="931428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: Rounded Corners 554">
              <a:extLst>
                <a:ext uri="{FF2B5EF4-FFF2-40B4-BE49-F238E27FC236}">
                  <a16:creationId xmlns:a16="http://schemas.microsoft.com/office/drawing/2014/main" id="{19C08732-1430-5EDF-5901-5EE2A6B82C78}"/>
                </a:ext>
              </a:extLst>
            </p:cNvPr>
            <p:cNvSpPr/>
            <p:nvPr/>
          </p:nvSpPr>
          <p:spPr>
            <a:xfrm>
              <a:off x="947357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: Rounded Corners 555">
              <a:extLst>
                <a:ext uri="{FF2B5EF4-FFF2-40B4-BE49-F238E27FC236}">
                  <a16:creationId xmlns:a16="http://schemas.microsoft.com/office/drawing/2014/main" id="{74986569-E770-47CD-6FE0-45556BDD83E2}"/>
                </a:ext>
              </a:extLst>
            </p:cNvPr>
            <p:cNvSpPr/>
            <p:nvPr/>
          </p:nvSpPr>
          <p:spPr>
            <a:xfrm>
              <a:off x="963286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: Rounded Corners 556">
              <a:extLst>
                <a:ext uri="{FF2B5EF4-FFF2-40B4-BE49-F238E27FC236}">
                  <a16:creationId xmlns:a16="http://schemas.microsoft.com/office/drawing/2014/main" id="{B8E1A91E-2342-A02A-BCF2-FDA52931EFB4}"/>
                </a:ext>
              </a:extLst>
            </p:cNvPr>
            <p:cNvSpPr/>
            <p:nvPr/>
          </p:nvSpPr>
          <p:spPr>
            <a:xfrm>
              <a:off x="979215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: Rounded Corners 557">
              <a:extLst>
                <a:ext uri="{FF2B5EF4-FFF2-40B4-BE49-F238E27FC236}">
                  <a16:creationId xmlns:a16="http://schemas.microsoft.com/office/drawing/2014/main" id="{2714BC15-F402-7373-385D-80BA644B226B}"/>
                </a:ext>
              </a:extLst>
            </p:cNvPr>
            <p:cNvSpPr/>
            <p:nvPr/>
          </p:nvSpPr>
          <p:spPr>
            <a:xfrm>
              <a:off x="99514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: Rounded Corners 558">
              <a:extLst>
                <a:ext uri="{FF2B5EF4-FFF2-40B4-BE49-F238E27FC236}">
                  <a16:creationId xmlns:a16="http://schemas.microsoft.com/office/drawing/2014/main" id="{11024B60-E1C0-2836-E054-299D0E71BBE3}"/>
                </a:ext>
              </a:extLst>
            </p:cNvPr>
            <p:cNvSpPr/>
            <p:nvPr/>
          </p:nvSpPr>
          <p:spPr>
            <a:xfrm>
              <a:off x="1011074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: Rounded Corners 559">
              <a:extLst>
                <a:ext uri="{FF2B5EF4-FFF2-40B4-BE49-F238E27FC236}">
                  <a16:creationId xmlns:a16="http://schemas.microsoft.com/office/drawing/2014/main" id="{AB5D1887-D1A4-C7F9-5BFC-7BC513E05B4B}"/>
                </a:ext>
              </a:extLst>
            </p:cNvPr>
            <p:cNvSpPr/>
            <p:nvPr/>
          </p:nvSpPr>
          <p:spPr>
            <a:xfrm>
              <a:off x="1027003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: Rounded Corners 560">
              <a:extLst>
                <a:ext uri="{FF2B5EF4-FFF2-40B4-BE49-F238E27FC236}">
                  <a16:creationId xmlns:a16="http://schemas.microsoft.com/office/drawing/2014/main" id="{ED5D43E1-F358-AB66-7AD5-CD5DA1D48DDA}"/>
                </a:ext>
              </a:extLst>
            </p:cNvPr>
            <p:cNvSpPr/>
            <p:nvPr/>
          </p:nvSpPr>
          <p:spPr>
            <a:xfrm>
              <a:off x="91549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: Rounded Corners 561">
              <a:extLst>
                <a:ext uri="{FF2B5EF4-FFF2-40B4-BE49-F238E27FC236}">
                  <a16:creationId xmlns:a16="http://schemas.microsoft.com/office/drawing/2014/main" id="{F0F1249A-AE99-9527-7AFA-8D924872F253}"/>
                </a:ext>
              </a:extLst>
            </p:cNvPr>
            <p:cNvSpPr/>
            <p:nvPr/>
          </p:nvSpPr>
          <p:spPr>
            <a:xfrm>
              <a:off x="931428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: Rounded Corners 562">
              <a:extLst>
                <a:ext uri="{FF2B5EF4-FFF2-40B4-BE49-F238E27FC236}">
                  <a16:creationId xmlns:a16="http://schemas.microsoft.com/office/drawing/2014/main" id="{2C1718F8-EBD2-8C20-287C-66E2BF9DBAE5}"/>
                </a:ext>
              </a:extLst>
            </p:cNvPr>
            <p:cNvSpPr/>
            <p:nvPr/>
          </p:nvSpPr>
          <p:spPr>
            <a:xfrm>
              <a:off x="947357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: Rounded Corners 563">
              <a:extLst>
                <a:ext uri="{FF2B5EF4-FFF2-40B4-BE49-F238E27FC236}">
                  <a16:creationId xmlns:a16="http://schemas.microsoft.com/office/drawing/2014/main" id="{E025271E-D882-C4D7-5272-53EF1353AAB4}"/>
                </a:ext>
              </a:extLst>
            </p:cNvPr>
            <p:cNvSpPr/>
            <p:nvPr/>
          </p:nvSpPr>
          <p:spPr>
            <a:xfrm>
              <a:off x="963286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: Rounded Corners 564">
              <a:extLst>
                <a:ext uri="{FF2B5EF4-FFF2-40B4-BE49-F238E27FC236}">
                  <a16:creationId xmlns:a16="http://schemas.microsoft.com/office/drawing/2014/main" id="{3B2AF747-C8E6-CCE2-BCCA-FFE1959AAB60}"/>
                </a:ext>
              </a:extLst>
            </p:cNvPr>
            <p:cNvSpPr/>
            <p:nvPr/>
          </p:nvSpPr>
          <p:spPr>
            <a:xfrm>
              <a:off x="979215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: Rounded Corners 565">
              <a:extLst>
                <a:ext uri="{FF2B5EF4-FFF2-40B4-BE49-F238E27FC236}">
                  <a16:creationId xmlns:a16="http://schemas.microsoft.com/office/drawing/2014/main" id="{F9CBBC36-53A7-42B0-A996-49D085EA7B63}"/>
                </a:ext>
              </a:extLst>
            </p:cNvPr>
            <p:cNvSpPr/>
            <p:nvPr/>
          </p:nvSpPr>
          <p:spPr>
            <a:xfrm>
              <a:off x="99514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: Rounded Corners 566">
              <a:extLst>
                <a:ext uri="{FF2B5EF4-FFF2-40B4-BE49-F238E27FC236}">
                  <a16:creationId xmlns:a16="http://schemas.microsoft.com/office/drawing/2014/main" id="{28FC5B81-58E9-F826-6C45-F1C976B08104}"/>
                </a:ext>
              </a:extLst>
            </p:cNvPr>
            <p:cNvSpPr/>
            <p:nvPr/>
          </p:nvSpPr>
          <p:spPr>
            <a:xfrm>
              <a:off x="1011074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ectangle: Rounded Corners 567">
              <a:extLst>
                <a:ext uri="{FF2B5EF4-FFF2-40B4-BE49-F238E27FC236}">
                  <a16:creationId xmlns:a16="http://schemas.microsoft.com/office/drawing/2014/main" id="{90B4B788-80DE-FAFF-884D-11014ED7D5E0}"/>
                </a:ext>
              </a:extLst>
            </p:cNvPr>
            <p:cNvSpPr/>
            <p:nvPr/>
          </p:nvSpPr>
          <p:spPr>
            <a:xfrm>
              <a:off x="1027003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: Rounded Corners 568">
              <a:extLst>
                <a:ext uri="{FF2B5EF4-FFF2-40B4-BE49-F238E27FC236}">
                  <a16:creationId xmlns:a16="http://schemas.microsoft.com/office/drawing/2014/main" id="{1B343DEC-B89C-A1CB-2430-0CE55039ED58}"/>
                </a:ext>
              </a:extLst>
            </p:cNvPr>
            <p:cNvSpPr/>
            <p:nvPr/>
          </p:nvSpPr>
          <p:spPr>
            <a:xfrm>
              <a:off x="91549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: Rounded Corners 569">
              <a:extLst>
                <a:ext uri="{FF2B5EF4-FFF2-40B4-BE49-F238E27FC236}">
                  <a16:creationId xmlns:a16="http://schemas.microsoft.com/office/drawing/2014/main" id="{0A96A37E-31FE-33AA-C99F-B194DC358908}"/>
                </a:ext>
              </a:extLst>
            </p:cNvPr>
            <p:cNvSpPr/>
            <p:nvPr/>
          </p:nvSpPr>
          <p:spPr>
            <a:xfrm>
              <a:off x="1051275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: Rounded Corners 570">
              <a:extLst>
                <a:ext uri="{FF2B5EF4-FFF2-40B4-BE49-F238E27FC236}">
                  <a16:creationId xmlns:a16="http://schemas.microsoft.com/office/drawing/2014/main" id="{5CA3EB42-C69C-113A-70A6-4F9CDCA38E09}"/>
                </a:ext>
              </a:extLst>
            </p:cNvPr>
            <p:cNvSpPr/>
            <p:nvPr/>
          </p:nvSpPr>
          <p:spPr>
            <a:xfrm>
              <a:off x="105928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: Rounded Corners 571">
              <a:extLst>
                <a:ext uri="{FF2B5EF4-FFF2-40B4-BE49-F238E27FC236}">
                  <a16:creationId xmlns:a16="http://schemas.microsoft.com/office/drawing/2014/main" id="{553254B2-1A6A-B0A0-C428-707467A4D822}"/>
                </a:ext>
              </a:extLst>
            </p:cNvPr>
            <p:cNvSpPr/>
            <p:nvPr/>
          </p:nvSpPr>
          <p:spPr>
            <a:xfrm>
              <a:off x="107521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: Rounded Corners 572">
              <a:extLst>
                <a:ext uri="{FF2B5EF4-FFF2-40B4-BE49-F238E27FC236}">
                  <a16:creationId xmlns:a16="http://schemas.microsoft.com/office/drawing/2014/main" id="{E93248A9-E7A2-25F8-02E5-EE27630621F9}"/>
                </a:ext>
              </a:extLst>
            </p:cNvPr>
            <p:cNvSpPr/>
            <p:nvPr/>
          </p:nvSpPr>
          <p:spPr>
            <a:xfrm>
              <a:off x="109114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: Rounded Corners 573">
              <a:extLst>
                <a:ext uri="{FF2B5EF4-FFF2-40B4-BE49-F238E27FC236}">
                  <a16:creationId xmlns:a16="http://schemas.microsoft.com/office/drawing/2014/main" id="{CCB76434-DAF6-45D0-620F-4609D1161D7C}"/>
                </a:ext>
              </a:extLst>
            </p:cNvPr>
            <p:cNvSpPr/>
            <p:nvPr/>
          </p:nvSpPr>
          <p:spPr>
            <a:xfrm>
              <a:off x="110707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: Rounded Corners 574">
              <a:extLst>
                <a:ext uri="{FF2B5EF4-FFF2-40B4-BE49-F238E27FC236}">
                  <a16:creationId xmlns:a16="http://schemas.microsoft.com/office/drawing/2014/main" id="{6D98A914-72D8-0D0A-2152-35937B668BB3}"/>
                </a:ext>
              </a:extLst>
            </p:cNvPr>
            <p:cNvSpPr/>
            <p:nvPr/>
          </p:nvSpPr>
          <p:spPr>
            <a:xfrm>
              <a:off x="112300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: Rounded Corners 575">
              <a:extLst>
                <a:ext uri="{FF2B5EF4-FFF2-40B4-BE49-F238E27FC236}">
                  <a16:creationId xmlns:a16="http://schemas.microsoft.com/office/drawing/2014/main" id="{0E8B110F-35C8-1EED-9759-912F41131A46}"/>
                </a:ext>
              </a:extLst>
            </p:cNvPr>
            <p:cNvSpPr/>
            <p:nvPr/>
          </p:nvSpPr>
          <p:spPr>
            <a:xfrm>
              <a:off x="113893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: Rounded Corners 576">
              <a:extLst>
                <a:ext uri="{FF2B5EF4-FFF2-40B4-BE49-F238E27FC236}">
                  <a16:creationId xmlns:a16="http://schemas.microsoft.com/office/drawing/2014/main" id="{461AD140-18D5-5E31-A8AB-A547622AD84D}"/>
                </a:ext>
              </a:extLst>
            </p:cNvPr>
            <p:cNvSpPr/>
            <p:nvPr/>
          </p:nvSpPr>
          <p:spPr>
            <a:xfrm>
              <a:off x="115486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: Rounded Corners 577">
              <a:extLst>
                <a:ext uri="{FF2B5EF4-FFF2-40B4-BE49-F238E27FC236}">
                  <a16:creationId xmlns:a16="http://schemas.microsoft.com/office/drawing/2014/main" id="{8AC3116C-6235-64B7-3F69-449C861349CE}"/>
                </a:ext>
              </a:extLst>
            </p:cNvPr>
            <p:cNvSpPr/>
            <p:nvPr/>
          </p:nvSpPr>
          <p:spPr>
            <a:xfrm>
              <a:off x="104335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: Rounded Corners 578">
              <a:extLst>
                <a:ext uri="{FF2B5EF4-FFF2-40B4-BE49-F238E27FC236}">
                  <a16:creationId xmlns:a16="http://schemas.microsoft.com/office/drawing/2014/main" id="{EE9DCFDE-1567-BB28-FAFA-C452A20EBCAB}"/>
                </a:ext>
              </a:extLst>
            </p:cNvPr>
            <p:cNvSpPr/>
            <p:nvPr/>
          </p:nvSpPr>
          <p:spPr>
            <a:xfrm>
              <a:off x="105928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: Rounded Corners 579">
              <a:extLst>
                <a:ext uri="{FF2B5EF4-FFF2-40B4-BE49-F238E27FC236}">
                  <a16:creationId xmlns:a16="http://schemas.microsoft.com/office/drawing/2014/main" id="{3A191F01-1E7B-73E4-1426-92FF7367E2A9}"/>
                </a:ext>
              </a:extLst>
            </p:cNvPr>
            <p:cNvSpPr/>
            <p:nvPr/>
          </p:nvSpPr>
          <p:spPr>
            <a:xfrm>
              <a:off x="107521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: Rounded Corners 580">
              <a:extLst>
                <a:ext uri="{FF2B5EF4-FFF2-40B4-BE49-F238E27FC236}">
                  <a16:creationId xmlns:a16="http://schemas.microsoft.com/office/drawing/2014/main" id="{B95DA5F9-3B4B-C098-0C83-4E56764D3D3D}"/>
                </a:ext>
              </a:extLst>
            </p:cNvPr>
            <p:cNvSpPr/>
            <p:nvPr/>
          </p:nvSpPr>
          <p:spPr>
            <a:xfrm>
              <a:off x="109114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A85FEBD4-4B49-F9E4-A172-0E848FE99597}"/>
                </a:ext>
              </a:extLst>
            </p:cNvPr>
            <p:cNvSpPr/>
            <p:nvPr/>
          </p:nvSpPr>
          <p:spPr>
            <a:xfrm>
              <a:off x="110707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: Rounded Corners 582">
              <a:extLst>
                <a:ext uri="{FF2B5EF4-FFF2-40B4-BE49-F238E27FC236}">
                  <a16:creationId xmlns:a16="http://schemas.microsoft.com/office/drawing/2014/main" id="{8976D631-57C6-15EE-A141-629B80C8247D}"/>
                </a:ext>
              </a:extLst>
            </p:cNvPr>
            <p:cNvSpPr/>
            <p:nvPr/>
          </p:nvSpPr>
          <p:spPr>
            <a:xfrm>
              <a:off x="112300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Rectangle: Rounded Corners 583">
              <a:extLst>
                <a:ext uri="{FF2B5EF4-FFF2-40B4-BE49-F238E27FC236}">
                  <a16:creationId xmlns:a16="http://schemas.microsoft.com/office/drawing/2014/main" id="{7BBB7EC5-F0B5-6BFD-C107-1DC93E701C34}"/>
                </a:ext>
              </a:extLst>
            </p:cNvPr>
            <p:cNvSpPr/>
            <p:nvPr/>
          </p:nvSpPr>
          <p:spPr>
            <a:xfrm>
              <a:off x="113893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: Rounded Corners 584">
              <a:extLst>
                <a:ext uri="{FF2B5EF4-FFF2-40B4-BE49-F238E27FC236}">
                  <a16:creationId xmlns:a16="http://schemas.microsoft.com/office/drawing/2014/main" id="{D72E5B57-A3B1-63F3-9414-5563AE70E797}"/>
                </a:ext>
              </a:extLst>
            </p:cNvPr>
            <p:cNvSpPr/>
            <p:nvPr/>
          </p:nvSpPr>
          <p:spPr>
            <a:xfrm>
              <a:off x="115486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: Rounded Corners 585">
              <a:extLst>
                <a:ext uri="{FF2B5EF4-FFF2-40B4-BE49-F238E27FC236}">
                  <a16:creationId xmlns:a16="http://schemas.microsoft.com/office/drawing/2014/main" id="{CBE6F5E5-AE56-A34E-3431-32CE6A89530A}"/>
                </a:ext>
              </a:extLst>
            </p:cNvPr>
            <p:cNvSpPr/>
            <p:nvPr/>
          </p:nvSpPr>
          <p:spPr>
            <a:xfrm>
              <a:off x="104335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72CA5E0B-529B-4728-A7DD-7DF9183519BB}"/>
              </a:ext>
            </a:extLst>
          </p:cNvPr>
          <p:cNvGrpSpPr/>
          <p:nvPr/>
        </p:nvGrpSpPr>
        <p:grpSpPr>
          <a:xfrm>
            <a:off x="-1259242" y="6638925"/>
            <a:ext cx="13102977" cy="1243880"/>
            <a:chOff x="-1259242" y="7025372"/>
            <a:chExt cx="13102977" cy="1243880"/>
          </a:xfrm>
        </p:grpSpPr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B00620B7-0C33-1E2B-4023-3C7D2154A37F}"/>
                </a:ext>
              </a:extLst>
            </p:cNvPr>
            <p:cNvSpPr/>
            <p:nvPr/>
          </p:nvSpPr>
          <p:spPr>
            <a:xfrm>
              <a:off x="-1259242" y="7025372"/>
              <a:ext cx="13102977" cy="1243880"/>
            </a:xfrm>
            <a:prstGeom prst="rect">
              <a:avLst/>
            </a:prstGeom>
            <a:solidFill>
              <a:srgbClr val="000000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: Rounded Corners 588">
              <a:extLst>
                <a:ext uri="{FF2B5EF4-FFF2-40B4-BE49-F238E27FC236}">
                  <a16:creationId xmlns:a16="http://schemas.microsoft.com/office/drawing/2014/main" id="{D81CAAB1-1F42-513B-58D2-C6B76CA3B593}"/>
                </a:ext>
              </a:extLst>
            </p:cNvPr>
            <p:cNvSpPr/>
            <p:nvPr/>
          </p:nvSpPr>
          <p:spPr>
            <a:xfrm>
              <a:off x="-994468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: Rounded Corners 589">
              <a:extLst>
                <a:ext uri="{FF2B5EF4-FFF2-40B4-BE49-F238E27FC236}">
                  <a16:creationId xmlns:a16="http://schemas.microsoft.com/office/drawing/2014/main" id="{B480FFF6-019F-9C0D-C7F1-9E50625AA627}"/>
                </a:ext>
              </a:extLst>
            </p:cNvPr>
            <p:cNvSpPr/>
            <p:nvPr/>
          </p:nvSpPr>
          <p:spPr>
            <a:xfrm>
              <a:off x="-91435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ectangle: Rounded Corners 590">
              <a:extLst>
                <a:ext uri="{FF2B5EF4-FFF2-40B4-BE49-F238E27FC236}">
                  <a16:creationId xmlns:a16="http://schemas.microsoft.com/office/drawing/2014/main" id="{D9884A7F-0A78-DA32-9855-EC89B610D3EC}"/>
                </a:ext>
              </a:extLst>
            </p:cNvPr>
            <p:cNvSpPr/>
            <p:nvPr/>
          </p:nvSpPr>
          <p:spPr>
            <a:xfrm>
              <a:off x="-75506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ectangle: Rounded Corners 591">
              <a:extLst>
                <a:ext uri="{FF2B5EF4-FFF2-40B4-BE49-F238E27FC236}">
                  <a16:creationId xmlns:a16="http://schemas.microsoft.com/office/drawing/2014/main" id="{AE64DDA4-501D-965E-56D1-525385EFC40C}"/>
                </a:ext>
              </a:extLst>
            </p:cNvPr>
            <p:cNvSpPr/>
            <p:nvPr/>
          </p:nvSpPr>
          <p:spPr>
            <a:xfrm>
              <a:off x="-59577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ectangle: Rounded Corners 592">
              <a:extLst>
                <a:ext uri="{FF2B5EF4-FFF2-40B4-BE49-F238E27FC236}">
                  <a16:creationId xmlns:a16="http://schemas.microsoft.com/office/drawing/2014/main" id="{F23DCB46-FCF5-210C-A634-0824A1862D94}"/>
                </a:ext>
              </a:extLst>
            </p:cNvPr>
            <p:cNvSpPr/>
            <p:nvPr/>
          </p:nvSpPr>
          <p:spPr>
            <a:xfrm>
              <a:off x="-43648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ectangle: Rounded Corners 593">
              <a:extLst>
                <a:ext uri="{FF2B5EF4-FFF2-40B4-BE49-F238E27FC236}">
                  <a16:creationId xmlns:a16="http://schemas.microsoft.com/office/drawing/2014/main" id="{C72206BA-BDFB-A661-7C24-0CFBFC8FD91D}"/>
                </a:ext>
              </a:extLst>
            </p:cNvPr>
            <p:cNvSpPr/>
            <p:nvPr/>
          </p:nvSpPr>
          <p:spPr>
            <a:xfrm>
              <a:off x="-27719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: Rounded Corners 594">
              <a:extLst>
                <a:ext uri="{FF2B5EF4-FFF2-40B4-BE49-F238E27FC236}">
                  <a16:creationId xmlns:a16="http://schemas.microsoft.com/office/drawing/2014/main" id="{577A6F66-3577-2CA4-F319-DEC42F3CE0F6}"/>
                </a:ext>
              </a:extLst>
            </p:cNvPr>
            <p:cNvSpPr/>
            <p:nvPr/>
          </p:nvSpPr>
          <p:spPr>
            <a:xfrm>
              <a:off x="-11789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ectangle: Rounded Corners 595">
              <a:extLst>
                <a:ext uri="{FF2B5EF4-FFF2-40B4-BE49-F238E27FC236}">
                  <a16:creationId xmlns:a16="http://schemas.microsoft.com/office/drawing/2014/main" id="{F109B1A7-12C3-0493-7B43-D2A71B1546E4}"/>
                </a:ext>
              </a:extLst>
            </p:cNvPr>
            <p:cNvSpPr/>
            <p:nvPr/>
          </p:nvSpPr>
          <p:spPr>
            <a:xfrm>
              <a:off x="4139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ectangle: Rounded Corners 596">
              <a:extLst>
                <a:ext uri="{FF2B5EF4-FFF2-40B4-BE49-F238E27FC236}">
                  <a16:creationId xmlns:a16="http://schemas.microsoft.com/office/drawing/2014/main" id="{E1BBAD12-863F-B16F-AFDC-6359DAC8ECFF}"/>
                </a:ext>
              </a:extLst>
            </p:cNvPr>
            <p:cNvSpPr/>
            <p:nvPr/>
          </p:nvSpPr>
          <p:spPr>
            <a:xfrm>
              <a:off x="-107365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ectangle: Rounded Corners 597">
              <a:extLst>
                <a:ext uri="{FF2B5EF4-FFF2-40B4-BE49-F238E27FC236}">
                  <a16:creationId xmlns:a16="http://schemas.microsoft.com/office/drawing/2014/main" id="{93A7FB0F-A9EC-C8B1-8B94-94E10DFD84B5}"/>
                </a:ext>
              </a:extLst>
            </p:cNvPr>
            <p:cNvSpPr/>
            <p:nvPr/>
          </p:nvSpPr>
          <p:spPr>
            <a:xfrm>
              <a:off x="-9143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ectangle: Rounded Corners 598">
              <a:extLst>
                <a:ext uri="{FF2B5EF4-FFF2-40B4-BE49-F238E27FC236}">
                  <a16:creationId xmlns:a16="http://schemas.microsoft.com/office/drawing/2014/main" id="{6F201320-6583-4160-0E17-466DA11EA061}"/>
                </a:ext>
              </a:extLst>
            </p:cNvPr>
            <p:cNvSpPr/>
            <p:nvPr/>
          </p:nvSpPr>
          <p:spPr>
            <a:xfrm>
              <a:off x="-7550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ectangle: Rounded Corners 599">
              <a:extLst>
                <a:ext uri="{FF2B5EF4-FFF2-40B4-BE49-F238E27FC236}">
                  <a16:creationId xmlns:a16="http://schemas.microsoft.com/office/drawing/2014/main" id="{D1D5EC0C-EE2F-6527-705D-691D15FAE6B1}"/>
                </a:ext>
              </a:extLst>
            </p:cNvPr>
            <p:cNvSpPr/>
            <p:nvPr/>
          </p:nvSpPr>
          <p:spPr>
            <a:xfrm>
              <a:off x="-5957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: Rounded Corners 600">
              <a:extLst>
                <a:ext uri="{FF2B5EF4-FFF2-40B4-BE49-F238E27FC236}">
                  <a16:creationId xmlns:a16="http://schemas.microsoft.com/office/drawing/2014/main" id="{2F65D16A-8409-5D37-DA68-CDD274CEF747}"/>
                </a:ext>
              </a:extLst>
            </p:cNvPr>
            <p:cNvSpPr/>
            <p:nvPr/>
          </p:nvSpPr>
          <p:spPr>
            <a:xfrm>
              <a:off x="-4364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: Rounded Corners 601">
              <a:extLst>
                <a:ext uri="{FF2B5EF4-FFF2-40B4-BE49-F238E27FC236}">
                  <a16:creationId xmlns:a16="http://schemas.microsoft.com/office/drawing/2014/main" id="{FB172FF1-3C5E-5D4A-B3F2-7FE7EC9095C8}"/>
                </a:ext>
              </a:extLst>
            </p:cNvPr>
            <p:cNvSpPr/>
            <p:nvPr/>
          </p:nvSpPr>
          <p:spPr>
            <a:xfrm>
              <a:off x="-2771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: Rounded Corners 602">
              <a:extLst>
                <a:ext uri="{FF2B5EF4-FFF2-40B4-BE49-F238E27FC236}">
                  <a16:creationId xmlns:a16="http://schemas.microsoft.com/office/drawing/2014/main" id="{69F7EEAE-07CB-F1DA-1697-D5D4A72582BF}"/>
                </a:ext>
              </a:extLst>
            </p:cNvPr>
            <p:cNvSpPr/>
            <p:nvPr/>
          </p:nvSpPr>
          <p:spPr>
            <a:xfrm>
              <a:off x="-1178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: Rounded Corners 603">
              <a:extLst>
                <a:ext uri="{FF2B5EF4-FFF2-40B4-BE49-F238E27FC236}">
                  <a16:creationId xmlns:a16="http://schemas.microsoft.com/office/drawing/2014/main" id="{E1678003-183A-FE03-6585-A6AC48A37069}"/>
                </a:ext>
              </a:extLst>
            </p:cNvPr>
            <p:cNvSpPr/>
            <p:nvPr/>
          </p:nvSpPr>
          <p:spPr>
            <a:xfrm>
              <a:off x="4139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: Rounded Corners 604">
              <a:extLst>
                <a:ext uri="{FF2B5EF4-FFF2-40B4-BE49-F238E27FC236}">
                  <a16:creationId xmlns:a16="http://schemas.microsoft.com/office/drawing/2014/main" id="{F4ABEDE6-0812-1462-67BB-4F0A4D137643}"/>
                </a:ext>
              </a:extLst>
            </p:cNvPr>
            <p:cNvSpPr/>
            <p:nvPr/>
          </p:nvSpPr>
          <p:spPr>
            <a:xfrm>
              <a:off x="-10736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: Rounded Corners 605">
              <a:extLst>
                <a:ext uri="{FF2B5EF4-FFF2-40B4-BE49-F238E27FC236}">
                  <a16:creationId xmlns:a16="http://schemas.microsoft.com/office/drawing/2014/main" id="{88E5AF8F-8D93-4CE1-D206-1ED29AA7153B}"/>
                </a:ext>
              </a:extLst>
            </p:cNvPr>
            <p:cNvSpPr/>
            <p:nvPr/>
          </p:nvSpPr>
          <p:spPr>
            <a:xfrm>
              <a:off x="28411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: Rounded Corners 606">
              <a:extLst>
                <a:ext uri="{FF2B5EF4-FFF2-40B4-BE49-F238E27FC236}">
                  <a16:creationId xmlns:a16="http://schemas.microsoft.com/office/drawing/2014/main" id="{B4451315-06F0-CC36-BCF9-8076A4170C5A}"/>
                </a:ext>
              </a:extLst>
            </p:cNvPr>
            <p:cNvSpPr/>
            <p:nvPr/>
          </p:nvSpPr>
          <p:spPr>
            <a:xfrm>
              <a:off x="3642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: Rounded Corners 607">
              <a:extLst>
                <a:ext uri="{FF2B5EF4-FFF2-40B4-BE49-F238E27FC236}">
                  <a16:creationId xmlns:a16="http://schemas.microsoft.com/office/drawing/2014/main" id="{C9C9DE6E-FA8F-89A4-1830-63E1D57BFC62}"/>
                </a:ext>
              </a:extLst>
            </p:cNvPr>
            <p:cNvSpPr/>
            <p:nvPr/>
          </p:nvSpPr>
          <p:spPr>
            <a:xfrm>
              <a:off x="5235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: Rounded Corners 608">
              <a:extLst>
                <a:ext uri="{FF2B5EF4-FFF2-40B4-BE49-F238E27FC236}">
                  <a16:creationId xmlns:a16="http://schemas.microsoft.com/office/drawing/2014/main" id="{65955C01-6961-47BD-F06F-96E40E77C68B}"/>
                </a:ext>
              </a:extLst>
            </p:cNvPr>
            <p:cNvSpPr/>
            <p:nvPr/>
          </p:nvSpPr>
          <p:spPr>
            <a:xfrm>
              <a:off x="68280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: Rounded Corners 609">
              <a:extLst>
                <a:ext uri="{FF2B5EF4-FFF2-40B4-BE49-F238E27FC236}">
                  <a16:creationId xmlns:a16="http://schemas.microsoft.com/office/drawing/2014/main" id="{94EF0FF2-5FF9-02FA-AF9F-EFB7A0735C4E}"/>
                </a:ext>
              </a:extLst>
            </p:cNvPr>
            <p:cNvSpPr/>
            <p:nvPr/>
          </p:nvSpPr>
          <p:spPr>
            <a:xfrm>
              <a:off x="84209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: Rounded Corners 610">
              <a:extLst>
                <a:ext uri="{FF2B5EF4-FFF2-40B4-BE49-F238E27FC236}">
                  <a16:creationId xmlns:a16="http://schemas.microsoft.com/office/drawing/2014/main" id="{1D01D904-6965-5D32-366C-1092603DE6B2}"/>
                </a:ext>
              </a:extLst>
            </p:cNvPr>
            <p:cNvSpPr/>
            <p:nvPr/>
          </p:nvSpPr>
          <p:spPr>
            <a:xfrm>
              <a:off x="10013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: Rounded Corners 611">
              <a:extLst>
                <a:ext uri="{FF2B5EF4-FFF2-40B4-BE49-F238E27FC236}">
                  <a16:creationId xmlns:a16="http://schemas.microsoft.com/office/drawing/2014/main" id="{C174CF52-2900-9876-7C76-F55ECEF8DBF1}"/>
                </a:ext>
              </a:extLst>
            </p:cNvPr>
            <p:cNvSpPr/>
            <p:nvPr/>
          </p:nvSpPr>
          <p:spPr>
            <a:xfrm>
              <a:off x="116068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Rectangle: Rounded Corners 612">
              <a:extLst>
                <a:ext uri="{FF2B5EF4-FFF2-40B4-BE49-F238E27FC236}">
                  <a16:creationId xmlns:a16="http://schemas.microsoft.com/office/drawing/2014/main" id="{363AA7C4-241A-CB1A-BAEB-973634D7B22D}"/>
                </a:ext>
              </a:extLst>
            </p:cNvPr>
            <p:cNvSpPr/>
            <p:nvPr/>
          </p:nvSpPr>
          <p:spPr>
            <a:xfrm>
              <a:off x="131997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: Rounded Corners 613">
              <a:extLst>
                <a:ext uri="{FF2B5EF4-FFF2-40B4-BE49-F238E27FC236}">
                  <a16:creationId xmlns:a16="http://schemas.microsoft.com/office/drawing/2014/main" id="{B380D333-A577-0129-A226-F84610CFB6B0}"/>
                </a:ext>
              </a:extLst>
            </p:cNvPr>
            <p:cNvSpPr/>
            <p:nvPr/>
          </p:nvSpPr>
          <p:spPr>
            <a:xfrm>
              <a:off x="20492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: Rounded Corners 614">
              <a:extLst>
                <a:ext uri="{FF2B5EF4-FFF2-40B4-BE49-F238E27FC236}">
                  <a16:creationId xmlns:a16="http://schemas.microsoft.com/office/drawing/2014/main" id="{7F1D4C33-3F08-26CC-B959-8B14BB88D7E0}"/>
                </a:ext>
              </a:extLst>
            </p:cNvPr>
            <p:cNvSpPr/>
            <p:nvPr/>
          </p:nvSpPr>
          <p:spPr>
            <a:xfrm>
              <a:off x="3642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: Rounded Corners 615">
              <a:extLst>
                <a:ext uri="{FF2B5EF4-FFF2-40B4-BE49-F238E27FC236}">
                  <a16:creationId xmlns:a16="http://schemas.microsoft.com/office/drawing/2014/main" id="{2AAC9F09-D7DC-2838-98B0-912C8D043B49}"/>
                </a:ext>
              </a:extLst>
            </p:cNvPr>
            <p:cNvSpPr/>
            <p:nvPr/>
          </p:nvSpPr>
          <p:spPr>
            <a:xfrm>
              <a:off x="5235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: Rounded Corners 616">
              <a:extLst>
                <a:ext uri="{FF2B5EF4-FFF2-40B4-BE49-F238E27FC236}">
                  <a16:creationId xmlns:a16="http://schemas.microsoft.com/office/drawing/2014/main" id="{27DF359A-6209-2082-B5DA-0559CC506D92}"/>
                </a:ext>
              </a:extLst>
            </p:cNvPr>
            <p:cNvSpPr/>
            <p:nvPr/>
          </p:nvSpPr>
          <p:spPr>
            <a:xfrm>
              <a:off x="68280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: Rounded Corners 617">
              <a:extLst>
                <a:ext uri="{FF2B5EF4-FFF2-40B4-BE49-F238E27FC236}">
                  <a16:creationId xmlns:a16="http://schemas.microsoft.com/office/drawing/2014/main" id="{515F38F7-4BB4-1364-54BC-B2531280EE8B}"/>
                </a:ext>
              </a:extLst>
            </p:cNvPr>
            <p:cNvSpPr/>
            <p:nvPr/>
          </p:nvSpPr>
          <p:spPr>
            <a:xfrm>
              <a:off x="84209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: Rounded Corners 618">
              <a:extLst>
                <a:ext uri="{FF2B5EF4-FFF2-40B4-BE49-F238E27FC236}">
                  <a16:creationId xmlns:a16="http://schemas.microsoft.com/office/drawing/2014/main" id="{8550FFF2-AABC-E877-6186-7CF58936477F}"/>
                </a:ext>
              </a:extLst>
            </p:cNvPr>
            <p:cNvSpPr/>
            <p:nvPr/>
          </p:nvSpPr>
          <p:spPr>
            <a:xfrm>
              <a:off x="10013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: Rounded Corners 619">
              <a:extLst>
                <a:ext uri="{FF2B5EF4-FFF2-40B4-BE49-F238E27FC236}">
                  <a16:creationId xmlns:a16="http://schemas.microsoft.com/office/drawing/2014/main" id="{C8234D7D-B839-83EC-3DD5-750E60311531}"/>
                </a:ext>
              </a:extLst>
            </p:cNvPr>
            <p:cNvSpPr/>
            <p:nvPr/>
          </p:nvSpPr>
          <p:spPr>
            <a:xfrm>
              <a:off x="116068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: Rounded Corners 620">
              <a:extLst>
                <a:ext uri="{FF2B5EF4-FFF2-40B4-BE49-F238E27FC236}">
                  <a16:creationId xmlns:a16="http://schemas.microsoft.com/office/drawing/2014/main" id="{73C97865-4826-A6BE-A270-CD3D0CF3E850}"/>
                </a:ext>
              </a:extLst>
            </p:cNvPr>
            <p:cNvSpPr/>
            <p:nvPr/>
          </p:nvSpPr>
          <p:spPr>
            <a:xfrm>
              <a:off x="131997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Rectangle: Rounded Corners 621">
              <a:extLst>
                <a:ext uri="{FF2B5EF4-FFF2-40B4-BE49-F238E27FC236}">
                  <a16:creationId xmlns:a16="http://schemas.microsoft.com/office/drawing/2014/main" id="{C868F490-66C4-B160-B0B1-51B0DE269B9A}"/>
                </a:ext>
              </a:extLst>
            </p:cNvPr>
            <p:cNvSpPr/>
            <p:nvPr/>
          </p:nvSpPr>
          <p:spPr>
            <a:xfrm>
              <a:off x="20493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Rectangle: Rounded Corners 622">
              <a:extLst>
                <a:ext uri="{FF2B5EF4-FFF2-40B4-BE49-F238E27FC236}">
                  <a16:creationId xmlns:a16="http://schemas.microsoft.com/office/drawing/2014/main" id="{338BCC90-138C-4A86-4F79-028DA2A4E773}"/>
                </a:ext>
              </a:extLst>
            </p:cNvPr>
            <p:cNvSpPr/>
            <p:nvPr/>
          </p:nvSpPr>
          <p:spPr>
            <a:xfrm>
              <a:off x="156269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Rectangle: Rounded Corners 623">
              <a:extLst>
                <a:ext uri="{FF2B5EF4-FFF2-40B4-BE49-F238E27FC236}">
                  <a16:creationId xmlns:a16="http://schemas.microsoft.com/office/drawing/2014/main" id="{AF760640-0E52-7DEA-0BBC-C2C4AAB543F3}"/>
                </a:ext>
              </a:extLst>
            </p:cNvPr>
            <p:cNvSpPr/>
            <p:nvPr/>
          </p:nvSpPr>
          <p:spPr>
            <a:xfrm>
              <a:off x="16428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Rectangle: Rounded Corners 624">
              <a:extLst>
                <a:ext uri="{FF2B5EF4-FFF2-40B4-BE49-F238E27FC236}">
                  <a16:creationId xmlns:a16="http://schemas.microsoft.com/office/drawing/2014/main" id="{ACF4E31A-0C36-8DE0-EC94-8BC2A2A4FBAE}"/>
                </a:ext>
              </a:extLst>
            </p:cNvPr>
            <p:cNvSpPr/>
            <p:nvPr/>
          </p:nvSpPr>
          <p:spPr>
            <a:xfrm>
              <a:off x="18020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Rectangle: Rounded Corners 625">
              <a:extLst>
                <a:ext uri="{FF2B5EF4-FFF2-40B4-BE49-F238E27FC236}">
                  <a16:creationId xmlns:a16="http://schemas.microsoft.com/office/drawing/2014/main" id="{A5896299-776E-E11C-1A17-3D34C8292F93}"/>
                </a:ext>
              </a:extLst>
            </p:cNvPr>
            <p:cNvSpPr/>
            <p:nvPr/>
          </p:nvSpPr>
          <p:spPr>
            <a:xfrm>
              <a:off x="196138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Rectangle: Rounded Corners 626">
              <a:extLst>
                <a:ext uri="{FF2B5EF4-FFF2-40B4-BE49-F238E27FC236}">
                  <a16:creationId xmlns:a16="http://schemas.microsoft.com/office/drawing/2014/main" id="{D696FA7D-C0F7-EE39-820D-359D977333DE}"/>
                </a:ext>
              </a:extLst>
            </p:cNvPr>
            <p:cNvSpPr/>
            <p:nvPr/>
          </p:nvSpPr>
          <p:spPr>
            <a:xfrm>
              <a:off x="212067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Rectangle: Rounded Corners 627">
              <a:extLst>
                <a:ext uri="{FF2B5EF4-FFF2-40B4-BE49-F238E27FC236}">
                  <a16:creationId xmlns:a16="http://schemas.microsoft.com/office/drawing/2014/main" id="{365BD292-328D-A2EC-365D-279F95E22ABD}"/>
                </a:ext>
              </a:extLst>
            </p:cNvPr>
            <p:cNvSpPr/>
            <p:nvPr/>
          </p:nvSpPr>
          <p:spPr>
            <a:xfrm>
              <a:off x="227996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Rectangle: Rounded Corners 628">
              <a:extLst>
                <a:ext uri="{FF2B5EF4-FFF2-40B4-BE49-F238E27FC236}">
                  <a16:creationId xmlns:a16="http://schemas.microsoft.com/office/drawing/2014/main" id="{AD7CB1A7-1F49-7183-A118-B4606908C321}"/>
                </a:ext>
              </a:extLst>
            </p:cNvPr>
            <p:cNvSpPr/>
            <p:nvPr/>
          </p:nvSpPr>
          <p:spPr>
            <a:xfrm>
              <a:off x="243926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0" name="Rectangle: Rounded Corners 629">
              <a:extLst>
                <a:ext uri="{FF2B5EF4-FFF2-40B4-BE49-F238E27FC236}">
                  <a16:creationId xmlns:a16="http://schemas.microsoft.com/office/drawing/2014/main" id="{CF17071A-1977-4B10-E7B4-F2C2FC2B441F}"/>
                </a:ext>
              </a:extLst>
            </p:cNvPr>
            <p:cNvSpPr/>
            <p:nvPr/>
          </p:nvSpPr>
          <p:spPr>
            <a:xfrm>
              <a:off x="259855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Rectangle: Rounded Corners 630">
              <a:extLst>
                <a:ext uri="{FF2B5EF4-FFF2-40B4-BE49-F238E27FC236}">
                  <a16:creationId xmlns:a16="http://schemas.microsoft.com/office/drawing/2014/main" id="{349198E9-AD9A-2CE8-F698-06E9C741D973}"/>
                </a:ext>
              </a:extLst>
            </p:cNvPr>
            <p:cNvSpPr/>
            <p:nvPr/>
          </p:nvSpPr>
          <p:spPr>
            <a:xfrm>
              <a:off x="148350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Rectangle: Rounded Corners 631">
              <a:extLst>
                <a:ext uri="{FF2B5EF4-FFF2-40B4-BE49-F238E27FC236}">
                  <a16:creationId xmlns:a16="http://schemas.microsoft.com/office/drawing/2014/main" id="{35403E4F-B035-BD82-0FEC-6ECB31BA2268}"/>
                </a:ext>
              </a:extLst>
            </p:cNvPr>
            <p:cNvSpPr/>
            <p:nvPr/>
          </p:nvSpPr>
          <p:spPr>
            <a:xfrm>
              <a:off x="16428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Rectangle: Rounded Corners 632">
              <a:extLst>
                <a:ext uri="{FF2B5EF4-FFF2-40B4-BE49-F238E27FC236}">
                  <a16:creationId xmlns:a16="http://schemas.microsoft.com/office/drawing/2014/main" id="{7B34A785-0BCB-3032-5304-DB6C94E9D691}"/>
                </a:ext>
              </a:extLst>
            </p:cNvPr>
            <p:cNvSpPr/>
            <p:nvPr/>
          </p:nvSpPr>
          <p:spPr>
            <a:xfrm>
              <a:off x="18020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Rectangle: Rounded Corners 633">
              <a:extLst>
                <a:ext uri="{FF2B5EF4-FFF2-40B4-BE49-F238E27FC236}">
                  <a16:creationId xmlns:a16="http://schemas.microsoft.com/office/drawing/2014/main" id="{EA16BB7C-6425-E15E-6529-90658F4BED89}"/>
                </a:ext>
              </a:extLst>
            </p:cNvPr>
            <p:cNvSpPr/>
            <p:nvPr/>
          </p:nvSpPr>
          <p:spPr>
            <a:xfrm>
              <a:off x="196138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Rectangle: Rounded Corners 634">
              <a:extLst>
                <a:ext uri="{FF2B5EF4-FFF2-40B4-BE49-F238E27FC236}">
                  <a16:creationId xmlns:a16="http://schemas.microsoft.com/office/drawing/2014/main" id="{2DF08EE5-FD58-8734-69D9-E3F6F7A23D51}"/>
                </a:ext>
              </a:extLst>
            </p:cNvPr>
            <p:cNvSpPr/>
            <p:nvPr/>
          </p:nvSpPr>
          <p:spPr>
            <a:xfrm>
              <a:off x="212067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6" name="Rectangle: Rounded Corners 635">
              <a:extLst>
                <a:ext uri="{FF2B5EF4-FFF2-40B4-BE49-F238E27FC236}">
                  <a16:creationId xmlns:a16="http://schemas.microsoft.com/office/drawing/2014/main" id="{C585B47B-A378-3CBC-5E17-8C6731E459D9}"/>
                </a:ext>
              </a:extLst>
            </p:cNvPr>
            <p:cNvSpPr/>
            <p:nvPr/>
          </p:nvSpPr>
          <p:spPr>
            <a:xfrm>
              <a:off x="227997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7" name="Rectangle: Rounded Corners 636">
              <a:extLst>
                <a:ext uri="{FF2B5EF4-FFF2-40B4-BE49-F238E27FC236}">
                  <a16:creationId xmlns:a16="http://schemas.microsoft.com/office/drawing/2014/main" id="{3156FC81-285B-2A17-08FD-18AF4BAAD6E6}"/>
                </a:ext>
              </a:extLst>
            </p:cNvPr>
            <p:cNvSpPr/>
            <p:nvPr/>
          </p:nvSpPr>
          <p:spPr>
            <a:xfrm>
              <a:off x="243926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8" name="Rectangle: Rounded Corners 637">
              <a:extLst>
                <a:ext uri="{FF2B5EF4-FFF2-40B4-BE49-F238E27FC236}">
                  <a16:creationId xmlns:a16="http://schemas.microsoft.com/office/drawing/2014/main" id="{3A924C98-03D1-8972-D14F-D48FA9A5762B}"/>
                </a:ext>
              </a:extLst>
            </p:cNvPr>
            <p:cNvSpPr/>
            <p:nvPr/>
          </p:nvSpPr>
          <p:spPr>
            <a:xfrm>
              <a:off x="259855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9" name="Rectangle: Rounded Corners 638">
              <a:extLst>
                <a:ext uri="{FF2B5EF4-FFF2-40B4-BE49-F238E27FC236}">
                  <a16:creationId xmlns:a16="http://schemas.microsoft.com/office/drawing/2014/main" id="{96E7D01D-0C7F-3A17-A736-B39C597FE00B}"/>
                </a:ext>
              </a:extLst>
            </p:cNvPr>
            <p:cNvSpPr/>
            <p:nvPr/>
          </p:nvSpPr>
          <p:spPr>
            <a:xfrm>
              <a:off x="148351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Rectangle: Rounded Corners 639">
              <a:extLst>
                <a:ext uri="{FF2B5EF4-FFF2-40B4-BE49-F238E27FC236}">
                  <a16:creationId xmlns:a16="http://schemas.microsoft.com/office/drawing/2014/main" id="{79933764-8D21-EBE9-E1E0-1AFF7BE8DA74}"/>
                </a:ext>
              </a:extLst>
            </p:cNvPr>
            <p:cNvSpPr/>
            <p:nvPr/>
          </p:nvSpPr>
          <p:spPr>
            <a:xfrm>
              <a:off x="284127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Rectangle: Rounded Corners 640">
              <a:extLst>
                <a:ext uri="{FF2B5EF4-FFF2-40B4-BE49-F238E27FC236}">
                  <a16:creationId xmlns:a16="http://schemas.microsoft.com/office/drawing/2014/main" id="{E1968663-7172-38CD-D206-2ED9F437667F}"/>
                </a:ext>
              </a:extLst>
            </p:cNvPr>
            <p:cNvSpPr/>
            <p:nvPr/>
          </p:nvSpPr>
          <p:spPr>
            <a:xfrm>
              <a:off x="29213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2" name="Rectangle: Rounded Corners 641">
              <a:extLst>
                <a:ext uri="{FF2B5EF4-FFF2-40B4-BE49-F238E27FC236}">
                  <a16:creationId xmlns:a16="http://schemas.microsoft.com/office/drawing/2014/main" id="{3697DB91-3DC5-88E3-892F-C098FC23A5A7}"/>
                </a:ext>
              </a:extLst>
            </p:cNvPr>
            <p:cNvSpPr/>
            <p:nvPr/>
          </p:nvSpPr>
          <p:spPr>
            <a:xfrm>
              <a:off x="30806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Rectangle: Rounded Corners 642">
              <a:extLst>
                <a:ext uri="{FF2B5EF4-FFF2-40B4-BE49-F238E27FC236}">
                  <a16:creationId xmlns:a16="http://schemas.microsoft.com/office/drawing/2014/main" id="{9C2B9103-816E-859A-E7E2-6C841CBFD518}"/>
                </a:ext>
              </a:extLst>
            </p:cNvPr>
            <p:cNvSpPr/>
            <p:nvPr/>
          </p:nvSpPr>
          <p:spPr>
            <a:xfrm>
              <a:off x="323996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Rectangle: Rounded Corners 643">
              <a:extLst>
                <a:ext uri="{FF2B5EF4-FFF2-40B4-BE49-F238E27FC236}">
                  <a16:creationId xmlns:a16="http://schemas.microsoft.com/office/drawing/2014/main" id="{8D075C8B-41F6-BBF4-A30E-196367103616}"/>
                </a:ext>
              </a:extLst>
            </p:cNvPr>
            <p:cNvSpPr/>
            <p:nvPr/>
          </p:nvSpPr>
          <p:spPr>
            <a:xfrm>
              <a:off x="339925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Rectangle: Rounded Corners 644">
              <a:extLst>
                <a:ext uri="{FF2B5EF4-FFF2-40B4-BE49-F238E27FC236}">
                  <a16:creationId xmlns:a16="http://schemas.microsoft.com/office/drawing/2014/main" id="{5BE2F46B-84CC-C515-762B-9093DC60F0D8}"/>
                </a:ext>
              </a:extLst>
            </p:cNvPr>
            <p:cNvSpPr/>
            <p:nvPr/>
          </p:nvSpPr>
          <p:spPr>
            <a:xfrm>
              <a:off x="355854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6" name="Rectangle: Rounded Corners 645">
              <a:extLst>
                <a:ext uri="{FF2B5EF4-FFF2-40B4-BE49-F238E27FC236}">
                  <a16:creationId xmlns:a16="http://schemas.microsoft.com/office/drawing/2014/main" id="{E54B9C94-CFA9-05F6-EE39-0EAA4AE9EBCC}"/>
                </a:ext>
              </a:extLst>
            </p:cNvPr>
            <p:cNvSpPr/>
            <p:nvPr/>
          </p:nvSpPr>
          <p:spPr>
            <a:xfrm>
              <a:off x="371784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7" name="Rectangle: Rounded Corners 646">
              <a:extLst>
                <a:ext uri="{FF2B5EF4-FFF2-40B4-BE49-F238E27FC236}">
                  <a16:creationId xmlns:a16="http://schemas.microsoft.com/office/drawing/2014/main" id="{DD62C206-1018-9370-7C17-5B06A67AEDDD}"/>
                </a:ext>
              </a:extLst>
            </p:cNvPr>
            <p:cNvSpPr/>
            <p:nvPr/>
          </p:nvSpPr>
          <p:spPr>
            <a:xfrm>
              <a:off x="387713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Rectangle: Rounded Corners 647">
              <a:extLst>
                <a:ext uri="{FF2B5EF4-FFF2-40B4-BE49-F238E27FC236}">
                  <a16:creationId xmlns:a16="http://schemas.microsoft.com/office/drawing/2014/main" id="{E3A7B013-9BFA-296E-890D-BEACC2B51477}"/>
                </a:ext>
              </a:extLst>
            </p:cNvPr>
            <p:cNvSpPr/>
            <p:nvPr/>
          </p:nvSpPr>
          <p:spPr>
            <a:xfrm>
              <a:off x="27620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Rectangle: Rounded Corners 648">
              <a:extLst>
                <a:ext uri="{FF2B5EF4-FFF2-40B4-BE49-F238E27FC236}">
                  <a16:creationId xmlns:a16="http://schemas.microsoft.com/office/drawing/2014/main" id="{31BF0B64-7F7D-4185-7268-B7DB01C5D1CC}"/>
                </a:ext>
              </a:extLst>
            </p:cNvPr>
            <p:cNvSpPr/>
            <p:nvPr/>
          </p:nvSpPr>
          <p:spPr>
            <a:xfrm>
              <a:off x="29213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Rectangle: Rounded Corners 649">
              <a:extLst>
                <a:ext uri="{FF2B5EF4-FFF2-40B4-BE49-F238E27FC236}">
                  <a16:creationId xmlns:a16="http://schemas.microsoft.com/office/drawing/2014/main" id="{6F7B6BF7-CE4A-C699-22CB-33C705F20ED2}"/>
                </a:ext>
              </a:extLst>
            </p:cNvPr>
            <p:cNvSpPr/>
            <p:nvPr/>
          </p:nvSpPr>
          <p:spPr>
            <a:xfrm>
              <a:off x="30806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Rectangle: Rounded Corners 650">
              <a:extLst>
                <a:ext uri="{FF2B5EF4-FFF2-40B4-BE49-F238E27FC236}">
                  <a16:creationId xmlns:a16="http://schemas.microsoft.com/office/drawing/2014/main" id="{C9BBCBFF-BAE5-AF11-7BC2-517108B77824}"/>
                </a:ext>
              </a:extLst>
            </p:cNvPr>
            <p:cNvSpPr/>
            <p:nvPr/>
          </p:nvSpPr>
          <p:spPr>
            <a:xfrm>
              <a:off x="32399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Rectangle: Rounded Corners 651">
              <a:extLst>
                <a:ext uri="{FF2B5EF4-FFF2-40B4-BE49-F238E27FC236}">
                  <a16:creationId xmlns:a16="http://schemas.microsoft.com/office/drawing/2014/main" id="{F9C09887-ADD3-4702-2952-800E6C54B1C7}"/>
                </a:ext>
              </a:extLst>
            </p:cNvPr>
            <p:cNvSpPr/>
            <p:nvPr/>
          </p:nvSpPr>
          <p:spPr>
            <a:xfrm>
              <a:off x="33992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3" name="Rectangle: Rounded Corners 652">
              <a:extLst>
                <a:ext uri="{FF2B5EF4-FFF2-40B4-BE49-F238E27FC236}">
                  <a16:creationId xmlns:a16="http://schemas.microsoft.com/office/drawing/2014/main" id="{88A163ED-DEA2-5E8F-3678-D5ED37E67D42}"/>
                </a:ext>
              </a:extLst>
            </p:cNvPr>
            <p:cNvSpPr/>
            <p:nvPr/>
          </p:nvSpPr>
          <p:spPr>
            <a:xfrm>
              <a:off x="35585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ectangle: Rounded Corners 653">
              <a:extLst>
                <a:ext uri="{FF2B5EF4-FFF2-40B4-BE49-F238E27FC236}">
                  <a16:creationId xmlns:a16="http://schemas.microsoft.com/office/drawing/2014/main" id="{F6426E28-36E4-C2E0-D668-3CBBB94C2091}"/>
                </a:ext>
              </a:extLst>
            </p:cNvPr>
            <p:cNvSpPr/>
            <p:nvPr/>
          </p:nvSpPr>
          <p:spPr>
            <a:xfrm>
              <a:off x="371784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Rectangle: Rounded Corners 654">
              <a:extLst>
                <a:ext uri="{FF2B5EF4-FFF2-40B4-BE49-F238E27FC236}">
                  <a16:creationId xmlns:a16="http://schemas.microsoft.com/office/drawing/2014/main" id="{7ABD4878-64FA-DA83-A50A-D8E1F8D4D7D1}"/>
                </a:ext>
              </a:extLst>
            </p:cNvPr>
            <p:cNvSpPr/>
            <p:nvPr/>
          </p:nvSpPr>
          <p:spPr>
            <a:xfrm>
              <a:off x="387713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Rectangle: Rounded Corners 655">
              <a:extLst>
                <a:ext uri="{FF2B5EF4-FFF2-40B4-BE49-F238E27FC236}">
                  <a16:creationId xmlns:a16="http://schemas.microsoft.com/office/drawing/2014/main" id="{BC513300-D1CF-77EB-057B-FBC25153826F}"/>
                </a:ext>
              </a:extLst>
            </p:cNvPr>
            <p:cNvSpPr/>
            <p:nvPr/>
          </p:nvSpPr>
          <p:spPr>
            <a:xfrm>
              <a:off x="27620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Rectangle: Rounded Corners 656">
              <a:extLst>
                <a:ext uri="{FF2B5EF4-FFF2-40B4-BE49-F238E27FC236}">
                  <a16:creationId xmlns:a16="http://schemas.microsoft.com/office/drawing/2014/main" id="{425CBE9A-AED7-3838-E0E5-C434D0623ACA}"/>
                </a:ext>
              </a:extLst>
            </p:cNvPr>
            <p:cNvSpPr/>
            <p:nvPr/>
          </p:nvSpPr>
          <p:spPr>
            <a:xfrm>
              <a:off x="4119851" y="7226811"/>
              <a:ext cx="1195153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8" name="Rectangle: Rounded Corners 657">
              <a:extLst>
                <a:ext uri="{FF2B5EF4-FFF2-40B4-BE49-F238E27FC236}">
                  <a16:creationId xmlns:a16="http://schemas.microsoft.com/office/drawing/2014/main" id="{C47BCAD1-CD16-C76E-7AC4-D50699D578F3}"/>
                </a:ext>
              </a:extLst>
            </p:cNvPr>
            <p:cNvSpPr/>
            <p:nvPr/>
          </p:nvSpPr>
          <p:spPr>
            <a:xfrm>
              <a:off x="41999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Rectangle: Rounded Corners 658">
              <a:extLst>
                <a:ext uri="{FF2B5EF4-FFF2-40B4-BE49-F238E27FC236}">
                  <a16:creationId xmlns:a16="http://schemas.microsoft.com/office/drawing/2014/main" id="{79B095B9-4792-48BB-8832-53BB327E58E6}"/>
                </a:ext>
              </a:extLst>
            </p:cNvPr>
            <p:cNvSpPr/>
            <p:nvPr/>
          </p:nvSpPr>
          <p:spPr>
            <a:xfrm>
              <a:off x="43592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0" name="Rectangle: Rounded Corners 659">
              <a:extLst>
                <a:ext uri="{FF2B5EF4-FFF2-40B4-BE49-F238E27FC236}">
                  <a16:creationId xmlns:a16="http://schemas.microsoft.com/office/drawing/2014/main" id="{13E5E0BB-18A7-AB3A-5F03-881349B1733C}"/>
                </a:ext>
              </a:extLst>
            </p:cNvPr>
            <p:cNvSpPr/>
            <p:nvPr/>
          </p:nvSpPr>
          <p:spPr>
            <a:xfrm>
              <a:off x="45185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1" name="Rectangle: Rounded Corners 660">
              <a:extLst>
                <a:ext uri="{FF2B5EF4-FFF2-40B4-BE49-F238E27FC236}">
                  <a16:creationId xmlns:a16="http://schemas.microsoft.com/office/drawing/2014/main" id="{D211BE83-1EFF-E302-EA8B-01EE096524F0}"/>
                </a:ext>
              </a:extLst>
            </p:cNvPr>
            <p:cNvSpPr/>
            <p:nvPr/>
          </p:nvSpPr>
          <p:spPr>
            <a:xfrm>
              <a:off x="46778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2" name="Rectangle: Rounded Corners 661">
              <a:extLst>
                <a:ext uri="{FF2B5EF4-FFF2-40B4-BE49-F238E27FC236}">
                  <a16:creationId xmlns:a16="http://schemas.microsoft.com/office/drawing/2014/main" id="{23D0CE03-0BB2-BF08-9039-A758A0A22752}"/>
                </a:ext>
              </a:extLst>
            </p:cNvPr>
            <p:cNvSpPr/>
            <p:nvPr/>
          </p:nvSpPr>
          <p:spPr>
            <a:xfrm>
              <a:off x="48371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3" name="Rectangle: Rounded Corners 662">
              <a:extLst>
                <a:ext uri="{FF2B5EF4-FFF2-40B4-BE49-F238E27FC236}">
                  <a16:creationId xmlns:a16="http://schemas.microsoft.com/office/drawing/2014/main" id="{9378CB97-1715-BC54-3599-F8F6250B5AB3}"/>
                </a:ext>
              </a:extLst>
            </p:cNvPr>
            <p:cNvSpPr/>
            <p:nvPr/>
          </p:nvSpPr>
          <p:spPr>
            <a:xfrm>
              <a:off x="49964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Rectangle: Rounded Corners 663">
              <a:extLst>
                <a:ext uri="{FF2B5EF4-FFF2-40B4-BE49-F238E27FC236}">
                  <a16:creationId xmlns:a16="http://schemas.microsoft.com/office/drawing/2014/main" id="{C105C849-C17A-3C20-897A-D7DF40E428DA}"/>
                </a:ext>
              </a:extLst>
            </p:cNvPr>
            <p:cNvSpPr/>
            <p:nvPr/>
          </p:nvSpPr>
          <p:spPr>
            <a:xfrm>
              <a:off x="51557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Rectangle: Rounded Corners 664">
              <a:extLst>
                <a:ext uri="{FF2B5EF4-FFF2-40B4-BE49-F238E27FC236}">
                  <a16:creationId xmlns:a16="http://schemas.microsoft.com/office/drawing/2014/main" id="{8BEC27AF-5114-C615-C38D-4FB564615B2F}"/>
                </a:ext>
              </a:extLst>
            </p:cNvPr>
            <p:cNvSpPr/>
            <p:nvPr/>
          </p:nvSpPr>
          <p:spPr>
            <a:xfrm>
              <a:off x="40406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Rectangle: Rounded Corners 665">
              <a:extLst>
                <a:ext uri="{FF2B5EF4-FFF2-40B4-BE49-F238E27FC236}">
                  <a16:creationId xmlns:a16="http://schemas.microsoft.com/office/drawing/2014/main" id="{CE753EDB-716D-BFAC-AF8B-143D0F20694E}"/>
                </a:ext>
              </a:extLst>
            </p:cNvPr>
            <p:cNvSpPr/>
            <p:nvPr/>
          </p:nvSpPr>
          <p:spPr>
            <a:xfrm>
              <a:off x="41999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Rectangle: Rounded Corners 666">
              <a:extLst>
                <a:ext uri="{FF2B5EF4-FFF2-40B4-BE49-F238E27FC236}">
                  <a16:creationId xmlns:a16="http://schemas.microsoft.com/office/drawing/2014/main" id="{9C23FAA1-C23C-2909-7BE6-4FE8EAD948A1}"/>
                </a:ext>
              </a:extLst>
            </p:cNvPr>
            <p:cNvSpPr/>
            <p:nvPr/>
          </p:nvSpPr>
          <p:spPr>
            <a:xfrm>
              <a:off x="43592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8" name="Rectangle: Rounded Corners 667">
              <a:extLst>
                <a:ext uri="{FF2B5EF4-FFF2-40B4-BE49-F238E27FC236}">
                  <a16:creationId xmlns:a16="http://schemas.microsoft.com/office/drawing/2014/main" id="{863B6AC8-4EE6-B0C8-88BA-0D41DFFA0B4C}"/>
                </a:ext>
              </a:extLst>
            </p:cNvPr>
            <p:cNvSpPr/>
            <p:nvPr/>
          </p:nvSpPr>
          <p:spPr>
            <a:xfrm>
              <a:off x="45185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9" name="Rectangle: Rounded Corners 668">
              <a:extLst>
                <a:ext uri="{FF2B5EF4-FFF2-40B4-BE49-F238E27FC236}">
                  <a16:creationId xmlns:a16="http://schemas.microsoft.com/office/drawing/2014/main" id="{560E2F76-DA94-17AD-766E-A71F9710A510}"/>
                </a:ext>
              </a:extLst>
            </p:cNvPr>
            <p:cNvSpPr/>
            <p:nvPr/>
          </p:nvSpPr>
          <p:spPr>
            <a:xfrm>
              <a:off x="46778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0" name="Rectangle: Rounded Corners 669">
              <a:extLst>
                <a:ext uri="{FF2B5EF4-FFF2-40B4-BE49-F238E27FC236}">
                  <a16:creationId xmlns:a16="http://schemas.microsoft.com/office/drawing/2014/main" id="{E10624B3-1CD2-BF0F-D7AD-F0AD4495F1E1}"/>
                </a:ext>
              </a:extLst>
            </p:cNvPr>
            <p:cNvSpPr/>
            <p:nvPr/>
          </p:nvSpPr>
          <p:spPr>
            <a:xfrm>
              <a:off x="48371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1" name="Rectangle: Rounded Corners 670">
              <a:extLst>
                <a:ext uri="{FF2B5EF4-FFF2-40B4-BE49-F238E27FC236}">
                  <a16:creationId xmlns:a16="http://schemas.microsoft.com/office/drawing/2014/main" id="{8E7717C7-25ED-72CD-D3F0-A0F16699D724}"/>
                </a:ext>
              </a:extLst>
            </p:cNvPr>
            <p:cNvSpPr/>
            <p:nvPr/>
          </p:nvSpPr>
          <p:spPr>
            <a:xfrm>
              <a:off x="49964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2" name="Rectangle: Rounded Corners 671">
              <a:extLst>
                <a:ext uri="{FF2B5EF4-FFF2-40B4-BE49-F238E27FC236}">
                  <a16:creationId xmlns:a16="http://schemas.microsoft.com/office/drawing/2014/main" id="{FAAE97AE-4575-1226-9264-9AB6B3F56CAB}"/>
                </a:ext>
              </a:extLst>
            </p:cNvPr>
            <p:cNvSpPr/>
            <p:nvPr/>
          </p:nvSpPr>
          <p:spPr>
            <a:xfrm>
              <a:off x="51557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3" name="Rectangle: Rounded Corners 672">
              <a:extLst>
                <a:ext uri="{FF2B5EF4-FFF2-40B4-BE49-F238E27FC236}">
                  <a16:creationId xmlns:a16="http://schemas.microsoft.com/office/drawing/2014/main" id="{7788C514-84EE-2A65-685C-D2972D3AE02A}"/>
                </a:ext>
              </a:extLst>
            </p:cNvPr>
            <p:cNvSpPr/>
            <p:nvPr/>
          </p:nvSpPr>
          <p:spPr>
            <a:xfrm>
              <a:off x="40406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4" name="Rectangle: Rounded Corners 673">
              <a:extLst>
                <a:ext uri="{FF2B5EF4-FFF2-40B4-BE49-F238E27FC236}">
                  <a16:creationId xmlns:a16="http://schemas.microsoft.com/office/drawing/2014/main" id="{26602656-F3B1-70D9-6B2B-D9F31CB29DCE}"/>
                </a:ext>
              </a:extLst>
            </p:cNvPr>
            <p:cNvSpPr/>
            <p:nvPr/>
          </p:nvSpPr>
          <p:spPr>
            <a:xfrm>
              <a:off x="539843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Rectangle: Rounded Corners 674">
              <a:extLst>
                <a:ext uri="{FF2B5EF4-FFF2-40B4-BE49-F238E27FC236}">
                  <a16:creationId xmlns:a16="http://schemas.microsoft.com/office/drawing/2014/main" id="{E27F7BCD-7AA1-0F19-6CBB-E3DC643CA215}"/>
                </a:ext>
              </a:extLst>
            </p:cNvPr>
            <p:cNvSpPr/>
            <p:nvPr/>
          </p:nvSpPr>
          <p:spPr>
            <a:xfrm>
              <a:off x="547854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6" name="Rectangle: Rounded Corners 675">
              <a:extLst>
                <a:ext uri="{FF2B5EF4-FFF2-40B4-BE49-F238E27FC236}">
                  <a16:creationId xmlns:a16="http://schemas.microsoft.com/office/drawing/2014/main" id="{784CD0F5-704F-6B09-75E2-53712C74D900}"/>
                </a:ext>
              </a:extLst>
            </p:cNvPr>
            <p:cNvSpPr/>
            <p:nvPr/>
          </p:nvSpPr>
          <p:spPr>
            <a:xfrm>
              <a:off x="563783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7" name="Rectangle: Rounded Corners 676">
              <a:extLst>
                <a:ext uri="{FF2B5EF4-FFF2-40B4-BE49-F238E27FC236}">
                  <a16:creationId xmlns:a16="http://schemas.microsoft.com/office/drawing/2014/main" id="{A346B802-1F51-7A53-7A0F-6B51616790F3}"/>
                </a:ext>
              </a:extLst>
            </p:cNvPr>
            <p:cNvSpPr/>
            <p:nvPr/>
          </p:nvSpPr>
          <p:spPr>
            <a:xfrm>
              <a:off x="579712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8" name="Rectangle: Rounded Corners 677">
              <a:extLst>
                <a:ext uri="{FF2B5EF4-FFF2-40B4-BE49-F238E27FC236}">
                  <a16:creationId xmlns:a16="http://schemas.microsoft.com/office/drawing/2014/main" id="{7BE9BD1B-EA71-9519-1400-5582ADCAC0CC}"/>
                </a:ext>
              </a:extLst>
            </p:cNvPr>
            <p:cNvSpPr/>
            <p:nvPr/>
          </p:nvSpPr>
          <p:spPr>
            <a:xfrm>
              <a:off x="595641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9" name="Rectangle: Rounded Corners 678">
              <a:extLst>
                <a:ext uri="{FF2B5EF4-FFF2-40B4-BE49-F238E27FC236}">
                  <a16:creationId xmlns:a16="http://schemas.microsoft.com/office/drawing/2014/main" id="{680CBA79-B24E-7272-0CFD-95E57FDD33CA}"/>
                </a:ext>
              </a:extLst>
            </p:cNvPr>
            <p:cNvSpPr/>
            <p:nvPr/>
          </p:nvSpPr>
          <p:spPr>
            <a:xfrm>
              <a:off x="61157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0" name="Rectangle: Rounded Corners 679">
              <a:extLst>
                <a:ext uri="{FF2B5EF4-FFF2-40B4-BE49-F238E27FC236}">
                  <a16:creationId xmlns:a16="http://schemas.microsoft.com/office/drawing/2014/main" id="{60E37B09-A0F4-96A6-CBC0-61955A5D5EA2}"/>
                </a:ext>
              </a:extLst>
            </p:cNvPr>
            <p:cNvSpPr/>
            <p:nvPr/>
          </p:nvSpPr>
          <p:spPr>
            <a:xfrm>
              <a:off x="62750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1" name="Rectangle: Rounded Corners 680">
              <a:extLst>
                <a:ext uri="{FF2B5EF4-FFF2-40B4-BE49-F238E27FC236}">
                  <a16:creationId xmlns:a16="http://schemas.microsoft.com/office/drawing/2014/main" id="{E6D7477F-DD8E-CFD5-5102-595719A7E8EE}"/>
                </a:ext>
              </a:extLst>
            </p:cNvPr>
            <p:cNvSpPr/>
            <p:nvPr/>
          </p:nvSpPr>
          <p:spPr>
            <a:xfrm>
              <a:off x="64342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2" name="Rectangle: Rounded Corners 681">
              <a:extLst>
                <a:ext uri="{FF2B5EF4-FFF2-40B4-BE49-F238E27FC236}">
                  <a16:creationId xmlns:a16="http://schemas.microsoft.com/office/drawing/2014/main" id="{3120E5EA-DC99-0CAB-9B6F-02345F4FCAE6}"/>
                </a:ext>
              </a:extLst>
            </p:cNvPr>
            <p:cNvSpPr/>
            <p:nvPr/>
          </p:nvSpPr>
          <p:spPr>
            <a:xfrm>
              <a:off x="53192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3" name="Rectangle: Rounded Corners 682">
              <a:extLst>
                <a:ext uri="{FF2B5EF4-FFF2-40B4-BE49-F238E27FC236}">
                  <a16:creationId xmlns:a16="http://schemas.microsoft.com/office/drawing/2014/main" id="{BD4D5427-D804-A4C8-9433-C2FB9815370D}"/>
                </a:ext>
              </a:extLst>
            </p:cNvPr>
            <p:cNvSpPr/>
            <p:nvPr/>
          </p:nvSpPr>
          <p:spPr>
            <a:xfrm>
              <a:off x="547854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4" name="Rectangle: Rounded Corners 683">
              <a:extLst>
                <a:ext uri="{FF2B5EF4-FFF2-40B4-BE49-F238E27FC236}">
                  <a16:creationId xmlns:a16="http://schemas.microsoft.com/office/drawing/2014/main" id="{6C688669-4E85-5178-54C5-4C8A1C8ED72D}"/>
                </a:ext>
              </a:extLst>
            </p:cNvPr>
            <p:cNvSpPr/>
            <p:nvPr/>
          </p:nvSpPr>
          <p:spPr>
            <a:xfrm>
              <a:off x="563783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5" name="Rectangle: Rounded Corners 684">
              <a:extLst>
                <a:ext uri="{FF2B5EF4-FFF2-40B4-BE49-F238E27FC236}">
                  <a16:creationId xmlns:a16="http://schemas.microsoft.com/office/drawing/2014/main" id="{88E509E5-4A87-AB28-B0F9-65349C066247}"/>
                </a:ext>
              </a:extLst>
            </p:cNvPr>
            <p:cNvSpPr/>
            <p:nvPr/>
          </p:nvSpPr>
          <p:spPr>
            <a:xfrm>
              <a:off x="579712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6" name="Rectangle: Rounded Corners 685">
              <a:extLst>
                <a:ext uri="{FF2B5EF4-FFF2-40B4-BE49-F238E27FC236}">
                  <a16:creationId xmlns:a16="http://schemas.microsoft.com/office/drawing/2014/main" id="{C66162A3-9385-5DE7-8A62-0E4658984EA5}"/>
                </a:ext>
              </a:extLst>
            </p:cNvPr>
            <p:cNvSpPr/>
            <p:nvPr/>
          </p:nvSpPr>
          <p:spPr>
            <a:xfrm>
              <a:off x="595641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Rectangle: Rounded Corners 686">
              <a:extLst>
                <a:ext uri="{FF2B5EF4-FFF2-40B4-BE49-F238E27FC236}">
                  <a16:creationId xmlns:a16="http://schemas.microsoft.com/office/drawing/2014/main" id="{D05C8C00-84D6-BEDD-DF76-3A36BD0E539F}"/>
                </a:ext>
              </a:extLst>
            </p:cNvPr>
            <p:cNvSpPr/>
            <p:nvPr/>
          </p:nvSpPr>
          <p:spPr>
            <a:xfrm>
              <a:off x="61157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Rectangle: Rounded Corners 687">
              <a:extLst>
                <a:ext uri="{FF2B5EF4-FFF2-40B4-BE49-F238E27FC236}">
                  <a16:creationId xmlns:a16="http://schemas.microsoft.com/office/drawing/2014/main" id="{4E6E885F-0475-8CAC-800B-BF9FBF35EAE1}"/>
                </a:ext>
              </a:extLst>
            </p:cNvPr>
            <p:cNvSpPr/>
            <p:nvPr/>
          </p:nvSpPr>
          <p:spPr>
            <a:xfrm>
              <a:off x="62750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Rectangle: Rounded Corners 688">
              <a:extLst>
                <a:ext uri="{FF2B5EF4-FFF2-40B4-BE49-F238E27FC236}">
                  <a16:creationId xmlns:a16="http://schemas.microsoft.com/office/drawing/2014/main" id="{976F30C7-64C7-A71A-B214-1FB39EF5BBAA}"/>
                </a:ext>
              </a:extLst>
            </p:cNvPr>
            <p:cNvSpPr/>
            <p:nvPr/>
          </p:nvSpPr>
          <p:spPr>
            <a:xfrm>
              <a:off x="64342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Rectangle: Rounded Corners 689">
              <a:extLst>
                <a:ext uri="{FF2B5EF4-FFF2-40B4-BE49-F238E27FC236}">
                  <a16:creationId xmlns:a16="http://schemas.microsoft.com/office/drawing/2014/main" id="{2D53A2C1-9EDD-A724-2898-A55A6FD341E1}"/>
                </a:ext>
              </a:extLst>
            </p:cNvPr>
            <p:cNvSpPr/>
            <p:nvPr/>
          </p:nvSpPr>
          <p:spPr>
            <a:xfrm>
              <a:off x="53192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Rectangle: Rounded Corners 690">
              <a:extLst>
                <a:ext uri="{FF2B5EF4-FFF2-40B4-BE49-F238E27FC236}">
                  <a16:creationId xmlns:a16="http://schemas.microsoft.com/office/drawing/2014/main" id="{FCC3FFE3-D60A-5FD1-210C-E8BDA8F81A8D}"/>
                </a:ext>
              </a:extLst>
            </p:cNvPr>
            <p:cNvSpPr/>
            <p:nvPr/>
          </p:nvSpPr>
          <p:spPr>
            <a:xfrm>
              <a:off x="667701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Rectangle: Rounded Corners 691">
              <a:extLst>
                <a:ext uri="{FF2B5EF4-FFF2-40B4-BE49-F238E27FC236}">
                  <a16:creationId xmlns:a16="http://schemas.microsoft.com/office/drawing/2014/main" id="{0E0D684E-5FB7-5F15-AA6C-939C1DEDD4FA}"/>
                </a:ext>
              </a:extLst>
            </p:cNvPr>
            <p:cNvSpPr/>
            <p:nvPr/>
          </p:nvSpPr>
          <p:spPr>
            <a:xfrm>
              <a:off x="675712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Rectangle: Rounded Corners 692">
              <a:extLst>
                <a:ext uri="{FF2B5EF4-FFF2-40B4-BE49-F238E27FC236}">
                  <a16:creationId xmlns:a16="http://schemas.microsoft.com/office/drawing/2014/main" id="{72ACAFC4-8865-3E21-6DFB-F4173C68EE4B}"/>
                </a:ext>
              </a:extLst>
            </p:cNvPr>
            <p:cNvSpPr/>
            <p:nvPr/>
          </p:nvSpPr>
          <p:spPr>
            <a:xfrm>
              <a:off x="691641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Rectangle: Rounded Corners 693">
              <a:extLst>
                <a:ext uri="{FF2B5EF4-FFF2-40B4-BE49-F238E27FC236}">
                  <a16:creationId xmlns:a16="http://schemas.microsoft.com/office/drawing/2014/main" id="{2C2320A7-BCDD-86F4-66DF-32FC60BAF94E}"/>
                </a:ext>
              </a:extLst>
            </p:cNvPr>
            <p:cNvSpPr/>
            <p:nvPr/>
          </p:nvSpPr>
          <p:spPr>
            <a:xfrm>
              <a:off x="707570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Rectangle: Rounded Corners 694">
              <a:extLst>
                <a:ext uri="{FF2B5EF4-FFF2-40B4-BE49-F238E27FC236}">
                  <a16:creationId xmlns:a16="http://schemas.microsoft.com/office/drawing/2014/main" id="{78413278-B842-489D-3E00-AB6D1C7736B6}"/>
                </a:ext>
              </a:extLst>
            </p:cNvPr>
            <p:cNvSpPr/>
            <p:nvPr/>
          </p:nvSpPr>
          <p:spPr>
            <a:xfrm>
              <a:off x="723499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Rectangle: Rounded Corners 695">
              <a:extLst>
                <a:ext uri="{FF2B5EF4-FFF2-40B4-BE49-F238E27FC236}">
                  <a16:creationId xmlns:a16="http://schemas.microsoft.com/office/drawing/2014/main" id="{01401FF0-6127-90DB-775B-512A3E6824F3}"/>
                </a:ext>
              </a:extLst>
            </p:cNvPr>
            <p:cNvSpPr/>
            <p:nvPr/>
          </p:nvSpPr>
          <p:spPr>
            <a:xfrm>
              <a:off x="73942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7" name="Rectangle: Rounded Corners 696">
              <a:extLst>
                <a:ext uri="{FF2B5EF4-FFF2-40B4-BE49-F238E27FC236}">
                  <a16:creationId xmlns:a16="http://schemas.microsoft.com/office/drawing/2014/main" id="{BF4E4F88-13DD-E858-8F2A-7CB2599BEE24}"/>
                </a:ext>
              </a:extLst>
            </p:cNvPr>
            <p:cNvSpPr/>
            <p:nvPr/>
          </p:nvSpPr>
          <p:spPr>
            <a:xfrm>
              <a:off x="75535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8" name="Rectangle: Rounded Corners 697">
              <a:extLst>
                <a:ext uri="{FF2B5EF4-FFF2-40B4-BE49-F238E27FC236}">
                  <a16:creationId xmlns:a16="http://schemas.microsoft.com/office/drawing/2014/main" id="{C9FB8C86-EB42-AB28-AFBF-A2AF1EF5AAC4}"/>
                </a:ext>
              </a:extLst>
            </p:cNvPr>
            <p:cNvSpPr/>
            <p:nvPr/>
          </p:nvSpPr>
          <p:spPr>
            <a:xfrm>
              <a:off x="77128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9" name="Rectangle: Rounded Corners 698">
              <a:extLst>
                <a:ext uri="{FF2B5EF4-FFF2-40B4-BE49-F238E27FC236}">
                  <a16:creationId xmlns:a16="http://schemas.microsoft.com/office/drawing/2014/main" id="{28C6B9E1-0188-21FC-7DD7-CD9D05F80E44}"/>
                </a:ext>
              </a:extLst>
            </p:cNvPr>
            <p:cNvSpPr/>
            <p:nvPr/>
          </p:nvSpPr>
          <p:spPr>
            <a:xfrm>
              <a:off x="65978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0" name="Rectangle: Rounded Corners 699">
              <a:extLst>
                <a:ext uri="{FF2B5EF4-FFF2-40B4-BE49-F238E27FC236}">
                  <a16:creationId xmlns:a16="http://schemas.microsoft.com/office/drawing/2014/main" id="{7A9818C4-C0F0-2139-8FB3-45225CAE4544}"/>
                </a:ext>
              </a:extLst>
            </p:cNvPr>
            <p:cNvSpPr/>
            <p:nvPr/>
          </p:nvSpPr>
          <p:spPr>
            <a:xfrm>
              <a:off x="675712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1" name="Rectangle: Rounded Corners 700">
              <a:extLst>
                <a:ext uri="{FF2B5EF4-FFF2-40B4-BE49-F238E27FC236}">
                  <a16:creationId xmlns:a16="http://schemas.microsoft.com/office/drawing/2014/main" id="{A8DDC18F-A332-C076-0F52-E4A59AD74EA1}"/>
                </a:ext>
              </a:extLst>
            </p:cNvPr>
            <p:cNvSpPr/>
            <p:nvPr/>
          </p:nvSpPr>
          <p:spPr>
            <a:xfrm>
              <a:off x="691641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2" name="Rectangle: Rounded Corners 701">
              <a:extLst>
                <a:ext uri="{FF2B5EF4-FFF2-40B4-BE49-F238E27FC236}">
                  <a16:creationId xmlns:a16="http://schemas.microsoft.com/office/drawing/2014/main" id="{0A394DF0-1B1C-1B49-AFC6-686AFD6EB107}"/>
                </a:ext>
              </a:extLst>
            </p:cNvPr>
            <p:cNvSpPr/>
            <p:nvPr/>
          </p:nvSpPr>
          <p:spPr>
            <a:xfrm>
              <a:off x="707570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3" name="Rectangle: Rounded Corners 702">
              <a:extLst>
                <a:ext uri="{FF2B5EF4-FFF2-40B4-BE49-F238E27FC236}">
                  <a16:creationId xmlns:a16="http://schemas.microsoft.com/office/drawing/2014/main" id="{5F65CD73-AE5D-7493-4FEC-26A5A8702325}"/>
                </a:ext>
              </a:extLst>
            </p:cNvPr>
            <p:cNvSpPr/>
            <p:nvPr/>
          </p:nvSpPr>
          <p:spPr>
            <a:xfrm>
              <a:off x="72349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4" name="Rectangle: Rounded Corners 703">
              <a:extLst>
                <a:ext uri="{FF2B5EF4-FFF2-40B4-BE49-F238E27FC236}">
                  <a16:creationId xmlns:a16="http://schemas.microsoft.com/office/drawing/2014/main" id="{BBD842D4-8451-CC7F-F526-C743504211F3}"/>
                </a:ext>
              </a:extLst>
            </p:cNvPr>
            <p:cNvSpPr/>
            <p:nvPr/>
          </p:nvSpPr>
          <p:spPr>
            <a:xfrm>
              <a:off x="73942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5" name="Rectangle: Rounded Corners 704">
              <a:extLst>
                <a:ext uri="{FF2B5EF4-FFF2-40B4-BE49-F238E27FC236}">
                  <a16:creationId xmlns:a16="http://schemas.microsoft.com/office/drawing/2014/main" id="{AF56B2D6-9C3E-9911-F6D2-0199C3E4A89A}"/>
                </a:ext>
              </a:extLst>
            </p:cNvPr>
            <p:cNvSpPr/>
            <p:nvPr/>
          </p:nvSpPr>
          <p:spPr>
            <a:xfrm>
              <a:off x="75535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6" name="Rectangle: Rounded Corners 705">
              <a:extLst>
                <a:ext uri="{FF2B5EF4-FFF2-40B4-BE49-F238E27FC236}">
                  <a16:creationId xmlns:a16="http://schemas.microsoft.com/office/drawing/2014/main" id="{45C7C69F-DDC6-FF77-9139-C3C9318AC76A}"/>
                </a:ext>
              </a:extLst>
            </p:cNvPr>
            <p:cNvSpPr/>
            <p:nvPr/>
          </p:nvSpPr>
          <p:spPr>
            <a:xfrm>
              <a:off x="77128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7" name="Rectangle: Rounded Corners 706">
              <a:extLst>
                <a:ext uri="{FF2B5EF4-FFF2-40B4-BE49-F238E27FC236}">
                  <a16:creationId xmlns:a16="http://schemas.microsoft.com/office/drawing/2014/main" id="{C058E283-13FE-B10C-F6A8-7E5F13052B41}"/>
                </a:ext>
              </a:extLst>
            </p:cNvPr>
            <p:cNvSpPr/>
            <p:nvPr/>
          </p:nvSpPr>
          <p:spPr>
            <a:xfrm>
              <a:off x="65978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Rectangle: Rounded Corners 707">
              <a:extLst>
                <a:ext uri="{FF2B5EF4-FFF2-40B4-BE49-F238E27FC236}">
                  <a16:creationId xmlns:a16="http://schemas.microsoft.com/office/drawing/2014/main" id="{7298CD87-FD72-4DFB-05B5-585A05FA267F}"/>
                </a:ext>
              </a:extLst>
            </p:cNvPr>
            <p:cNvSpPr/>
            <p:nvPr/>
          </p:nvSpPr>
          <p:spPr>
            <a:xfrm>
              <a:off x="795559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9" name="Rectangle: Rounded Corners 708">
              <a:extLst>
                <a:ext uri="{FF2B5EF4-FFF2-40B4-BE49-F238E27FC236}">
                  <a16:creationId xmlns:a16="http://schemas.microsoft.com/office/drawing/2014/main" id="{5930D23A-ACE8-3480-258E-C61252ABF210}"/>
                </a:ext>
              </a:extLst>
            </p:cNvPr>
            <p:cNvSpPr/>
            <p:nvPr/>
          </p:nvSpPr>
          <p:spPr>
            <a:xfrm>
              <a:off x="803570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0" name="Rectangle: Rounded Corners 709">
              <a:extLst>
                <a:ext uri="{FF2B5EF4-FFF2-40B4-BE49-F238E27FC236}">
                  <a16:creationId xmlns:a16="http://schemas.microsoft.com/office/drawing/2014/main" id="{FBFCAE69-B50F-26FD-0851-CFF068968F66}"/>
                </a:ext>
              </a:extLst>
            </p:cNvPr>
            <p:cNvSpPr/>
            <p:nvPr/>
          </p:nvSpPr>
          <p:spPr>
            <a:xfrm>
              <a:off x="819499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1" name="Rectangle: Rounded Corners 710">
              <a:extLst>
                <a:ext uri="{FF2B5EF4-FFF2-40B4-BE49-F238E27FC236}">
                  <a16:creationId xmlns:a16="http://schemas.microsoft.com/office/drawing/2014/main" id="{D25651A4-992B-9550-CF98-6385F472AA30}"/>
                </a:ext>
              </a:extLst>
            </p:cNvPr>
            <p:cNvSpPr/>
            <p:nvPr/>
          </p:nvSpPr>
          <p:spPr>
            <a:xfrm>
              <a:off x="835428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2" name="Rectangle: Rounded Corners 711">
              <a:extLst>
                <a:ext uri="{FF2B5EF4-FFF2-40B4-BE49-F238E27FC236}">
                  <a16:creationId xmlns:a16="http://schemas.microsoft.com/office/drawing/2014/main" id="{C876E01A-C4EB-ADF1-CC6F-29444D3B73EE}"/>
                </a:ext>
              </a:extLst>
            </p:cNvPr>
            <p:cNvSpPr/>
            <p:nvPr/>
          </p:nvSpPr>
          <p:spPr>
            <a:xfrm>
              <a:off x="851357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3" name="Rectangle: Rounded Corners 712">
              <a:extLst>
                <a:ext uri="{FF2B5EF4-FFF2-40B4-BE49-F238E27FC236}">
                  <a16:creationId xmlns:a16="http://schemas.microsoft.com/office/drawing/2014/main" id="{8F1E1F47-C183-767C-BE90-45EAEBC5104E}"/>
                </a:ext>
              </a:extLst>
            </p:cNvPr>
            <p:cNvSpPr/>
            <p:nvPr/>
          </p:nvSpPr>
          <p:spPr>
            <a:xfrm>
              <a:off x="86728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4" name="Rectangle: Rounded Corners 713">
              <a:extLst>
                <a:ext uri="{FF2B5EF4-FFF2-40B4-BE49-F238E27FC236}">
                  <a16:creationId xmlns:a16="http://schemas.microsoft.com/office/drawing/2014/main" id="{01EAD9D8-7942-ABC9-9B4D-97832B78DCFD}"/>
                </a:ext>
              </a:extLst>
            </p:cNvPr>
            <p:cNvSpPr/>
            <p:nvPr/>
          </p:nvSpPr>
          <p:spPr>
            <a:xfrm>
              <a:off x="883216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5" name="Rectangle: Rounded Corners 714">
              <a:extLst>
                <a:ext uri="{FF2B5EF4-FFF2-40B4-BE49-F238E27FC236}">
                  <a16:creationId xmlns:a16="http://schemas.microsoft.com/office/drawing/2014/main" id="{4FAEAF01-05A3-BA64-0068-79F58AB5284D}"/>
                </a:ext>
              </a:extLst>
            </p:cNvPr>
            <p:cNvSpPr/>
            <p:nvPr/>
          </p:nvSpPr>
          <p:spPr>
            <a:xfrm>
              <a:off x="899145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6" name="Rectangle: Rounded Corners 715">
              <a:extLst>
                <a:ext uri="{FF2B5EF4-FFF2-40B4-BE49-F238E27FC236}">
                  <a16:creationId xmlns:a16="http://schemas.microsoft.com/office/drawing/2014/main" id="{8DAFC63D-DAFF-90EC-9C2D-04EC0E170864}"/>
                </a:ext>
              </a:extLst>
            </p:cNvPr>
            <p:cNvSpPr/>
            <p:nvPr/>
          </p:nvSpPr>
          <p:spPr>
            <a:xfrm>
              <a:off x="78764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" name="Rectangle: Rounded Corners 716">
              <a:extLst>
                <a:ext uri="{FF2B5EF4-FFF2-40B4-BE49-F238E27FC236}">
                  <a16:creationId xmlns:a16="http://schemas.microsoft.com/office/drawing/2014/main" id="{C661CD40-C5D7-322B-E459-B79A6BDA19FD}"/>
                </a:ext>
              </a:extLst>
            </p:cNvPr>
            <p:cNvSpPr/>
            <p:nvPr/>
          </p:nvSpPr>
          <p:spPr>
            <a:xfrm>
              <a:off x="803570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" name="Rectangle: Rounded Corners 717">
              <a:extLst>
                <a:ext uri="{FF2B5EF4-FFF2-40B4-BE49-F238E27FC236}">
                  <a16:creationId xmlns:a16="http://schemas.microsoft.com/office/drawing/2014/main" id="{48940302-7289-2EC8-1B95-1D1DA08D7F59}"/>
                </a:ext>
              </a:extLst>
            </p:cNvPr>
            <p:cNvSpPr/>
            <p:nvPr/>
          </p:nvSpPr>
          <p:spPr>
            <a:xfrm>
              <a:off x="819499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Rectangle: Rounded Corners 718">
              <a:extLst>
                <a:ext uri="{FF2B5EF4-FFF2-40B4-BE49-F238E27FC236}">
                  <a16:creationId xmlns:a16="http://schemas.microsoft.com/office/drawing/2014/main" id="{8402AAFB-0A5B-A93C-5F3B-AF940192C80E}"/>
                </a:ext>
              </a:extLst>
            </p:cNvPr>
            <p:cNvSpPr/>
            <p:nvPr/>
          </p:nvSpPr>
          <p:spPr>
            <a:xfrm>
              <a:off x="835428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" name="Rectangle: Rounded Corners 719">
              <a:extLst>
                <a:ext uri="{FF2B5EF4-FFF2-40B4-BE49-F238E27FC236}">
                  <a16:creationId xmlns:a16="http://schemas.microsoft.com/office/drawing/2014/main" id="{7FC35075-8E0C-C4CF-BA3E-DE446E5DB508}"/>
                </a:ext>
              </a:extLst>
            </p:cNvPr>
            <p:cNvSpPr/>
            <p:nvPr/>
          </p:nvSpPr>
          <p:spPr>
            <a:xfrm>
              <a:off x="851357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" name="Rectangle: Rounded Corners 720">
              <a:extLst>
                <a:ext uri="{FF2B5EF4-FFF2-40B4-BE49-F238E27FC236}">
                  <a16:creationId xmlns:a16="http://schemas.microsoft.com/office/drawing/2014/main" id="{12148EB1-69E3-093D-0F8F-EF032D697904}"/>
                </a:ext>
              </a:extLst>
            </p:cNvPr>
            <p:cNvSpPr/>
            <p:nvPr/>
          </p:nvSpPr>
          <p:spPr>
            <a:xfrm>
              <a:off x="86728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" name="Rectangle: Rounded Corners 721">
              <a:extLst>
                <a:ext uri="{FF2B5EF4-FFF2-40B4-BE49-F238E27FC236}">
                  <a16:creationId xmlns:a16="http://schemas.microsoft.com/office/drawing/2014/main" id="{7F1B5D48-1486-41F4-D1AA-2DB7177D4DF5}"/>
                </a:ext>
              </a:extLst>
            </p:cNvPr>
            <p:cNvSpPr/>
            <p:nvPr/>
          </p:nvSpPr>
          <p:spPr>
            <a:xfrm>
              <a:off x="883216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3" name="Rectangle: Rounded Corners 722">
              <a:extLst>
                <a:ext uri="{FF2B5EF4-FFF2-40B4-BE49-F238E27FC236}">
                  <a16:creationId xmlns:a16="http://schemas.microsoft.com/office/drawing/2014/main" id="{E3D20D58-D0A2-38F2-3A3A-D6334EDE5ECF}"/>
                </a:ext>
              </a:extLst>
            </p:cNvPr>
            <p:cNvSpPr/>
            <p:nvPr/>
          </p:nvSpPr>
          <p:spPr>
            <a:xfrm>
              <a:off x="899145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" name="Rectangle: Rounded Corners 723">
              <a:extLst>
                <a:ext uri="{FF2B5EF4-FFF2-40B4-BE49-F238E27FC236}">
                  <a16:creationId xmlns:a16="http://schemas.microsoft.com/office/drawing/2014/main" id="{E117242D-F3DA-74F0-3817-1ED4DAEAB7F9}"/>
                </a:ext>
              </a:extLst>
            </p:cNvPr>
            <p:cNvSpPr/>
            <p:nvPr/>
          </p:nvSpPr>
          <p:spPr>
            <a:xfrm>
              <a:off x="78764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" name="Rectangle: Rounded Corners 724">
              <a:extLst>
                <a:ext uri="{FF2B5EF4-FFF2-40B4-BE49-F238E27FC236}">
                  <a16:creationId xmlns:a16="http://schemas.microsoft.com/office/drawing/2014/main" id="{FBFB936B-C566-C8BD-BA5A-DBD1C9297F6F}"/>
                </a:ext>
              </a:extLst>
            </p:cNvPr>
            <p:cNvSpPr/>
            <p:nvPr/>
          </p:nvSpPr>
          <p:spPr>
            <a:xfrm>
              <a:off x="923417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6" name="Rectangle: Rounded Corners 725">
              <a:extLst>
                <a:ext uri="{FF2B5EF4-FFF2-40B4-BE49-F238E27FC236}">
                  <a16:creationId xmlns:a16="http://schemas.microsoft.com/office/drawing/2014/main" id="{AE94F054-01B2-CFDA-FF14-E4CB8192D84B}"/>
                </a:ext>
              </a:extLst>
            </p:cNvPr>
            <p:cNvSpPr/>
            <p:nvPr/>
          </p:nvSpPr>
          <p:spPr>
            <a:xfrm>
              <a:off x="931428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7" name="Rectangle: Rounded Corners 726">
              <a:extLst>
                <a:ext uri="{FF2B5EF4-FFF2-40B4-BE49-F238E27FC236}">
                  <a16:creationId xmlns:a16="http://schemas.microsoft.com/office/drawing/2014/main" id="{4C7D1020-3E52-738D-C077-0D22D7D11152}"/>
                </a:ext>
              </a:extLst>
            </p:cNvPr>
            <p:cNvSpPr/>
            <p:nvPr/>
          </p:nvSpPr>
          <p:spPr>
            <a:xfrm>
              <a:off x="947357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8" name="Rectangle: Rounded Corners 727">
              <a:extLst>
                <a:ext uri="{FF2B5EF4-FFF2-40B4-BE49-F238E27FC236}">
                  <a16:creationId xmlns:a16="http://schemas.microsoft.com/office/drawing/2014/main" id="{0443281C-0846-6375-7323-F747D621B715}"/>
                </a:ext>
              </a:extLst>
            </p:cNvPr>
            <p:cNvSpPr/>
            <p:nvPr/>
          </p:nvSpPr>
          <p:spPr>
            <a:xfrm>
              <a:off x="963286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9" name="Rectangle: Rounded Corners 728">
              <a:extLst>
                <a:ext uri="{FF2B5EF4-FFF2-40B4-BE49-F238E27FC236}">
                  <a16:creationId xmlns:a16="http://schemas.microsoft.com/office/drawing/2014/main" id="{99B592F1-C439-0CE4-EA09-C333020F34EC}"/>
                </a:ext>
              </a:extLst>
            </p:cNvPr>
            <p:cNvSpPr/>
            <p:nvPr/>
          </p:nvSpPr>
          <p:spPr>
            <a:xfrm>
              <a:off x="979215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" name="Rectangle: Rounded Corners 729">
              <a:extLst>
                <a:ext uri="{FF2B5EF4-FFF2-40B4-BE49-F238E27FC236}">
                  <a16:creationId xmlns:a16="http://schemas.microsoft.com/office/drawing/2014/main" id="{EF49BF06-F5C7-8B43-79C8-1917FA2F1734}"/>
                </a:ext>
              </a:extLst>
            </p:cNvPr>
            <p:cNvSpPr/>
            <p:nvPr/>
          </p:nvSpPr>
          <p:spPr>
            <a:xfrm>
              <a:off x="99514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" name="Rectangle: Rounded Corners 730">
              <a:extLst>
                <a:ext uri="{FF2B5EF4-FFF2-40B4-BE49-F238E27FC236}">
                  <a16:creationId xmlns:a16="http://schemas.microsoft.com/office/drawing/2014/main" id="{5DD27EF6-EA0F-C3B5-FAB5-4F4C9857D4A5}"/>
                </a:ext>
              </a:extLst>
            </p:cNvPr>
            <p:cNvSpPr/>
            <p:nvPr/>
          </p:nvSpPr>
          <p:spPr>
            <a:xfrm>
              <a:off x="1011074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" name="Rectangle: Rounded Corners 731">
              <a:extLst>
                <a:ext uri="{FF2B5EF4-FFF2-40B4-BE49-F238E27FC236}">
                  <a16:creationId xmlns:a16="http://schemas.microsoft.com/office/drawing/2014/main" id="{B5BCB4E9-1EFD-9233-3E94-4C20A2A0A8B6}"/>
                </a:ext>
              </a:extLst>
            </p:cNvPr>
            <p:cNvSpPr/>
            <p:nvPr/>
          </p:nvSpPr>
          <p:spPr>
            <a:xfrm>
              <a:off x="1027003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3" name="Rectangle: Rounded Corners 732">
              <a:extLst>
                <a:ext uri="{FF2B5EF4-FFF2-40B4-BE49-F238E27FC236}">
                  <a16:creationId xmlns:a16="http://schemas.microsoft.com/office/drawing/2014/main" id="{2BDB64A8-CC97-0528-9C52-786CFB6C61D6}"/>
                </a:ext>
              </a:extLst>
            </p:cNvPr>
            <p:cNvSpPr/>
            <p:nvPr/>
          </p:nvSpPr>
          <p:spPr>
            <a:xfrm>
              <a:off x="91549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4" name="Rectangle: Rounded Corners 733">
              <a:extLst>
                <a:ext uri="{FF2B5EF4-FFF2-40B4-BE49-F238E27FC236}">
                  <a16:creationId xmlns:a16="http://schemas.microsoft.com/office/drawing/2014/main" id="{C2454B1C-C441-78F9-E7E1-371F20D4C7E3}"/>
                </a:ext>
              </a:extLst>
            </p:cNvPr>
            <p:cNvSpPr/>
            <p:nvPr/>
          </p:nvSpPr>
          <p:spPr>
            <a:xfrm>
              <a:off x="931428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5" name="Rectangle: Rounded Corners 734">
              <a:extLst>
                <a:ext uri="{FF2B5EF4-FFF2-40B4-BE49-F238E27FC236}">
                  <a16:creationId xmlns:a16="http://schemas.microsoft.com/office/drawing/2014/main" id="{8F105A66-8E13-6B49-7F50-A8B77C2F0CEB}"/>
                </a:ext>
              </a:extLst>
            </p:cNvPr>
            <p:cNvSpPr/>
            <p:nvPr/>
          </p:nvSpPr>
          <p:spPr>
            <a:xfrm>
              <a:off x="947357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6" name="Rectangle: Rounded Corners 735">
              <a:extLst>
                <a:ext uri="{FF2B5EF4-FFF2-40B4-BE49-F238E27FC236}">
                  <a16:creationId xmlns:a16="http://schemas.microsoft.com/office/drawing/2014/main" id="{4495048E-A6A2-C3A2-3852-2164FC580369}"/>
                </a:ext>
              </a:extLst>
            </p:cNvPr>
            <p:cNvSpPr/>
            <p:nvPr/>
          </p:nvSpPr>
          <p:spPr>
            <a:xfrm>
              <a:off x="963286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7" name="Rectangle: Rounded Corners 736">
              <a:extLst>
                <a:ext uri="{FF2B5EF4-FFF2-40B4-BE49-F238E27FC236}">
                  <a16:creationId xmlns:a16="http://schemas.microsoft.com/office/drawing/2014/main" id="{3F767E8D-21A0-08B7-280F-03E2D558F9DC}"/>
                </a:ext>
              </a:extLst>
            </p:cNvPr>
            <p:cNvSpPr/>
            <p:nvPr/>
          </p:nvSpPr>
          <p:spPr>
            <a:xfrm>
              <a:off x="979215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8" name="Rectangle: Rounded Corners 737">
              <a:extLst>
                <a:ext uri="{FF2B5EF4-FFF2-40B4-BE49-F238E27FC236}">
                  <a16:creationId xmlns:a16="http://schemas.microsoft.com/office/drawing/2014/main" id="{51FC493B-CED8-FEEA-37E9-5854F2C127A3}"/>
                </a:ext>
              </a:extLst>
            </p:cNvPr>
            <p:cNvSpPr/>
            <p:nvPr/>
          </p:nvSpPr>
          <p:spPr>
            <a:xfrm>
              <a:off x="99514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9" name="Rectangle: Rounded Corners 738">
              <a:extLst>
                <a:ext uri="{FF2B5EF4-FFF2-40B4-BE49-F238E27FC236}">
                  <a16:creationId xmlns:a16="http://schemas.microsoft.com/office/drawing/2014/main" id="{B744DF15-8D35-4746-2376-0B2B230460B0}"/>
                </a:ext>
              </a:extLst>
            </p:cNvPr>
            <p:cNvSpPr/>
            <p:nvPr/>
          </p:nvSpPr>
          <p:spPr>
            <a:xfrm>
              <a:off x="1011074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0" name="Rectangle: Rounded Corners 739">
              <a:extLst>
                <a:ext uri="{FF2B5EF4-FFF2-40B4-BE49-F238E27FC236}">
                  <a16:creationId xmlns:a16="http://schemas.microsoft.com/office/drawing/2014/main" id="{9994F7DC-FB84-8996-EE4F-6DB93D20393E}"/>
                </a:ext>
              </a:extLst>
            </p:cNvPr>
            <p:cNvSpPr/>
            <p:nvPr/>
          </p:nvSpPr>
          <p:spPr>
            <a:xfrm>
              <a:off x="1027003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1" name="Rectangle: Rounded Corners 740">
              <a:extLst>
                <a:ext uri="{FF2B5EF4-FFF2-40B4-BE49-F238E27FC236}">
                  <a16:creationId xmlns:a16="http://schemas.microsoft.com/office/drawing/2014/main" id="{0EB90E15-4A7B-E0E4-5FF9-3A55A1F1A112}"/>
                </a:ext>
              </a:extLst>
            </p:cNvPr>
            <p:cNvSpPr/>
            <p:nvPr/>
          </p:nvSpPr>
          <p:spPr>
            <a:xfrm>
              <a:off x="91549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2" name="Rectangle: Rounded Corners 741">
              <a:extLst>
                <a:ext uri="{FF2B5EF4-FFF2-40B4-BE49-F238E27FC236}">
                  <a16:creationId xmlns:a16="http://schemas.microsoft.com/office/drawing/2014/main" id="{B5C4CDCE-22E6-B5B6-F1A5-061556F4CB43}"/>
                </a:ext>
              </a:extLst>
            </p:cNvPr>
            <p:cNvSpPr/>
            <p:nvPr/>
          </p:nvSpPr>
          <p:spPr>
            <a:xfrm>
              <a:off x="1051275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3" name="Rectangle: Rounded Corners 742">
              <a:extLst>
                <a:ext uri="{FF2B5EF4-FFF2-40B4-BE49-F238E27FC236}">
                  <a16:creationId xmlns:a16="http://schemas.microsoft.com/office/drawing/2014/main" id="{608810FF-3C71-6C0C-1C32-4DEB7AF0C934}"/>
                </a:ext>
              </a:extLst>
            </p:cNvPr>
            <p:cNvSpPr/>
            <p:nvPr/>
          </p:nvSpPr>
          <p:spPr>
            <a:xfrm>
              <a:off x="105928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4" name="Rectangle: Rounded Corners 743">
              <a:extLst>
                <a:ext uri="{FF2B5EF4-FFF2-40B4-BE49-F238E27FC236}">
                  <a16:creationId xmlns:a16="http://schemas.microsoft.com/office/drawing/2014/main" id="{248B4967-7CC2-F280-781E-CF9B7CD362EB}"/>
                </a:ext>
              </a:extLst>
            </p:cNvPr>
            <p:cNvSpPr/>
            <p:nvPr/>
          </p:nvSpPr>
          <p:spPr>
            <a:xfrm>
              <a:off x="107521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5" name="Rectangle: Rounded Corners 744">
              <a:extLst>
                <a:ext uri="{FF2B5EF4-FFF2-40B4-BE49-F238E27FC236}">
                  <a16:creationId xmlns:a16="http://schemas.microsoft.com/office/drawing/2014/main" id="{D74FE411-CA0E-2244-40DA-D7DD4883D251}"/>
                </a:ext>
              </a:extLst>
            </p:cNvPr>
            <p:cNvSpPr/>
            <p:nvPr/>
          </p:nvSpPr>
          <p:spPr>
            <a:xfrm>
              <a:off x="109114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6" name="Rectangle: Rounded Corners 745">
              <a:extLst>
                <a:ext uri="{FF2B5EF4-FFF2-40B4-BE49-F238E27FC236}">
                  <a16:creationId xmlns:a16="http://schemas.microsoft.com/office/drawing/2014/main" id="{53DECA7A-B13A-B995-C980-4BED5562F5AA}"/>
                </a:ext>
              </a:extLst>
            </p:cNvPr>
            <p:cNvSpPr/>
            <p:nvPr/>
          </p:nvSpPr>
          <p:spPr>
            <a:xfrm>
              <a:off x="110707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7" name="Rectangle: Rounded Corners 746">
              <a:extLst>
                <a:ext uri="{FF2B5EF4-FFF2-40B4-BE49-F238E27FC236}">
                  <a16:creationId xmlns:a16="http://schemas.microsoft.com/office/drawing/2014/main" id="{A3ED8A01-1D07-E66A-78D0-258EC6640CF2}"/>
                </a:ext>
              </a:extLst>
            </p:cNvPr>
            <p:cNvSpPr/>
            <p:nvPr/>
          </p:nvSpPr>
          <p:spPr>
            <a:xfrm>
              <a:off x="112300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8" name="Rectangle: Rounded Corners 747">
              <a:extLst>
                <a:ext uri="{FF2B5EF4-FFF2-40B4-BE49-F238E27FC236}">
                  <a16:creationId xmlns:a16="http://schemas.microsoft.com/office/drawing/2014/main" id="{C94C1DB1-BD01-4E44-021F-BCB02820A933}"/>
                </a:ext>
              </a:extLst>
            </p:cNvPr>
            <p:cNvSpPr/>
            <p:nvPr/>
          </p:nvSpPr>
          <p:spPr>
            <a:xfrm>
              <a:off x="113893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9" name="Rectangle: Rounded Corners 748">
              <a:extLst>
                <a:ext uri="{FF2B5EF4-FFF2-40B4-BE49-F238E27FC236}">
                  <a16:creationId xmlns:a16="http://schemas.microsoft.com/office/drawing/2014/main" id="{2E38EF03-DC6E-F108-C59E-1CEE2AD11E80}"/>
                </a:ext>
              </a:extLst>
            </p:cNvPr>
            <p:cNvSpPr/>
            <p:nvPr/>
          </p:nvSpPr>
          <p:spPr>
            <a:xfrm>
              <a:off x="115486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0" name="Rectangle: Rounded Corners 749">
              <a:extLst>
                <a:ext uri="{FF2B5EF4-FFF2-40B4-BE49-F238E27FC236}">
                  <a16:creationId xmlns:a16="http://schemas.microsoft.com/office/drawing/2014/main" id="{C50168AD-5B02-1700-81F2-8D62343E5B4D}"/>
                </a:ext>
              </a:extLst>
            </p:cNvPr>
            <p:cNvSpPr/>
            <p:nvPr/>
          </p:nvSpPr>
          <p:spPr>
            <a:xfrm>
              <a:off x="104335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1" name="Rectangle: Rounded Corners 750">
              <a:extLst>
                <a:ext uri="{FF2B5EF4-FFF2-40B4-BE49-F238E27FC236}">
                  <a16:creationId xmlns:a16="http://schemas.microsoft.com/office/drawing/2014/main" id="{48297608-FC63-C390-1BAA-6C44CB80F6CA}"/>
                </a:ext>
              </a:extLst>
            </p:cNvPr>
            <p:cNvSpPr/>
            <p:nvPr/>
          </p:nvSpPr>
          <p:spPr>
            <a:xfrm>
              <a:off x="105928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2" name="Rectangle: Rounded Corners 751">
              <a:extLst>
                <a:ext uri="{FF2B5EF4-FFF2-40B4-BE49-F238E27FC236}">
                  <a16:creationId xmlns:a16="http://schemas.microsoft.com/office/drawing/2014/main" id="{7FB28764-8E5C-118F-1371-AD29AFC588FA}"/>
                </a:ext>
              </a:extLst>
            </p:cNvPr>
            <p:cNvSpPr/>
            <p:nvPr/>
          </p:nvSpPr>
          <p:spPr>
            <a:xfrm>
              <a:off x="107521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3" name="Rectangle: Rounded Corners 752">
              <a:extLst>
                <a:ext uri="{FF2B5EF4-FFF2-40B4-BE49-F238E27FC236}">
                  <a16:creationId xmlns:a16="http://schemas.microsoft.com/office/drawing/2014/main" id="{5DB892CF-0908-63A4-B257-D44F0BADDA78}"/>
                </a:ext>
              </a:extLst>
            </p:cNvPr>
            <p:cNvSpPr/>
            <p:nvPr/>
          </p:nvSpPr>
          <p:spPr>
            <a:xfrm>
              <a:off x="109114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4" name="Rectangle: Rounded Corners 753">
              <a:extLst>
                <a:ext uri="{FF2B5EF4-FFF2-40B4-BE49-F238E27FC236}">
                  <a16:creationId xmlns:a16="http://schemas.microsoft.com/office/drawing/2014/main" id="{0D7D45A1-2FA6-9FE3-3D92-BA4D01C76531}"/>
                </a:ext>
              </a:extLst>
            </p:cNvPr>
            <p:cNvSpPr/>
            <p:nvPr/>
          </p:nvSpPr>
          <p:spPr>
            <a:xfrm>
              <a:off x="110707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5" name="Rectangle: Rounded Corners 754">
              <a:extLst>
                <a:ext uri="{FF2B5EF4-FFF2-40B4-BE49-F238E27FC236}">
                  <a16:creationId xmlns:a16="http://schemas.microsoft.com/office/drawing/2014/main" id="{50C7ECBF-1F1B-20A0-6005-0483C6377CE3}"/>
                </a:ext>
              </a:extLst>
            </p:cNvPr>
            <p:cNvSpPr/>
            <p:nvPr/>
          </p:nvSpPr>
          <p:spPr>
            <a:xfrm>
              <a:off x="112300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6" name="Rectangle: Rounded Corners 755">
              <a:extLst>
                <a:ext uri="{FF2B5EF4-FFF2-40B4-BE49-F238E27FC236}">
                  <a16:creationId xmlns:a16="http://schemas.microsoft.com/office/drawing/2014/main" id="{8F5846DD-CFB6-BC3B-D2B5-1957BB565C71}"/>
                </a:ext>
              </a:extLst>
            </p:cNvPr>
            <p:cNvSpPr/>
            <p:nvPr/>
          </p:nvSpPr>
          <p:spPr>
            <a:xfrm>
              <a:off x="113893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7" name="Rectangle: Rounded Corners 756">
              <a:extLst>
                <a:ext uri="{FF2B5EF4-FFF2-40B4-BE49-F238E27FC236}">
                  <a16:creationId xmlns:a16="http://schemas.microsoft.com/office/drawing/2014/main" id="{E054ACB8-CF4B-5DF6-BCE6-B7F975D5E1FE}"/>
                </a:ext>
              </a:extLst>
            </p:cNvPr>
            <p:cNvSpPr/>
            <p:nvPr/>
          </p:nvSpPr>
          <p:spPr>
            <a:xfrm>
              <a:off x="115486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8" name="Rectangle: Rounded Corners 757">
              <a:extLst>
                <a:ext uri="{FF2B5EF4-FFF2-40B4-BE49-F238E27FC236}">
                  <a16:creationId xmlns:a16="http://schemas.microsoft.com/office/drawing/2014/main" id="{E7D365DF-817F-52FD-F71F-E4DF439D1CFD}"/>
                </a:ext>
              </a:extLst>
            </p:cNvPr>
            <p:cNvSpPr/>
            <p:nvPr/>
          </p:nvSpPr>
          <p:spPr>
            <a:xfrm>
              <a:off x="104335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B666AA74-D449-5E12-0429-8B16020E466C}"/>
              </a:ext>
            </a:extLst>
          </p:cNvPr>
          <p:cNvGrpSpPr/>
          <p:nvPr/>
        </p:nvGrpSpPr>
        <p:grpSpPr>
          <a:xfrm>
            <a:off x="-1065170" y="5219700"/>
            <a:ext cx="13102977" cy="1243880"/>
            <a:chOff x="-1259242" y="7025372"/>
            <a:chExt cx="13102977" cy="1243880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063DFD6D-5729-EAF3-7AB8-5AD3FD6180A3}"/>
                </a:ext>
              </a:extLst>
            </p:cNvPr>
            <p:cNvSpPr/>
            <p:nvPr/>
          </p:nvSpPr>
          <p:spPr>
            <a:xfrm>
              <a:off x="-1259242" y="7025372"/>
              <a:ext cx="13102977" cy="1243880"/>
            </a:xfrm>
            <a:prstGeom prst="rect">
              <a:avLst/>
            </a:prstGeom>
            <a:solidFill>
              <a:srgbClr val="000000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1" name="Rectangle: Rounded Corners 760">
              <a:extLst>
                <a:ext uri="{FF2B5EF4-FFF2-40B4-BE49-F238E27FC236}">
                  <a16:creationId xmlns:a16="http://schemas.microsoft.com/office/drawing/2014/main" id="{14CB00FC-7024-963E-4440-B3D867572D0A}"/>
                </a:ext>
              </a:extLst>
            </p:cNvPr>
            <p:cNvSpPr/>
            <p:nvPr/>
          </p:nvSpPr>
          <p:spPr>
            <a:xfrm>
              <a:off x="-994468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2" name="Rectangle: Rounded Corners 761">
              <a:extLst>
                <a:ext uri="{FF2B5EF4-FFF2-40B4-BE49-F238E27FC236}">
                  <a16:creationId xmlns:a16="http://schemas.microsoft.com/office/drawing/2014/main" id="{D1366890-875C-D961-C2D3-A9865C059390}"/>
                </a:ext>
              </a:extLst>
            </p:cNvPr>
            <p:cNvSpPr/>
            <p:nvPr/>
          </p:nvSpPr>
          <p:spPr>
            <a:xfrm>
              <a:off x="-91435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3" name="Rectangle: Rounded Corners 762">
              <a:extLst>
                <a:ext uri="{FF2B5EF4-FFF2-40B4-BE49-F238E27FC236}">
                  <a16:creationId xmlns:a16="http://schemas.microsoft.com/office/drawing/2014/main" id="{76968C07-543E-8310-3E9A-2B8E387D841C}"/>
                </a:ext>
              </a:extLst>
            </p:cNvPr>
            <p:cNvSpPr/>
            <p:nvPr/>
          </p:nvSpPr>
          <p:spPr>
            <a:xfrm>
              <a:off x="-75506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4" name="Rectangle: Rounded Corners 763">
              <a:extLst>
                <a:ext uri="{FF2B5EF4-FFF2-40B4-BE49-F238E27FC236}">
                  <a16:creationId xmlns:a16="http://schemas.microsoft.com/office/drawing/2014/main" id="{70CE6B8A-15E9-0CD2-8F4B-484697CD97BD}"/>
                </a:ext>
              </a:extLst>
            </p:cNvPr>
            <p:cNvSpPr/>
            <p:nvPr/>
          </p:nvSpPr>
          <p:spPr>
            <a:xfrm>
              <a:off x="-59577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5" name="Rectangle: Rounded Corners 764">
              <a:extLst>
                <a:ext uri="{FF2B5EF4-FFF2-40B4-BE49-F238E27FC236}">
                  <a16:creationId xmlns:a16="http://schemas.microsoft.com/office/drawing/2014/main" id="{CDA91346-0FF4-9CCC-9246-8496A67350F6}"/>
                </a:ext>
              </a:extLst>
            </p:cNvPr>
            <p:cNvSpPr/>
            <p:nvPr/>
          </p:nvSpPr>
          <p:spPr>
            <a:xfrm>
              <a:off x="-43648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6" name="Rectangle: Rounded Corners 765">
              <a:extLst>
                <a:ext uri="{FF2B5EF4-FFF2-40B4-BE49-F238E27FC236}">
                  <a16:creationId xmlns:a16="http://schemas.microsoft.com/office/drawing/2014/main" id="{E34D3F94-70BF-FEC3-EDC4-33AC34A5144C}"/>
                </a:ext>
              </a:extLst>
            </p:cNvPr>
            <p:cNvSpPr/>
            <p:nvPr/>
          </p:nvSpPr>
          <p:spPr>
            <a:xfrm>
              <a:off x="-27719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7" name="Rectangle: Rounded Corners 766">
              <a:extLst>
                <a:ext uri="{FF2B5EF4-FFF2-40B4-BE49-F238E27FC236}">
                  <a16:creationId xmlns:a16="http://schemas.microsoft.com/office/drawing/2014/main" id="{149C65DB-C7D3-CBA9-1C16-E0E4A76FB95F}"/>
                </a:ext>
              </a:extLst>
            </p:cNvPr>
            <p:cNvSpPr/>
            <p:nvPr/>
          </p:nvSpPr>
          <p:spPr>
            <a:xfrm>
              <a:off x="-11789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8" name="Rectangle: Rounded Corners 767">
              <a:extLst>
                <a:ext uri="{FF2B5EF4-FFF2-40B4-BE49-F238E27FC236}">
                  <a16:creationId xmlns:a16="http://schemas.microsoft.com/office/drawing/2014/main" id="{3F6032B5-1782-8115-4A5B-159D16809EF0}"/>
                </a:ext>
              </a:extLst>
            </p:cNvPr>
            <p:cNvSpPr/>
            <p:nvPr/>
          </p:nvSpPr>
          <p:spPr>
            <a:xfrm>
              <a:off x="4139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9" name="Rectangle: Rounded Corners 768">
              <a:extLst>
                <a:ext uri="{FF2B5EF4-FFF2-40B4-BE49-F238E27FC236}">
                  <a16:creationId xmlns:a16="http://schemas.microsoft.com/office/drawing/2014/main" id="{3EDFE2C9-1FD9-BB9D-0B33-7B89F20296AD}"/>
                </a:ext>
              </a:extLst>
            </p:cNvPr>
            <p:cNvSpPr/>
            <p:nvPr/>
          </p:nvSpPr>
          <p:spPr>
            <a:xfrm>
              <a:off x="-107365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Rectangle: Rounded Corners 769">
              <a:extLst>
                <a:ext uri="{FF2B5EF4-FFF2-40B4-BE49-F238E27FC236}">
                  <a16:creationId xmlns:a16="http://schemas.microsoft.com/office/drawing/2014/main" id="{79D3E498-6C71-25A0-94A6-6747F5101C1F}"/>
                </a:ext>
              </a:extLst>
            </p:cNvPr>
            <p:cNvSpPr/>
            <p:nvPr/>
          </p:nvSpPr>
          <p:spPr>
            <a:xfrm>
              <a:off x="-9143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Rectangle: Rounded Corners 770">
              <a:extLst>
                <a:ext uri="{FF2B5EF4-FFF2-40B4-BE49-F238E27FC236}">
                  <a16:creationId xmlns:a16="http://schemas.microsoft.com/office/drawing/2014/main" id="{EFFD3511-E9C2-A9F8-6713-17B1A946FA22}"/>
                </a:ext>
              </a:extLst>
            </p:cNvPr>
            <p:cNvSpPr/>
            <p:nvPr/>
          </p:nvSpPr>
          <p:spPr>
            <a:xfrm>
              <a:off x="-7550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2" name="Rectangle: Rounded Corners 771">
              <a:extLst>
                <a:ext uri="{FF2B5EF4-FFF2-40B4-BE49-F238E27FC236}">
                  <a16:creationId xmlns:a16="http://schemas.microsoft.com/office/drawing/2014/main" id="{96D44A67-D232-68E7-7316-B1C3BC0F9F53}"/>
                </a:ext>
              </a:extLst>
            </p:cNvPr>
            <p:cNvSpPr/>
            <p:nvPr/>
          </p:nvSpPr>
          <p:spPr>
            <a:xfrm>
              <a:off x="-5957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Rectangle: Rounded Corners 772">
              <a:extLst>
                <a:ext uri="{FF2B5EF4-FFF2-40B4-BE49-F238E27FC236}">
                  <a16:creationId xmlns:a16="http://schemas.microsoft.com/office/drawing/2014/main" id="{8037F735-1FCA-0D36-1E8D-9DA4438448A3}"/>
                </a:ext>
              </a:extLst>
            </p:cNvPr>
            <p:cNvSpPr/>
            <p:nvPr/>
          </p:nvSpPr>
          <p:spPr>
            <a:xfrm>
              <a:off x="-4364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4" name="Rectangle: Rounded Corners 773">
              <a:extLst>
                <a:ext uri="{FF2B5EF4-FFF2-40B4-BE49-F238E27FC236}">
                  <a16:creationId xmlns:a16="http://schemas.microsoft.com/office/drawing/2014/main" id="{1090A5AC-FE8A-369A-B285-D784A804B818}"/>
                </a:ext>
              </a:extLst>
            </p:cNvPr>
            <p:cNvSpPr/>
            <p:nvPr/>
          </p:nvSpPr>
          <p:spPr>
            <a:xfrm>
              <a:off x="-2771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5" name="Rectangle: Rounded Corners 774">
              <a:extLst>
                <a:ext uri="{FF2B5EF4-FFF2-40B4-BE49-F238E27FC236}">
                  <a16:creationId xmlns:a16="http://schemas.microsoft.com/office/drawing/2014/main" id="{B94E94D2-97F8-B394-1273-4EFB2E4A3EF4}"/>
                </a:ext>
              </a:extLst>
            </p:cNvPr>
            <p:cNvSpPr/>
            <p:nvPr/>
          </p:nvSpPr>
          <p:spPr>
            <a:xfrm>
              <a:off x="-1178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Rectangle: Rounded Corners 775">
              <a:extLst>
                <a:ext uri="{FF2B5EF4-FFF2-40B4-BE49-F238E27FC236}">
                  <a16:creationId xmlns:a16="http://schemas.microsoft.com/office/drawing/2014/main" id="{D6568BC5-EFBD-2BA1-D0E2-A562DC7A3234}"/>
                </a:ext>
              </a:extLst>
            </p:cNvPr>
            <p:cNvSpPr/>
            <p:nvPr/>
          </p:nvSpPr>
          <p:spPr>
            <a:xfrm>
              <a:off x="4139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" name="Rectangle: Rounded Corners 776">
              <a:extLst>
                <a:ext uri="{FF2B5EF4-FFF2-40B4-BE49-F238E27FC236}">
                  <a16:creationId xmlns:a16="http://schemas.microsoft.com/office/drawing/2014/main" id="{A82D0F5B-FA8A-64A4-F37C-B0726BC488FA}"/>
                </a:ext>
              </a:extLst>
            </p:cNvPr>
            <p:cNvSpPr/>
            <p:nvPr/>
          </p:nvSpPr>
          <p:spPr>
            <a:xfrm>
              <a:off x="-10736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8" name="Rectangle: Rounded Corners 777">
              <a:extLst>
                <a:ext uri="{FF2B5EF4-FFF2-40B4-BE49-F238E27FC236}">
                  <a16:creationId xmlns:a16="http://schemas.microsoft.com/office/drawing/2014/main" id="{FB269E5D-2646-53CE-11CA-A831084B6854}"/>
                </a:ext>
              </a:extLst>
            </p:cNvPr>
            <p:cNvSpPr/>
            <p:nvPr/>
          </p:nvSpPr>
          <p:spPr>
            <a:xfrm>
              <a:off x="28411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Rectangle: Rounded Corners 778">
              <a:extLst>
                <a:ext uri="{FF2B5EF4-FFF2-40B4-BE49-F238E27FC236}">
                  <a16:creationId xmlns:a16="http://schemas.microsoft.com/office/drawing/2014/main" id="{86FD54B9-6662-7C60-87BC-E369C78BDC9F}"/>
                </a:ext>
              </a:extLst>
            </p:cNvPr>
            <p:cNvSpPr/>
            <p:nvPr/>
          </p:nvSpPr>
          <p:spPr>
            <a:xfrm>
              <a:off x="3642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0" name="Rectangle: Rounded Corners 779">
              <a:extLst>
                <a:ext uri="{FF2B5EF4-FFF2-40B4-BE49-F238E27FC236}">
                  <a16:creationId xmlns:a16="http://schemas.microsoft.com/office/drawing/2014/main" id="{8FDE2F1A-B3A4-E34A-EF7B-6AFF7005F563}"/>
                </a:ext>
              </a:extLst>
            </p:cNvPr>
            <p:cNvSpPr/>
            <p:nvPr/>
          </p:nvSpPr>
          <p:spPr>
            <a:xfrm>
              <a:off x="5235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1" name="Rectangle: Rounded Corners 780">
              <a:extLst>
                <a:ext uri="{FF2B5EF4-FFF2-40B4-BE49-F238E27FC236}">
                  <a16:creationId xmlns:a16="http://schemas.microsoft.com/office/drawing/2014/main" id="{097658DF-9D9D-AFF1-0E25-80A729AF6F2A}"/>
                </a:ext>
              </a:extLst>
            </p:cNvPr>
            <p:cNvSpPr/>
            <p:nvPr/>
          </p:nvSpPr>
          <p:spPr>
            <a:xfrm>
              <a:off x="68280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2" name="Rectangle: Rounded Corners 781">
              <a:extLst>
                <a:ext uri="{FF2B5EF4-FFF2-40B4-BE49-F238E27FC236}">
                  <a16:creationId xmlns:a16="http://schemas.microsoft.com/office/drawing/2014/main" id="{CECB77D0-FDED-830E-F78B-EEBD23C030C6}"/>
                </a:ext>
              </a:extLst>
            </p:cNvPr>
            <p:cNvSpPr/>
            <p:nvPr/>
          </p:nvSpPr>
          <p:spPr>
            <a:xfrm>
              <a:off x="84209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3" name="Rectangle: Rounded Corners 782">
              <a:extLst>
                <a:ext uri="{FF2B5EF4-FFF2-40B4-BE49-F238E27FC236}">
                  <a16:creationId xmlns:a16="http://schemas.microsoft.com/office/drawing/2014/main" id="{7267E39E-2C6C-05B1-9918-1D94384FE87C}"/>
                </a:ext>
              </a:extLst>
            </p:cNvPr>
            <p:cNvSpPr/>
            <p:nvPr/>
          </p:nvSpPr>
          <p:spPr>
            <a:xfrm>
              <a:off x="10013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: Rounded Corners 783">
              <a:extLst>
                <a:ext uri="{FF2B5EF4-FFF2-40B4-BE49-F238E27FC236}">
                  <a16:creationId xmlns:a16="http://schemas.microsoft.com/office/drawing/2014/main" id="{8377DE0D-04A4-0D8C-6F82-6B71E9B90F0D}"/>
                </a:ext>
              </a:extLst>
            </p:cNvPr>
            <p:cNvSpPr/>
            <p:nvPr/>
          </p:nvSpPr>
          <p:spPr>
            <a:xfrm>
              <a:off x="116068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: Rounded Corners 784">
              <a:extLst>
                <a:ext uri="{FF2B5EF4-FFF2-40B4-BE49-F238E27FC236}">
                  <a16:creationId xmlns:a16="http://schemas.microsoft.com/office/drawing/2014/main" id="{02E6AF87-6954-E8E7-7D00-09704FEAB626}"/>
                </a:ext>
              </a:extLst>
            </p:cNvPr>
            <p:cNvSpPr/>
            <p:nvPr/>
          </p:nvSpPr>
          <p:spPr>
            <a:xfrm>
              <a:off x="131997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: Rounded Corners 785">
              <a:extLst>
                <a:ext uri="{FF2B5EF4-FFF2-40B4-BE49-F238E27FC236}">
                  <a16:creationId xmlns:a16="http://schemas.microsoft.com/office/drawing/2014/main" id="{C26DCE5D-2FBE-021A-5497-B3ABFFC396EF}"/>
                </a:ext>
              </a:extLst>
            </p:cNvPr>
            <p:cNvSpPr/>
            <p:nvPr/>
          </p:nvSpPr>
          <p:spPr>
            <a:xfrm>
              <a:off x="20492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: Rounded Corners 786">
              <a:extLst>
                <a:ext uri="{FF2B5EF4-FFF2-40B4-BE49-F238E27FC236}">
                  <a16:creationId xmlns:a16="http://schemas.microsoft.com/office/drawing/2014/main" id="{F61CB274-7468-3F92-9149-6C9EE273A327}"/>
                </a:ext>
              </a:extLst>
            </p:cNvPr>
            <p:cNvSpPr/>
            <p:nvPr/>
          </p:nvSpPr>
          <p:spPr>
            <a:xfrm>
              <a:off x="3642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: Rounded Corners 787">
              <a:extLst>
                <a:ext uri="{FF2B5EF4-FFF2-40B4-BE49-F238E27FC236}">
                  <a16:creationId xmlns:a16="http://schemas.microsoft.com/office/drawing/2014/main" id="{4F923E44-EC6F-E2D6-5B55-5C20514CB17E}"/>
                </a:ext>
              </a:extLst>
            </p:cNvPr>
            <p:cNvSpPr/>
            <p:nvPr/>
          </p:nvSpPr>
          <p:spPr>
            <a:xfrm>
              <a:off x="5235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B58BA6BD-9BBD-2756-BF9B-E560EBAA2787}"/>
                </a:ext>
              </a:extLst>
            </p:cNvPr>
            <p:cNvSpPr/>
            <p:nvPr/>
          </p:nvSpPr>
          <p:spPr>
            <a:xfrm>
              <a:off x="68280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: Rounded Corners 789">
              <a:extLst>
                <a:ext uri="{FF2B5EF4-FFF2-40B4-BE49-F238E27FC236}">
                  <a16:creationId xmlns:a16="http://schemas.microsoft.com/office/drawing/2014/main" id="{9BE802AE-409A-F60D-ACA2-41760A24ED40}"/>
                </a:ext>
              </a:extLst>
            </p:cNvPr>
            <p:cNvSpPr/>
            <p:nvPr/>
          </p:nvSpPr>
          <p:spPr>
            <a:xfrm>
              <a:off x="84209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: Rounded Corners 790">
              <a:extLst>
                <a:ext uri="{FF2B5EF4-FFF2-40B4-BE49-F238E27FC236}">
                  <a16:creationId xmlns:a16="http://schemas.microsoft.com/office/drawing/2014/main" id="{43E94EFC-4B6F-9867-3B7F-C1DAE8DA5338}"/>
                </a:ext>
              </a:extLst>
            </p:cNvPr>
            <p:cNvSpPr/>
            <p:nvPr/>
          </p:nvSpPr>
          <p:spPr>
            <a:xfrm>
              <a:off x="10013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: Rounded Corners 791">
              <a:extLst>
                <a:ext uri="{FF2B5EF4-FFF2-40B4-BE49-F238E27FC236}">
                  <a16:creationId xmlns:a16="http://schemas.microsoft.com/office/drawing/2014/main" id="{6AAFB09F-6D79-F8F3-EB40-84C7C7BE271E}"/>
                </a:ext>
              </a:extLst>
            </p:cNvPr>
            <p:cNvSpPr/>
            <p:nvPr/>
          </p:nvSpPr>
          <p:spPr>
            <a:xfrm>
              <a:off x="116068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: Rounded Corners 792">
              <a:extLst>
                <a:ext uri="{FF2B5EF4-FFF2-40B4-BE49-F238E27FC236}">
                  <a16:creationId xmlns:a16="http://schemas.microsoft.com/office/drawing/2014/main" id="{5F48484E-B90C-BE9E-8479-BF6319870C57}"/>
                </a:ext>
              </a:extLst>
            </p:cNvPr>
            <p:cNvSpPr/>
            <p:nvPr/>
          </p:nvSpPr>
          <p:spPr>
            <a:xfrm>
              <a:off x="131997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: Rounded Corners 793">
              <a:extLst>
                <a:ext uri="{FF2B5EF4-FFF2-40B4-BE49-F238E27FC236}">
                  <a16:creationId xmlns:a16="http://schemas.microsoft.com/office/drawing/2014/main" id="{BD8FB24A-3F6B-9535-C0E4-1D382B96514A}"/>
                </a:ext>
              </a:extLst>
            </p:cNvPr>
            <p:cNvSpPr/>
            <p:nvPr/>
          </p:nvSpPr>
          <p:spPr>
            <a:xfrm>
              <a:off x="20493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: Rounded Corners 794">
              <a:extLst>
                <a:ext uri="{FF2B5EF4-FFF2-40B4-BE49-F238E27FC236}">
                  <a16:creationId xmlns:a16="http://schemas.microsoft.com/office/drawing/2014/main" id="{D80C0CCC-5B18-7679-6A67-B0E42B2CACA3}"/>
                </a:ext>
              </a:extLst>
            </p:cNvPr>
            <p:cNvSpPr/>
            <p:nvPr/>
          </p:nvSpPr>
          <p:spPr>
            <a:xfrm>
              <a:off x="156269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: Rounded Corners 795">
              <a:extLst>
                <a:ext uri="{FF2B5EF4-FFF2-40B4-BE49-F238E27FC236}">
                  <a16:creationId xmlns:a16="http://schemas.microsoft.com/office/drawing/2014/main" id="{CD801D7D-2845-A2A0-FA1C-63598A569F03}"/>
                </a:ext>
              </a:extLst>
            </p:cNvPr>
            <p:cNvSpPr/>
            <p:nvPr/>
          </p:nvSpPr>
          <p:spPr>
            <a:xfrm>
              <a:off x="16428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Rectangle: Rounded Corners 796">
              <a:extLst>
                <a:ext uri="{FF2B5EF4-FFF2-40B4-BE49-F238E27FC236}">
                  <a16:creationId xmlns:a16="http://schemas.microsoft.com/office/drawing/2014/main" id="{59E09F48-62C6-75D4-2C20-9CE62DFA6DAF}"/>
                </a:ext>
              </a:extLst>
            </p:cNvPr>
            <p:cNvSpPr/>
            <p:nvPr/>
          </p:nvSpPr>
          <p:spPr>
            <a:xfrm>
              <a:off x="18020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: Rounded Corners 797">
              <a:extLst>
                <a:ext uri="{FF2B5EF4-FFF2-40B4-BE49-F238E27FC236}">
                  <a16:creationId xmlns:a16="http://schemas.microsoft.com/office/drawing/2014/main" id="{5B7E2472-9030-DAC6-6CEE-CFD880DCAF78}"/>
                </a:ext>
              </a:extLst>
            </p:cNvPr>
            <p:cNvSpPr/>
            <p:nvPr/>
          </p:nvSpPr>
          <p:spPr>
            <a:xfrm>
              <a:off x="196138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: Rounded Corners 798">
              <a:extLst>
                <a:ext uri="{FF2B5EF4-FFF2-40B4-BE49-F238E27FC236}">
                  <a16:creationId xmlns:a16="http://schemas.microsoft.com/office/drawing/2014/main" id="{9BFF009D-68C1-AD7E-BE61-2875AB73EF4C}"/>
                </a:ext>
              </a:extLst>
            </p:cNvPr>
            <p:cNvSpPr/>
            <p:nvPr/>
          </p:nvSpPr>
          <p:spPr>
            <a:xfrm>
              <a:off x="212067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: Rounded Corners 799">
              <a:extLst>
                <a:ext uri="{FF2B5EF4-FFF2-40B4-BE49-F238E27FC236}">
                  <a16:creationId xmlns:a16="http://schemas.microsoft.com/office/drawing/2014/main" id="{090B2F02-D07C-C8EA-F461-D1815A4FDAA2}"/>
                </a:ext>
              </a:extLst>
            </p:cNvPr>
            <p:cNvSpPr/>
            <p:nvPr/>
          </p:nvSpPr>
          <p:spPr>
            <a:xfrm>
              <a:off x="227996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: Rounded Corners 800">
              <a:extLst>
                <a:ext uri="{FF2B5EF4-FFF2-40B4-BE49-F238E27FC236}">
                  <a16:creationId xmlns:a16="http://schemas.microsoft.com/office/drawing/2014/main" id="{D7AFB52C-8B43-09BA-C09C-8495F60BF9E8}"/>
                </a:ext>
              </a:extLst>
            </p:cNvPr>
            <p:cNvSpPr/>
            <p:nvPr/>
          </p:nvSpPr>
          <p:spPr>
            <a:xfrm>
              <a:off x="243926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: Rounded Corners 801">
              <a:extLst>
                <a:ext uri="{FF2B5EF4-FFF2-40B4-BE49-F238E27FC236}">
                  <a16:creationId xmlns:a16="http://schemas.microsoft.com/office/drawing/2014/main" id="{3C8B5368-F424-C54A-CF00-1BD93B0AE5E4}"/>
                </a:ext>
              </a:extLst>
            </p:cNvPr>
            <p:cNvSpPr/>
            <p:nvPr/>
          </p:nvSpPr>
          <p:spPr>
            <a:xfrm>
              <a:off x="259855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: Rounded Corners 802">
              <a:extLst>
                <a:ext uri="{FF2B5EF4-FFF2-40B4-BE49-F238E27FC236}">
                  <a16:creationId xmlns:a16="http://schemas.microsoft.com/office/drawing/2014/main" id="{BE93CF9F-7568-1648-021E-E4B783D8055D}"/>
                </a:ext>
              </a:extLst>
            </p:cNvPr>
            <p:cNvSpPr/>
            <p:nvPr/>
          </p:nvSpPr>
          <p:spPr>
            <a:xfrm>
              <a:off x="148350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: Rounded Corners 803">
              <a:extLst>
                <a:ext uri="{FF2B5EF4-FFF2-40B4-BE49-F238E27FC236}">
                  <a16:creationId xmlns:a16="http://schemas.microsoft.com/office/drawing/2014/main" id="{0A2F622A-5C70-7F59-E082-93D0B60B0B0C}"/>
                </a:ext>
              </a:extLst>
            </p:cNvPr>
            <p:cNvSpPr/>
            <p:nvPr/>
          </p:nvSpPr>
          <p:spPr>
            <a:xfrm>
              <a:off x="16428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: Rounded Corners 804">
              <a:extLst>
                <a:ext uri="{FF2B5EF4-FFF2-40B4-BE49-F238E27FC236}">
                  <a16:creationId xmlns:a16="http://schemas.microsoft.com/office/drawing/2014/main" id="{3A377CED-75CC-F5C2-866C-342A95F0C987}"/>
                </a:ext>
              </a:extLst>
            </p:cNvPr>
            <p:cNvSpPr/>
            <p:nvPr/>
          </p:nvSpPr>
          <p:spPr>
            <a:xfrm>
              <a:off x="18020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: Rounded Corners 805">
              <a:extLst>
                <a:ext uri="{FF2B5EF4-FFF2-40B4-BE49-F238E27FC236}">
                  <a16:creationId xmlns:a16="http://schemas.microsoft.com/office/drawing/2014/main" id="{E185D1F3-2C4F-CD0C-D9E5-19481FD958DE}"/>
                </a:ext>
              </a:extLst>
            </p:cNvPr>
            <p:cNvSpPr/>
            <p:nvPr/>
          </p:nvSpPr>
          <p:spPr>
            <a:xfrm>
              <a:off x="196138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: Rounded Corners 806">
              <a:extLst>
                <a:ext uri="{FF2B5EF4-FFF2-40B4-BE49-F238E27FC236}">
                  <a16:creationId xmlns:a16="http://schemas.microsoft.com/office/drawing/2014/main" id="{C3F26542-A77A-0C3B-DD35-E305945F1809}"/>
                </a:ext>
              </a:extLst>
            </p:cNvPr>
            <p:cNvSpPr/>
            <p:nvPr/>
          </p:nvSpPr>
          <p:spPr>
            <a:xfrm>
              <a:off x="212067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: Rounded Corners 807">
              <a:extLst>
                <a:ext uri="{FF2B5EF4-FFF2-40B4-BE49-F238E27FC236}">
                  <a16:creationId xmlns:a16="http://schemas.microsoft.com/office/drawing/2014/main" id="{1D280D1F-EF2C-37E1-FD59-E957D8E6AEAE}"/>
                </a:ext>
              </a:extLst>
            </p:cNvPr>
            <p:cNvSpPr/>
            <p:nvPr/>
          </p:nvSpPr>
          <p:spPr>
            <a:xfrm>
              <a:off x="227997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: Rounded Corners 808">
              <a:extLst>
                <a:ext uri="{FF2B5EF4-FFF2-40B4-BE49-F238E27FC236}">
                  <a16:creationId xmlns:a16="http://schemas.microsoft.com/office/drawing/2014/main" id="{23C9AAAF-8E58-B66C-7794-B550ABB9F2E2}"/>
                </a:ext>
              </a:extLst>
            </p:cNvPr>
            <p:cNvSpPr/>
            <p:nvPr/>
          </p:nvSpPr>
          <p:spPr>
            <a:xfrm>
              <a:off x="243926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: Rounded Corners 809">
              <a:extLst>
                <a:ext uri="{FF2B5EF4-FFF2-40B4-BE49-F238E27FC236}">
                  <a16:creationId xmlns:a16="http://schemas.microsoft.com/office/drawing/2014/main" id="{2EBB0574-6667-0840-70FD-BDED826B1395}"/>
                </a:ext>
              </a:extLst>
            </p:cNvPr>
            <p:cNvSpPr/>
            <p:nvPr/>
          </p:nvSpPr>
          <p:spPr>
            <a:xfrm>
              <a:off x="259855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: Rounded Corners 810">
              <a:extLst>
                <a:ext uri="{FF2B5EF4-FFF2-40B4-BE49-F238E27FC236}">
                  <a16:creationId xmlns:a16="http://schemas.microsoft.com/office/drawing/2014/main" id="{48B55944-E692-673B-2C38-22F2878E8DE4}"/>
                </a:ext>
              </a:extLst>
            </p:cNvPr>
            <p:cNvSpPr/>
            <p:nvPr/>
          </p:nvSpPr>
          <p:spPr>
            <a:xfrm>
              <a:off x="148351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: Rounded Corners 811">
              <a:extLst>
                <a:ext uri="{FF2B5EF4-FFF2-40B4-BE49-F238E27FC236}">
                  <a16:creationId xmlns:a16="http://schemas.microsoft.com/office/drawing/2014/main" id="{A6AE8FF6-BBE7-D569-4CBC-D9ECB9F81AC8}"/>
                </a:ext>
              </a:extLst>
            </p:cNvPr>
            <p:cNvSpPr/>
            <p:nvPr/>
          </p:nvSpPr>
          <p:spPr>
            <a:xfrm>
              <a:off x="2841272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: Rounded Corners 812">
              <a:extLst>
                <a:ext uri="{FF2B5EF4-FFF2-40B4-BE49-F238E27FC236}">
                  <a16:creationId xmlns:a16="http://schemas.microsoft.com/office/drawing/2014/main" id="{676ABC02-769F-E988-D938-B9B0EDB1338F}"/>
                </a:ext>
              </a:extLst>
            </p:cNvPr>
            <p:cNvSpPr/>
            <p:nvPr/>
          </p:nvSpPr>
          <p:spPr>
            <a:xfrm>
              <a:off x="29213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: Rounded Corners 813">
              <a:extLst>
                <a:ext uri="{FF2B5EF4-FFF2-40B4-BE49-F238E27FC236}">
                  <a16:creationId xmlns:a16="http://schemas.microsoft.com/office/drawing/2014/main" id="{D9C915D4-59AD-3139-CE5D-8491FD9461A2}"/>
                </a:ext>
              </a:extLst>
            </p:cNvPr>
            <p:cNvSpPr/>
            <p:nvPr/>
          </p:nvSpPr>
          <p:spPr>
            <a:xfrm>
              <a:off x="30806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5" name="Rectangle: Rounded Corners 814">
              <a:extLst>
                <a:ext uri="{FF2B5EF4-FFF2-40B4-BE49-F238E27FC236}">
                  <a16:creationId xmlns:a16="http://schemas.microsoft.com/office/drawing/2014/main" id="{6E590A46-A7AF-2570-B926-3DF4E6EC9D4A}"/>
                </a:ext>
              </a:extLst>
            </p:cNvPr>
            <p:cNvSpPr/>
            <p:nvPr/>
          </p:nvSpPr>
          <p:spPr>
            <a:xfrm>
              <a:off x="3239965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: Rounded Corners 815">
              <a:extLst>
                <a:ext uri="{FF2B5EF4-FFF2-40B4-BE49-F238E27FC236}">
                  <a16:creationId xmlns:a16="http://schemas.microsoft.com/office/drawing/2014/main" id="{440CB9EC-98D2-8D17-3B02-E56DD55B36BA}"/>
                </a:ext>
              </a:extLst>
            </p:cNvPr>
            <p:cNvSpPr/>
            <p:nvPr/>
          </p:nvSpPr>
          <p:spPr>
            <a:xfrm>
              <a:off x="3399257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: Rounded Corners 816">
              <a:extLst>
                <a:ext uri="{FF2B5EF4-FFF2-40B4-BE49-F238E27FC236}">
                  <a16:creationId xmlns:a16="http://schemas.microsoft.com/office/drawing/2014/main" id="{512C424C-E772-7762-AA59-CE6EAD4E4771}"/>
                </a:ext>
              </a:extLst>
            </p:cNvPr>
            <p:cNvSpPr/>
            <p:nvPr/>
          </p:nvSpPr>
          <p:spPr>
            <a:xfrm>
              <a:off x="355854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: Rounded Corners 817">
              <a:extLst>
                <a:ext uri="{FF2B5EF4-FFF2-40B4-BE49-F238E27FC236}">
                  <a16:creationId xmlns:a16="http://schemas.microsoft.com/office/drawing/2014/main" id="{9C5E98F4-0F98-B036-76A8-A26740FB8C8B}"/>
                </a:ext>
              </a:extLst>
            </p:cNvPr>
            <p:cNvSpPr/>
            <p:nvPr/>
          </p:nvSpPr>
          <p:spPr>
            <a:xfrm>
              <a:off x="371784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: Rounded Corners 818">
              <a:extLst>
                <a:ext uri="{FF2B5EF4-FFF2-40B4-BE49-F238E27FC236}">
                  <a16:creationId xmlns:a16="http://schemas.microsoft.com/office/drawing/2014/main" id="{B1DA5262-680F-37C8-958B-0F1037CF30B9}"/>
                </a:ext>
              </a:extLst>
            </p:cNvPr>
            <p:cNvSpPr/>
            <p:nvPr/>
          </p:nvSpPr>
          <p:spPr>
            <a:xfrm>
              <a:off x="387713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: Rounded Corners 819">
              <a:extLst>
                <a:ext uri="{FF2B5EF4-FFF2-40B4-BE49-F238E27FC236}">
                  <a16:creationId xmlns:a16="http://schemas.microsoft.com/office/drawing/2014/main" id="{8D27F028-4386-6691-EFDD-FEED97DB76E1}"/>
                </a:ext>
              </a:extLst>
            </p:cNvPr>
            <p:cNvSpPr/>
            <p:nvPr/>
          </p:nvSpPr>
          <p:spPr>
            <a:xfrm>
              <a:off x="2762089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: Rounded Corners 820">
              <a:extLst>
                <a:ext uri="{FF2B5EF4-FFF2-40B4-BE49-F238E27FC236}">
                  <a16:creationId xmlns:a16="http://schemas.microsoft.com/office/drawing/2014/main" id="{F34938D4-A8F0-D9CE-9C08-7A7EDA035170}"/>
                </a:ext>
              </a:extLst>
            </p:cNvPr>
            <p:cNvSpPr/>
            <p:nvPr/>
          </p:nvSpPr>
          <p:spPr>
            <a:xfrm>
              <a:off x="29213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: Rounded Corners 821">
              <a:extLst>
                <a:ext uri="{FF2B5EF4-FFF2-40B4-BE49-F238E27FC236}">
                  <a16:creationId xmlns:a16="http://schemas.microsoft.com/office/drawing/2014/main" id="{168ECDB1-1228-F0CA-74DA-D89A74C00501}"/>
                </a:ext>
              </a:extLst>
            </p:cNvPr>
            <p:cNvSpPr/>
            <p:nvPr/>
          </p:nvSpPr>
          <p:spPr>
            <a:xfrm>
              <a:off x="30806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: Rounded Corners 822">
              <a:extLst>
                <a:ext uri="{FF2B5EF4-FFF2-40B4-BE49-F238E27FC236}">
                  <a16:creationId xmlns:a16="http://schemas.microsoft.com/office/drawing/2014/main" id="{1F4C9C27-AD28-E8D8-C328-81F69B2662EB}"/>
                </a:ext>
              </a:extLst>
            </p:cNvPr>
            <p:cNvSpPr/>
            <p:nvPr/>
          </p:nvSpPr>
          <p:spPr>
            <a:xfrm>
              <a:off x="3239966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: Rounded Corners 823">
              <a:extLst>
                <a:ext uri="{FF2B5EF4-FFF2-40B4-BE49-F238E27FC236}">
                  <a16:creationId xmlns:a16="http://schemas.microsoft.com/office/drawing/2014/main" id="{9A8FAAF4-BD37-3ED7-841A-85E542502274}"/>
                </a:ext>
              </a:extLst>
            </p:cNvPr>
            <p:cNvSpPr/>
            <p:nvPr/>
          </p:nvSpPr>
          <p:spPr>
            <a:xfrm>
              <a:off x="3399258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: Rounded Corners 824">
              <a:extLst>
                <a:ext uri="{FF2B5EF4-FFF2-40B4-BE49-F238E27FC236}">
                  <a16:creationId xmlns:a16="http://schemas.microsoft.com/office/drawing/2014/main" id="{53FD59F0-5C03-2007-7B24-DA035A52D490}"/>
                </a:ext>
              </a:extLst>
            </p:cNvPr>
            <p:cNvSpPr/>
            <p:nvPr/>
          </p:nvSpPr>
          <p:spPr>
            <a:xfrm>
              <a:off x="355855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: Rounded Corners 825">
              <a:extLst>
                <a:ext uri="{FF2B5EF4-FFF2-40B4-BE49-F238E27FC236}">
                  <a16:creationId xmlns:a16="http://schemas.microsoft.com/office/drawing/2014/main" id="{F5BE873A-C42F-6D18-93D0-5C612AD97AD2}"/>
                </a:ext>
              </a:extLst>
            </p:cNvPr>
            <p:cNvSpPr/>
            <p:nvPr/>
          </p:nvSpPr>
          <p:spPr>
            <a:xfrm>
              <a:off x="371784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: Rounded Corners 826">
              <a:extLst>
                <a:ext uri="{FF2B5EF4-FFF2-40B4-BE49-F238E27FC236}">
                  <a16:creationId xmlns:a16="http://schemas.microsoft.com/office/drawing/2014/main" id="{6721C8EA-50F5-03E3-838E-FC0143E4A92B}"/>
                </a:ext>
              </a:extLst>
            </p:cNvPr>
            <p:cNvSpPr/>
            <p:nvPr/>
          </p:nvSpPr>
          <p:spPr>
            <a:xfrm>
              <a:off x="387713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: Rounded Corners 827">
              <a:extLst>
                <a:ext uri="{FF2B5EF4-FFF2-40B4-BE49-F238E27FC236}">
                  <a16:creationId xmlns:a16="http://schemas.microsoft.com/office/drawing/2014/main" id="{DF0CC3A9-C564-F010-41B2-A36958F3D005}"/>
                </a:ext>
              </a:extLst>
            </p:cNvPr>
            <p:cNvSpPr/>
            <p:nvPr/>
          </p:nvSpPr>
          <p:spPr>
            <a:xfrm>
              <a:off x="2762090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: Rounded Corners 828">
              <a:extLst>
                <a:ext uri="{FF2B5EF4-FFF2-40B4-BE49-F238E27FC236}">
                  <a16:creationId xmlns:a16="http://schemas.microsoft.com/office/drawing/2014/main" id="{670FECB1-F624-3A87-54E0-2FB462201B34}"/>
                </a:ext>
              </a:extLst>
            </p:cNvPr>
            <p:cNvSpPr/>
            <p:nvPr/>
          </p:nvSpPr>
          <p:spPr>
            <a:xfrm>
              <a:off x="4119851" y="7226811"/>
              <a:ext cx="1195153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: Rounded Corners 829">
              <a:extLst>
                <a:ext uri="{FF2B5EF4-FFF2-40B4-BE49-F238E27FC236}">
                  <a16:creationId xmlns:a16="http://schemas.microsoft.com/office/drawing/2014/main" id="{09DD1F31-4BA1-E6AB-545D-ECD2C26A8701}"/>
                </a:ext>
              </a:extLst>
            </p:cNvPr>
            <p:cNvSpPr/>
            <p:nvPr/>
          </p:nvSpPr>
          <p:spPr>
            <a:xfrm>
              <a:off x="41999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: Rounded Corners 830">
              <a:extLst>
                <a:ext uri="{FF2B5EF4-FFF2-40B4-BE49-F238E27FC236}">
                  <a16:creationId xmlns:a16="http://schemas.microsoft.com/office/drawing/2014/main" id="{B2AC69FE-D3B7-A6B2-DD26-357635088E29}"/>
                </a:ext>
              </a:extLst>
            </p:cNvPr>
            <p:cNvSpPr/>
            <p:nvPr/>
          </p:nvSpPr>
          <p:spPr>
            <a:xfrm>
              <a:off x="43592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: Rounded Corners 831">
              <a:extLst>
                <a:ext uri="{FF2B5EF4-FFF2-40B4-BE49-F238E27FC236}">
                  <a16:creationId xmlns:a16="http://schemas.microsoft.com/office/drawing/2014/main" id="{5C0B70A2-4FA2-FBA4-78A6-9A1163671153}"/>
                </a:ext>
              </a:extLst>
            </p:cNvPr>
            <p:cNvSpPr/>
            <p:nvPr/>
          </p:nvSpPr>
          <p:spPr>
            <a:xfrm>
              <a:off x="45185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: Rounded Corners 832">
              <a:extLst>
                <a:ext uri="{FF2B5EF4-FFF2-40B4-BE49-F238E27FC236}">
                  <a16:creationId xmlns:a16="http://schemas.microsoft.com/office/drawing/2014/main" id="{BF2D9504-3C17-C611-475F-39DD52A3BEAD}"/>
                </a:ext>
              </a:extLst>
            </p:cNvPr>
            <p:cNvSpPr/>
            <p:nvPr/>
          </p:nvSpPr>
          <p:spPr>
            <a:xfrm>
              <a:off x="46778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: Rounded Corners 833">
              <a:extLst>
                <a:ext uri="{FF2B5EF4-FFF2-40B4-BE49-F238E27FC236}">
                  <a16:creationId xmlns:a16="http://schemas.microsoft.com/office/drawing/2014/main" id="{FC098203-65D1-8505-8004-0B78A2E76CF8}"/>
                </a:ext>
              </a:extLst>
            </p:cNvPr>
            <p:cNvSpPr/>
            <p:nvPr/>
          </p:nvSpPr>
          <p:spPr>
            <a:xfrm>
              <a:off x="48371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: Rounded Corners 834">
              <a:extLst>
                <a:ext uri="{FF2B5EF4-FFF2-40B4-BE49-F238E27FC236}">
                  <a16:creationId xmlns:a16="http://schemas.microsoft.com/office/drawing/2014/main" id="{D749CE1F-C7CF-384E-C120-010140813EF8}"/>
                </a:ext>
              </a:extLst>
            </p:cNvPr>
            <p:cNvSpPr/>
            <p:nvPr/>
          </p:nvSpPr>
          <p:spPr>
            <a:xfrm>
              <a:off x="49964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: Rounded Corners 835">
              <a:extLst>
                <a:ext uri="{FF2B5EF4-FFF2-40B4-BE49-F238E27FC236}">
                  <a16:creationId xmlns:a16="http://schemas.microsoft.com/office/drawing/2014/main" id="{1680ED0C-1513-9DBA-EEDB-0B90A254F034}"/>
                </a:ext>
              </a:extLst>
            </p:cNvPr>
            <p:cNvSpPr/>
            <p:nvPr/>
          </p:nvSpPr>
          <p:spPr>
            <a:xfrm>
              <a:off x="51557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: Rounded Corners 836">
              <a:extLst>
                <a:ext uri="{FF2B5EF4-FFF2-40B4-BE49-F238E27FC236}">
                  <a16:creationId xmlns:a16="http://schemas.microsoft.com/office/drawing/2014/main" id="{1FEACC5D-9870-04CD-DF31-ABE59040C5CD}"/>
                </a:ext>
              </a:extLst>
            </p:cNvPr>
            <p:cNvSpPr/>
            <p:nvPr/>
          </p:nvSpPr>
          <p:spPr>
            <a:xfrm>
              <a:off x="40406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: Rounded Corners 837">
              <a:extLst>
                <a:ext uri="{FF2B5EF4-FFF2-40B4-BE49-F238E27FC236}">
                  <a16:creationId xmlns:a16="http://schemas.microsoft.com/office/drawing/2014/main" id="{1CDA4085-6649-AFBC-39C5-1862D72F48B1}"/>
                </a:ext>
              </a:extLst>
            </p:cNvPr>
            <p:cNvSpPr/>
            <p:nvPr/>
          </p:nvSpPr>
          <p:spPr>
            <a:xfrm>
              <a:off x="41999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: Rounded Corners 838">
              <a:extLst>
                <a:ext uri="{FF2B5EF4-FFF2-40B4-BE49-F238E27FC236}">
                  <a16:creationId xmlns:a16="http://schemas.microsoft.com/office/drawing/2014/main" id="{E8BE0CDA-C4E9-E3E6-59BA-956C3DD515D6}"/>
                </a:ext>
              </a:extLst>
            </p:cNvPr>
            <p:cNvSpPr/>
            <p:nvPr/>
          </p:nvSpPr>
          <p:spPr>
            <a:xfrm>
              <a:off x="43592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: Rounded Corners 839">
              <a:extLst>
                <a:ext uri="{FF2B5EF4-FFF2-40B4-BE49-F238E27FC236}">
                  <a16:creationId xmlns:a16="http://schemas.microsoft.com/office/drawing/2014/main" id="{A7AA0767-8572-5BA3-1855-A7F529E14FD0}"/>
                </a:ext>
              </a:extLst>
            </p:cNvPr>
            <p:cNvSpPr/>
            <p:nvPr/>
          </p:nvSpPr>
          <p:spPr>
            <a:xfrm>
              <a:off x="45185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: Rounded Corners 840">
              <a:extLst>
                <a:ext uri="{FF2B5EF4-FFF2-40B4-BE49-F238E27FC236}">
                  <a16:creationId xmlns:a16="http://schemas.microsoft.com/office/drawing/2014/main" id="{9C1ACEE6-0E30-2CB3-0ABA-297F7590C070}"/>
                </a:ext>
              </a:extLst>
            </p:cNvPr>
            <p:cNvSpPr/>
            <p:nvPr/>
          </p:nvSpPr>
          <p:spPr>
            <a:xfrm>
              <a:off x="46778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: Rounded Corners 841">
              <a:extLst>
                <a:ext uri="{FF2B5EF4-FFF2-40B4-BE49-F238E27FC236}">
                  <a16:creationId xmlns:a16="http://schemas.microsoft.com/office/drawing/2014/main" id="{FF15F385-8099-DDCD-4FEC-C88F52DC8C74}"/>
                </a:ext>
              </a:extLst>
            </p:cNvPr>
            <p:cNvSpPr/>
            <p:nvPr/>
          </p:nvSpPr>
          <p:spPr>
            <a:xfrm>
              <a:off x="48371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: Rounded Corners 842">
              <a:extLst>
                <a:ext uri="{FF2B5EF4-FFF2-40B4-BE49-F238E27FC236}">
                  <a16:creationId xmlns:a16="http://schemas.microsoft.com/office/drawing/2014/main" id="{9B5A7CA7-6982-EA34-A434-4155FD1525E9}"/>
                </a:ext>
              </a:extLst>
            </p:cNvPr>
            <p:cNvSpPr/>
            <p:nvPr/>
          </p:nvSpPr>
          <p:spPr>
            <a:xfrm>
              <a:off x="49964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Rectangle: Rounded Corners 843">
              <a:extLst>
                <a:ext uri="{FF2B5EF4-FFF2-40B4-BE49-F238E27FC236}">
                  <a16:creationId xmlns:a16="http://schemas.microsoft.com/office/drawing/2014/main" id="{13D82E2B-B754-8AC2-5F89-51DF4B1442BF}"/>
                </a:ext>
              </a:extLst>
            </p:cNvPr>
            <p:cNvSpPr/>
            <p:nvPr/>
          </p:nvSpPr>
          <p:spPr>
            <a:xfrm>
              <a:off x="51557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: Rounded Corners 844">
              <a:extLst>
                <a:ext uri="{FF2B5EF4-FFF2-40B4-BE49-F238E27FC236}">
                  <a16:creationId xmlns:a16="http://schemas.microsoft.com/office/drawing/2014/main" id="{C4F21BCD-4CCC-F4B7-CEFA-B65FD58B0FE8}"/>
                </a:ext>
              </a:extLst>
            </p:cNvPr>
            <p:cNvSpPr/>
            <p:nvPr/>
          </p:nvSpPr>
          <p:spPr>
            <a:xfrm>
              <a:off x="40406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: Rounded Corners 845">
              <a:extLst>
                <a:ext uri="{FF2B5EF4-FFF2-40B4-BE49-F238E27FC236}">
                  <a16:creationId xmlns:a16="http://schemas.microsoft.com/office/drawing/2014/main" id="{F0E14C18-D79B-9A51-C0EB-67B9441F1A16}"/>
                </a:ext>
              </a:extLst>
            </p:cNvPr>
            <p:cNvSpPr/>
            <p:nvPr/>
          </p:nvSpPr>
          <p:spPr>
            <a:xfrm>
              <a:off x="539843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: Rounded Corners 846">
              <a:extLst>
                <a:ext uri="{FF2B5EF4-FFF2-40B4-BE49-F238E27FC236}">
                  <a16:creationId xmlns:a16="http://schemas.microsoft.com/office/drawing/2014/main" id="{8C85B9F1-C13F-8602-F53A-095D9052555B}"/>
                </a:ext>
              </a:extLst>
            </p:cNvPr>
            <p:cNvSpPr/>
            <p:nvPr/>
          </p:nvSpPr>
          <p:spPr>
            <a:xfrm>
              <a:off x="547854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8" name="Rectangle: Rounded Corners 847">
              <a:extLst>
                <a:ext uri="{FF2B5EF4-FFF2-40B4-BE49-F238E27FC236}">
                  <a16:creationId xmlns:a16="http://schemas.microsoft.com/office/drawing/2014/main" id="{3ABFFDFA-27C1-3F73-7F8D-93285CF99723}"/>
                </a:ext>
              </a:extLst>
            </p:cNvPr>
            <p:cNvSpPr/>
            <p:nvPr/>
          </p:nvSpPr>
          <p:spPr>
            <a:xfrm>
              <a:off x="563783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: Rounded Corners 848">
              <a:extLst>
                <a:ext uri="{FF2B5EF4-FFF2-40B4-BE49-F238E27FC236}">
                  <a16:creationId xmlns:a16="http://schemas.microsoft.com/office/drawing/2014/main" id="{1EA7F04D-DDEC-1BF7-A788-2B15D74840EE}"/>
                </a:ext>
              </a:extLst>
            </p:cNvPr>
            <p:cNvSpPr/>
            <p:nvPr/>
          </p:nvSpPr>
          <p:spPr>
            <a:xfrm>
              <a:off x="579712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: Rounded Corners 849">
              <a:extLst>
                <a:ext uri="{FF2B5EF4-FFF2-40B4-BE49-F238E27FC236}">
                  <a16:creationId xmlns:a16="http://schemas.microsoft.com/office/drawing/2014/main" id="{9E656EB1-D27C-C2C2-CC67-389602F8F24E}"/>
                </a:ext>
              </a:extLst>
            </p:cNvPr>
            <p:cNvSpPr/>
            <p:nvPr/>
          </p:nvSpPr>
          <p:spPr>
            <a:xfrm>
              <a:off x="595641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: Rounded Corners 850">
              <a:extLst>
                <a:ext uri="{FF2B5EF4-FFF2-40B4-BE49-F238E27FC236}">
                  <a16:creationId xmlns:a16="http://schemas.microsoft.com/office/drawing/2014/main" id="{838616D3-A1DD-F159-B2F4-0BF3C6B286C0}"/>
                </a:ext>
              </a:extLst>
            </p:cNvPr>
            <p:cNvSpPr/>
            <p:nvPr/>
          </p:nvSpPr>
          <p:spPr>
            <a:xfrm>
              <a:off x="61157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: Rounded Corners 851">
              <a:extLst>
                <a:ext uri="{FF2B5EF4-FFF2-40B4-BE49-F238E27FC236}">
                  <a16:creationId xmlns:a16="http://schemas.microsoft.com/office/drawing/2014/main" id="{86174A8C-48D9-5D0C-DF4C-CA4B8D9378B4}"/>
                </a:ext>
              </a:extLst>
            </p:cNvPr>
            <p:cNvSpPr/>
            <p:nvPr/>
          </p:nvSpPr>
          <p:spPr>
            <a:xfrm>
              <a:off x="627500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: Rounded Corners 852">
              <a:extLst>
                <a:ext uri="{FF2B5EF4-FFF2-40B4-BE49-F238E27FC236}">
                  <a16:creationId xmlns:a16="http://schemas.microsoft.com/office/drawing/2014/main" id="{7F7EEA44-0E76-D59F-0EBD-B03E5CDEC452}"/>
                </a:ext>
              </a:extLst>
            </p:cNvPr>
            <p:cNvSpPr/>
            <p:nvPr/>
          </p:nvSpPr>
          <p:spPr>
            <a:xfrm>
              <a:off x="643429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: Rounded Corners 853">
              <a:extLst>
                <a:ext uri="{FF2B5EF4-FFF2-40B4-BE49-F238E27FC236}">
                  <a16:creationId xmlns:a16="http://schemas.microsoft.com/office/drawing/2014/main" id="{C637381F-381F-5918-5ACA-1FF7634FAF2D}"/>
                </a:ext>
              </a:extLst>
            </p:cNvPr>
            <p:cNvSpPr/>
            <p:nvPr/>
          </p:nvSpPr>
          <p:spPr>
            <a:xfrm>
              <a:off x="53192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: Rounded Corners 854">
              <a:extLst>
                <a:ext uri="{FF2B5EF4-FFF2-40B4-BE49-F238E27FC236}">
                  <a16:creationId xmlns:a16="http://schemas.microsoft.com/office/drawing/2014/main" id="{ED326D7B-1059-952A-A852-9D6782C3A804}"/>
                </a:ext>
              </a:extLst>
            </p:cNvPr>
            <p:cNvSpPr/>
            <p:nvPr/>
          </p:nvSpPr>
          <p:spPr>
            <a:xfrm>
              <a:off x="547854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: Rounded Corners 855">
              <a:extLst>
                <a:ext uri="{FF2B5EF4-FFF2-40B4-BE49-F238E27FC236}">
                  <a16:creationId xmlns:a16="http://schemas.microsoft.com/office/drawing/2014/main" id="{98DD0685-E3EB-C06F-2139-1BAF6B6611A6}"/>
                </a:ext>
              </a:extLst>
            </p:cNvPr>
            <p:cNvSpPr/>
            <p:nvPr/>
          </p:nvSpPr>
          <p:spPr>
            <a:xfrm>
              <a:off x="563783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: Rounded Corners 856">
              <a:extLst>
                <a:ext uri="{FF2B5EF4-FFF2-40B4-BE49-F238E27FC236}">
                  <a16:creationId xmlns:a16="http://schemas.microsoft.com/office/drawing/2014/main" id="{B94F689A-49C7-37BA-C2FB-5C8384C1A148}"/>
                </a:ext>
              </a:extLst>
            </p:cNvPr>
            <p:cNvSpPr/>
            <p:nvPr/>
          </p:nvSpPr>
          <p:spPr>
            <a:xfrm>
              <a:off x="579712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: Rounded Corners 857">
              <a:extLst>
                <a:ext uri="{FF2B5EF4-FFF2-40B4-BE49-F238E27FC236}">
                  <a16:creationId xmlns:a16="http://schemas.microsoft.com/office/drawing/2014/main" id="{CB04F6D8-F3B2-5A97-CF55-B33C7B164AE5}"/>
                </a:ext>
              </a:extLst>
            </p:cNvPr>
            <p:cNvSpPr/>
            <p:nvPr/>
          </p:nvSpPr>
          <p:spPr>
            <a:xfrm>
              <a:off x="595641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: Rounded Corners 858">
              <a:extLst>
                <a:ext uri="{FF2B5EF4-FFF2-40B4-BE49-F238E27FC236}">
                  <a16:creationId xmlns:a16="http://schemas.microsoft.com/office/drawing/2014/main" id="{7840EAED-42D6-AE30-474B-59FDEEB46A17}"/>
                </a:ext>
              </a:extLst>
            </p:cNvPr>
            <p:cNvSpPr/>
            <p:nvPr/>
          </p:nvSpPr>
          <p:spPr>
            <a:xfrm>
              <a:off x="61157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: Rounded Corners 859">
              <a:extLst>
                <a:ext uri="{FF2B5EF4-FFF2-40B4-BE49-F238E27FC236}">
                  <a16:creationId xmlns:a16="http://schemas.microsoft.com/office/drawing/2014/main" id="{25D67924-E87A-3F21-214B-975AF020C3CE}"/>
                </a:ext>
              </a:extLst>
            </p:cNvPr>
            <p:cNvSpPr/>
            <p:nvPr/>
          </p:nvSpPr>
          <p:spPr>
            <a:xfrm>
              <a:off x="627500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: Rounded Corners 860">
              <a:extLst>
                <a:ext uri="{FF2B5EF4-FFF2-40B4-BE49-F238E27FC236}">
                  <a16:creationId xmlns:a16="http://schemas.microsoft.com/office/drawing/2014/main" id="{61636DE4-8A91-3C7A-B22D-884DBA38B73C}"/>
                </a:ext>
              </a:extLst>
            </p:cNvPr>
            <p:cNvSpPr/>
            <p:nvPr/>
          </p:nvSpPr>
          <p:spPr>
            <a:xfrm>
              <a:off x="643429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: Rounded Corners 861">
              <a:extLst>
                <a:ext uri="{FF2B5EF4-FFF2-40B4-BE49-F238E27FC236}">
                  <a16:creationId xmlns:a16="http://schemas.microsoft.com/office/drawing/2014/main" id="{0EFE9F2F-A054-D5E9-2F64-437F2963A51E}"/>
                </a:ext>
              </a:extLst>
            </p:cNvPr>
            <p:cNvSpPr/>
            <p:nvPr/>
          </p:nvSpPr>
          <p:spPr>
            <a:xfrm>
              <a:off x="53192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: Rounded Corners 862">
              <a:extLst>
                <a:ext uri="{FF2B5EF4-FFF2-40B4-BE49-F238E27FC236}">
                  <a16:creationId xmlns:a16="http://schemas.microsoft.com/office/drawing/2014/main" id="{4732244F-FCF9-6F1C-B699-CA93DDCD6011}"/>
                </a:ext>
              </a:extLst>
            </p:cNvPr>
            <p:cNvSpPr/>
            <p:nvPr/>
          </p:nvSpPr>
          <p:spPr>
            <a:xfrm>
              <a:off x="667701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: Rounded Corners 863">
              <a:extLst>
                <a:ext uri="{FF2B5EF4-FFF2-40B4-BE49-F238E27FC236}">
                  <a16:creationId xmlns:a16="http://schemas.microsoft.com/office/drawing/2014/main" id="{AC3370A7-5649-2211-6120-BF95B051EC27}"/>
                </a:ext>
              </a:extLst>
            </p:cNvPr>
            <p:cNvSpPr/>
            <p:nvPr/>
          </p:nvSpPr>
          <p:spPr>
            <a:xfrm>
              <a:off x="675712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: Rounded Corners 864">
              <a:extLst>
                <a:ext uri="{FF2B5EF4-FFF2-40B4-BE49-F238E27FC236}">
                  <a16:creationId xmlns:a16="http://schemas.microsoft.com/office/drawing/2014/main" id="{9D9F7514-985D-0AF7-4EE3-664EC06B718B}"/>
                </a:ext>
              </a:extLst>
            </p:cNvPr>
            <p:cNvSpPr/>
            <p:nvPr/>
          </p:nvSpPr>
          <p:spPr>
            <a:xfrm>
              <a:off x="691641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: Rounded Corners 865">
              <a:extLst>
                <a:ext uri="{FF2B5EF4-FFF2-40B4-BE49-F238E27FC236}">
                  <a16:creationId xmlns:a16="http://schemas.microsoft.com/office/drawing/2014/main" id="{D4FD236C-0593-23B5-6566-B55CE8D22298}"/>
                </a:ext>
              </a:extLst>
            </p:cNvPr>
            <p:cNvSpPr/>
            <p:nvPr/>
          </p:nvSpPr>
          <p:spPr>
            <a:xfrm>
              <a:off x="707570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: Rounded Corners 866">
              <a:extLst>
                <a:ext uri="{FF2B5EF4-FFF2-40B4-BE49-F238E27FC236}">
                  <a16:creationId xmlns:a16="http://schemas.microsoft.com/office/drawing/2014/main" id="{38ECCD2E-6659-130F-BC00-203D62C2F6FB}"/>
                </a:ext>
              </a:extLst>
            </p:cNvPr>
            <p:cNvSpPr/>
            <p:nvPr/>
          </p:nvSpPr>
          <p:spPr>
            <a:xfrm>
              <a:off x="723499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: Rounded Corners 867">
              <a:extLst>
                <a:ext uri="{FF2B5EF4-FFF2-40B4-BE49-F238E27FC236}">
                  <a16:creationId xmlns:a16="http://schemas.microsoft.com/office/drawing/2014/main" id="{466CCED3-60D2-7DAB-8DDD-437B2FC35FDF}"/>
                </a:ext>
              </a:extLst>
            </p:cNvPr>
            <p:cNvSpPr/>
            <p:nvPr/>
          </p:nvSpPr>
          <p:spPr>
            <a:xfrm>
              <a:off x="73942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: Rounded Corners 868">
              <a:extLst>
                <a:ext uri="{FF2B5EF4-FFF2-40B4-BE49-F238E27FC236}">
                  <a16:creationId xmlns:a16="http://schemas.microsoft.com/office/drawing/2014/main" id="{E0A10895-D09E-ADE8-C581-7A5892176F6B}"/>
                </a:ext>
              </a:extLst>
            </p:cNvPr>
            <p:cNvSpPr/>
            <p:nvPr/>
          </p:nvSpPr>
          <p:spPr>
            <a:xfrm>
              <a:off x="755358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: Rounded Corners 869">
              <a:extLst>
                <a:ext uri="{FF2B5EF4-FFF2-40B4-BE49-F238E27FC236}">
                  <a16:creationId xmlns:a16="http://schemas.microsoft.com/office/drawing/2014/main" id="{ADA9EA8E-9ACA-190F-78EF-028524BFC6AE}"/>
                </a:ext>
              </a:extLst>
            </p:cNvPr>
            <p:cNvSpPr/>
            <p:nvPr/>
          </p:nvSpPr>
          <p:spPr>
            <a:xfrm>
              <a:off x="771287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: Rounded Corners 870">
              <a:extLst>
                <a:ext uri="{FF2B5EF4-FFF2-40B4-BE49-F238E27FC236}">
                  <a16:creationId xmlns:a16="http://schemas.microsoft.com/office/drawing/2014/main" id="{5C170F19-9925-7FF6-90E9-D9ECB2CBBF5E}"/>
                </a:ext>
              </a:extLst>
            </p:cNvPr>
            <p:cNvSpPr/>
            <p:nvPr/>
          </p:nvSpPr>
          <p:spPr>
            <a:xfrm>
              <a:off x="65978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Rectangle: Rounded Corners 871">
              <a:extLst>
                <a:ext uri="{FF2B5EF4-FFF2-40B4-BE49-F238E27FC236}">
                  <a16:creationId xmlns:a16="http://schemas.microsoft.com/office/drawing/2014/main" id="{9FCB0A52-55F9-B213-4295-C12CD69636E4}"/>
                </a:ext>
              </a:extLst>
            </p:cNvPr>
            <p:cNvSpPr/>
            <p:nvPr/>
          </p:nvSpPr>
          <p:spPr>
            <a:xfrm>
              <a:off x="675712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: Rounded Corners 872">
              <a:extLst>
                <a:ext uri="{FF2B5EF4-FFF2-40B4-BE49-F238E27FC236}">
                  <a16:creationId xmlns:a16="http://schemas.microsoft.com/office/drawing/2014/main" id="{78A7594C-3081-E490-0DBC-B7F282BB1D8E}"/>
                </a:ext>
              </a:extLst>
            </p:cNvPr>
            <p:cNvSpPr/>
            <p:nvPr/>
          </p:nvSpPr>
          <p:spPr>
            <a:xfrm>
              <a:off x="691641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: Rounded Corners 873">
              <a:extLst>
                <a:ext uri="{FF2B5EF4-FFF2-40B4-BE49-F238E27FC236}">
                  <a16:creationId xmlns:a16="http://schemas.microsoft.com/office/drawing/2014/main" id="{25B267B9-6A27-3DA4-4B71-FB721D2F82B4}"/>
                </a:ext>
              </a:extLst>
            </p:cNvPr>
            <p:cNvSpPr/>
            <p:nvPr/>
          </p:nvSpPr>
          <p:spPr>
            <a:xfrm>
              <a:off x="707570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: Rounded Corners 874">
              <a:extLst>
                <a:ext uri="{FF2B5EF4-FFF2-40B4-BE49-F238E27FC236}">
                  <a16:creationId xmlns:a16="http://schemas.microsoft.com/office/drawing/2014/main" id="{0F4F7D6B-59FA-1356-C4CD-73C245C91DC1}"/>
                </a:ext>
              </a:extLst>
            </p:cNvPr>
            <p:cNvSpPr/>
            <p:nvPr/>
          </p:nvSpPr>
          <p:spPr>
            <a:xfrm>
              <a:off x="723499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: Rounded Corners 875">
              <a:extLst>
                <a:ext uri="{FF2B5EF4-FFF2-40B4-BE49-F238E27FC236}">
                  <a16:creationId xmlns:a16="http://schemas.microsoft.com/office/drawing/2014/main" id="{2ED9CE6D-08D1-462E-CB8E-248C96996A41}"/>
                </a:ext>
              </a:extLst>
            </p:cNvPr>
            <p:cNvSpPr/>
            <p:nvPr/>
          </p:nvSpPr>
          <p:spPr>
            <a:xfrm>
              <a:off x="73942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: Rounded Corners 876">
              <a:extLst>
                <a:ext uri="{FF2B5EF4-FFF2-40B4-BE49-F238E27FC236}">
                  <a16:creationId xmlns:a16="http://schemas.microsoft.com/office/drawing/2014/main" id="{4C350D25-943A-3778-497A-D66C83703157}"/>
                </a:ext>
              </a:extLst>
            </p:cNvPr>
            <p:cNvSpPr/>
            <p:nvPr/>
          </p:nvSpPr>
          <p:spPr>
            <a:xfrm>
              <a:off x="755358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: Rounded Corners 877">
              <a:extLst>
                <a:ext uri="{FF2B5EF4-FFF2-40B4-BE49-F238E27FC236}">
                  <a16:creationId xmlns:a16="http://schemas.microsoft.com/office/drawing/2014/main" id="{778D9242-726F-A314-D007-AC09BC41EB70}"/>
                </a:ext>
              </a:extLst>
            </p:cNvPr>
            <p:cNvSpPr/>
            <p:nvPr/>
          </p:nvSpPr>
          <p:spPr>
            <a:xfrm>
              <a:off x="771287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: Rounded Corners 878">
              <a:extLst>
                <a:ext uri="{FF2B5EF4-FFF2-40B4-BE49-F238E27FC236}">
                  <a16:creationId xmlns:a16="http://schemas.microsoft.com/office/drawing/2014/main" id="{10F02EFC-E824-6B5A-101D-CC8159D67FB0}"/>
                </a:ext>
              </a:extLst>
            </p:cNvPr>
            <p:cNvSpPr/>
            <p:nvPr/>
          </p:nvSpPr>
          <p:spPr>
            <a:xfrm>
              <a:off x="65978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: Rounded Corners 879">
              <a:extLst>
                <a:ext uri="{FF2B5EF4-FFF2-40B4-BE49-F238E27FC236}">
                  <a16:creationId xmlns:a16="http://schemas.microsoft.com/office/drawing/2014/main" id="{0807C722-AA5C-5707-8BD5-2CC3F3F738A0}"/>
                </a:ext>
              </a:extLst>
            </p:cNvPr>
            <p:cNvSpPr/>
            <p:nvPr/>
          </p:nvSpPr>
          <p:spPr>
            <a:xfrm>
              <a:off x="795559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: Rounded Corners 880">
              <a:extLst>
                <a:ext uri="{FF2B5EF4-FFF2-40B4-BE49-F238E27FC236}">
                  <a16:creationId xmlns:a16="http://schemas.microsoft.com/office/drawing/2014/main" id="{E3F540B1-F5A2-8CA1-1A76-975B43E0187C}"/>
                </a:ext>
              </a:extLst>
            </p:cNvPr>
            <p:cNvSpPr/>
            <p:nvPr/>
          </p:nvSpPr>
          <p:spPr>
            <a:xfrm>
              <a:off x="803570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Rectangle: Rounded Corners 881">
              <a:extLst>
                <a:ext uri="{FF2B5EF4-FFF2-40B4-BE49-F238E27FC236}">
                  <a16:creationId xmlns:a16="http://schemas.microsoft.com/office/drawing/2014/main" id="{2546784C-6995-E2A0-B450-8CAFFD42C8DB}"/>
                </a:ext>
              </a:extLst>
            </p:cNvPr>
            <p:cNvSpPr/>
            <p:nvPr/>
          </p:nvSpPr>
          <p:spPr>
            <a:xfrm>
              <a:off x="819499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3" name="Rectangle: Rounded Corners 882">
              <a:extLst>
                <a:ext uri="{FF2B5EF4-FFF2-40B4-BE49-F238E27FC236}">
                  <a16:creationId xmlns:a16="http://schemas.microsoft.com/office/drawing/2014/main" id="{C08A3276-3D57-E43F-718F-22AB7B269F8F}"/>
                </a:ext>
              </a:extLst>
            </p:cNvPr>
            <p:cNvSpPr/>
            <p:nvPr/>
          </p:nvSpPr>
          <p:spPr>
            <a:xfrm>
              <a:off x="835428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Rectangle: Rounded Corners 883">
              <a:extLst>
                <a:ext uri="{FF2B5EF4-FFF2-40B4-BE49-F238E27FC236}">
                  <a16:creationId xmlns:a16="http://schemas.microsoft.com/office/drawing/2014/main" id="{CEA38714-6ADB-C97B-A5E0-37D64BB2B3CD}"/>
                </a:ext>
              </a:extLst>
            </p:cNvPr>
            <p:cNvSpPr/>
            <p:nvPr/>
          </p:nvSpPr>
          <p:spPr>
            <a:xfrm>
              <a:off x="851357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5" name="Rectangle: Rounded Corners 884">
              <a:extLst>
                <a:ext uri="{FF2B5EF4-FFF2-40B4-BE49-F238E27FC236}">
                  <a16:creationId xmlns:a16="http://schemas.microsoft.com/office/drawing/2014/main" id="{879A4F74-BE6E-38A7-BEE5-9602711D34AB}"/>
                </a:ext>
              </a:extLst>
            </p:cNvPr>
            <p:cNvSpPr/>
            <p:nvPr/>
          </p:nvSpPr>
          <p:spPr>
            <a:xfrm>
              <a:off x="86728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6" name="Rectangle: Rounded Corners 885">
              <a:extLst>
                <a:ext uri="{FF2B5EF4-FFF2-40B4-BE49-F238E27FC236}">
                  <a16:creationId xmlns:a16="http://schemas.microsoft.com/office/drawing/2014/main" id="{7F69A87C-8561-69CE-3DCC-D088A6EC6019}"/>
                </a:ext>
              </a:extLst>
            </p:cNvPr>
            <p:cNvSpPr/>
            <p:nvPr/>
          </p:nvSpPr>
          <p:spPr>
            <a:xfrm>
              <a:off x="883216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7" name="Rectangle: Rounded Corners 886">
              <a:extLst>
                <a:ext uri="{FF2B5EF4-FFF2-40B4-BE49-F238E27FC236}">
                  <a16:creationId xmlns:a16="http://schemas.microsoft.com/office/drawing/2014/main" id="{0CB199BE-6B79-9579-9229-0253D1F498FA}"/>
                </a:ext>
              </a:extLst>
            </p:cNvPr>
            <p:cNvSpPr/>
            <p:nvPr/>
          </p:nvSpPr>
          <p:spPr>
            <a:xfrm>
              <a:off x="899145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8" name="Rectangle: Rounded Corners 887">
              <a:extLst>
                <a:ext uri="{FF2B5EF4-FFF2-40B4-BE49-F238E27FC236}">
                  <a16:creationId xmlns:a16="http://schemas.microsoft.com/office/drawing/2014/main" id="{62BE83C6-1136-BF87-B1E1-3F95C8F6B87A}"/>
                </a:ext>
              </a:extLst>
            </p:cNvPr>
            <p:cNvSpPr/>
            <p:nvPr/>
          </p:nvSpPr>
          <p:spPr>
            <a:xfrm>
              <a:off x="787640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9" name="Rectangle: Rounded Corners 888">
              <a:extLst>
                <a:ext uri="{FF2B5EF4-FFF2-40B4-BE49-F238E27FC236}">
                  <a16:creationId xmlns:a16="http://schemas.microsoft.com/office/drawing/2014/main" id="{C1265088-658D-5A51-6CA2-4DF6F19A1694}"/>
                </a:ext>
              </a:extLst>
            </p:cNvPr>
            <p:cNvSpPr/>
            <p:nvPr/>
          </p:nvSpPr>
          <p:spPr>
            <a:xfrm>
              <a:off x="803570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0" name="Rectangle: Rounded Corners 889">
              <a:extLst>
                <a:ext uri="{FF2B5EF4-FFF2-40B4-BE49-F238E27FC236}">
                  <a16:creationId xmlns:a16="http://schemas.microsoft.com/office/drawing/2014/main" id="{C1FA0A94-C897-8E0C-55FF-E341C5F9BD08}"/>
                </a:ext>
              </a:extLst>
            </p:cNvPr>
            <p:cNvSpPr/>
            <p:nvPr/>
          </p:nvSpPr>
          <p:spPr>
            <a:xfrm>
              <a:off x="819499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Rectangle: Rounded Corners 890">
              <a:extLst>
                <a:ext uri="{FF2B5EF4-FFF2-40B4-BE49-F238E27FC236}">
                  <a16:creationId xmlns:a16="http://schemas.microsoft.com/office/drawing/2014/main" id="{D6CE2D38-E2E3-F743-7734-277F83C8FF88}"/>
                </a:ext>
              </a:extLst>
            </p:cNvPr>
            <p:cNvSpPr/>
            <p:nvPr/>
          </p:nvSpPr>
          <p:spPr>
            <a:xfrm>
              <a:off x="835428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2" name="Rectangle: Rounded Corners 891">
              <a:extLst>
                <a:ext uri="{FF2B5EF4-FFF2-40B4-BE49-F238E27FC236}">
                  <a16:creationId xmlns:a16="http://schemas.microsoft.com/office/drawing/2014/main" id="{59706A53-2297-024A-01ED-9824AFAF61FD}"/>
                </a:ext>
              </a:extLst>
            </p:cNvPr>
            <p:cNvSpPr/>
            <p:nvPr/>
          </p:nvSpPr>
          <p:spPr>
            <a:xfrm>
              <a:off x="851357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3" name="Rectangle: Rounded Corners 892">
              <a:extLst>
                <a:ext uri="{FF2B5EF4-FFF2-40B4-BE49-F238E27FC236}">
                  <a16:creationId xmlns:a16="http://schemas.microsoft.com/office/drawing/2014/main" id="{71BAAD42-D484-2289-14D9-5AFECDDE2F67}"/>
                </a:ext>
              </a:extLst>
            </p:cNvPr>
            <p:cNvSpPr/>
            <p:nvPr/>
          </p:nvSpPr>
          <p:spPr>
            <a:xfrm>
              <a:off x="86728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4" name="Rectangle: Rounded Corners 893">
              <a:extLst>
                <a:ext uri="{FF2B5EF4-FFF2-40B4-BE49-F238E27FC236}">
                  <a16:creationId xmlns:a16="http://schemas.microsoft.com/office/drawing/2014/main" id="{7D5E9618-56D7-2938-2E33-A27CF6E10657}"/>
                </a:ext>
              </a:extLst>
            </p:cNvPr>
            <p:cNvSpPr/>
            <p:nvPr/>
          </p:nvSpPr>
          <p:spPr>
            <a:xfrm>
              <a:off x="883216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5" name="Rectangle: Rounded Corners 894">
              <a:extLst>
                <a:ext uri="{FF2B5EF4-FFF2-40B4-BE49-F238E27FC236}">
                  <a16:creationId xmlns:a16="http://schemas.microsoft.com/office/drawing/2014/main" id="{B5E78D55-F0CF-3A19-6DFC-EDA61008B55A}"/>
                </a:ext>
              </a:extLst>
            </p:cNvPr>
            <p:cNvSpPr/>
            <p:nvPr/>
          </p:nvSpPr>
          <p:spPr>
            <a:xfrm>
              <a:off x="899145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6" name="Rectangle: Rounded Corners 895">
              <a:extLst>
                <a:ext uri="{FF2B5EF4-FFF2-40B4-BE49-F238E27FC236}">
                  <a16:creationId xmlns:a16="http://schemas.microsoft.com/office/drawing/2014/main" id="{84400441-01EF-DD57-C946-B7A5E11B16D2}"/>
                </a:ext>
              </a:extLst>
            </p:cNvPr>
            <p:cNvSpPr/>
            <p:nvPr/>
          </p:nvSpPr>
          <p:spPr>
            <a:xfrm>
              <a:off x="787640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7" name="Rectangle: Rounded Corners 896">
              <a:extLst>
                <a:ext uri="{FF2B5EF4-FFF2-40B4-BE49-F238E27FC236}">
                  <a16:creationId xmlns:a16="http://schemas.microsoft.com/office/drawing/2014/main" id="{48007CBA-2B38-954A-3EDB-C170BEEA40AC}"/>
                </a:ext>
              </a:extLst>
            </p:cNvPr>
            <p:cNvSpPr/>
            <p:nvPr/>
          </p:nvSpPr>
          <p:spPr>
            <a:xfrm>
              <a:off x="923417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8" name="Rectangle: Rounded Corners 897">
              <a:extLst>
                <a:ext uri="{FF2B5EF4-FFF2-40B4-BE49-F238E27FC236}">
                  <a16:creationId xmlns:a16="http://schemas.microsoft.com/office/drawing/2014/main" id="{09009FBB-510B-B6E3-07A7-F0794F818FE3}"/>
                </a:ext>
              </a:extLst>
            </p:cNvPr>
            <p:cNvSpPr/>
            <p:nvPr/>
          </p:nvSpPr>
          <p:spPr>
            <a:xfrm>
              <a:off x="931428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9" name="Rectangle: Rounded Corners 898">
              <a:extLst>
                <a:ext uri="{FF2B5EF4-FFF2-40B4-BE49-F238E27FC236}">
                  <a16:creationId xmlns:a16="http://schemas.microsoft.com/office/drawing/2014/main" id="{23A6931F-BAAD-EC01-E859-DD9DEFA84724}"/>
                </a:ext>
              </a:extLst>
            </p:cNvPr>
            <p:cNvSpPr/>
            <p:nvPr/>
          </p:nvSpPr>
          <p:spPr>
            <a:xfrm>
              <a:off x="947357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0" name="Rectangle: Rounded Corners 899">
              <a:extLst>
                <a:ext uri="{FF2B5EF4-FFF2-40B4-BE49-F238E27FC236}">
                  <a16:creationId xmlns:a16="http://schemas.microsoft.com/office/drawing/2014/main" id="{666F9926-9C65-2C43-7EB9-49846D1D89BF}"/>
                </a:ext>
              </a:extLst>
            </p:cNvPr>
            <p:cNvSpPr/>
            <p:nvPr/>
          </p:nvSpPr>
          <p:spPr>
            <a:xfrm>
              <a:off x="963286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1" name="Rectangle: Rounded Corners 900">
              <a:extLst>
                <a:ext uri="{FF2B5EF4-FFF2-40B4-BE49-F238E27FC236}">
                  <a16:creationId xmlns:a16="http://schemas.microsoft.com/office/drawing/2014/main" id="{B2651ECF-0900-C612-28B6-DB53C99C4CF8}"/>
                </a:ext>
              </a:extLst>
            </p:cNvPr>
            <p:cNvSpPr/>
            <p:nvPr/>
          </p:nvSpPr>
          <p:spPr>
            <a:xfrm>
              <a:off x="979215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2" name="Rectangle: Rounded Corners 901">
              <a:extLst>
                <a:ext uri="{FF2B5EF4-FFF2-40B4-BE49-F238E27FC236}">
                  <a16:creationId xmlns:a16="http://schemas.microsoft.com/office/drawing/2014/main" id="{E5F2FF9B-C3B3-0DFD-AD9A-98E9DA99BED7}"/>
                </a:ext>
              </a:extLst>
            </p:cNvPr>
            <p:cNvSpPr/>
            <p:nvPr/>
          </p:nvSpPr>
          <p:spPr>
            <a:xfrm>
              <a:off x="995144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Rectangle: Rounded Corners 902">
              <a:extLst>
                <a:ext uri="{FF2B5EF4-FFF2-40B4-BE49-F238E27FC236}">
                  <a16:creationId xmlns:a16="http://schemas.microsoft.com/office/drawing/2014/main" id="{9445556C-3760-C5C0-1DD9-542121C99ADA}"/>
                </a:ext>
              </a:extLst>
            </p:cNvPr>
            <p:cNvSpPr/>
            <p:nvPr/>
          </p:nvSpPr>
          <p:spPr>
            <a:xfrm>
              <a:off x="1011074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4" name="Rectangle: Rounded Corners 903">
              <a:extLst>
                <a:ext uri="{FF2B5EF4-FFF2-40B4-BE49-F238E27FC236}">
                  <a16:creationId xmlns:a16="http://schemas.microsoft.com/office/drawing/2014/main" id="{7D5A91B3-7837-7157-1CF8-0F8FA12D7AFA}"/>
                </a:ext>
              </a:extLst>
            </p:cNvPr>
            <p:cNvSpPr/>
            <p:nvPr/>
          </p:nvSpPr>
          <p:spPr>
            <a:xfrm>
              <a:off x="1027003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5" name="Rectangle: Rounded Corners 904">
              <a:extLst>
                <a:ext uri="{FF2B5EF4-FFF2-40B4-BE49-F238E27FC236}">
                  <a16:creationId xmlns:a16="http://schemas.microsoft.com/office/drawing/2014/main" id="{5A12F857-B0AD-AC81-4EFC-4381EBC43C83}"/>
                </a:ext>
              </a:extLst>
            </p:cNvPr>
            <p:cNvSpPr/>
            <p:nvPr/>
          </p:nvSpPr>
          <p:spPr>
            <a:xfrm>
              <a:off x="915498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6" name="Rectangle: Rounded Corners 905">
              <a:extLst>
                <a:ext uri="{FF2B5EF4-FFF2-40B4-BE49-F238E27FC236}">
                  <a16:creationId xmlns:a16="http://schemas.microsoft.com/office/drawing/2014/main" id="{FA281B3C-C42B-4508-2C6F-0A013552C854}"/>
                </a:ext>
              </a:extLst>
            </p:cNvPr>
            <p:cNvSpPr/>
            <p:nvPr/>
          </p:nvSpPr>
          <p:spPr>
            <a:xfrm>
              <a:off x="931428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7" name="Rectangle: Rounded Corners 906">
              <a:extLst>
                <a:ext uri="{FF2B5EF4-FFF2-40B4-BE49-F238E27FC236}">
                  <a16:creationId xmlns:a16="http://schemas.microsoft.com/office/drawing/2014/main" id="{2D6CDEF0-B005-51AE-A14B-C500C20AC396}"/>
                </a:ext>
              </a:extLst>
            </p:cNvPr>
            <p:cNvSpPr/>
            <p:nvPr/>
          </p:nvSpPr>
          <p:spPr>
            <a:xfrm>
              <a:off x="947357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8" name="Rectangle: Rounded Corners 907">
              <a:extLst>
                <a:ext uri="{FF2B5EF4-FFF2-40B4-BE49-F238E27FC236}">
                  <a16:creationId xmlns:a16="http://schemas.microsoft.com/office/drawing/2014/main" id="{BEC86009-C32B-41B9-E4D3-7043E24A10CC}"/>
                </a:ext>
              </a:extLst>
            </p:cNvPr>
            <p:cNvSpPr/>
            <p:nvPr/>
          </p:nvSpPr>
          <p:spPr>
            <a:xfrm>
              <a:off x="963286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9" name="Rectangle: Rounded Corners 908">
              <a:extLst>
                <a:ext uri="{FF2B5EF4-FFF2-40B4-BE49-F238E27FC236}">
                  <a16:creationId xmlns:a16="http://schemas.microsoft.com/office/drawing/2014/main" id="{2AF92AD8-19C5-DA2F-834F-F5F2AFAB882F}"/>
                </a:ext>
              </a:extLst>
            </p:cNvPr>
            <p:cNvSpPr/>
            <p:nvPr/>
          </p:nvSpPr>
          <p:spPr>
            <a:xfrm>
              <a:off x="979215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0" name="Rectangle: Rounded Corners 909">
              <a:extLst>
                <a:ext uri="{FF2B5EF4-FFF2-40B4-BE49-F238E27FC236}">
                  <a16:creationId xmlns:a16="http://schemas.microsoft.com/office/drawing/2014/main" id="{B2AAE078-E4D2-EA58-D279-CCEF5655F9CD}"/>
                </a:ext>
              </a:extLst>
            </p:cNvPr>
            <p:cNvSpPr/>
            <p:nvPr/>
          </p:nvSpPr>
          <p:spPr>
            <a:xfrm>
              <a:off x="995144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1" name="Rectangle: Rounded Corners 910">
              <a:extLst>
                <a:ext uri="{FF2B5EF4-FFF2-40B4-BE49-F238E27FC236}">
                  <a16:creationId xmlns:a16="http://schemas.microsoft.com/office/drawing/2014/main" id="{40D86133-095F-76B5-0069-C64BD8693B1C}"/>
                </a:ext>
              </a:extLst>
            </p:cNvPr>
            <p:cNvSpPr/>
            <p:nvPr/>
          </p:nvSpPr>
          <p:spPr>
            <a:xfrm>
              <a:off x="1011074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Rectangle: Rounded Corners 911">
              <a:extLst>
                <a:ext uri="{FF2B5EF4-FFF2-40B4-BE49-F238E27FC236}">
                  <a16:creationId xmlns:a16="http://schemas.microsoft.com/office/drawing/2014/main" id="{73582CD9-B975-75EF-60AB-8815B4220BF4}"/>
                </a:ext>
              </a:extLst>
            </p:cNvPr>
            <p:cNvSpPr/>
            <p:nvPr/>
          </p:nvSpPr>
          <p:spPr>
            <a:xfrm>
              <a:off x="1027003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3" name="Rectangle: Rounded Corners 912">
              <a:extLst>
                <a:ext uri="{FF2B5EF4-FFF2-40B4-BE49-F238E27FC236}">
                  <a16:creationId xmlns:a16="http://schemas.microsoft.com/office/drawing/2014/main" id="{96868652-F8F0-A504-941A-1DF6A9167407}"/>
                </a:ext>
              </a:extLst>
            </p:cNvPr>
            <p:cNvSpPr/>
            <p:nvPr/>
          </p:nvSpPr>
          <p:spPr>
            <a:xfrm>
              <a:off x="915498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Rectangle: Rounded Corners 913">
              <a:extLst>
                <a:ext uri="{FF2B5EF4-FFF2-40B4-BE49-F238E27FC236}">
                  <a16:creationId xmlns:a16="http://schemas.microsoft.com/office/drawing/2014/main" id="{5398D9A4-D5E3-C3F6-2FA3-373A90FCE11C}"/>
                </a:ext>
              </a:extLst>
            </p:cNvPr>
            <p:cNvSpPr/>
            <p:nvPr/>
          </p:nvSpPr>
          <p:spPr>
            <a:xfrm>
              <a:off x="10512751" y="7226811"/>
              <a:ext cx="1195152" cy="841436"/>
            </a:xfrm>
            <a:prstGeom prst="roundRect">
              <a:avLst>
                <a:gd name="adj" fmla="val 7384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5" name="Rectangle: Rounded Corners 914">
              <a:extLst>
                <a:ext uri="{FF2B5EF4-FFF2-40B4-BE49-F238E27FC236}">
                  <a16:creationId xmlns:a16="http://schemas.microsoft.com/office/drawing/2014/main" id="{1424C073-D15D-941F-7603-52EA1B2BB778}"/>
                </a:ext>
              </a:extLst>
            </p:cNvPr>
            <p:cNvSpPr/>
            <p:nvPr/>
          </p:nvSpPr>
          <p:spPr>
            <a:xfrm>
              <a:off x="10592860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6" name="Rectangle: Rounded Corners 915">
              <a:extLst>
                <a:ext uri="{FF2B5EF4-FFF2-40B4-BE49-F238E27FC236}">
                  <a16:creationId xmlns:a16="http://schemas.microsoft.com/office/drawing/2014/main" id="{89B47A3F-2408-3E91-FCBA-4DD6647F29E0}"/>
                </a:ext>
              </a:extLst>
            </p:cNvPr>
            <p:cNvSpPr/>
            <p:nvPr/>
          </p:nvSpPr>
          <p:spPr>
            <a:xfrm>
              <a:off x="10752152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Rectangle: Rounded Corners 916">
              <a:extLst>
                <a:ext uri="{FF2B5EF4-FFF2-40B4-BE49-F238E27FC236}">
                  <a16:creationId xmlns:a16="http://schemas.microsoft.com/office/drawing/2014/main" id="{54DC0796-29FD-6545-0A10-38F2203D8A76}"/>
                </a:ext>
              </a:extLst>
            </p:cNvPr>
            <p:cNvSpPr/>
            <p:nvPr/>
          </p:nvSpPr>
          <p:spPr>
            <a:xfrm>
              <a:off x="10911444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Rectangle: Rounded Corners 917">
              <a:extLst>
                <a:ext uri="{FF2B5EF4-FFF2-40B4-BE49-F238E27FC236}">
                  <a16:creationId xmlns:a16="http://schemas.microsoft.com/office/drawing/2014/main" id="{8B7E8325-3B15-041F-262A-E43E4D74ED9C}"/>
                </a:ext>
              </a:extLst>
            </p:cNvPr>
            <p:cNvSpPr/>
            <p:nvPr/>
          </p:nvSpPr>
          <p:spPr>
            <a:xfrm>
              <a:off x="11070736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Rectangle: Rounded Corners 918">
              <a:extLst>
                <a:ext uri="{FF2B5EF4-FFF2-40B4-BE49-F238E27FC236}">
                  <a16:creationId xmlns:a16="http://schemas.microsoft.com/office/drawing/2014/main" id="{43CC34A9-300D-0CE3-C5AB-81E036B5E834}"/>
                </a:ext>
              </a:extLst>
            </p:cNvPr>
            <p:cNvSpPr/>
            <p:nvPr/>
          </p:nvSpPr>
          <p:spPr>
            <a:xfrm>
              <a:off x="1123002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Rectangle: Rounded Corners 919">
              <a:extLst>
                <a:ext uri="{FF2B5EF4-FFF2-40B4-BE49-F238E27FC236}">
                  <a16:creationId xmlns:a16="http://schemas.microsoft.com/office/drawing/2014/main" id="{5FC9CC7B-DCE0-958D-910C-BE7B5C502FD6}"/>
                </a:ext>
              </a:extLst>
            </p:cNvPr>
            <p:cNvSpPr/>
            <p:nvPr/>
          </p:nvSpPr>
          <p:spPr>
            <a:xfrm>
              <a:off x="11389321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Rectangle: Rounded Corners 920">
              <a:extLst>
                <a:ext uri="{FF2B5EF4-FFF2-40B4-BE49-F238E27FC236}">
                  <a16:creationId xmlns:a16="http://schemas.microsoft.com/office/drawing/2014/main" id="{51418055-7124-77CB-EEDB-93197E31F9E5}"/>
                </a:ext>
              </a:extLst>
            </p:cNvPr>
            <p:cNvSpPr/>
            <p:nvPr/>
          </p:nvSpPr>
          <p:spPr>
            <a:xfrm>
              <a:off x="11548613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Rectangle: Rounded Corners 921">
              <a:extLst>
                <a:ext uri="{FF2B5EF4-FFF2-40B4-BE49-F238E27FC236}">
                  <a16:creationId xmlns:a16="http://schemas.microsoft.com/office/drawing/2014/main" id="{64D610C2-C4C9-84B9-108D-51DC93626296}"/>
                </a:ext>
              </a:extLst>
            </p:cNvPr>
            <p:cNvSpPr/>
            <p:nvPr/>
          </p:nvSpPr>
          <p:spPr>
            <a:xfrm>
              <a:off x="10433568" y="7084108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Rectangle: Rounded Corners 922">
              <a:extLst>
                <a:ext uri="{FF2B5EF4-FFF2-40B4-BE49-F238E27FC236}">
                  <a16:creationId xmlns:a16="http://schemas.microsoft.com/office/drawing/2014/main" id="{D16747F8-5930-9596-1B13-629688311775}"/>
                </a:ext>
              </a:extLst>
            </p:cNvPr>
            <p:cNvSpPr/>
            <p:nvPr/>
          </p:nvSpPr>
          <p:spPr>
            <a:xfrm>
              <a:off x="10592861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Rectangle: Rounded Corners 923">
              <a:extLst>
                <a:ext uri="{FF2B5EF4-FFF2-40B4-BE49-F238E27FC236}">
                  <a16:creationId xmlns:a16="http://schemas.microsoft.com/office/drawing/2014/main" id="{B7BA3B8E-9A25-C3BF-765D-53FA8E75EE6D}"/>
                </a:ext>
              </a:extLst>
            </p:cNvPr>
            <p:cNvSpPr/>
            <p:nvPr/>
          </p:nvSpPr>
          <p:spPr>
            <a:xfrm>
              <a:off x="10752153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" name="Rectangle: Rounded Corners 924">
              <a:extLst>
                <a:ext uri="{FF2B5EF4-FFF2-40B4-BE49-F238E27FC236}">
                  <a16:creationId xmlns:a16="http://schemas.microsoft.com/office/drawing/2014/main" id="{CA79F871-CE5D-1D2E-3ABA-FB0285F07AF9}"/>
                </a:ext>
              </a:extLst>
            </p:cNvPr>
            <p:cNvSpPr/>
            <p:nvPr/>
          </p:nvSpPr>
          <p:spPr>
            <a:xfrm>
              <a:off x="10911445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" name="Rectangle: Rounded Corners 925">
              <a:extLst>
                <a:ext uri="{FF2B5EF4-FFF2-40B4-BE49-F238E27FC236}">
                  <a16:creationId xmlns:a16="http://schemas.microsoft.com/office/drawing/2014/main" id="{77BF06E4-64B0-7966-CC78-12CA69D3096A}"/>
                </a:ext>
              </a:extLst>
            </p:cNvPr>
            <p:cNvSpPr/>
            <p:nvPr/>
          </p:nvSpPr>
          <p:spPr>
            <a:xfrm>
              <a:off x="11070737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" name="Rectangle: Rounded Corners 926">
              <a:extLst>
                <a:ext uri="{FF2B5EF4-FFF2-40B4-BE49-F238E27FC236}">
                  <a16:creationId xmlns:a16="http://schemas.microsoft.com/office/drawing/2014/main" id="{1F4034BB-709F-0D32-60E2-BAE9F13D8BCC}"/>
                </a:ext>
              </a:extLst>
            </p:cNvPr>
            <p:cNvSpPr/>
            <p:nvPr/>
          </p:nvSpPr>
          <p:spPr>
            <a:xfrm>
              <a:off x="1123002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" name="Rectangle: Rounded Corners 927">
              <a:extLst>
                <a:ext uri="{FF2B5EF4-FFF2-40B4-BE49-F238E27FC236}">
                  <a16:creationId xmlns:a16="http://schemas.microsoft.com/office/drawing/2014/main" id="{2A306209-B1F7-90DF-6B4D-7405585C27A3}"/>
                </a:ext>
              </a:extLst>
            </p:cNvPr>
            <p:cNvSpPr/>
            <p:nvPr/>
          </p:nvSpPr>
          <p:spPr>
            <a:xfrm>
              <a:off x="11389322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9" name="Rectangle: Rounded Corners 928">
              <a:extLst>
                <a:ext uri="{FF2B5EF4-FFF2-40B4-BE49-F238E27FC236}">
                  <a16:creationId xmlns:a16="http://schemas.microsoft.com/office/drawing/2014/main" id="{3E7BDC9C-1627-FAC6-BD7E-46A2F9FCFC4D}"/>
                </a:ext>
              </a:extLst>
            </p:cNvPr>
            <p:cNvSpPr/>
            <p:nvPr/>
          </p:nvSpPr>
          <p:spPr>
            <a:xfrm>
              <a:off x="11548614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0" name="Rectangle: Rounded Corners 929">
              <a:extLst>
                <a:ext uri="{FF2B5EF4-FFF2-40B4-BE49-F238E27FC236}">
                  <a16:creationId xmlns:a16="http://schemas.microsoft.com/office/drawing/2014/main" id="{6D074502-EED8-BE9D-7130-22DC0799CD4E}"/>
                </a:ext>
              </a:extLst>
            </p:cNvPr>
            <p:cNvSpPr/>
            <p:nvPr/>
          </p:nvSpPr>
          <p:spPr>
            <a:xfrm>
              <a:off x="10433569" y="8099571"/>
              <a:ext cx="78749" cy="111379"/>
            </a:xfrm>
            <a:prstGeom prst="roundRect">
              <a:avLst>
                <a:gd name="adj" fmla="val 28269"/>
              </a:avLst>
            </a:prstGeom>
            <a:solidFill>
              <a:srgbClr val="FFFF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711782D8-04AD-CDF8-EB60-5FC08B69487A}"/>
              </a:ext>
            </a:extLst>
          </p:cNvPr>
          <p:cNvGrpSpPr/>
          <p:nvPr/>
        </p:nvGrpSpPr>
        <p:grpSpPr>
          <a:xfrm>
            <a:off x="-145597" y="82077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AD6B5C27-8516-F1AD-51B0-C6934879E25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3C0C227F-894F-64A0-76FB-C5302B7976D3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B7C43B47-D936-D3DA-D277-9C597696CF6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37A2A48E-824B-5A7E-80D4-1E194EEB071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AF0BC81A-4CC9-9849-B7EA-5D0453B6707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D5B96A6B-ADC0-100C-60AE-E9B920B0EAB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60771701-4999-2128-FF5D-609158324D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60C41A0F-59F2-33CB-B3F5-41ADA3D471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39E7F7FE-B270-29F9-9006-B07460A6A1D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4F9E08BE-F17C-7FE7-6F23-29FFFD4D483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CA852AC7-1402-AEDA-AD50-1580C3429CA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F3520C31-C126-98D0-B5EB-8BF97000A34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2E94FD9A-4F9A-C6CF-0072-72243172B19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E044E8F8-AA83-FAC6-7D5F-09B30BA88ED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72CD78AD-D1C1-4B33-6A8F-A9273F71C6F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32168821-6513-0C49-DF5C-2739A71C124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C9889369-CEB4-C4E8-EA4A-F05B8F5BE1B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F26B3D53-0DDD-3BA7-D37E-E63D7006B4E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2171AE5E-97A2-C9A0-1E6A-AAA6D12E07C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3E8A1531-9A51-F629-2B93-5F847F9350B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74D2737C-DF73-6A73-5325-7E34B5E573F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3EC3864B-1CCD-118A-5F7B-335D919EFF98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364645CB-2FCE-1F5D-0C6E-69DB1E28604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A950D14A-2EF1-9DDD-9F7B-A5B51771D79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0E8138FD-1891-28FE-1D1C-39E14D1EC9A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B3351C5C-F95C-52EE-E039-4863A43DB60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A5E7B67C-9959-675F-D0B0-69076D26F9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B31FB72C-AC77-8F2F-36E9-897D0B4445C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6E1E2497-5212-DE0F-1696-E2B9D8D087F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27ECAC14-EC19-528F-0D73-46F69B5E17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76B1D9D0-E749-A524-BEAD-7915B6F1251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E02777A6-DB72-D5F8-7451-5A4EEF79336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F6FBF416-EA2B-C98B-D755-E65F9D0DBFB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89A245DC-DA1A-F364-2A40-A653EC8775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5781603B-9016-DF28-2A73-450BD7A325D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96A39E5D-3651-5E03-56C2-EB128E7644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8D0BD22B-68FF-2ADC-0257-8ACEB85C3A0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CD4B361E-7F5F-A69A-B11D-4EC795B787E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9403E86F-17A1-DBC8-058B-F36E6B868A1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2C4C4CCF-0B67-2E12-BD00-0661FA9755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E654DFB5-F1CF-0F35-D316-330F4DA3E40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D84AF747-A1B2-DC4A-917F-52A42E7C0908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7CCC6B8C-8A42-2F28-51FF-7B0654F9B53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6A3B8A92-316E-CC4A-4278-485887E64CF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ABA37876-A14B-ACE9-B923-3B4280AF46B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47EAAC6E-D303-D063-33B9-3269FB73E7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7B73BDB9-E416-FEB5-1C61-E8846C3853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E30D6E5E-14B7-D715-AA0E-B2FAF0FFA17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F063507A-041F-3793-2F40-E2213C1149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DA3C086E-1E2A-8DB2-7C07-A74FFDDF62D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EF890978-6442-5092-5960-7A55EE323C7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0637EB21-22D5-848D-928F-91A629A936C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64C5CD97-B418-B843-D7BF-DC416AEC32B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D91FA899-048E-9269-EFE6-B59EF68B3C4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BC89489A-8AF9-93D3-D27D-DF270C620D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2BA4AF2D-39EB-9DF0-9D75-6B3499E9EC1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322840D3-A4DC-7685-9403-29F843294FB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3832DB4E-39FC-8C70-2451-FABDF2B61C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06F85301-9E4B-6149-AC7D-FBAE43845ED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1D38F421-9710-BAB2-8C90-568C4B850B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9D29D3FD-EF0A-9F1A-86A7-9B7D4657A15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DE800183-A1B3-4EAE-5F2E-7A908E99FE3B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E1869C21-F7FB-EC1F-BD0D-C8BAA63BA1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7FA7427B-990A-3076-91A9-D339C9D9689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D6BD15CE-60E9-731B-0D93-63CF0B8509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0953EFE0-DAF6-4E48-EEEC-DA7788F145B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6283A4F5-C0C5-26E9-7D90-365ABFAD9D3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00194E01-92C1-043D-E134-5B09DB5D79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A8CC1BF9-4F84-3339-7EED-184E414F723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02BB6A1E-258E-B43D-27C4-70315DF9A3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033070D4-9D01-7438-C078-134C14724A7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A8477E19-CD6F-2910-0AFA-FE0AABB19B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68422BD5-86D8-E531-B913-7BF310C4527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A7E87339-A26A-1078-1F40-B1ED7AC3EFA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86A0926B-27E3-3ECC-7AFA-C71EDB70D3C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73435C6E-0CCB-3B85-5BD7-2249E684DD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217E5B94-2059-6488-FD3C-39B9C465837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7E55A6ED-250C-6830-715A-19006DA72E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D0132246-0A8F-D2D2-6A33-C2A80E489CA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7803C4DB-C0C0-E386-EA5A-8C97E513F4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AB2D1D44-9D41-9B06-315E-DE5F17801B1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A2694F68-C3AD-FE1C-DD39-7A860139DFFD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3EE7A137-4C85-5B0C-0D82-31616C10C96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06F1342C-B9EE-54BD-D1DE-59A0E21713E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C0F3DA94-A224-57F4-6F44-EED0E072C25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693E54E0-E804-EC5B-F500-2D0B29DA616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3FA9B0DA-0733-B5CC-4058-D94DE18750B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2CEF64A3-0DC6-FA83-9DFB-2EB2D58E509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E16A0B3E-D129-29ED-2B5E-721464186CF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151CE346-8A36-0A8D-208B-7EF14A1E3BF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B1F5F1F9-24B3-E6DB-C6C2-644FE4FE4C9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29839080-E4F0-72E1-2282-804D75D0DA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EE855A69-F873-F892-BDAE-A1EF1D6392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8461077A-0AA9-52F4-9A79-10CF10E1C48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FE4EB907-1558-A94D-CBE1-33231A8E55E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ED642CF2-2DA5-26E6-D827-9A8116A0F7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8A93E58D-DC56-54B0-3044-99087E43460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068687D2-F589-63D7-83D8-01E0403E550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24D4865C-74FB-5390-9113-D3F0235200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3782CDA3-245D-C16A-A59A-E976ADE7C3D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733E3A37-5E1F-1CBB-4624-52638DC0FE6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1B5F4C99-AF43-EE5F-6E16-95DCD03B3DD7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270752CE-07ED-2B3A-9EF7-663DA7FBBF5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D87F47EE-D1BB-F244-D4D6-19805052556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832987C5-923C-4DA6-C864-1664329413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B5CE7432-BA16-E8D3-8ECB-1FD5C0F8DB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0638D398-8F46-8508-27F7-4CD0DB6A321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4E24D677-C1C8-5EEB-65FB-F8F407FD9A9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32EE8A53-1643-3ED2-5B84-75FCCDB5C86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F8E60F80-2238-137F-0C1E-698D734FBF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9F67B4D8-8D8C-5B7E-AF6C-ADD4BB422D7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B33F16FC-8C21-B60F-A51C-8485FDF945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E2571B78-BD7D-6154-0337-8B0837BE596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D852AC51-4A4D-6B60-872A-950877B71F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5E6648D0-27F6-2AC8-20AB-34312A706BC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11607B59-5DF0-705C-D5F5-D60EFA26F41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8D1FDD01-782F-A5E4-4926-D35C7C33E6B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33975660-DA98-F165-1202-7ACE5AF258B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C491182F-B711-D195-12A5-022E4EA35B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B87D40D9-B6E7-E8DF-0236-65F77E5727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895A8550-5EB1-8BC9-F345-567BF97A2F0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E1606D15-B463-027A-8BC1-E1054D389335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D13F65B6-1B88-C72A-C627-26684035AA5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D0FE4A29-F096-93EB-F0C9-873201D9B2B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FB67F3F9-8C17-C6B0-F664-27855A44BE2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8B2140F9-BDA6-DE13-5B01-E1B1CB45D5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2EF21E07-69A4-725E-5A18-69AA46FE14A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954F5735-EF67-2116-B7D9-F31110894EC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1CD7830B-9799-0C28-DEE8-592F6A1996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E4B978E6-F32C-2999-921A-3AFADEED0AB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95E5E028-3A0F-AED6-41C1-D99B65713A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680C8381-7690-9D10-7668-29C7B41AFE3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FE149C53-2297-A3A2-9386-ADF28973782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22CFDAEB-EB5C-7ABF-D0E3-2FE30976766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8D61E00A-7455-1E3B-03CD-E8E88496F00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5B0F6D95-2C52-58D7-B210-28E44BF853E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B94B241F-87CF-A2CF-E104-CCED9F0635E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F66F28CB-60E9-D12D-FFC1-8FA4B74AD48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2E05E91D-579D-66C2-827C-E0EBCB5E3F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34C73B01-781C-489D-6828-43733310B0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B87F3D2E-8E0D-5C67-3667-CF40824EB96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AAB2E34E-785C-D297-79E9-F1044CD4D73F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E558A5A3-3262-73E3-BF71-FF27DA7AE43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A3473937-B9E4-AD82-A589-4EA06FEF559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450AAFC9-AFCE-996D-6566-66B43D113BF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71B97ABC-ACF2-FABD-37EF-42F00E0989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F40B363E-681A-F5AB-2D4E-43D0A12AA9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DA88EA0A-4F9D-DC82-B095-B3FB366095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8B41D014-C3CB-991C-577E-24A348ADE74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8B39BF28-CEB2-2A83-AD76-AB2222D6A54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A9D8780C-E050-BF39-5401-ECA1886E20B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3FC51402-EC1B-F6F6-070A-819C292BB9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C3251C8B-8C64-5229-FE6E-3BA2C6E4E1C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70172AB3-8F0F-FBBC-7235-49A6CAB00B8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7BD8AA9A-DB77-2571-AC1D-05728C2F49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6A4626B7-C36E-98B3-E322-A9C4F12EF3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6C29D3B0-625F-B627-89F9-289DE69854B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7309D036-10EB-1281-742F-BD516C50F4D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D690BAD0-C988-58AA-F681-41D0A6AF6ED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4D39F400-4195-DD58-0222-6F3F195564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78221557-0767-7D0D-8C24-15537967326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93121C8F-9EFB-7AEB-8A74-C61AA7D73C2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DE9813A7-501F-F40F-483A-25D24241E5E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C679F947-D379-75A8-EC3F-4F635F97194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29F471B9-57A4-A7C4-ABEC-1CA3CE1412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B7E3A2E1-076F-F9BA-381C-B2D35A359A2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1C9CCCAF-D871-FFD3-9956-ADA09B8A65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5E47CB38-8EE2-6F87-C50F-339874B8ECE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D0D04261-874A-3135-0D79-6555BF5B97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23068AB7-058A-EC41-4848-911CA006D42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0DC78D72-522E-F258-6EEB-D19EFF8D6F6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462F82CB-CCF2-6011-BA60-A753DA18C3D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BA6204BC-CCEA-DC2C-A245-8ABF9043450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7B5D2500-E495-DEFA-730F-F36F4946A87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3023FA01-8FC8-C554-1448-34635BE4404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9EA22D1A-C543-E7E4-07E5-EB03BAB0DB2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7E48E088-2B27-C01E-6EBB-8EE9047DEA0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78B4A9EA-3B1F-D428-49A7-F304D79FFB4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CA24BD05-8D51-FDCE-CDB0-81D8542271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B542C6D5-6C75-AEEA-D3C5-629B3DD2414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4C8F3856-A319-01D6-AD75-068492BBAEF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E03E65EF-340B-AAC5-91C6-2452B108BB8F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760D3E29-2A03-07B7-5EBB-12E23F7CB57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2668A41A-C4A0-6BED-323B-92F54AF7C7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E4FF973B-F596-D226-1B8A-136FBA07CF6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ED6B5486-5BAF-623F-4796-B724E3F570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EEB023EB-F073-52AE-5D04-54793271D50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64BF545F-B67D-1DF5-0A0B-DE94DB8A220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30759C22-DC42-5B98-D804-7CA9CD260D5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0575BA19-1A79-9EF9-1DB8-85B8B2F35B9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C7D6066C-59C8-C98F-EE02-10CA21343B9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79BC3D08-7EFB-A9DE-7BAB-A846F8C5FD8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08726825-F50F-DB80-D497-52A4AC31989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C034C726-494B-56EE-61D3-3E766C99F00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FA89F88A-E5DE-3BB8-21D0-3F5501B170B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A7B0ED83-9865-A1A6-9749-F8D5BB06800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DD16F3A3-B1F7-5C4A-1F0D-28B088D76B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2AA6A1AC-007D-115F-5BB9-0B4B390AC18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8BF46D89-4913-E6E6-F212-8582BC1CF37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29C2A2F5-D9A6-75BF-58DD-9909A78FF69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0B2F5B12-9943-611E-740A-BD630641676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22E9A2D4-61E0-BC00-39BF-BCE4821AA442}"/>
              </a:ext>
            </a:extLst>
          </p:cNvPr>
          <p:cNvGrpSpPr/>
          <p:nvPr/>
        </p:nvGrpSpPr>
        <p:grpSpPr>
          <a:xfrm>
            <a:off x="-212272" y="744577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049C09DD-7AAA-068E-7C44-DD4B841F53F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087D199E-F5DA-4754-9205-5599E08FAFD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31FD84FC-B96B-CB71-2671-3F4DE770E8B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9FF90830-5777-E23D-9302-57E201B1885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D2A7BF54-B9C1-9019-4813-5BA86F152AC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49CE6D3D-3497-8AD9-7FFD-56788C12A30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017071D7-37DC-FA19-3F40-5265E5CFC9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80CCD70C-4E6B-85CD-66F8-B2755B6F54E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FCBC24D9-AC97-3F7F-70A1-10E13E519D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FECEC32A-7E8A-38D4-912D-9F22859B396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D15B3E92-286B-D4AA-FA37-E97B2895042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19E3AC93-9B63-0DF1-857F-7EF57544248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453D6958-23EE-8CF6-7BCD-04010881A89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64E4E0E8-D32F-1C35-6DD2-D1ED7B4EEED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17EF9298-CFE2-3114-2553-7D24CBCE550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202FDA43-D6B6-D5A4-7901-1C6DA9B7DF9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B1878541-EA77-52AE-196D-56A2A4C0463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4A26E14B-A103-F939-B9D1-6CF7A1323B5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481E690B-75A9-0114-C959-732664CBA7C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D413B2D1-A8C4-C8A5-E559-C9F80B552B3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406E063F-1EF9-54A1-E66B-E0CCFF68956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706E1B26-16F7-2DDC-5034-F2ED49BF4B22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A0619DDB-51B0-4B46-87FC-2F323E34FCE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B1A39D02-E1FE-0788-8ED2-9FF7E2421A1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F1C607AC-0147-E295-EB18-EC5F7D58A71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95D6A4FB-BE73-F5EE-33ED-C99B2C6A9FE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90D405D1-A27E-6E89-AD2E-B089A36993E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FB9BE247-A8F8-52AE-1DB6-7729FA0E747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F2CD4C44-0D13-FC90-E708-72FA6C2168C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EF20BEA0-8B9B-925A-2E1B-9A2145B1B70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639A5C45-ED97-D6A2-7F2F-8542B586850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EFA9B380-8293-9EC0-DF2A-ECDE202F452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8A388055-6A03-0345-F932-9FBB42D0432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E18B1FBE-B674-32C2-237B-4831E1BFA9E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60172087-51E1-6C46-840B-4DE3BD6071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DADCEEC7-8AF4-C4F6-994D-731D7B7D475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45C9EE1E-B2C3-CB4F-5CD5-2FA0897EEB3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0B417A24-E8E9-081C-6315-274E39F7F93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1CC64CBC-9FDB-21AE-3986-E71849E7C47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2A19A600-FF54-1680-3EF4-1A3AFE42F17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E4E020D4-84C2-2D32-6F46-2B5FDF070D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423660B5-CB3A-4BCF-9848-3F5AC74F5D6A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A38F856D-8797-D84C-8FAA-1F049B003FA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16591F98-8BDB-3463-A22B-0BE7F5398F8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2C69B235-ED92-5D63-3C9E-AC77EB3D4B5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A8675953-6714-1B9A-E08A-835C892416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97CD03BD-5491-B889-08D1-790D84B5F32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C8EA12A8-8B9E-6F9C-FF5B-318E0F6A89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DFC35744-3000-EF43-4ECF-6A9C92F68B3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DD943B6C-3A51-3DB6-EDB4-78C50BADB9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68E8C4B6-ECB9-5598-3420-C963FAB00E1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783320ED-EA92-4DE7-9656-8883F709A1C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1307E8E6-787A-5946-4B13-29D94655B69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DC113072-F58B-6AE6-AC5F-20953599943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E590EA8F-E250-C3D5-E547-2E5B24B9678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31B6B572-3513-CEE7-DDA5-DDC0BF0EA25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E1C37DAA-8F49-FBB0-303E-09058FF9BB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29B840BA-B8D7-ABFC-1258-FAA98BE393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01EC60DC-C434-8B62-B5B9-4A6BF4848F1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A3905950-DDB0-FABD-41B6-7191586166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78AA8B84-E3B2-5274-AB70-73AE5722F1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52C237E3-ED74-F833-95FE-33797745939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10FF693B-9FF5-2484-0DCA-5BC4D282402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3209ABDA-DF16-CEB8-0881-5693F845A39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214E6008-EFD9-B5DC-AC0D-BC97C5404F4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40B23A51-8DCE-3B73-8D0E-FA9F699D4E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EA39AD16-7CF7-90B4-1757-E14E8CAFB30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F16FC83F-BFD9-21BE-71C9-24780C0695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737FD135-B5F2-8717-8633-EC93B9424E1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A428E844-230C-5348-6F90-E813AFAA95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1F439A2C-EAAC-BFED-2C50-11B3C4C3D23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4EC1F9C8-1E07-CBC6-5CB7-ADD598CEB6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CD75AB0E-8BA1-E648-A7FE-CF79A85B208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55A670F6-DFF8-4DC7-648D-A2DBAB0B08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E6881FC2-A134-858B-6270-DBC59BBE4E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CDCF3E9B-A535-2529-5461-E7A7FE042EF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EDBB92FD-6EFA-5603-F192-03C877B341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F67117D5-C9B0-A52A-C117-EDB289A0C3F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1A8BE269-8CDF-2961-68EC-19442D74284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193003B9-0CFD-3565-4425-D5FEAACE8C3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1C22D614-A0D5-C242-8CEB-D1182B55D9A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FFA9EAAF-6065-F43E-FC02-E9A06E9DE24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A12C4083-F7B7-4CB6-588A-DF480C8135B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9CBD66A4-A004-3122-4F16-AD94234082F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EDD2EA04-C634-00E4-0980-E66BECC2223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89E0EFE1-C359-5909-8E73-25D22BEF2AB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DD46C0D2-4938-5F0D-D454-0D722C8E24A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61E7B933-A2B3-02B1-75BC-16AA099363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2ADA4660-D37F-9487-22B6-11F7220CC74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5FE4DFA5-E4C6-37C8-7A45-8F285F063B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942C1F2A-0D67-F102-490E-05D78DDC3A0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2E2338F6-B725-D432-8D39-C38CADB5D9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1566A81D-9851-2F93-E0CA-DB56A6A05C0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317F98F8-D958-D1F7-C33F-ED4ECC2750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CEC63811-D12F-A665-F266-50F70FA1607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60D56215-64D3-BBF5-5282-7D7234B08E8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7D6EB2B5-1B41-574E-6F24-430ECC1F6E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78629204-5F5B-CF25-9E9F-01D80C0FD9A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26EE0F9C-5973-E09F-8996-28D71608E5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BE40F572-D6FA-A194-FF30-CA74F353CD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261D100E-6F4E-0BCC-8638-F44846E1860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36CF440E-B552-F736-8312-09B9E679BEBF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BB4E3DB3-BA46-7A28-DD55-002A1E448AB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08A0E58E-9C84-0FE7-E503-DF040C2454C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799AE73F-D9C4-CBD0-C555-0E6AE7A1743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8838FB14-2E05-900F-1E1A-842F7D2217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EFC88D66-C692-C738-97DB-6280C053248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B56783CB-7DDA-63A2-B878-0C12F9C95FB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91EE7999-E98B-3B80-2734-7D25D792AF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54D30EFA-EF83-D1D4-7F2F-AE155531B2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2F9B65A2-31D6-094B-1493-09C86E6C60B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EA29FFE3-6368-E350-6658-63FDEA178D9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978C3114-D5CC-893B-DE28-77730F115A7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0D0442FC-051B-6F7C-CB41-73B395DCAB7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856805AA-0399-9AD6-066C-B6C3B6EE63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61B633AE-8589-67AD-9F56-9FF794BEEE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A4B84735-35BB-6800-1009-0D39FB4E2F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0781536E-B9DA-D308-D619-1E99BD340D0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F2AB3167-C855-89ED-85F1-2050E64665E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5BBB1FC5-355B-7653-0763-88EDA340378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BD7032EB-7E05-297B-F68F-6ADA985CC7A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DE5E7CC4-F432-A35F-F8BE-B477A97C787E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2C37A85F-B621-2A64-F132-3ED08F34199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34E35279-934E-9DAA-F6E0-362B859139C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39CEBE0C-67B4-5498-518E-C49392CFFCC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1E0FAA33-F410-9719-B674-1FE42CAEA6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6C35237E-3F01-2A31-9061-FF39543FF44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784AC0EB-0D0F-F265-1F80-B4702B0FAA0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C571E0D7-E620-7A8C-3382-53546F0E11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B24E1220-F13C-394F-C395-06C93DC5A0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19122CC7-D005-8031-8530-DD0EB1ADDBB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9780650A-AED5-7714-8379-FE4C66186E5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D619F809-C939-4CFF-8693-D5DCAF47F35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81744277-91E8-98D0-5363-DB007347C98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F9DB5AB1-E3A4-B91A-537D-1461593C5E0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E21F9347-37B4-1ECF-DFC7-09E97850204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01B89283-AEF9-8376-C83F-AF6B9207FF3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77A2D00E-89ED-D437-85A8-81C1E458DD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F0D18455-F76C-1027-6754-6A32D98C0F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85BEA310-AB4A-0714-4F2C-7020C686355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B3DDD9B9-627B-9C1B-CC7C-C0A88FEFD24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A33FD84D-9DB3-A4C0-5E6B-F65FA0F05AF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FD91ED95-1B6F-87BA-33E6-C209AC68E5C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7604F90D-39B7-AB75-3064-F9C3C5CC9F3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4F45DA18-AA92-4999-928F-7897AA7854B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D0FB89F9-238E-17F0-7B8B-5141E4EACD3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0B189CBE-5F55-7946-665E-814A50F32CD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250AA60F-8BA0-19B2-EA5F-2B906144A65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35923AB6-3975-8D63-9C20-A90C6AEEAFE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E891012B-8E88-B502-31C8-AE578761114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5234F78B-2ABE-2443-BFFE-C990969A49E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61AE0287-A47D-708F-8B07-4C5F3E637FD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A5AFCBF1-3D39-02B6-3AC1-33A9351A5BD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F672554C-90FD-618D-9851-4D45332D1FC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87F27279-EA3D-826A-FBAA-C6DE17ADF5B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962F6420-A34C-567F-77ED-7BC4B17B1E9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E41D5D03-3719-EA73-DDB2-6A0DA9EC0F8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B4D27EA9-7D1A-69FC-4902-122ED41F5B5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27F4986C-BF4B-4551-1819-C5780218DD4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ED55A9B5-B060-2240-5D5E-6963A3761CB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55CCA610-77AA-6085-90DE-1A9518C105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EE4FA1A2-8F8A-1B36-90F8-9ED7EEA6D609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42D883CC-0BD0-3ED4-9CB2-71091CC7D1E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1994F11F-B730-1DD0-E5DE-02B2867ACF7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AE624CD6-71F1-9B93-E6C5-6F26A4741C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C17073B1-CED5-B4EB-F8AB-B1427BB101C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584C2598-89D8-2B6E-A1EA-BC2BC427F0D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D111A6C7-D53E-6055-60E3-BEDD51C328B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321E9E41-CFA1-4F5B-A9A0-184B274B82F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4DA04366-B707-5839-B50C-43C1559A77C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E7CE26C8-9CCA-B95F-99CD-A7D0FE0FAC0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5C2CE787-A42D-C4F4-6696-A6C516009C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61F9F377-2288-ADF1-725F-1CAFE9AC594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12A80475-0CE2-124D-1113-47B583D903B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567A3832-901F-10A4-7A11-50F188EBE80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B8A6E728-87F0-EED4-2C67-9686C0D2AC0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F0ADC627-54E5-ECEA-8971-693C01287B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2FAC6654-1D2D-E718-8A3A-A0E55750061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211C6A5C-6B76-EFA6-6A74-5B738381363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D9A544E6-7C80-09B0-3650-D02B5A48DF5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27D7B587-BB9B-EFD7-AAED-8978BDE3375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1DD4BF82-7CE7-AE4C-C9C0-F66B2011F14D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20F9F398-BF97-C87E-2D1A-0FD11B6E62E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78C646C7-4623-3CD9-94AB-0A283008E29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57E80805-3901-033C-77FC-1EA3611DB71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6FE35617-D3E0-BBF9-B260-4A6EFED2CF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E04D724F-90F1-137B-B5F2-8FBC97AE2BD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8431D4CA-1A5D-4827-19CB-07AD2144EB7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D3F026A0-6BB9-A15F-085F-BF3125DB20C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8E35000E-62FC-FF6F-5B84-255D354F90B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99AEFB5D-531E-7427-4AE7-B4602C7A6AE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DFAD3F19-9E46-53B5-4670-C2AB2C227D8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A1ADA553-7017-0965-782D-DF5DA89D8AC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3EB9DB54-3594-2512-A56A-8FC7962022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D76327AF-9752-DD03-EADC-88638A59E83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B6136075-38A6-0C18-18DD-47E318906B6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F0C9E0F8-C3C6-7481-9989-99109010D9C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3B00F9B0-E344-4F77-19DF-3EC0BCA802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6EDBFFFE-CF2E-640D-4E1B-CE358F213B4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654DFFD0-492A-C675-81A7-2DAF93E32F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DF8AD390-F784-3FA7-C674-A78188F257E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1899C006-A4F4-4D8F-EE74-49A360A27D4C}"/>
              </a:ext>
            </a:extLst>
          </p:cNvPr>
          <p:cNvGrpSpPr/>
          <p:nvPr/>
        </p:nvGrpSpPr>
        <p:grpSpPr>
          <a:xfrm>
            <a:off x="-278947" y="668377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02B08C46-9C29-23CE-657F-209D9DB4BD7D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9254E181-7DC9-5585-8E85-CDB3231A92C0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A563B716-7AE1-8D2E-818A-8C1B17FCF70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447C1C1B-314C-B41E-9E7C-F857445A431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1CF4EFB4-E173-4CE4-B9DD-F9EB90C33AA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4A1B1DBC-07FF-BB72-29F3-76A1E758D9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AFF0F25B-9EB1-3B58-8A9C-35364370BF8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5D9AFB31-50A5-2849-8014-EF5361647A4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DD32ECA5-303F-E6B7-D04C-B04529679EB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FEE401C0-AE40-3193-3CC6-59AB4644E8F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6F9FA51D-920B-5AF0-E2FD-8DAFFE82E74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556CEB1D-7468-609E-C1E0-4F10DAC7688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019E6771-CBF1-30A8-2453-8B2922B1F8B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553012F7-C876-3A71-A128-D564AA8A128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ABD678C0-2278-266D-B0FF-0DB4EEBDF9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8A94E925-03A4-3FDB-E0DF-A7CBE63E38E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AC2F6F00-2BD7-DB01-600F-63AA555CE16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85A9BA47-7DED-1166-8F22-AAA05C3BB70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35C9FDA5-5A20-1905-1F55-B58784FE79F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86E4F0BD-5E51-5DA8-274E-4565AB2DA81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4DBB9232-BBEC-0CC4-DD0E-64AB6F44DC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B5C7AECC-2492-4E2D-6631-A856FA94E345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5F1B1344-F6B4-09D2-C167-DA02177CAEC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C807D2A2-EBCB-27B8-2012-B66E1B3FA74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E7E759D7-7725-3230-5EEA-0ADA828F1E2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9544B679-9480-1B1E-BCC4-FFBED7D266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125D29A5-951D-276B-0ECD-E9EBCC0EAE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DE32CC85-4E92-0D52-6AE6-40B099C8C5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E7B26147-C82B-C870-4939-BD2EDEE997E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04E31DA5-AFCC-249F-80E4-C7B13575ECC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E749D39F-D425-1694-9756-C2594A651A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48F92714-380F-A775-F68A-0F10ADD43C0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9BF51422-BB1C-2472-0A0F-A2B771B44DD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03AA5C5F-CFE1-2571-ABD2-44C9A56C2A9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4E8FFF9B-DA45-3DCA-5614-8F106CB268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A0A097E0-A3F2-0885-EF37-24E2538B9E4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884AEBC8-AB34-2C82-3F32-C4BDEB81F0E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0806C432-71AC-DED8-A22D-F2231DEA01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70EF2217-3B65-A43C-C251-1F9C1337E82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6214BAF7-00A0-2D3B-0A33-2635A6B7517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70EF6BC4-F77D-52C5-907E-A2D7D1C5EE0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88008504-59B7-1BD0-E6C2-143287F8485D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DE897B91-D81E-05C5-65E1-F31DF4678CF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9FD6119D-E179-F201-78D1-1066929AD36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0E02283A-0822-903A-B509-D7DCCFB2C1F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6CAA50DD-39A2-E124-849B-833DFA20600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44631024-575B-D973-4F89-5162F105285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0C68CF2D-CC86-DA24-2B0F-CEE804C9218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BB209873-6FDF-F197-6DFC-184BE23AC9B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8A95CC40-12F3-049B-6DDB-40F7D0A27DE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46D6A17D-CA12-AFC5-CDEA-3D00E43AEF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6913F059-1EE6-A3D8-3DE4-13570287861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27AD0964-42E4-A3ED-BFDF-92208A15730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A3050441-E8CB-9018-3FA7-9E7B509BE26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DD406D73-194A-7081-A830-1F7BAE9E3CB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769173B1-08EC-F0EF-FBF5-5AD24E1B365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37A5FC36-3E37-8DDA-53B8-13B6A84C893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12F8E715-1E8B-CAA1-6DDC-290D7550681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9BE038A5-F2D8-C837-4077-A25929B93E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E930EA05-AE64-6A32-A32E-0B21FBB0415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D5349F5A-721A-E7C4-0D9E-1473BF63FDE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FFF89AE7-9DD1-0388-C53A-AED3CB761A20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EF3E002B-A093-D419-055D-5F0A1631601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83205E80-6679-6D26-1124-9FF5FEB7D99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42AD45FC-D0CA-7E31-30EE-D019DF8C56C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3146B95A-C0AD-6A60-2872-8AD24A0583D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7E8CFB88-91B1-3788-378C-629166418EF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548F52E7-12FF-E389-2338-7EB2FAAEB39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9849E890-F269-BD4F-F27B-A2089623E6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EAB66E3F-3C43-C7FB-4517-B818385762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EF6895D3-92D1-99AA-BE72-9E1F4E3755A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069E7FE3-8157-D1FB-B4CF-16A57BEC29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D3CE0768-9FC1-8015-6B66-7CA3D3F7848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9872CABE-05F0-B0FF-CDE1-57C9C17A9F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E885CDE5-B5FF-5D52-6D44-6F30E938674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0A3D313C-C802-728B-A0AC-3ABB51C77A6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B4FBD50B-E618-8C8B-36CA-7F47181FC22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3824595A-E6E9-15E4-7291-3C98E03D8ED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6A8C36B9-006A-99A5-96C6-5E4336BB9F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DD2DECBD-037B-A54F-5511-51DFD2FCB16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D157BA6B-6685-F794-A7AE-5CCBBB76858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F7CF204B-374D-CE74-10CE-2F8B68021592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D3D0882B-89DC-F8D1-F70C-79F864F7481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06AC0A89-1353-AE4F-5E28-2D4401531CA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E42E449C-242B-ACC4-9CCD-C21279DA9B9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2E43B7D1-E83B-AEDC-52A4-113E69CE837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28EC0E03-894B-CF1D-DE82-66DE6DFB006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6AF8E46E-D7E4-8472-11A0-8DACA2E691E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6F317D75-79E5-F7B0-3B2A-2135588805F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41FEF714-A035-96CB-0E5C-68B92C32641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92C916C6-D29A-89AB-C15D-5FF102076EE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70D750ED-6ACC-6253-630A-719FCC19C9A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C8841641-5D89-AC9E-C28E-C3F3A86D8F7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7B106F31-2099-4C32-9BB0-459C73E372B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A0C5A74B-19DC-63D2-CE30-F4CAF27DF8D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5E742BBA-FF69-0058-57E2-77CDA1D1BB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444C95FE-1D7C-4E06-8342-19D19A58A1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923A6B83-18F0-D616-FE7B-4AEF4D581C9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898094D4-FE9D-2C7C-E631-62D3EC2AA6B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E4792401-C58E-91E3-CBD7-18510DFC6C0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236E0AAA-FB34-E0CB-CCBB-7B56F784AE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F630E22C-BE6F-FE00-3582-3AA28D3DCDE9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3AFE5BCA-CA1F-4C93-3D80-6B393522C23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C7DFBD87-6515-8541-8527-BD0ADB6A54F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1703205B-6227-654E-4907-6187FFC0035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0CD40722-ED4D-983C-A2C8-65B7B7FF23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E688C0CA-6F5F-8D32-4142-9504085B03F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EA10EFCD-1E55-F0DD-0AF7-51D43F9DD4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B7CCE239-9705-FFEC-F2A4-B066199A15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774E3FAF-E362-CF01-2723-145286A7B92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9CE9EDBE-C88E-0A47-9B87-4A8809D2895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3ACCAC2A-6232-1536-63F5-554E86CACB7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99330617-EA40-0FF3-AEB2-25052866E1F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193B0FB1-4138-ABFD-6D2E-4C515300B42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0FA4B971-C284-3CAE-9BA0-BF1A1043AAC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67F90F45-E5E6-24E0-ED86-403C60F961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B8D4A82F-40CB-2F2D-EAB6-C65EFEB43CD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483E3E76-5B5E-5CBE-2B48-FDE9DEA8940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49D37DDD-1299-6C7C-BCDE-F4252E1837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D16E2258-AE93-C3ED-376C-069A8868BD4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202B3363-073A-5511-2BF2-F706E354C2B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687B8665-575D-4677-7571-9EF0D47E4562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C403DEDF-6670-1044-8789-E833102E35B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2D199C19-FFED-C756-DA8A-EAC972FBF64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862E3227-77FC-2DAA-AE7A-937B7D4935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FDAF37D0-9198-117A-611D-3EF3170238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E18DF429-1454-280C-41DD-14178C19FB2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0D36BB4A-48E6-43F3-2EC1-17911C92998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B1B39849-0684-FB7A-E060-38CC48D93E9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38836085-4BB1-4890-F84D-4BD6133840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20714196-78E3-AEBB-34CB-A1DCC54B7D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15CB21CC-8651-F523-6CA7-96BCA0FADFA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06FB50A3-9E39-1A73-1C34-249417E26C9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DB82CF91-FB39-BF7D-42EB-378D78B780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8A603ACE-AB92-376B-7CF9-4AA071D46D6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687969F0-0573-14A3-71CB-73EB62108E4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C3DBBC75-A799-5D25-76D7-EA67616A37B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B2CB2166-19FB-9474-05E0-69CB52E1EC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87F81845-494B-EB25-BA8F-51B925D468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94F83DC3-1F5E-64B9-EFCD-2059BDA5FB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41A33CFB-43B8-7938-D3DE-BAF1845DFEC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92B81C7D-ECBD-EDB7-45BB-A905D209B561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52E9D2B7-2222-D4DE-A259-DCBBFB90DA4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4691B740-ADE1-522C-B64A-14CDC390DDA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3F0EC6EF-6E76-15BD-E7B8-9FD35C4D4A3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4685537C-521B-3AFA-F05B-2F881043F11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9EC33C9E-3E0E-0D98-67C4-D13E2ADADD6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D3C646A9-C02D-7C5A-3664-508EF0AFE0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38F978B5-3EF6-7651-0BC0-A6C28DBC172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6656FECB-BC98-AC95-16E7-E8BABC81B8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65A1185F-624D-EE3C-0CFB-E0F5259B898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FA5AF74A-F57B-FFC5-E414-B18B0E8E939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C6C39015-46FE-DB04-F44F-21D916CD7DA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09166792-7E42-9C99-12D5-F735DE8E4DE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CF1EDFCE-8FA5-D999-B27D-CD29C7C6253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1ED9C350-E70D-6E2F-9167-67B3D86B63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4F6F33DC-8A97-0D86-5C39-43045C86F4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179D5A55-7BFA-D807-0B17-4A0F18984C9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43696E1A-4A48-BD10-214F-62976E05FE4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8D94DA4B-4D13-9B2E-2368-766A302F6D2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159C9C56-C64B-92EF-C410-91D5F8F729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EDFA0E72-C7D2-090F-960A-F102E131FBC2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E09DCB87-2D98-3F7D-139C-966FB0013F9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1DA44411-32CE-CA88-A18B-5A16A46B8E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0B74D877-117D-ECF0-DD43-184A9443587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79AF8CB9-1B85-6D72-5E52-22F2D9335C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E7BDFA18-5105-0C44-6EDE-C44299872A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2BFBEBAA-B855-135A-4648-877E617CB88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F47FA8BD-BAF1-9BDB-5BE9-04FE0434C5E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6A9F6EFD-22E9-4420-D959-9B8C3D1A55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99825960-ED54-DA91-8119-529485EC798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F8A8D483-5C05-1A01-FE45-C1BD3F21C61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57D773D0-6275-0FD1-FA29-78ED0DB6755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FBDE96D4-7984-DEE1-58EB-B7AE4265DE6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8805204F-8CA1-7D6A-7023-7888C7057F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DEC598D9-FC90-8057-18E7-74215621F0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DBF927D4-5F7F-30A4-FC87-3303CC8FBB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D1292B77-B233-711B-B085-D168EC7DC21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9BDB1369-AC63-75BA-9FEF-8579D65708F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E5C8979D-1DDE-E064-A3A2-C94A5BC1100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AFD5250D-1129-9294-3B82-ECEB109FA20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4A103BF7-A2CC-47BB-9AB6-54510562B699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97092F50-C62B-0A6A-BBA5-E21CB1F1613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1CE7C8B2-EB57-4282-E55F-AB89615DE71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236F468B-E18A-4156-DBE3-2B0B675351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616EA9A7-0F61-BD27-5D10-60C6DED7AB7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68985FD0-45CA-FE19-C778-3E2E06E2B6B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393F9DA2-2A7B-A525-CF17-3F1383C849C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A5E0E4BC-A2EB-7FA3-4D8A-DEA65B3865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22B45732-DAF5-66BD-768C-C22A67C29EA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9EF86279-9F49-3AE0-B910-8CB1EBD1FE5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D8294D5A-045D-1A33-E07C-6AEA2A579BE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1A60DE42-0F93-F475-5761-4A98C9BAE0F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13DE30EE-A367-4E3A-C954-8975DF9F5C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28F70609-6F3B-3636-80AE-42AA9F816FC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67FB2BFC-3F04-8D0D-4BF0-077E10F42E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3326CEAC-CBC9-A70A-DBC6-187CD7BC9B8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88D15317-2855-F530-389B-42BE1C576C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296B62D4-40CF-B6F3-A4EA-28749298934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E758FDB6-DD6C-E7C3-6590-ED389E76964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D153523C-BA1B-6BCB-596D-467CA195D47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927C1691-CDEC-F362-26BF-87E814533482}"/>
              </a:ext>
            </a:extLst>
          </p:cNvPr>
          <p:cNvGrpSpPr/>
          <p:nvPr/>
        </p:nvGrpSpPr>
        <p:grpSpPr>
          <a:xfrm>
            <a:off x="-345622" y="592177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E950ABE8-02EC-C5D2-7A86-7382879504BD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5653152C-B7D4-6AD1-F8C4-C4D62AA93766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AF50AA98-52A0-951F-CFE5-6353443D5F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C89094F8-6581-D824-665A-0DD7D663E35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68647051-7688-C301-BFA6-F9B890242F7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B8166C73-43A5-C881-060A-41F8D3278A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4964EE42-825F-F261-5716-706912CD94E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7DE84AA8-363A-D042-6E09-84FF4EFE1BC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E99442A4-6BA1-ACA1-8B76-67AAD287E00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656EFDC4-1395-7702-582E-D01CD460810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A0BDF787-1000-66C9-7FA4-D2274134BAE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61A81F06-C5E7-72A7-DEFA-052B2344F74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669D534A-5C59-2861-3FBD-7039841574F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F710BC85-40F3-5471-7970-98837DA3B1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D427669F-A4B5-CE38-4D59-504EE06504E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37BA6A23-07A1-1369-1E58-A7554385FE8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29500330-C699-B508-725C-8DBB924CF93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09DDF8D2-911B-0E5E-AEB7-A305DEE126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5CD2D8DE-0F00-4D2D-F4D4-C477B17185B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98801460-10E7-A4AD-AF78-ADF02237D1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8268D0DD-3805-F26D-E6D4-AA0863D9F68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6BFE9AC8-3BF2-6695-2D9D-6B8B92A4723D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2C0736AE-E521-BA38-FA10-4E8E87F61B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41A8FCA8-194B-343F-0C6C-513C58AD022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E0CA6CF9-77A5-DD19-1BFD-90CE510A9F1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16A89034-33F6-C379-16E4-E238BA4576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FDC7A9F3-3E55-3F95-8425-D7FA26E51C5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9F1280AF-3A08-26B5-7CCD-8B4ED0E854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F1330566-3DA4-1424-AB35-FC4D1159572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E1F827A6-B451-4D11-6BFD-382D7E81F53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BF24C9AB-336A-3BEA-E746-8263D6437ED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C4BA9073-2BAF-B1A9-5787-115C374D413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3FB4143A-EF73-A7A7-5692-5754803277B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D39A6244-476C-B797-D2AB-7BAA43D9AB6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55599F12-093E-7A70-751E-ADEBEB24820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72F03B09-184F-A71A-17F6-38C11C4E3C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1C176AF3-BB71-4D6E-FA3A-D17E7481E6E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6E6D4D7E-69BD-33B9-76DE-FAAA387352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3F5DE01D-40A6-2FAE-42C6-87CEDD222FB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201C8E9E-D4F5-247C-2A5C-FA7E1721E08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E8D02C9D-E28B-8B8E-D7A5-4842208B27B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A27C5584-264D-880D-4A03-DA56D1D9D329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490E51B8-1790-AF36-945C-6E5AA1035C6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2025DC9B-7DF6-87E4-4C7A-E7F81B47E60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BAA2BB7E-5A06-E841-2E96-FC24AB6D8C6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A4A42DA9-0CC8-F25A-3FAD-1ADFA135CB4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9FFE2D74-C4B0-8D51-2457-65FAED2161E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8A5E67DE-4AF7-4BAB-DF88-8259297A63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1E3B855B-CEFD-3C14-0F86-42741E86F72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DEB1A18C-24C8-C652-B9D8-1810DE83D1B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F2D90FD6-355B-7A3D-291E-A7EDA9DD744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E6CFB2DA-FBE6-1BEE-047D-85836B20907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7504E992-9497-76D6-7E2E-ABEF100D2A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3C6CB08B-5F85-C6C6-34D1-21B6A63F174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E00DEA29-F751-BD6F-D362-5CA64AFB6CC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422BEA75-2B71-DA87-A3F3-CACEE682AF5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200D8A42-5569-F515-5520-F03223D5AD1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E29C525A-FAA0-6F31-893F-B7F0A59FF7B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1034BBD4-AC01-39F0-E508-A6D8A53293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852C9068-08FF-A1A2-7FD6-6B15062E414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3B04CFD8-E79F-C83C-70B0-C746AE0D3F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2015CF41-3F38-4194-50BF-65D59FF2D2C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25AEB0FA-D565-3884-96AD-3E72818C617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95B5AB3A-ECA2-E7CB-3562-D501E09F232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62DD5928-80C6-F043-4D79-EBAA7DDE48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10F1A9E8-1C05-0B2E-F7B3-2E1720941A0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1297C35D-1F12-D33E-B614-9DDADC992FE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F4733F0C-0A93-3FE1-277B-12038619203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E54D8043-E2DA-0194-1B7A-9CB41560151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87B39AA9-7EC7-ABB1-5912-22437924F8C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EC94BFBD-F05D-AA84-5EB0-329173A918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5DD65EBD-BBEC-F42F-64F8-03E5213EC12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71EE43E2-9FF6-2261-97F4-EA0CE3BF332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C7093E13-2ACF-A6E7-CC36-B003C508DEB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F7801D34-3829-4291-5EBD-044D95E663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3761EA50-7892-A775-6210-550382309D3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B3293A72-B728-1DDF-B0F1-AA1EE748522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154B7234-F8B8-EDBC-E5F7-E974F1F32AA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C957545A-17BA-792F-80C8-1110B1CE7FB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67AF95CA-8FB9-15C6-06F9-6C72692A95B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0837A117-F4DB-E65E-6B4B-86780845F41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0AB5B242-C662-8802-7352-BBAD1A575CC8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7D194B8A-6A79-9784-8945-E2CF2003197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A85666D6-2DF9-9789-A904-92730D2BA34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547530D5-2EDB-B8B0-229A-B9AEB0A9E7E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7E5D8AB3-41B3-65EE-E19C-B9595242249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164C5D99-58CA-43C9-A899-34F2933BEB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177B23B1-BDC5-0D84-5DA2-14BBEBE1E2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A6DC066F-63BD-B5B2-2989-5E3456D710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EE647F87-1EC9-D2F8-9BBB-8762AEF0085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2FD39D64-E14F-8DDE-5FCF-EBA6B70653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06055912-54BB-58D2-71A9-8D5713970BB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6EEB0FF7-4DF2-915F-5F7E-9FBEAF24F9C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1D2852A9-2FD5-ADDA-9951-EED0FE15F5E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90C463A5-0705-62EE-5186-F803CCC608D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A4BE4711-2652-5CDB-55FA-D061925CAE5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EBCA9336-0E7B-10F4-28E1-870D12B7E3E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251D1C33-4B16-7581-96FF-F5556CC9A4A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C42869D1-2678-B69A-7EA5-CC1849C20F1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7F8F19F2-3D29-4D71-E10D-663211C72CB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F9614339-62C0-B726-B4FA-BAE7BB5660E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B8198040-F43E-BA35-3B7F-934DE25FEBF6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51A763EB-1D4B-6280-5482-7DB580B852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EC2CFC61-1A10-3E3D-FB35-5C7E29C69BC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6AA1E4B6-D71C-B2F5-A393-0AEB13666D6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9276C11F-A55E-258B-8095-F26D8FE29CC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D1D90B20-974F-6E22-71A5-E6762C00F47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BB8FC708-127F-E317-F3B4-57D2612B08E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EC0B63C4-CAF2-22CC-F991-915E932534D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625D717E-590C-6E4A-5724-FB937537CC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C4867143-FD52-E47C-F029-0BBB034CF0E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38AF072B-DC95-42B9-B8D7-7272FE0B84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8EA76FAC-5FE9-A3D1-3280-E552DC421D4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C3E251F5-F95F-8E31-C255-F9ABBD69BC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A34DEAE4-0E10-FB5F-125A-D436F54760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198271EE-B493-3DF5-F527-2E45901CEA9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3FED3DF3-3EEA-551B-692A-29D2F9595C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8E015EEE-70BC-4BAC-FC71-6BA7037300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42ACF956-054E-4DC5-88A1-B1026790A2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900562E4-240E-5316-E55C-98766088E19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0624500B-BD9B-FE43-5712-BBBE9ADC37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FC633573-7697-EC53-895F-E92A882F34B1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300C3183-430D-829A-0EBD-02E9248F59D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FE084FCE-1FDF-5769-427E-59B0E5BFC04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5AD86F00-E237-B4C7-3294-283125379E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4673B7CD-F512-5880-3178-209F73145A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879BAD6C-D044-845E-5325-89444ED2962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202058ED-4B11-998C-248E-E393DDB7AE4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4BE3CA6D-3174-657B-9A97-A8E6198F3D9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CC1EFB82-EDE5-51CD-02E6-2732D7B799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E6819C0E-C6C2-2B59-362E-F490E0D2DF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70586A22-DA6F-7938-892C-20D36D9041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EEA7E3E0-7430-2A02-4303-96BA91C8B08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03ECFDC4-CC53-CFA3-BF1A-34BE2EF6DF9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357CC650-34D0-F77C-6E26-DB5070B245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E31A6697-636B-DBDE-6FE9-23DA347E03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375CA0F2-17D9-37A4-EB1F-752E457B371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68326935-2975-3E4A-BD24-2B04F86712F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B8D97680-F0BB-37F3-1855-0ACD4C7CF7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C9A20326-A5FD-7192-30AD-99C6A88AC7C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46F23C23-8A16-332E-7FC0-027ED77B95A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5997CA7A-7515-729E-F7AB-78B4FDAB6EF2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9E6C8476-AA27-5F5B-BAFE-C9A0D22726B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E12B51BF-C46D-40F9-DDDA-6E52ECDADFA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3921940C-66D4-5C06-F3FB-3CE041CF9B0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7619060F-3BE1-6682-329C-9788F14DFA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9E06979A-6AAF-5DF0-541E-50BEB1051D7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E342A0EF-A205-6198-1053-3B45B6F78CF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BBDCA638-1EAC-53F8-12E6-93353B564DE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D892904F-E9BF-A77F-E49F-83AB0821966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C7FB49F3-67E3-C912-CDA5-DD9C5112596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10DE9975-71C2-4E83-79B0-378DE63006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8399BC84-7064-D005-751E-59AAC5C8DA5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DD035191-FFE1-9B4C-F1E8-0DC3D799BB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E268E945-25D9-53D9-2D99-E18AB20D1D2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CAB9B34A-99EE-9FED-F724-AD0FB6E83AB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6D9ABE1C-E1EC-836E-4F16-3D8B9278F6E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E503EA6D-7C18-6B94-AAFF-7B28B6B4CB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3B3C54F2-3121-6787-7256-165F179152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F0BEBE10-E47F-C2EF-5915-C70062B82D8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0815D714-5AE9-C849-BD45-E1A40AA093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7E770179-E892-AB0E-42E1-346C6E54CBCA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E3CFAE64-F333-4A76-699D-2BE69DAA99B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0AE85BA5-955E-7F09-639C-28AE155CFF1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3CA68170-DE49-39C6-CDC3-53688C1681B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CFE0690A-FAE3-21EA-0B5C-F0AABF9574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A379D456-0A8A-961F-08BF-AFDF9215478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5605EEA5-E27B-6A88-4B0E-9133ADA6BCE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61088877-533C-3A54-C944-EC80A30325D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9ED2C2DC-2A12-A205-F46B-33B17B63A2A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8BEE3DA7-D04C-A603-95C6-5AF861C52D9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3B81FE27-71E5-76C1-D659-433EFF58D9F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8ABD6D72-F3C3-7C17-83AE-5297F3BE1C2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399025DD-0B86-E248-E4CA-F872D2DAEBB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10B60CB7-6671-7C49-2FEC-85B0024DFC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D177EFE0-0248-788C-9BE3-4A1F57B46A2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184F3F6E-7FA4-2C57-9A7B-D863A9097DA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DA2913BD-42F3-4AF9-658E-C453AC89740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37B07E0E-1325-B00E-35E0-89E86DC5EF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1C808B66-0307-AFA5-7B11-14690E0655C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22CE1517-DAE8-E232-18B5-28D2EFF616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9A3ED911-82C8-0829-DF68-1565F931692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886C53B5-DAE2-B7F1-99AA-796E2D88A01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02E05C1B-D14F-B2BA-602A-190E285635E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7E1C5345-4B1A-C505-BD91-1E15E0E1F6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611E0560-B635-8571-88CC-D6C7D5A72A0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DAE9FF54-A115-08A1-1CCC-3E804BC002C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9FBDFFEE-2CF8-2745-9C1B-04BCAFF36BB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613920ED-D6D6-9526-2E9F-E509D6B080A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84807777-7810-D810-9A7B-9B549424756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0B5FEB7B-89D4-F1FC-1900-8A70E717496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E5957CE7-13C6-B9F1-DC94-78F0CFC64D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23EC8DC3-0353-3B63-055A-70B6E132666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1F8E40ED-ECB0-2213-1484-0631E9C34EA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6445A4EE-6B84-18CF-D721-10BED5943E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17291E40-A9CF-6EC5-7BC6-C781445A1D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42024530-A939-AA78-942A-3DB27063B6B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82680876-3B66-B5AD-908C-19F86C1C9E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DBFE3DBB-498B-BFB4-4A16-351488BEEC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FB5143AC-D71D-2DE5-6A36-09726D12DB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603BBBCB-F8BC-5C47-F022-C81249E5CE5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5080F33A-7D36-97DE-7499-8E21EC85141F}"/>
              </a:ext>
            </a:extLst>
          </p:cNvPr>
          <p:cNvGrpSpPr/>
          <p:nvPr/>
        </p:nvGrpSpPr>
        <p:grpSpPr>
          <a:xfrm>
            <a:off x="-412297" y="515977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5903D974-55F4-1341-F5CA-1505602CA5F2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E8927961-F797-9494-72E0-7059D4770D99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381F4224-963E-FE49-934B-A6E4C62FD0B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843EC8DF-702D-1588-1C8F-7154CCED03F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DDA4CECB-8D17-832B-E0B6-FD215F6A341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8A19603F-A32F-FD8F-6EB8-62D05A57D5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F68C1542-8C95-1A81-05C2-CEBB97A8BDF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E540FC1C-3FBB-9852-F150-9B0D409602D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AF0B295C-BD5C-C713-CAE1-5411BC8DA20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23986960-8E96-95EC-B28B-5005CCD97F8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7A9C4DCB-20D4-F506-AE30-BD6BE6674E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761721CC-19F3-13A7-5525-3AC21722A27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B111C392-2BB4-D3D5-C38E-4E4819B91CF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DAE33923-906F-094F-1D79-1396CEA4752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69FF93DC-1F49-ADB4-E33D-5FC3B934C90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D9450D41-691B-CECC-72F2-8FF89C3B9F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318C5F84-1C86-7425-1CC3-E89E4A1148E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9CA26CEE-0AD9-9F3A-8E8D-C61A6A14DD8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98495F06-04BB-445E-603D-177292A4A9B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866E0A1C-83FB-E956-7744-A4F2E18707F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4A39CFB1-D1A6-4B4E-2561-457B9694279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8A2906F6-F66E-2C86-E6F8-CA9187E9F414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478705A0-8E3D-BED1-1684-60DC2165537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2FA787A5-557B-811D-D0FC-6D65B38921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E60C8175-7BE5-BCFB-E528-667F81619DF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D538E046-15AA-0BCB-B643-BC05A25DF5F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C7A21836-2055-BB38-B834-9645305ADAD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33F0D58E-8FE9-4CE7-2D86-1E177A10DF3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2E9222D9-C94A-85F7-53E1-81D3DB6ED69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31351C52-1B4F-129C-C389-5C67054028E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B8991DAB-3A05-B43D-12C3-184505AA1C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4C0F39FD-0D9C-D4FE-07CE-6C27E318CC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6AE66937-C64C-DFC7-5232-0CE277624D4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08D88C21-2208-A0A7-A18D-D08DBC04EF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5082920E-C1A0-DF3B-3FFE-8F8D7538535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86F8AC99-BE45-8969-24BB-4BC208463B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34EDB8BB-5BB1-ED12-5B72-0DED326BD67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3887233C-F645-6DA1-ABC1-8F6F627D917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56F1A7C5-10FC-8D58-2CDF-B8B656B6C33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D9F9E2F4-F86E-743F-69AF-48D10D347A1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41186451-28C8-A085-76B0-5AF0907DC2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BA920442-340A-AE12-1BE4-E54C47E0C292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B2E2EEB9-20BE-80E9-E356-202D32FD696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C890917E-79E0-9B7F-36C9-AAD6B4E1BCE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23BAE704-51C9-8F59-ED06-E31995DDE1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63696706-75E0-924A-E415-D16F49E4F57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94B69266-6250-D8D1-3254-7A8BEF1CFAE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7B9A9907-ACFA-40DF-8361-6B94B16031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62A19987-16CC-A0F4-E66C-6EE59804B76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BDDF8D37-D2EA-264B-AD69-AD54BE7015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708EBF04-9C61-F7E5-E6D4-D1EF877BE75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D9EBB128-3214-9392-6F07-EEA9361CFA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5DD944F9-C183-0527-9BA7-D36395F4C96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D353AC2E-996E-DDE0-4D53-19A8E411D87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2D8D3E00-C6CE-05DA-D273-0FA8A25157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246C4C20-22CF-D12E-A3E6-85B6F2A3FCE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1CBDFC5D-40CD-AFD1-01E9-AAF23F67403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3653EDA5-FFF9-1949-E72D-7EBD16C210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5657BD52-46F3-1398-3BA0-4AB9D9DB578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9B702151-2A88-7B49-EF71-01080EE8F6D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A316B663-B9B3-A8CA-CF13-0585EDB9F1D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BC7EFC0E-5D89-537C-3DA7-7BD3AAD224D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E01327B7-5680-5563-C2E9-55588DCA699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8B4B9913-330A-6F28-E123-177B46A0CAC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CD2C3E57-2ACA-1226-1DEB-2F69934D73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22178394-EFA4-0F18-1AF1-9A81953033E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B70B96D0-2BE6-3826-E0D4-22E23BA623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B439CA6D-696C-D070-9E82-D6BBE81C208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6BE7B46B-C2DC-216D-3CFA-2AD5617833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E668AC77-F286-43D6-CA52-C0491D4E84C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3D15F182-3DBB-98EF-D79D-18C7A946CD8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2736DA9C-F5A8-4F3C-3BFB-C5AB48D9470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5B7162DB-7970-C698-D0EB-411E1253B2C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5F57584C-DDD4-D91B-910B-6D088F5A9A9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B9A18480-29D5-9076-039A-313A731C2C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887DD4A9-D59A-1006-A7B1-8DB7D4D0D33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88CCEFDE-8878-41E1-922C-D1DE73790DD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BEC7CA4C-A8E5-DBF6-0695-3F56E61D09F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B25B7671-906A-7F39-B3AA-BFCDB69E34B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6AF24447-EFC4-C5B0-224C-8D62A7E69A6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302C08C7-3297-528B-F158-47A0C071927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487AAC65-ABD2-C977-9587-1E715C38F241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526E51A7-5BCB-5D74-2354-185A3B23F93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E37CC12A-7C50-5B8B-28F9-8D6A9B9F1AC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8F4CB976-84E9-82F5-F0A2-38DFC606F7B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B477B0C4-4B97-DBC1-AB16-E1154994968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CA380A44-EE5B-7F31-A8AC-9993FB99A6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CA6FE4F2-4C4D-B0F2-4C70-5E45D15994F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D5110D5B-16D7-CA4D-99F9-42315AD7839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25EE5325-E468-016C-4172-26853B6294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EC7F38A3-03DA-73D4-AD17-D8F5DA89286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044FC7B1-AA4E-2165-33FA-66B25939F3C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E661D3F1-C0AD-8B9A-09F0-D484BF22B07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64949136-3CE0-5F1A-46EA-E52DFF151E4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1C2BA819-1B73-8E37-DF2E-AB3C4908E79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C69BB2F6-F7FB-9FA5-C45B-E303CC6991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D4DF477E-B4FD-E4DA-1814-C46B7FD712D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87ABA8E3-0E6C-CEB5-F606-EC77698642B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294B1EDA-A2BA-C5E0-2E50-5C50F09E38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B09080F6-BC96-B4E0-5812-07CB12C46E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2D09E63C-6B1C-47D9-3844-436B812A666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74AEB575-AB37-16D8-4C1E-78B0C89EE337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21F913A4-9C9F-D6D0-0082-A64A7D4B500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AA6BAF69-9014-5905-138F-D1336FDA2A7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D9C1E1A7-AAFD-5716-8A6F-2C628A3B458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4229A0EF-00A4-13A9-D575-8DD75FD565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36D5C522-8904-1FAC-6AC1-9CCEEDEBED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FF710457-6F4F-CD49-8DA5-A48B1432B02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227D8A6B-90C5-F41D-5E56-6589E073D31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F9AB4D3A-9E65-2ED8-812D-F51E158D9AA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2541EE6A-2008-996C-F05E-5F6F44B331C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3F746C09-4EB9-04F6-1226-B75A032C4C4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8EBD2B25-7E92-AF4E-4E13-EDCE0CB75FF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A40C44CA-CF59-9BA4-E68B-B0A1E2C55E1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89AA6876-B693-4319-7CD2-1AA4FA6D2E4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64A005B7-AE67-1075-C751-ABA79EE104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2F432716-632B-5ED7-49FC-14E031FFBA2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0E0CACC8-86C1-62AF-892D-4473BB8B0B3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21C66DF9-1A3C-6AC3-2D60-FBF8004A139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40FE4A40-767C-4E36-5042-13D9D1F28FB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A67C8B1B-7F61-9552-3E9D-BF22F16169E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437A2952-8CB8-B62E-3F8D-068EE05AD5DA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1E8E967C-960A-7408-A18F-8CBB69179B6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08C01B74-248C-EF90-11E7-DA659F07A7F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0B34E1CF-34D7-E709-7B38-86221EC9BD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1F2E887C-6A62-EAA8-7413-9F31F55B6E5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B6A06BD7-3EC5-6856-3A40-FFBCE29FD38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B19F1260-E891-4C72-6238-9926C8BF43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CAA9DE55-FC35-5764-816E-39923A37DA6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D2909294-7907-D122-0993-51C13CFCAD7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CC17B750-1975-C67C-B412-49F3E853959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5544BF3D-0983-0C48-7CBC-71BC29875DE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F2C70332-2A4C-E9B2-22B8-09064CD8532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857934B6-4288-99A1-D59C-B7006DC2A8D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01563FDF-E357-638B-D682-9DA3D3DB8F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EF56AADA-6B33-5EC7-6059-00F0EB8DDA2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16F78B44-89BF-0811-F7FA-A30F90EF1EB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E0D21CE8-4B33-DFC5-3001-278557216DC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926C748E-32F4-231F-A493-29DB91D4FA2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4B093E91-4EED-E5BA-3312-FB53DAA3BF5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FDE43C67-1123-A9F6-051E-690F4E63247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E2001C89-9A05-72BE-8702-0269A01D56E0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F6C397FF-4D0B-0EB6-CC22-6AE4B8D53E4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9DC74D49-843A-0660-B463-C5D22C9AE95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FEB79AA3-0487-4249-C800-9EBA1C42AAC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9A6AB2C6-D341-134A-1671-2D6C67B8513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370B47CF-FBD7-8D04-0BF6-EEF1D7AF6E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FB8F51DB-427F-D9FB-64EA-17F1D855BFE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D12EDFA4-C508-493E-DAD0-56A9AD6FF46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438CDB04-CDEA-3276-CD24-D497E303FF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CFD0DC5E-9448-D826-7F18-73BFC78BDD4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AE395FB3-F093-9ADF-20BA-9C9C0F34C04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E2601C5A-8351-5DBD-2E1E-B9FDABEC7F3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BE873156-C064-4366-DA34-DE1FBC1ECA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7511DCB9-2BD3-DE01-7D15-6CB19E8D34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32F44A14-D166-2C33-93D0-C876A582E60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7C6018CB-71B5-CBFC-4585-D7FC0ACD195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4D7E2639-2F7C-F9AB-20A3-0822A03918A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88F22C5E-747A-D6D0-78C8-9A6F34257E1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EA5BAA94-A8D7-5044-A6B2-EB4C43E739E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10D8D6F0-6B66-0EE1-08FB-584F95BC023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AAF074C6-8A48-48A0-3229-9DF9481ADD14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4D5996D4-7C71-E21A-D4F4-695D65E05C7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51E110B6-8086-CB6F-F13A-EE16897EEE3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3597C14E-9FA8-C64F-56F9-E0FC033ABC7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212FF714-D97E-018B-413F-1BB133CB011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2E54675C-3631-F321-A13F-0C24AC9A523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8A986A4E-5295-4586-6639-5564671E956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D3A951AC-45D8-73D3-ADE2-A9937686DFE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2BA18F02-777E-DAC8-A2F3-13D866C614D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F9EDDCEA-7E46-4510-CD48-A44C500333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B4138818-CCAC-738C-3CFE-31690670A5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DC66D02D-7255-AF6C-2384-3C8CE8AE229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BC84A1BD-031D-9CED-A662-E92F64423B1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FEC3BA0B-2DE6-612D-A13A-638F1088DE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FF7F4DB4-7409-CE2B-001D-E3E156A983A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3077EFD9-91C6-E879-95A3-8704EE533B0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1E282967-9054-60C8-FF1C-71BC084337D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E0168635-5ED6-1060-6CFD-E7382755269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DB130AFB-A684-5C2E-7D82-46DE598103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F5A3AB54-E922-C6ED-75CF-179E63F807E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D73F5E35-61F4-2C4F-EF00-2BDD8D941FD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4A5D8C7C-6604-5609-1DB0-CFEB465D5B5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B1AD5007-F9ED-132A-84B9-C318936F21E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9FE0BC7D-87B7-22CF-26EB-2CCCAC7262E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36E20E5C-D827-BC45-D89A-766EFBA4BBA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82AD0006-0AD7-529F-42E2-E782876964A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34342ED0-79C8-E3AF-14F2-E9BC8B7B93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04AF184A-EC5A-B79D-4C52-B4DB01EDC1F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E149330D-F989-9D23-EF12-90D5A7462E7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8111F72F-5CC8-1867-C81D-3A7815AE62E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8A88704B-941E-974C-6E2E-22C4C3DDDC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8DCCEC2F-E965-C168-C766-96EC22830ED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DDA0E1C7-3A69-28C1-36DC-53EACEBCBCC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91B8D372-DA49-948B-B34D-EE80D8E7ED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05826B29-99BA-B17D-238D-F2069DEA3AB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254133A5-AFA3-8A6B-F7DE-1DA53C2BD00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3F6CB437-FCB2-3F86-10E4-BCB76D3802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FBA3DEC8-1FA1-AE5F-0063-4A8E5E18ED8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535EE5A0-589F-15BC-42BC-A23FF38882C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6C6C552C-F732-1AB0-FA7B-E9CC11EB37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44E292C-6865-9FB0-5818-D0AF60E32193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A396576-1B7E-937B-71F6-6D29670AA0F2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0D1DD66-D065-D7C9-6668-7995E263988F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3AAA9EF9-80F0-F29A-061E-91F1E853BE7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04AECE8-B400-96F8-93F8-1E4FAD65498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9BB6F48E-F360-3BE8-0911-A34AF9D084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7311F000-E1D7-9790-A5E0-C0B3BB0316C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B6509516-524E-F6EC-BA53-A198F428427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2A1D2A66-84A8-D43F-12B0-3E5AFF0A53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CCF2F1CF-3FB5-83A3-A441-79DAB7B68A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9D78250F-C85E-2786-2981-63D552A191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AE69CE63-5BF9-097D-EBEB-74C3F4726F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20A1F565-8444-FD8F-AF07-57FA079155B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85A1C77-D183-BA5B-90A6-0BFB406EEB8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08254C3D-3AA3-4115-AAF0-4EB04E9C5A6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AA3244A6-347F-7557-9E63-D027D2D08A6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E6534DA-DCF9-7EB7-D59D-09770E55416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24B2441-5F03-5244-6339-1CF487A554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6DE130F7-5D24-F242-7356-021E3049E4F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34987C9F-89D3-D7D7-E132-DEAF2A469FE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586E07AA-C70C-5351-C1D3-6B72D0A9CAA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A7472A06-CE3A-2E0B-086C-AC9160D1B73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4B50B6A-130C-2EE8-D856-79521F912FE9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9D309792-972E-5A30-AFCA-90936CC6A4E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75C08DB-BCE6-329E-194A-B242B6F412E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E6AD53E-351B-F298-39AE-4956EA26CCB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BAF8CD67-0865-C4FF-911C-5DEF9599AAC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C9BCCBB6-88F1-2CFD-E259-BBDB943F371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482A0CDC-8930-30E1-FC17-CDFF204FCB6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23CE78EA-8AEE-3D39-3D63-3BE66EF78BB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93D0F406-448D-1332-064D-20BDCE5F05C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B2835BDB-4E59-E2D5-8C83-8654539631B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C31C70B8-D5BF-7F39-FA8A-981131ABF81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6E8C04D-0D46-34A1-E3D4-3B128A87DA5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D8B4ED69-90F9-7E6D-E046-8135F82DD8F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6A97AAD-26F9-27CA-8234-E873140F00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A430FBF4-E248-5003-AE53-0C4715B79A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AA893730-D481-2E3B-FD55-BAA5A4A7AE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8A56ED4D-BA00-447D-5760-F2E2C6CFBD1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296F4AFA-A918-11C0-2B96-7E96FC5531E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D556DC58-B3B1-59DA-8C1A-D2F09168948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277E1394-F4FB-3B61-18F1-5FB8AA1F337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99D7D84-77C3-FD03-E057-451AFE1FFB38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05501880-DCE0-A8CB-B258-0FDD42CF0ED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78B2CA03-2847-7D17-5391-73A1F471A72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F0BDE016-687B-E881-2870-C8D312305CC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A364A921-00BC-1B62-47EE-6C6F6D0B18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B99AAE86-5F9F-9985-D6CB-8906C7EC388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2F452F27-14CF-72B9-99AE-3E607D47603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3E595A58-508F-A6BB-D81C-25CB9433BF2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DFEC9878-22B6-99D8-EA67-E9A98C31C41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29B541C9-2CC4-C1C3-CE37-3A304E6184E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92ABA0E0-754C-961C-9FF9-B2B13090DAD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210F151-2B15-1BD0-5CD1-F4F5B6CA102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6859563A-C549-F0EA-1EEA-ACF38D2B07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8F8D6CE0-3CA9-08EC-3DC8-19BC9F3A4F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D63505B8-2AF4-1DC9-158D-26E196ADD2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70430D74-8F12-D98F-3F5F-CECB318F5E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F07B84CA-4874-3348-9D62-3F2DED984E5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A721E337-CB5A-07B2-E66D-DA0C80362E1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C44C35AD-4133-CBC0-ED5D-3CFEA5203DC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BB8B718B-BCC7-27DD-9207-1B412011812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7CAEEE6-14AD-DE2F-D82A-D51DDE0CE3E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0577B24-7DA9-3BCC-695A-03B5A5447ED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904403DC-1C33-8CD9-B9A3-4BF15DC5D76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88B1B9C-E029-CF27-75E3-4EF502A5D76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1602066E-1946-C29C-E790-6566F5E7DC1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19A28BE6-38B5-A431-36E1-88B6FC7739A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24E2FB1C-462C-804B-BA08-3FB306B3CA1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0B6A9475-8478-75A4-891D-038F3AED76D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A007B1C0-DFE4-B13D-3A1C-B0C5DB1F53C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2B0FC0EE-1E2B-E6AF-A217-E99AB104F2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2BAF8BDA-4FA6-19A0-B4CF-D19D437A7B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CC88C3F1-9E3C-192A-7B62-4388B6B0068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71C6F28E-E0C6-3004-87C1-035839FD58C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8BC77ED7-957C-E9D1-6AF4-D72DC5A167B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007147C9-7371-A417-9E24-543DB544E9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349FC2B4-4292-D168-6192-70DB1775C07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DBCE5786-DDDB-FE5A-7D31-7AA815CBFDB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DC382764-FAD6-C599-F251-DA545892662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F0098127-143C-A67A-A945-1CDC7440632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D766F6C7-BD65-C58C-AF24-DB6D703275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EFB301F5-51E9-1360-782F-648EFC04DDB7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315AA231-632D-8414-7ED9-1E58D971D26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5F75675-265A-D280-FF20-67314FD701F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130E2A67-6B0A-9D51-82BD-CDB0D4B059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81D01F85-EBEC-60E5-DF4E-13E4E5D8878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C5CBC6E6-25F1-1683-473F-94E033A8E5B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A52A1B28-FC0F-03ED-83E7-9D8D8C95D9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8E9A25C4-D8A8-5C05-6D07-DF2141C74D1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D0AF1CAC-C452-6BFE-F397-40A244A3640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5A693E59-A641-C0ED-0DA5-C228533CEB4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7F959CB5-23D4-2DC5-2CC0-6837EEA3C7C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AA6C75BD-77F3-74FC-4967-126C9DD91D9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CE7D0435-5700-4341-83CC-26A7D22049C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395AB28F-9D2F-C05E-AF2C-30CF56A11D9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4DEA6297-4D6A-4D17-81CE-0241AC1608F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BB3526F1-DCB8-FB56-A7E6-3A26E238938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C476CCE4-182D-4611-9D93-986832FD9E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F618143F-2B98-4E57-4889-3D272ED3660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AF86F9BB-F62B-D554-85D9-7F8740769F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D3014A43-86D8-19DE-22BA-0C160B6002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161DE026-E6C3-2120-9CC5-F7CF7C1CB414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F676CF52-5FF6-7490-D361-A6248BF6417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1F646C0-A6D5-B8EF-8897-E329FAF442D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DE5A96E5-47B4-6A5F-B816-002F108295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6FA5E468-624C-8E49-E50C-48AAE547EC1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28E70244-4B4C-82C9-2556-65ACFDF8FF4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BDA673AC-9C22-A4DD-2A3F-F7FA62A2A7D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A8FB820A-7489-D3B8-BF5C-DEC4BD83028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46694785-7F84-5081-F6BA-BDA14612A54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8CE226A9-AE70-F8E5-B28D-1F9F3432495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E2FC7699-1EA4-889F-E15E-A017276BE7A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93176D5E-BF44-A299-9A79-4DA7F8D19E6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89A0C280-AA01-1BCE-E759-07FBBF1626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6EE71E11-482F-69D9-74E8-463393D340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85EDAB5E-4CC2-3C08-C4CE-B42A7553D38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6202F4D5-8079-B458-6CE9-E1A93E2230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DE68CFC4-7A6E-3035-9491-D865E2333B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40B23207-0F59-7F84-05A6-4218C88B92B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5BF38196-51DF-EC56-4AAC-C4F578E5057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F8929E89-F7E8-BF66-8666-CA3121BF9F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0B744C81-FFAF-659F-CFDF-3F57E1941C1A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E44EFD21-1AFA-78BC-5A4C-03B230DD245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7A6C20BF-5AAD-B817-FC6C-4DB6E25FDEA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082AFC9D-B57F-57B7-1546-13393868F78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7858500E-E6F1-F549-43D1-EABDF790BF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256C6F09-4E8D-C5EE-1E30-7A6B5301E5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DFCD4D24-0A35-F676-0732-4D18F904EA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F561FA36-3427-03BB-50D2-3FDA52187EA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8DC58B8F-C6F4-C881-E907-896AE33ED27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61ACB367-119A-2512-33AA-155956A6F73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D4C447A0-D3B2-38B1-2E61-794F4243A05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ED954178-00BD-5667-74B0-DBD4951F93B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13A87E0A-6EE4-8CF7-29BE-8C37AB7A7C0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3EB81E89-C069-3EC6-585D-0D05619ED25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859F7D33-2E69-E44A-B8AD-D9E687EB847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60753E22-F1DB-FCBD-CA4A-89B879EBE7B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79245939-3CB8-6FD0-36C5-FC29D14766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92B96CCE-7039-95F7-2311-359715819F5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3C7C1391-ED86-B777-FC3E-335FEC4D663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DBC78A25-0029-2B23-610A-9EFF08CDC1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B868F84-DF12-5F54-ED3F-038C0EE991B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56235910-A3B6-3261-991E-C4FAA341E60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9529E39F-24E5-7702-16AB-6B6B6F179F1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32A1BD77-49DB-55C2-526B-81178B75A3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DFE2ED2D-B8B9-F0F3-1B7D-C461A11D6F6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45DBA9AF-F79C-FA30-6D76-1F18E64ED44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658EF25C-4AD4-34DC-42AB-5B76994053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A24A46E8-6EB9-E8CE-5FCE-3B78F1C17B5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59EC8B7B-A67C-2A17-ECE7-8F26ADB8FFB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D1E70740-5323-69E7-8448-F1BA3CEAEB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C82E805E-D5EE-9D6E-31AA-ED86C68F973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F915B491-E7BB-1187-BF23-8B320475ED9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2ED572F7-E289-F0A9-D89A-5B3042BF0C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218B70FB-07FB-5BC3-5165-2977B29E3E4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E5F95FC1-16D5-88B8-FE30-66BE40DB78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849EC4E6-7668-6F75-382A-BCAB67A571F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C788D83D-4C7F-A54A-AA82-87D50C1AFD5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58CDEA7F-C578-77FA-7C9E-71222269963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DBD0F330-EA7B-7B36-21C4-9968963D2D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DFCA86DE-C6A0-EF04-D2A1-F3383530A46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5919997B-E9A4-0334-819C-CD1E05EA963A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E8759D2F-F2E8-F0F0-43F0-315AC56C81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83937F85-4205-BC44-CD48-561289E5452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93CC688F-4DC6-6674-6EE7-AF8850CF92E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7C589DF9-6358-4FA3-A5D4-CF06B4592B7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F8565E04-0E85-3C68-4FF0-6E14AE6480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21227421-0646-2536-F9C6-B4EAEE0879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E25D4C09-8315-CD8C-659B-4E68C43C34B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FB318EEA-3CDE-BCDD-D758-98949E49BF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9125FF60-163A-4779-EA8E-5A349E6CE7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C049A784-A46B-398E-8C2A-261AE55EF58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CAEE7126-2724-230F-A3A2-38A39F39E0E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8465DA71-88CE-B273-2A00-3656FF47AF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85CE880A-D467-ACB3-9073-0C4DF6DCB23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33015A6B-88AD-AFF0-C650-91FD89AF659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F5170F33-82B5-FBE1-763B-2A84C318E7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6C011BE1-9D74-EAD1-0ADC-12C61294D84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C5472233-0280-7BD3-B3F8-273A9A78B4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D69AFC33-B62B-91E8-C7EB-87FEC10BA9D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E7DDF36D-B67E-68A8-5A8A-9A1413AC1E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5EAC9A3A-D632-17A7-488D-F7874BD60F3F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B60C4C66-8B02-DE69-BD45-C6A735F275C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0A72D354-779F-939F-FFFF-A39F11934A1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4CBBC474-E182-2791-08EE-E4F1A3BFCAC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D1A8A762-75AE-49E9-996C-3AE2DC2CC88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D5A25B00-61A8-AC6C-9509-B6F4CB81F9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41682E44-66B8-6E7C-EF96-EAD418E0E4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83227616-A3B2-5935-994D-0B6966AA37B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4D587934-9818-F0BE-C504-D01BB509B0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88B6FEEB-F662-73D1-DC33-901702CE876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A1677227-2637-6691-A006-5F164BDF3C1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0A25CFA1-6E8E-568F-3928-AEC700BBC86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756AD87B-4ED2-9E57-CDD7-57D271B6048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9053B0D5-CA6E-3F01-F4BA-F05828A3B35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216B9F61-B9F2-56EA-4078-03603A05E2E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69848490-6833-7C08-60A6-49E55FA991B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06F2BC9D-62A3-B66F-CB87-866D9C4F351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B49E6B2A-CF11-0247-AA9B-FAF8BCD1843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5ACDDFCB-B605-7334-CF80-850669B9CAC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6C95A17D-0954-E77F-A043-D50870C3F20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129814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A15F-FFB9-824B-DA46-6884BF27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C944CB9-1559-1E89-E333-47A15E0F7969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30C4366-8164-A9B0-EE8B-C2754656DDC7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30C4366-8164-A9B0-EE8B-C2754656D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9784475C-AA1E-575F-6E3A-907E82DE736F}"/>
              </a:ext>
            </a:extLst>
          </p:cNvPr>
          <p:cNvGrpSpPr/>
          <p:nvPr/>
        </p:nvGrpSpPr>
        <p:grpSpPr>
          <a:xfrm>
            <a:off x="6535861" y="2401927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D1A3B7EC-FEA3-EEA5-CD68-FBB7F3DE1BB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A1FB2CEC-0551-7433-E643-9253EED46044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34C20133-D79F-D672-DB10-27CCDB26F57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A40E3067-EAD9-CE37-620E-753221B40F6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2B840FA1-36CB-CF89-5304-8D8842E275E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B971C7CD-2B50-83C8-B088-A74387F2C96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DAE6ED9F-5279-A549-8F95-5CA49B7549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7069BBDA-147D-549E-69C2-A430408E7E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DD7E43B3-FA96-4785-EB1B-95F56EDD569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4F44BC77-4BAB-E919-475C-763719E2555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8AFC2B61-7651-7523-46F1-876FBDDE8C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DD2EEF52-70F2-21D0-140B-DE70301FDE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EDBE90F8-FA7E-BE24-6D04-3A5F4E61BCD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E63639DD-250A-7E3C-789B-D764CD00B3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A36CA444-6572-1543-F1D5-3C694DF9AC3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5290D85F-81F1-0D76-A9CF-9D8378E5FD7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BDF37D0A-4C24-51B9-5495-D5DE3BCB944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9E4FA8D2-F2A2-8EE2-4539-27E2CE8204D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5B6C44B9-8F6C-4D96-C393-6ED7D3EC5F7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331B29F6-0319-EB67-4FCF-FB8E960003D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C926B57A-8E78-62CF-93A5-E23B07F87CE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BAC78F93-2E95-65C5-0A80-1403E3462272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6D6AB2ED-56F9-A88A-EFE7-3E6CB4828D5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26FA5561-1CD9-AA14-F31E-0D24A178A93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84315CDC-0187-46E9-789E-4656B041BF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E0421C49-C27E-7BF8-3C7E-1FAB98F753E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0E8689DE-AF98-A16F-B430-BE2CD708C61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0453A951-329A-88F5-5332-00B01DF63B0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AA1A061B-C0EE-C5F7-38EC-3F6895ED7FB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9CEE8DE9-F703-9F68-4983-E7652B76C8C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DAEB3E08-7AD2-BD71-65D7-291E7142A23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25E6F7A3-8ACD-AC20-F129-3786D8AA815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8BD680F8-61FD-B276-4A74-BDBCB1D1932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A4126C11-6F56-55E5-6747-FB50391839A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B428C1DC-1DE2-73B9-1D6E-3B16070153E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32F48FAA-B6E2-3459-3087-44BD0CCEFFE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94CE3AF4-CE34-D307-7C5C-B40F14585B0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21FD3778-0B10-8F36-B0D0-B0C51EE304D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5572D35E-EBF8-9C06-A75E-4C549E648EA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3AAD8054-BFDC-7746-A8F0-FCA1B551DE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E6BACBD6-8072-67EC-7063-33F3BFBDEE5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7C770029-3237-F8DD-2A81-73502997F93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1EF2E334-3C68-49A0-8EE5-EC082E13353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F12DB212-9F03-4983-9F9A-F6C02970534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B1873CEA-5644-3E85-7B48-2838C0278E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F746ACA2-0431-120D-71C2-FD75973D4F6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30568398-622A-A23D-9E3F-DB2D271E52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3DC99216-5A7E-5400-DA0E-16C31A4DA6C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7F72164A-8C42-982B-5014-03297D116C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0F90F484-2056-DFF9-FBE9-2D66C78DBEC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802BEFF7-AAB5-8D00-5025-8E3E0786BFB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D08757AC-6459-FEA9-864B-40E1E085BF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DA98C252-2019-EFE1-F649-8C698F62D6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7A3F1295-E8C7-194C-11B9-CA6F038235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55DF7566-0422-FE96-44DA-31B6D1455EE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F325EA9C-5B93-096A-7286-8D848951E5C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8C314B5D-9F66-AC45-569E-43BC566F55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D29364EE-AF2D-A4DD-BF77-D7C5D32B66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5F7507D2-7F40-993E-9937-A3C1176CC8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09D07350-BC82-41E7-E7C1-2875207810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62C14955-5FF0-55A1-B2CE-7F6DA7BC85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B26D8149-8F74-07AE-50C9-0D3DB21F2EFB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2EB52CDD-2C16-BAD8-B719-D8AB23E9B95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42C78E7E-D8B7-EC46-20D8-B54BA84A160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792ABEEC-95D0-C752-BEC3-AD27177210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B6ED4A39-71BC-FF81-83C2-7A92BC77BA6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69CD76F7-F962-CDE4-F843-AB7BBC80D4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06106576-86A6-7D4E-74A4-62892A18834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A4EA2AC0-648B-F60B-F102-CD7217FE9D4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C6BA78EF-5C97-DA39-F68A-F8C904108F4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96C1D75D-7BDE-D2B3-EF23-4667BB8948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BB9E3977-49CD-F107-8585-81482A43668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7B926450-C5CE-FEE6-B445-CB2050E250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0F4B3D36-EC19-5A07-26E7-9894454F4BC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FD86DFE7-E682-C7D5-49BF-FD7A938DAC5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10CF5ABE-09CB-64F2-EDE9-C0B5C0FC1B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EFC72047-217D-2C48-25F9-C52C2D23713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9C18EA04-58F5-AB05-AE22-F80A4949CD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36CF13F4-BED8-C05B-0E52-FBE11033FBF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21F7D362-5604-65CE-1F89-75446F185F3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27A5E0A5-4C6E-8C6A-DCF7-E9202868923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6987CCD4-FC38-0EEB-03DD-471A7D5AF3D6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57371E52-2316-2841-F244-B2E4EF2BC0D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19C82D80-8874-EC3D-F8E8-5940A8888BC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B38F1AE2-3031-8708-B077-670AEE48379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C770D01E-FC59-4A4F-93A6-DA315CE445D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529091A3-498E-3E4D-5984-CD7AABFAD8C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74794017-19A6-844E-07EA-7A25935990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1C2D56FF-E9DF-9F31-60BB-679AB3A559C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214AD3E4-B0A1-C8DF-B9CA-4468F763EBE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9B652600-C2F4-C068-5141-372F01A68CF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F18C4E86-B4FD-9C76-0B45-E8BF0493589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0EF2240A-11D8-10C9-C065-52ECFC53F6B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C7F83A9C-B109-BDCB-7242-5451D697D0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5F9D5794-CF6A-A139-36A9-7A34BAC4D73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47B6E8C5-364B-CFAC-1BE8-634F35348D7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65B8BB3E-3471-2E70-BE23-32C4B29078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4DBE719E-EC7D-4321-9D4C-21DE160225C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C77A514C-11E3-29DC-AAFC-5E65CB38FA9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9767BF7C-ACB4-F8CE-AC86-2B3EFE1B23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DF9B7884-F0B1-CD57-4322-B173A1F41B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00CA8582-4094-600B-8523-9D305B73617A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1CCDAC24-D75D-2CD4-A54B-AEE34701134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D352EF4F-3AB7-3D6E-8C47-74AFA3348A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BE7CE9C5-3667-06DE-1CB0-0CAE71207F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B28C0575-1C44-EB54-42E7-4766C639DA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A18F0457-C8CA-3C93-8A27-EFB5D080F7E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02525DC5-623E-0819-7BA4-26817AFB120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0529245A-322A-E241-5685-8827BC3F507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DC964563-B690-EA02-3632-149048BF2C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F9F7D42D-EC32-9AF4-3E5F-067E950B268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150FB210-E8D3-2CC6-2C76-A5811E4F50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88578D5C-7B54-2009-2214-74C497ED2F4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0D016F4F-7FBE-6A78-2259-DE87FB9FF1D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205420DB-DCC0-8A55-883D-6E747BD3DD4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CB5FF4AE-C266-94EB-80BB-6BAE45D0386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8E10DEE0-B181-DDCF-90F5-BA384B14D16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E245300D-1E6A-2A9E-BBCE-61BB8F4FCD9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2DDA3F6D-B439-EB65-BD56-BDDD9A7E220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87C10E01-489A-2A2B-AFBF-7FB16F9FCA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ABDE4B93-3CD5-82B2-2F27-7F803265B02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094F3C05-4216-D656-75C5-5661B2B81DD8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26378EAE-BD44-3258-8B6B-3390BC69C23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A121E8AE-F34D-BB8F-6254-9BBB9F4A32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420100BA-FD08-E59C-B076-54FB458B5C2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48B4685C-6CBA-C8AC-DE9A-3E40AD909BC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1D1E957C-81FA-4E72-8253-702876C59D0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7F390792-BF84-7A25-E476-2E7130641A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3B37FEB6-7673-5BC4-A059-A26BF4419E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4EBF29B3-0E0A-12FE-F06E-0F630D3F0D6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D8A80870-813F-379F-552A-E58551A4376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158559F6-FC92-9B35-A39E-F548A5F56B0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6BC54E2E-6E85-B43E-9E8C-2400B794161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1D145376-6DE8-8357-3FD1-51966587E38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267444DA-7A83-78C3-C4F1-99C29DE8D21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1AA2E49B-945D-7654-5BA6-41C02B8F94C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E0B6D2FA-F2F1-1BF6-297F-37A9B92CA80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39B31DF3-C386-6A98-10F1-731FC3ECD4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F057F8D0-EAFD-0509-9E09-62BA084114F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4FA5D7FF-5C0E-7461-1A5D-EB0D8B31E8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254007C4-9F0F-13B6-7696-50C390A9CE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B6061AB6-9908-F70D-2B1D-58D6DBBA358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8EB4DE2D-CEC1-A22E-E4D0-DCB8BB9D8AA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2479C9DC-B3D9-1309-A96C-96F017AFE3B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B1CEAB3A-3BD4-D5D2-4268-49DEED967E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ACFBC154-0378-2295-8487-1D73430A22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E35FA784-494F-9F18-F3AC-55D297100D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05B7F24E-4497-2CDD-ED32-DCE9894F699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AE7F550B-FFA1-0A0C-189F-0535353AB17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EB549690-4CB5-0F17-B525-F2D5710893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1F493F09-884E-4B1C-3B0A-1BA742D59C1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301EA3DA-445A-F40D-1ADA-A1FF72ECFF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919C1CBD-7DDF-CA71-70F8-411F86D2FEE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976A31F5-2F07-ABED-9E79-6B49A04B6DD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FBEAD1E7-167F-C3A4-B63E-90DE6F80CEB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F32DDBBE-32E6-27FD-F5AB-3F9F826556C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038DB4E2-146C-0D2B-6B9C-EA2AF85D9CA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80665E64-E4B1-B280-BA42-8FEC9B59270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AC2BA003-E39A-C3E7-83E1-C6C18A0856C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AAF8C970-BB06-1FFA-FF89-DCA33E068F1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A96A3DEF-C424-6DCE-015D-5B93BBD111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18C54DBE-CE73-79EC-7BFD-3748F76A2318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12B77C52-0D24-676E-8F01-301A96C5DFD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D403BEF9-7716-FDCA-B267-6AE84D3FB5C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11381C5C-1FF9-0C7B-EBC0-1D6494875F9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F7AB6169-27B7-66F9-AC0C-4ED9288F217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B9F4584D-B5DC-6DE2-97D8-8054F5A4F82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9950B51A-32E9-994E-11B3-75FF5EAA4C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08E28199-FDFC-1E01-26BE-BD910D9C61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0CF7BBAD-46B6-A664-03FB-DE17D67C8F5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A1B89C42-EAF8-0B61-C5C8-2E3C9B8513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D60604BC-3FE0-98A5-BCC3-0F1F4B998D2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5B22F970-D5BE-44EE-6685-FC6310C1F34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8FF98BF6-B357-F853-22C4-DDA9E8FCAA2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0835DE21-7378-7694-808D-E77E07127AC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E7811F2C-E262-3CEE-B1FE-8BDE281FA47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C13E2F1B-736E-1376-6801-608ABDF8214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71ECFFA3-D288-97EB-BD9F-534F3A4176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CEE5BF03-1565-62D0-BEAE-E7CC768DF2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EF5F8CA9-CEA8-FE64-00B9-3EECC5A2371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4A06ABD5-1959-D114-7D04-417BC061674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77C6FE08-E8D3-D004-21D5-2F8895DCCA4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AB35F1F8-5590-8AFE-0A61-014455324BE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3CC9474C-41CE-4F25-DB41-5836F3211EA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CA03D010-FAFB-9FE9-EA85-4A3D170562C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E18E7144-AF40-2D85-4A23-C695F5144FA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AB39379B-EAA7-4993-A32B-A00D939B47C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5AE011CA-F614-62CB-1011-2A141A1779E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E7F0DBEF-498C-EE67-50CB-36A65EAF769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C712B59F-02E1-EDA7-60E5-466A556F71E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61BF91DC-05C5-1AA2-2422-02F49AFED8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419F29AE-8B5B-1985-8CCF-0C2BD0C03D3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C8061E87-C5B1-0E76-E04A-898F1A5EF61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4C8076C0-A8E6-4B82-FF93-ED7359CCAAB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A3DA85AE-F0BA-7D74-0971-4A53564DCFD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9A0A2CFC-1E34-EC46-8A6B-E66E4930D91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45720A77-8299-B3E3-0E98-314287E7E60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4618223F-65DF-A231-0F8D-98FD12486B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08EB278C-2B1F-BD31-F30F-A2D865AE1F6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888A49F8-E732-6F46-D2B4-7A599F7A6E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9332630B-A7B3-A741-D34E-6A7F76C725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AEDF8B1-F910-34BD-91E7-F69BACF09384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DADFF8-5D3E-F791-5E7E-549BA34A79BD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2B01DA1-C88C-FCBB-29C2-50047F48D615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307171FD-C804-CD92-63AA-91694628616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9D5448B-59E6-11E4-F33F-539A8D8816D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06CFDE9C-E06C-0E05-3D69-3EF7E1515FB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965706E1-A05D-DD15-49D9-D593E0493B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A3F31461-A69F-4FCB-FEB9-647174F0876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8DE43CA1-C621-C8A0-D679-0A0F81C362F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D486F852-7170-EF41-84BB-2C4BD851F7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1E4FBCFB-5C02-F481-3E52-2B723E95A59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2101EF7-524A-B730-B221-B734CA332A4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6E20D9B-1A64-DBC5-2690-B979CD8125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694D152-F713-6C97-9176-B115112229A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7005E7C1-28C0-3C01-C91E-1916767E21E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15F47C8D-577C-803C-4531-EFD992D562D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15439836-6A53-2099-7D56-161BCA87FD5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075210D1-28E8-1C25-FDD1-F03E6AB1C37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17160556-5A67-C981-9261-1E7178AA17B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091FD82-63C4-C2F6-133E-23914DF7577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DB9ECB3D-0922-0927-4953-98DEE86F868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AAE9A0B5-0174-F1C4-A3FD-BAA92F7A2DA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3EF31F5-3037-6BA3-D92D-72325F2148EE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A6D45A9-FA70-EB12-D423-10C2A30362B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015B1D6-475E-F1BC-F8AA-669EC056F13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E24FF0E7-D6EF-D53E-FFFE-9039205EE34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E2943680-CB9D-E288-DAC8-C15097D64E8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E67465CC-2F55-D24B-6796-DE8761011D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EF8A097C-93ED-317C-658F-D1555610EF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23712122-F027-DD49-DBAD-3CBF15A4466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5E5EF6D1-2400-A864-501C-0E46E42F6D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66C4974A-0013-FC6C-12B7-C31C2ED01E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25257945-D3D1-7CB7-81EA-332CC27D2FB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BDA7F0D-D47B-5EE6-B64B-78101DB269B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FFB4AECF-C8AE-4082-0129-BDBA6FE5DFC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7B0A366D-C9E3-0B52-AD72-7194824F5DF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209CCA04-ECFB-EE64-6440-8088A02E6D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0E6E1C7-B336-5CE1-FD9E-B0846D4B6E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B1F0C2CB-A4F8-0953-9560-AD131D04497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DADED370-A853-4ADD-D946-BCEA4F4B005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9298D695-4DC2-210A-311D-5EB975DC3A3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4C2DC3A1-4596-E08A-9F0B-B14553FA06C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D3D5D9E-EA10-5261-364D-B32029786466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D0ACB90B-AF61-6D72-6D23-41E7C08CEB6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D0533EF4-72AD-8931-9A1D-3C7C0DC1939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99DA8F69-2337-5E23-012A-82F81253ED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0DA77506-1170-0A06-7F41-19117D2AEA7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88495E54-8E79-9AB5-4D21-FC8D2ABFEF7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F0462E5A-E900-CBC9-65F4-917E9EBC3D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485C8112-D85B-20B3-8929-636B08E4BC0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BE49FEFB-2E44-8327-CEF8-7906A80F329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D250F0BF-BD0A-71C4-4CC5-236150B7BA5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9D3D4CB7-7ECC-EAE2-1D6E-E8B1B42D12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5798408-2E0F-35B3-C2CE-854FB041889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F5F29C22-82CD-3613-032D-389FB933BF9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07D11318-E0B6-828F-8C45-B0F5781B9AE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102258BD-6C97-9273-EE44-85F7E690D61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F333778B-EB93-DA21-1B50-DA759A1E456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768B3160-D478-C8BF-4F22-BF376DEC2F6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29E60B0A-599B-BFA5-82BD-DFC9647054B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AB4C1A08-010F-70A4-DC70-4661E853D91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3912ADD1-69CA-A494-79E9-CFBE9C39082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80FC868-7F99-EF0A-0DFE-2C77C1F5F695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112F5C42-D260-2E9D-7BE2-B9E1C70BE54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AD51D501-1247-0690-91C3-EF78E3D0DAF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15D9AFED-CBB1-C1E9-943E-7378A8AFABC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C9344B3F-A455-6FF7-DBE6-03DCCCC90F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946EBD7F-072D-CCF3-40E5-18D8C8C186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87B5BA09-1769-6D9F-0F3D-46609970D7E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D3FEE6BC-8E20-B71B-EC30-D1B141FB777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35F5D988-E395-DFD3-AC96-BDB0F59745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5D4BE3F8-6BD1-97F7-29BD-1D8D4B5AB11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4233983B-6651-378F-492F-8A6F21C0E7F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3FD01C8-4F29-4D92-FF07-CF1216F0971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0E8AEB38-8084-D636-18B7-15476EA58A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8EAEF226-E8FD-AE82-01F5-B7DE44C86A6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E4561103-0076-49D1-4A9E-77F23BA1670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DD86079B-4B66-E35C-EA22-A03C47E8BC2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5EC130C1-3CB2-3173-7B7A-094D1439C7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01D85CB1-0A6D-4F6A-61A8-FCDE2E6D790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0DAC5F79-B41B-F978-4F26-B1A5D2C6F3A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EFBA3C53-FCAC-D9AF-15FC-BAEB893C7B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FE285E6-3919-9813-D402-CEE55613264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2B04F5C-4E5E-4455-9C77-AC0D5A7164D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A6C59348-A72E-2269-7C3C-9913F35063B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31A2FEC4-9B63-CCE4-7845-50A316B72B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1403A464-3DEA-D877-BA1D-ACBD733FEA9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7CD40045-9180-AD87-CE37-357A66ED026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EE2D96F9-2333-8E53-6581-C3FE58BCF73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741B0D20-8A2B-1DE9-3CFA-66CA550A7C2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84AAB2E9-55EF-A918-CB7C-E1EFC798DF7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51E8EEAE-EB09-F984-7663-5A186903ADC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81D658E7-B3EE-0477-8330-D80E264060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94C8A1E-4F7B-663A-972B-1AB3FB3BC57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CA21BA26-355C-5B45-0C75-A2D7E64768B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F8857E35-F9BB-6AE4-881E-4E3A5985A9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382B23DA-45CD-E611-091A-6543EBABA28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D53EF70C-222A-2221-52BC-E305A67F35A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D68373C3-E38F-3ACD-2491-ACA7DE531E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54963B4F-E12E-A767-0863-6EC2BFD0644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EBA7D168-A85B-77A6-827D-F16E3A2A8E1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043C89D7-0E61-4594-756C-195A4A75780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DA90222-6325-A173-1BC4-FF73E41D8787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838AF36A-EA22-6554-6BCF-EAD8D7DBEAD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7A9383F3-69F8-0D39-8074-1B2A841F8AF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8558ACA0-0E9D-584E-83C9-F86B739D86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82F32357-5297-5BBF-EC72-5F532921CC1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7454261D-763C-B712-8758-305AF1BA05B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3F8EB727-7A5E-5583-FDF1-4EFF0D7CEDF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53EB8DA5-CECE-5B0B-B364-35A76D21061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47B36A60-4F00-58AD-F7A0-055DE74DFBB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C58DB5ED-20E7-CE3A-B724-10E438D40BE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7C6EE09D-4CD4-1968-B65C-553D28141B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7E76119E-A091-68A1-476D-5D3418AA967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01EF2A40-BB1B-9B77-DC21-8743ED85414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BD3C4E2F-6A0F-D4E1-C8FD-8E75C6F8A3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BF0305EE-7A93-A11A-5061-89F6E735D6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110A24E0-8293-0127-11C5-21BD3436A64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73F1AF2C-1313-645A-D3A6-94AD73B5CD6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6E493FDF-202C-C92E-CD00-6AFC0C3EED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4FA8C8BE-2488-5D84-66CB-5997FBA74FC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739B2769-E95B-55E7-29A4-CB9AE6082E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D22BA878-1122-666F-D48E-717A6C070C13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288AFB8E-5C1D-30E1-DA92-5DFC40333B7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3E2D5F4E-ADE2-09F9-5F89-D4C83D45186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6478CB9D-7AB0-0180-EF93-878C213E977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5A7DB9E6-0A94-FF2C-57B0-0B0FB908272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AA16369F-BABE-BDD4-6A5C-3850C0BAB21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B09C05A8-9A8D-CB1E-21CE-DD0A589F600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2230F0F8-91C6-28D2-E691-7A75A9098DF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01B4D0DA-B2D3-09CE-B5AD-18F7B10D9F9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6D84F190-2D9A-FB29-FF3F-C4016C57C23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464FFA92-94FC-FDEB-06A8-14BADBACF85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F7A5571-711A-1682-131D-9E629311984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5B793BAA-9966-2631-AB58-C0396FADCE7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94BBA28A-CB1A-C484-6E11-33787C7EE55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8AAFBD8D-C397-BF97-B060-CB6A9C74BF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D77D9F4B-0306-EECF-EE02-92B7EE1641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B6F65BB8-A32B-7F6E-D145-3BF34D4521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33D4F0F5-C385-E370-A669-AA95073C5F5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858293B0-6B88-C762-F5C8-81625A6F5E6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52810478-F0D2-3C08-AA08-9BF61F096E6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588908E-4085-2763-6A0B-E19AEC4771B4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4B337C34-584D-1FE6-C2DD-62D240328FF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720142AC-1A5E-2014-53D5-B20F07CA86F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6E1BB308-0DA4-E99C-A91A-CCF7BC1F114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B85F2E1D-EC0D-FD98-8E25-9ED1A3A5E2E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38F77CA8-F166-B497-4138-B6AA83BF4AE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57FEB5A1-227C-E47B-FA0A-24835826530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2FCCADD8-BD3A-85B3-C6ED-36A2169DC3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229D8A6C-68C9-BA38-06D9-268D78DD0AB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60E463DE-D03F-058C-F8B7-F140C4AFB09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6B2B7834-C7E1-798F-F2DC-31C4D1C2D6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BA126D6-4A7C-37FF-A16B-81E40DF29DE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D6696183-E315-53AC-4CD2-138C99C8D93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B6C3B222-F627-D01B-C78B-D329441F5B8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E5783858-0C7E-9D94-29EC-4CF7E1AB78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33245082-83EC-20A4-5184-ECE56CC5B7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69632158-DC50-EBCE-3E1B-BD4B7446643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103365BC-F777-E17B-197D-171C26AA0E2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EA4202FE-3805-A5AA-2B4B-1FC0EC37FC9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4FD6ADB9-BE88-4076-2038-A34B481C10F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1D8F99C7-AA2E-9A2D-DEA2-709C352036A3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D951629C-25CD-040E-EB72-CF939D363B4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51267E39-E132-DA16-4763-9D10528AF10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CC9F4069-5A96-8E47-C640-C9CAD4D6285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A7C68E28-AB90-7F46-0C02-453E9F849C0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EAA7D82E-B593-96F6-1664-4F5D11AD57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C97E220D-A7CE-DDC1-0203-371F410145B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2960B8E2-94A5-6BFB-D05B-F2D4A57DFEF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CB8776A2-C417-2741-F94F-B571CE69B6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F363BADA-A429-4251-EC25-DE525FCBAD3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5E234EC4-28FE-5A04-5245-D6D438CB556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243459E8-FBD0-6E40-0E6D-48398DE9607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79D94E4B-D2E8-0C25-5101-51C00A01F4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5FE5A291-AA6D-0B7B-006A-A005E988B4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D67A5E3F-38ED-BE6F-F5E0-3FE4AF94D5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4DC7129E-B7DF-7852-CFB8-ACB29FD3E74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B5C04201-EB2E-1A9C-25C0-CACD3FA307D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CE8890BB-ACCC-FFC7-5125-DEA0CD8427D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05BAE6A1-457E-C679-6957-D00B6229F6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062D5CCA-5149-2A41-DDEE-D82CB1C17B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3019DDC4-4C2D-7666-0DFA-FBA40072DDC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54C75495-2CCC-7B8A-5961-B71C4806E23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FD9D13E0-AFA3-B795-41CD-7F34F7B3F03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C45F8B57-9840-1EE6-2241-5464B89A97D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B914F37C-5450-219B-2A39-C108B06683B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68C02B44-E2F8-3D42-510D-0A1D8F2236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4A1AE3FA-585C-1326-0497-5D2CC8FB4CC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182B5A45-341A-3375-37E3-AD39AFF6005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1430E2E9-B752-8B14-1C96-E63B034199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C58C34E2-C0A2-C7BD-9733-EFF22508035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E66A0B66-EDF9-8028-4BE4-1521737A241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EA557401-6E58-941C-D521-49EDE7E801C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BC9E8582-C4C3-6C89-FC2A-83DFCE0762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D752BC9D-B247-0A2E-930E-C605DF23190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1A0DEBE8-5250-B258-0FF8-32282EDBC3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F4F2383-9E0A-CF9C-B567-FF8630F4794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E778103B-2A09-037C-0C9B-1DA8020DF39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E94DCCFD-6225-B74D-72A6-19C634192D6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C8C97EBA-08FD-F819-98D4-18F80D1F0B6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E5766667-5CBD-3FE9-779E-BB26D194C5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3176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344 -2.22222E-6 L -0.56667 -2.22222E-6 L -0.56667 -0.26597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05" y="-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8667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E5F3-AF83-5982-C763-BD9CCCF0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1A955-1341-4256-ACB7-8662A4905C95}"/>
              </a:ext>
            </a:extLst>
          </p:cNvPr>
          <p:cNvSpPr txBox="1"/>
          <p:nvPr/>
        </p:nvSpPr>
        <p:spPr>
          <a:xfrm>
            <a:off x="1496536" y="2197269"/>
            <a:ext cx="9198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+mj-lt"/>
              </a:rPr>
              <a:t>How should we count states?</a:t>
            </a:r>
          </a:p>
        </p:txBody>
      </p:sp>
    </p:spTree>
    <p:extLst>
      <p:ext uri="{BB962C8B-B14F-4D97-AF65-F5344CB8AC3E}">
        <p14:creationId xmlns:p14="http://schemas.microsoft.com/office/powerpoint/2010/main" val="15559011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63D8-CB57-EDEA-82CD-1DB63661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21F86A-D536-4AC3-DCE9-9EBACADCDDA7}"/>
              </a:ext>
            </a:extLst>
          </p:cNvPr>
          <p:cNvSpPr txBox="1"/>
          <p:nvPr/>
        </p:nvSpPr>
        <p:spPr>
          <a:xfrm>
            <a:off x="379826" y="311150"/>
            <a:ext cx="67915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For discrete classical systems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2EA027-8E97-F65C-E53B-7DB026E8D43B}"/>
              </a:ext>
            </a:extLst>
          </p:cNvPr>
          <p:cNvGrpSpPr/>
          <p:nvPr/>
        </p:nvGrpSpPr>
        <p:grpSpPr>
          <a:xfrm rot="5561503">
            <a:off x="9571679" y="-166524"/>
            <a:ext cx="1369640" cy="2437968"/>
            <a:chOff x="1942319" y="3651215"/>
            <a:chExt cx="698244" cy="1242879"/>
          </a:xfrm>
          <a:solidFill>
            <a:schemeClr val="tx1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F0E629-E044-C607-1C74-2C206F8A9FA4}"/>
                </a:ext>
              </a:extLst>
            </p:cNvPr>
            <p:cNvSpPr/>
            <p:nvPr/>
          </p:nvSpPr>
          <p:spPr>
            <a:xfrm>
              <a:off x="1942319" y="3651215"/>
              <a:ext cx="698244" cy="1242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D8E656-083B-CDB8-A6A4-2228D6BD25A5}"/>
                </a:ext>
              </a:extLst>
            </p:cNvPr>
            <p:cNvSpPr/>
            <p:nvPr/>
          </p:nvSpPr>
          <p:spPr>
            <a:xfrm>
              <a:off x="2099378" y="4236895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30A0937-C549-D01B-D39E-075F1F24613A}"/>
                </a:ext>
              </a:extLst>
            </p:cNvPr>
            <p:cNvSpPr/>
            <p:nvPr/>
          </p:nvSpPr>
          <p:spPr>
            <a:xfrm>
              <a:off x="2110262" y="4540211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93B58D8-01D9-70AF-A460-3AEDFF9CDF6A}"/>
                </a:ext>
              </a:extLst>
            </p:cNvPr>
            <p:cNvSpPr/>
            <p:nvPr/>
          </p:nvSpPr>
          <p:spPr>
            <a:xfrm>
              <a:off x="2094718" y="3929788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17933D-9651-F72F-1123-4229C5E7856B}"/>
                </a:ext>
              </a:extLst>
            </p:cNvPr>
            <p:cNvSpPr/>
            <p:nvPr/>
          </p:nvSpPr>
          <p:spPr>
            <a:xfrm>
              <a:off x="2382404" y="4230668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F0F711F-8C9E-2014-15E0-EEAD5C7659F4}"/>
                </a:ext>
              </a:extLst>
            </p:cNvPr>
            <p:cNvSpPr/>
            <p:nvPr/>
          </p:nvSpPr>
          <p:spPr>
            <a:xfrm>
              <a:off x="2393288" y="4533984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DD5B06-CA6F-1186-613A-3A62AC50E56B}"/>
                </a:ext>
              </a:extLst>
            </p:cNvPr>
            <p:cNvSpPr/>
            <p:nvPr/>
          </p:nvSpPr>
          <p:spPr>
            <a:xfrm>
              <a:off x="2377744" y="3923561"/>
              <a:ext cx="83975" cy="83975"/>
            </a:xfrm>
            <a:prstGeom prst="ellipse">
              <a:avLst/>
            </a:prstGeom>
            <a:grp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5C20BC9-D0BE-9217-FD36-9FD83A41BA20}"/>
              </a:ext>
            </a:extLst>
          </p:cNvPr>
          <p:cNvSpPr txBox="1"/>
          <p:nvPr/>
        </p:nvSpPr>
        <p:spPr>
          <a:xfrm>
            <a:off x="1060450" y="1069756"/>
            <a:ext cx="31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simply count the points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62293-432B-925C-7DC1-64D16053F9AE}"/>
              </a:ext>
            </a:extLst>
          </p:cNvPr>
          <p:cNvSpPr txBox="1"/>
          <p:nvPr/>
        </p:nvSpPr>
        <p:spPr>
          <a:xfrm>
            <a:off x="4050125" y="2444540"/>
            <a:ext cx="75259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For continuous classical systems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2CD451-BBC7-3564-A97C-308F445B06B6}"/>
              </a:ext>
            </a:extLst>
          </p:cNvPr>
          <p:cNvGrpSpPr/>
          <p:nvPr/>
        </p:nvGrpSpPr>
        <p:grpSpPr>
          <a:xfrm>
            <a:off x="495300" y="2247690"/>
            <a:ext cx="2660650" cy="2285580"/>
            <a:chOff x="7289800" y="4699000"/>
            <a:chExt cx="1441450" cy="1238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CD7910-E0D8-BC36-339F-996BBC029DBD}"/>
                    </a:ext>
                  </a:extLst>
                </p:cNvPr>
                <p:cNvSpPr/>
                <p:nvPr/>
              </p:nvSpPr>
              <p:spPr>
                <a:xfrm>
                  <a:off x="7566719" y="4962187"/>
                  <a:ext cx="838200" cy="7118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CD7910-E0D8-BC36-339F-996BBC029D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6719" y="4962187"/>
                  <a:ext cx="838200" cy="71187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8495136-27A7-D6ED-1AF5-BEF5F53E13C2}"/>
                </a:ext>
              </a:extLst>
            </p:cNvPr>
            <p:cNvCxnSpPr/>
            <p:nvPr/>
          </p:nvCxnSpPr>
          <p:spPr>
            <a:xfrm>
              <a:off x="7289800" y="4699000"/>
              <a:ext cx="0" cy="12382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CD45C3-6D91-BE88-640D-EF3B0A6053ED}"/>
                </a:ext>
              </a:extLst>
            </p:cNvPr>
            <p:cNvCxnSpPr/>
            <p:nvPr/>
          </p:nvCxnSpPr>
          <p:spPr>
            <a:xfrm>
              <a:off x="7289800" y="5937250"/>
              <a:ext cx="14414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2018028-B251-C825-BCD7-765423D706DF}"/>
              </a:ext>
            </a:extLst>
          </p:cNvPr>
          <p:cNvSpPr txBox="1"/>
          <p:nvPr/>
        </p:nvSpPr>
        <p:spPr>
          <a:xfrm>
            <a:off x="4645856" y="3243910"/>
            <a:ext cx="4106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use areas of position/momentum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36A4DC-2FA7-3D66-763E-BD155B396AA9}"/>
              </a:ext>
            </a:extLst>
          </p:cNvPr>
          <p:cNvSpPr txBox="1"/>
          <p:nvPr/>
        </p:nvSpPr>
        <p:spPr>
          <a:xfrm>
            <a:off x="2631361" y="5114840"/>
            <a:ext cx="53519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For quantum systems?</a:t>
            </a:r>
          </a:p>
        </p:txBody>
      </p:sp>
    </p:spTree>
    <p:extLst>
      <p:ext uri="{BB962C8B-B14F-4D97-AF65-F5344CB8AC3E}">
        <p14:creationId xmlns:p14="http://schemas.microsoft.com/office/powerpoint/2010/main" val="4081078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BE8A-FF3E-52C2-1314-22C3CF92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14729-A080-2857-1926-3BBDA2DF80BF}"/>
              </a:ext>
            </a:extLst>
          </p:cNvPr>
          <p:cNvSpPr txBox="1"/>
          <p:nvPr/>
        </p:nvSpPr>
        <p:spPr>
          <a:xfrm>
            <a:off x="415211" y="390440"/>
            <a:ext cx="4846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For classical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939DAF-6331-2AAA-518F-185DC6CCE9B6}"/>
                  </a:ext>
                </a:extLst>
              </p:cNvPr>
              <p:cNvSpPr txBox="1"/>
              <p:nvPr/>
            </p:nvSpPr>
            <p:spPr>
              <a:xfrm>
                <a:off x="913592" y="1672403"/>
                <a:ext cx="4529638" cy="979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939DAF-6331-2AAA-518F-185DC6CCE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92" y="1672403"/>
                <a:ext cx="4529638" cy="979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A8E7318-E1CD-15E4-B865-281306FCB446}"/>
              </a:ext>
            </a:extLst>
          </p:cNvPr>
          <p:cNvGrpSpPr/>
          <p:nvPr/>
        </p:nvGrpSpPr>
        <p:grpSpPr>
          <a:xfrm>
            <a:off x="7368589" y="258464"/>
            <a:ext cx="4644893" cy="3644901"/>
            <a:chOff x="6608380" y="488949"/>
            <a:chExt cx="5478523" cy="429906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BA95E1C-5C04-45FB-56E4-375258812964}"/>
                </a:ext>
              </a:extLst>
            </p:cNvPr>
            <p:cNvCxnSpPr/>
            <p:nvPr/>
          </p:nvCxnSpPr>
          <p:spPr>
            <a:xfrm rot="1980000">
              <a:off x="9199180" y="978009"/>
              <a:ext cx="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2DBC2B-E4FC-F466-5B23-D4F6620B7C7F}"/>
                </a:ext>
              </a:extLst>
            </p:cNvPr>
            <p:cNvCxnSpPr/>
            <p:nvPr/>
          </p:nvCxnSpPr>
          <p:spPr>
            <a:xfrm>
              <a:off x="6608380" y="2883009"/>
              <a:ext cx="51816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6B811C-6269-91C3-30AB-3D31D01F7D9C}"/>
                    </a:ext>
                  </a:extLst>
                </p:cNvPr>
                <p:cNvSpPr txBox="1"/>
                <p:nvPr/>
              </p:nvSpPr>
              <p:spPr>
                <a:xfrm>
                  <a:off x="10158979" y="1056741"/>
                  <a:ext cx="434784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6B811C-6269-91C3-30AB-3D31D01F7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8979" y="1056741"/>
                  <a:ext cx="434784" cy="435617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4DC02B9-63C3-8C0A-19FF-52305E16718E}"/>
                    </a:ext>
                  </a:extLst>
                </p:cNvPr>
                <p:cNvSpPr txBox="1"/>
                <p:nvPr/>
              </p:nvSpPr>
              <p:spPr>
                <a:xfrm>
                  <a:off x="11485180" y="2880477"/>
                  <a:ext cx="435919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4DC02B9-63C3-8C0A-19FF-52305E167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5180" y="2880477"/>
                  <a:ext cx="435919" cy="435617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3DD600C-07AD-01A6-1CD5-B0F07851F191}"/>
                </a:ext>
              </a:extLst>
            </p:cNvPr>
            <p:cNvCxnSpPr>
              <a:cxnSpLocks/>
              <a:stCxn id="20" idx="4"/>
              <a:endCxn id="18" idx="4"/>
            </p:cNvCxnSpPr>
            <p:nvPr/>
          </p:nvCxnSpPr>
          <p:spPr>
            <a:xfrm>
              <a:off x="10198320" y="2044094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EC8AAD-0B9C-5573-2B23-5515F414778A}"/>
                </a:ext>
              </a:extLst>
            </p:cNvPr>
            <p:cNvSpPr txBox="1"/>
            <p:nvPr/>
          </p:nvSpPr>
          <p:spPr>
            <a:xfrm>
              <a:off x="10561337" y="512120"/>
              <a:ext cx="1525566" cy="435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momentum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435BBC-8B7F-ECD4-D8BB-87DF193B2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2286" y="3217862"/>
              <a:ext cx="398268" cy="23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DE3A49-4812-D678-1D62-65D7456E38E3}"/>
                </a:ext>
              </a:extLst>
            </p:cNvPr>
            <p:cNvSpPr txBox="1"/>
            <p:nvPr/>
          </p:nvSpPr>
          <p:spPr>
            <a:xfrm>
              <a:off x="10203374" y="3451171"/>
              <a:ext cx="1113999" cy="435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position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D6D8F1-C74C-5D3D-588E-FB192EC21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6742" y="890722"/>
              <a:ext cx="348299" cy="254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07A5C3E-A929-137E-B114-BCB6111207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7780" y="2788361"/>
              <a:ext cx="110513" cy="847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37705EB-75DD-512D-312E-8FDB62596797}"/>
                    </a:ext>
                  </a:extLst>
                </p:cNvPr>
                <p:cNvSpPr txBox="1"/>
                <p:nvPr/>
              </p:nvSpPr>
              <p:spPr>
                <a:xfrm>
                  <a:off x="9152672" y="3593796"/>
                  <a:ext cx="472675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37705EB-75DD-512D-312E-8FDB62596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2672" y="3593796"/>
                  <a:ext cx="472675" cy="4356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DD4599-F507-95AA-CDCA-18DDA20DD036}"/>
                </a:ext>
              </a:extLst>
            </p:cNvPr>
            <p:cNvCxnSpPr>
              <a:cxnSpLocks/>
            </p:cNvCxnSpPr>
            <p:nvPr/>
          </p:nvCxnSpPr>
          <p:spPr>
            <a:xfrm>
              <a:off x="8368019" y="888389"/>
              <a:ext cx="409819" cy="511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199A0CE-644C-AD87-164F-6D2C3462BBFD}"/>
                    </a:ext>
                  </a:extLst>
                </p:cNvPr>
                <p:cNvSpPr txBox="1"/>
                <p:nvPr/>
              </p:nvSpPr>
              <p:spPr>
                <a:xfrm>
                  <a:off x="7931881" y="488949"/>
                  <a:ext cx="584755" cy="4356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199A0CE-644C-AD87-164F-6D2C3462B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881" y="488949"/>
                  <a:ext cx="584755" cy="435617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87D9AC-3381-C55E-966A-6F08421BFEB3}"/>
                </a:ext>
              </a:extLst>
            </p:cNvPr>
            <p:cNvSpPr/>
            <p:nvPr/>
          </p:nvSpPr>
          <p:spPr>
            <a:xfrm>
              <a:off x="8783968" y="2402701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solidFill>
              <a:srgbClr val="7F7F7F">
                <a:alpha val="30196"/>
              </a:srgb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2B8CDA-FEC6-5365-D065-F0C4B77BE0CD}"/>
                </a:ext>
              </a:extLst>
            </p:cNvPr>
            <p:cNvCxnSpPr>
              <a:cxnSpLocks/>
            </p:cNvCxnSpPr>
            <p:nvPr/>
          </p:nvCxnSpPr>
          <p:spPr>
            <a:xfrm>
              <a:off x="8777838" y="1755022"/>
              <a:ext cx="0" cy="946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4B62500-BC0C-276A-90D3-F05051A83568}"/>
                </a:ext>
              </a:extLst>
            </p:cNvPr>
            <p:cNvSpPr/>
            <p:nvPr/>
          </p:nvSpPr>
          <p:spPr>
            <a:xfrm>
              <a:off x="8783968" y="1456551"/>
              <a:ext cx="1419407" cy="998002"/>
            </a:xfrm>
            <a:custGeom>
              <a:avLst/>
              <a:gdLst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0" fmla="*/ 0 w 1443330"/>
                <a:gd name="connsiteY0" fmla="*/ 205531 h 987465"/>
                <a:gd name="connsiteX1" fmla="*/ 95250 w 1443330"/>
                <a:gd name="connsiteY1" fmla="*/ 529381 h 987465"/>
                <a:gd name="connsiteX2" fmla="*/ 447675 w 1443330"/>
                <a:gd name="connsiteY2" fmla="*/ 681781 h 987465"/>
                <a:gd name="connsiteX3" fmla="*/ 1000125 w 1443330"/>
                <a:gd name="connsiteY3" fmla="*/ 986581 h 987465"/>
                <a:gd name="connsiteX4" fmla="*/ 1438275 w 1443330"/>
                <a:gd name="connsiteY4" fmla="*/ 577006 h 987465"/>
                <a:gd name="connsiteX5" fmla="*/ 704850 w 1443330"/>
                <a:gd name="connsiteY5" fmla="*/ 24556 h 987465"/>
                <a:gd name="connsiteX6" fmla="*/ 19050 w 1443330"/>
                <a:gd name="connsiteY6" fmla="*/ 148381 h 987465"/>
                <a:gd name="connsiteX7" fmla="*/ 0 w 1443330"/>
                <a:gd name="connsiteY7" fmla="*/ 205531 h 987465"/>
                <a:gd name="connsiteX0" fmla="*/ 38687 w 1482017"/>
                <a:gd name="connsiteY0" fmla="*/ 194961 h 976895"/>
                <a:gd name="connsiteX1" fmla="*/ 133937 w 1482017"/>
                <a:gd name="connsiteY1" fmla="*/ 518811 h 976895"/>
                <a:gd name="connsiteX2" fmla="*/ 486362 w 1482017"/>
                <a:gd name="connsiteY2" fmla="*/ 671211 h 976895"/>
                <a:gd name="connsiteX3" fmla="*/ 1038812 w 1482017"/>
                <a:gd name="connsiteY3" fmla="*/ 976011 h 976895"/>
                <a:gd name="connsiteX4" fmla="*/ 1476962 w 1482017"/>
                <a:gd name="connsiteY4" fmla="*/ 566436 h 976895"/>
                <a:gd name="connsiteX5" fmla="*/ 743537 w 1482017"/>
                <a:gd name="connsiteY5" fmla="*/ 13986 h 976895"/>
                <a:gd name="connsiteX6" fmla="*/ 38687 w 1482017"/>
                <a:gd name="connsiteY6" fmla="*/ 194961 h 976895"/>
                <a:gd name="connsiteX0" fmla="*/ 55035 w 1422165"/>
                <a:gd name="connsiteY0" fmla="*/ 134552 h 983161"/>
                <a:gd name="connsiteX1" fmla="*/ 74085 w 1422165"/>
                <a:gd name="connsiteY1" fmla="*/ 525077 h 983161"/>
                <a:gd name="connsiteX2" fmla="*/ 426510 w 1422165"/>
                <a:gd name="connsiteY2" fmla="*/ 677477 h 983161"/>
                <a:gd name="connsiteX3" fmla="*/ 978960 w 1422165"/>
                <a:gd name="connsiteY3" fmla="*/ 982277 h 983161"/>
                <a:gd name="connsiteX4" fmla="*/ 1417110 w 1422165"/>
                <a:gd name="connsiteY4" fmla="*/ 572702 h 983161"/>
                <a:gd name="connsiteX5" fmla="*/ 683685 w 1422165"/>
                <a:gd name="connsiteY5" fmla="*/ 20252 h 983161"/>
                <a:gd name="connsiteX6" fmla="*/ 55035 w 1422165"/>
                <a:gd name="connsiteY6" fmla="*/ 134552 h 983161"/>
                <a:gd name="connsiteX0" fmla="*/ 55035 w 1422165"/>
                <a:gd name="connsiteY0" fmla="*/ 141228 h 989837"/>
                <a:gd name="connsiteX1" fmla="*/ 74085 w 1422165"/>
                <a:gd name="connsiteY1" fmla="*/ 531753 h 989837"/>
                <a:gd name="connsiteX2" fmla="*/ 426510 w 1422165"/>
                <a:gd name="connsiteY2" fmla="*/ 684153 h 989837"/>
                <a:gd name="connsiteX3" fmla="*/ 978960 w 1422165"/>
                <a:gd name="connsiteY3" fmla="*/ 988953 h 989837"/>
                <a:gd name="connsiteX4" fmla="*/ 1417110 w 1422165"/>
                <a:gd name="connsiteY4" fmla="*/ 579378 h 989837"/>
                <a:gd name="connsiteX5" fmla="*/ 683685 w 1422165"/>
                <a:gd name="connsiteY5" fmla="*/ 26928 h 989837"/>
                <a:gd name="connsiteX6" fmla="*/ 55035 w 1422165"/>
                <a:gd name="connsiteY6" fmla="*/ 141228 h 989837"/>
                <a:gd name="connsiteX0" fmla="*/ 28173 w 1395303"/>
                <a:gd name="connsiteY0" fmla="*/ 141228 h 989837"/>
                <a:gd name="connsiteX1" fmla="*/ 47223 w 1395303"/>
                <a:gd name="connsiteY1" fmla="*/ 531753 h 989837"/>
                <a:gd name="connsiteX2" fmla="*/ 399648 w 1395303"/>
                <a:gd name="connsiteY2" fmla="*/ 684153 h 989837"/>
                <a:gd name="connsiteX3" fmla="*/ 952098 w 1395303"/>
                <a:gd name="connsiteY3" fmla="*/ 988953 h 989837"/>
                <a:gd name="connsiteX4" fmla="*/ 1390248 w 1395303"/>
                <a:gd name="connsiteY4" fmla="*/ 579378 h 989837"/>
                <a:gd name="connsiteX5" fmla="*/ 656823 w 1395303"/>
                <a:gd name="connsiteY5" fmla="*/ 26928 h 989837"/>
                <a:gd name="connsiteX6" fmla="*/ 28173 w 1395303"/>
                <a:gd name="connsiteY6" fmla="*/ 141228 h 989837"/>
                <a:gd name="connsiteX0" fmla="*/ 52277 w 1419407"/>
                <a:gd name="connsiteY0" fmla="*/ 149393 h 998002"/>
                <a:gd name="connsiteX1" fmla="*/ 71327 w 1419407"/>
                <a:gd name="connsiteY1" fmla="*/ 539918 h 998002"/>
                <a:gd name="connsiteX2" fmla="*/ 423752 w 1419407"/>
                <a:gd name="connsiteY2" fmla="*/ 692318 h 998002"/>
                <a:gd name="connsiteX3" fmla="*/ 976202 w 1419407"/>
                <a:gd name="connsiteY3" fmla="*/ 997118 h 998002"/>
                <a:gd name="connsiteX4" fmla="*/ 1414352 w 1419407"/>
                <a:gd name="connsiteY4" fmla="*/ 587543 h 998002"/>
                <a:gd name="connsiteX5" fmla="*/ 680927 w 1419407"/>
                <a:gd name="connsiteY5" fmla="*/ 35093 h 998002"/>
                <a:gd name="connsiteX6" fmla="*/ 52277 w 1419407"/>
                <a:gd name="connsiteY6" fmla="*/ 149393 h 99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9407" h="998002">
                  <a:moveTo>
                    <a:pt x="52277" y="149393"/>
                  </a:moveTo>
                  <a:cubicBezTo>
                    <a:pt x="-42973" y="316080"/>
                    <a:pt x="9415" y="449431"/>
                    <a:pt x="71327" y="539918"/>
                  </a:cubicBezTo>
                  <a:cubicBezTo>
                    <a:pt x="133239" y="630405"/>
                    <a:pt x="272940" y="616118"/>
                    <a:pt x="423752" y="692318"/>
                  </a:cubicBezTo>
                  <a:cubicBezTo>
                    <a:pt x="574564" y="768518"/>
                    <a:pt x="811102" y="1014580"/>
                    <a:pt x="976202" y="997118"/>
                  </a:cubicBezTo>
                  <a:cubicBezTo>
                    <a:pt x="1141302" y="979656"/>
                    <a:pt x="1463565" y="747881"/>
                    <a:pt x="1414352" y="587543"/>
                  </a:cubicBezTo>
                  <a:cubicBezTo>
                    <a:pt x="1365140" y="427206"/>
                    <a:pt x="917464" y="106530"/>
                    <a:pt x="680927" y="35093"/>
                  </a:cubicBezTo>
                  <a:cubicBezTo>
                    <a:pt x="441215" y="-26819"/>
                    <a:pt x="147527" y="-17294"/>
                    <a:pt x="52277" y="149393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C3C985-DB4B-1856-DB4C-CDB957AEE869}"/>
              </a:ext>
            </a:extLst>
          </p:cNvPr>
          <p:cNvCxnSpPr>
            <a:cxnSpLocks/>
          </p:cNvCxnSpPr>
          <p:nvPr/>
        </p:nvCxnSpPr>
        <p:spPr>
          <a:xfrm flipV="1">
            <a:off x="1575723" y="2655421"/>
            <a:ext cx="354677" cy="85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9AAFE2-7154-18C0-15F2-35CDE7C26554}"/>
                  </a:ext>
                </a:extLst>
              </p:cNvPr>
              <p:cNvSpPr txBox="1"/>
              <p:nvPr/>
            </p:nvSpPr>
            <p:spPr>
              <a:xfrm>
                <a:off x="81728" y="3556000"/>
                <a:ext cx="351955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Exponential of the entropy</a:t>
                </a:r>
                <a:br>
                  <a:rPr lang="en-US" sz="2400" dirty="0"/>
                </a:br>
                <a:r>
                  <a:rPr lang="en-US" sz="2400" dirty="0"/>
                  <a:t>for a uniform</a:t>
                </a:r>
                <a:br>
                  <a:rPr lang="en-US" sz="2400" dirty="0"/>
                </a:br>
                <a:r>
                  <a:rPr lang="en-US" sz="24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9AAFE2-7154-18C0-15F2-35CDE7C26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" y="3556000"/>
                <a:ext cx="3519553" cy="1200329"/>
              </a:xfrm>
              <a:prstGeom prst="rect">
                <a:avLst/>
              </a:prstGeom>
              <a:blipFill>
                <a:blip r:embed="rId7"/>
                <a:stretch>
                  <a:fillRect l="-2249" t="-4061" r="-207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CBC12F-6926-CD2F-F040-013F56FA01A1}"/>
                  </a:ext>
                </a:extLst>
              </p:cNvPr>
              <p:cNvSpPr txBox="1"/>
              <p:nvPr/>
            </p:nvSpPr>
            <p:spPr>
              <a:xfrm>
                <a:off x="4081354" y="3555999"/>
                <a:ext cx="26493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Count of states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CBC12F-6926-CD2F-F040-013F56FA0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354" y="3555999"/>
                <a:ext cx="2649380" cy="461665"/>
              </a:xfrm>
              <a:prstGeom prst="rect">
                <a:avLst/>
              </a:prstGeom>
              <a:blipFill>
                <a:blip r:embed="rId8"/>
                <a:stretch>
                  <a:fillRect l="-32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E28574-5C4B-27D9-EAA1-6EFBA198938C}"/>
              </a:ext>
            </a:extLst>
          </p:cNvPr>
          <p:cNvCxnSpPr>
            <a:cxnSpLocks/>
          </p:cNvCxnSpPr>
          <p:nvPr/>
        </p:nvCxnSpPr>
        <p:spPr>
          <a:xfrm flipH="1" flipV="1">
            <a:off x="4679950" y="2655421"/>
            <a:ext cx="581268" cy="77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4815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B261-31C0-A428-0D6B-7AEC1C4C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F8DF15-16E0-58D4-B72F-C90152F074A5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D7CDDE9-6E37-A177-1CF1-D6EFE1580731}"/>
              </a:ext>
            </a:extLst>
          </p:cNvPr>
          <p:cNvSpPr/>
          <p:nvPr/>
        </p:nvSpPr>
        <p:spPr>
          <a:xfrm>
            <a:off x="4906589" y="51066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6F359-A4FB-4949-1569-A05B68EEFEEB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F90C5-AB65-9DD9-277E-EE7893347C96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3E69D9-C4D8-F6DD-C5D4-99651894DC8F}"/>
              </a:ext>
            </a:extLst>
          </p:cNvPr>
          <p:cNvSpPr txBox="1"/>
          <p:nvPr/>
        </p:nvSpPr>
        <p:spPr>
          <a:xfrm>
            <a:off x="7644659" y="150607"/>
            <a:ext cx="116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/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786CBB1D-1DE4-771E-9064-0A52C3DAA9BD}"/>
              </a:ext>
            </a:extLst>
          </p:cNvPr>
          <p:cNvSpPr/>
          <p:nvPr/>
        </p:nvSpPr>
        <p:spPr>
          <a:xfrm>
            <a:off x="3911741" y="4949812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52B21A-50E1-D2EC-D7D9-49B1EA1E7D29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947A431-8AE8-D99E-5243-B6D7F8BBB35C}"/>
              </a:ext>
            </a:extLst>
          </p:cNvPr>
          <p:cNvSpPr/>
          <p:nvPr/>
        </p:nvSpPr>
        <p:spPr>
          <a:xfrm>
            <a:off x="2341121" y="46860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8A21A5F-0C2A-A881-0E2E-2DF85DB084C9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4AE5A97-76FC-7817-B430-D38D69517E74}"/>
              </a:ext>
            </a:extLst>
          </p:cNvPr>
          <p:cNvSpPr/>
          <p:nvPr/>
        </p:nvSpPr>
        <p:spPr>
          <a:xfrm>
            <a:off x="4626529" y="477015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112F0ED-D28B-3E73-2422-388BB5C6D81C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69F5F02-D3B7-52BE-845C-C41A3398AE0A}"/>
              </a:ext>
            </a:extLst>
          </p:cNvPr>
          <p:cNvSpPr/>
          <p:nvPr/>
        </p:nvSpPr>
        <p:spPr>
          <a:xfrm>
            <a:off x="6211424" y="463371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B609646-6EE3-6C2F-F39C-6ABB3CD51447}"/>
              </a:ext>
            </a:extLst>
          </p:cNvPr>
          <p:cNvSpPr/>
          <p:nvPr/>
        </p:nvSpPr>
        <p:spPr>
          <a:xfrm>
            <a:off x="3005430" y="4627897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6B9226-0C4F-863D-2001-6D81C644303D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585A1FF-7E7C-8336-883A-309D8A179D68}"/>
              </a:ext>
            </a:extLst>
          </p:cNvPr>
          <p:cNvSpPr/>
          <p:nvPr/>
        </p:nvSpPr>
        <p:spPr>
          <a:xfrm>
            <a:off x="5423234" y="516381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144642C-E86E-428F-EA83-2F6833A5C6CE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/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479588C-35F2-4081-CD35-48EEE6B00E71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032477D-DA38-BDB0-4A3F-0F027ACB8851}"/>
              </a:ext>
            </a:extLst>
          </p:cNvPr>
          <p:cNvSpPr/>
          <p:nvPr/>
        </p:nvSpPr>
        <p:spPr>
          <a:xfrm>
            <a:off x="3326177" y="489582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9F811A0-D49C-47CD-0CDD-FB1B3B1C9168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E5332BB4-63AF-D7E0-B555-D6A444B48DA4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76D93EAF-B146-56FC-C549-DDEF65377A35}"/>
              </a:ext>
            </a:extLst>
          </p:cNvPr>
          <p:cNvSpPr/>
          <p:nvPr/>
        </p:nvSpPr>
        <p:spPr>
          <a:xfrm>
            <a:off x="5423234" y="1018723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A73081-2A01-A5A7-E3DB-835A50C061BA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C6CCA-6F97-DFF4-6F81-0B32139CF6D3}"/>
              </a:ext>
            </a:extLst>
          </p:cNvPr>
          <p:cNvSpPr/>
          <p:nvPr/>
        </p:nvSpPr>
        <p:spPr>
          <a:xfrm>
            <a:off x="6007797" y="494803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E6633-3DD3-8171-A538-B49B0A7F7389}"/>
              </a:ext>
            </a:extLst>
          </p:cNvPr>
          <p:cNvSpPr/>
          <p:nvPr/>
        </p:nvSpPr>
        <p:spPr>
          <a:xfrm>
            <a:off x="4263444" y="473830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2C2E7A4-8EA5-065C-8FD1-5DA18AE87B1E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4C3724EB-F6AC-8D6A-AF55-FE3E210283B7}"/>
              </a:ext>
            </a:extLst>
          </p:cNvPr>
          <p:cNvSpPr/>
          <p:nvPr/>
        </p:nvSpPr>
        <p:spPr>
          <a:xfrm>
            <a:off x="5449380" y="4579062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51972E8-2327-1EEA-313C-70C56B700C21}"/>
              </a:ext>
            </a:extLst>
          </p:cNvPr>
          <p:cNvSpPr/>
          <p:nvPr/>
        </p:nvSpPr>
        <p:spPr>
          <a:xfrm>
            <a:off x="2499829" y="4897519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F3EC20-C53A-DB4A-EBE5-60A866B17706}"/>
              </a:ext>
            </a:extLst>
          </p:cNvPr>
          <p:cNvCxnSpPr>
            <a:cxnSpLocks/>
          </p:cNvCxnSpPr>
          <p:nvPr/>
        </p:nvCxnSpPr>
        <p:spPr>
          <a:xfrm flipH="1" flipV="1">
            <a:off x="6926805" y="1516978"/>
            <a:ext cx="843207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86FCD-2B7D-48FC-BF68-30F21365CCE1}"/>
              </a:ext>
            </a:extLst>
          </p:cNvPr>
          <p:cNvCxnSpPr>
            <a:cxnSpLocks/>
          </p:cNvCxnSpPr>
          <p:nvPr/>
        </p:nvCxnSpPr>
        <p:spPr>
          <a:xfrm flipH="1">
            <a:off x="6965099" y="2095457"/>
            <a:ext cx="774300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E00B59-892B-C5AF-D3CC-607E7060FC34}"/>
              </a:ext>
            </a:extLst>
          </p:cNvPr>
          <p:cNvSpPr txBox="1"/>
          <p:nvPr/>
        </p:nvSpPr>
        <p:spPr>
          <a:xfrm>
            <a:off x="7932191" y="1728713"/>
            <a:ext cx="248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Mutually exclusive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/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  <a:blipFill>
                <a:blip r:embed="rId10"/>
                <a:stretch>
                  <a:fillRect r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Down 30">
            <a:extLst>
              <a:ext uri="{FF2B5EF4-FFF2-40B4-BE49-F238E27FC236}">
                <a16:creationId xmlns:a16="http://schemas.microsoft.com/office/drawing/2014/main" id="{9EB5ABD3-5689-A3A3-CAAE-49F5DF4C6D5F}"/>
              </a:ext>
            </a:extLst>
          </p:cNvPr>
          <p:cNvSpPr/>
          <p:nvPr/>
        </p:nvSpPr>
        <p:spPr>
          <a:xfrm>
            <a:off x="1054249" y="3603812"/>
            <a:ext cx="290457" cy="5056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02DD9A5C-A0A0-D271-92F2-A0901920F80F}"/>
              </a:ext>
            </a:extLst>
          </p:cNvPr>
          <p:cNvSpPr/>
          <p:nvPr/>
        </p:nvSpPr>
        <p:spPr>
          <a:xfrm>
            <a:off x="3911741" y="1302971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BDC4E9-72B3-34AF-A95D-9A9CAFF36B4B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85BC21-7779-DC7C-AA62-64839D65725A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B9B6AB-40FA-CFA7-CC72-B54809F2DD27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2C984B-7960-F8E8-6B8A-573096EDF7EA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A642120-2444-048A-AD1A-6483713FE2A1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7EF5D0DE-9244-E35F-EAAC-43D799B9F442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B8FA66-10FB-DD66-CF1C-4B2B00B8D7D1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B65ECB-209B-BC3B-69A3-A9E18DE99A1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6CAF6C-51A7-6355-7E5E-A51A819C8411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563164-6754-21CC-2C89-61067A168F3B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DE9DB4A6-A919-A8BC-C5FF-95477318AFA5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/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/>
              <p:nvPr/>
            </p:nvSpPr>
            <p:spPr>
              <a:xfrm>
                <a:off x="7083617" y="4427389"/>
                <a:ext cx="2379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617" y="4427389"/>
                <a:ext cx="2379434" cy="830997"/>
              </a:xfrm>
              <a:prstGeom prst="rect">
                <a:avLst/>
              </a:prstGeom>
              <a:blipFill>
                <a:blip r:embed="rId12"/>
                <a:stretch>
                  <a:fillRect l="-1538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/>
              <p:nvPr/>
            </p:nvSpPr>
            <p:spPr>
              <a:xfrm>
                <a:off x="9526650" y="1111374"/>
                <a:ext cx="2471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One instance is enough to tell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apart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650" y="1111374"/>
                <a:ext cx="2471959" cy="646331"/>
              </a:xfrm>
              <a:prstGeom prst="rect">
                <a:avLst/>
              </a:prstGeom>
              <a:blipFill>
                <a:blip r:embed="rId13"/>
                <a:stretch>
                  <a:fillRect t="-4717" r="-37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85500F23-1E85-433B-96DF-32F7C56DC6EA}"/>
              </a:ext>
            </a:extLst>
          </p:cNvPr>
          <p:cNvSpPr txBox="1"/>
          <p:nvPr/>
        </p:nvSpPr>
        <p:spPr>
          <a:xfrm>
            <a:off x="6509190" y="3637027"/>
            <a:ext cx="3417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Maximal entropy increase</a:t>
            </a:r>
            <a:br>
              <a:rPr lang="en-US" sz="2400" dirty="0"/>
            </a:br>
            <a:r>
              <a:rPr lang="en-US" sz="2400" dirty="0"/>
              <a:t>if orthogonal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7DC1A4-3FD7-ABD6-1272-D9F0D9C5A957}"/>
              </a:ext>
            </a:extLst>
          </p:cNvPr>
          <p:cNvSpPr txBox="1"/>
          <p:nvPr/>
        </p:nvSpPr>
        <p:spPr>
          <a:xfrm>
            <a:off x="10065259" y="2464943"/>
            <a:ext cx="16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Orthogonal</a:t>
            </a:r>
          </a:p>
        </p:txBody>
      </p:sp>
      <p:sp>
        <p:nvSpPr>
          <p:cNvPr id="82" name="Arrow: Left-Right 81">
            <a:extLst>
              <a:ext uri="{FF2B5EF4-FFF2-40B4-BE49-F238E27FC236}">
                <a16:creationId xmlns:a16="http://schemas.microsoft.com/office/drawing/2014/main" id="{39B00332-37AF-5B8C-4E00-48D8852B0E8B}"/>
              </a:ext>
            </a:extLst>
          </p:cNvPr>
          <p:cNvSpPr/>
          <p:nvPr/>
        </p:nvSpPr>
        <p:spPr>
          <a:xfrm rot="1708127">
            <a:off x="9295705" y="2270000"/>
            <a:ext cx="696868" cy="3573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D3B4D2-ACFF-426E-F22A-9DDFD5D226F0}"/>
                  </a:ext>
                </a:extLst>
              </p:cNvPr>
              <p:cNvSpPr txBox="1"/>
              <p:nvPr/>
            </p:nvSpPr>
            <p:spPr>
              <a:xfrm>
                <a:off x="6322096" y="5686459"/>
                <a:ext cx="2897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D3B4D2-ACFF-426E-F22A-9DDFD5D22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096" y="5686459"/>
                <a:ext cx="2897973" cy="369332"/>
              </a:xfrm>
              <a:prstGeom prst="rect">
                <a:avLst/>
              </a:prstGeom>
              <a:blipFill>
                <a:blip r:embed="rId14"/>
                <a:stretch>
                  <a:fillRect r="-715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DEF03873-2412-EA2E-16E5-3CD07308D16E}"/>
              </a:ext>
            </a:extLst>
          </p:cNvPr>
          <p:cNvSpPr txBox="1"/>
          <p:nvPr/>
        </p:nvSpPr>
        <p:spPr>
          <a:xfrm>
            <a:off x="6481809" y="5391376"/>
            <a:ext cx="264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recovers Shannon entropy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752173-861A-E989-4B53-3DF6A4D35BFE}"/>
              </a:ext>
            </a:extLst>
          </p:cNvPr>
          <p:cNvCxnSpPr/>
          <p:nvPr/>
        </p:nvCxnSpPr>
        <p:spPr>
          <a:xfrm flipV="1">
            <a:off x="7561847" y="5158984"/>
            <a:ext cx="370344" cy="23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2DEE7-B827-59FE-C2BC-4BFFE11CE999}"/>
              </a:ext>
            </a:extLst>
          </p:cNvPr>
          <p:cNvCxnSpPr>
            <a:cxnSpLocks/>
          </p:cNvCxnSpPr>
          <p:nvPr/>
        </p:nvCxnSpPr>
        <p:spPr>
          <a:xfrm flipH="1">
            <a:off x="4364681" y="2151816"/>
            <a:ext cx="298695" cy="409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E9BBCB-3338-F60C-5C71-5DB644B231AA}"/>
              </a:ext>
            </a:extLst>
          </p:cNvPr>
          <p:cNvSpPr txBox="1"/>
          <p:nvPr/>
        </p:nvSpPr>
        <p:spPr>
          <a:xfrm>
            <a:off x="4259810" y="1863268"/>
            <a:ext cx="1488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more variability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EBA0F-567F-53B6-08AB-BC392C68D319}"/>
              </a:ext>
            </a:extLst>
          </p:cNvPr>
          <p:cNvSpPr txBox="1"/>
          <p:nvPr/>
        </p:nvSpPr>
        <p:spPr>
          <a:xfrm>
            <a:off x="9485238" y="147647"/>
            <a:ext cx="1763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Variability within</a:t>
            </a:r>
            <a:br>
              <a:rPr lang="en-US" dirty="0"/>
            </a:br>
            <a:r>
              <a:rPr lang="en-US" dirty="0"/>
              <a:t>an ensemble</a:t>
            </a: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5382ACFD-61B1-FEFD-0749-EF42815391F6}"/>
              </a:ext>
            </a:extLst>
          </p:cNvPr>
          <p:cNvSpPr/>
          <p:nvPr/>
        </p:nvSpPr>
        <p:spPr>
          <a:xfrm>
            <a:off x="8876087" y="288861"/>
            <a:ext cx="538938" cy="2689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751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FF6A-B91C-3325-B0F9-255E14AE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4D05160-E192-A0CF-E806-C5916250E409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ED658C-B79C-297D-E22A-FFC5A1BB1B9C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ED658C-B79C-297D-E22A-FFC5A1BB1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C4C84B39-3EA3-E6BF-9849-CA78218133E2}"/>
              </a:ext>
            </a:extLst>
          </p:cNvPr>
          <p:cNvGrpSpPr/>
          <p:nvPr/>
        </p:nvGrpSpPr>
        <p:grpSpPr>
          <a:xfrm>
            <a:off x="-145597" y="511945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E1C378D5-E172-511B-7313-6910070FF4AE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E99A1FED-BC00-B167-3C7A-CEFDEF538A74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7B0DEBE6-5215-D583-8A9F-EF67D80826B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86057939-CDAE-3012-2E8C-52DC13D6779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07A27505-5906-9E22-30AA-172365D591B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579AAA4A-388A-6BE6-CF7F-7FF658B2FA9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727B842A-F89A-79CB-B505-BBC46FAC007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7DA6330C-CD0D-262F-20ED-FED2C7901F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22D42C46-0CEE-DDD1-C7FC-03FE5F1BA5C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6646D3A9-D3D4-0BA5-E229-6F69E851F84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6FC78A99-608C-FD31-5DE5-843FD0F25D4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AD2BCC02-5C41-A786-9357-4BAF733A23D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9528AC05-1C7C-4871-5D53-3E068761BD4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50829E9F-4280-DB42-0D1A-2F348889393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F31680A8-BB75-D152-B6E6-62C8A5B86F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05E60CA6-F99A-5C5D-0EDD-3058E4C837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209D44BE-A241-046C-02D2-129CBB22C6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43B83F5E-F543-F417-922F-090ADD7032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20B520B3-638B-4977-DBB5-2E98543941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28AE37D8-E476-6690-A214-0364ED6085D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08501CA0-C9F2-3B4B-CB9E-42CED7A81E2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EF2A89AD-362F-32D5-B4C5-E80C7B2CC872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423251BB-4C2F-9B68-12DA-589A9DA23C6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B9FF6D65-F870-F459-257F-264F21431C7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A475DFC4-E5E3-F5C1-3F0F-964D931E5B2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955A77B0-3E7A-064A-F2AC-870326F9E3E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3E789EF7-2B18-2D34-79B8-FE74CB88431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1E48CDD7-319C-4E88-E636-CC89726369D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AF289219-9308-8CBE-5947-979074055B2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0DFB0608-EADD-1A89-4C1F-2A08980AFF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F17A50AE-A611-5ED1-23CE-56CB745D94A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7B00EEA9-D878-ACD6-6AA8-0E74962171A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A05DFCDD-7395-9570-DA60-591D9F7D7D3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09062A8F-0F49-3147-5667-2A06AA05FE4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15E2E7FB-EFA6-34ED-8431-9009E6B3A0E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E50A5E40-A942-C29C-740E-89C7CA9FAA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1C794C5E-2831-194E-EDE2-2EEEB61409A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BBB8F280-6083-B763-6F16-0BDFACAA70C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B6667999-3D05-A8DD-323D-E5EA34CC126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38C45E13-FEC5-96A3-6701-DE5C379032D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EC522CAE-DD97-234C-ABD5-375B5C10903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1A8E4C37-A991-1628-E105-00FCD41B5C4D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89AF2030-7E4F-A8DE-F777-C7FE4EADC54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842840F1-1B93-6A5A-3B31-CA558AB1A56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AEFDC10F-6AEF-2A1D-632D-2C8246496B4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8B99CF21-5185-7A8D-93F1-912C7C8CA8A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8163603D-2BC1-2EC2-2378-94EAE7F718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19E3777C-405A-5E4C-0008-F5C1B3FD54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905926F5-A42D-8E96-936F-66395B94936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6FE14CFD-D2B7-4D4C-5F57-23FC2E8F4DB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CAD2C0BE-E46B-076D-35D5-6B2C559EB9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C4E8D225-E68F-3BDA-277C-66C7A0A6E79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7BAEBB71-6BAF-4129-9A88-4181EA443E0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1234CAB1-D392-E43F-B5CB-F10A541CCAC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99542A06-B77C-A3FC-9500-69ADFDA9BC9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A733E51C-5DC8-D22B-A973-416C6B8BF6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877349AE-8ED3-5642-A1EE-5B9FD2555F3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4BB618F1-25E5-C60D-EFFB-9646F421B4A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BE8DD3C1-DBC4-EB36-AEC9-1A135C48632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7C1CF422-E2A4-A834-FB57-DEED81C9C1B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A7C65E86-A26E-F4D1-749B-AA6E65E9B0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B70C9AF6-F037-205E-3E8A-61F754359EB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CCC3B023-01A5-92E3-D207-979B3F3F06F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0AC8FAB2-22F4-ED64-63E8-D75A964914C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650AEAA8-5DF4-F107-096A-766724537A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0E840C9E-F8CD-AE80-74CB-385EA55AD3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D4AC396C-65A4-AFC2-B04B-64B9C400F6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6BB4D7C9-3A28-D943-6A5A-E3B5527131F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7978B22B-92A7-0FEE-B765-E661E220C8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1A8381FF-C40A-9F60-8ED7-F1153DAE97E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47B82C15-F855-34C7-AEF0-20F2F5E6C26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C860F4D6-CC3E-6E56-C3E6-43861522B1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F04A7495-D3C2-2E08-7467-7A4D7F18EB3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B843F484-C0D1-3DD7-BF8E-76E71EFDA5E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91D52B5A-EFD3-22A0-0791-D2D5111ED4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2FEC09BB-6511-A735-7F43-5CAA8017D9C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EBF79B81-C92B-CDF3-A1E9-D5B381BFC6A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A726B64B-CD4A-5512-3DC4-CCF8D707E00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BE2BFDB5-79FE-1383-6475-AD81AF5C36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C1D63D1D-7176-BC03-CE0D-8A4026AAD5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77BE08E1-81E2-3668-0D52-9A66296E084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D382DB09-E876-C9E6-1A63-4B167C3C38A4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02DCD616-B6F8-D21A-08D4-A11C7F666B6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D6C04D6E-0C3B-6210-A623-0C7FDF1569F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60295075-1823-7E85-A0B1-2B5F2AA477A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61C420F9-A29F-36D4-2953-AD9A80CEA24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160B225F-469A-D051-8EAD-4622B8E6548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300CA011-41A1-D87B-606A-51004B1585E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4B39DA0D-AC58-DD49-FF1B-EE80FA4944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9798F3F3-054A-E4B1-E4BF-7AF95411CD1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E883665B-4A61-DC68-F40F-0F003D22C3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B0A64C5D-4DE4-A15F-A657-661714C1DA4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47484617-1DC1-AEA5-38FF-CC72E8A25BE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9C7F4BFB-E8CD-94C0-B66F-A02DD7666F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70C441B4-905A-DCA7-D5FC-84625F0CAA1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5C58E3B7-D6DF-109E-C0F2-6D2C55D6F78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8318E695-DEB0-117B-FB6B-C824E9F1AF0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F556C606-F241-06D5-60CE-A7169836B6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3766D276-4616-31FA-EF7D-8ECDE844E35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42D4F5AF-1D96-C032-6E62-58DA22CDFAA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DC4BF6AE-A08C-F6A2-0969-581948C9C84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055159B3-8144-BE5D-5ED1-5D71AE45766A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29EE18E1-16F8-BFC5-7A93-92D2649A32F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7097A554-2F94-98E8-5701-9BAA8115834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94ABB15A-3018-5A2B-E46F-448C7A7A9B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C82C8129-07E6-DF9A-0D95-EE3FB48CA6A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8F4ABB47-2C90-6C20-938D-0D75E2E3733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899350DD-B072-085D-7371-B8DC012347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833D83DD-1419-3D3B-B0A6-116DACCD439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98F891FC-473D-C271-6F1B-8774B0ADAC0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6A631DC2-21F2-8425-C672-D1ECB1B14D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C06E171F-AAF1-FFB3-A402-FBFE75F9A28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7971353E-FD13-E96C-6B69-528A2654CCE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BD93EDBC-DF0D-7D13-0308-0F76D0B8C6E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1EF594CC-39B3-CE09-1663-4C853FB85B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745ABE26-D430-1478-104B-D4DEA36B61E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BC2A0285-088E-C296-CFC9-438259359BC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7B76EE90-98B9-9168-9B2D-96DBBD8C735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A5328F71-FFF6-5CC3-3674-476E8FAB304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4EAC5BB1-7A9B-B91C-426B-FB414805D58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A472267C-F5F4-F5EF-7E9B-E4B7ADF040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65F420F4-5151-0263-BC36-80B55B1B3039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E4A72057-3ACE-66C2-0EDF-8D3EFC22793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F4D54979-0E0A-BDA5-4BED-E17725EF39F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EE9D3B6B-2C90-3700-E82B-F01D0043859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99ED57C5-9D42-9F0C-5CFB-632F5C5B9A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7D5D51BB-9811-845E-28F6-BA5C6540BC8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4677BA6F-5935-618C-C3C2-33B5999FF4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5F781B8E-425D-BE0B-DF4B-B7FA348FC94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FDFD9F70-AC56-93EB-53DE-A3DB3F12D2D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BFD5B6C2-B80E-2F67-4106-95A8FBF5C15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4850C943-E386-B0ED-1569-C06A5F948A1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146A81BA-A2E3-E6C6-845F-78440D867B3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CC4CDD69-3E6D-F7E9-07CD-A5F0AFA9ABE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C7578C1C-0E02-8960-9474-34056607865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E57AC33B-1FFF-9E6F-CE7E-301FA10F79F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86B31794-B782-AAFF-6DFB-8414BF1F0E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CEB46DFF-ADC3-ADAE-FA39-4BCD50BFC11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752B8FF0-764D-0177-AE07-99D029AB96C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365836D6-46D7-27B7-D4B3-37E8125D7DD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367D63BC-5790-1CCC-59C9-75FD601D917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FE404EEB-2555-B4FD-690E-5F2F267A722E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4405007E-1C44-A685-3F8A-0A3566B5AD5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739472A6-F790-01AB-3E80-C3A83806CFA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FD3BFC6A-9785-9523-49EC-030AE15A0B8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FA5C11EC-76B0-3D90-0CEA-04E02D07178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52DFD48C-D668-B5EA-74B6-05AC73D76D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6B6DF869-DB6B-0023-C702-3FFB8F7563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490147C5-8917-FBB1-A2CD-76C6F5FA55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7F1406CF-2F85-4C78-D6FE-197F80B3E8C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50FA3D27-E292-246A-C019-699A17D0BD3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361F3B7A-A95E-6966-06D4-9BD1EE9846D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810CCE14-ABC9-4E0A-6543-B14572957FB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600918F9-7E10-FBC4-B41C-964FF8B9324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BD52A3A7-A517-BEC7-24B0-662D19D440F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43CD5558-33F2-D5EE-1AF7-AF8575E2D0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583D1EE7-38CA-484D-4DF4-76B712F2343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DEAAEFB5-79CC-8B62-6B7D-026A2205647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169AFE7A-EF32-E8FD-6DC9-8BF722321F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2A663686-33E3-DE0A-6000-A48522FD880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16AA56BF-62A7-A79A-DFE2-15B5D15C793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272DC9C9-AA02-6A94-5D43-458E75460B8A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EC1C3834-545B-DD75-F429-BB2A19EC381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802790C9-D59C-07F9-5587-06D8715D394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B8323217-E902-05D5-D59E-A93A9214D4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F82467A6-6F35-C295-893D-C961A47259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34C64F91-9216-0E8E-ED21-12F8862A4FA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2E96C5A0-F879-5FD8-135D-83EDE1DD7A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1F0BB7E4-4360-52E1-2445-39D184383DC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D0082121-4E2A-1B18-095F-2F236D17234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27FB3007-73CE-B458-AA16-EEA5757291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08AFDA7E-862F-9F80-CC9E-EB2978FBBE8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CA835A89-F10B-B44B-4940-CC0878D5B54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468DAD1B-AC8A-0FAA-A9DA-DACDEB09B49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4C622BCF-06D3-8BE6-0CCC-46427DF4092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54A9D850-6DD6-B75F-02E7-C54494A0B47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23B8FE2C-B5B3-CD96-B6B0-7CB03E2A3ED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B52F01F7-31E9-9D1F-F4F7-8BC015E9CCE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C2CE7BAE-8716-AF84-2537-1292A6E62A0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B32D2B2B-804A-7989-010D-37E7A95865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7DB3935C-2003-150A-E5D8-B0A0BC79532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14392A65-4A65-9D51-BB9A-49931732A2F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354854B5-FF66-76CD-B6AB-239778756F5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BAF31C64-0701-1BC1-50B9-CF1D6D04E5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43AE1181-4159-70BB-5A32-26273C48A1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FCF370A6-409A-E2A8-E3CF-9F94277B014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34C7D15A-4F34-FE82-4918-3B1F39CBCE1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FCFC7F44-6587-60AB-AA73-78445CC0715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18A6A06D-1D42-8075-7C4F-B86093145A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BE8E3504-7BBE-FE87-72BF-F672E31F6C0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4A9876FF-FD7E-F1A7-A404-B535537057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AB29C846-6C71-EC64-F945-3CAE113049A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F8B61145-E0D8-06C9-645A-3F0843CE19C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6DBB9D33-5016-C5B8-4414-64892BAD317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8DD5B593-FF4E-87A1-E44B-C1FE4E66376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135B9513-767C-50B3-DDEC-7AAD1F1AB7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D579A770-73C3-38B5-CC84-B006ACAD90F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98923C35-B0B0-1A95-6B48-E99D4ABF8E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72DAB7BF-F734-6FFE-D34B-C2A1786808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085776DE-AAE1-B2BD-65E0-0D8020A15D3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B3B73E92-1629-DD52-2B7B-674939BF5A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370174E8-C3E1-AAA8-018A-D5958685688B}"/>
              </a:ext>
            </a:extLst>
          </p:cNvPr>
          <p:cNvGrpSpPr/>
          <p:nvPr/>
        </p:nvGrpSpPr>
        <p:grpSpPr>
          <a:xfrm>
            <a:off x="-212272" y="4183521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442D5F6F-A161-EABC-E497-B5CD16624292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7B06E59F-293F-1FF0-6163-1C5202A36FDD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E4F6CD38-10E3-A9BC-7957-5D121D8B4A4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FE503D8D-8703-CCB1-E0B2-6FCC562DFC2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4D389058-FDEC-4191-0495-72944FF491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7B302E17-096A-520A-7D75-58A896B4BC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9056149E-842D-D672-EC14-A934A8923F2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9B23A079-995D-B85C-6BA4-16FFED30BAE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FC061595-460D-AE15-D15C-D9C5C0300A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D2A4FE07-2141-5073-D5B8-058D6D2E447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CF8AD7B0-9C71-F9CB-1A6D-161FA0E2F0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A89448F0-874A-D7DD-BF9E-09D120A6C78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9C3DAC7E-476E-3ACC-D734-9CBB3E5DF92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0DD9D197-66AE-A9D2-AF75-07C747AE550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2F660CC1-9EEA-5B3E-5C52-4C6C9B93D4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0F5F8697-C9BB-A990-77A8-866ADCF65B1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78F58333-19D0-B5D6-C51E-4C66A8E520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8C1C3020-D0D6-364F-CD99-626F85ECEC3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DD43EC57-1E26-54CB-4B89-2EEFC7ADC6A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38997029-532E-7100-8789-07E132F8EA9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3E90627A-EE20-8156-6148-19C52C91F3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66905552-1C7C-8FCF-AAC3-D628A53592BD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06AAF169-722D-4CBB-1A2A-7EFDA0A13E4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6F415789-BE0A-636C-19F2-5237E998AA7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20B98227-6D8F-0EA1-B9FC-E78E490AC9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5C399A94-8690-AE53-C1BC-00317D357AD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06409597-48AD-4C7B-FCB1-64689EC1727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73D24A7F-96E4-AC44-D7E7-E4DF7FBE0F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C7C7DB58-988B-EF81-E634-9EB13A151CA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7194DC1E-368A-49C7-F27E-7E83988C04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99798271-27C2-9AB8-A679-0A34D18313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D8710DBC-5B90-825D-D0FC-22957DFA43A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732EF1CB-4654-B742-8AD4-4E4BDF4FB4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34E09831-B819-32EC-9519-8FBD17565EF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0F27BB79-4F4C-C277-3331-D12487F0B75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62FAC464-94C8-32CB-5BF9-2F8BEF0366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92D3C383-9869-07B7-3BE2-03787431CF4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3BCFA42C-8D8A-B3A3-F314-670F8EFE63C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E5A89E09-37C3-7D54-E104-410B78C537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7A6EAF24-9258-84D5-E858-4509FDB5A99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D46BD769-82D0-3A2A-00CC-7005EC86D0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7F732531-18B3-F5EE-695F-EB7F88C6B4C6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232D1429-5483-EEA6-B428-4E204B3C761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14994C37-E0D9-62CB-2EBF-39EEEFE6808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9BC8456F-AC3A-2ECE-3B23-B20B760B5A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0492CB09-910E-FA79-4E28-81A082B8D5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EB96D4CD-BA09-7AA1-F3BD-D2D79076B9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B9FA72E7-9DF7-2C38-F520-9FDDF6B0478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7DF08FED-F89C-8BBB-D5B7-12B179045F2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1D59DC68-C298-4232-C0D7-726970A30D9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1A0B81B2-3B6A-A1C8-7248-94CF9FE1FDE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2B54B692-93F3-21E4-9F48-13C3CED1D33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9FDCCEB1-9B2A-33E3-8EEA-D84EAFF8A12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C1E1D89A-B0B5-932B-20A8-ABA671EBF51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73B09A55-88DA-AC37-0087-FA6EFDC3F1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8EAD524D-22F1-6B2C-A572-8C677AD0B37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145311A8-952D-FF98-12E3-B7650E9E21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82ED0CBF-7861-1725-53DB-B7FAD9476E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FA47A4DA-9775-AA67-687B-5FA6EC91D6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290DFC81-9097-DFCA-C3AB-DFDA5FCB931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2232A30C-4C92-BF66-306B-10EC2B2E53E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AB72F20D-2B30-890F-69CB-535B2EB62CB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982F7556-F7E9-B61E-5673-307E7A6FCF7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F7E3AE26-4AAD-37FD-9F6E-61AA73EF74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4532D02F-327F-A23B-C970-A333683E8B7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083E36FC-949C-5638-4F4C-F25234539A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6B193915-ACED-2E3D-F8E3-20DBCC6C240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C4325E9E-78F6-1271-90EF-D7BBDC2F4AA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4150A62F-DA59-7251-94D7-310E12272EC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64C6D781-E4B5-913D-4F59-BCCDBC96E83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DBA5D7D4-E3BD-632B-54E0-ADE25D3538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87DACBD4-797C-B91E-A160-4CC71A4F055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4F60B8CD-7DAA-6660-36F4-4F7F6078C52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141979CD-DF91-EDF5-C403-226D7DBAD39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3AE7C5A1-8474-61E8-BD6F-D745380197A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A2478892-C1A8-0C27-6F85-3F1EC66B9EE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E3B91264-90D7-F5DA-B705-6E0AB8914E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E1EC4DC1-0CDA-8ABA-D751-B0138B207E0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8B1FA384-7FB0-7B23-F9C5-BAEC675B426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C7209D77-4ACF-A29A-BBD2-1C86D347E23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1D1F0518-9B34-C37B-8B5C-5EA7F11502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254E0E23-CDBA-1827-3B7E-43F9DC85C96F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0538D6DD-B2DB-5DCA-81C7-286F6401D11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64362A87-B31E-2F2D-00FB-76D989E8C21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FBBBAE73-0274-BF24-8AF1-5A342ECA505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D9E75EBB-2503-67DE-EDE7-9A296BDC51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1ECBFC52-9245-7ABC-CF05-DEA25847887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456DF017-20E2-B98E-C5BB-91DE41F861E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53B8689D-3DCE-9636-ED40-5B7C2393569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2C22BF54-2404-39B1-FFD5-92383962E0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2F91A500-D688-5F30-170C-EEC52302B29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2F2A1000-8510-3EFE-6859-60BBB43D3A9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C34C4D72-80B5-C78B-94AF-2857AA239D7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D2B59739-15FD-3482-AFCF-89E5DA2CBB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E6FF84FB-2785-8772-4A9C-5E0D35F843A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3F5D9945-7DEC-AED0-3F70-DE2443607B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CD636AE4-525D-485C-D3D4-713B496E5E5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4B4FB06F-4CE4-0FA1-0A46-62B21BA865B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FC57B005-F62B-54E9-FCC1-9504C5F717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1BDFABA3-ABA8-894C-C2DC-A886EB1259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1AE00584-BD35-00C7-7E3D-28F1C761A28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F53A3D1A-250A-0AF5-A96F-6BFAC317E908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73D0BB7F-E9D3-AD9C-16EF-E240EC42839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1BD8451F-3251-9D99-1D78-ABC614563DA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5939F1C9-119B-0A8A-ABFC-5C13F46FBF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455651BB-7096-476C-7FE7-B025D790AC7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E7EC5892-9721-756F-3CE8-4B6CABCF65F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13AE8272-8296-B545-18A9-497FA7101BB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CFBCE473-EDBC-1D82-95AE-DFEB4F05AA6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1F64C3DF-C545-C21A-26BE-B0E63CC7D9C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5515015F-C785-944B-0471-49191DE929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27965D59-E8BA-5750-BA96-8B4A9D4BF3F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CA3ACE13-58CD-6C83-22E3-061D8688F72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416C55D0-285A-0967-DC86-2570C9DA794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E1C66BB5-02CE-68CD-7FEA-D199CF92EF1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3966B01B-23AA-2CED-F6BC-132AD4567AE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5015ACE1-FBED-996C-D029-12A2795E547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690DD15E-69B8-6ECB-78FC-A282936A452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8EBEAB1B-DB5E-3BA1-51F0-E2A5D05506C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4958FD1B-DB9D-EF6D-7DF6-58719FCDA78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EC0FBED5-5F6D-67AF-9DBC-F7D2C37ED0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44BA7DAA-5096-BD4A-9E09-153E9A907D2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2815BE1A-4E2C-761E-7A1D-F5955785CCD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122ABB19-913C-E38B-1D37-F19149CB4C7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146D2D2A-9875-5806-A431-B2B53699A94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CF9F9643-00E5-68BF-DC5E-6C63A9FAD7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1B3F168D-9DEE-B987-49EE-47B2D3DBE3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7CAA5537-007E-E4BE-92A3-074DB7D7912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E626EEBB-2574-AFE1-6605-8A578CFF27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203EC858-3A8A-CAA6-19B8-73C8A5CDDF6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13CB8B56-FD52-C273-3EAC-28F37F2D131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EC8E9813-5E0C-9DBE-9C8C-CB1A1A08E8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E85B9AD8-230F-532A-237A-9138E432270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FCA1B667-CCA1-97D1-E7F6-350CF5B2D8F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77011E7A-F0AD-EDD6-1845-2B4564D6A63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0D23ED69-F2D1-FAC8-DD4D-F54BDCB9F85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E09F697F-6F91-BE69-5C98-67F14C2AB52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1129E2C9-FB77-8F12-232B-8EC646FE2CE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4FED9FA9-4BEB-6279-17FC-DE9127412E9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2955A173-3C65-2016-7322-A3428BC073B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FFDD34CD-C2CD-5357-4F14-7FAC2A685BD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6EA8CB50-7737-81EE-FB6F-F1AD3625CB7D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6A8C1B50-C724-53F0-1879-FF7EC8CAC2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B774A1CB-DB54-0A3C-1E52-1ACC5A47885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29BC5A66-3193-6077-21D1-3A5A816DEA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790AF405-74ED-F189-C37C-98AFCCD150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2A8DD856-C4AB-690C-A849-4D5FECB664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B09432EE-4DF5-6D75-D96C-0E66E3DD20D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02DC424A-A9AF-50CE-7F0F-BF6885F5418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4C8381BA-2B8A-C445-8C02-5A5D210209B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A5CCD33E-708F-1E79-8DF6-D48D3AE2768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252F8971-8B14-C9AE-0AD1-04514CF0D9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34D8EE12-F4B2-AB79-34E9-872FA0CD393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D0B99E63-DF0C-9A05-FE88-FD144BB6915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D3162014-BCFE-C1D8-74C1-DF29AA5B389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44168EB8-1A5D-FF5F-7000-AE3391C972F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55C974B1-0220-7CAE-4527-2CF8F97FC3D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8C9E46B3-6158-A37A-7931-56AD21B58F5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6952AB79-E513-5405-E786-7F86F6E13D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188959B4-66FE-8E04-F2DC-0F5C9A06F2D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11F64B02-48CF-99DF-57EE-D8CA493213E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69FF0E34-11BA-7641-FAB9-A6A5EF2E5C58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64537CD7-14D1-0D0F-86F2-137C8D1546D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206F36C2-376F-7894-5F02-DBB9FA7A37C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5DDE399E-C6B8-03E8-293F-4912EBB25D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6C0CA9D0-B090-1521-99F3-BB3BF75E4BF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79C82950-9615-A279-1373-D62707B5071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204DED0A-0A67-D2C3-1AA2-E3D45AF1797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4FEE6F9E-F050-1B76-1EFD-A63B452CDE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FC502C67-49C9-33E2-D01F-53CC130A98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9372A14A-974D-A76D-2879-FA12A5DCFF9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4BB3667E-A82A-8552-64CF-8B464588CAF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1737CBC7-49C8-9531-AD4E-6719EAA0B2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451BEAA1-783D-5F4E-B55C-53E46D24B84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6A8F750C-E6E0-4FBE-1AD6-7BC37CAEC0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D4093E25-5B15-4F7A-72F4-2CFE52A77DB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D215374F-EA35-9E27-CAAD-CF7CDAABE1E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6B290F1F-CD15-BDF2-DA19-75CBB20E4B2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19E7776E-E161-521E-5F14-894AF65F4E8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B0911CC2-78BD-9DEC-C852-7C618523699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F6D2B758-D5C3-46F8-3B39-8840289442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714BE96B-5410-B604-6B05-01DA634A1194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46DD17D5-11CE-F742-3011-080686EC3BE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BD044B3B-5D3E-8242-6A74-79C726423AB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62068FA0-F2C3-1865-3C6C-50CEDDF2AD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DF8BBF4D-A1BA-7F8B-9117-3AEA5A7341C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79A0FB3F-802E-43FB-213E-D04CD4D707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D48F59DC-19A5-09CA-D329-82050006602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4167B5B9-F6B8-6888-A8A9-FBBBF4E00FC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39F6E853-8BC3-EA8A-D556-BCAB2DF1597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01C1CE31-2587-D024-6C2C-C866FE5EE7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77F65C0F-5271-76FF-890D-84E9F31AF38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33C99953-D106-F103-90A7-089FCA915B9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AAE76ABE-1BFC-F549-0807-B33184301D7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555442F1-B18A-AA3F-EF00-02E61B188A9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44B4A867-9858-6FF6-977D-4EF029E5D93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CF153276-5B2E-376B-27B8-5B964174CD1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E7210D79-6B02-DD88-8482-3AA3E0F5F0E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A2529885-3B10-AD8E-09B7-6DCD6E14FE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1D10CA15-1002-EF4C-2D03-88FF07CF993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481C9C6B-A02D-DC90-436F-EC3BEDFD510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6278C831-9A71-CF1A-86FD-28A569D7BD85}"/>
              </a:ext>
            </a:extLst>
          </p:cNvPr>
          <p:cNvGrpSpPr/>
          <p:nvPr/>
        </p:nvGrpSpPr>
        <p:grpSpPr>
          <a:xfrm>
            <a:off x="-278947" y="3247585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2722A6E4-AC1E-9635-E367-0D7F09E5CC57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2A2004C3-4033-3373-2990-6CAE826B7763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C47A9304-2999-B1DF-8EA3-E8FA2F5FDC5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8A1AEA2F-FD87-7B02-9D21-46710724B2E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ACB9F499-48CE-886B-3061-D9225C68D6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FFB7C339-EA31-5675-5DDF-076E7E71C4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0025A5FA-D8AE-B958-6BEE-B1439BD33C9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AECB6112-6F19-9B4A-1A9C-DEC4575CF3D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22DEE509-369C-B2AB-74D9-F9E96D0592D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D3987652-6DA1-2C88-BD5C-76B4E87F109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06708340-F801-E40E-9661-BD6759ED282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180643D0-8D59-9256-55D4-FCAD3C1DEE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9CC27B5F-DC06-2A1D-51DE-34E0247A626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D1CBDC84-C472-3E3E-DD61-985561A2C39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738D146A-76DF-EFF5-7F51-F268E5151B3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786AE40C-B349-0860-2518-ADCC580460A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2E11EDC2-1CFA-B566-2A25-897932D669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DC2FC094-0687-EF07-0967-93C018C86B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A35EBFFB-ABFC-9943-9DA1-C9F3433700C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193D00E3-8C78-B3E5-44D5-5625C64FA4D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8E4562EA-3B92-047F-428E-C130FE8CEC8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21C9FD91-EF41-8C7B-E628-3FD55DC6F55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E1F1C648-C041-8745-2C32-F2296491491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1786E6B0-4439-5792-876E-E3A045A90B2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CF9536E8-966D-16F7-C3D2-CBA336D99E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16F962B2-1AFB-106B-EC43-BC041009BC5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D5C58E77-3580-C35D-7360-1470A66F6EE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CEA5409F-C149-F7D6-923A-A0774220424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B5030204-DAD9-BABD-39D9-328E8EA7B38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82BD59B4-3A82-98E4-6EBC-C6D7C93AFC9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FB4258D2-5F7B-DE84-12EC-F2C5ED9E149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62874B04-FFFF-C997-821E-4F39546409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D2EAE479-EB77-8342-8A0E-6885C1B16A9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78443E20-6219-BE4A-4311-D297A36AD9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F0958C1B-7FB1-8AEF-58D4-3AD7A9B376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727B2C88-B074-E7ED-148C-2342DF78209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1E912AFB-36A2-EA61-400E-52F38D2EC24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DAD9B4C0-E981-F828-A92F-46C9A021D85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8D4EC5A7-E11C-6E42-3122-2DA4E32D1AE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411A8736-A384-3A74-8C7D-2A73EE6B31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CED86686-AD83-EF63-57AB-43F1E8A7E1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E9AE330A-0FA5-0F5B-27A7-5A64504AC433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9A0D3AED-10FE-7FBE-0077-00A2A1BE4B6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6FAD534E-EC44-005D-3A1A-42645FCB1C1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90D8A207-0987-4D5F-5C90-7623495EA77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AA89BA4A-C6D7-31E2-9A38-6713FBDE28D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2B619537-BCDF-47C8-AD9B-A03163A9D9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B7DC906C-9898-FAF7-E9A8-7A560CA8CC3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99F86A83-2BAC-6707-73EA-9DF464F7FC9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0F271001-3853-B7C2-5947-507E7CF9F22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8C3F0D45-BC88-A91D-025A-3EBF94AA556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6CBF7D38-7502-E249-B49A-F817A5E0071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F7F4DEF2-C77B-6D3C-354B-225DA754A76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9A82D2C8-D002-013F-D0C7-BAE1C6A6A68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962BD319-A8D1-FA60-B433-1BC80C39EB8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BCCFA5D0-BE4B-5262-4641-18C32018098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B6328CDD-6447-B12B-351C-B82A3AFF9BE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77684702-B8FB-1D16-8263-488A7EBFC27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E30A5D7E-46ED-85CE-C60E-6619B2CC47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3D34D3C8-84E1-44AB-02FD-27506CDD44D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4000568C-F9B2-E170-1D4E-AE336095B12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E1F29747-9E1B-84B9-A3B5-CD0DF84DFBC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06D7FE25-949D-8E5E-529B-09038FD5162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0F44CBAE-F327-60A8-383B-7C5CB30C7BD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172EE718-239F-A802-91BE-370928DBEBA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A3D1A1B3-1525-2CB6-3576-AD5CCE7B267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01BCF8EC-4E27-16FF-4964-0B18C14B0CC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C51ABD95-230A-E954-A95C-59A4EE540B9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15823765-3C98-2B53-7C56-03AF02EC6D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BA36E772-FDDD-C7A0-593B-6873613195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BB5396FB-D034-6805-0F71-174C851905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DC198379-4CF1-2089-8533-E488318841B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F2423B7C-7A3C-9E9F-48CD-235AE72ABE4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7DA1C6A3-019F-B9B1-1FEA-DC90749084A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6E6F62CA-6D98-B614-6BE5-BB1E315A4A8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CAD8FEF6-4B80-3C4E-101C-4A105D2950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F495212A-2BCD-3171-DB7D-F5353CE1D7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9BD1AF9D-59B5-5FBC-E87A-9B9DA15A83F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CBB51AA0-42A2-8BFF-BFDA-EEB7E0639FA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5EF4D68A-34FC-6795-19F1-465CD22DFFD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E9CF2FC1-63AD-C8AC-E165-CE721DA73B8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45058A66-3A24-650A-E661-138175B3A088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B91A8DED-51A9-18AF-E748-3E61B3C265C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931934F2-1BF0-DA5F-A516-531EFE14BD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C99776D0-FF6C-0BEE-7A7B-C04965C1C79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6F832976-A79C-31E9-D43F-8E7EA9305F4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933300AD-E0E3-2C0D-D567-529EC03DFC1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0507C279-E39B-129F-6550-D9D0E3169C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CFBC6093-D843-44DE-78E2-D7E07CECF3C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03AC6378-8EEF-BBA5-7CC2-479B68B5EAB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B499EC26-D02C-AC84-4D62-EDD618CFF5A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6177AA2D-820A-9751-AA7F-7A6B9AC2E67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A63B4771-0309-7C88-115B-24E4F4485A5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8364927F-437E-3A34-00A1-A6C97678D9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E3EC9BED-1822-2E63-A674-80D3FC7FE38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D2D1B0A8-ED20-9BAA-4B44-728735F9F2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E0B83D18-9C6C-E5F7-435E-C64F69DDEBA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9A7E5CF3-182D-E7B4-1E8E-AE682A3B9C5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DF8DCB69-78EB-E9A5-3806-E97454CA49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376BC094-3532-3A86-A1DF-2C0321E2B6D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EB4C3936-7394-B588-AD47-601260FB24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CD7A9A17-A7D6-71ED-BEE1-3D893DE66FEF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692A14CC-F36F-DEC1-4EBB-7ACC8EA4DEB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D55F8F07-AC37-7384-EAF6-04D9C481CAF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26613C43-EFA6-C77F-217D-0E2D725CF66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BDB97678-AD82-04AE-432C-67B756F0A7C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59882867-0C70-C07B-A8D8-C92ABA2EBEC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E8872DF3-1C4A-3793-BD98-44B151DC4D8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FC856115-FE14-62D4-E44D-D2FCAB33AAD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B4A34FDB-1384-33DA-E08F-1410F0C754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53E55951-86CD-31C7-93D8-F34F55458E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6EEAC69A-9A83-2B3F-88F8-D9594F0E12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96A39EFC-0FD4-EA68-3F55-01481BFB4DF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3E44F62D-088B-08D8-A360-6BD7AB2A28D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DF52D802-EFDD-1519-5D54-E50C5F5ABC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F688B492-B242-767C-F5CC-AE2FBC0BC2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CD4C0740-2E48-41CD-12A3-DEDBB174554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C5C217AE-2B09-1F9D-4BC7-34A445B8AD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A3C98626-DA72-AE6F-2B93-54C6A08F320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ADE3C1E5-EB1D-4464-2C0A-D8DE48BB0BB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504C61D4-AA48-C561-1DB7-B1D5DACDC2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74628BCF-A8B7-AE0D-22AF-473A2DC4666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7777C266-9EF7-FD0E-C547-B383602300A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C0039ABD-6901-947A-4BE8-A81ADD15616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E4260822-5A14-FE03-6C7E-70267BFCAD0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B063B3DA-97C9-F781-EAB9-97948353FE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40C1E01D-5310-DBE0-568C-29202B8CFA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5CA64AA4-9D49-A25B-229E-4351E39952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E6AA3375-E97D-D6A9-B824-1B1C2518F4F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5B5D35B8-9E8B-B446-092C-6AB486D6EF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B248C787-EEF0-DBC5-5D53-EECA079E4A1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67F14EF4-DBF8-583B-3892-4F52182A98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6310EDAB-3B46-396A-480C-B4C14175EB0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EF679BF2-6714-F001-B707-8064618648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9C66FA83-B35A-33BE-486C-F4722E181B5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625B38CD-AA5D-538B-DAA1-4201C3889A5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A8C0A824-B6D0-E26C-4A3C-D8154B67BC6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B32E9120-5B6F-D4D8-7E76-504C46B19FE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25264D40-751B-BEE3-D3DE-D06673820E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78047530-BBFA-A992-E13C-2AF29A7631F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91C503DE-7CD8-9EDD-C55B-B637B5628A6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C2DAA8D6-42F9-AC9D-4B0E-7F988324B12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AE7DF62D-AA1A-A3ED-219A-65813466D26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BA756EF7-6EC5-B3B4-14B6-63774E14146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D76ACCA2-83E3-60E1-FFA1-EF730C41862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479921B2-51BD-BBA9-2B11-3DB7EB36163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B610EEA9-3528-1962-03DC-6279A4181BD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7A780D42-1306-461B-C7F8-FD2F5288CB5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4DA1CD93-A753-FD56-2FBC-F34E9650489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CC31B0D4-1446-BBFE-D2A5-B3E56453928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AA4E5F9D-3714-16A3-E07A-33D5BBCFE8B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FE0C24D8-B19A-9E96-9268-6E343CBA76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F1FE6EE0-DF87-3A17-C6BB-009E85DCE9F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AEEE8C9A-2395-AF98-817E-CD7D1D9724B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AB5CB7CD-FA7F-D37B-ED34-D6052644EE1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C68CD261-ADE4-6178-90B9-9A6130AA20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23EBC819-153B-4443-F31D-AA3A8898043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65868DDA-AD77-0F29-1B56-C62E3102BF8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AAA41433-2A8A-42E8-27E9-384330CA1E8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6BE28F39-F0CC-0044-284C-37E7C11A09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592C5E3F-0137-4EE7-BEB7-F9176723EA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A3CC08D3-16BF-D126-473E-42CE4567271C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F31C4A84-1EDC-BD2A-CA54-BD62D0601D4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75CB69E9-7110-F426-120C-F8DC34DF067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B4434E5A-101A-E699-8331-6C041533E07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9C571E9A-17E2-44D4-C7DA-B80B56A1186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1EF83F3A-B666-934C-82EE-CFD3A92A0CF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4E7E7F0D-35C3-8BDE-1E22-43FA829C0FD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D5DB0BF7-2D0D-2910-ADDF-303741C3C48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6AB37A7A-340A-16E9-8CCA-0A74BD7E60D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B9CFCE5D-DE93-B824-565D-04CB1008ED1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240424A7-AF10-6D35-8844-1EA26416173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A34B37FD-B494-A415-21B5-887C6771DA4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F27D5854-A18A-82A7-AB9A-071BE174025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957CCAAE-9CAC-B0DE-A561-10C142602F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41C37992-7B91-C814-342A-C019B9A732A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329BB823-EA1A-264B-1EDA-DC598C5FFE9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990410EB-C0A7-13C7-011A-C3C86611EE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361A5A15-CE97-BA06-CD7E-7FBD2244B1F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65BD63C9-FDC9-534A-895B-886A1235DD8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2BA26D54-C0DC-D57F-5E0B-2C69853A396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D03C34FC-0D53-8E87-E30B-0904C16F7354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8A47AC45-DE25-5744-6120-CB639C583D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40D0F7C7-9DAC-653E-8D34-198DCA09353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82A5B408-2A8D-5210-A02E-068767AE46E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1608C7D5-63D7-2DC5-EE84-8C4AEC902A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3CF67D12-BE39-0112-153B-EBA00863AA3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BAD192E5-611D-C1A5-F6B6-DCE23BC8081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886EDD8D-4FF3-17E4-8359-0362E7DB3B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7E69C3F4-500B-1B18-BB8A-52E8937A701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C7C2D2F5-3E57-A2E7-F0DB-9EA108FFEB7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F02C55A5-51E4-0294-6E62-1648163E92B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430E852C-2BAE-8F5B-A0C8-1553C86E7C3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553566D7-35DE-9135-BF1E-208AB548C6B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85AF244F-0B0C-F0F9-D457-5C303DBCE1A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FBC5E4C9-C56D-70F2-E04C-CC8B2CE57B0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77E767DE-A214-4F2C-8022-8BABC269DD5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EBDC9762-7428-CE63-DD35-6D0394ED45C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77E875D9-3D9E-9BC5-D468-65E7C41A7A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EB26553D-E1A0-F4FC-3AF2-402103B7C5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E2AA9E38-2579-BC59-9BDF-529717D7DB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F0F59656-31B8-49C6-092A-F451DA1CD4C0}"/>
              </a:ext>
            </a:extLst>
          </p:cNvPr>
          <p:cNvGrpSpPr/>
          <p:nvPr/>
        </p:nvGrpSpPr>
        <p:grpSpPr>
          <a:xfrm>
            <a:off x="-345622" y="2311649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D394AA7C-BEDA-5C4D-5BF7-AA8D7D851A68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C7FCF6EE-BF0C-E26D-CA63-7A959D6BF12A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BC92E8BD-E1E6-C3C6-158C-DC6965450CB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443AFD6C-D367-A89B-C07A-518EDC8D2FD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91F1DD34-5C07-47B2-A503-6F6E6096097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B34A1C1D-5B2F-3FCF-F7F9-15C7AD987A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BC5B652A-42B7-A64E-6F70-742FE652C91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35511F7D-DFFC-80D7-0568-153D45FA01A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ABF8D1D7-E5BF-46B5-EB1A-DA725C8799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48A4FD77-6991-E12D-77B2-397C10713CC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6149FBA4-4620-9178-3436-3E906E8427B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559FCF8B-6F60-733F-967A-D3DBBCB367C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19260F6F-00B1-FF13-43F2-8ECCC5B93FB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D7E40EBB-7F6A-AD44-EEF3-7232240C6A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3B2DB3BF-DAB5-3250-AD08-7F6E4712CA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E763EF08-32FF-4ACD-21C4-876F0DC1510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ABF911F5-D41F-BDA4-A28E-DF4B0FD768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41E8FB1B-EEBB-31FD-EBBC-8508F028708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3E8974E1-1652-A959-9CA0-34559B99435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68EC9201-A5B3-2DF8-3C32-B7C9E8F4C12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83F3F119-FD6C-8FFC-0B9F-35E2C201496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5EE518C5-1365-82F4-FBEA-480A0390E8A8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4A843297-B18C-96BD-DB31-AF552081D3D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D4F39745-6549-D2D0-D3E4-2B5E172AFC6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827D97BC-37DE-4F97-C3C7-83E269E6AD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8E7C1436-4812-F722-7AD9-16F50A0574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0C0B57EB-7925-15B4-1969-97D72F3BEA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17DF55F3-D010-C558-AF5E-DD8CCF8A2E8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56C64E35-575A-037E-9EC2-DCE36BB05CE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4234BE12-9C8A-5525-0351-521C5435C8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57D6DC8F-9B0D-4AE1-DE23-AC9C2C4A78D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49C60B6D-69FE-C1BC-8A2D-C91B91FFC82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0F170B5F-B09A-CEF6-B231-30E963A4795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C1038F16-8F71-E7F7-DD83-07B565091D0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7EB0E1BB-D1D1-7A87-5D7E-9E621C11A7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319584D4-107B-E373-DA95-B4838BEB3C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2AD7431E-BEFD-0191-37B4-1BF4571732C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25D9E48E-3AED-702A-D3CC-B83ED64166E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E0CE2C04-C647-B9B1-A685-E5D8A2979D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BC9D9BEE-7E1B-5AA3-8329-AF6F73F050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41C44B8D-4823-EC2E-A583-919D429C25C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5970A54C-DAA4-891E-4AFC-480D0702E07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F15FFC8B-1C06-3EC0-571D-2C244B6BA8E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CBD5E3E3-A122-22B0-0B7C-E9152BCF288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D1A51E4F-698D-FDEA-DD7C-0A70685D22D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66490D0C-F722-F970-2BF3-C530EF0C187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AE92DD59-A2F9-BF29-E507-B70AA8657F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EF0CA9C7-8042-01FD-74A7-018BBEFDF05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D3D09E96-1C86-E692-D873-0863CB76EEB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0225723A-F2B4-B8EB-0089-CED8FCB53CF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B487384B-C703-95E3-FBE1-E7232DECA28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2DD0FAB5-1048-F7B1-6CB0-A7587CCED69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49A19036-3FD2-6261-8B21-355B520CDC2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619EB0A4-828E-42E5-D1E7-669397E7219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5EB24320-9BD2-FB7F-E48D-2B356ABF89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4C515980-7912-E23C-48DF-C37D8D6E086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8B94EC65-6074-76D9-F6F1-2BDD1DE31CA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EBA0B690-C11C-CDAF-54F9-7A8DB46D4A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C3FDF6A9-3981-3F3E-CD23-98DBB2BE456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7E729339-F8CE-902F-8F81-8082CDC380E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BF9B69C5-271D-A65C-52F1-80A5D2E0709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B68C6922-EC11-6B96-FAE2-21FC674150CC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545F3557-4973-6D7B-6A1C-D40CDD36407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E28611BF-DD2F-0688-1D98-472B4EA45B4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B87E84C5-5958-FBD4-DF02-13800FD4124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48281493-B2FA-5B15-1E4C-9758CED72A3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1EEDD740-9238-E660-28C2-28CBA2D07D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2365E133-A223-E99E-0C17-86C3B5E4264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05FA65DF-3A13-E91C-097A-5637CA36E2B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9BE830F8-FC04-35E2-0463-4A835ADA76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2EDE6C9D-2D19-347C-7F32-EFB25D0CD1C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97701B2D-B29E-96C0-9D51-FD4342E03D4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8A7B77CC-E530-46FA-7941-C6D9A31DD7A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8601BEF9-8FB0-883F-8770-1EDE53DCBC4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D19A6EED-CDBE-3AC0-F282-BA148B6220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B5D2BC94-734B-A198-B673-D7C3984B440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A42404EF-A045-4451-BBF9-A0FD535627C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977EFA4A-A383-A65C-8C04-728C0FA0CCF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EBED8798-AB0A-349C-2157-EE47DC33CA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5944D0DF-032E-3A39-3E4B-FDC56FBC02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569B8511-5EEE-E7D2-E3E9-9E91A943047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9BD93784-9466-34A2-4E95-1CE6B5CCE4D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5F17261D-BC47-0880-F00D-FD60E533BEF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EBB15729-F7FC-8A5D-A486-341862F3759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7EDC7C73-AE43-1EF4-E518-E88966C8854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A6B6B60A-079A-96E1-401D-5ADBEC54DA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A25B17F8-86F4-FF77-1E6A-C3736381F5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B50F6487-FE0E-85B1-C17C-35F3D13E734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8CB40B4B-6112-359E-7C28-E301FD2869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9377594E-DFAE-16B1-4A50-CD5BF29C88A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603F3A3A-2995-797F-C4BE-9F00F74E9D3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387F4D74-9A3A-7956-E8FB-907BD317127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7850EDEA-17E9-17CB-B3AA-9525CD93D6C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80DF199C-EDC7-8462-1B72-30FAFE36B0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B2FA6EB5-E3AD-85CF-A602-CC16AFC5FA4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D9144F56-DC2C-A33C-3490-7B9FA5F695D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36AF64F1-0575-7DEB-3F17-063C86F3FDE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7810F041-3872-97B4-4B38-C17F9CF4F5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F98BE478-F4E7-70BD-BAAA-41BCF37554F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21142E8C-44F4-7F2F-2A9A-5100DEE30DB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3308D1A8-A112-DD84-FBAA-22C9776522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18A779AC-76A6-274D-A71B-555C77277EB7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92C2BBB7-5220-4AD8-F59D-25216E61F38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7C256335-3E72-6D6C-C840-75CF2CC2503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9A75F534-64E2-8747-9C47-46A71003253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B23F8EF6-BE97-CA12-55C3-5C591D1C588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503E9989-EF63-8705-AB9B-907B816C39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36D54342-632D-6D73-BB43-AEE56F5E51F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7936E641-C223-9E33-F978-609220AF544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4466EDF1-9DE0-CF61-1DBC-25241809B91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3B356D1C-77A9-6EF7-8E25-FC4A08CD760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65C8B90D-0A0D-BB0C-6167-E3480960CA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1AB0AABC-4691-475D-B0CE-5F8C6DF0B11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725AE380-6641-0645-BE8A-0C0CF57657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D5DA54DC-CF57-904F-F8B5-58960D9A9DC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00EE338F-0059-0C4D-3CD2-EF31161DB64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FE1C9DDF-636D-9FA6-5C83-CD77FB111EC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2D9CE729-8119-0D8C-55BD-54C911F39CE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EF961F69-B19B-E689-1D06-BAEAAF6224B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B5EC7D2C-E7BF-E4AD-C3CC-17FD69C99F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CEF48BB4-6BC7-1ABF-99EB-924A0D433CB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D03393CE-C297-7B8B-1871-D982E2E6F90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BA545AD6-63AB-6ADB-D9B9-6DC3E0B3F79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5F379A8C-6EA9-5836-045F-F46CC22CD7C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32DD7849-0165-A6E3-3AD6-CD29157D267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5FDDEB6C-D7F4-EFC2-9D6D-6125D715815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E35398F0-C919-6085-1F20-EFD8C5DB160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1BED0E1E-1D34-0CC1-C519-8FA6DD68D9E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80D8E5F4-34AA-C457-DFA2-94F8BF34A7A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FB549428-B0FC-DC27-A180-498DDF1AF8D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792C4F34-B069-9ED3-624C-F1AC3C30062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7BF5691F-AAB4-FC36-22BA-94037CBF937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E66ADA06-BFFF-F251-FB0F-E81B8821C11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2A680461-72A5-F68C-315E-676ECD61BA1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154BA5B8-890B-0521-818E-ECAF4E6D8AB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BA0DA958-25FE-F663-934C-C0C4620A20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814ACBE1-F540-EB20-4F08-4BD46D2E22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671A7DD0-7804-AA5C-ED01-89E86888EAA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C6B6FFBB-0C86-1E90-98A7-AE3562F3AE1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E0C04987-E0C7-263F-70EF-E8853E20A4F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12EF666C-EECA-3723-0AB0-8E943B194E6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C3D3929C-B73B-47D4-A455-4B33EF529449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FCEA2A98-C073-277D-4E01-46C7EF6C956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27A4D998-C405-4C5F-65C5-91A234858E5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BF2BB3C4-1AD7-2103-4764-6B4CE2D9C4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8B5B8740-6345-7F85-68C0-01F408953FF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038C4784-EC1A-3395-724F-E11315FB10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5962F707-D584-EEE3-5116-58D072B551A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44EABF4C-0960-2270-39CC-74AA8CF6E6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660F9208-5E18-8180-AA7F-30D12520D6B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D86FFD1A-E521-DC7F-0789-734953B9DF4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D9ACB42E-7A58-A913-5655-39969C9DB02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6CDFB1E5-963C-F436-D077-CDECBE5FF50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A91DD374-B74D-FB7F-9481-6E0CD88C551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BDB8E427-EF08-3012-5CFA-086D105795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D9A8BF1E-0BD8-D7C5-5822-5C381B652D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AE48ABC8-BC55-06AA-FCFB-E1641D2B09A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7BB70696-CC71-AE42-E2A8-7C65D36793E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0701422E-FECF-BCBE-1F94-0686A2701E2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1F50F93D-8F66-5983-7B40-469DFF51814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56F73965-D519-7F7A-C5C0-DE302A2A0F1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6243067B-6AFC-D977-CFF6-EB770B347B01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456A698E-0E75-1EDB-4F15-055B8ACBF11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2438D4D9-3312-77EE-182E-D735BA5F008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25A0F997-D5E9-34C3-5F02-89615F95B25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E699B973-E71A-BB37-E013-10258BE424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2D6B8C12-211C-AD1D-A44F-8ECF445C38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F0789A43-1808-431A-5B6C-BC341409043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FADD671E-C5A7-7ED2-DE39-D34D66A39CE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8FA06E1C-6C4E-4BB5-C440-3282D1A08AE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8EEFE9AC-B439-2EBC-5461-EEB0CBDE898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F5D6A7D6-A71F-046F-350B-6555F0BC12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E5433026-4520-39FE-BA6A-4A2CE636371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43CE302D-AE88-9482-AAB2-DAFAC0BC12E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E0DC9617-8655-8206-48C7-0089703CB27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41811F43-05FB-9971-2035-B91F65CB9F5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5EB728DE-93D3-DD60-0816-3D7722D7BE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DDFA3E36-E0D9-5D24-5778-CD6E2107BB8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12297367-C8FE-90E6-C783-4B314661517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ADC53464-20F6-0F1D-62C0-10D29C261A1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65CB7EA0-EDEF-5F6E-EEE3-1FABE18A6B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9A2E752D-EB76-56C4-3C38-282BF11875F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D9489D93-BF62-4294-6FCC-429322CF9BE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8B8A15CF-C668-BE22-7A40-DE9196C5247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DA43F869-80B3-4B34-8206-23044D3FBA9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2864CEAE-E160-1E0C-F9DA-613FDEB73B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68D15176-1219-1342-DC6F-141CFC3D2DC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2467DDEA-E1C2-272F-8CC8-FA30D11178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F325D0C0-3FCF-0C85-4DBA-1FC94444F0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3F683E02-43FC-861E-6D05-5C93E5631B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5718F00D-2606-BFA8-6D06-11E17952C7B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DA9C0C63-F4ED-6F94-B7C2-EF47E993105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FAAF70E3-7F86-9C99-E3FB-B18A532F3C3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332F4945-3894-2898-6B64-63081D0914A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8DB04393-A7CE-595A-3DBD-95256E1A441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137018BA-5811-6DF6-330B-8D68555FD1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CF47306C-EAAD-47B6-2F0F-E79BFA1C8B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8D0FADD6-E7B0-99BE-D3CF-0FB6597901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3D5041B7-C88A-36B6-FDB1-D96781C13A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DF56DFE7-ECE1-6BA1-348D-62DB97977B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B0F8CE7A-82E2-9FA7-032A-C315FD547EA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C5144457-A1DF-41F5-9EA1-0888E9E6953D}"/>
              </a:ext>
            </a:extLst>
          </p:cNvPr>
          <p:cNvGrpSpPr/>
          <p:nvPr/>
        </p:nvGrpSpPr>
        <p:grpSpPr>
          <a:xfrm>
            <a:off x="-412297" y="1375713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08A4F973-02E9-936B-E014-17C13010DBA0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C2E5732A-EEA5-C31A-200E-60C2A1CD597A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079F623B-B315-245A-50DE-BF518000034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8CCC4F8F-ADAF-419C-CE8B-CB01A8B2668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B129B130-0CD6-F79E-891B-B7919A35846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93CE81FD-9801-0A60-8E57-ECB4263D6C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41955CF0-658B-2446-6137-43E1773D06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8BE1C12F-08FA-C27C-628E-CCEB2FD9E12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68E4F342-B330-16D5-6FA9-419B47F528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9C096584-2270-790D-E1E3-29198F157C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8A22BBC7-91B7-6838-0F3C-20D40CF3BF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120EF59B-0ACB-6589-4EC1-D4098FAB50C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F71C189F-24FD-BEAC-870D-CA4833D1389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648737AE-DFF0-C381-83EF-021F8F0FA77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5090287A-B1A3-BFC2-A066-98A60469C5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68E33370-B16A-59DA-1773-DB85887667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9E72BADF-39C7-4E28-4843-AF295EC1A80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29436989-C05B-90F8-25DA-B30CD025F0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47011705-CAB1-593E-622F-D1B6BE24A1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284F7037-B23C-F466-8EEB-EFF80A52F46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28720868-9CA8-F5E8-2C42-F5ED99F58BB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BC495117-20C2-643C-2A8E-149516B7AA8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B0D31285-B5D1-70EA-3078-E84F3416AEF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BDED62E2-51F3-B3F4-4672-4721416F04A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E9016CBA-ED7A-B5F2-97D9-74EDD97B92A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EC30F204-FA23-5A0D-108C-BEB6F8A2A5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E11AF810-B616-DA9A-EA81-9CCD3EC393B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080431B8-CD13-5DF0-EB32-7FAECAFF9F9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4B4E4708-A071-6DA8-3267-5BAA988541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0FB5A071-FD03-57CC-11CF-B9BBDC782DC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E580F681-0F7C-7029-CDC4-F10883795DC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468B7CFF-CBDE-FFAE-7DA0-7AC494CA301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CBDC303A-CB0D-DC37-65CB-D53E063C71F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56874F4D-0787-C96D-DBF1-D20C85CC4E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8EC88185-8703-C2F2-2D01-558B203ACB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57AE2C87-D242-B0F8-C080-FB5D88F7F0D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6A1E478E-B68C-D44C-6F50-924B6555950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39862D69-DB8E-250B-63C5-58CABD75454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29FD4942-CB6F-EC50-26B5-2F6A7DB5F85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054B58EC-4BB0-FE18-B2F6-EEE2F93785E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A9F88701-B610-2C9B-0404-A189D79F626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B1B09816-3C73-126E-A35F-3A7B65B592A2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F4259287-BA5D-B3F8-83BC-32F5F9A616A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84D442C0-3D5A-59FE-D052-4BB11B759E4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369A3663-63FF-B88B-ECCE-2FBB8C67368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F2393D24-965A-F5F7-47E6-F11052BAD2F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825DA24A-CFE3-D25E-F92B-1AF93E40BC0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61BF044D-D14D-2E71-12CD-8C41A601166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C075948A-A153-B020-F7B1-AD25C71983C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E85C65B9-5660-20BE-E607-1045665B965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0C6C523B-5A4F-847A-890A-61FCEE03FED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3978A0D0-987C-C9FA-FC47-618ADC75A78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1C3ECA01-65BB-B1D0-36F0-5F075C3C528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A3BB9840-DF85-7479-BBD9-BC0F49CB29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465CE0B0-AA63-CCB7-A178-EE542B9AB9E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CAD35019-8213-93ED-CFC5-53AEBCB067B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E5244F08-57A4-DACA-B470-8E4E3C49E7A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E51C58C9-4B44-F696-56B6-E6DC2E46AA2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D5098853-0C02-817D-B2CF-2843DEA048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5D4D89E8-5137-021B-E5AD-A80A64C13F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DCA69016-4111-A2DF-1631-B6615BF376C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3DAFEAE3-AEBE-5779-E420-6FF7D7B4487D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E1B8E7FD-1E3D-5AAB-99AB-3DD23AB233A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5C4CB2B7-04A4-7F65-2E00-78EE3F9A7F2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9114EB24-1A36-6994-0F9F-4D449406547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C824553D-A190-4D5E-5FB4-1243CC1DAF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91203CDA-2247-8D02-69C7-103568B1EE5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2EAE26A1-C632-ACE1-5AED-9AAB42C2698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4178B4B8-B870-4E21-5367-0B14487ADC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DFF1CA22-7E20-6D49-AB3A-333624DBF37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0287DDA2-5D53-CE73-7AE6-05D044507AF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D8B76960-292C-5005-F798-4F0951C925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D844110C-1AE8-CDD9-EE2B-277EB432B26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D6FF40D0-F761-2AF1-FEDD-DC4B484D23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20F37DCB-8071-129F-8B53-4DDE02F0D3D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BCD44C80-0068-E22B-F0D9-380621BF705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80C8D3DA-C39F-31CE-1882-69D2DEF0388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0B7154C7-774F-E79E-BD16-7113969668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6FD93114-D42B-C062-FF0F-F465FEEEC6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F39A8CCD-756F-C259-CD70-C6D63179D3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8850AAB6-B47F-C3EE-AEE1-AA2EFAB83F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7B94285D-387B-426A-3806-F66929B25755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7E25275E-0C80-0552-19FC-0C1264EECC1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EA30D51A-4A61-0C4D-1ED7-9F9CABECB84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3696A6B6-D3B8-CCB2-4936-83F2BEBBBCD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5813AABD-32C5-DFA3-DDFD-94C04D2FD4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C3A5EB71-BC1D-8EDA-DD83-235584F3C5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4CA0D837-DAE9-330D-10F5-F6187621F73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3F6718D8-B987-F4F8-16AA-86DB1A5F26C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1C4273D1-8FE3-950A-E159-F2110E05D7E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877B2AF7-2E1D-D224-2F19-029F7326BC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09F07500-9240-F559-4B67-522DEBC9641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65A47EDC-305E-0233-AB01-380D377DC0A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E78238C0-41F0-4276-9AA8-0E08324E7F0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7ED18CBA-433E-AB0A-7F5B-D8A8F3C7E22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3D35E03A-8E5C-BDF0-1E77-431B51A579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882B16EA-5DC4-023C-66AE-5DDCA2F402A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117E8F00-47D8-8D23-CA96-AA7DE23DFC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64432ED0-77DC-D787-30A0-03DDC6CA7AA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634D0464-9A5D-5B62-F816-02E68B4CAB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465B29AF-EBE5-59C1-AC6B-170A255C56F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3D70F93F-2EA6-886E-79B6-CCB47BDF9973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FE58A455-B519-62BC-CA28-F94AC49AA13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0D8E460C-E0B9-F6B7-E758-1FAAC5C14DB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6FDBAD78-B25B-3590-C7FC-C8B9838333C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344F8D9A-0B30-A0C6-215E-226458BC97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8AC061D3-2B6D-DC01-444E-FAA56633E77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AA658C9F-C6AA-9329-7C3A-9D3F9F8A8CB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86683BEE-F8AC-58A2-6542-7394A73E5B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4BB8371D-4D38-E1B3-ED78-9610C3C1212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0EAAC7B5-7568-DC42-C892-F3767E44461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22118115-071A-8D2C-794F-5851A43F77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93FE6952-ED1B-BA7D-F987-028C68CC8FA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49237A46-192E-49DF-8044-797D39DB9DD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9E922AE5-9894-6BB2-DF9B-C70008843A1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F0CF99A1-6125-5654-D90B-20415C2BD02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E6A5EC5A-3466-1D85-6B19-6F4212869D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FFEE8679-FDEB-C1A3-2E25-3ABAF40153E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1452F755-CAB0-0D5C-CC43-EA7132DC60B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334C3EA3-F68C-EA36-E498-99DA3134AD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0BA6243B-D6CB-FABD-CAD8-4EF4DDEDD94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6DB08279-BBBC-8533-9AAF-A282A2197074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1E6D577F-AEDB-1EED-4D98-DDBB6980F17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C42CFAEB-4782-9CD8-5CAC-C5EC3871E68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C17F02F2-C8A7-395E-6BE9-AD39CF9C37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DB7E7E04-F320-3B84-013A-20C55500F5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76C56071-10F7-1F0E-1B0B-0C5B8B92BBB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24F6B7C4-9E08-F2D9-83FB-66959FA92D5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7B015212-EE89-6BE3-E800-B0AD697BE6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AAFB2753-D219-A98B-230D-B2E9A3D6C7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3B7107F8-BDB2-F7F2-C4C6-568BFEC0B3E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D2A4F8F4-82DC-A320-8077-235BA01345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50D5C4A4-3D5D-7A8A-5566-9A3A17DD3E9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1D07C54E-5DE2-5215-86C8-6B6F355F3A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8354694A-A37D-F7BA-48BB-E6E579AD277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6F0A1ECE-C56F-3660-69AE-2EB249BB51F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CE97225C-FDE4-9545-B382-7BBD473E27D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98428A65-A61E-8D1B-6E08-C021D25E4CD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4AD0705A-9C0C-EC7D-EFC2-092FDA432C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2EB8FC77-BFCD-0A47-A807-E0095532A2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5F78758A-A9F2-7745-65CD-26C226D668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F822BC0D-DECD-899C-B863-63950FAD8040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D13E4172-DAC6-6014-10F8-A39221E1D04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A9190E39-275F-DC19-CA0C-3A77A48A747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6808ECF4-497B-0333-A80A-ED6B8D7FE5F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253914F1-A66A-85E5-0E00-46514B73404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EE0F540B-9DA2-CAC4-9084-EB4A9E9C56A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1F3AF949-B7DD-E4CD-100A-EBD8BD51122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7A8CABDC-0A01-A992-894A-5638A9F9D2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4147FCEF-02EB-C375-6024-B9BD7AF12C0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03B0CC8C-9466-A933-C20B-4B1314EEE30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4B41B5DF-60CC-81D0-853C-3CDD2DF5253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540A2502-40AB-36A3-4203-CD2A1349F1F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8CA4F9E5-0D52-ED86-79EF-E671DA3B2BC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5A885B95-E2B6-E551-C479-70BB9CA53C2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117EB050-BACE-D5E7-C6B4-496283AC7B6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FF805220-8A5C-E89E-E0F1-3379D7576F1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8D593049-F3C6-F777-6AF7-479F5FCEDA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FD47934C-6E60-1181-B216-12C094E5FAF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1B8797EE-31B4-BBE5-3297-D616BAA9166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B2B9D625-7792-6485-6CA2-0C82378182A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048B853D-048C-0B7D-6366-203C62D159FB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D1CDEF96-DC63-6622-9368-236D4987F47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5B1FFF57-5359-4AF6-0056-487A595F80F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2A6730FD-5497-7554-E98E-6AAF4A07892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031DD4CE-AB25-E463-6A05-7378B639809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96A8E5C0-DC35-C5AC-D673-FAB94342771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0215818C-4931-CE68-66BB-C2DFC1DB7B0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772C6BE7-E891-CDF6-8C1D-B52467E765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64E58B67-1D66-0CD3-5357-43502A268C9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EF8F96AA-8B17-F616-7A49-E86A74B4E53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B34FF76F-F640-62DF-DBFA-07E8B22060B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DC79CC0A-F0CF-D6F1-4BD2-40865650D03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41EE72F9-8302-06F3-754D-F9B2F8DA85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4BD457A0-EB1F-CFDF-7415-EC389C31791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5BC50868-5115-60E3-A125-46E6D79A9D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94F40422-254D-E9CC-C775-D5D3089A0D8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C6A79403-DD93-3929-36B0-71D021356D4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7F2F94F2-0F73-1D85-0295-DAC7ACC57C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89449AC5-C21A-5257-35D4-75146074F07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603C6416-BA3A-6950-F964-067EB3ACE61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B196A8FD-7175-4B5E-8E99-6C092D2B1E66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E1C33B47-07F5-9B27-5488-F928439B6D0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1EFE4B5A-4B33-0450-85A2-BD33D7BAD85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16C5B4BF-871B-6CDE-49FC-2FD21A53BC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52E0D262-1819-32CE-92A2-D52C8A38CD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A77391B4-0659-614C-E7A6-F61329F2E2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4190834E-1ECB-73DE-831C-7F78E60F958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F35F2309-3594-8627-9200-E4FD893FADA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9A344770-856D-ACC6-9469-8860C4633C2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4EDA2FF1-819B-48AD-F131-FC3D7CC4B0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1165773A-C592-6A5C-8241-4F28CE3B35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8AD5B274-29E5-E2A9-4421-8BBD63A9EF8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FD00A9D2-E6AF-F005-3508-69000363B8C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2EA57B06-FDAB-70A9-5CA8-B97A6E806F4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79004E34-72D7-D3B5-C466-6543696C15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C2030F5E-FEDE-1931-64EA-B7C56F0FBB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075FF386-D67B-588B-D36B-FDE0638AC2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1FC5A89A-0529-4FAE-26D9-BD184C3023B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88F8C522-1B8A-D6E7-E5F7-D991964A3FB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1C0D7A29-A7AB-210D-A1DF-A3751D5B533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26F6BC6-4BCA-931B-4D04-8A539F09EF96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77C601-5720-F7F4-DAF6-C2180928AB5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F76164D-70E0-29A2-E166-751903D7BD91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1688D2D8-142A-E55D-E41C-6A305473CCA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58590F9-A622-9A4E-50B7-DE8BAAB2383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26AED19A-DE9D-5D96-6D5E-ABDEC785CA6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23E6E974-5FAB-68FF-BBE2-12A2229504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FADBF917-11DE-2CFB-A9E1-98273FAAC6D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FB22F1D7-E17E-AE29-A4C4-82B7DD5193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921636CB-6CB7-844C-2C5E-E15CB233507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9E645CA9-9288-3703-7D11-76550FFF6A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DEBA2E7-D406-9446-1B63-B6E46D708C6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082F469B-D0A0-BED3-A8EE-27732438E75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634B2C9-B91B-A9F5-30F3-7C9DCD871A9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CE99B1A7-3684-071C-488C-97B06E3E77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2F1E9AD4-5348-F0CD-0EDE-FA5A75D52D1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E54E0585-CB5F-561E-A669-058398C688C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B4B79A03-A73C-5EF1-B073-9F1AAC7CC28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8292737A-AD2A-0DAF-3D01-359B91EE330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3E283D2D-1F1C-BA73-5ED4-51A8BB6C9AF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86C571A6-FE66-594C-2F81-2D3D429FE45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24AACCBE-5D90-A537-74EE-F5B98E386D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ED0DD7C-0279-6871-8605-9061673879B3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A037D130-0573-70D2-DADB-523C834E4FA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EB84119-33A5-BE62-0C8D-FBD364D133C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17C9D817-6B5C-83DE-4927-D6A8DE7591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C0DCF5A-B5A3-5BA9-AC25-E61C0A46DE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AE2EDBFF-2466-4CBC-C05F-D183AE8FA6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DF071E1E-3CC4-50D4-5B02-C5026DA8FE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5B5C4B08-44BE-E508-7F45-001EB639BD1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97CAA0D3-227C-177A-9169-46F572D432E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ACEBE9A1-E7A7-FF13-6A3F-80CEBEBB796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428EDC4B-8D9F-D012-A875-44DD87CE4BD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4ACD5EF-7465-31D8-6707-1D48617BB99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06252952-47E2-C01B-BD66-2386F2545A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8F5F4416-7228-C849-206A-CDACFF80850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E867F69B-C8E0-D28A-63AA-DE95F1CD48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CC9AF9C2-6865-06D4-2221-851C6CFC664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F94B8F13-151F-6BCF-27CE-9E4A6E8A6A4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E9B50522-01C8-62D5-3922-4BD108358E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6AA1CDEA-ACC2-FFEB-20A8-C6E0C61E6E0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EF73B013-6E0B-1827-7440-51118C1DF07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8A542E2-4863-D662-274F-7249536F912B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9D09DDB5-A0A8-34F7-C651-E9EC96D294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E9D9D443-985C-D103-89B8-40571C23831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E5EB0654-3E9F-9C8A-CFCB-65417E6041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2BCA9B51-2AD7-0478-52C7-F312302FC98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9AE7C10F-5002-0D11-1B47-CD98B7BA228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9C10B940-71B8-65F8-7B3C-16C10802B76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FE29D22A-539A-0EAC-B2B7-3428C5709A8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6D7E664F-48C1-6D7E-BB7D-BE69BE3B8DF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65A31EF8-F36F-2101-B7D5-D22BB8E1613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84A96BD7-1FA0-A1D1-161E-C6CE97211FE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F71A86D-E647-B4C4-4BEA-55B6868AB91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5C943481-8269-37B2-9E05-B5991D5BC79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644300C0-2C80-1E82-925E-716C173D76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58121A51-612C-0A5C-19D1-0ABE7819FE1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B9B4CD78-8BDC-C98D-68AE-3200EC02846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B1A8E328-977F-4C01-A810-5C6E4A8480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657136E8-3BC0-D327-69A2-43004AF13A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18F3C486-FE23-C6A2-27C0-72F1C50D507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673E09C8-65E6-7FA7-6769-69DDCA02C6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F12E067-CCF3-CD19-D3FA-BB52333FD89A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8ABA6C1-FADF-3E03-15FC-CE4561B8A88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6F6311A-365D-FDA4-250D-D0B224D80FE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BE2C46B-DAEC-9494-2F2B-AD4C44193BB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D87846CF-D151-EF20-5099-5EB2A6DD9C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814C1990-D748-EA60-60EA-3CC0A5F4A75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C6D56778-9F59-6F2D-BDFE-B119BEC67DD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045188AB-375F-BEF5-BEAB-33EFCC796A1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554F1378-C1A0-446F-CC01-5FDE1A0F59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CA86CA72-31F5-EB0C-ACE7-14004E96E25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CAF49B06-ED7E-4B07-BD59-8595A198FFF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7D2184AC-BE28-628D-B975-A7854D71E6C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C9826A03-0A4A-C2B4-67BB-6269E09B2C1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31768A64-2AE1-7D7E-47E3-9E53310CE3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0E083D79-5546-4ADD-4550-551C3736E71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3C755673-6542-BE9F-CB37-F8FF06022AB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73F69F2B-4152-1B07-A5C5-193FB143F7F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024C8D54-03F5-120B-1C08-2C240CB6778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30AC7DE7-7B12-7FFC-4B6E-6E6FEEFBB38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BBE4A942-17FC-D2A3-CBF0-B450CC475B7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40DC344-6983-704A-3993-0110725204CC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85DFE545-2712-F634-69C8-7022F81CABF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DE599854-E3C1-7395-7A00-CFE4C672A52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F2D0B819-4950-F441-784A-66CEE3DD208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2E317F4-D633-49A3-5F6F-C07BE06AF3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775F876E-5270-4452-EA5E-DD601DA661A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3F66D0FD-D8BD-4974-E441-73DC3C26F84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66954855-0FC2-B510-3D61-0DEC3669E20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741E5E2B-1F21-64EF-F0C2-1F80B2DCD89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42947222-1232-3006-30BA-6C92C93E01C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32C12525-E08B-DFAC-1CD5-E49B13557A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9E6797D-67D6-FE9F-CD25-AC7D5A409F3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6C8F0DEF-CD02-6970-E0B7-2945D7F6AD6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A01D3C0A-2873-0864-F372-062FC3C7BEC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E7830F60-4E7B-3112-65D1-BFF65C3E92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7CCFAC73-74B0-45F2-5758-0757A503AE5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935B1EF0-5823-5E47-8D72-59B858E7ED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C1AC3054-E4AA-8E9A-DEB4-F5350715FCE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5DF92462-42D9-4DDD-6611-F7128D834A5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9D6D4B13-18F1-D2DB-EA9B-C2295DB9CC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7B61C31-4F0F-E4A9-606E-0AEDA16961CE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EAC37137-ED18-A2F2-8DD5-282ABD78981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D270DBEE-E9AD-2D4E-14EA-6421DA1CB02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33342F1A-9E50-5C64-401A-507D04FBB66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9793F2D7-B9E5-946F-7591-B9B2E040186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28882E80-2F1A-5A48-6DA6-4A8CE0B3168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F6498592-E6AA-1308-2773-3195FD3F0F4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A99C9ADD-EE24-BB02-85B3-469F8778CEF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F7E659E0-9340-18C6-5D1F-DD5040D819D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41BEDE3B-03DD-CD89-F2BE-CB8EA8640BA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86597056-9CC4-1A3A-E230-1CBEE547524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BDBD6923-9389-BA80-A11E-25A12492403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009D201A-7297-2DF1-4672-31EC4FC41F1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BB8BCBC4-4B53-0AA6-ABBD-A1EAD596035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C7889CB3-CA50-1734-74CA-2F3781BF26D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21B5BCB7-500E-2F0D-3CCE-CE73E07EFD3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EA129024-B0E9-7D66-5DBC-17599E999C6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3A03691B-DB70-EAD8-2FA3-5974A813F8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528CAD33-3FBA-9819-6F3C-D8421ABB63E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35C9FAB2-EF21-DB5C-6097-6D2C3115ECF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467677E9-20F6-2794-824E-A639DBFCB5F8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AD8B163F-2995-CE07-9D35-D5F88ABE6CE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9474D883-0C89-3D89-30C9-64460F40A6A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5919CDC1-CF85-EBE7-FC29-0763AF8715D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ECAE454C-56C7-3171-1F72-B25A40D168A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E2256CF1-3E34-4504-737B-B2890ECD9C7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AC002631-0DF3-B165-883D-138E789DEA4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F51B3382-898C-E35A-ACA5-AF6E63D6913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B32C7747-C38B-58AB-AF79-C8DAAB2594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E107ECF6-B4A9-2888-BFB4-C0B9F67C0AE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2861D0C6-2266-E6DC-37B4-543F9A05FF4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03C8C26-224D-CCCE-A1FA-3DB9CA3A1C4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6781BE23-A4CF-2956-0528-8D1EAC4898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F3CC1206-4849-B17B-1151-B7346A1272B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4503B439-DB11-0D36-1666-2F89A5E074D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96E0A64D-1788-E4C9-CF97-C8D5C2B6C6B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9FDFC1F4-06D8-18F2-5C32-BF73255F1E9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48A39806-D989-DE24-529A-83761299A7D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C6484090-F1C3-D6CB-1486-C767AE989E4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47831F54-983B-E8B5-FB82-0EE3CCCB721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DC942D8F-4CC8-C623-3ECE-77DBC5CA431C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4825BF36-0267-2D74-2BBA-53BCF0BFF5C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3F75BA88-FE04-9D09-B7A4-10B4B82847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94E29713-43F7-9BC1-5203-B0DE014A6C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E75A0C18-E8FB-E2A3-1775-D2015F4D0FA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1441B964-D3D6-EE40-C560-B3EA02CF15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5D69C523-52B5-9A93-66C2-0365F7489E6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06C1FADC-CD5E-BDE2-3C8B-552260C7350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1E585041-2578-4842-E0EC-0761BF4F7C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554DDE50-19FE-49C2-D89C-44EB1A7FAE1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014F40FF-EA4A-ADFD-5FA7-F6CB5EF5BEB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610A566A-7DEC-710D-9B79-7C71A868573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3DE438D3-053D-ADB5-CAB1-7782F50BA8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971445C6-4098-E22F-0FD2-7A67AA7E27E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6322DEBB-4CA0-9F57-4433-3760787C88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481B314E-8FDC-5F35-161D-C689BBEE7E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408A1384-A818-2F1E-120B-E83A7D596B0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973DDE38-49C5-7470-6A30-C01EE0C6C93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1E26A165-DDCB-0B43-2D63-597BBBA7151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A89CF4BC-8B5F-FA2B-4D96-C95ED43C80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7FA48C97-DAED-A7B4-A851-B559E3E521E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578579EF-4DBC-75EE-7C1E-C03F886DBF1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02D1202F-B9A1-15A2-1A24-8FAF97A9165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0F7219FC-19AD-3CA8-EF10-5929C45317B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E32E04F2-0034-1C2D-D73E-9399719548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F4C37141-928D-F00D-F77B-18E81F9C597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9580F45C-56FD-0554-87AC-1835FE8BF52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97F5F8BC-D2D0-0FFC-F269-D4F720E28EA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7E87869C-8590-C12D-9C40-F6CB73E055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2458B14B-D2A0-D862-6FDC-75F5AAEE3EB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2C89E04B-E5E7-9D34-EF7E-7FE8B0DC13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A17B1FF6-67CD-DD60-951D-3CEA4393E99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A1879FEA-DBC7-560C-CC35-2FEB6CFE11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7E509398-E36E-92BF-459B-0DB3BD555EA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0FBBDF6F-207A-9315-EED0-B51613D320B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142A4981-70FB-A766-ADE7-EB9BF2C4651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282B7127-169E-EFF1-FE16-F5F05586CD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7398046C-4E7A-EC0D-3BB0-A76B0D4209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EC29B4CE-F1D7-87E3-2F53-EEE68873527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35E79DE9-59B4-38A6-E811-37D9B77B77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6380C90D-47DF-6FB9-4C15-19CB8D5207D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8EE74302-EDD0-A438-1053-7345F66F3AD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533A60B-9D67-B07C-A675-8F35D9EBBD6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39BD1EED-7BE9-EA8C-7B3B-A478C683C1E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4FA396C1-88CC-FED0-04E1-E4E51EC904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408D6AD5-A095-F2BA-C295-C35DF26B5D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E76F0646-BD60-B717-149F-0E7935CCE8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13930DA0-4777-C64E-D9F0-674199E84F6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FF76A249-FFED-2243-BC58-6A8A7EF6E97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FEDDEFE5-35F5-D8F7-664B-D48138BE472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F2BAFC87-652D-C026-3AD6-4C8E9E9187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64C922F4-6293-6E99-2EF4-04A9B9CA1EB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48BDCE29-FBB7-8210-D5CA-65F783AB743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98C7E544-DA2B-0872-8978-1AD57C0FDE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1B7333DB-70FE-90B1-9B81-AF8C5995BB3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BD0EAD39-8E64-ACB7-13A5-9B0D3048D4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9115C493-5A76-4C19-896A-57ACC90E6A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48CE89A9-B9E8-F6C4-22E8-565FE850A85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77D92A66-4136-36CC-042D-870A279232D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70366CF3-B354-516B-CA22-443560AEA81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0976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38A-6EB4-3A41-F5C0-32A6E505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AA096BC-B128-3571-362D-640C0CC9066A}"/>
              </a:ext>
            </a:extLst>
          </p:cNvPr>
          <p:cNvGrpSpPr/>
          <p:nvPr/>
        </p:nvGrpSpPr>
        <p:grpSpPr>
          <a:xfrm>
            <a:off x="901700" y="1159669"/>
            <a:ext cx="10636250" cy="2269331"/>
            <a:chOff x="901700" y="1159669"/>
            <a:chExt cx="10636250" cy="226933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CB503C-E5EC-FDAD-8781-BB27666736FC}"/>
                </a:ext>
              </a:extLst>
            </p:cNvPr>
            <p:cNvSpPr/>
            <p:nvPr/>
          </p:nvSpPr>
          <p:spPr>
            <a:xfrm>
              <a:off x="901700" y="1159669"/>
              <a:ext cx="10636250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504C2B0-0E6F-83B5-5BCC-0B98DC9DA44C}"/>
                </a:ext>
              </a:extLst>
            </p:cNvPr>
            <p:cNvGrpSpPr/>
            <p:nvPr/>
          </p:nvGrpSpPr>
          <p:grpSpPr>
            <a:xfrm>
              <a:off x="4411662" y="1266827"/>
              <a:ext cx="2468564" cy="2055807"/>
              <a:chOff x="4411662" y="1266827"/>
              <a:chExt cx="2468564" cy="2055807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F9301EF-81F5-91AB-6903-4546E422DDAE}"/>
                  </a:ext>
                </a:extLst>
              </p:cNvPr>
              <p:cNvSpPr/>
              <p:nvPr/>
            </p:nvSpPr>
            <p:spPr>
              <a:xfrm>
                <a:off x="4556124" y="152717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F61C4A0-A73E-F546-2A46-D030FB6AD4CF}"/>
                  </a:ext>
                </a:extLst>
              </p:cNvPr>
              <p:cNvGrpSpPr/>
              <p:nvPr/>
            </p:nvGrpSpPr>
            <p:grpSpPr>
              <a:xfrm>
                <a:off x="4411662" y="1266827"/>
                <a:ext cx="2468563" cy="203200"/>
                <a:chOff x="4411662" y="1266827"/>
                <a:chExt cx="2468563" cy="203200"/>
              </a:xfrm>
              <a:solidFill>
                <a:schemeClr val="tx1"/>
              </a:solidFill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AC9DBA1B-B3CD-1233-684A-3B40C6D9ABD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9FFEEA40-F792-0CA3-DC5E-918EB207667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062EA99B-20D0-6E1D-FB93-C71CBCC5BFE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3D984572-A969-94E9-F10C-F4C46BF6DE2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1D7ECCAB-F10F-D5AD-2872-E91BFD5FEB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1E387A85-9CCD-E81B-19F2-CEA2D0CBB7A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F1A99CA6-AC12-7978-6631-790517BCB2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DA774824-BBFC-8D68-911E-CFE9144DE247}"/>
                    </a:ext>
                  </a:extLst>
                </p:cNvPr>
                <p:cNvSpPr/>
                <p:nvPr/>
              </p:nvSpPr>
              <p:spPr>
                <a:xfrm>
                  <a:off x="6736555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28486101-367C-38FB-5362-1AD1E32CD9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B3D2B88-23EB-7C87-03B2-27DC9DE66E3E}"/>
                  </a:ext>
                </a:extLst>
              </p:cNvPr>
              <p:cNvGrpSpPr/>
              <p:nvPr/>
            </p:nvGrpSpPr>
            <p:grpSpPr>
              <a:xfrm>
                <a:off x="4411663" y="3119434"/>
                <a:ext cx="2468563" cy="203200"/>
                <a:chOff x="4411662" y="1266827"/>
                <a:chExt cx="2468563" cy="203200"/>
              </a:xfrm>
              <a:solidFill>
                <a:schemeClr val="tx1"/>
              </a:solidFill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3971A69B-DF16-4508-CAF7-205F9D570A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AC19DC0D-3512-CEE4-1656-4E70BE212D5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A051B915-6975-EBD5-73A9-89863C7C1FE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A8D4E866-BC42-0431-2A13-A7A7C1C5307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4D626CD8-6632-4A5D-8D61-A410E196959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EFAF7F38-358A-70F8-17B9-090428DF0EF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94130163-4697-DB17-BA7B-731F4339A53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F6D64CD6-9259-1C4B-6F4D-9403AC22D77B}"/>
                    </a:ext>
                  </a:extLst>
                </p:cNvPr>
                <p:cNvSpPr/>
                <p:nvPr/>
              </p:nvSpPr>
              <p:spPr>
                <a:xfrm>
                  <a:off x="6736555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CD991031-80EC-21F4-C98F-302D7CB97C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F4262C7-0D52-0AA3-86D4-65AAF529016E}"/>
              </a:ext>
            </a:extLst>
          </p:cNvPr>
          <p:cNvGrpSpPr/>
          <p:nvPr/>
        </p:nvGrpSpPr>
        <p:grpSpPr>
          <a:xfrm>
            <a:off x="3628570" y="4023519"/>
            <a:ext cx="23905029" cy="2269331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8C2E80-850A-2309-D4AE-34DFA033A82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DFD3C44-BFEE-9B9C-B232-A1A5F492A442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1D9DE7A6-E2CA-86AD-AB25-E43C746E8FC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610FDE43-B452-8DFE-404E-7B04EB41AF8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DF96C888-5F0B-D576-AB03-2729028702D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5369809E-B8D0-35DC-B9C2-4B6AAA2427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19BDCC14-A4AF-8E96-4CF9-0123561A72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59D5C7B3-C0BA-A0E5-E3BC-ECB768869A6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56456015-119B-CD27-CCE5-8F9D01151D4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0EBE9A91-B2F6-4F92-5C98-0CB8C1A5C0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ED0B540F-5500-20AD-3A67-39A59A763A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7D14ED24-76E8-30D5-EFE6-1911D02744D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774BD49-6E14-20CB-67F5-FB1377AD4EA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CDEEF13D-CC2C-8859-CAEB-011859A07A9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99677645-2714-1665-040A-6AD01B3E17B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390E422-F705-DD40-3AF1-3EFACA6FDDC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804C40F4-EBB5-D632-CDDF-97D2BA724E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162DC472-79AA-E89A-A47D-53C161F2559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94C09717-ECB3-2B37-E047-0DBF1CC9638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B9F54917-D24B-F507-5E0D-B7DCD6D9CB7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DA186258-C009-F4E0-1867-4007E57BF4C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29571C1-2BAB-BC4D-E636-EE8D9D7651D9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E8A245CA-1DC2-F122-CAB8-538635FF761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4FCC444-60C5-282B-C0E7-62A385C7138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3C476990-FBFF-8007-439F-153E19561A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65BDDFC1-2C59-19C4-9064-576A191E4E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DB289E5-8424-2B5D-A9BD-75D0DD44602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9C88C341-4A15-5F32-F49F-7E4D8D73642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9DED52A2-7430-65FE-E131-E90C03A7B49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2871CC86-BFBE-2414-E2BE-B5299A6F15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AACE7684-F798-DC21-4729-8BA54345349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DEC32956-D5F3-61EC-FBC2-E1E92BA85F4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76FEE3B-9320-CB3D-4184-F13DED0D21B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1F4E0220-98A3-E982-8316-AF29BCA4830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467583E3-230F-948A-9FC7-23B81F8CF1C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6C737143-8F67-B6BE-BF39-A95BF83A175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E9CC9DA7-EBA8-DC75-C1D8-FA479362981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1745EC29-2071-311B-E74B-C965DC4A871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5AF104D0-2826-08A5-2181-191633732EC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D842122E-1ECC-A815-551E-624767EC763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EA309B70-59C4-C161-3B73-AEE8040EEA9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F5E85FE-D5BC-BF17-1374-AD182EAA77A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22EE0D5-EEF6-DDFF-009C-E8D6EB64870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77EBB9E4-F0B7-C005-CB43-E565FA1FF07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6AF2C393-5D57-E48A-7C53-E5F8FA19CBC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FEC034A0-BA7F-C560-434B-C38A643CCCF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EBBC776C-EC93-2DB2-F54E-7D6CEA5FCD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88970487-1D8D-7060-7DF0-C534A2AC473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646C98F2-2D62-5CD4-6BC5-96A69E5C68E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1BE862E8-2409-FC9D-49C1-5AE03E1DB48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0948417A-CFBD-42B3-11B9-ADE4790E6E8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83C8C713-2413-53F0-5B2B-2AA1AEF92E1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5E2C843D-7DDB-5C7B-1392-D85CFE8CE1D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D335ECB9-F381-C5F9-B9B6-C72B47AB77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28A5402D-0D28-9396-F979-409D5863D0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1433B090-796A-5687-1BAA-67372495CF5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1E96D479-92DC-9C7F-0E57-CB5E44CC480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934C8DE9-324F-C961-B3C5-008AD075604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CA7A6738-1205-91E4-7AD1-B3EC16A1C97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13C9329C-EF71-29C1-53EA-AF67D803310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6475E697-C771-B2F4-01E4-EE776CB2CC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74F8F20-2CAF-5CA5-4482-5700D0F4B0C5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99AFC893-155A-ACE7-CE3C-40EB2E175DC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34D5408C-5336-6FE3-F743-189A1A5EFFD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8AE288BD-80D7-AF87-2EBF-49CBE28236E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335EA6E5-D180-73D9-CDDB-00AB241EF9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C0DEDEE7-88C8-B690-B0C5-5FF5BFF205F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10902865-47CE-CE54-5A6A-9DF983D128A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806DEC47-0A1A-2B66-85BE-D9A0E9FF383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395BAB43-E6B2-9B71-332B-F62E4D046C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E16F4076-7D38-4428-CC2D-E397F1B5821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74333EA5-2B9D-0EB9-DD5E-7A074A3248B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3E548E9-8D0B-FA78-B57D-2F0DAF57970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2C705A0F-1FEA-B8B7-A84B-7CFDDFA9AF5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4DAE3439-BB98-4756-A011-24875DB57F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ECC5111C-AA11-4F8E-7DDC-46348DAA9FA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0BD28FD5-D027-FC95-A9D9-220C0A6654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398FFEBA-111A-CEC3-3155-DAB7E26B0EB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B17A44A0-85C1-7E57-4A1E-1DAF1FFC283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0AFCE475-612C-14D9-FB22-713C7127354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B5EB890F-9F28-D398-EF14-CBF3C22AAA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075E1BDD-B530-DFEB-3C1F-598447786DEA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BF6282BB-83EB-7088-4304-780B62405E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D14D744E-FDBF-B8E9-38C3-8BA6B153F34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197421C6-F0F6-C37C-91BD-1848575FBD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ED574226-B622-D6C1-A892-9FBD1A803D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7C58B9A1-94A3-F941-0B58-5948ADFB491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35FB1024-10C3-E68F-F4DC-AB1C362015C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A5E6ADAA-FC95-78B2-759A-0FECDD305A6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782FABD6-BF85-7F0A-0A57-902711343D3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63A24A36-338B-2C30-E31A-3D656C8852F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21546117-DC23-B8F4-A7D4-060EE027A9E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C405611E-8BC4-A484-EF45-2C442AADEA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A1C4F393-FCD9-EC6A-C0C8-C0BBB8C4D6C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A3844021-2AFC-9D2A-F468-5309DC6BF3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A93D596A-249C-3948-FE9B-A919A381FB6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C4705686-BC35-AA79-D64C-EC73E60537A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5735BC85-A3C6-CA1E-3FAB-5C1F703C0EC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7F81D302-BB4D-877F-99B3-2139C7781C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661D1CE1-16BF-6AE4-9B64-E3B5F69287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3C13462A-FE20-AB33-46B5-F5E56775658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FCAF9D3A-D930-1562-A6BD-23E139BC3187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CD0CDD2C-0F79-B627-F627-7C66FD9ED21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6CB71CA-F5B6-141F-62F6-497C8275E3C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877167AA-C308-BF1B-56A5-9B406DE509E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7E5C454B-798F-E643-85D8-9BE8264F7DC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98818B22-69D6-A0CA-1035-FE62C2910D0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98DDCD77-599C-2EBA-B698-16110549959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62545DE1-2561-8411-608A-36BD26F08EC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FB4DA5BE-F140-0D27-CED3-C11C7164301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84B53F23-5EBA-C993-3371-8FDE99AD624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9CC169FE-F5E7-AD91-4E0B-B316CD1377F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365EE0CA-4DD0-C0E3-8CFF-18A9E8A4C40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2E305437-AA24-F843-5B3D-56E690B33A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DE3DF647-1AD2-1521-DA65-D7F7B7ACA9D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CA055E90-DF6F-2E7C-1F17-4BF2FC9D647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F4F04C29-8017-FCF3-8BBA-00145E82FF7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9BECB050-9A44-8D7D-BBA5-D44D2BBF0EF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D5676D71-E56A-99C6-AA08-292C1142F6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9B52B15-51F2-0D9E-3CDD-ECE9C3B9E58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5EC8945E-B137-36F3-28B7-0DDBBA187F3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7ECD0972-7650-2CFE-D158-24994707C9A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2BDE353B-9BD7-0AB0-B1F2-F1171036436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BBAA8236-436B-77D6-8B21-1DD76F9FD0B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8F0D8DA4-BC34-7289-F1A6-5BDF160B254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6191BF4C-9160-E7B8-E70A-B0C41CF1A0C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510D3A03-616B-6239-F126-C958F18B7E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6FFCCB2F-4162-301D-0681-A4AF247615E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6EEB6E6E-E430-AA09-6B41-E71A1E45DD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A72080E8-1308-BE8A-721F-64370F1AA17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20B14B94-9DE5-F548-0EDB-910E4FF08A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64FFD604-3AB6-EE0F-514F-48BAD3F3489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7E86434B-3D0E-D930-72C3-D53F019544A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9DD159AC-4A8B-9ED3-D6F9-5AE3B0BF7E5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AF01836F-5FB4-8FFA-380A-C7C5BAE6DC0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EAB9D554-442A-620C-0BE4-F5FAE9FAB52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6A303E3F-2492-D518-C0EE-B02A1C69452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C703649E-DCFA-B031-A27D-950E0235F8B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8D4498E7-C36A-0BBE-7657-D314C053636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4C6B4D75-29D1-3DEA-5284-0B8DA284850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CBB21FF9-3D97-6238-687C-A5FDF46A76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D88981C9-62B8-01BB-1CE3-34C9B738FF2D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361626F3-9945-E37B-7F7D-13462A24AA7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58C3C1D7-CBDD-C2C4-98DF-FCAC1B62B97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67876024-8A77-C83D-4139-FAEEA34EAF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A92841C5-F73F-1E44-622B-A644F638E65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97F4E2F8-B1DD-FC7E-75CF-AE3CCFC3F5C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2EEECD07-8475-E33D-15C5-92A347801C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4C620749-177E-9F06-B9F4-58E71366D3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C41D8455-2A8B-4969-FC24-2FFCCC8404B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885B6212-7AF3-3DE0-A115-4B4EBA0EA3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2B586E59-6839-9C1D-EA5F-7A14662C7F8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FCE6F99E-C9DF-9EC6-5C2E-A9E12570DC1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19080F0C-3F65-BD52-47C4-82FDC46BE89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8E73DB89-B99C-46D3-5C9E-E8994E876C0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0D9D7DBE-A1A1-4DC8-458D-4796EC5AF36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9788A79F-57FA-2378-54CE-4E6CFDF9B1E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150DE326-AC6D-E055-6A70-8583128D94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8ADF3721-96DA-6061-A5A0-841A7D56676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DFF68A5F-8A8F-A55B-8580-F8AA8A9331C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DCB2A15D-F9A7-4492-78FA-66F707B4042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50E54087-40D7-7717-3ADB-F77C4989B7AC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E848C680-E9F7-62FB-14C0-58B039D3A85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E2AB0337-204F-6B20-FF51-6CA2FE1CF6E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35132634-EF02-2CF5-EC11-9ED03B1A8F4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FB4DA00F-B28E-52DE-7753-DFBE564429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622D9D91-EFD9-82E9-205B-CC995DCA59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4AC99642-76B9-159D-EC8C-690B3239C9D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0069576A-4F94-2D85-2674-34712A43BA2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314EB03E-4351-5C0C-5F02-E79CD6995C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532F6CB4-CFA0-E50B-679C-CEF482C43B6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7CD2D63C-0975-6C01-E8D3-E93EA2BFF7F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F371363D-38B9-3839-79F0-BBC5BA69F16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DE82766B-AD5A-F711-80A8-8B3A0C56B36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AB6C42A2-0F50-A59E-7351-1F30891BD96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481CF7B7-1511-5605-A247-3EC4668F998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0E6BE626-6F23-292F-52BF-1CCB7F9EA8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0F36C1AD-3EBD-8511-CE76-98FAD9F2D7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EC384A02-FC3C-433A-9143-85170A612D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F4D8D150-A4AD-DB21-CACF-551EBFCEEC7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5C513405-37E4-4AD9-579F-8F1DCC7745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3E1D3D02-8312-0830-C938-42D237090010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1E44C5C0-721B-BCAD-1943-C1B2DC51EC5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A38C27F-0772-6F01-B707-46A1D8C7A8C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A4FDB93E-32C4-E8FB-BEE2-F245FD9DD70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BBA4AD9D-78B2-1634-859A-F4376C85EDE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604A1BDA-4D8B-80E2-AEC7-0975E550C6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183401B8-051F-A094-DCA1-010A4C24CF4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CDA5F6C6-D463-484C-6E10-85F2DE2238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3E11E6BC-4021-0525-986A-5FB16E749A3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D950618C-E3D0-1262-2BEB-F7712C2751C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ED9DCC7E-857B-2E51-2A01-5A1F621BBB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D834FAB8-4B01-6180-500A-B32D9D4AD5C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F7583E03-1648-D607-860F-FE9A8838847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BCECECDD-C59E-8FC8-5CC5-D010F100A3F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2122B7B6-F8E4-7E86-772A-AFAB762B0D2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BCBAD0A-4854-A44A-EC62-526DC6498DC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34EC23B8-F0C4-0F92-8AF3-597477A17B5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4183B6B1-88C6-FD98-482F-3FE5F132C0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F71DB2DB-8E54-4983-71D7-DDEB1EEA57A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56841A98-5DFC-1270-5FE8-1BF6707E8F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820795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93B6-1C53-B487-A514-3A36B758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A170-71A2-4EAE-6727-779C6B08D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know what it is</a:t>
            </a:r>
          </a:p>
          <a:p>
            <a:endParaRPr lang="en-US" dirty="0"/>
          </a:p>
          <a:p>
            <a:r>
              <a:rPr lang="en-US" dirty="0"/>
              <a:t>What is a quantum system? What is a classical system?</a:t>
            </a:r>
          </a:p>
          <a:p>
            <a:r>
              <a:rPr lang="en-US" dirty="0"/>
              <a:t>Electron/Proton/… all described by same equation. What makes them the same? Contextual. Inner dynamics is decoupled (it does not matter). Irreducibility?</a:t>
            </a:r>
          </a:p>
          <a:p>
            <a:r>
              <a:rPr lang="en-US" dirty="0"/>
              <a:t>Can we reorganize all of physics through simple concepts? Most obvious?</a:t>
            </a:r>
          </a:p>
          <a:p>
            <a:r>
              <a:rPr lang="en-US" dirty="0"/>
              <a:t>What </a:t>
            </a:r>
          </a:p>
        </p:txBody>
      </p:sp>
    </p:spTree>
    <p:extLst>
      <p:ext uri="{BB962C8B-B14F-4D97-AF65-F5344CB8AC3E}">
        <p14:creationId xmlns:p14="http://schemas.microsoft.com/office/powerpoint/2010/main" val="7705793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4BFC-325D-F00B-0CCC-6AB530E4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4318-02E2-997E-4956-9E7BE71E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100 years of QM: fake history, we got some math but we don’t know what it means</a:t>
            </a:r>
          </a:p>
          <a:p>
            <a:r>
              <a:rPr lang="en-US" dirty="0"/>
              <a:t>Uncertainty principle, two modes of evolution, contextuality, Dirac’s correspondence principle (quantization)</a:t>
            </a:r>
          </a:p>
          <a:p>
            <a:r>
              <a:rPr lang="en-US" dirty="0"/>
              <a:t>Interpretations (hidden variables) and reconstructions don’t work</a:t>
            </a:r>
          </a:p>
          <a:p>
            <a:r>
              <a:rPr lang="en-US" dirty="0"/>
              <a:t>Why does classical mechanics fail? Classical uncertainty principle.</a:t>
            </a:r>
          </a:p>
          <a:p>
            <a:r>
              <a:rPr lang="en-US" dirty="0"/>
              <a:t>Motivations for the third law. Entropy of nothing. Entropy of one state.</a:t>
            </a:r>
          </a:p>
          <a:p>
            <a:r>
              <a:rPr lang="en-US" dirty="0"/>
              <a:t>Classical mechanics recovered at high entropy, quantization is putting a lower bound on the entropy</a:t>
            </a:r>
          </a:p>
          <a:p>
            <a:r>
              <a:rPr lang="en-US" dirty="0"/>
              <a:t>Entropy is about ensembles; physics is about ensembles; this is the fundamental mischaracterization of physics (film strip)</a:t>
            </a:r>
          </a:p>
          <a:p>
            <a:r>
              <a:rPr lang="en-US" dirty="0"/>
              <a:t>Classical vs quantum: reducibility vs irreducibility; wave </a:t>
            </a:r>
            <a:r>
              <a:rPr lang="en-US" dirty="0" err="1"/>
              <a:t>particule</a:t>
            </a:r>
            <a:r>
              <a:rPr lang="en-US" dirty="0"/>
              <a:t> duality (electron a point particle, state probability </a:t>
            </a:r>
            <a:r>
              <a:rPr lang="en-US" dirty="0" err="1"/>
              <a:t>distr</a:t>
            </a:r>
            <a:r>
              <a:rPr lang="en-US" dirty="0"/>
              <a:t>; or electron a spread out blotch of energy? To tell the difference, needs lower entropy description)</a:t>
            </a:r>
          </a:p>
          <a:p>
            <a:r>
              <a:rPr lang="en-US" dirty="0"/>
              <a:t>Back to counting states. 3 out of 2</a:t>
            </a:r>
          </a:p>
          <a:p>
            <a:r>
              <a:rPr lang="en-US" dirty="0"/>
              <a:t>Space-time quantization</a:t>
            </a:r>
          </a:p>
        </p:txBody>
      </p:sp>
    </p:spTree>
    <p:extLst>
      <p:ext uri="{BB962C8B-B14F-4D97-AF65-F5344CB8AC3E}">
        <p14:creationId xmlns:p14="http://schemas.microsoft.com/office/powerpoint/2010/main" val="2158619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20250801-TheProblemWithDifferentialGeometry</Template>
  <TotalTime>31202</TotalTime>
  <Words>3411</Words>
  <Application>Microsoft Office PowerPoint</Application>
  <PresentationFormat>Widescreen</PresentationFormat>
  <Paragraphs>601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Cambria Math</vt:lpstr>
      <vt:lpstr>Times New Roman</vt:lpstr>
      <vt:lpstr>Office Theme</vt:lpstr>
      <vt:lpstr>What is classical? What is quantum?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77</cp:revision>
  <dcterms:created xsi:type="dcterms:W3CDTF">2024-03-18T14:23:45Z</dcterms:created>
  <dcterms:modified xsi:type="dcterms:W3CDTF">2025-11-10T19:04:16Z</dcterms:modified>
</cp:coreProperties>
</file>