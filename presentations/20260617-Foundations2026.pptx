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5"/>
  </p:notesMasterIdLst>
  <p:sldIdLst>
    <p:sldId id="1286" r:id="rId2"/>
    <p:sldId id="1422" r:id="rId3"/>
    <p:sldId id="1423" r:id="rId4"/>
    <p:sldId id="1424" r:id="rId5"/>
    <p:sldId id="1399" r:id="rId6"/>
    <p:sldId id="1291" r:id="rId7"/>
    <p:sldId id="1412" r:id="rId8"/>
    <p:sldId id="980" r:id="rId9"/>
    <p:sldId id="981" r:id="rId10"/>
    <p:sldId id="1407" r:id="rId11"/>
    <p:sldId id="1410" r:id="rId12"/>
    <p:sldId id="1413" r:id="rId13"/>
    <p:sldId id="1394" r:id="rId14"/>
    <p:sldId id="1392" r:id="rId15"/>
    <p:sldId id="1400" r:id="rId16"/>
    <p:sldId id="1398" r:id="rId17"/>
    <p:sldId id="1255" r:id="rId18"/>
    <p:sldId id="1393" r:id="rId19"/>
    <p:sldId id="1416" r:id="rId20"/>
    <p:sldId id="1331" r:id="rId21"/>
    <p:sldId id="1415" r:id="rId22"/>
    <p:sldId id="1401" r:id="rId23"/>
    <p:sldId id="1420" r:id="rId24"/>
    <p:sldId id="1418" r:id="rId25"/>
    <p:sldId id="1419" r:id="rId26"/>
    <p:sldId id="1417" r:id="rId27"/>
    <p:sldId id="1397" r:id="rId28"/>
    <p:sldId id="1402" r:id="rId29"/>
    <p:sldId id="1403" r:id="rId30"/>
    <p:sldId id="1404" r:id="rId31"/>
    <p:sldId id="1405" r:id="rId32"/>
    <p:sldId id="1347" r:id="rId33"/>
    <p:sldId id="1425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E82C"/>
    <a:srgbClr val="999C1C"/>
    <a:srgbClr val="779A1E"/>
    <a:srgbClr val="847A34"/>
    <a:srgbClr val="D0F204"/>
    <a:srgbClr val="820000"/>
    <a:srgbClr val="F4E802"/>
    <a:srgbClr val="CCCC0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48" autoAdjust="0"/>
    <p:restoredTop sz="89956" autoAdjust="0"/>
  </p:normalViewPr>
  <p:slideViewPr>
    <p:cSldViewPr snapToGrid="0">
      <p:cViewPr varScale="1">
        <p:scale>
          <a:sx n="74" d="100"/>
          <a:sy n="74" d="100"/>
        </p:scale>
        <p:origin x="878" y="67"/>
      </p:cViewPr>
      <p:guideLst/>
    </p:cSldViewPr>
  </p:slideViewPr>
  <p:outlineViewPr>
    <p:cViewPr>
      <p:scale>
        <a:sx n="33" d="100"/>
        <a:sy n="33" d="100"/>
      </p:scale>
      <p:origin x="0" y="-9029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3335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19C704-B8F9-449B-B828-36D786A1FE73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54F452-85BD-4268-B680-C313DBFDC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4317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39C1E-D735-15C5-B713-E90CDBF3C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5F0499-77BE-AE08-F70C-E0854992DC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8828CE-F554-C978-CC7B-9A2BD87F15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962ABC-F824-304F-19A1-61F44E1A8F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54F452-85BD-4268-B680-C313DBFDCEB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4869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54F452-85BD-4268-B680-C313DBFDCEB3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4538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4FB9D-FE32-4608-A322-879EB604C4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2BEF24-38DB-414B-9143-835F94C545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649D3D-74DA-4CF4-9D8A-35BEC589E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961D9-6321-4824-BAD9-C4E6FD877CB3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B2A6A3-4127-48D5-9784-9FE0EA9F2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7A031F-D251-4900-90B5-0DBC5EEB8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7EBE43-81C5-C3A7-19B2-4AEF320C735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1405" y="4369993"/>
            <a:ext cx="1676403" cy="152400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D5FB429-4DC1-9EA8-5594-36E9029DC11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754" y="5936692"/>
            <a:ext cx="2229706" cy="757858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3AF2D39E-1CF2-6C35-A74E-C2E85F817FF0}"/>
              </a:ext>
            </a:extLst>
          </p:cNvPr>
          <p:cNvSpPr/>
          <p:nvPr userDrawn="1"/>
        </p:nvSpPr>
        <p:spPr>
          <a:xfrm>
            <a:off x="9442580" y="4170784"/>
            <a:ext cx="2674054" cy="2668555"/>
          </a:xfrm>
          <a:prstGeom prst="ellipse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530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2083A-4E98-4B0F-9BE9-89B3801C5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3EDFED-B2F5-4E8E-B7CC-56CC10C1C4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5BC790-453E-4FDF-8576-041B1DF98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0BC8FBAB-8131-440B-982D-5FFA7A53024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8EF6B0C2-1FCE-4CAD-842B-5B0062ACA217}" type="datetime1">
              <a:rPr lang="en-US" smtClean="0"/>
              <a:t>6/16/2026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CD6FF50-33B5-48AA-9106-E41AD3A7C71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91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ACB5C-4D91-4CEE-A37D-A6D6EA775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2FF89-CC5E-4ECF-8587-C5477617EC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65818F-79A2-4B99-9E93-0A0D34509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DC4100-2BE2-4391-9F52-5B914F6BD944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0A171-786D-4212-94DA-A3B5DDCBE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0C80CF-897E-4A36-9214-10EE125C5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647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8B1A4-D1EF-45A3-9791-016116AFC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0615B-3F88-41CF-8B1F-20FB3C7BE2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3955" y="1105469"/>
            <a:ext cx="5915845" cy="50714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C97195-09DC-40DF-8642-91B5CEAE2E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105469"/>
            <a:ext cx="5915845" cy="50714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77FD46-DF3C-4CF1-8DB8-AE555EDA6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687944-C783-4E17-92F1-0E6918203EBD}" type="datetime1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AA3C63-BDA7-4CD1-98D2-7B44F82B1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9C5504-0686-44F8-A23D-45B91F88E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628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9177B-A747-42FD-8F29-D1361B4E2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DEB389-9A95-4143-B34D-74A157C3E5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FF914-FCFA-477B-964A-C59B91251C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6DC335-A7AE-4EBC-A953-CD7B08744D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06B780-1F08-4E36-968D-D083275A4F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AC007B-DA08-41DC-96BA-9EDC62C18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245AE0-69B8-4D4E-A8E7-47897EB130FF}" type="datetime1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F2FD71-2584-48F8-992F-EBA7CFFAC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FB88B5-3CD1-407E-B5B5-2FDF80D2D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709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BD30F-053D-46F9-9A37-D1DA8923C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2A0CFC-E613-4829-BB1E-23DC17F1F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C1336-0698-412D-B476-32024C44671D}" type="datetime1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44F9ED-0DC1-499C-966A-67FA83690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2F0D14-ECEA-4749-973A-35A78F792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136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97A8DE-26FB-44D4-A9F1-CB9FF4220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1E3BC-9392-4C87-BA44-136AAA65B6AB}" type="datetime1">
              <a:rPr lang="en-US" smtClean="0"/>
              <a:t>6/16/2026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56CC65-9693-4336-8892-7DBB0D428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092D98-AE7E-447E-AA93-A2032A1FE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322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036F1-9482-436E-9974-452FA8C03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3F32D-85F2-44AA-81B0-6B60F5AE66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3A3A79-53E7-4E9B-A70E-77106E56CD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FD5672-F891-4ED6-8D9F-0B8771B5C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FF80B-D06D-4094-B796-F0401CB811DF}" type="datetime1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272739-2C05-4A24-88F6-82BBE08FD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675969-E211-4DE2-B886-5934860C3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6502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47BCD-8167-44E1-825E-012B66377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72A2AE-5BB8-4C31-9C94-6EDE7D578B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D1A6C8-B63C-47F8-8C8C-4DB028D4B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356164-D348-4A71-AE1D-E22897D3C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95AC32-9710-4741-BBDB-BB987A040FE4}" type="datetime1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F6AADB-3A05-424C-9F43-41572E843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B28A14-221B-4635-AA55-72AC789D4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683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61A85-F374-4F3F-BA0C-52075B074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3497C3-0A16-4208-BEB3-607737FDD7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ED635-7E11-4664-8FBC-36FEBFF2D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590BE-8FF3-41A1-A1AD-CB06B62A6DCB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9DE0C-6D6F-4D42-817A-BBD09369D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E03EC4-334C-45C4-A174-AFF5497F8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332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597DE0-D863-4430-924C-3EB271CE81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98BD85-A68E-409D-B87F-BAD2034195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EAA6CF-52A1-4471-AFF7-79B37FEF2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1E435-9B28-43CD-B73D-83AA91DE1FB7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E4AF83-3843-42EB-A5A1-2BDCD43FA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368DFD-8437-42AF-BA50-3290D8CDC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5941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5AE79D-67AF-4A6E-B20E-A13E26034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955" y="84779"/>
            <a:ext cx="11984090" cy="8974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FF892-5903-470F-A479-331C39379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955" y="1075038"/>
            <a:ext cx="11984090" cy="53817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86424-CA87-4045-BC8B-6EDDC11B32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04759" y="6580246"/>
            <a:ext cx="2229706" cy="2286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E04893-CF5B-495E-BA55-052B76EC4442}" type="datetime1">
              <a:rPr lang="en-US" smtClean="0"/>
              <a:t>6/16/2026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D1E3F-305F-48EC-9661-A5555D6D91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9730" y="6565529"/>
            <a:ext cx="5967867" cy="2359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D7172-52C7-47AA-A8CB-03E0DDB36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40178" y="6572888"/>
            <a:ext cx="555908" cy="2286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1AA285D-1676-8476-E3FF-1782C3DC601F}"/>
              </a:ext>
            </a:extLst>
          </p:cNvPr>
          <p:cNvSpPr/>
          <p:nvPr userDrawn="1"/>
        </p:nvSpPr>
        <p:spPr>
          <a:xfrm>
            <a:off x="9442580" y="4170784"/>
            <a:ext cx="2674054" cy="2668555"/>
          </a:xfrm>
          <a:prstGeom prst="ellipse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BC4DAF4-877C-B697-9F33-77BD3CFF038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1201" y="5161510"/>
            <a:ext cx="755810" cy="6871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689385B-0892-E7A3-350A-12FC896047C9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2674" y="6273515"/>
            <a:ext cx="1313865" cy="44657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3C0152C-5722-D560-A1D1-83330A0E1841}"/>
              </a:ext>
            </a:extLst>
          </p:cNvPr>
          <p:cNvSpPr txBox="1"/>
          <p:nvPr userDrawn="1"/>
        </p:nvSpPr>
        <p:spPr>
          <a:xfrm>
            <a:off x="9723330" y="5954370"/>
            <a:ext cx="21515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100" dirty="0"/>
              <a:t>https://assumptionsofphysics.org/</a:t>
            </a:r>
          </a:p>
        </p:txBody>
      </p:sp>
    </p:spTree>
    <p:extLst>
      <p:ext uri="{BB962C8B-B14F-4D97-AF65-F5344CB8AC3E}">
        <p14:creationId xmlns:p14="http://schemas.microsoft.com/office/powerpoint/2010/main" val="36034776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7" grpId="2" animBg="1"/>
      <p:bldP spid="7" grpId="3" animBg="1"/>
      <p:bldP spid="7" grpId="4" animBg="1"/>
      <p:bldP spid="7" grpId="5" animBg="1"/>
      <p:bldP spid="7" grpId="6" animBg="1"/>
      <p:bldP spid="7" grpId="7" animBg="1"/>
    </p:bldLst>
  </p:timing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3" Type="http://schemas.openxmlformats.org/officeDocument/2006/relationships/image" Target="../media/image24.png"/><Relationship Id="rId21" Type="http://schemas.openxmlformats.org/officeDocument/2006/relationships/image" Target="../media/image43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" Type="http://schemas.openxmlformats.org/officeDocument/2006/relationships/image" Target="../media/image23.png"/><Relationship Id="rId16" Type="http://schemas.openxmlformats.org/officeDocument/2006/relationships/image" Target="../media/image37.png"/><Relationship Id="rId20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24" Type="http://schemas.openxmlformats.org/officeDocument/2006/relationships/image" Target="../media/image46.png"/><Relationship Id="rId15" Type="http://schemas.openxmlformats.org/officeDocument/2006/relationships/image" Target="../media/image36.png"/><Relationship Id="rId23" Type="http://schemas.openxmlformats.org/officeDocument/2006/relationships/image" Target="../media/image45.png"/><Relationship Id="rId28" Type="http://schemas.openxmlformats.org/officeDocument/2006/relationships/image" Target="../media/image6.png"/><Relationship Id="rId10" Type="http://schemas.openxmlformats.org/officeDocument/2006/relationships/image" Target="../media/image31.png"/><Relationship Id="rId19" Type="http://schemas.openxmlformats.org/officeDocument/2006/relationships/image" Target="../media/image4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5.png"/><Relationship Id="rId22" Type="http://schemas.openxmlformats.org/officeDocument/2006/relationships/image" Target="../media/image44.png"/><Relationship Id="rId27" Type="http://schemas.openxmlformats.org/officeDocument/2006/relationships/image" Target="../media/image4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13" Type="http://schemas.openxmlformats.org/officeDocument/2006/relationships/image" Target="../media/image68.png"/><Relationship Id="rId18" Type="http://schemas.openxmlformats.org/officeDocument/2006/relationships/image" Target="../media/image73.png"/><Relationship Id="rId3" Type="http://schemas.openxmlformats.org/officeDocument/2006/relationships/image" Target="../media/image51.png"/><Relationship Id="rId7" Type="http://schemas.openxmlformats.org/officeDocument/2006/relationships/image" Target="../media/image62.png"/><Relationship Id="rId12" Type="http://schemas.openxmlformats.org/officeDocument/2006/relationships/image" Target="../media/image67.png"/><Relationship Id="rId17" Type="http://schemas.openxmlformats.org/officeDocument/2006/relationships/image" Target="../media/image72.png"/><Relationship Id="rId2" Type="http://schemas.openxmlformats.org/officeDocument/2006/relationships/image" Target="../media/image50.png"/><Relationship Id="rId16" Type="http://schemas.openxmlformats.org/officeDocument/2006/relationships/image" Target="../media/image71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1.png"/><Relationship Id="rId11" Type="http://schemas.openxmlformats.org/officeDocument/2006/relationships/image" Target="../media/image66.png"/><Relationship Id="rId5" Type="http://schemas.openxmlformats.org/officeDocument/2006/relationships/image" Target="../media/image53.png"/><Relationship Id="rId15" Type="http://schemas.openxmlformats.org/officeDocument/2006/relationships/image" Target="../media/image70.png"/><Relationship Id="rId10" Type="http://schemas.openxmlformats.org/officeDocument/2006/relationships/image" Target="../media/image65.png"/><Relationship Id="rId19" Type="http://schemas.openxmlformats.org/officeDocument/2006/relationships/image" Target="../media/image74.png"/><Relationship Id="rId4" Type="http://schemas.openxmlformats.org/officeDocument/2006/relationships/image" Target="../media/image52.png"/><Relationship Id="rId9" Type="http://schemas.openxmlformats.org/officeDocument/2006/relationships/image" Target="../media/image64.png"/><Relationship Id="rId14" Type="http://schemas.openxmlformats.org/officeDocument/2006/relationships/image" Target="../media/image6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1.png"/><Relationship Id="rId13" Type="http://schemas.openxmlformats.org/officeDocument/2006/relationships/image" Target="../media/image320.png"/><Relationship Id="rId3" Type="http://schemas.openxmlformats.org/officeDocument/2006/relationships/image" Target="../media/image262.png"/><Relationship Id="rId7" Type="http://schemas.openxmlformats.org/officeDocument/2006/relationships/image" Target="../media/image211.png"/><Relationship Id="rId12" Type="http://schemas.openxmlformats.org/officeDocument/2006/relationships/image" Target="../media/image201.png"/><Relationship Id="rId2" Type="http://schemas.openxmlformats.org/officeDocument/2006/relationships/image" Target="../media/image252.png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2.png"/><Relationship Id="rId11" Type="http://schemas.openxmlformats.org/officeDocument/2006/relationships/image" Target="../media/image190.png"/><Relationship Id="rId5" Type="http://schemas.openxmlformats.org/officeDocument/2006/relationships/image" Target="../media/image172.png"/><Relationship Id="rId15" Type="http://schemas.openxmlformats.org/officeDocument/2006/relationships/image" Target="../media/image340.png"/><Relationship Id="rId10" Type="http://schemas.openxmlformats.org/officeDocument/2006/relationships/image" Target="../media/image241.png"/><Relationship Id="rId9" Type="http://schemas.openxmlformats.org/officeDocument/2006/relationships/image" Target="../media/image232.png"/><Relationship Id="rId14" Type="http://schemas.openxmlformats.org/officeDocument/2006/relationships/image" Target="../media/image25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1.png"/><Relationship Id="rId18" Type="http://schemas.openxmlformats.org/officeDocument/2006/relationships/image" Target="../media/image9.png"/><Relationship Id="rId3" Type="http://schemas.openxmlformats.org/officeDocument/2006/relationships/image" Target="../media/image2330.png"/><Relationship Id="rId7" Type="http://schemas.openxmlformats.org/officeDocument/2006/relationships/image" Target="../media/image270.png"/><Relationship Id="rId12" Type="http://schemas.openxmlformats.org/officeDocument/2006/relationships/image" Target="../media/image76.png"/><Relationship Id="rId17" Type="http://schemas.openxmlformats.org/officeDocument/2006/relationships/image" Target="../media/image370.png"/><Relationship Id="rId2" Type="http://schemas.openxmlformats.org/officeDocument/2006/relationships/image" Target="../media/image2230.png"/><Relationship Id="rId20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1.png"/><Relationship Id="rId11" Type="http://schemas.openxmlformats.org/officeDocument/2006/relationships/image" Target="../media/image313.png"/><Relationship Id="rId5" Type="http://schemas.openxmlformats.org/officeDocument/2006/relationships/image" Target="../media/image2511.png"/><Relationship Id="rId10" Type="http://schemas.openxmlformats.org/officeDocument/2006/relationships/image" Target="../media/image1700.png"/><Relationship Id="rId19" Type="http://schemas.openxmlformats.org/officeDocument/2006/relationships/image" Target="../media/image10.png"/><Relationship Id="rId4" Type="http://schemas.openxmlformats.org/officeDocument/2006/relationships/image" Target="../media/image2430.png"/><Relationship Id="rId9" Type="http://schemas.openxmlformats.org/officeDocument/2006/relationships/image" Target="../media/image29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0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3" Type="http://schemas.openxmlformats.org/officeDocument/2006/relationships/image" Target="../media/image86.png"/><Relationship Id="rId7" Type="http://schemas.openxmlformats.org/officeDocument/2006/relationships/image" Target="../media/image9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10" Type="http://schemas.openxmlformats.org/officeDocument/2006/relationships/image" Target="../media/image13.png"/><Relationship Id="rId4" Type="http://schemas.openxmlformats.org/officeDocument/2006/relationships/image" Target="../media/image87.png"/><Relationship Id="rId9" Type="http://schemas.openxmlformats.org/officeDocument/2006/relationships/image" Target="../media/image9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13" Type="http://schemas.openxmlformats.org/officeDocument/2006/relationships/image" Target="../media/image106.png"/><Relationship Id="rId3" Type="http://schemas.openxmlformats.org/officeDocument/2006/relationships/image" Target="../media/image95.png"/><Relationship Id="rId7" Type="http://schemas.openxmlformats.org/officeDocument/2006/relationships/image" Target="../media/image100.png"/><Relationship Id="rId12" Type="http://schemas.openxmlformats.org/officeDocument/2006/relationships/image" Target="../media/image10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104.png"/><Relationship Id="rId5" Type="http://schemas.openxmlformats.org/officeDocument/2006/relationships/image" Target="../media/image98.png"/><Relationship Id="rId10" Type="http://schemas.openxmlformats.org/officeDocument/2006/relationships/image" Target="../media/image103.png"/><Relationship Id="rId4" Type="http://schemas.openxmlformats.org/officeDocument/2006/relationships/image" Target="../media/image97.png"/><Relationship Id="rId9" Type="http://schemas.openxmlformats.org/officeDocument/2006/relationships/image" Target="../media/image102.png"/><Relationship Id="rId1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8.png"/><Relationship Id="rId4" Type="http://schemas.openxmlformats.org/officeDocument/2006/relationships/image" Target="../media/image11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4.png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127.png"/><Relationship Id="rId7" Type="http://schemas.openxmlformats.org/officeDocument/2006/relationships/image" Target="../media/image760.png"/><Relationship Id="rId12" Type="http://schemas.openxmlformats.org/officeDocument/2006/relationships/image" Target="../media/image810.png"/><Relationship Id="rId17" Type="http://schemas.openxmlformats.org/officeDocument/2006/relationships/image" Target="../media/image32.png"/><Relationship Id="rId2" Type="http://schemas.openxmlformats.org/officeDocument/2006/relationships/image" Target="../media/image21.png"/><Relationship Id="rId16" Type="http://schemas.openxmlformats.org/officeDocument/2006/relationships/image" Target="../media/image8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0.png"/><Relationship Id="rId11" Type="http://schemas.openxmlformats.org/officeDocument/2006/relationships/image" Target="../media/image26.png"/><Relationship Id="rId5" Type="http://schemas.openxmlformats.org/officeDocument/2006/relationships/image" Target="../media/image740.png"/><Relationship Id="rId15" Type="http://schemas.openxmlformats.org/officeDocument/2006/relationships/image" Target="../media/image840.png"/><Relationship Id="rId10" Type="http://schemas.openxmlformats.org/officeDocument/2006/relationships/image" Target="../media/image790.png"/><Relationship Id="rId4" Type="http://schemas.openxmlformats.org/officeDocument/2006/relationships/image" Target="../media/image730.png"/><Relationship Id="rId9" Type="http://schemas.openxmlformats.org/officeDocument/2006/relationships/image" Target="../media/image780.png"/><Relationship Id="rId14" Type="http://schemas.openxmlformats.org/officeDocument/2006/relationships/image" Target="../media/image12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0.png"/><Relationship Id="rId4" Type="http://schemas.openxmlformats.org/officeDocument/2006/relationships/image" Target="../media/image33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132.png"/><Relationship Id="rId7" Type="http://schemas.openxmlformats.org/officeDocument/2006/relationships/image" Target="../media/image4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5.png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5.png"/><Relationship Id="rId3" Type="http://schemas.openxmlformats.org/officeDocument/2006/relationships/image" Target="../media/image139.png"/><Relationship Id="rId7" Type="http://schemas.openxmlformats.org/officeDocument/2006/relationships/image" Target="../media/image144.png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3.png"/><Relationship Id="rId5" Type="http://schemas.openxmlformats.org/officeDocument/2006/relationships/image" Target="../media/image142.png"/><Relationship Id="rId10" Type="http://schemas.openxmlformats.org/officeDocument/2006/relationships/image" Target="../media/image48.png"/><Relationship Id="rId4" Type="http://schemas.openxmlformats.org/officeDocument/2006/relationships/image" Target="../media/image141.png"/><Relationship Id="rId9" Type="http://schemas.openxmlformats.org/officeDocument/2006/relationships/image" Target="../media/image14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75.png"/><Relationship Id="rId7" Type="http://schemas.openxmlformats.org/officeDocument/2006/relationships/image" Target="../media/image84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Relationship Id="rId9" Type="http://schemas.openxmlformats.org/officeDocument/2006/relationships/image" Target="../media/image9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7.png"/><Relationship Id="rId4" Type="http://schemas.openxmlformats.org/officeDocument/2006/relationships/image" Target="../media/image9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5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.png"/><Relationship Id="rId3" Type="http://schemas.openxmlformats.org/officeDocument/2006/relationships/image" Target="../media/image114.png"/><Relationship Id="rId7" Type="http://schemas.openxmlformats.org/officeDocument/2006/relationships/image" Target="../media/image121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119.png"/><Relationship Id="rId4" Type="http://schemas.openxmlformats.org/officeDocument/2006/relationships/image" Target="../media/image115.png"/><Relationship Id="rId9" Type="http://schemas.openxmlformats.org/officeDocument/2006/relationships/image" Target="../media/image123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6.png"/><Relationship Id="rId3" Type="http://schemas.openxmlformats.org/officeDocument/2006/relationships/image" Target="../media/image126.png"/><Relationship Id="rId7" Type="http://schemas.openxmlformats.org/officeDocument/2006/relationships/image" Target="../media/image131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image" Target="../media/image140.png"/><Relationship Id="rId10" Type="http://schemas.openxmlformats.org/officeDocument/2006/relationships/image" Target="../media/image147.png"/><Relationship Id="rId4" Type="http://schemas.openxmlformats.org/officeDocument/2006/relationships/image" Target="../media/image129.png"/><Relationship Id="rId9" Type="http://schemas.openxmlformats.org/officeDocument/2006/relationships/image" Target="../media/image137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4.png"/><Relationship Id="rId3" Type="http://schemas.openxmlformats.org/officeDocument/2006/relationships/image" Target="../media/image149.png"/><Relationship Id="rId7" Type="http://schemas.openxmlformats.org/officeDocument/2006/relationships/image" Target="../media/image153.png"/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2.png"/><Relationship Id="rId11" Type="http://schemas.openxmlformats.org/officeDocument/2006/relationships/image" Target="../media/image158.png"/><Relationship Id="rId5" Type="http://schemas.openxmlformats.org/officeDocument/2006/relationships/image" Target="../media/image151.png"/><Relationship Id="rId10" Type="http://schemas.openxmlformats.org/officeDocument/2006/relationships/image" Target="../media/image157.png"/><Relationship Id="rId4" Type="http://schemas.openxmlformats.org/officeDocument/2006/relationships/image" Target="../media/image150.png"/><Relationship Id="rId9" Type="http://schemas.openxmlformats.org/officeDocument/2006/relationships/image" Target="../media/image156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5.png"/><Relationship Id="rId3" Type="http://schemas.openxmlformats.org/officeDocument/2006/relationships/image" Target="../media/image160.png"/><Relationship Id="rId7" Type="http://schemas.openxmlformats.org/officeDocument/2006/relationships/image" Target="../media/image164.png"/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3.png"/><Relationship Id="rId5" Type="http://schemas.openxmlformats.org/officeDocument/2006/relationships/image" Target="../media/image162.png"/><Relationship Id="rId4" Type="http://schemas.openxmlformats.org/officeDocument/2006/relationships/image" Target="../media/image161.png"/><Relationship Id="rId9" Type="http://schemas.openxmlformats.org/officeDocument/2006/relationships/image" Target="../media/image16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AB966BA-E88F-9DF9-B52F-C052D3944F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03610"/>
            <a:ext cx="9144000" cy="1655762"/>
          </a:xfrm>
        </p:spPr>
        <p:txBody>
          <a:bodyPr/>
          <a:lstStyle/>
          <a:p>
            <a:r>
              <a:rPr lang="en-US" sz="2400" dirty="0"/>
              <a:t>Gabriele Carcassi and Christine A. Aidala</a:t>
            </a:r>
          </a:p>
          <a:p>
            <a:r>
              <a:rPr lang="en-US" dirty="0"/>
              <a:t>Physics Department</a:t>
            </a:r>
            <a:br>
              <a:rPr lang="en-US" dirty="0"/>
            </a:br>
            <a:r>
              <a:rPr lang="en-US" dirty="0"/>
              <a:t>University of Michigan</a:t>
            </a:r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DA8297-35B9-5FEA-640F-38C0EA9E42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" y="4491460"/>
            <a:ext cx="1891314" cy="201614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413BA43-F306-19D8-7A6E-AEAEFC0ED9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4978" y="350399"/>
            <a:ext cx="7732343" cy="2859869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63D70913-51AA-A682-920E-37F576D46F53}"/>
              </a:ext>
            </a:extLst>
          </p:cNvPr>
          <p:cNvSpPr txBox="1">
            <a:spLocks/>
          </p:cNvSpPr>
          <p:nvPr/>
        </p:nvSpPr>
        <p:spPr>
          <a:xfrm>
            <a:off x="2099866" y="1388895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br>
              <a:rPr lang="en-US" sz="4800" i="1" dirty="0"/>
            </a:br>
            <a:br>
              <a:rPr lang="en-US" sz="4800" i="1" dirty="0"/>
            </a:br>
            <a:r>
              <a:rPr lang="en-US" sz="4800" i="1" dirty="0"/>
              <a:t>turning physics inside-out</a:t>
            </a:r>
          </a:p>
        </p:txBody>
      </p:sp>
    </p:spTree>
    <p:extLst>
      <p:ext uri="{BB962C8B-B14F-4D97-AF65-F5344CB8AC3E}">
        <p14:creationId xmlns:p14="http://schemas.microsoft.com/office/powerpoint/2010/main" val="3259907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96C7A-AF8E-7FA8-ED95-E0D5C26FB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41B687-E190-5F3D-0660-DB59A8BBD4F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B47AFD-90F0-9107-1462-62F7275B89ED}"/>
              </a:ext>
            </a:extLst>
          </p:cNvPr>
          <p:cNvSpPr txBox="1"/>
          <p:nvPr/>
        </p:nvSpPr>
        <p:spPr>
          <a:xfrm>
            <a:off x="831546" y="445460"/>
            <a:ext cx="105289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The foundations of physics has a methodology problem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4CCF38-3276-CFE5-B0CD-0CD61FFD5420}"/>
              </a:ext>
            </a:extLst>
          </p:cNvPr>
          <p:cNvSpPr txBox="1"/>
          <p:nvPr/>
        </p:nvSpPr>
        <p:spPr>
          <a:xfrm>
            <a:off x="228601" y="1830876"/>
            <a:ext cx="1186748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Reverse Physics aims to adopt approaches that are more in line with foundations of mathematics, to break physics into a set of physical and mathematical conditions with well-understood logical relationships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F07F50-AEBF-61FC-F9CA-3F8E670ECD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4010683"/>
            <a:ext cx="4956056" cy="18330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27D7429-857E-CA2E-298D-07B042E2F9D5}"/>
              </a:ext>
            </a:extLst>
          </p:cNvPr>
          <p:cNvSpPr txBox="1"/>
          <p:nvPr/>
        </p:nvSpPr>
        <p:spPr>
          <a:xfrm>
            <a:off x="2620431" y="5934148"/>
            <a:ext cx="61212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i="1" dirty="0"/>
              <a:t>“When the math is derived from the right physical assumptions,</a:t>
            </a:r>
            <a:br>
              <a:rPr lang="en-US" i="1" dirty="0"/>
            </a:br>
            <a:r>
              <a:rPr lang="en-US" i="1" dirty="0"/>
              <a:t>the physical assumptions can be derived from the math.”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DE5690-04C5-4679-AD50-60FFBEFE7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</p:spTree>
    <p:extLst>
      <p:ext uri="{BB962C8B-B14F-4D97-AF65-F5344CB8AC3E}">
        <p14:creationId xmlns:p14="http://schemas.microsoft.com/office/powerpoint/2010/main" val="2692071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311E9-5B09-03E2-F859-16146AC6C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 of Reverse Physics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5447A-C684-CC55-D02D-CA893D6574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Framework/interpretation/formulation/theory neutral</a:t>
            </a:r>
          </a:p>
          <a:p>
            <a:pPr lvl="1"/>
            <a:r>
              <a:rPr lang="en-US" dirty="0"/>
              <a:t>Allow for each result to be independently formulated from the other</a:t>
            </a:r>
          </a:p>
          <a:p>
            <a:r>
              <a:rPr lang="en-US" dirty="0"/>
              <a:t>Uncover “paradoxes” and develop standards of rigor appropriate for physics</a:t>
            </a:r>
          </a:p>
          <a:p>
            <a:r>
              <a:rPr lang="en-US" dirty="0"/>
              <a:t>Clarify the logical dependencies of physical/mathematical conditions</a:t>
            </a:r>
          </a:p>
          <a:p>
            <a:r>
              <a:rPr lang="en-US" dirty="0"/>
              <a:t>Identify core constitutive requirements of physical theories</a:t>
            </a:r>
          </a:p>
          <a:p>
            <a:pPr lvl="1"/>
            <a:r>
              <a:rPr lang="en-US" dirty="0"/>
              <a:t>The “big four” of Reverse Physics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B52F7A-AD31-6702-5BB2-48F5FA1EDCA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508332-106A-CCBD-81E2-A1BC9949D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</p:spTree>
    <p:extLst>
      <p:ext uri="{BB962C8B-B14F-4D97-AF65-F5344CB8AC3E}">
        <p14:creationId xmlns:p14="http://schemas.microsoft.com/office/powerpoint/2010/main" val="30009236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1B627A5-DCE0-F376-D842-0950914C4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2AE87C-8CA2-FAF2-ADEC-35CB2628B9F8}"/>
              </a:ext>
            </a:extLst>
          </p:cNvPr>
          <p:cNvSpPr txBox="1"/>
          <p:nvPr/>
        </p:nvSpPr>
        <p:spPr>
          <a:xfrm rot="20448675">
            <a:off x="163968" y="675413"/>
            <a:ext cx="435157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chemeClr val="accent6">
                    <a:lumMod val="75000"/>
                  </a:schemeClr>
                </a:solidFill>
              </a:rPr>
              <a:t>Show, don’t tell!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406042-BA43-B407-193B-52038C3C969D}"/>
              </a:ext>
            </a:extLst>
          </p:cNvPr>
          <p:cNvSpPr txBox="1"/>
          <p:nvPr/>
        </p:nvSpPr>
        <p:spPr>
          <a:xfrm>
            <a:off x="2883877" y="1274348"/>
            <a:ext cx="756777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And now a series of random results</a:t>
            </a:r>
            <a:br>
              <a:rPr lang="en-US" sz="4000" dirty="0"/>
            </a:br>
            <a:r>
              <a:rPr lang="en-US" sz="4000" dirty="0"/>
              <a:t>to show how Reverse Physics works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926D26-2A2D-EB32-C7F4-6D3393EBBA23}"/>
              </a:ext>
            </a:extLst>
          </p:cNvPr>
          <p:cNvSpPr txBox="1"/>
          <p:nvPr/>
        </p:nvSpPr>
        <p:spPr>
          <a:xfrm>
            <a:off x="1050073" y="2930213"/>
            <a:ext cx="4576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Warning: no time to go through each in details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5B1762-15F8-982A-0760-2E4288C9F51D}"/>
              </a:ext>
            </a:extLst>
          </p:cNvPr>
          <p:cNvSpPr txBox="1"/>
          <p:nvPr/>
        </p:nvSpPr>
        <p:spPr>
          <a:xfrm>
            <a:off x="1050073" y="3373790"/>
            <a:ext cx="5474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Wherever possible, </a:t>
            </a:r>
            <a:r>
              <a:rPr lang="en-US" dirty="0" err="1"/>
              <a:t>QRCode</a:t>
            </a:r>
            <a:r>
              <a:rPr lang="en-US" dirty="0"/>
              <a:t> to papers or technical briefs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3C22B51-ED69-6962-6F43-F244F3F743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321" y="3817367"/>
            <a:ext cx="5437049" cy="3062045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F6D268F-2573-180C-7AB7-C978FDAF9E2E}"/>
              </a:ext>
            </a:extLst>
          </p:cNvPr>
          <p:cNvCxnSpPr/>
          <p:nvPr/>
        </p:nvCxnSpPr>
        <p:spPr>
          <a:xfrm>
            <a:off x="5781822" y="3756074"/>
            <a:ext cx="1638886" cy="8299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3172781-8ADE-4FDB-C878-2EB705025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44635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1C38B-6280-F1FC-2EC2-3C72E4FF5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839CC-2FDB-5BDC-FA0B-A870AD7C1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actual content</a:t>
            </a:r>
            <a:br>
              <a:rPr lang="en-US" dirty="0"/>
            </a:br>
            <a:r>
              <a:rPr lang="en-US" dirty="0"/>
              <a:t>of mathematical structures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95F897-6A71-EE22-4B4A-38CC90F33A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517919-104D-2FD6-CCA7-11A9BC3E0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751503-769D-1014-5A28-63106CC30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</p:spTree>
    <p:extLst>
      <p:ext uri="{BB962C8B-B14F-4D97-AF65-F5344CB8AC3E}">
        <p14:creationId xmlns:p14="http://schemas.microsoft.com/office/powerpoint/2010/main" val="16727054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A2E282F-AD9E-6F67-DB17-B753AC8E761A}"/>
              </a:ext>
            </a:extLst>
          </p:cNvPr>
          <p:cNvSpPr/>
          <p:nvPr/>
        </p:nvSpPr>
        <p:spPr>
          <a:xfrm>
            <a:off x="336884" y="5089659"/>
            <a:ext cx="8656721" cy="138333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AE417B-5CBC-0E52-1E7F-ED550B2136FE}"/>
              </a:ext>
            </a:extLst>
          </p:cNvPr>
          <p:cNvSpPr txBox="1"/>
          <p:nvPr/>
        </p:nvSpPr>
        <p:spPr>
          <a:xfrm>
            <a:off x="611937" y="5275666"/>
            <a:ext cx="1362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Base theory: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1A55473-5CB0-F8CF-53DB-2C6C6EEDE4CE}"/>
                  </a:ext>
                </a:extLst>
              </p:cNvPr>
              <p:cNvSpPr txBox="1"/>
              <p:nvPr/>
            </p:nvSpPr>
            <p:spPr>
              <a:xfrm>
                <a:off x="2249413" y="5198722"/>
                <a:ext cx="370434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State: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1A55473-5CB0-F8CF-53DB-2C6C6EEDE4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9413" y="5198722"/>
                <a:ext cx="3704347" cy="523220"/>
              </a:xfrm>
              <a:prstGeom prst="rect">
                <a:avLst/>
              </a:prstGeom>
              <a:blipFill>
                <a:blip r:embed="rId2"/>
                <a:stretch>
                  <a:fillRect l="-3454" t="-11628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EA3FAC-6429-CD5F-B3B7-AFD014A57BA4}"/>
                  </a:ext>
                </a:extLst>
              </p:cNvPr>
              <p:cNvSpPr txBox="1"/>
              <p:nvPr/>
            </p:nvSpPr>
            <p:spPr>
              <a:xfrm>
                <a:off x="2249413" y="5814275"/>
                <a:ext cx="6120522" cy="5925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Count of states: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supHide m:val="on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sub>
                      <m:sup/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nary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supHide m:val="on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sub>
                      <m:sup/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nary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EA3FAC-6429-CD5F-B3B7-AFD014A57B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9413" y="5814275"/>
                <a:ext cx="6120522" cy="592535"/>
              </a:xfrm>
              <a:prstGeom prst="rect">
                <a:avLst/>
              </a:prstGeom>
              <a:blipFill>
                <a:blip r:embed="rId3"/>
                <a:stretch>
                  <a:fillRect l="-2092" t="-8247" b="-195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25839FE-60DD-F220-4B8E-F1D976EFDD34}"/>
                  </a:ext>
                </a:extLst>
              </p:cNvPr>
              <p:cNvSpPr txBox="1"/>
              <p:nvPr/>
            </p:nvSpPr>
            <p:spPr>
              <a:xfrm>
                <a:off x="647574" y="4009004"/>
                <a:ext cx="2165145" cy="96616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</m:oMath>
                  </m:oMathPara>
                </a14:m>
                <a:br>
                  <a:rPr lang="en-US" b="0" dirty="0"/>
                </a:br>
                <a:r>
                  <a:rPr lang="en-US" dirty="0"/>
                  <a:t>Hamilton’s equations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25839FE-60DD-F220-4B8E-F1D976EFD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574" y="4009004"/>
                <a:ext cx="2165145" cy="966162"/>
              </a:xfrm>
              <a:prstGeom prst="rect">
                <a:avLst/>
              </a:prstGeom>
              <a:blipFill>
                <a:blip r:embed="rId4"/>
                <a:stretch>
                  <a:fillRect l="-2254" r="-2535" b="-94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319BD80-2E6D-6A4C-6270-209CB452C450}"/>
                  </a:ext>
                </a:extLst>
              </p:cNvPr>
              <p:cNvSpPr txBox="1"/>
              <p:nvPr/>
            </p:nvSpPr>
            <p:spPr>
              <a:xfrm>
                <a:off x="1388402" y="945488"/>
                <a:ext cx="1695464" cy="3693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br>
                  <a:rPr lang="en-US" b="0" dirty="0"/>
                </a:br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319BD80-2E6D-6A4C-6270-209CB452C4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8402" y="945488"/>
                <a:ext cx="1695464" cy="369397"/>
              </a:xfrm>
              <a:prstGeom prst="rect">
                <a:avLst/>
              </a:prstGeom>
              <a:blipFill>
                <a:blip r:embed="rId6"/>
                <a:stretch>
                  <a:fillRect b="-32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D672D5E-EF34-3A94-9950-B680B900A616}"/>
                  </a:ext>
                </a:extLst>
              </p:cNvPr>
              <p:cNvSpPr txBox="1"/>
              <p:nvPr/>
            </p:nvSpPr>
            <p:spPr>
              <a:xfrm>
                <a:off x="4981970" y="894642"/>
                <a:ext cx="1797223" cy="3693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br>
                  <a:rPr lang="en-US" b="0" dirty="0"/>
                </a:br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D672D5E-EF34-3A94-9950-B680B900A6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1970" y="894642"/>
                <a:ext cx="1797223" cy="369397"/>
              </a:xfrm>
              <a:prstGeom prst="rect">
                <a:avLst/>
              </a:prstGeom>
              <a:blipFill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17E8FD2-109F-B61A-C61C-D6A24EF4FC5A}"/>
                  </a:ext>
                </a:extLst>
              </p:cNvPr>
              <p:cNvSpPr txBox="1"/>
              <p:nvPr/>
            </p:nvSpPr>
            <p:spPr>
              <a:xfrm>
                <a:off x="9295985" y="1094966"/>
                <a:ext cx="2218236" cy="4121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nary>
                      <m:naryPr>
                        <m:subHide m:val="on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</m:fun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17E8FD2-109F-B61A-C61C-D6A24EF4FC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5985" y="1094966"/>
                <a:ext cx="2218236" cy="412164"/>
              </a:xfrm>
              <a:prstGeom prst="rect">
                <a:avLst/>
              </a:prstGeom>
              <a:blipFill>
                <a:blip r:embed="rId8"/>
                <a:stretch>
                  <a:fillRect l="-7143" t="-134328" b="-195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197533C-7FF0-BF6C-3880-09E296593468}"/>
                  </a:ext>
                </a:extLst>
              </p:cNvPr>
              <p:cNvSpPr txBox="1"/>
              <p:nvPr/>
            </p:nvSpPr>
            <p:spPr>
              <a:xfrm>
                <a:off x="9822182" y="2645231"/>
                <a:ext cx="2249975" cy="5742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𝑐𝑜𝑣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𝜉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𝜉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p>
                              </m:sSup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≈0</m:t>
                      </m:r>
                    </m:oMath>
                  </m:oMathPara>
                </a14:m>
                <a:br>
                  <a:rPr lang="en-US" dirty="0"/>
                </a:br>
                <a:r>
                  <a:rPr lang="en-US" sz="1100" dirty="0"/>
                  <a:t> (for peaked distributions)</a:t>
                </a:r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197533C-7FF0-BF6C-3880-09E2965934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2182" y="2645231"/>
                <a:ext cx="2249975" cy="574260"/>
              </a:xfrm>
              <a:prstGeom prst="rect">
                <a:avLst/>
              </a:prstGeom>
              <a:blipFill>
                <a:blip r:embed="rId9"/>
                <a:stretch>
                  <a:fillRect b="-63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8E6531F4-6378-4D38-3EC2-DE743BDC36EA}"/>
              </a:ext>
            </a:extLst>
          </p:cNvPr>
          <p:cNvSpPr txBox="1"/>
          <p:nvPr/>
        </p:nvSpPr>
        <p:spPr>
          <a:xfrm>
            <a:off x="3592042" y="2698508"/>
            <a:ext cx="377674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Determinism and</a:t>
            </a:r>
            <a:br>
              <a:rPr lang="en-US" sz="4000" dirty="0"/>
            </a:br>
            <a:r>
              <a:rPr lang="en-US" sz="4000" dirty="0"/>
              <a:t>reversibility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65EE3A-6A8D-56AF-A095-5B51C93B78CE}"/>
              </a:ext>
            </a:extLst>
          </p:cNvPr>
          <p:cNvSpPr txBox="1"/>
          <p:nvPr/>
        </p:nvSpPr>
        <p:spPr>
          <a:xfrm>
            <a:off x="4647200" y="1599857"/>
            <a:ext cx="24667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Conservation of</a:t>
            </a:r>
            <a:br>
              <a:rPr lang="en-US" dirty="0"/>
            </a:br>
            <a:r>
              <a:rPr lang="en-US" dirty="0"/>
              <a:t>thermodynamic entropy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09CBE6F-960D-FF74-BA5A-08086780727E}"/>
              </a:ext>
            </a:extLst>
          </p:cNvPr>
          <p:cNvSpPr txBox="1"/>
          <p:nvPr/>
        </p:nvSpPr>
        <p:spPr>
          <a:xfrm>
            <a:off x="7619697" y="1800960"/>
            <a:ext cx="20801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Conservation of</a:t>
            </a:r>
            <a:br>
              <a:rPr lang="en-US" dirty="0"/>
            </a:br>
            <a:r>
              <a:rPr lang="en-US" dirty="0"/>
              <a:t>information entropy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F374D2F-6EB5-7C48-1AB9-D4B87807853F}"/>
              </a:ext>
            </a:extLst>
          </p:cNvPr>
          <p:cNvSpPr txBox="1"/>
          <p:nvPr/>
        </p:nvSpPr>
        <p:spPr>
          <a:xfrm>
            <a:off x="8032567" y="3399461"/>
            <a:ext cx="16672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Conservation of</a:t>
            </a:r>
            <a:br>
              <a:rPr lang="en-US" dirty="0"/>
            </a:br>
            <a:r>
              <a:rPr lang="en-US" dirty="0"/>
              <a:t>uncertainty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7489DF-3086-0E7E-49C8-FFEDF759A533}"/>
              </a:ext>
            </a:extLst>
          </p:cNvPr>
          <p:cNvSpPr txBox="1"/>
          <p:nvPr/>
        </p:nvSpPr>
        <p:spPr>
          <a:xfrm>
            <a:off x="2641352" y="1644563"/>
            <a:ext cx="16672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Conservation of</a:t>
            </a:r>
            <a:br>
              <a:rPr lang="en-US" dirty="0"/>
            </a:br>
            <a:r>
              <a:rPr lang="en-US" dirty="0"/>
              <a:t>state count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DD8FC8B-00A3-5623-8DB5-C8D4F088A7DE}"/>
                  </a:ext>
                </a:extLst>
              </p:cNvPr>
              <p:cNvSpPr txBox="1"/>
              <p:nvPr/>
            </p:nvSpPr>
            <p:spPr>
              <a:xfrm>
                <a:off x="476020" y="2721904"/>
                <a:ext cx="167526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br>
                  <a:rPr lang="en-US" b="0" dirty="0"/>
                </a:br>
                <a:r>
                  <a:rPr lang="en-US" sz="1400" b="0" dirty="0" err="1"/>
                  <a:t>symplectomorphism</a:t>
                </a:r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DD8FC8B-00A3-5623-8DB5-C8D4F088A7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020" y="2721904"/>
                <a:ext cx="1675267" cy="584775"/>
              </a:xfrm>
              <a:prstGeom prst="rect">
                <a:avLst/>
              </a:prstGeom>
              <a:blipFill>
                <a:blip r:embed="rId10"/>
                <a:stretch>
                  <a:fillRect l="-1091"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3A09650-F58B-648C-B6CE-FA0D2B7D2955}"/>
                  </a:ext>
                </a:extLst>
              </p:cNvPr>
              <p:cNvSpPr txBox="1"/>
              <p:nvPr/>
            </p:nvSpPr>
            <p:spPr>
              <a:xfrm rot="5400000">
                <a:off x="5572645" y="2256984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3A09650-F58B-648C-B6CE-FA0D2B7D29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572645" y="2256984"/>
                <a:ext cx="615874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E1F819-0422-ADF9-B513-F067892FE4AE}"/>
                  </a:ext>
                </a:extLst>
              </p:cNvPr>
              <p:cNvSpPr txBox="1"/>
              <p:nvPr/>
            </p:nvSpPr>
            <p:spPr>
              <a:xfrm rot="3241535">
                <a:off x="3646179" y="2233011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E1F819-0422-ADF9-B513-F067892FE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3241535">
                <a:off x="3646179" y="2233011"/>
                <a:ext cx="615874" cy="46166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F4AB99A-4A1F-80EB-502F-188332DDB536}"/>
                  </a:ext>
                </a:extLst>
              </p:cNvPr>
              <p:cNvSpPr txBox="1"/>
              <p:nvPr/>
            </p:nvSpPr>
            <p:spPr>
              <a:xfrm rot="19225435">
                <a:off x="7438246" y="2510288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F4AB99A-4A1F-80EB-502F-188332DDB5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225435">
                <a:off x="7438246" y="2510288"/>
                <a:ext cx="615874" cy="46166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5027ADB-4EAA-45D8-BA24-855F174E07E5}"/>
                  </a:ext>
                </a:extLst>
              </p:cNvPr>
              <p:cNvSpPr txBox="1"/>
              <p:nvPr/>
            </p:nvSpPr>
            <p:spPr>
              <a:xfrm>
                <a:off x="7283606" y="3434197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5027ADB-4EAA-45D8-BA24-855F174E07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3606" y="3434197"/>
                <a:ext cx="615874" cy="46166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4F4400B-8DED-78C6-48D8-A3453ED0A0CC}"/>
                  </a:ext>
                </a:extLst>
              </p:cNvPr>
              <p:cNvSpPr txBox="1"/>
              <p:nvPr/>
            </p:nvSpPr>
            <p:spPr>
              <a:xfrm rot="5400000">
                <a:off x="5572643" y="1245608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4F4400B-8DED-78C6-48D8-A3453ED0A0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572643" y="1245608"/>
                <a:ext cx="615874" cy="46166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67B0919-7E4A-E2FB-6C7D-21E55A4DAEF6}"/>
                  </a:ext>
                </a:extLst>
              </p:cNvPr>
              <p:cNvSpPr txBox="1"/>
              <p:nvPr/>
            </p:nvSpPr>
            <p:spPr>
              <a:xfrm rot="2621539">
                <a:off x="2364864" y="1226092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67B0919-7E4A-E2FB-6C7D-21E55A4DAE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621539">
                <a:off x="2364864" y="1226092"/>
                <a:ext cx="615874" cy="46166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C697B55-E0AF-AC78-7EAC-09D85AF3D308}"/>
                  </a:ext>
                </a:extLst>
              </p:cNvPr>
              <p:cNvSpPr txBox="1"/>
              <p:nvPr/>
            </p:nvSpPr>
            <p:spPr>
              <a:xfrm rot="19536130">
                <a:off x="9587933" y="3168628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C697B55-E0AF-AC78-7EAC-09D85AF3D3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536130">
                <a:off x="9587933" y="3168628"/>
                <a:ext cx="615874" cy="46166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A588409-0C66-382C-ABA3-63CCDEACAB06}"/>
                  </a:ext>
                </a:extLst>
              </p:cNvPr>
              <p:cNvSpPr txBox="1"/>
              <p:nvPr/>
            </p:nvSpPr>
            <p:spPr>
              <a:xfrm rot="19536130">
                <a:off x="9400862" y="1521178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A588409-0C66-382C-ABA3-63CCDEACA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536130">
                <a:off x="9400862" y="1521178"/>
                <a:ext cx="615874" cy="46166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92FD6D0-34CC-1C93-EFD1-E4EBDBB62803}"/>
                  </a:ext>
                </a:extLst>
              </p:cNvPr>
              <p:cNvSpPr txBox="1"/>
              <p:nvPr/>
            </p:nvSpPr>
            <p:spPr>
              <a:xfrm rot="4632885">
                <a:off x="10389736" y="1885611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92FD6D0-34CC-1C93-EFD1-E4EBDBB628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4632885">
                <a:off x="10389736" y="1885611"/>
                <a:ext cx="615874" cy="461665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4A98AD7-C47E-DBE9-E11B-8F95EDFEA3A9}"/>
                  </a:ext>
                </a:extLst>
              </p:cNvPr>
              <p:cNvSpPr txBox="1"/>
              <p:nvPr/>
            </p:nvSpPr>
            <p:spPr>
              <a:xfrm>
                <a:off x="7816019" y="971450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4A98AD7-C47E-DBE9-E11B-8F95EDFEA3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6019" y="971450"/>
                <a:ext cx="615874" cy="461665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55CBFCC-AE52-A8BA-E3EE-0B5EF88513B6}"/>
                  </a:ext>
                </a:extLst>
              </p:cNvPr>
              <p:cNvSpPr txBox="1"/>
              <p:nvPr/>
            </p:nvSpPr>
            <p:spPr>
              <a:xfrm>
                <a:off x="3749524" y="844788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55CBFCC-AE52-A8BA-E3EE-0B5EF88513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9524" y="844788"/>
                <a:ext cx="615874" cy="461665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D214C98-BA48-FE3A-2BA5-24560A13225B}"/>
                  </a:ext>
                </a:extLst>
              </p:cNvPr>
              <p:cNvSpPr txBox="1"/>
              <p:nvPr/>
            </p:nvSpPr>
            <p:spPr>
              <a:xfrm rot="18238036">
                <a:off x="1186608" y="1872199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D214C98-BA48-FE3A-2BA5-24560A132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8238036">
                <a:off x="1186608" y="1872199"/>
                <a:ext cx="615874" cy="461665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29C148F-FF19-F758-CD7C-00CB91F3806B}"/>
                  </a:ext>
                </a:extLst>
              </p:cNvPr>
              <p:cNvSpPr txBox="1"/>
              <p:nvPr/>
            </p:nvSpPr>
            <p:spPr>
              <a:xfrm rot="3944416">
                <a:off x="1141512" y="3465151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29C148F-FF19-F758-CD7C-00CB91F380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3944416">
                <a:off x="1141512" y="3465151"/>
                <a:ext cx="615874" cy="46166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itle 41">
                <a:extLst>
                  <a:ext uri="{FF2B5EF4-FFF2-40B4-BE49-F238E27FC236}">
                    <a16:creationId xmlns:a16="http://schemas.microsoft.com/office/drawing/2014/main" id="{0E7B9A69-77E1-CCA5-17FC-289783B489B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3955" y="84779"/>
                <a:ext cx="11984090" cy="897424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algn="ctr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dirty="0"/>
                  <a:t>Hamiltonian mechanics 1 DOF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dirty="0"/>
                  <a:t> Det/Rev</a:t>
                </a:r>
              </a:p>
            </p:txBody>
          </p:sp>
        </mc:Choice>
        <mc:Fallback xmlns="">
          <p:sp>
            <p:nvSpPr>
              <p:cNvPr id="7" name="Title 41">
                <a:extLst>
                  <a:ext uri="{FF2B5EF4-FFF2-40B4-BE49-F238E27FC236}">
                    <a16:creationId xmlns:a16="http://schemas.microsoft.com/office/drawing/2014/main" id="{0E7B9A69-77E1-CCA5-17FC-289783B489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55" y="84779"/>
                <a:ext cx="11984090" cy="897424"/>
              </a:xfrm>
              <a:prstGeom prst="rect">
                <a:avLst/>
              </a:prstGeom>
              <a:blipFill>
                <a:blip r:embed="rId27"/>
                <a:stretch>
                  <a:fillRect t="-21769" b="-102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B385DB7D-EA72-6B3E-DB9A-E3DF89C4E406}"/>
              </a:ext>
            </a:extLst>
          </p:cNvPr>
          <p:cNvSpPr txBox="1"/>
          <p:nvPr/>
        </p:nvSpPr>
        <p:spPr>
          <a:xfrm>
            <a:off x="4534277" y="4212414"/>
            <a:ext cx="35618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All equivalent conditions!!!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E7E704-71DC-A93D-00F3-074C9D0BA685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5295" y="4778660"/>
            <a:ext cx="2022836" cy="2022836"/>
          </a:xfrm>
          <a:prstGeom prst="rect">
            <a:avLst/>
          </a:prstGeom>
        </p:spPr>
      </p:pic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90EC1AA-9A96-0F62-D9EF-7717D0A1F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3DF4378F-DE36-6BDB-A540-4F0792422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02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0" grpId="0"/>
      <p:bldP spid="12" grpId="0"/>
      <p:bldP spid="15" grpId="0"/>
      <p:bldP spid="17" grpId="0"/>
      <p:bldP spid="18" grpId="0"/>
      <p:bldP spid="19" grpId="0"/>
      <p:bldP spid="20" grpId="0"/>
      <p:bldP spid="21" grpId="0"/>
      <p:bldP spid="22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1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F6883-363D-FF3D-E77E-D4E6060FA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3B8366B-8B31-F4E3-4F81-77CF9D74670C}"/>
              </a:ext>
            </a:extLst>
          </p:cNvPr>
          <p:cNvSpPr/>
          <p:nvPr/>
        </p:nvSpPr>
        <p:spPr>
          <a:xfrm>
            <a:off x="336884" y="5089659"/>
            <a:ext cx="8656721" cy="138333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808F80-909B-2431-3D62-4C83CF72DCE7}"/>
              </a:ext>
            </a:extLst>
          </p:cNvPr>
          <p:cNvSpPr txBox="1"/>
          <p:nvPr/>
        </p:nvSpPr>
        <p:spPr>
          <a:xfrm>
            <a:off x="611937" y="5275666"/>
            <a:ext cx="1362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Base theory: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itle 41">
                <a:extLst>
                  <a:ext uri="{FF2B5EF4-FFF2-40B4-BE49-F238E27FC236}">
                    <a16:creationId xmlns:a16="http://schemas.microsoft.com/office/drawing/2014/main" id="{FC6CF0C2-58B6-3540-265F-6A5DAADA3AB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3955" y="84779"/>
                <a:ext cx="11984090" cy="897424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algn="ctr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dirty="0"/>
                  <a:t>Schrödinger equation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dirty="0"/>
                  <a:t> Det/Rev</a:t>
                </a:r>
              </a:p>
            </p:txBody>
          </p:sp>
        </mc:Choice>
        <mc:Fallback xmlns="">
          <p:sp>
            <p:nvSpPr>
              <p:cNvPr id="7" name="Title 41">
                <a:extLst>
                  <a:ext uri="{FF2B5EF4-FFF2-40B4-BE49-F238E27FC236}">
                    <a16:creationId xmlns:a16="http://schemas.microsoft.com/office/drawing/2014/main" id="{FC6CF0C2-58B6-3540-265F-6A5DAADA3A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55" y="84779"/>
                <a:ext cx="11984090" cy="897424"/>
              </a:xfrm>
              <a:prstGeom prst="rect">
                <a:avLst/>
              </a:prstGeom>
              <a:blipFill>
                <a:blip r:embed="rId2"/>
                <a:stretch>
                  <a:fillRect t="-21769" b="-102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B598CF0-1EEB-BEAA-74D0-0DD721D13EC6}"/>
                  </a:ext>
                </a:extLst>
              </p:cNvPr>
              <p:cNvSpPr txBox="1"/>
              <p:nvPr/>
            </p:nvSpPr>
            <p:spPr>
              <a:xfrm>
                <a:off x="2072131" y="5198722"/>
                <a:ext cx="266739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State: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ℋ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B598CF0-1EEB-BEAA-74D0-0DD721D13E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2131" y="5198722"/>
                <a:ext cx="2667397" cy="523220"/>
              </a:xfrm>
              <a:prstGeom prst="rect">
                <a:avLst/>
              </a:prstGeom>
              <a:blipFill>
                <a:blip r:embed="rId3"/>
                <a:stretch>
                  <a:fillRect l="-4805" t="-11628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341959D-9C03-B876-26A9-53D6DD0A006F}"/>
                  </a:ext>
                </a:extLst>
              </p:cNvPr>
              <p:cNvSpPr txBox="1"/>
              <p:nvPr/>
            </p:nvSpPr>
            <p:spPr>
              <a:xfrm>
                <a:off x="2072131" y="5814275"/>
                <a:ext cx="671914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Probability of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sz="2800" dirty="0"/>
                  <a:t> given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sz="2800" dirty="0"/>
                  <a:t>: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⟨"/>
                                <m:endChr m:val="⟩"/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𝜓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341959D-9C03-B876-26A9-53D6DD0A00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2131" y="5814275"/>
                <a:ext cx="6719147" cy="523220"/>
              </a:xfrm>
              <a:prstGeom prst="rect">
                <a:avLst/>
              </a:prstGeom>
              <a:blipFill>
                <a:blip r:embed="rId4"/>
                <a:stretch>
                  <a:fillRect l="-1906" t="-11628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56C3D46-70FB-6294-1BC7-8E2BF8B0666B}"/>
                  </a:ext>
                </a:extLst>
              </p:cNvPr>
              <p:cNvSpPr txBox="1"/>
              <p:nvPr/>
            </p:nvSpPr>
            <p:spPr>
              <a:xfrm>
                <a:off x="647574" y="4018336"/>
                <a:ext cx="2201500" cy="66774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ℏ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begChr m:val="|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</m:oMath>
                  </m:oMathPara>
                </a14:m>
                <a:br>
                  <a:rPr lang="en-US" b="0" dirty="0"/>
                </a:br>
                <a:r>
                  <a:rPr lang="en-US" dirty="0"/>
                  <a:t>Schrödinger equation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56C3D46-70FB-6294-1BC7-8E2BF8B066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574" y="4018336"/>
                <a:ext cx="2201500" cy="667747"/>
              </a:xfrm>
              <a:prstGeom prst="rect">
                <a:avLst/>
              </a:prstGeom>
              <a:blipFill>
                <a:blip r:embed="rId5"/>
                <a:stretch>
                  <a:fillRect l="-2216" r="-2216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6740919-BB69-C164-9EF6-9501122C4FB0}"/>
                  </a:ext>
                </a:extLst>
              </p:cNvPr>
              <p:cNvSpPr txBox="1"/>
              <p:nvPr/>
            </p:nvSpPr>
            <p:spPr>
              <a:xfrm>
                <a:off x="713196" y="787299"/>
                <a:ext cx="2873222" cy="4834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(0)=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dirty="0"/>
                  <a:t>  iff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𝚤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ℏ</m:t>
                            </m:r>
                          </m:den>
                        </m:f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6740919-BB69-C164-9EF6-9501122C4F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196" y="787299"/>
                <a:ext cx="2873222" cy="483466"/>
              </a:xfrm>
              <a:prstGeom prst="rect">
                <a:avLst/>
              </a:prstGeom>
              <a:blipFill>
                <a:blip r:embed="rId6"/>
                <a:stretch>
                  <a:fillRect b="-202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33EC8FE-E149-C5C6-4C31-D8C3A5255D2C}"/>
                  </a:ext>
                </a:extLst>
              </p:cNvPr>
              <p:cNvSpPr txBox="1"/>
              <p:nvPr/>
            </p:nvSpPr>
            <p:spPr>
              <a:xfrm>
                <a:off x="4981970" y="903974"/>
                <a:ext cx="2098460" cy="3693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tr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</m:fun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br>
                  <a:rPr lang="en-US" b="0" dirty="0"/>
                </a:br>
                <a:endParaRPr lang="en-US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33EC8FE-E149-C5C6-4C31-D8C3A5255D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1970" y="903974"/>
                <a:ext cx="2098460" cy="369397"/>
              </a:xfrm>
              <a:prstGeom prst="rect">
                <a:avLst/>
              </a:prstGeom>
              <a:blipFill>
                <a:blip r:embed="rId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DABF5AB-2578-2CC1-091F-0FEC4BA886EE}"/>
                  </a:ext>
                </a:extLst>
              </p:cNvPr>
              <p:cNvSpPr txBox="1"/>
              <p:nvPr/>
            </p:nvSpPr>
            <p:spPr>
              <a:xfrm>
                <a:off x="10199073" y="1096924"/>
                <a:ext cx="4106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DABF5AB-2578-2CC1-091F-0FEC4BA886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9073" y="1096924"/>
                <a:ext cx="410689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2EAC47B8-1B0C-8302-94E5-AE1BE4DC257A}"/>
              </a:ext>
            </a:extLst>
          </p:cNvPr>
          <p:cNvSpPr txBox="1"/>
          <p:nvPr/>
        </p:nvSpPr>
        <p:spPr>
          <a:xfrm>
            <a:off x="3592042" y="2707840"/>
            <a:ext cx="377674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Determinism and</a:t>
            </a:r>
            <a:br>
              <a:rPr lang="en-US" sz="4000" dirty="0"/>
            </a:br>
            <a:r>
              <a:rPr lang="en-US" sz="4000" dirty="0"/>
              <a:t>reversibility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A45028D-0106-EE9A-E789-382E96BDBB56}"/>
              </a:ext>
            </a:extLst>
          </p:cNvPr>
          <p:cNvSpPr txBox="1"/>
          <p:nvPr/>
        </p:nvSpPr>
        <p:spPr>
          <a:xfrm>
            <a:off x="4840522" y="1609189"/>
            <a:ext cx="20801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Conservation of</a:t>
            </a:r>
            <a:br>
              <a:rPr lang="en-US" dirty="0"/>
            </a:br>
            <a:r>
              <a:rPr lang="en-US" dirty="0"/>
              <a:t>information entropy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EF991CF-7004-6A51-5DF4-2DE121DF9856}"/>
              </a:ext>
            </a:extLst>
          </p:cNvPr>
          <p:cNvSpPr txBox="1"/>
          <p:nvPr/>
        </p:nvSpPr>
        <p:spPr>
          <a:xfrm>
            <a:off x="8431893" y="1988369"/>
            <a:ext cx="343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…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E77C9CA-AD62-B800-4E6D-9E739B263780}"/>
              </a:ext>
            </a:extLst>
          </p:cNvPr>
          <p:cNvSpPr txBox="1"/>
          <p:nvPr/>
        </p:nvSpPr>
        <p:spPr>
          <a:xfrm>
            <a:off x="2415684" y="1653895"/>
            <a:ext cx="21185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Bijective map of</a:t>
            </a:r>
            <a:br>
              <a:rPr lang="en-US" dirty="0"/>
            </a:br>
            <a:r>
              <a:rPr lang="en-US" dirty="0"/>
              <a:t>state and 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091D951-AD6D-0B50-26D6-9BCCE00FEDFF}"/>
                  </a:ext>
                </a:extLst>
              </p:cNvPr>
              <p:cNvSpPr txBox="1"/>
              <p:nvPr/>
            </p:nvSpPr>
            <p:spPr>
              <a:xfrm>
                <a:off x="340760" y="2731236"/>
                <a:ext cx="2302040" cy="72026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d>
                        <m:dPr>
                          <m:begChr m:val="|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ℏ</m:t>
                              </m:r>
                            </m:den>
                          </m:f>
                        </m:sup>
                      </m:sSup>
                      <m:d>
                        <m:dPr>
                          <m:begChr m:val="|"/>
                          <m:endChr m:val="⟩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</m:oMath>
                  </m:oMathPara>
                </a14:m>
                <a:br>
                  <a:rPr lang="en-US" b="0" dirty="0"/>
                </a:br>
                <a:r>
                  <a:rPr lang="en-US" sz="1400" b="0" dirty="0"/>
                  <a:t>unitary evolution</a:t>
                </a:r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091D951-AD6D-0B50-26D6-9BCCE00FED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760" y="2731236"/>
                <a:ext cx="2302040" cy="720262"/>
              </a:xfrm>
              <a:prstGeom prst="rect">
                <a:avLst/>
              </a:prstGeom>
              <a:blipFill>
                <a:blip r:embed="rId9"/>
                <a:stretch>
                  <a:fillRect b="-8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DF809B9-74A0-0646-04FC-1A0B8FEB847C}"/>
                  </a:ext>
                </a:extLst>
              </p:cNvPr>
              <p:cNvSpPr txBox="1"/>
              <p:nvPr/>
            </p:nvSpPr>
            <p:spPr>
              <a:xfrm rot="5400000">
                <a:off x="5572645" y="2266316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DF809B9-74A0-0646-04FC-1A0B8FEB84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572645" y="2266316"/>
                <a:ext cx="615874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203B2888-130C-E664-5DC1-D1F335CEB85B}"/>
                  </a:ext>
                </a:extLst>
              </p:cNvPr>
              <p:cNvSpPr txBox="1"/>
              <p:nvPr/>
            </p:nvSpPr>
            <p:spPr>
              <a:xfrm rot="3241535">
                <a:off x="3646179" y="2242343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203B2888-130C-E664-5DC1-D1F335CEB8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3241535">
                <a:off x="3646179" y="2242343"/>
                <a:ext cx="615874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ECFA3445-A4CE-1041-2DF6-392F23B37C10}"/>
                  </a:ext>
                </a:extLst>
              </p:cNvPr>
              <p:cNvSpPr txBox="1"/>
              <p:nvPr/>
            </p:nvSpPr>
            <p:spPr>
              <a:xfrm rot="19225435">
                <a:off x="7438246" y="2519620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ECFA3445-A4CE-1041-2DF6-392F23B37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225435">
                <a:off x="7438246" y="2519620"/>
                <a:ext cx="615874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FA966EB-DD42-0F77-4F8E-537877C3F412}"/>
                  </a:ext>
                </a:extLst>
              </p:cNvPr>
              <p:cNvSpPr txBox="1"/>
              <p:nvPr/>
            </p:nvSpPr>
            <p:spPr>
              <a:xfrm rot="5400000">
                <a:off x="5572643" y="1254940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FA966EB-DD42-0F77-4F8E-537877C3F4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572643" y="1254940"/>
                <a:ext cx="615874" cy="46166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936EF871-8356-7158-8F8B-C180A8FD3308}"/>
                  </a:ext>
                </a:extLst>
              </p:cNvPr>
              <p:cNvSpPr txBox="1"/>
              <p:nvPr/>
            </p:nvSpPr>
            <p:spPr>
              <a:xfrm rot="2621539">
                <a:off x="2364864" y="1235424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936EF871-8356-7158-8F8B-C180A8FD33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621539">
                <a:off x="2364864" y="1235424"/>
                <a:ext cx="615874" cy="46166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9EB3EADE-9E29-FF62-EFEA-F25E7771A9B1}"/>
                  </a:ext>
                </a:extLst>
              </p:cNvPr>
              <p:cNvSpPr txBox="1"/>
              <p:nvPr/>
            </p:nvSpPr>
            <p:spPr>
              <a:xfrm rot="19536130">
                <a:off x="9400862" y="1530510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9EB3EADE-9E29-FF62-EFEA-F25E7771A9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536130">
                <a:off x="9400862" y="1530510"/>
                <a:ext cx="615874" cy="46166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ACC2A2F-2106-9E7A-13A9-9C330312E66B}"/>
                  </a:ext>
                </a:extLst>
              </p:cNvPr>
              <p:cNvSpPr txBox="1"/>
              <p:nvPr/>
            </p:nvSpPr>
            <p:spPr>
              <a:xfrm>
                <a:off x="7816019" y="980782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ACC2A2F-2106-9E7A-13A9-9C330312E6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6019" y="980782"/>
                <a:ext cx="615874" cy="46166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A181CC4-AB13-DC8F-E3A2-75039E7E849D}"/>
                  </a:ext>
                </a:extLst>
              </p:cNvPr>
              <p:cNvSpPr txBox="1"/>
              <p:nvPr/>
            </p:nvSpPr>
            <p:spPr>
              <a:xfrm>
                <a:off x="3749524" y="854120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A181CC4-AB13-DC8F-E3A2-75039E7E84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9524" y="854120"/>
                <a:ext cx="615874" cy="46166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305460D-D660-F295-F969-90A129E6FBA7}"/>
                  </a:ext>
                </a:extLst>
              </p:cNvPr>
              <p:cNvSpPr txBox="1"/>
              <p:nvPr/>
            </p:nvSpPr>
            <p:spPr>
              <a:xfrm rot="18238036">
                <a:off x="1186608" y="1881531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305460D-D660-F295-F969-90A129E6FB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8238036">
                <a:off x="1186608" y="1881531"/>
                <a:ext cx="615874" cy="46166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65E795E-6EB3-2E80-3A37-99B1495E733F}"/>
                  </a:ext>
                </a:extLst>
              </p:cNvPr>
              <p:cNvSpPr txBox="1"/>
              <p:nvPr/>
            </p:nvSpPr>
            <p:spPr>
              <a:xfrm rot="3944416">
                <a:off x="1141512" y="3474483"/>
                <a:ext cx="6158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65E795E-6EB3-2E80-3A37-99B1495E73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3944416">
                <a:off x="1141512" y="3474483"/>
                <a:ext cx="615874" cy="46166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TextBox 57">
            <a:extLst>
              <a:ext uri="{FF2B5EF4-FFF2-40B4-BE49-F238E27FC236}">
                <a16:creationId xmlns:a16="http://schemas.microsoft.com/office/drawing/2014/main" id="{52229A53-FBAF-21B1-58A7-904F5FDA480D}"/>
              </a:ext>
            </a:extLst>
          </p:cNvPr>
          <p:cNvSpPr txBox="1"/>
          <p:nvPr/>
        </p:nvSpPr>
        <p:spPr>
          <a:xfrm>
            <a:off x="4534277" y="4212414"/>
            <a:ext cx="35618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All equivalent conditions!!!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0086676-BBBD-81CB-91BB-848B1B7AEE8A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5294" y="4766013"/>
            <a:ext cx="2022837" cy="2022837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1E0CDF-49A1-A447-0215-136772048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CF6C23-27F8-95C9-AAAC-1C2D7157C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428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6" grpId="0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/>
      <p:bldP spid="55" grpId="0"/>
      <p:bldP spid="56" grpId="0"/>
      <p:bldP spid="5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41">
            <a:extLst>
              <a:ext uri="{FF2B5EF4-FFF2-40B4-BE49-F238E27FC236}">
                <a16:creationId xmlns:a16="http://schemas.microsoft.com/office/drawing/2014/main" id="{F4B4D98B-0442-6960-D7E8-BAE4FFCF2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+mj-lt"/>
              </a:rPr>
              <a:t>Reversing the principle of stationary action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CD43EE8-30C5-7AF2-87C3-32F23C7584E3}"/>
                  </a:ext>
                </a:extLst>
              </p:cNvPr>
              <p:cNvSpPr txBox="1"/>
              <p:nvPr/>
            </p:nvSpPr>
            <p:spPr>
              <a:xfrm>
                <a:off x="6519372" y="1134996"/>
                <a:ext cx="4146713" cy="7008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0" dirty="0"/>
                  <a:t>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𝒜</m:t>
                    </m:r>
                    <m:d>
                      <m:dPr>
                        <m:begChr m:val="["/>
                        <m:endChr m:val="]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supHide m:val="on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sub>
                      <m:sup/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𝐿𝑑𝑡</m:t>
                        </m:r>
                      </m:e>
                    </m:nary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supHide m:val="on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𝛾</m:t>
                        </m:r>
                      </m:sub>
                      <m:sup/>
                      <m:e>
                        <m:acc>
                          <m:accPr>
                            <m:chr m:val="⃗"/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⃗"/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</m:acc>
                      </m:e>
                    </m:nary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CD43EE8-30C5-7AF2-87C3-32F23C7584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9372" y="1134996"/>
                <a:ext cx="4146713" cy="7008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22748C64-E500-8EB8-1DC3-7368240567B0}"/>
              </a:ext>
            </a:extLst>
          </p:cNvPr>
          <p:cNvSpPr txBox="1"/>
          <p:nvPr/>
        </p:nvSpPr>
        <p:spPr>
          <a:xfrm>
            <a:off x="489984" y="2428977"/>
            <a:ext cx="1145127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The action is the line integral of the vector potential of the flow of states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9934EBD-F2EB-C23B-0C29-073D567A7677}"/>
              </a:ext>
            </a:extLst>
          </p:cNvPr>
          <p:cNvGrpSpPr/>
          <p:nvPr/>
        </p:nvGrpSpPr>
        <p:grpSpPr>
          <a:xfrm>
            <a:off x="6294342" y="3146706"/>
            <a:ext cx="6054680" cy="2048907"/>
            <a:chOff x="216809" y="3130562"/>
            <a:chExt cx="6054680" cy="2048907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470C9B84-EEF5-1B8F-54D5-BFFADDFD00C3}"/>
                </a:ext>
              </a:extLst>
            </p:cNvPr>
            <p:cNvSpPr txBox="1"/>
            <p:nvPr/>
          </p:nvSpPr>
          <p:spPr>
            <a:xfrm>
              <a:off x="216809" y="3130562"/>
              <a:ext cx="34298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Variation of the action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80B6F311-2370-CAD4-AF4A-39725729180A}"/>
                    </a:ext>
                  </a:extLst>
                </p:cNvPr>
                <p:cNvSpPr txBox="1"/>
                <p:nvPr/>
              </p:nvSpPr>
              <p:spPr>
                <a:xfrm>
                  <a:off x="351606" y="3649755"/>
                  <a:ext cx="5919883" cy="15297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𝒜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</m:d>
                        <m:r>
                          <a:rPr lang="en-US" sz="280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∮"/>
                            <m:supHide m:val="on"/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latin typeface="Cambria Math" panose="02040503050406030204" pitchFamily="18" charset="0"/>
                              </a:rPr>
                              <m:t>Σ</m:t>
                            </m:r>
                          </m:sub>
                          <m:sup/>
                          <m:e>
                            <m:acc>
                              <m:accPr>
                                <m:chr m:val="⃗"/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r>
                              <a:rPr lang="en-US" sz="2800" i="1" dirty="0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acc>
                              <m:accPr>
                                <m:chr m:val="⃗"/>
                                <m:ctrlPr>
                                  <a:rPr lang="en-US" sz="28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800" i="1" dirty="0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</m:acc>
                          </m:e>
                        </m:nary>
                      </m:oMath>
                    </m:oMathPara>
                  </a14:m>
                  <a:br>
                    <a:rPr lang="en-US" sz="2800" i="1" dirty="0">
                      <a:latin typeface="Cambria Math" panose="02040503050406030204" pitchFamily="18" charset="0"/>
                    </a:rPr>
                  </a:br>
                  <a14:m>
                    <m:oMath xmlns:m="http://schemas.openxmlformats.org/officeDocument/2006/math">
                      <m:r>
                        <a:rPr lang="en-US" sz="28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∬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en-US" sz="28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sz="2800" dirty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</m:nary>
                    </m:oMath>
                  </a14:m>
                  <a:r>
                    <a:rPr lang="en-US" sz="2800" dirty="0"/>
                    <a:t> </a:t>
                  </a:r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80B6F311-2370-CAD4-AF4A-3972572918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606" y="3649755"/>
                  <a:ext cx="5919883" cy="152971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B086361A-315E-FF11-0DFE-25066F02D74D}"/>
                </a:ext>
              </a:extLst>
            </p:cNvPr>
            <p:cNvSpPr txBox="1"/>
            <p:nvPr/>
          </p:nvSpPr>
          <p:spPr>
            <a:xfrm>
              <a:off x="3884084" y="3332385"/>
              <a:ext cx="210102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Gauge independent,</a:t>
              </a:r>
              <a:br>
                <a:rPr lang="en-US" dirty="0"/>
              </a:br>
              <a:r>
                <a:rPr lang="en-US" dirty="0"/>
                <a:t>physical!</a:t>
              </a: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EF67B491-DD28-C7AF-F515-4F95641076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99495" y="3916421"/>
              <a:ext cx="1184589" cy="89154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27DC48C6-6553-C238-5277-941BBBD68709}"/>
              </a:ext>
            </a:extLst>
          </p:cNvPr>
          <p:cNvGrpSpPr/>
          <p:nvPr/>
        </p:nvGrpSpPr>
        <p:grpSpPr>
          <a:xfrm>
            <a:off x="252573" y="2992009"/>
            <a:ext cx="5597810" cy="2479087"/>
            <a:chOff x="6358089" y="2920544"/>
            <a:chExt cx="5597810" cy="2479087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E5760DB0-606D-FA04-D5A6-095681312C66}"/>
                </a:ext>
              </a:extLst>
            </p:cNvPr>
            <p:cNvGrpSpPr/>
            <p:nvPr/>
          </p:nvGrpSpPr>
          <p:grpSpPr>
            <a:xfrm>
              <a:off x="6358089" y="2920544"/>
              <a:ext cx="5597810" cy="2479087"/>
              <a:chOff x="2232077" y="446667"/>
              <a:chExt cx="7827339" cy="3466473"/>
            </a:xfrm>
          </p:grpSpPr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BEBCE0E9-CF2A-6CE8-1D35-515627BA1B59}"/>
                  </a:ext>
                </a:extLst>
              </p:cNvPr>
              <p:cNvGrpSpPr/>
              <p:nvPr/>
            </p:nvGrpSpPr>
            <p:grpSpPr>
              <a:xfrm>
                <a:off x="2781901" y="1186514"/>
                <a:ext cx="7204963" cy="1897690"/>
                <a:chOff x="2583782" y="3876971"/>
                <a:chExt cx="7204963" cy="1897690"/>
              </a:xfrm>
              <a:solidFill>
                <a:schemeClr val="accent5">
                  <a:lumMod val="20000"/>
                  <a:lumOff val="80000"/>
                </a:schemeClr>
              </a:solidFill>
            </p:grpSpPr>
            <p:sp>
              <p:nvSpPr>
                <p:cNvPr id="72" name="Freeform: Shape 71">
                  <a:extLst>
                    <a:ext uri="{FF2B5EF4-FFF2-40B4-BE49-F238E27FC236}">
                      <a16:creationId xmlns:a16="http://schemas.microsoft.com/office/drawing/2014/main" id="{171B509D-E020-66A8-A5F6-299134C3802D}"/>
                    </a:ext>
                  </a:extLst>
                </p:cNvPr>
                <p:cNvSpPr/>
                <p:nvPr/>
              </p:nvSpPr>
              <p:spPr>
                <a:xfrm>
                  <a:off x="2583782" y="3876971"/>
                  <a:ext cx="3565709" cy="933464"/>
                </a:xfrm>
                <a:custGeom>
                  <a:avLst/>
                  <a:gdLst>
                    <a:gd name="connsiteX0" fmla="*/ 596230 w 3565709"/>
                    <a:gd name="connsiteY0" fmla="*/ 739 h 934203"/>
                    <a:gd name="connsiteX1" fmla="*/ 2368550 w 3565709"/>
                    <a:gd name="connsiteY1" fmla="*/ 244594 h 934203"/>
                    <a:gd name="connsiteX2" fmla="*/ 3511550 w 3565709"/>
                    <a:gd name="connsiteY2" fmla="*/ 897056 h 934203"/>
                    <a:gd name="connsiteX3" fmla="*/ 3565709 w 3565709"/>
                    <a:gd name="connsiteY3" fmla="*/ 934203 h 934203"/>
                    <a:gd name="connsiteX4" fmla="*/ 2580814 w 3565709"/>
                    <a:gd name="connsiteY4" fmla="*/ 677074 h 934203"/>
                    <a:gd name="connsiteX5" fmla="*/ 2518231 w 3565709"/>
                    <a:gd name="connsiteY5" fmla="*/ 639039 h 934203"/>
                    <a:gd name="connsiteX6" fmla="*/ 1943100 w 3565709"/>
                    <a:gd name="connsiteY6" fmla="*/ 352545 h 934203"/>
                    <a:gd name="connsiteX7" fmla="*/ 7620 w 3565709"/>
                    <a:gd name="connsiteY7" fmla="*/ 3295 h 934203"/>
                    <a:gd name="connsiteX8" fmla="*/ 2153953 w 3565709"/>
                    <a:gd name="connsiteY8" fmla="*/ 565632 h 934203"/>
                    <a:gd name="connsiteX9" fmla="*/ 0 w 3565709"/>
                    <a:gd name="connsiteY9" fmla="*/ 3294 h 934203"/>
                    <a:gd name="connsiteX10" fmla="*/ 596230 w 3565709"/>
                    <a:gd name="connsiteY10" fmla="*/ 739 h 934203"/>
                    <a:gd name="connsiteX0" fmla="*/ 596230 w 3565709"/>
                    <a:gd name="connsiteY0" fmla="*/ 0 h 1314701"/>
                    <a:gd name="connsiteX1" fmla="*/ 2368550 w 3565709"/>
                    <a:gd name="connsiteY1" fmla="*/ 243855 h 1314701"/>
                    <a:gd name="connsiteX2" fmla="*/ 3511550 w 3565709"/>
                    <a:gd name="connsiteY2" fmla="*/ 896317 h 1314701"/>
                    <a:gd name="connsiteX3" fmla="*/ 3565709 w 3565709"/>
                    <a:gd name="connsiteY3" fmla="*/ 933464 h 1314701"/>
                    <a:gd name="connsiteX4" fmla="*/ 2580814 w 3565709"/>
                    <a:gd name="connsiteY4" fmla="*/ 676335 h 1314701"/>
                    <a:gd name="connsiteX5" fmla="*/ 2518231 w 3565709"/>
                    <a:gd name="connsiteY5" fmla="*/ 638300 h 1314701"/>
                    <a:gd name="connsiteX6" fmla="*/ 1943100 w 3565709"/>
                    <a:gd name="connsiteY6" fmla="*/ 351806 h 1314701"/>
                    <a:gd name="connsiteX7" fmla="*/ 7620 w 3565709"/>
                    <a:gd name="connsiteY7" fmla="*/ 2556 h 1314701"/>
                    <a:gd name="connsiteX8" fmla="*/ 1123729 w 3565709"/>
                    <a:gd name="connsiteY8" fmla="*/ 1314701 h 1314701"/>
                    <a:gd name="connsiteX9" fmla="*/ 0 w 3565709"/>
                    <a:gd name="connsiteY9" fmla="*/ 2555 h 1314701"/>
                    <a:gd name="connsiteX10" fmla="*/ 596230 w 3565709"/>
                    <a:gd name="connsiteY10" fmla="*/ 0 h 1314701"/>
                    <a:gd name="connsiteX0" fmla="*/ 596230 w 3565709"/>
                    <a:gd name="connsiteY0" fmla="*/ 0 h 933464"/>
                    <a:gd name="connsiteX1" fmla="*/ 2368550 w 3565709"/>
                    <a:gd name="connsiteY1" fmla="*/ 243855 h 933464"/>
                    <a:gd name="connsiteX2" fmla="*/ 3511550 w 3565709"/>
                    <a:gd name="connsiteY2" fmla="*/ 896317 h 933464"/>
                    <a:gd name="connsiteX3" fmla="*/ 3565709 w 3565709"/>
                    <a:gd name="connsiteY3" fmla="*/ 933464 h 933464"/>
                    <a:gd name="connsiteX4" fmla="*/ 2580814 w 3565709"/>
                    <a:gd name="connsiteY4" fmla="*/ 676335 h 933464"/>
                    <a:gd name="connsiteX5" fmla="*/ 2518231 w 3565709"/>
                    <a:gd name="connsiteY5" fmla="*/ 638300 h 933464"/>
                    <a:gd name="connsiteX6" fmla="*/ 1943100 w 3565709"/>
                    <a:gd name="connsiteY6" fmla="*/ 351806 h 933464"/>
                    <a:gd name="connsiteX7" fmla="*/ 7620 w 3565709"/>
                    <a:gd name="connsiteY7" fmla="*/ 2556 h 933464"/>
                    <a:gd name="connsiteX8" fmla="*/ 0 w 3565709"/>
                    <a:gd name="connsiteY8" fmla="*/ 2555 h 933464"/>
                    <a:gd name="connsiteX9" fmla="*/ 596230 w 3565709"/>
                    <a:gd name="connsiteY9" fmla="*/ 0 h 9334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565709" h="933464">
                      <a:moveTo>
                        <a:pt x="596230" y="0"/>
                      </a:moveTo>
                      <a:cubicBezTo>
                        <a:pt x="1191915" y="5829"/>
                        <a:pt x="1785144" y="49386"/>
                        <a:pt x="2368550" y="243855"/>
                      </a:cubicBezTo>
                      <a:cubicBezTo>
                        <a:pt x="2757488" y="373501"/>
                        <a:pt x="3133461" y="634116"/>
                        <a:pt x="3511550" y="896317"/>
                      </a:cubicBezTo>
                      <a:lnTo>
                        <a:pt x="3565709" y="933464"/>
                      </a:lnTo>
                      <a:lnTo>
                        <a:pt x="2580814" y="676335"/>
                      </a:lnTo>
                      <a:lnTo>
                        <a:pt x="2518231" y="638300"/>
                      </a:lnTo>
                      <a:cubicBezTo>
                        <a:pt x="2319391" y="521999"/>
                        <a:pt x="2126933" y="421127"/>
                        <a:pt x="1943100" y="351806"/>
                      </a:cubicBezTo>
                      <a:cubicBezTo>
                        <a:pt x="1207770" y="74523"/>
                        <a:pt x="632460" y="7742"/>
                        <a:pt x="7620" y="2556"/>
                      </a:cubicBezTo>
                      <a:lnTo>
                        <a:pt x="0" y="2555"/>
                      </a:lnTo>
                      <a:lnTo>
                        <a:pt x="596230" y="0"/>
                      </a:lnTo>
                      <a:close/>
                    </a:path>
                  </a:pathLst>
                </a:custGeom>
                <a:grpFill/>
                <a:ln w="1905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" name="Freeform: Shape 72">
                  <a:extLst>
                    <a:ext uri="{FF2B5EF4-FFF2-40B4-BE49-F238E27FC236}">
                      <a16:creationId xmlns:a16="http://schemas.microsoft.com/office/drawing/2014/main" id="{37AF5297-82F4-4D0E-9321-7C8A593A5232}"/>
                    </a:ext>
                  </a:extLst>
                </p:cNvPr>
                <p:cNvSpPr/>
                <p:nvPr/>
              </p:nvSpPr>
              <p:spPr>
                <a:xfrm>
                  <a:off x="5165739" y="4553999"/>
                  <a:ext cx="4623006" cy="1220662"/>
                </a:xfrm>
                <a:custGeom>
                  <a:avLst/>
                  <a:gdLst>
                    <a:gd name="connsiteX0" fmla="*/ 0 w 4623006"/>
                    <a:gd name="connsiteY0" fmla="*/ 0 h 1220662"/>
                    <a:gd name="connsiteX1" fmla="*/ 986836 w 4623006"/>
                    <a:gd name="connsiteY1" fmla="*/ 258550 h 1220662"/>
                    <a:gd name="connsiteX2" fmla="*/ 1213792 w 4623006"/>
                    <a:gd name="connsiteY2" fmla="*/ 414215 h 1220662"/>
                    <a:gd name="connsiteX3" fmla="*/ 2085292 w 4623006"/>
                    <a:gd name="connsiteY3" fmla="*/ 881275 h 1220662"/>
                    <a:gd name="connsiteX4" fmla="*/ 4328363 w 4623006"/>
                    <a:gd name="connsiteY4" fmla="*/ 1208169 h 1220662"/>
                    <a:gd name="connsiteX5" fmla="*/ 4611824 w 4623006"/>
                    <a:gd name="connsiteY5" fmla="*/ 1208292 h 1220662"/>
                    <a:gd name="connsiteX6" fmla="*/ 4623006 w 4623006"/>
                    <a:gd name="connsiteY6" fmla="*/ 1211222 h 1220662"/>
                    <a:gd name="connsiteX7" fmla="*/ 1837642 w 4623006"/>
                    <a:gd name="connsiteY7" fmla="*/ 989226 h 1220662"/>
                    <a:gd name="connsiteX8" fmla="*/ 239042 w 4623006"/>
                    <a:gd name="connsiteY8" fmla="*/ 145277 h 1220662"/>
                    <a:gd name="connsiteX9" fmla="*/ 0 w 4623006"/>
                    <a:gd name="connsiteY9" fmla="*/ 0 h 12206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623006" h="1220662">
                      <a:moveTo>
                        <a:pt x="0" y="0"/>
                      </a:moveTo>
                      <a:lnTo>
                        <a:pt x="986836" y="258550"/>
                      </a:lnTo>
                      <a:lnTo>
                        <a:pt x="1213792" y="414215"/>
                      </a:lnTo>
                      <a:cubicBezTo>
                        <a:pt x="1498860" y="605397"/>
                        <a:pt x="1787239" y="779278"/>
                        <a:pt x="2085292" y="881275"/>
                      </a:cubicBezTo>
                      <a:cubicBezTo>
                        <a:pt x="2780749" y="1119268"/>
                        <a:pt x="3608202" y="1198526"/>
                        <a:pt x="4328363" y="1208169"/>
                      </a:cubicBezTo>
                      <a:lnTo>
                        <a:pt x="4611824" y="1208292"/>
                      </a:lnTo>
                      <a:lnTo>
                        <a:pt x="4623006" y="1211222"/>
                      </a:lnTo>
                      <a:cubicBezTo>
                        <a:pt x="3691672" y="1230801"/>
                        <a:pt x="2705475" y="1244284"/>
                        <a:pt x="1837642" y="989226"/>
                      </a:cubicBezTo>
                      <a:cubicBezTo>
                        <a:pt x="1295247" y="829815"/>
                        <a:pt x="750701" y="464524"/>
                        <a:pt x="239042" y="145277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1905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3A58EDB6-2F6A-7E80-F581-668398C123BF}"/>
                  </a:ext>
                </a:extLst>
              </p:cNvPr>
              <p:cNvGrpSpPr/>
              <p:nvPr/>
            </p:nvGrpSpPr>
            <p:grpSpPr>
              <a:xfrm>
                <a:off x="2475831" y="1191874"/>
                <a:ext cx="7583585" cy="1893349"/>
                <a:chOff x="2475831" y="1185778"/>
                <a:chExt cx="7583585" cy="1893349"/>
              </a:xfrm>
            </p:grpSpPr>
            <p:sp>
              <p:nvSpPr>
                <p:cNvPr id="60" name="Freeform: Shape 59">
                  <a:extLst>
                    <a:ext uri="{FF2B5EF4-FFF2-40B4-BE49-F238E27FC236}">
                      <a16:creationId xmlns:a16="http://schemas.microsoft.com/office/drawing/2014/main" id="{ABB64BA9-3797-54D1-85B4-18317BE67843}"/>
                    </a:ext>
                  </a:extLst>
                </p:cNvPr>
                <p:cNvSpPr/>
                <p:nvPr/>
              </p:nvSpPr>
              <p:spPr>
                <a:xfrm>
                  <a:off x="2794343" y="1185778"/>
                  <a:ext cx="7211695" cy="1886971"/>
                </a:xfrm>
                <a:custGeom>
                  <a:avLst/>
                  <a:gdLst>
                    <a:gd name="connsiteX0" fmla="*/ 0 w 7137400"/>
                    <a:gd name="connsiteY0" fmla="*/ 3294 h 1876544"/>
                    <a:gd name="connsiteX1" fmla="*/ 2368550 w 7137400"/>
                    <a:gd name="connsiteY1" fmla="*/ 244594 h 1876544"/>
                    <a:gd name="connsiteX2" fmla="*/ 4667250 w 7137400"/>
                    <a:gd name="connsiteY2" fmla="*/ 1559044 h 1876544"/>
                    <a:gd name="connsiteX3" fmla="*/ 7137400 w 7137400"/>
                    <a:gd name="connsiteY3" fmla="*/ 1876544 h 1876544"/>
                    <a:gd name="connsiteX0" fmla="*/ 0 w 7211695"/>
                    <a:gd name="connsiteY0" fmla="*/ 3294 h 1886069"/>
                    <a:gd name="connsiteX1" fmla="*/ 2368550 w 7211695"/>
                    <a:gd name="connsiteY1" fmla="*/ 244594 h 1886069"/>
                    <a:gd name="connsiteX2" fmla="*/ 4667250 w 7211695"/>
                    <a:gd name="connsiteY2" fmla="*/ 1559044 h 1886069"/>
                    <a:gd name="connsiteX3" fmla="*/ 7211695 w 7211695"/>
                    <a:gd name="connsiteY3" fmla="*/ 1886069 h 1886069"/>
                    <a:gd name="connsiteX0" fmla="*/ 0 w 7211695"/>
                    <a:gd name="connsiteY0" fmla="*/ 3294 h 1886971"/>
                    <a:gd name="connsiteX1" fmla="*/ 2368550 w 7211695"/>
                    <a:gd name="connsiteY1" fmla="*/ 244594 h 1886971"/>
                    <a:gd name="connsiteX2" fmla="*/ 4667250 w 7211695"/>
                    <a:gd name="connsiteY2" fmla="*/ 1559044 h 1886971"/>
                    <a:gd name="connsiteX3" fmla="*/ 7211695 w 7211695"/>
                    <a:gd name="connsiteY3" fmla="*/ 1886069 h 188697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211695" h="1886971">
                      <a:moveTo>
                        <a:pt x="0" y="3294"/>
                      </a:moveTo>
                      <a:cubicBezTo>
                        <a:pt x="795337" y="-5702"/>
                        <a:pt x="1590675" y="-14698"/>
                        <a:pt x="2368550" y="244594"/>
                      </a:cubicBezTo>
                      <a:cubicBezTo>
                        <a:pt x="3146425" y="503886"/>
                        <a:pt x="3872442" y="1287052"/>
                        <a:pt x="4667250" y="1559044"/>
                      </a:cubicBezTo>
                      <a:cubicBezTo>
                        <a:pt x="5462058" y="1831036"/>
                        <a:pt x="6429269" y="1895700"/>
                        <a:pt x="7211695" y="1886069"/>
                      </a:cubicBezTo>
                    </a:path>
                  </a:pathLst>
                </a:cu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9BD0B726-9630-169C-E17A-BF243641FB92}"/>
                    </a:ext>
                  </a:extLst>
                </p:cNvPr>
                <p:cNvSpPr/>
                <p:nvPr/>
              </p:nvSpPr>
              <p:spPr>
                <a:xfrm>
                  <a:off x="2532981" y="1755738"/>
                  <a:ext cx="7361335" cy="488561"/>
                </a:xfrm>
                <a:custGeom>
                  <a:avLst/>
                  <a:gdLst>
                    <a:gd name="connsiteX0" fmla="*/ 0 w 7949681"/>
                    <a:gd name="connsiteY0" fmla="*/ 951722 h 1007848"/>
                    <a:gd name="connsiteX1" fmla="*/ 1912775 w 7949681"/>
                    <a:gd name="connsiteY1" fmla="*/ 167951 h 1007848"/>
                    <a:gd name="connsiteX2" fmla="*/ 4450702 w 7949681"/>
                    <a:gd name="connsiteY2" fmla="*/ 1007706 h 1007848"/>
                    <a:gd name="connsiteX3" fmla="*/ 6615404 w 7949681"/>
                    <a:gd name="connsiteY3" fmla="*/ 233265 h 1007848"/>
                    <a:gd name="connsiteX4" fmla="*/ 7949681 w 7949681"/>
                    <a:gd name="connsiteY4" fmla="*/ 0 h 1007848"/>
                    <a:gd name="connsiteX0" fmla="*/ 0 w 6615404"/>
                    <a:gd name="connsiteY0" fmla="*/ 783933 h 840059"/>
                    <a:gd name="connsiteX1" fmla="*/ 1912775 w 6615404"/>
                    <a:gd name="connsiteY1" fmla="*/ 162 h 840059"/>
                    <a:gd name="connsiteX2" fmla="*/ 4450702 w 6615404"/>
                    <a:gd name="connsiteY2" fmla="*/ 839917 h 840059"/>
                    <a:gd name="connsiteX3" fmla="*/ 6615404 w 6615404"/>
                    <a:gd name="connsiteY3" fmla="*/ 65476 h 840059"/>
                    <a:gd name="connsiteX0" fmla="*/ 0 w 6615404"/>
                    <a:gd name="connsiteY0" fmla="*/ 799754 h 855880"/>
                    <a:gd name="connsiteX1" fmla="*/ 1912775 w 6615404"/>
                    <a:gd name="connsiteY1" fmla="*/ 15983 h 855880"/>
                    <a:gd name="connsiteX2" fmla="*/ 4450702 w 6615404"/>
                    <a:gd name="connsiteY2" fmla="*/ 855738 h 855880"/>
                    <a:gd name="connsiteX3" fmla="*/ 6615404 w 6615404"/>
                    <a:gd name="connsiteY3" fmla="*/ 81297 h 855880"/>
                    <a:gd name="connsiteX0" fmla="*/ 0 w 6615404"/>
                    <a:gd name="connsiteY0" fmla="*/ 799754 h 913292"/>
                    <a:gd name="connsiteX1" fmla="*/ 1912775 w 6615404"/>
                    <a:gd name="connsiteY1" fmla="*/ 15983 h 913292"/>
                    <a:gd name="connsiteX2" fmla="*/ 4450702 w 6615404"/>
                    <a:gd name="connsiteY2" fmla="*/ 855738 h 913292"/>
                    <a:gd name="connsiteX3" fmla="*/ 6615404 w 6615404"/>
                    <a:gd name="connsiteY3" fmla="*/ 81297 h 913292"/>
                    <a:gd name="connsiteX0" fmla="*/ 0 w 7072604"/>
                    <a:gd name="connsiteY0" fmla="*/ 799754 h 865540"/>
                    <a:gd name="connsiteX1" fmla="*/ 1912775 w 7072604"/>
                    <a:gd name="connsiteY1" fmla="*/ 15983 h 865540"/>
                    <a:gd name="connsiteX2" fmla="*/ 4450702 w 7072604"/>
                    <a:gd name="connsiteY2" fmla="*/ 855738 h 865540"/>
                    <a:gd name="connsiteX3" fmla="*/ 7072604 w 7072604"/>
                    <a:gd name="connsiteY3" fmla="*/ 435861 h 865540"/>
                    <a:gd name="connsiteX0" fmla="*/ 0 w 7072604"/>
                    <a:gd name="connsiteY0" fmla="*/ 799754 h 869733"/>
                    <a:gd name="connsiteX1" fmla="*/ 1912775 w 7072604"/>
                    <a:gd name="connsiteY1" fmla="*/ 15983 h 869733"/>
                    <a:gd name="connsiteX2" fmla="*/ 4450702 w 7072604"/>
                    <a:gd name="connsiteY2" fmla="*/ 855738 h 869733"/>
                    <a:gd name="connsiteX3" fmla="*/ 7072604 w 7072604"/>
                    <a:gd name="connsiteY3" fmla="*/ 435861 h 869733"/>
                    <a:gd name="connsiteX0" fmla="*/ 0 w 7072604"/>
                    <a:gd name="connsiteY0" fmla="*/ 799754 h 909752"/>
                    <a:gd name="connsiteX1" fmla="*/ 1912775 w 7072604"/>
                    <a:gd name="connsiteY1" fmla="*/ 15983 h 909752"/>
                    <a:gd name="connsiteX2" fmla="*/ 4450702 w 7072604"/>
                    <a:gd name="connsiteY2" fmla="*/ 855738 h 909752"/>
                    <a:gd name="connsiteX3" fmla="*/ 7072604 w 7072604"/>
                    <a:gd name="connsiteY3" fmla="*/ 435861 h 909752"/>
                    <a:gd name="connsiteX0" fmla="*/ 0 w 7361853"/>
                    <a:gd name="connsiteY0" fmla="*/ 799754 h 969459"/>
                    <a:gd name="connsiteX1" fmla="*/ 1912775 w 7361853"/>
                    <a:gd name="connsiteY1" fmla="*/ 15983 h 969459"/>
                    <a:gd name="connsiteX2" fmla="*/ 4450702 w 7361853"/>
                    <a:gd name="connsiteY2" fmla="*/ 855738 h 969459"/>
                    <a:gd name="connsiteX3" fmla="*/ 7361853 w 7361853"/>
                    <a:gd name="connsiteY3" fmla="*/ 771763 h 969459"/>
                    <a:gd name="connsiteX0" fmla="*/ 0 w 7361853"/>
                    <a:gd name="connsiteY0" fmla="*/ 799754 h 889173"/>
                    <a:gd name="connsiteX1" fmla="*/ 1912775 w 7361853"/>
                    <a:gd name="connsiteY1" fmla="*/ 15983 h 889173"/>
                    <a:gd name="connsiteX2" fmla="*/ 4450702 w 7361853"/>
                    <a:gd name="connsiteY2" fmla="*/ 855738 h 889173"/>
                    <a:gd name="connsiteX3" fmla="*/ 7361853 w 7361853"/>
                    <a:gd name="connsiteY3" fmla="*/ 771763 h 889173"/>
                    <a:gd name="connsiteX0" fmla="*/ 0 w 7343192"/>
                    <a:gd name="connsiteY0" fmla="*/ 799754 h 875460"/>
                    <a:gd name="connsiteX1" fmla="*/ 1912775 w 7343192"/>
                    <a:gd name="connsiteY1" fmla="*/ 15983 h 875460"/>
                    <a:gd name="connsiteX2" fmla="*/ 4450702 w 7343192"/>
                    <a:gd name="connsiteY2" fmla="*/ 855738 h 875460"/>
                    <a:gd name="connsiteX3" fmla="*/ 7343192 w 7343192"/>
                    <a:gd name="connsiteY3" fmla="*/ 659796 h 875460"/>
                    <a:gd name="connsiteX0" fmla="*/ 0 w 7343192"/>
                    <a:gd name="connsiteY0" fmla="*/ 783782 h 788934"/>
                    <a:gd name="connsiteX1" fmla="*/ 1912775 w 7343192"/>
                    <a:gd name="connsiteY1" fmla="*/ 11 h 788934"/>
                    <a:gd name="connsiteX2" fmla="*/ 4758612 w 7343192"/>
                    <a:gd name="connsiteY2" fmla="*/ 765121 h 788934"/>
                    <a:gd name="connsiteX3" fmla="*/ 7343192 w 7343192"/>
                    <a:gd name="connsiteY3" fmla="*/ 643824 h 788934"/>
                    <a:gd name="connsiteX0" fmla="*/ 0 w 7343192"/>
                    <a:gd name="connsiteY0" fmla="*/ 877086 h 887565"/>
                    <a:gd name="connsiteX1" fmla="*/ 2332653 w 7343192"/>
                    <a:gd name="connsiteY1" fmla="*/ 9 h 887565"/>
                    <a:gd name="connsiteX2" fmla="*/ 4758612 w 7343192"/>
                    <a:gd name="connsiteY2" fmla="*/ 858425 h 887565"/>
                    <a:gd name="connsiteX3" fmla="*/ 7343192 w 7343192"/>
                    <a:gd name="connsiteY3" fmla="*/ 737128 h 887565"/>
                    <a:gd name="connsiteX0" fmla="*/ 0 w 7081935"/>
                    <a:gd name="connsiteY0" fmla="*/ 683060 h 889482"/>
                    <a:gd name="connsiteX1" fmla="*/ 2071396 w 7081935"/>
                    <a:gd name="connsiteY1" fmla="*/ 1926 h 889482"/>
                    <a:gd name="connsiteX2" fmla="*/ 4497355 w 7081935"/>
                    <a:gd name="connsiteY2" fmla="*/ 860342 h 889482"/>
                    <a:gd name="connsiteX3" fmla="*/ 7081935 w 7081935"/>
                    <a:gd name="connsiteY3" fmla="*/ 739045 h 889482"/>
                    <a:gd name="connsiteX0" fmla="*/ 0 w 7081935"/>
                    <a:gd name="connsiteY0" fmla="*/ 323585 h 530007"/>
                    <a:gd name="connsiteX1" fmla="*/ 1741196 w 7081935"/>
                    <a:gd name="connsiteY1" fmla="*/ 23451 h 530007"/>
                    <a:gd name="connsiteX2" fmla="*/ 4497355 w 7081935"/>
                    <a:gd name="connsiteY2" fmla="*/ 500867 h 530007"/>
                    <a:gd name="connsiteX3" fmla="*/ 7081935 w 7081935"/>
                    <a:gd name="connsiteY3" fmla="*/ 379570 h 530007"/>
                    <a:gd name="connsiteX0" fmla="*/ 0 w 7393085"/>
                    <a:gd name="connsiteY0" fmla="*/ 416091 h 508213"/>
                    <a:gd name="connsiteX1" fmla="*/ 2052346 w 7393085"/>
                    <a:gd name="connsiteY1" fmla="*/ 1657 h 508213"/>
                    <a:gd name="connsiteX2" fmla="*/ 4808505 w 7393085"/>
                    <a:gd name="connsiteY2" fmla="*/ 479073 h 508213"/>
                    <a:gd name="connsiteX3" fmla="*/ 7393085 w 7393085"/>
                    <a:gd name="connsiteY3" fmla="*/ 357776 h 508213"/>
                    <a:gd name="connsiteX0" fmla="*/ 0 w 7361335"/>
                    <a:gd name="connsiteY0" fmla="*/ 416091 h 497011"/>
                    <a:gd name="connsiteX1" fmla="*/ 2052346 w 7361335"/>
                    <a:gd name="connsiteY1" fmla="*/ 1657 h 497011"/>
                    <a:gd name="connsiteX2" fmla="*/ 4808505 w 7361335"/>
                    <a:gd name="connsiteY2" fmla="*/ 479073 h 497011"/>
                    <a:gd name="connsiteX3" fmla="*/ 7361335 w 7361335"/>
                    <a:gd name="connsiteY3" fmla="*/ 116476 h 497011"/>
                    <a:gd name="connsiteX0" fmla="*/ 0 w 7361335"/>
                    <a:gd name="connsiteY0" fmla="*/ 416091 h 497011"/>
                    <a:gd name="connsiteX1" fmla="*/ 2052346 w 7361335"/>
                    <a:gd name="connsiteY1" fmla="*/ 1657 h 497011"/>
                    <a:gd name="connsiteX2" fmla="*/ 4992655 w 7361335"/>
                    <a:gd name="connsiteY2" fmla="*/ 479073 h 497011"/>
                    <a:gd name="connsiteX3" fmla="*/ 7361335 w 7361335"/>
                    <a:gd name="connsiteY3" fmla="*/ 116476 h 497011"/>
                    <a:gd name="connsiteX0" fmla="*/ 0 w 7361335"/>
                    <a:gd name="connsiteY0" fmla="*/ 416091 h 497011"/>
                    <a:gd name="connsiteX1" fmla="*/ 2052346 w 7361335"/>
                    <a:gd name="connsiteY1" fmla="*/ 1657 h 497011"/>
                    <a:gd name="connsiteX2" fmla="*/ 4992655 w 7361335"/>
                    <a:gd name="connsiteY2" fmla="*/ 479073 h 497011"/>
                    <a:gd name="connsiteX3" fmla="*/ 7361335 w 7361335"/>
                    <a:gd name="connsiteY3" fmla="*/ 116476 h 497011"/>
                    <a:gd name="connsiteX0" fmla="*/ 0 w 7361335"/>
                    <a:gd name="connsiteY0" fmla="*/ 416091 h 561242"/>
                    <a:gd name="connsiteX1" fmla="*/ 2052346 w 7361335"/>
                    <a:gd name="connsiteY1" fmla="*/ 1657 h 561242"/>
                    <a:gd name="connsiteX2" fmla="*/ 4992655 w 7361335"/>
                    <a:gd name="connsiteY2" fmla="*/ 479073 h 561242"/>
                    <a:gd name="connsiteX3" fmla="*/ 7361335 w 7361335"/>
                    <a:gd name="connsiteY3" fmla="*/ 116476 h 561242"/>
                    <a:gd name="connsiteX0" fmla="*/ 0 w 7361335"/>
                    <a:gd name="connsiteY0" fmla="*/ 416091 h 561242"/>
                    <a:gd name="connsiteX1" fmla="*/ 2052346 w 7361335"/>
                    <a:gd name="connsiteY1" fmla="*/ 1657 h 561242"/>
                    <a:gd name="connsiteX2" fmla="*/ 4992655 w 7361335"/>
                    <a:gd name="connsiteY2" fmla="*/ 479073 h 561242"/>
                    <a:gd name="connsiteX3" fmla="*/ 7361335 w 7361335"/>
                    <a:gd name="connsiteY3" fmla="*/ 116476 h 561242"/>
                    <a:gd name="connsiteX0" fmla="*/ 0 w 7361335"/>
                    <a:gd name="connsiteY0" fmla="*/ 416091 h 558948"/>
                    <a:gd name="connsiteX1" fmla="*/ 2052346 w 7361335"/>
                    <a:gd name="connsiteY1" fmla="*/ 1657 h 558948"/>
                    <a:gd name="connsiteX2" fmla="*/ 4992655 w 7361335"/>
                    <a:gd name="connsiteY2" fmla="*/ 479073 h 558948"/>
                    <a:gd name="connsiteX3" fmla="*/ 7361335 w 7361335"/>
                    <a:gd name="connsiteY3" fmla="*/ 116476 h 558948"/>
                    <a:gd name="connsiteX0" fmla="*/ 0 w 7361335"/>
                    <a:gd name="connsiteY0" fmla="*/ 416091 h 522234"/>
                    <a:gd name="connsiteX1" fmla="*/ 2052346 w 7361335"/>
                    <a:gd name="connsiteY1" fmla="*/ 1657 h 522234"/>
                    <a:gd name="connsiteX2" fmla="*/ 4992655 w 7361335"/>
                    <a:gd name="connsiteY2" fmla="*/ 479073 h 522234"/>
                    <a:gd name="connsiteX3" fmla="*/ 7361335 w 7361335"/>
                    <a:gd name="connsiteY3" fmla="*/ 116476 h 522234"/>
                    <a:gd name="connsiteX0" fmla="*/ 0 w 7361335"/>
                    <a:gd name="connsiteY0" fmla="*/ 416091 h 501861"/>
                    <a:gd name="connsiteX1" fmla="*/ 2052346 w 7361335"/>
                    <a:gd name="connsiteY1" fmla="*/ 1657 h 501861"/>
                    <a:gd name="connsiteX2" fmla="*/ 4992655 w 7361335"/>
                    <a:gd name="connsiteY2" fmla="*/ 479073 h 501861"/>
                    <a:gd name="connsiteX3" fmla="*/ 7361335 w 7361335"/>
                    <a:gd name="connsiteY3" fmla="*/ 116476 h 501861"/>
                    <a:gd name="connsiteX0" fmla="*/ 0 w 7361335"/>
                    <a:gd name="connsiteY0" fmla="*/ 416091 h 488561"/>
                    <a:gd name="connsiteX1" fmla="*/ 2052346 w 7361335"/>
                    <a:gd name="connsiteY1" fmla="*/ 1657 h 488561"/>
                    <a:gd name="connsiteX2" fmla="*/ 4992655 w 7361335"/>
                    <a:gd name="connsiteY2" fmla="*/ 479073 h 488561"/>
                    <a:gd name="connsiteX3" fmla="*/ 7361335 w 7361335"/>
                    <a:gd name="connsiteY3" fmla="*/ 116476 h 4885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361335" h="488561">
                      <a:moveTo>
                        <a:pt x="0" y="416091"/>
                      </a:moveTo>
                      <a:cubicBezTo>
                        <a:pt x="585495" y="19540"/>
                        <a:pt x="1220237" y="-8840"/>
                        <a:pt x="2052346" y="1657"/>
                      </a:cubicBezTo>
                      <a:cubicBezTo>
                        <a:pt x="2884455" y="12154"/>
                        <a:pt x="3859115" y="394320"/>
                        <a:pt x="4992655" y="479073"/>
                      </a:cubicBezTo>
                      <a:cubicBezTo>
                        <a:pt x="6126195" y="563826"/>
                        <a:pt x="6712858" y="51162"/>
                        <a:pt x="7361335" y="116476"/>
                      </a:cubicBezTo>
                    </a:path>
                  </a:pathLst>
                </a:custGeom>
                <a:noFill/>
                <a:ln w="9525"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" name="Freeform: Shape 61">
                  <a:extLst>
                    <a:ext uri="{FF2B5EF4-FFF2-40B4-BE49-F238E27FC236}">
                      <a16:creationId xmlns:a16="http://schemas.microsoft.com/office/drawing/2014/main" id="{107DC84F-F51B-5A81-B6F9-25AB4401B2A5}"/>
                    </a:ext>
                  </a:extLst>
                </p:cNvPr>
                <p:cNvSpPr/>
                <p:nvPr/>
              </p:nvSpPr>
              <p:spPr>
                <a:xfrm>
                  <a:off x="2685381" y="1951758"/>
                  <a:ext cx="7247035" cy="510126"/>
                </a:xfrm>
                <a:custGeom>
                  <a:avLst/>
                  <a:gdLst>
                    <a:gd name="connsiteX0" fmla="*/ 0 w 7949681"/>
                    <a:gd name="connsiteY0" fmla="*/ 951722 h 1007848"/>
                    <a:gd name="connsiteX1" fmla="*/ 1912775 w 7949681"/>
                    <a:gd name="connsiteY1" fmla="*/ 167951 h 1007848"/>
                    <a:gd name="connsiteX2" fmla="*/ 4450702 w 7949681"/>
                    <a:gd name="connsiteY2" fmla="*/ 1007706 h 1007848"/>
                    <a:gd name="connsiteX3" fmla="*/ 6615404 w 7949681"/>
                    <a:gd name="connsiteY3" fmla="*/ 233265 h 1007848"/>
                    <a:gd name="connsiteX4" fmla="*/ 7949681 w 7949681"/>
                    <a:gd name="connsiteY4" fmla="*/ 0 h 1007848"/>
                    <a:gd name="connsiteX0" fmla="*/ 0 w 6615404"/>
                    <a:gd name="connsiteY0" fmla="*/ 783933 h 840059"/>
                    <a:gd name="connsiteX1" fmla="*/ 1912775 w 6615404"/>
                    <a:gd name="connsiteY1" fmla="*/ 162 h 840059"/>
                    <a:gd name="connsiteX2" fmla="*/ 4450702 w 6615404"/>
                    <a:gd name="connsiteY2" fmla="*/ 839917 h 840059"/>
                    <a:gd name="connsiteX3" fmla="*/ 6615404 w 6615404"/>
                    <a:gd name="connsiteY3" fmla="*/ 65476 h 840059"/>
                    <a:gd name="connsiteX0" fmla="*/ 0 w 6615404"/>
                    <a:gd name="connsiteY0" fmla="*/ 799754 h 855880"/>
                    <a:gd name="connsiteX1" fmla="*/ 1912775 w 6615404"/>
                    <a:gd name="connsiteY1" fmla="*/ 15983 h 855880"/>
                    <a:gd name="connsiteX2" fmla="*/ 4450702 w 6615404"/>
                    <a:gd name="connsiteY2" fmla="*/ 855738 h 855880"/>
                    <a:gd name="connsiteX3" fmla="*/ 6615404 w 6615404"/>
                    <a:gd name="connsiteY3" fmla="*/ 81297 h 855880"/>
                    <a:gd name="connsiteX0" fmla="*/ 0 w 6615404"/>
                    <a:gd name="connsiteY0" fmla="*/ 799754 h 913292"/>
                    <a:gd name="connsiteX1" fmla="*/ 1912775 w 6615404"/>
                    <a:gd name="connsiteY1" fmla="*/ 15983 h 913292"/>
                    <a:gd name="connsiteX2" fmla="*/ 4450702 w 6615404"/>
                    <a:gd name="connsiteY2" fmla="*/ 855738 h 913292"/>
                    <a:gd name="connsiteX3" fmla="*/ 6615404 w 6615404"/>
                    <a:gd name="connsiteY3" fmla="*/ 81297 h 913292"/>
                    <a:gd name="connsiteX0" fmla="*/ 0 w 7072604"/>
                    <a:gd name="connsiteY0" fmla="*/ 799754 h 865540"/>
                    <a:gd name="connsiteX1" fmla="*/ 1912775 w 7072604"/>
                    <a:gd name="connsiteY1" fmla="*/ 15983 h 865540"/>
                    <a:gd name="connsiteX2" fmla="*/ 4450702 w 7072604"/>
                    <a:gd name="connsiteY2" fmla="*/ 855738 h 865540"/>
                    <a:gd name="connsiteX3" fmla="*/ 7072604 w 7072604"/>
                    <a:gd name="connsiteY3" fmla="*/ 435861 h 865540"/>
                    <a:gd name="connsiteX0" fmla="*/ 0 w 7072604"/>
                    <a:gd name="connsiteY0" fmla="*/ 799754 h 869733"/>
                    <a:gd name="connsiteX1" fmla="*/ 1912775 w 7072604"/>
                    <a:gd name="connsiteY1" fmla="*/ 15983 h 869733"/>
                    <a:gd name="connsiteX2" fmla="*/ 4450702 w 7072604"/>
                    <a:gd name="connsiteY2" fmla="*/ 855738 h 869733"/>
                    <a:gd name="connsiteX3" fmla="*/ 7072604 w 7072604"/>
                    <a:gd name="connsiteY3" fmla="*/ 435861 h 869733"/>
                    <a:gd name="connsiteX0" fmla="*/ 0 w 7072604"/>
                    <a:gd name="connsiteY0" fmla="*/ 799754 h 909752"/>
                    <a:gd name="connsiteX1" fmla="*/ 1912775 w 7072604"/>
                    <a:gd name="connsiteY1" fmla="*/ 15983 h 909752"/>
                    <a:gd name="connsiteX2" fmla="*/ 4450702 w 7072604"/>
                    <a:gd name="connsiteY2" fmla="*/ 855738 h 909752"/>
                    <a:gd name="connsiteX3" fmla="*/ 7072604 w 7072604"/>
                    <a:gd name="connsiteY3" fmla="*/ 435861 h 909752"/>
                    <a:gd name="connsiteX0" fmla="*/ 0 w 7361853"/>
                    <a:gd name="connsiteY0" fmla="*/ 799754 h 969459"/>
                    <a:gd name="connsiteX1" fmla="*/ 1912775 w 7361853"/>
                    <a:gd name="connsiteY1" fmla="*/ 15983 h 969459"/>
                    <a:gd name="connsiteX2" fmla="*/ 4450702 w 7361853"/>
                    <a:gd name="connsiteY2" fmla="*/ 855738 h 969459"/>
                    <a:gd name="connsiteX3" fmla="*/ 7361853 w 7361853"/>
                    <a:gd name="connsiteY3" fmla="*/ 771763 h 969459"/>
                    <a:gd name="connsiteX0" fmla="*/ 0 w 7361853"/>
                    <a:gd name="connsiteY0" fmla="*/ 799754 h 889173"/>
                    <a:gd name="connsiteX1" fmla="*/ 1912775 w 7361853"/>
                    <a:gd name="connsiteY1" fmla="*/ 15983 h 889173"/>
                    <a:gd name="connsiteX2" fmla="*/ 4450702 w 7361853"/>
                    <a:gd name="connsiteY2" fmla="*/ 855738 h 889173"/>
                    <a:gd name="connsiteX3" fmla="*/ 7361853 w 7361853"/>
                    <a:gd name="connsiteY3" fmla="*/ 771763 h 889173"/>
                    <a:gd name="connsiteX0" fmla="*/ 0 w 7343192"/>
                    <a:gd name="connsiteY0" fmla="*/ 799754 h 875460"/>
                    <a:gd name="connsiteX1" fmla="*/ 1912775 w 7343192"/>
                    <a:gd name="connsiteY1" fmla="*/ 15983 h 875460"/>
                    <a:gd name="connsiteX2" fmla="*/ 4450702 w 7343192"/>
                    <a:gd name="connsiteY2" fmla="*/ 855738 h 875460"/>
                    <a:gd name="connsiteX3" fmla="*/ 7343192 w 7343192"/>
                    <a:gd name="connsiteY3" fmla="*/ 659796 h 875460"/>
                    <a:gd name="connsiteX0" fmla="*/ 0 w 7343192"/>
                    <a:gd name="connsiteY0" fmla="*/ 783782 h 788934"/>
                    <a:gd name="connsiteX1" fmla="*/ 1912775 w 7343192"/>
                    <a:gd name="connsiteY1" fmla="*/ 11 h 788934"/>
                    <a:gd name="connsiteX2" fmla="*/ 4758612 w 7343192"/>
                    <a:gd name="connsiteY2" fmla="*/ 765121 h 788934"/>
                    <a:gd name="connsiteX3" fmla="*/ 7343192 w 7343192"/>
                    <a:gd name="connsiteY3" fmla="*/ 643824 h 788934"/>
                    <a:gd name="connsiteX0" fmla="*/ 0 w 7343192"/>
                    <a:gd name="connsiteY0" fmla="*/ 877086 h 887565"/>
                    <a:gd name="connsiteX1" fmla="*/ 2332653 w 7343192"/>
                    <a:gd name="connsiteY1" fmla="*/ 9 h 887565"/>
                    <a:gd name="connsiteX2" fmla="*/ 4758612 w 7343192"/>
                    <a:gd name="connsiteY2" fmla="*/ 858425 h 887565"/>
                    <a:gd name="connsiteX3" fmla="*/ 7343192 w 7343192"/>
                    <a:gd name="connsiteY3" fmla="*/ 737128 h 887565"/>
                    <a:gd name="connsiteX0" fmla="*/ 0 w 7081935"/>
                    <a:gd name="connsiteY0" fmla="*/ 683060 h 889482"/>
                    <a:gd name="connsiteX1" fmla="*/ 2071396 w 7081935"/>
                    <a:gd name="connsiteY1" fmla="*/ 1926 h 889482"/>
                    <a:gd name="connsiteX2" fmla="*/ 4497355 w 7081935"/>
                    <a:gd name="connsiteY2" fmla="*/ 860342 h 889482"/>
                    <a:gd name="connsiteX3" fmla="*/ 7081935 w 7081935"/>
                    <a:gd name="connsiteY3" fmla="*/ 739045 h 889482"/>
                    <a:gd name="connsiteX0" fmla="*/ 0 w 7081935"/>
                    <a:gd name="connsiteY0" fmla="*/ 323585 h 530007"/>
                    <a:gd name="connsiteX1" fmla="*/ 1741196 w 7081935"/>
                    <a:gd name="connsiteY1" fmla="*/ 23451 h 530007"/>
                    <a:gd name="connsiteX2" fmla="*/ 4497355 w 7081935"/>
                    <a:gd name="connsiteY2" fmla="*/ 500867 h 530007"/>
                    <a:gd name="connsiteX3" fmla="*/ 7081935 w 7081935"/>
                    <a:gd name="connsiteY3" fmla="*/ 379570 h 530007"/>
                    <a:gd name="connsiteX0" fmla="*/ 0 w 7393085"/>
                    <a:gd name="connsiteY0" fmla="*/ 416091 h 508213"/>
                    <a:gd name="connsiteX1" fmla="*/ 2052346 w 7393085"/>
                    <a:gd name="connsiteY1" fmla="*/ 1657 h 508213"/>
                    <a:gd name="connsiteX2" fmla="*/ 4808505 w 7393085"/>
                    <a:gd name="connsiteY2" fmla="*/ 479073 h 508213"/>
                    <a:gd name="connsiteX3" fmla="*/ 7393085 w 7393085"/>
                    <a:gd name="connsiteY3" fmla="*/ 357776 h 508213"/>
                    <a:gd name="connsiteX0" fmla="*/ 0 w 7361335"/>
                    <a:gd name="connsiteY0" fmla="*/ 416091 h 497011"/>
                    <a:gd name="connsiteX1" fmla="*/ 2052346 w 7361335"/>
                    <a:gd name="connsiteY1" fmla="*/ 1657 h 497011"/>
                    <a:gd name="connsiteX2" fmla="*/ 4808505 w 7361335"/>
                    <a:gd name="connsiteY2" fmla="*/ 479073 h 497011"/>
                    <a:gd name="connsiteX3" fmla="*/ 7361335 w 7361335"/>
                    <a:gd name="connsiteY3" fmla="*/ 116476 h 497011"/>
                    <a:gd name="connsiteX0" fmla="*/ 0 w 7361335"/>
                    <a:gd name="connsiteY0" fmla="*/ 416091 h 497011"/>
                    <a:gd name="connsiteX1" fmla="*/ 2052346 w 7361335"/>
                    <a:gd name="connsiteY1" fmla="*/ 1657 h 497011"/>
                    <a:gd name="connsiteX2" fmla="*/ 4992655 w 7361335"/>
                    <a:gd name="connsiteY2" fmla="*/ 479073 h 497011"/>
                    <a:gd name="connsiteX3" fmla="*/ 7361335 w 7361335"/>
                    <a:gd name="connsiteY3" fmla="*/ 116476 h 497011"/>
                    <a:gd name="connsiteX0" fmla="*/ 0 w 7361335"/>
                    <a:gd name="connsiteY0" fmla="*/ 416091 h 497011"/>
                    <a:gd name="connsiteX1" fmla="*/ 2052346 w 7361335"/>
                    <a:gd name="connsiteY1" fmla="*/ 1657 h 497011"/>
                    <a:gd name="connsiteX2" fmla="*/ 4992655 w 7361335"/>
                    <a:gd name="connsiteY2" fmla="*/ 479073 h 497011"/>
                    <a:gd name="connsiteX3" fmla="*/ 7361335 w 7361335"/>
                    <a:gd name="connsiteY3" fmla="*/ 116476 h 497011"/>
                    <a:gd name="connsiteX0" fmla="*/ 0 w 7361335"/>
                    <a:gd name="connsiteY0" fmla="*/ 416091 h 561242"/>
                    <a:gd name="connsiteX1" fmla="*/ 2052346 w 7361335"/>
                    <a:gd name="connsiteY1" fmla="*/ 1657 h 561242"/>
                    <a:gd name="connsiteX2" fmla="*/ 4992655 w 7361335"/>
                    <a:gd name="connsiteY2" fmla="*/ 479073 h 561242"/>
                    <a:gd name="connsiteX3" fmla="*/ 7361335 w 7361335"/>
                    <a:gd name="connsiteY3" fmla="*/ 116476 h 561242"/>
                    <a:gd name="connsiteX0" fmla="*/ 0 w 7361335"/>
                    <a:gd name="connsiteY0" fmla="*/ 416091 h 561242"/>
                    <a:gd name="connsiteX1" fmla="*/ 2052346 w 7361335"/>
                    <a:gd name="connsiteY1" fmla="*/ 1657 h 561242"/>
                    <a:gd name="connsiteX2" fmla="*/ 4992655 w 7361335"/>
                    <a:gd name="connsiteY2" fmla="*/ 479073 h 561242"/>
                    <a:gd name="connsiteX3" fmla="*/ 7361335 w 7361335"/>
                    <a:gd name="connsiteY3" fmla="*/ 116476 h 561242"/>
                    <a:gd name="connsiteX0" fmla="*/ 0 w 7361335"/>
                    <a:gd name="connsiteY0" fmla="*/ 416091 h 558948"/>
                    <a:gd name="connsiteX1" fmla="*/ 2052346 w 7361335"/>
                    <a:gd name="connsiteY1" fmla="*/ 1657 h 558948"/>
                    <a:gd name="connsiteX2" fmla="*/ 4992655 w 7361335"/>
                    <a:gd name="connsiteY2" fmla="*/ 479073 h 558948"/>
                    <a:gd name="connsiteX3" fmla="*/ 7361335 w 7361335"/>
                    <a:gd name="connsiteY3" fmla="*/ 116476 h 558948"/>
                    <a:gd name="connsiteX0" fmla="*/ 0 w 7361335"/>
                    <a:gd name="connsiteY0" fmla="*/ 416091 h 522234"/>
                    <a:gd name="connsiteX1" fmla="*/ 2052346 w 7361335"/>
                    <a:gd name="connsiteY1" fmla="*/ 1657 h 522234"/>
                    <a:gd name="connsiteX2" fmla="*/ 4992655 w 7361335"/>
                    <a:gd name="connsiteY2" fmla="*/ 479073 h 522234"/>
                    <a:gd name="connsiteX3" fmla="*/ 7361335 w 7361335"/>
                    <a:gd name="connsiteY3" fmla="*/ 116476 h 522234"/>
                    <a:gd name="connsiteX0" fmla="*/ 0 w 7361335"/>
                    <a:gd name="connsiteY0" fmla="*/ 416091 h 501861"/>
                    <a:gd name="connsiteX1" fmla="*/ 2052346 w 7361335"/>
                    <a:gd name="connsiteY1" fmla="*/ 1657 h 501861"/>
                    <a:gd name="connsiteX2" fmla="*/ 4992655 w 7361335"/>
                    <a:gd name="connsiteY2" fmla="*/ 479073 h 501861"/>
                    <a:gd name="connsiteX3" fmla="*/ 7361335 w 7361335"/>
                    <a:gd name="connsiteY3" fmla="*/ 116476 h 501861"/>
                    <a:gd name="connsiteX0" fmla="*/ 0 w 7361335"/>
                    <a:gd name="connsiteY0" fmla="*/ 416091 h 488561"/>
                    <a:gd name="connsiteX1" fmla="*/ 2052346 w 7361335"/>
                    <a:gd name="connsiteY1" fmla="*/ 1657 h 488561"/>
                    <a:gd name="connsiteX2" fmla="*/ 4992655 w 7361335"/>
                    <a:gd name="connsiteY2" fmla="*/ 479073 h 488561"/>
                    <a:gd name="connsiteX3" fmla="*/ 7361335 w 7361335"/>
                    <a:gd name="connsiteY3" fmla="*/ 116476 h 488561"/>
                    <a:gd name="connsiteX0" fmla="*/ 0 w 7361335"/>
                    <a:gd name="connsiteY0" fmla="*/ 417442 h 521158"/>
                    <a:gd name="connsiteX1" fmla="*/ 2052346 w 7361335"/>
                    <a:gd name="connsiteY1" fmla="*/ 3008 h 521158"/>
                    <a:gd name="connsiteX2" fmla="*/ 4637055 w 7361335"/>
                    <a:gd name="connsiteY2" fmla="*/ 512174 h 521158"/>
                    <a:gd name="connsiteX3" fmla="*/ 7361335 w 7361335"/>
                    <a:gd name="connsiteY3" fmla="*/ 117827 h 521158"/>
                    <a:gd name="connsiteX0" fmla="*/ 0 w 7247035"/>
                    <a:gd name="connsiteY0" fmla="*/ 417442 h 512500"/>
                    <a:gd name="connsiteX1" fmla="*/ 2052346 w 7247035"/>
                    <a:gd name="connsiteY1" fmla="*/ 3008 h 512500"/>
                    <a:gd name="connsiteX2" fmla="*/ 4637055 w 7247035"/>
                    <a:gd name="connsiteY2" fmla="*/ 512174 h 512500"/>
                    <a:gd name="connsiteX3" fmla="*/ 7247035 w 7247035"/>
                    <a:gd name="connsiteY3" fmla="*/ 92427 h 512500"/>
                    <a:gd name="connsiteX0" fmla="*/ 0 w 7247035"/>
                    <a:gd name="connsiteY0" fmla="*/ 459518 h 510126"/>
                    <a:gd name="connsiteX1" fmla="*/ 2052346 w 7247035"/>
                    <a:gd name="connsiteY1" fmla="*/ 634 h 510126"/>
                    <a:gd name="connsiteX2" fmla="*/ 4637055 w 7247035"/>
                    <a:gd name="connsiteY2" fmla="*/ 509800 h 510126"/>
                    <a:gd name="connsiteX3" fmla="*/ 7247035 w 7247035"/>
                    <a:gd name="connsiteY3" fmla="*/ 90053 h 5101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247035" h="510126">
                      <a:moveTo>
                        <a:pt x="0" y="459518"/>
                      </a:moveTo>
                      <a:cubicBezTo>
                        <a:pt x="585495" y="62967"/>
                        <a:pt x="1279504" y="-7746"/>
                        <a:pt x="2052346" y="634"/>
                      </a:cubicBezTo>
                      <a:cubicBezTo>
                        <a:pt x="2825188" y="9014"/>
                        <a:pt x="3771274" y="494897"/>
                        <a:pt x="4637055" y="509800"/>
                      </a:cubicBezTo>
                      <a:cubicBezTo>
                        <a:pt x="5502836" y="524703"/>
                        <a:pt x="6598558" y="24739"/>
                        <a:pt x="7247035" y="90053"/>
                      </a:cubicBezTo>
                    </a:path>
                  </a:pathLst>
                </a:custGeom>
                <a:noFill/>
                <a:ln w="9525"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" name="Freeform: Shape 62">
                  <a:extLst>
                    <a:ext uri="{FF2B5EF4-FFF2-40B4-BE49-F238E27FC236}">
                      <a16:creationId xmlns:a16="http://schemas.microsoft.com/office/drawing/2014/main" id="{16F880F9-DDB2-FA5E-6D68-30C775D4E290}"/>
                    </a:ext>
                  </a:extLst>
                </p:cNvPr>
                <p:cNvSpPr/>
                <p:nvPr/>
              </p:nvSpPr>
              <p:spPr>
                <a:xfrm>
                  <a:off x="2786981" y="1512108"/>
                  <a:ext cx="7247035" cy="463552"/>
                </a:xfrm>
                <a:custGeom>
                  <a:avLst/>
                  <a:gdLst>
                    <a:gd name="connsiteX0" fmla="*/ 0 w 7949681"/>
                    <a:gd name="connsiteY0" fmla="*/ 951722 h 1007848"/>
                    <a:gd name="connsiteX1" fmla="*/ 1912775 w 7949681"/>
                    <a:gd name="connsiteY1" fmla="*/ 167951 h 1007848"/>
                    <a:gd name="connsiteX2" fmla="*/ 4450702 w 7949681"/>
                    <a:gd name="connsiteY2" fmla="*/ 1007706 h 1007848"/>
                    <a:gd name="connsiteX3" fmla="*/ 6615404 w 7949681"/>
                    <a:gd name="connsiteY3" fmla="*/ 233265 h 1007848"/>
                    <a:gd name="connsiteX4" fmla="*/ 7949681 w 7949681"/>
                    <a:gd name="connsiteY4" fmla="*/ 0 h 1007848"/>
                    <a:gd name="connsiteX0" fmla="*/ 0 w 6615404"/>
                    <a:gd name="connsiteY0" fmla="*/ 783933 h 840059"/>
                    <a:gd name="connsiteX1" fmla="*/ 1912775 w 6615404"/>
                    <a:gd name="connsiteY1" fmla="*/ 162 h 840059"/>
                    <a:gd name="connsiteX2" fmla="*/ 4450702 w 6615404"/>
                    <a:gd name="connsiteY2" fmla="*/ 839917 h 840059"/>
                    <a:gd name="connsiteX3" fmla="*/ 6615404 w 6615404"/>
                    <a:gd name="connsiteY3" fmla="*/ 65476 h 840059"/>
                    <a:gd name="connsiteX0" fmla="*/ 0 w 6615404"/>
                    <a:gd name="connsiteY0" fmla="*/ 799754 h 855880"/>
                    <a:gd name="connsiteX1" fmla="*/ 1912775 w 6615404"/>
                    <a:gd name="connsiteY1" fmla="*/ 15983 h 855880"/>
                    <a:gd name="connsiteX2" fmla="*/ 4450702 w 6615404"/>
                    <a:gd name="connsiteY2" fmla="*/ 855738 h 855880"/>
                    <a:gd name="connsiteX3" fmla="*/ 6615404 w 6615404"/>
                    <a:gd name="connsiteY3" fmla="*/ 81297 h 855880"/>
                    <a:gd name="connsiteX0" fmla="*/ 0 w 6615404"/>
                    <a:gd name="connsiteY0" fmla="*/ 799754 h 913292"/>
                    <a:gd name="connsiteX1" fmla="*/ 1912775 w 6615404"/>
                    <a:gd name="connsiteY1" fmla="*/ 15983 h 913292"/>
                    <a:gd name="connsiteX2" fmla="*/ 4450702 w 6615404"/>
                    <a:gd name="connsiteY2" fmla="*/ 855738 h 913292"/>
                    <a:gd name="connsiteX3" fmla="*/ 6615404 w 6615404"/>
                    <a:gd name="connsiteY3" fmla="*/ 81297 h 913292"/>
                    <a:gd name="connsiteX0" fmla="*/ 0 w 7072604"/>
                    <a:gd name="connsiteY0" fmla="*/ 799754 h 865540"/>
                    <a:gd name="connsiteX1" fmla="*/ 1912775 w 7072604"/>
                    <a:gd name="connsiteY1" fmla="*/ 15983 h 865540"/>
                    <a:gd name="connsiteX2" fmla="*/ 4450702 w 7072604"/>
                    <a:gd name="connsiteY2" fmla="*/ 855738 h 865540"/>
                    <a:gd name="connsiteX3" fmla="*/ 7072604 w 7072604"/>
                    <a:gd name="connsiteY3" fmla="*/ 435861 h 865540"/>
                    <a:gd name="connsiteX0" fmla="*/ 0 w 7072604"/>
                    <a:gd name="connsiteY0" fmla="*/ 799754 h 869733"/>
                    <a:gd name="connsiteX1" fmla="*/ 1912775 w 7072604"/>
                    <a:gd name="connsiteY1" fmla="*/ 15983 h 869733"/>
                    <a:gd name="connsiteX2" fmla="*/ 4450702 w 7072604"/>
                    <a:gd name="connsiteY2" fmla="*/ 855738 h 869733"/>
                    <a:gd name="connsiteX3" fmla="*/ 7072604 w 7072604"/>
                    <a:gd name="connsiteY3" fmla="*/ 435861 h 869733"/>
                    <a:gd name="connsiteX0" fmla="*/ 0 w 7072604"/>
                    <a:gd name="connsiteY0" fmla="*/ 799754 h 909752"/>
                    <a:gd name="connsiteX1" fmla="*/ 1912775 w 7072604"/>
                    <a:gd name="connsiteY1" fmla="*/ 15983 h 909752"/>
                    <a:gd name="connsiteX2" fmla="*/ 4450702 w 7072604"/>
                    <a:gd name="connsiteY2" fmla="*/ 855738 h 909752"/>
                    <a:gd name="connsiteX3" fmla="*/ 7072604 w 7072604"/>
                    <a:gd name="connsiteY3" fmla="*/ 435861 h 909752"/>
                    <a:gd name="connsiteX0" fmla="*/ 0 w 7361853"/>
                    <a:gd name="connsiteY0" fmla="*/ 799754 h 969459"/>
                    <a:gd name="connsiteX1" fmla="*/ 1912775 w 7361853"/>
                    <a:gd name="connsiteY1" fmla="*/ 15983 h 969459"/>
                    <a:gd name="connsiteX2" fmla="*/ 4450702 w 7361853"/>
                    <a:gd name="connsiteY2" fmla="*/ 855738 h 969459"/>
                    <a:gd name="connsiteX3" fmla="*/ 7361853 w 7361853"/>
                    <a:gd name="connsiteY3" fmla="*/ 771763 h 969459"/>
                    <a:gd name="connsiteX0" fmla="*/ 0 w 7361853"/>
                    <a:gd name="connsiteY0" fmla="*/ 799754 h 889173"/>
                    <a:gd name="connsiteX1" fmla="*/ 1912775 w 7361853"/>
                    <a:gd name="connsiteY1" fmla="*/ 15983 h 889173"/>
                    <a:gd name="connsiteX2" fmla="*/ 4450702 w 7361853"/>
                    <a:gd name="connsiteY2" fmla="*/ 855738 h 889173"/>
                    <a:gd name="connsiteX3" fmla="*/ 7361853 w 7361853"/>
                    <a:gd name="connsiteY3" fmla="*/ 771763 h 889173"/>
                    <a:gd name="connsiteX0" fmla="*/ 0 w 7343192"/>
                    <a:gd name="connsiteY0" fmla="*/ 799754 h 875460"/>
                    <a:gd name="connsiteX1" fmla="*/ 1912775 w 7343192"/>
                    <a:gd name="connsiteY1" fmla="*/ 15983 h 875460"/>
                    <a:gd name="connsiteX2" fmla="*/ 4450702 w 7343192"/>
                    <a:gd name="connsiteY2" fmla="*/ 855738 h 875460"/>
                    <a:gd name="connsiteX3" fmla="*/ 7343192 w 7343192"/>
                    <a:gd name="connsiteY3" fmla="*/ 659796 h 875460"/>
                    <a:gd name="connsiteX0" fmla="*/ 0 w 7343192"/>
                    <a:gd name="connsiteY0" fmla="*/ 783782 h 788934"/>
                    <a:gd name="connsiteX1" fmla="*/ 1912775 w 7343192"/>
                    <a:gd name="connsiteY1" fmla="*/ 11 h 788934"/>
                    <a:gd name="connsiteX2" fmla="*/ 4758612 w 7343192"/>
                    <a:gd name="connsiteY2" fmla="*/ 765121 h 788934"/>
                    <a:gd name="connsiteX3" fmla="*/ 7343192 w 7343192"/>
                    <a:gd name="connsiteY3" fmla="*/ 643824 h 788934"/>
                    <a:gd name="connsiteX0" fmla="*/ 0 w 7343192"/>
                    <a:gd name="connsiteY0" fmla="*/ 877086 h 887565"/>
                    <a:gd name="connsiteX1" fmla="*/ 2332653 w 7343192"/>
                    <a:gd name="connsiteY1" fmla="*/ 9 h 887565"/>
                    <a:gd name="connsiteX2" fmla="*/ 4758612 w 7343192"/>
                    <a:gd name="connsiteY2" fmla="*/ 858425 h 887565"/>
                    <a:gd name="connsiteX3" fmla="*/ 7343192 w 7343192"/>
                    <a:gd name="connsiteY3" fmla="*/ 737128 h 887565"/>
                    <a:gd name="connsiteX0" fmla="*/ 0 w 7081935"/>
                    <a:gd name="connsiteY0" fmla="*/ 683060 h 889482"/>
                    <a:gd name="connsiteX1" fmla="*/ 2071396 w 7081935"/>
                    <a:gd name="connsiteY1" fmla="*/ 1926 h 889482"/>
                    <a:gd name="connsiteX2" fmla="*/ 4497355 w 7081935"/>
                    <a:gd name="connsiteY2" fmla="*/ 860342 h 889482"/>
                    <a:gd name="connsiteX3" fmla="*/ 7081935 w 7081935"/>
                    <a:gd name="connsiteY3" fmla="*/ 739045 h 889482"/>
                    <a:gd name="connsiteX0" fmla="*/ 0 w 7081935"/>
                    <a:gd name="connsiteY0" fmla="*/ 323585 h 530007"/>
                    <a:gd name="connsiteX1" fmla="*/ 1741196 w 7081935"/>
                    <a:gd name="connsiteY1" fmla="*/ 23451 h 530007"/>
                    <a:gd name="connsiteX2" fmla="*/ 4497355 w 7081935"/>
                    <a:gd name="connsiteY2" fmla="*/ 500867 h 530007"/>
                    <a:gd name="connsiteX3" fmla="*/ 7081935 w 7081935"/>
                    <a:gd name="connsiteY3" fmla="*/ 379570 h 530007"/>
                    <a:gd name="connsiteX0" fmla="*/ 0 w 7393085"/>
                    <a:gd name="connsiteY0" fmla="*/ 416091 h 508213"/>
                    <a:gd name="connsiteX1" fmla="*/ 2052346 w 7393085"/>
                    <a:gd name="connsiteY1" fmla="*/ 1657 h 508213"/>
                    <a:gd name="connsiteX2" fmla="*/ 4808505 w 7393085"/>
                    <a:gd name="connsiteY2" fmla="*/ 479073 h 508213"/>
                    <a:gd name="connsiteX3" fmla="*/ 7393085 w 7393085"/>
                    <a:gd name="connsiteY3" fmla="*/ 357776 h 508213"/>
                    <a:gd name="connsiteX0" fmla="*/ 0 w 7361335"/>
                    <a:gd name="connsiteY0" fmla="*/ 416091 h 497011"/>
                    <a:gd name="connsiteX1" fmla="*/ 2052346 w 7361335"/>
                    <a:gd name="connsiteY1" fmla="*/ 1657 h 497011"/>
                    <a:gd name="connsiteX2" fmla="*/ 4808505 w 7361335"/>
                    <a:gd name="connsiteY2" fmla="*/ 479073 h 497011"/>
                    <a:gd name="connsiteX3" fmla="*/ 7361335 w 7361335"/>
                    <a:gd name="connsiteY3" fmla="*/ 116476 h 497011"/>
                    <a:gd name="connsiteX0" fmla="*/ 0 w 7361335"/>
                    <a:gd name="connsiteY0" fmla="*/ 416091 h 497011"/>
                    <a:gd name="connsiteX1" fmla="*/ 2052346 w 7361335"/>
                    <a:gd name="connsiteY1" fmla="*/ 1657 h 497011"/>
                    <a:gd name="connsiteX2" fmla="*/ 4992655 w 7361335"/>
                    <a:gd name="connsiteY2" fmla="*/ 479073 h 497011"/>
                    <a:gd name="connsiteX3" fmla="*/ 7361335 w 7361335"/>
                    <a:gd name="connsiteY3" fmla="*/ 116476 h 497011"/>
                    <a:gd name="connsiteX0" fmla="*/ 0 w 7361335"/>
                    <a:gd name="connsiteY0" fmla="*/ 416091 h 497011"/>
                    <a:gd name="connsiteX1" fmla="*/ 2052346 w 7361335"/>
                    <a:gd name="connsiteY1" fmla="*/ 1657 h 497011"/>
                    <a:gd name="connsiteX2" fmla="*/ 4992655 w 7361335"/>
                    <a:gd name="connsiteY2" fmla="*/ 479073 h 497011"/>
                    <a:gd name="connsiteX3" fmla="*/ 7361335 w 7361335"/>
                    <a:gd name="connsiteY3" fmla="*/ 116476 h 497011"/>
                    <a:gd name="connsiteX0" fmla="*/ 0 w 7361335"/>
                    <a:gd name="connsiteY0" fmla="*/ 416091 h 561242"/>
                    <a:gd name="connsiteX1" fmla="*/ 2052346 w 7361335"/>
                    <a:gd name="connsiteY1" fmla="*/ 1657 h 561242"/>
                    <a:gd name="connsiteX2" fmla="*/ 4992655 w 7361335"/>
                    <a:gd name="connsiteY2" fmla="*/ 479073 h 561242"/>
                    <a:gd name="connsiteX3" fmla="*/ 7361335 w 7361335"/>
                    <a:gd name="connsiteY3" fmla="*/ 116476 h 561242"/>
                    <a:gd name="connsiteX0" fmla="*/ 0 w 7361335"/>
                    <a:gd name="connsiteY0" fmla="*/ 416091 h 561242"/>
                    <a:gd name="connsiteX1" fmla="*/ 2052346 w 7361335"/>
                    <a:gd name="connsiteY1" fmla="*/ 1657 h 561242"/>
                    <a:gd name="connsiteX2" fmla="*/ 4992655 w 7361335"/>
                    <a:gd name="connsiteY2" fmla="*/ 479073 h 561242"/>
                    <a:gd name="connsiteX3" fmla="*/ 7361335 w 7361335"/>
                    <a:gd name="connsiteY3" fmla="*/ 116476 h 561242"/>
                    <a:gd name="connsiteX0" fmla="*/ 0 w 7361335"/>
                    <a:gd name="connsiteY0" fmla="*/ 416091 h 558948"/>
                    <a:gd name="connsiteX1" fmla="*/ 2052346 w 7361335"/>
                    <a:gd name="connsiteY1" fmla="*/ 1657 h 558948"/>
                    <a:gd name="connsiteX2" fmla="*/ 4992655 w 7361335"/>
                    <a:gd name="connsiteY2" fmla="*/ 479073 h 558948"/>
                    <a:gd name="connsiteX3" fmla="*/ 7361335 w 7361335"/>
                    <a:gd name="connsiteY3" fmla="*/ 116476 h 558948"/>
                    <a:gd name="connsiteX0" fmla="*/ 0 w 7361335"/>
                    <a:gd name="connsiteY0" fmla="*/ 416091 h 522234"/>
                    <a:gd name="connsiteX1" fmla="*/ 2052346 w 7361335"/>
                    <a:gd name="connsiteY1" fmla="*/ 1657 h 522234"/>
                    <a:gd name="connsiteX2" fmla="*/ 4992655 w 7361335"/>
                    <a:gd name="connsiteY2" fmla="*/ 479073 h 522234"/>
                    <a:gd name="connsiteX3" fmla="*/ 7361335 w 7361335"/>
                    <a:gd name="connsiteY3" fmla="*/ 116476 h 522234"/>
                    <a:gd name="connsiteX0" fmla="*/ 0 w 7361335"/>
                    <a:gd name="connsiteY0" fmla="*/ 416091 h 501861"/>
                    <a:gd name="connsiteX1" fmla="*/ 2052346 w 7361335"/>
                    <a:gd name="connsiteY1" fmla="*/ 1657 h 501861"/>
                    <a:gd name="connsiteX2" fmla="*/ 4992655 w 7361335"/>
                    <a:gd name="connsiteY2" fmla="*/ 479073 h 501861"/>
                    <a:gd name="connsiteX3" fmla="*/ 7361335 w 7361335"/>
                    <a:gd name="connsiteY3" fmla="*/ 116476 h 501861"/>
                    <a:gd name="connsiteX0" fmla="*/ 0 w 7361335"/>
                    <a:gd name="connsiteY0" fmla="*/ 416091 h 488561"/>
                    <a:gd name="connsiteX1" fmla="*/ 2052346 w 7361335"/>
                    <a:gd name="connsiteY1" fmla="*/ 1657 h 488561"/>
                    <a:gd name="connsiteX2" fmla="*/ 4992655 w 7361335"/>
                    <a:gd name="connsiteY2" fmla="*/ 479073 h 488561"/>
                    <a:gd name="connsiteX3" fmla="*/ 7361335 w 7361335"/>
                    <a:gd name="connsiteY3" fmla="*/ 116476 h 488561"/>
                    <a:gd name="connsiteX0" fmla="*/ 0 w 7361335"/>
                    <a:gd name="connsiteY0" fmla="*/ 351037 h 414114"/>
                    <a:gd name="connsiteX1" fmla="*/ 2071396 w 7361335"/>
                    <a:gd name="connsiteY1" fmla="*/ 6453 h 414114"/>
                    <a:gd name="connsiteX2" fmla="*/ 4992655 w 7361335"/>
                    <a:gd name="connsiteY2" fmla="*/ 414019 h 414114"/>
                    <a:gd name="connsiteX3" fmla="*/ 7361335 w 7361335"/>
                    <a:gd name="connsiteY3" fmla="*/ 51422 h 414114"/>
                    <a:gd name="connsiteX0" fmla="*/ 0 w 7361335"/>
                    <a:gd name="connsiteY0" fmla="*/ 298252 h 437529"/>
                    <a:gd name="connsiteX1" fmla="*/ 2071396 w 7361335"/>
                    <a:gd name="connsiteY1" fmla="*/ 29868 h 437529"/>
                    <a:gd name="connsiteX2" fmla="*/ 4992655 w 7361335"/>
                    <a:gd name="connsiteY2" fmla="*/ 437434 h 437529"/>
                    <a:gd name="connsiteX3" fmla="*/ 7361335 w 7361335"/>
                    <a:gd name="connsiteY3" fmla="*/ 74837 h 437529"/>
                    <a:gd name="connsiteX0" fmla="*/ 0 w 7361335"/>
                    <a:gd name="connsiteY0" fmla="*/ 275880 h 415157"/>
                    <a:gd name="connsiteX1" fmla="*/ 2071396 w 7361335"/>
                    <a:gd name="connsiteY1" fmla="*/ 7496 h 415157"/>
                    <a:gd name="connsiteX2" fmla="*/ 4992655 w 7361335"/>
                    <a:gd name="connsiteY2" fmla="*/ 415062 h 415157"/>
                    <a:gd name="connsiteX3" fmla="*/ 7361335 w 7361335"/>
                    <a:gd name="connsiteY3" fmla="*/ 52465 h 415157"/>
                    <a:gd name="connsiteX0" fmla="*/ 0 w 7361335"/>
                    <a:gd name="connsiteY0" fmla="*/ 278721 h 462439"/>
                    <a:gd name="connsiteX1" fmla="*/ 2071396 w 7361335"/>
                    <a:gd name="connsiteY1" fmla="*/ 10337 h 462439"/>
                    <a:gd name="connsiteX2" fmla="*/ 4973605 w 7361335"/>
                    <a:gd name="connsiteY2" fmla="*/ 462353 h 462439"/>
                    <a:gd name="connsiteX3" fmla="*/ 7361335 w 7361335"/>
                    <a:gd name="connsiteY3" fmla="*/ 55306 h 462439"/>
                    <a:gd name="connsiteX0" fmla="*/ 0 w 7247035"/>
                    <a:gd name="connsiteY0" fmla="*/ 278721 h 463552"/>
                    <a:gd name="connsiteX1" fmla="*/ 2071396 w 7247035"/>
                    <a:gd name="connsiteY1" fmla="*/ 10337 h 463552"/>
                    <a:gd name="connsiteX2" fmla="*/ 4973605 w 7247035"/>
                    <a:gd name="connsiteY2" fmla="*/ 462353 h 463552"/>
                    <a:gd name="connsiteX3" fmla="*/ 7247035 w 7247035"/>
                    <a:gd name="connsiteY3" fmla="*/ 163256 h 4635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247035" h="463552">
                      <a:moveTo>
                        <a:pt x="0" y="278721"/>
                      </a:moveTo>
                      <a:cubicBezTo>
                        <a:pt x="661695" y="2820"/>
                        <a:pt x="1242462" y="-20268"/>
                        <a:pt x="2071396" y="10337"/>
                      </a:cubicBezTo>
                      <a:cubicBezTo>
                        <a:pt x="2900330" y="40942"/>
                        <a:pt x="4110999" y="436867"/>
                        <a:pt x="4973605" y="462353"/>
                      </a:cubicBezTo>
                      <a:cubicBezTo>
                        <a:pt x="5836211" y="487839"/>
                        <a:pt x="6598558" y="97942"/>
                        <a:pt x="7247035" y="163256"/>
                      </a:cubicBezTo>
                    </a:path>
                  </a:pathLst>
                </a:custGeom>
                <a:noFill/>
                <a:ln w="9525"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Freeform: Shape 63">
                  <a:extLst>
                    <a:ext uri="{FF2B5EF4-FFF2-40B4-BE49-F238E27FC236}">
                      <a16:creationId xmlns:a16="http://schemas.microsoft.com/office/drawing/2014/main" id="{D2148092-AA61-93CD-A40C-56BF9A49DB22}"/>
                    </a:ext>
                  </a:extLst>
                </p:cNvPr>
                <p:cNvSpPr/>
                <p:nvPr/>
              </p:nvSpPr>
              <p:spPr>
                <a:xfrm>
                  <a:off x="2583781" y="2221937"/>
                  <a:ext cx="7386735" cy="478070"/>
                </a:xfrm>
                <a:custGeom>
                  <a:avLst/>
                  <a:gdLst>
                    <a:gd name="connsiteX0" fmla="*/ 0 w 7949681"/>
                    <a:gd name="connsiteY0" fmla="*/ 951722 h 1007848"/>
                    <a:gd name="connsiteX1" fmla="*/ 1912775 w 7949681"/>
                    <a:gd name="connsiteY1" fmla="*/ 167951 h 1007848"/>
                    <a:gd name="connsiteX2" fmla="*/ 4450702 w 7949681"/>
                    <a:gd name="connsiteY2" fmla="*/ 1007706 h 1007848"/>
                    <a:gd name="connsiteX3" fmla="*/ 6615404 w 7949681"/>
                    <a:gd name="connsiteY3" fmla="*/ 233265 h 1007848"/>
                    <a:gd name="connsiteX4" fmla="*/ 7949681 w 7949681"/>
                    <a:gd name="connsiteY4" fmla="*/ 0 h 1007848"/>
                    <a:gd name="connsiteX0" fmla="*/ 0 w 6615404"/>
                    <a:gd name="connsiteY0" fmla="*/ 783933 h 840059"/>
                    <a:gd name="connsiteX1" fmla="*/ 1912775 w 6615404"/>
                    <a:gd name="connsiteY1" fmla="*/ 162 h 840059"/>
                    <a:gd name="connsiteX2" fmla="*/ 4450702 w 6615404"/>
                    <a:gd name="connsiteY2" fmla="*/ 839917 h 840059"/>
                    <a:gd name="connsiteX3" fmla="*/ 6615404 w 6615404"/>
                    <a:gd name="connsiteY3" fmla="*/ 65476 h 840059"/>
                    <a:gd name="connsiteX0" fmla="*/ 0 w 6615404"/>
                    <a:gd name="connsiteY0" fmla="*/ 799754 h 855880"/>
                    <a:gd name="connsiteX1" fmla="*/ 1912775 w 6615404"/>
                    <a:gd name="connsiteY1" fmla="*/ 15983 h 855880"/>
                    <a:gd name="connsiteX2" fmla="*/ 4450702 w 6615404"/>
                    <a:gd name="connsiteY2" fmla="*/ 855738 h 855880"/>
                    <a:gd name="connsiteX3" fmla="*/ 6615404 w 6615404"/>
                    <a:gd name="connsiteY3" fmla="*/ 81297 h 855880"/>
                    <a:gd name="connsiteX0" fmla="*/ 0 w 6615404"/>
                    <a:gd name="connsiteY0" fmla="*/ 799754 h 913292"/>
                    <a:gd name="connsiteX1" fmla="*/ 1912775 w 6615404"/>
                    <a:gd name="connsiteY1" fmla="*/ 15983 h 913292"/>
                    <a:gd name="connsiteX2" fmla="*/ 4450702 w 6615404"/>
                    <a:gd name="connsiteY2" fmla="*/ 855738 h 913292"/>
                    <a:gd name="connsiteX3" fmla="*/ 6615404 w 6615404"/>
                    <a:gd name="connsiteY3" fmla="*/ 81297 h 913292"/>
                    <a:gd name="connsiteX0" fmla="*/ 0 w 7072604"/>
                    <a:gd name="connsiteY0" fmla="*/ 799754 h 865540"/>
                    <a:gd name="connsiteX1" fmla="*/ 1912775 w 7072604"/>
                    <a:gd name="connsiteY1" fmla="*/ 15983 h 865540"/>
                    <a:gd name="connsiteX2" fmla="*/ 4450702 w 7072604"/>
                    <a:gd name="connsiteY2" fmla="*/ 855738 h 865540"/>
                    <a:gd name="connsiteX3" fmla="*/ 7072604 w 7072604"/>
                    <a:gd name="connsiteY3" fmla="*/ 435861 h 865540"/>
                    <a:gd name="connsiteX0" fmla="*/ 0 w 7072604"/>
                    <a:gd name="connsiteY0" fmla="*/ 799754 h 869733"/>
                    <a:gd name="connsiteX1" fmla="*/ 1912775 w 7072604"/>
                    <a:gd name="connsiteY1" fmla="*/ 15983 h 869733"/>
                    <a:gd name="connsiteX2" fmla="*/ 4450702 w 7072604"/>
                    <a:gd name="connsiteY2" fmla="*/ 855738 h 869733"/>
                    <a:gd name="connsiteX3" fmla="*/ 7072604 w 7072604"/>
                    <a:gd name="connsiteY3" fmla="*/ 435861 h 869733"/>
                    <a:gd name="connsiteX0" fmla="*/ 0 w 7072604"/>
                    <a:gd name="connsiteY0" fmla="*/ 799754 h 909752"/>
                    <a:gd name="connsiteX1" fmla="*/ 1912775 w 7072604"/>
                    <a:gd name="connsiteY1" fmla="*/ 15983 h 909752"/>
                    <a:gd name="connsiteX2" fmla="*/ 4450702 w 7072604"/>
                    <a:gd name="connsiteY2" fmla="*/ 855738 h 909752"/>
                    <a:gd name="connsiteX3" fmla="*/ 7072604 w 7072604"/>
                    <a:gd name="connsiteY3" fmla="*/ 435861 h 909752"/>
                    <a:gd name="connsiteX0" fmla="*/ 0 w 7361853"/>
                    <a:gd name="connsiteY0" fmla="*/ 799754 h 969459"/>
                    <a:gd name="connsiteX1" fmla="*/ 1912775 w 7361853"/>
                    <a:gd name="connsiteY1" fmla="*/ 15983 h 969459"/>
                    <a:gd name="connsiteX2" fmla="*/ 4450702 w 7361853"/>
                    <a:gd name="connsiteY2" fmla="*/ 855738 h 969459"/>
                    <a:gd name="connsiteX3" fmla="*/ 7361853 w 7361853"/>
                    <a:gd name="connsiteY3" fmla="*/ 771763 h 969459"/>
                    <a:gd name="connsiteX0" fmla="*/ 0 w 7361853"/>
                    <a:gd name="connsiteY0" fmla="*/ 799754 h 889173"/>
                    <a:gd name="connsiteX1" fmla="*/ 1912775 w 7361853"/>
                    <a:gd name="connsiteY1" fmla="*/ 15983 h 889173"/>
                    <a:gd name="connsiteX2" fmla="*/ 4450702 w 7361853"/>
                    <a:gd name="connsiteY2" fmla="*/ 855738 h 889173"/>
                    <a:gd name="connsiteX3" fmla="*/ 7361853 w 7361853"/>
                    <a:gd name="connsiteY3" fmla="*/ 771763 h 889173"/>
                    <a:gd name="connsiteX0" fmla="*/ 0 w 7343192"/>
                    <a:gd name="connsiteY0" fmla="*/ 799754 h 875460"/>
                    <a:gd name="connsiteX1" fmla="*/ 1912775 w 7343192"/>
                    <a:gd name="connsiteY1" fmla="*/ 15983 h 875460"/>
                    <a:gd name="connsiteX2" fmla="*/ 4450702 w 7343192"/>
                    <a:gd name="connsiteY2" fmla="*/ 855738 h 875460"/>
                    <a:gd name="connsiteX3" fmla="*/ 7343192 w 7343192"/>
                    <a:gd name="connsiteY3" fmla="*/ 659796 h 875460"/>
                    <a:gd name="connsiteX0" fmla="*/ 0 w 7343192"/>
                    <a:gd name="connsiteY0" fmla="*/ 783782 h 788934"/>
                    <a:gd name="connsiteX1" fmla="*/ 1912775 w 7343192"/>
                    <a:gd name="connsiteY1" fmla="*/ 11 h 788934"/>
                    <a:gd name="connsiteX2" fmla="*/ 4758612 w 7343192"/>
                    <a:gd name="connsiteY2" fmla="*/ 765121 h 788934"/>
                    <a:gd name="connsiteX3" fmla="*/ 7343192 w 7343192"/>
                    <a:gd name="connsiteY3" fmla="*/ 643824 h 788934"/>
                    <a:gd name="connsiteX0" fmla="*/ 0 w 7343192"/>
                    <a:gd name="connsiteY0" fmla="*/ 877086 h 887565"/>
                    <a:gd name="connsiteX1" fmla="*/ 2332653 w 7343192"/>
                    <a:gd name="connsiteY1" fmla="*/ 9 h 887565"/>
                    <a:gd name="connsiteX2" fmla="*/ 4758612 w 7343192"/>
                    <a:gd name="connsiteY2" fmla="*/ 858425 h 887565"/>
                    <a:gd name="connsiteX3" fmla="*/ 7343192 w 7343192"/>
                    <a:gd name="connsiteY3" fmla="*/ 737128 h 887565"/>
                    <a:gd name="connsiteX0" fmla="*/ 0 w 7081935"/>
                    <a:gd name="connsiteY0" fmla="*/ 683060 h 889482"/>
                    <a:gd name="connsiteX1" fmla="*/ 2071396 w 7081935"/>
                    <a:gd name="connsiteY1" fmla="*/ 1926 h 889482"/>
                    <a:gd name="connsiteX2" fmla="*/ 4497355 w 7081935"/>
                    <a:gd name="connsiteY2" fmla="*/ 860342 h 889482"/>
                    <a:gd name="connsiteX3" fmla="*/ 7081935 w 7081935"/>
                    <a:gd name="connsiteY3" fmla="*/ 739045 h 889482"/>
                    <a:gd name="connsiteX0" fmla="*/ 0 w 7081935"/>
                    <a:gd name="connsiteY0" fmla="*/ 323585 h 530007"/>
                    <a:gd name="connsiteX1" fmla="*/ 1741196 w 7081935"/>
                    <a:gd name="connsiteY1" fmla="*/ 23451 h 530007"/>
                    <a:gd name="connsiteX2" fmla="*/ 4497355 w 7081935"/>
                    <a:gd name="connsiteY2" fmla="*/ 500867 h 530007"/>
                    <a:gd name="connsiteX3" fmla="*/ 7081935 w 7081935"/>
                    <a:gd name="connsiteY3" fmla="*/ 379570 h 530007"/>
                    <a:gd name="connsiteX0" fmla="*/ 0 w 7393085"/>
                    <a:gd name="connsiteY0" fmla="*/ 416091 h 508213"/>
                    <a:gd name="connsiteX1" fmla="*/ 2052346 w 7393085"/>
                    <a:gd name="connsiteY1" fmla="*/ 1657 h 508213"/>
                    <a:gd name="connsiteX2" fmla="*/ 4808505 w 7393085"/>
                    <a:gd name="connsiteY2" fmla="*/ 479073 h 508213"/>
                    <a:gd name="connsiteX3" fmla="*/ 7393085 w 7393085"/>
                    <a:gd name="connsiteY3" fmla="*/ 357776 h 508213"/>
                    <a:gd name="connsiteX0" fmla="*/ 0 w 7361335"/>
                    <a:gd name="connsiteY0" fmla="*/ 416091 h 497011"/>
                    <a:gd name="connsiteX1" fmla="*/ 2052346 w 7361335"/>
                    <a:gd name="connsiteY1" fmla="*/ 1657 h 497011"/>
                    <a:gd name="connsiteX2" fmla="*/ 4808505 w 7361335"/>
                    <a:gd name="connsiteY2" fmla="*/ 479073 h 497011"/>
                    <a:gd name="connsiteX3" fmla="*/ 7361335 w 7361335"/>
                    <a:gd name="connsiteY3" fmla="*/ 116476 h 497011"/>
                    <a:gd name="connsiteX0" fmla="*/ 0 w 7361335"/>
                    <a:gd name="connsiteY0" fmla="*/ 416091 h 497011"/>
                    <a:gd name="connsiteX1" fmla="*/ 2052346 w 7361335"/>
                    <a:gd name="connsiteY1" fmla="*/ 1657 h 497011"/>
                    <a:gd name="connsiteX2" fmla="*/ 4992655 w 7361335"/>
                    <a:gd name="connsiteY2" fmla="*/ 479073 h 497011"/>
                    <a:gd name="connsiteX3" fmla="*/ 7361335 w 7361335"/>
                    <a:gd name="connsiteY3" fmla="*/ 116476 h 497011"/>
                    <a:gd name="connsiteX0" fmla="*/ 0 w 7361335"/>
                    <a:gd name="connsiteY0" fmla="*/ 416091 h 497011"/>
                    <a:gd name="connsiteX1" fmla="*/ 2052346 w 7361335"/>
                    <a:gd name="connsiteY1" fmla="*/ 1657 h 497011"/>
                    <a:gd name="connsiteX2" fmla="*/ 4992655 w 7361335"/>
                    <a:gd name="connsiteY2" fmla="*/ 479073 h 497011"/>
                    <a:gd name="connsiteX3" fmla="*/ 7361335 w 7361335"/>
                    <a:gd name="connsiteY3" fmla="*/ 116476 h 497011"/>
                    <a:gd name="connsiteX0" fmla="*/ 0 w 7361335"/>
                    <a:gd name="connsiteY0" fmla="*/ 416091 h 561242"/>
                    <a:gd name="connsiteX1" fmla="*/ 2052346 w 7361335"/>
                    <a:gd name="connsiteY1" fmla="*/ 1657 h 561242"/>
                    <a:gd name="connsiteX2" fmla="*/ 4992655 w 7361335"/>
                    <a:gd name="connsiteY2" fmla="*/ 479073 h 561242"/>
                    <a:gd name="connsiteX3" fmla="*/ 7361335 w 7361335"/>
                    <a:gd name="connsiteY3" fmla="*/ 116476 h 561242"/>
                    <a:gd name="connsiteX0" fmla="*/ 0 w 7361335"/>
                    <a:gd name="connsiteY0" fmla="*/ 416091 h 561242"/>
                    <a:gd name="connsiteX1" fmla="*/ 2052346 w 7361335"/>
                    <a:gd name="connsiteY1" fmla="*/ 1657 h 561242"/>
                    <a:gd name="connsiteX2" fmla="*/ 4992655 w 7361335"/>
                    <a:gd name="connsiteY2" fmla="*/ 479073 h 561242"/>
                    <a:gd name="connsiteX3" fmla="*/ 7361335 w 7361335"/>
                    <a:gd name="connsiteY3" fmla="*/ 116476 h 561242"/>
                    <a:gd name="connsiteX0" fmla="*/ 0 w 7361335"/>
                    <a:gd name="connsiteY0" fmla="*/ 416091 h 558948"/>
                    <a:gd name="connsiteX1" fmla="*/ 2052346 w 7361335"/>
                    <a:gd name="connsiteY1" fmla="*/ 1657 h 558948"/>
                    <a:gd name="connsiteX2" fmla="*/ 4992655 w 7361335"/>
                    <a:gd name="connsiteY2" fmla="*/ 479073 h 558948"/>
                    <a:gd name="connsiteX3" fmla="*/ 7361335 w 7361335"/>
                    <a:gd name="connsiteY3" fmla="*/ 116476 h 558948"/>
                    <a:gd name="connsiteX0" fmla="*/ 0 w 7361335"/>
                    <a:gd name="connsiteY0" fmla="*/ 416091 h 522234"/>
                    <a:gd name="connsiteX1" fmla="*/ 2052346 w 7361335"/>
                    <a:gd name="connsiteY1" fmla="*/ 1657 h 522234"/>
                    <a:gd name="connsiteX2" fmla="*/ 4992655 w 7361335"/>
                    <a:gd name="connsiteY2" fmla="*/ 479073 h 522234"/>
                    <a:gd name="connsiteX3" fmla="*/ 7361335 w 7361335"/>
                    <a:gd name="connsiteY3" fmla="*/ 116476 h 522234"/>
                    <a:gd name="connsiteX0" fmla="*/ 0 w 7361335"/>
                    <a:gd name="connsiteY0" fmla="*/ 416091 h 501861"/>
                    <a:gd name="connsiteX1" fmla="*/ 2052346 w 7361335"/>
                    <a:gd name="connsiteY1" fmla="*/ 1657 h 501861"/>
                    <a:gd name="connsiteX2" fmla="*/ 4992655 w 7361335"/>
                    <a:gd name="connsiteY2" fmla="*/ 479073 h 501861"/>
                    <a:gd name="connsiteX3" fmla="*/ 7361335 w 7361335"/>
                    <a:gd name="connsiteY3" fmla="*/ 116476 h 501861"/>
                    <a:gd name="connsiteX0" fmla="*/ 0 w 7361335"/>
                    <a:gd name="connsiteY0" fmla="*/ 416091 h 488561"/>
                    <a:gd name="connsiteX1" fmla="*/ 2052346 w 7361335"/>
                    <a:gd name="connsiteY1" fmla="*/ 1657 h 488561"/>
                    <a:gd name="connsiteX2" fmla="*/ 4992655 w 7361335"/>
                    <a:gd name="connsiteY2" fmla="*/ 479073 h 488561"/>
                    <a:gd name="connsiteX3" fmla="*/ 7361335 w 7361335"/>
                    <a:gd name="connsiteY3" fmla="*/ 116476 h 488561"/>
                    <a:gd name="connsiteX0" fmla="*/ 0 w 7386735"/>
                    <a:gd name="connsiteY0" fmla="*/ 503369 h 503369"/>
                    <a:gd name="connsiteX1" fmla="*/ 2077746 w 7386735"/>
                    <a:gd name="connsiteY1" fmla="*/ 35 h 503369"/>
                    <a:gd name="connsiteX2" fmla="*/ 5018055 w 7386735"/>
                    <a:gd name="connsiteY2" fmla="*/ 477451 h 503369"/>
                    <a:gd name="connsiteX3" fmla="*/ 7386735 w 7386735"/>
                    <a:gd name="connsiteY3" fmla="*/ 114854 h 503369"/>
                    <a:gd name="connsiteX0" fmla="*/ 0 w 7386735"/>
                    <a:gd name="connsiteY0" fmla="*/ 477966 h 477966"/>
                    <a:gd name="connsiteX1" fmla="*/ 2084096 w 7386735"/>
                    <a:gd name="connsiteY1" fmla="*/ 32 h 477966"/>
                    <a:gd name="connsiteX2" fmla="*/ 5018055 w 7386735"/>
                    <a:gd name="connsiteY2" fmla="*/ 452048 h 477966"/>
                    <a:gd name="connsiteX3" fmla="*/ 7386735 w 7386735"/>
                    <a:gd name="connsiteY3" fmla="*/ 89451 h 477966"/>
                    <a:gd name="connsiteX0" fmla="*/ 0 w 7386735"/>
                    <a:gd name="connsiteY0" fmla="*/ 478098 h 478098"/>
                    <a:gd name="connsiteX1" fmla="*/ 2084096 w 7386735"/>
                    <a:gd name="connsiteY1" fmla="*/ 164 h 478098"/>
                    <a:gd name="connsiteX2" fmla="*/ 5024405 w 7386735"/>
                    <a:gd name="connsiteY2" fmla="*/ 420430 h 478098"/>
                    <a:gd name="connsiteX3" fmla="*/ 7386735 w 7386735"/>
                    <a:gd name="connsiteY3" fmla="*/ 89583 h 478098"/>
                    <a:gd name="connsiteX0" fmla="*/ 0 w 7386735"/>
                    <a:gd name="connsiteY0" fmla="*/ 478070 h 478070"/>
                    <a:gd name="connsiteX1" fmla="*/ 2084096 w 7386735"/>
                    <a:gd name="connsiteY1" fmla="*/ 136 h 478070"/>
                    <a:gd name="connsiteX2" fmla="*/ 5024405 w 7386735"/>
                    <a:gd name="connsiteY2" fmla="*/ 420402 h 478070"/>
                    <a:gd name="connsiteX3" fmla="*/ 7386735 w 7386735"/>
                    <a:gd name="connsiteY3" fmla="*/ 89555 h 478070"/>
                    <a:gd name="connsiteX0" fmla="*/ 0 w 7386735"/>
                    <a:gd name="connsiteY0" fmla="*/ 478070 h 478070"/>
                    <a:gd name="connsiteX1" fmla="*/ 2084096 w 7386735"/>
                    <a:gd name="connsiteY1" fmla="*/ 136 h 478070"/>
                    <a:gd name="connsiteX2" fmla="*/ 5024405 w 7386735"/>
                    <a:gd name="connsiteY2" fmla="*/ 420402 h 478070"/>
                    <a:gd name="connsiteX3" fmla="*/ 7386735 w 7386735"/>
                    <a:gd name="connsiteY3" fmla="*/ 89555 h 478070"/>
                    <a:gd name="connsiteX0" fmla="*/ 0 w 7386735"/>
                    <a:gd name="connsiteY0" fmla="*/ 478070 h 478070"/>
                    <a:gd name="connsiteX1" fmla="*/ 2084096 w 7386735"/>
                    <a:gd name="connsiteY1" fmla="*/ 136 h 478070"/>
                    <a:gd name="connsiteX2" fmla="*/ 5024405 w 7386735"/>
                    <a:gd name="connsiteY2" fmla="*/ 420402 h 478070"/>
                    <a:gd name="connsiteX3" fmla="*/ 7386735 w 7386735"/>
                    <a:gd name="connsiteY3" fmla="*/ 89555 h 4780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386735" h="478070">
                      <a:moveTo>
                        <a:pt x="0" y="478070"/>
                      </a:moveTo>
                      <a:cubicBezTo>
                        <a:pt x="585495" y="81519"/>
                        <a:pt x="1246695" y="9747"/>
                        <a:pt x="2084096" y="136"/>
                      </a:cubicBezTo>
                      <a:cubicBezTo>
                        <a:pt x="2921497" y="-9475"/>
                        <a:pt x="4140632" y="494399"/>
                        <a:pt x="5024405" y="420402"/>
                      </a:cubicBezTo>
                      <a:cubicBezTo>
                        <a:pt x="5908178" y="346405"/>
                        <a:pt x="6706508" y="106791"/>
                        <a:pt x="7386735" y="89555"/>
                      </a:cubicBezTo>
                    </a:path>
                  </a:pathLst>
                </a:custGeom>
                <a:noFill/>
                <a:ln w="9525"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ECB780D1-E473-E9DB-EF09-16EE3827F27E}"/>
                    </a:ext>
                  </a:extLst>
                </p:cNvPr>
                <p:cNvSpPr/>
                <p:nvPr/>
              </p:nvSpPr>
              <p:spPr>
                <a:xfrm>
                  <a:off x="2475831" y="1240491"/>
                  <a:ext cx="7583585" cy="525571"/>
                </a:xfrm>
                <a:custGeom>
                  <a:avLst/>
                  <a:gdLst>
                    <a:gd name="connsiteX0" fmla="*/ 0 w 7949681"/>
                    <a:gd name="connsiteY0" fmla="*/ 951722 h 1007848"/>
                    <a:gd name="connsiteX1" fmla="*/ 1912775 w 7949681"/>
                    <a:gd name="connsiteY1" fmla="*/ 167951 h 1007848"/>
                    <a:gd name="connsiteX2" fmla="*/ 4450702 w 7949681"/>
                    <a:gd name="connsiteY2" fmla="*/ 1007706 h 1007848"/>
                    <a:gd name="connsiteX3" fmla="*/ 6615404 w 7949681"/>
                    <a:gd name="connsiteY3" fmla="*/ 233265 h 1007848"/>
                    <a:gd name="connsiteX4" fmla="*/ 7949681 w 7949681"/>
                    <a:gd name="connsiteY4" fmla="*/ 0 h 1007848"/>
                    <a:gd name="connsiteX0" fmla="*/ 0 w 6615404"/>
                    <a:gd name="connsiteY0" fmla="*/ 783933 h 840059"/>
                    <a:gd name="connsiteX1" fmla="*/ 1912775 w 6615404"/>
                    <a:gd name="connsiteY1" fmla="*/ 162 h 840059"/>
                    <a:gd name="connsiteX2" fmla="*/ 4450702 w 6615404"/>
                    <a:gd name="connsiteY2" fmla="*/ 839917 h 840059"/>
                    <a:gd name="connsiteX3" fmla="*/ 6615404 w 6615404"/>
                    <a:gd name="connsiteY3" fmla="*/ 65476 h 840059"/>
                    <a:gd name="connsiteX0" fmla="*/ 0 w 6615404"/>
                    <a:gd name="connsiteY0" fmla="*/ 799754 h 855880"/>
                    <a:gd name="connsiteX1" fmla="*/ 1912775 w 6615404"/>
                    <a:gd name="connsiteY1" fmla="*/ 15983 h 855880"/>
                    <a:gd name="connsiteX2" fmla="*/ 4450702 w 6615404"/>
                    <a:gd name="connsiteY2" fmla="*/ 855738 h 855880"/>
                    <a:gd name="connsiteX3" fmla="*/ 6615404 w 6615404"/>
                    <a:gd name="connsiteY3" fmla="*/ 81297 h 855880"/>
                    <a:gd name="connsiteX0" fmla="*/ 0 w 6615404"/>
                    <a:gd name="connsiteY0" fmla="*/ 799754 h 913292"/>
                    <a:gd name="connsiteX1" fmla="*/ 1912775 w 6615404"/>
                    <a:gd name="connsiteY1" fmla="*/ 15983 h 913292"/>
                    <a:gd name="connsiteX2" fmla="*/ 4450702 w 6615404"/>
                    <a:gd name="connsiteY2" fmla="*/ 855738 h 913292"/>
                    <a:gd name="connsiteX3" fmla="*/ 6615404 w 6615404"/>
                    <a:gd name="connsiteY3" fmla="*/ 81297 h 913292"/>
                    <a:gd name="connsiteX0" fmla="*/ 0 w 7072604"/>
                    <a:gd name="connsiteY0" fmla="*/ 799754 h 865540"/>
                    <a:gd name="connsiteX1" fmla="*/ 1912775 w 7072604"/>
                    <a:gd name="connsiteY1" fmla="*/ 15983 h 865540"/>
                    <a:gd name="connsiteX2" fmla="*/ 4450702 w 7072604"/>
                    <a:gd name="connsiteY2" fmla="*/ 855738 h 865540"/>
                    <a:gd name="connsiteX3" fmla="*/ 7072604 w 7072604"/>
                    <a:gd name="connsiteY3" fmla="*/ 435861 h 865540"/>
                    <a:gd name="connsiteX0" fmla="*/ 0 w 7072604"/>
                    <a:gd name="connsiteY0" fmla="*/ 799754 h 869733"/>
                    <a:gd name="connsiteX1" fmla="*/ 1912775 w 7072604"/>
                    <a:gd name="connsiteY1" fmla="*/ 15983 h 869733"/>
                    <a:gd name="connsiteX2" fmla="*/ 4450702 w 7072604"/>
                    <a:gd name="connsiteY2" fmla="*/ 855738 h 869733"/>
                    <a:gd name="connsiteX3" fmla="*/ 7072604 w 7072604"/>
                    <a:gd name="connsiteY3" fmla="*/ 435861 h 869733"/>
                    <a:gd name="connsiteX0" fmla="*/ 0 w 7072604"/>
                    <a:gd name="connsiteY0" fmla="*/ 799754 h 909752"/>
                    <a:gd name="connsiteX1" fmla="*/ 1912775 w 7072604"/>
                    <a:gd name="connsiteY1" fmla="*/ 15983 h 909752"/>
                    <a:gd name="connsiteX2" fmla="*/ 4450702 w 7072604"/>
                    <a:gd name="connsiteY2" fmla="*/ 855738 h 909752"/>
                    <a:gd name="connsiteX3" fmla="*/ 7072604 w 7072604"/>
                    <a:gd name="connsiteY3" fmla="*/ 435861 h 909752"/>
                    <a:gd name="connsiteX0" fmla="*/ 0 w 7361853"/>
                    <a:gd name="connsiteY0" fmla="*/ 799754 h 969459"/>
                    <a:gd name="connsiteX1" fmla="*/ 1912775 w 7361853"/>
                    <a:gd name="connsiteY1" fmla="*/ 15983 h 969459"/>
                    <a:gd name="connsiteX2" fmla="*/ 4450702 w 7361853"/>
                    <a:gd name="connsiteY2" fmla="*/ 855738 h 969459"/>
                    <a:gd name="connsiteX3" fmla="*/ 7361853 w 7361853"/>
                    <a:gd name="connsiteY3" fmla="*/ 771763 h 969459"/>
                    <a:gd name="connsiteX0" fmla="*/ 0 w 7361853"/>
                    <a:gd name="connsiteY0" fmla="*/ 799754 h 889173"/>
                    <a:gd name="connsiteX1" fmla="*/ 1912775 w 7361853"/>
                    <a:gd name="connsiteY1" fmla="*/ 15983 h 889173"/>
                    <a:gd name="connsiteX2" fmla="*/ 4450702 w 7361853"/>
                    <a:gd name="connsiteY2" fmla="*/ 855738 h 889173"/>
                    <a:gd name="connsiteX3" fmla="*/ 7361853 w 7361853"/>
                    <a:gd name="connsiteY3" fmla="*/ 771763 h 889173"/>
                    <a:gd name="connsiteX0" fmla="*/ 0 w 7343192"/>
                    <a:gd name="connsiteY0" fmla="*/ 799754 h 875460"/>
                    <a:gd name="connsiteX1" fmla="*/ 1912775 w 7343192"/>
                    <a:gd name="connsiteY1" fmla="*/ 15983 h 875460"/>
                    <a:gd name="connsiteX2" fmla="*/ 4450702 w 7343192"/>
                    <a:gd name="connsiteY2" fmla="*/ 855738 h 875460"/>
                    <a:gd name="connsiteX3" fmla="*/ 7343192 w 7343192"/>
                    <a:gd name="connsiteY3" fmla="*/ 659796 h 875460"/>
                    <a:gd name="connsiteX0" fmla="*/ 0 w 7343192"/>
                    <a:gd name="connsiteY0" fmla="*/ 783782 h 788934"/>
                    <a:gd name="connsiteX1" fmla="*/ 1912775 w 7343192"/>
                    <a:gd name="connsiteY1" fmla="*/ 11 h 788934"/>
                    <a:gd name="connsiteX2" fmla="*/ 4758612 w 7343192"/>
                    <a:gd name="connsiteY2" fmla="*/ 765121 h 788934"/>
                    <a:gd name="connsiteX3" fmla="*/ 7343192 w 7343192"/>
                    <a:gd name="connsiteY3" fmla="*/ 643824 h 788934"/>
                    <a:gd name="connsiteX0" fmla="*/ 0 w 7343192"/>
                    <a:gd name="connsiteY0" fmla="*/ 877086 h 887565"/>
                    <a:gd name="connsiteX1" fmla="*/ 2332653 w 7343192"/>
                    <a:gd name="connsiteY1" fmla="*/ 9 h 887565"/>
                    <a:gd name="connsiteX2" fmla="*/ 4758612 w 7343192"/>
                    <a:gd name="connsiteY2" fmla="*/ 858425 h 887565"/>
                    <a:gd name="connsiteX3" fmla="*/ 7343192 w 7343192"/>
                    <a:gd name="connsiteY3" fmla="*/ 737128 h 887565"/>
                    <a:gd name="connsiteX0" fmla="*/ 0 w 7081935"/>
                    <a:gd name="connsiteY0" fmla="*/ 683060 h 889482"/>
                    <a:gd name="connsiteX1" fmla="*/ 2071396 w 7081935"/>
                    <a:gd name="connsiteY1" fmla="*/ 1926 h 889482"/>
                    <a:gd name="connsiteX2" fmla="*/ 4497355 w 7081935"/>
                    <a:gd name="connsiteY2" fmla="*/ 860342 h 889482"/>
                    <a:gd name="connsiteX3" fmla="*/ 7081935 w 7081935"/>
                    <a:gd name="connsiteY3" fmla="*/ 739045 h 889482"/>
                    <a:gd name="connsiteX0" fmla="*/ 0 w 7081935"/>
                    <a:gd name="connsiteY0" fmla="*/ 323585 h 530007"/>
                    <a:gd name="connsiteX1" fmla="*/ 1741196 w 7081935"/>
                    <a:gd name="connsiteY1" fmla="*/ 23451 h 530007"/>
                    <a:gd name="connsiteX2" fmla="*/ 4497355 w 7081935"/>
                    <a:gd name="connsiteY2" fmla="*/ 500867 h 530007"/>
                    <a:gd name="connsiteX3" fmla="*/ 7081935 w 7081935"/>
                    <a:gd name="connsiteY3" fmla="*/ 379570 h 530007"/>
                    <a:gd name="connsiteX0" fmla="*/ 0 w 7393085"/>
                    <a:gd name="connsiteY0" fmla="*/ 416091 h 508213"/>
                    <a:gd name="connsiteX1" fmla="*/ 2052346 w 7393085"/>
                    <a:gd name="connsiteY1" fmla="*/ 1657 h 508213"/>
                    <a:gd name="connsiteX2" fmla="*/ 4808505 w 7393085"/>
                    <a:gd name="connsiteY2" fmla="*/ 479073 h 508213"/>
                    <a:gd name="connsiteX3" fmla="*/ 7393085 w 7393085"/>
                    <a:gd name="connsiteY3" fmla="*/ 357776 h 508213"/>
                    <a:gd name="connsiteX0" fmla="*/ 0 w 7361335"/>
                    <a:gd name="connsiteY0" fmla="*/ 416091 h 497011"/>
                    <a:gd name="connsiteX1" fmla="*/ 2052346 w 7361335"/>
                    <a:gd name="connsiteY1" fmla="*/ 1657 h 497011"/>
                    <a:gd name="connsiteX2" fmla="*/ 4808505 w 7361335"/>
                    <a:gd name="connsiteY2" fmla="*/ 479073 h 497011"/>
                    <a:gd name="connsiteX3" fmla="*/ 7361335 w 7361335"/>
                    <a:gd name="connsiteY3" fmla="*/ 116476 h 497011"/>
                    <a:gd name="connsiteX0" fmla="*/ 0 w 7361335"/>
                    <a:gd name="connsiteY0" fmla="*/ 416091 h 497011"/>
                    <a:gd name="connsiteX1" fmla="*/ 2052346 w 7361335"/>
                    <a:gd name="connsiteY1" fmla="*/ 1657 h 497011"/>
                    <a:gd name="connsiteX2" fmla="*/ 4992655 w 7361335"/>
                    <a:gd name="connsiteY2" fmla="*/ 479073 h 497011"/>
                    <a:gd name="connsiteX3" fmla="*/ 7361335 w 7361335"/>
                    <a:gd name="connsiteY3" fmla="*/ 116476 h 497011"/>
                    <a:gd name="connsiteX0" fmla="*/ 0 w 7361335"/>
                    <a:gd name="connsiteY0" fmla="*/ 416091 h 497011"/>
                    <a:gd name="connsiteX1" fmla="*/ 2052346 w 7361335"/>
                    <a:gd name="connsiteY1" fmla="*/ 1657 h 497011"/>
                    <a:gd name="connsiteX2" fmla="*/ 4992655 w 7361335"/>
                    <a:gd name="connsiteY2" fmla="*/ 479073 h 497011"/>
                    <a:gd name="connsiteX3" fmla="*/ 7361335 w 7361335"/>
                    <a:gd name="connsiteY3" fmla="*/ 116476 h 497011"/>
                    <a:gd name="connsiteX0" fmla="*/ 0 w 7361335"/>
                    <a:gd name="connsiteY0" fmla="*/ 416091 h 561242"/>
                    <a:gd name="connsiteX1" fmla="*/ 2052346 w 7361335"/>
                    <a:gd name="connsiteY1" fmla="*/ 1657 h 561242"/>
                    <a:gd name="connsiteX2" fmla="*/ 4992655 w 7361335"/>
                    <a:gd name="connsiteY2" fmla="*/ 479073 h 561242"/>
                    <a:gd name="connsiteX3" fmla="*/ 7361335 w 7361335"/>
                    <a:gd name="connsiteY3" fmla="*/ 116476 h 561242"/>
                    <a:gd name="connsiteX0" fmla="*/ 0 w 7361335"/>
                    <a:gd name="connsiteY0" fmla="*/ 416091 h 561242"/>
                    <a:gd name="connsiteX1" fmla="*/ 2052346 w 7361335"/>
                    <a:gd name="connsiteY1" fmla="*/ 1657 h 561242"/>
                    <a:gd name="connsiteX2" fmla="*/ 4992655 w 7361335"/>
                    <a:gd name="connsiteY2" fmla="*/ 479073 h 561242"/>
                    <a:gd name="connsiteX3" fmla="*/ 7361335 w 7361335"/>
                    <a:gd name="connsiteY3" fmla="*/ 116476 h 561242"/>
                    <a:gd name="connsiteX0" fmla="*/ 0 w 7361335"/>
                    <a:gd name="connsiteY0" fmla="*/ 416091 h 558948"/>
                    <a:gd name="connsiteX1" fmla="*/ 2052346 w 7361335"/>
                    <a:gd name="connsiteY1" fmla="*/ 1657 h 558948"/>
                    <a:gd name="connsiteX2" fmla="*/ 4992655 w 7361335"/>
                    <a:gd name="connsiteY2" fmla="*/ 479073 h 558948"/>
                    <a:gd name="connsiteX3" fmla="*/ 7361335 w 7361335"/>
                    <a:gd name="connsiteY3" fmla="*/ 116476 h 558948"/>
                    <a:gd name="connsiteX0" fmla="*/ 0 w 7361335"/>
                    <a:gd name="connsiteY0" fmla="*/ 416091 h 522234"/>
                    <a:gd name="connsiteX1" fmla="*/ 2052346 w 7361335"/>
                    <a:gd name="connsiteY1" fmla="*/ 1657 h 522234"/>
                    <a:gd name="connsiteX2" fmla="*/ 4992655 w 7361335"/>
                    <a:gd name="connsiteY2" fmla="*/ 479073 h 522234"/>
                    <a:gd name="connsiteX3" fmla="*/ 7361335 w 7361335"/>
                    <a:gd name="connsiteY3" fmla="*/ 116476 h 522234"/>
                    <a:gd name="connsiteX0" fmla="*/ 0 w 7361335"/>
                    <a:gd name="connsiteY0" fmla="*/ 416091 h 501861"/>
                    <a:gd name="connsiteX1" fmla="*/ 2052346 w 7361335"/>
                    <a:gd name="connsiteY1" fmla="*/ 1657 h 501861"/>
                    <a:gd name="connsiteX2" fmla="*/ 4992655 w 7361335"/>
                    <a:gd name="connsiteY2" fmla="*/ 479073 h 501861"/>
                    <a:gd name="connsiteX3" fmla="*/ 7361335 w 7361335"/>
                    <a:gd name="connsiteY3" fmla="*/ 116476 h 501861"/>
                    <a:gd name="connsiteX0" fmla="*/ 0 w 7361335"/>
                    <a:gd name="connsiteY0" fmla="*/ 416091 h 488561"/>
                    <a:gd name="connsiteX1" fmla="*/ 2052346 w 7361335"/>
                    <a:gd name="connsiteY1" fmla="*/ 1657 h 488561"/>
                    <a:gd name="connsiteX2" fmla="*/ 4992655 w 7361335"/>
                    <a:gd name="connsiteY2" fmla="*/ 479073 h 488561"/>
                    <a:gd name="connsiteX3" fmla="*/ 7361335 w 7361335"/>
                    <a:gd name="connsiteY3" fmla="*/ 116476 h 488561"/>
                    <a:gd name="connsiteX0" fmla="*/ 0 w 7615335"/>
                    <a:gd name="connsiteY0" fmla="*/ 416091 h 486221"/>
                    <a:gd name="connsiteX1" fmla="*/ 2052346 w 7615335"/>
                    <a:gd name="connsiteY1" fmla="*/ 1657 h 486221"/>
                    <a:gd name="connsiteX2" fmla="*/ 4992655 w 7615335"/>
                    <a:gd name="connsiteY2" fmla="*/ 479073 h 486221"/>
                    <a:gd name="connsiteX3" fmla="*/ 7615335 w 7615335"/>
                    <a:gd name="connsiteY3" fmla="*/ 326026 h 486221"/>
                    <a:gd name="connsiteX0" fmla="*/ 0 w 7615335"/>
                    <a:gd name="connsiteY0" fmla="*/ 417734 h 525170"/>
                    <a:gd name="connsiteX1" fmla="*/ 2052346 w 7615335"/>
                    <a:gd name="connsiteY1" fmla="*/ 3300 h 525170"/>
                    <a:gd name="connsiteX2" fmla="*/ 5100605 w 7615335"/>
                    <a:gd name="connsiteY2" fmla="*/ 518816 h 525170"/>
                    <a:gd name="connsiteX3" fmla="*/ 7615335 w 7615335"/>
                    <a:gd name="connsiteY3" fmla="*/ 327669 h 525170"/>
                    <a:gd name="connsiteX0" fmla="*/ 0 w 7583585"/>
                    <a:gd name="connsiteY0" fmla="*/ 368528 h 533114"/>
                    <a:gd name="connsiteX1" fmla="*/ 2020596 w 7583585"/>
                    <a:gd name="connsiteY1" fmla="*/ 11244 h 533114"/>
                    <a:gd name="connsiteX2" fmla="*/ 5068855 w 7583585"/>
                    <a:gd name="connsiteY2" fmla="*/ 526760 h 533114"/>
                    <a:gd name="connsiteX3" fmla="*/ 7583585 w 7583585"/>
                    <a:gd name="connsiteY3" fmla="*/ 335613 h 533114"/>
                    <a:gd name="connsiteX0" fmla="*/ 0 w 7583585"/>
                    <a:gd name="connsiteY0" fmla="*/ 361689 h 526275"/>
                    <a:gd name="connsiteX1" fmla="*/ 2020596 w 7583585"/>
                    <a:gd name="connsiteY1" fmla="*/ 4405 h 526275"/>
                    <a:gd name="connsiteX2" fmla="*/ 5068855 w 7583585"/>
                    <a:gd name="connsiteY2" fmla="*/ 519921 h 526275"/>
                    <a:gd name="connsiteX3" fmla="*/ 7583585 w 7583585"/>
                    <a:gd name="connsiteY3" fmla="*/ 328774 h 526275"/>
                    <a:gd name="connsiteX0" fmla="*/ 0 w 7583585"/>
                    <a:gd name="connsiteY0" fmla="*/ 360985 h 525571"/>
                    <a:gd name="connsiteX1" fmla="*/ 2020596 w 7583585"/>
                    <a:gd name="connsiteY1" fmla="*/ 3701 h 525571"/>
                    <a:gd name="connsiteX2" fmla="*/ 5068855 w 7583585"/>
                    <a:gd name="connsiteY2" fmla="*/ 519217 h 525571"/>
                    <a:gd name="connsiteX3" fmla="*/ 7583585 w 7583585"/>
                    <a:gd name="connsiteY3" fmla="*/ 328070 h 52557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583585" h="525571">
                      <a:moveTo>
                        <a:pt x="0" y="360985"/>
                      </a:moveTo>
                      <a:cubicBezTo>
                        <a:pt x="623595" y="91434"/>
                        <a:pt x="1175787" y="-22671"/>
                        <a:pt x="2020596" y="3701"/>
                      </a:cubicBezTo>
                      <a:cubicBezTo>
                        <a:pt x="2865405" y="30073"/>
                        <a:pt x="4141690" y="465156"/>
                        <a:pt x="5068855" y="519217"/>
                      </a:cubicBezTo>
                      <a:cubicBezTo>
                        <a:pt x="5996020" y="573279"/>
                        <a:pt x="6935108" y="262756"/>
                        <a:pt x="7583585" y="328070"/>
                      </a:cubicBezTo>
                    </a:path>
                  </a:pathLst>
                </a:custGeom>
                <a:noFill/>
                <a:ln w="9525"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6" name="Freeform: Shape 65">
                  <a:extLst>
                    <a:ext uri="{FF2B5EF4-FFF2-40B4-BE49-F238E27FC236}">
                      <a16:creationId xmlns:a16="http://schemas.microsoft.com/office/drawing/2014/main" id="{F4C7E0D3-39B2-2E4C-1B76-90F8B6ED8C18}"/>
                    </a:ext>
                  </a:extLst>
                </p:cNvPr>
                <p:cNvSpPr/>
                <p:nvPr/>
              </p:nvSpPr>
              <p:spPr>
                <a:xfrm>
                  <a:off x="2801963" y="1189072"/>
                  <a:ext cx="7142480" cy="1890055"/>
                </a:xfrm>
                <a:custGeom>
                  <a:avLst/>
                  <a:gdLst>
                    <a:gd name="connsiteX0" fmla="*/ 0 w 7188200"/>
                    <a:gd name="connsiteY0" fmla="*/ 0 h 1871005"/>
                    <a:gd name="connsiteX1" fmla="*/ 1981200 w 7188200"/>
                    <a:gd name="connsiteY1" fmla="*/ 330200 h 1871005"/>
                    <a:gd name="connsiteX2" fmla="*/ 4457700 w 7188200"/>
                    <a:gd name="connsiteY2" fmla="*/ 1644650 h 1871005"/>
                    <a:gd name="connsiteX3" fmla="*/ 7188200 w 7188200"/>
                    <a:gd name="connsiteY3" fmla="*/ 1860550 h 1871005"/>
                    <a:gd name="connsiteX0" fmla="*/ 0 w 7142480"/>
                    <a:gd name="connsiteY0" fmla="*/ 0 h 1890055"/>
                    <a:gd name="connsiteX1" fmla="*/ 1935480 w 7142480"/>
                    <a:gd name="connsiteY1" fmla="*/ 349250 h 1890055"/>
                    <a:gd name="connsiteX2" fmla="*/ 4411980 w 7142480"/>
                    <a:gd name="connsiteY2" fmla="*/ 1663700 h 1890055"/>
                    <a:gd name="connsiteX3" fmla="*/ 7142480 w 7142480"/>
                    <a:gd name="connsiteY3" fmla="*/ 1879600 h 1890055"/>
                    <a:gd name="connsiteX0" fmla="*/ 0 w 7142480"/>
                    <a:gd name="connsiteY0" fmla="*/ 0 h 1890055"/>
                    <a:gd name="connsiteX1" fmla="*/ 1935480 w 7142480"/>
                    <a:gd name="connsiteY1" fmla="*/ 349250 h 1890055"/>
                    <a:gd name="connsiteX2" fmla="*/ 4411980 w 7142480"/>
                    <a:gd name="connsiteY2" fmla="*/ 1663700 h 1890055"/>
                    <a:gd name="connsiteX3" fmla="*/ 7142480 w 7142480"/>
                    <a:gd name="connsiteY3" fmla="*/ 1879600 h 18900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7142480" h="1890055">
                      <a:moveTo>
                        <a:pt x="0" y="0"/>
                      </a:moveTo>
                      <a:cubicBezTo>
                        <a:pt x="624840" y="5186"/>
                        <a:pt x="1200150" y="71967"/>
                        <a:pt x="1935480" y="349250"/>
                      </a:cubicBezTo>
                      <a:cubicBezTo>
                        <a:pt x="2670810" y="626533"/>
                        <a:pt x="3544147" y="1408642"/>
                        <a:pt x="4411980" y="1663700"/>
                      </a:cubicBezTo>
                      <a:cubicBezTo>
                        <a:pt x="5279813" y="1918758"/>
                        <a:pt x="6211146" y="1899179"/>
                        <a:pt x="7142480" y="1879600"/>
                      </a:cubicBezTo>
                    </a:path>
                  </a:pathLst>
                </a:cu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7" name="Straight Arrow Connector 66">
                  <a:extLst>
                    <a:ext uri="{FF2B5EF4-FFF2-40B4-BE49-F238E27FC236}">
                      <a16:creationId xmlns:a16="http://schemas.microsoft.com/office/drawing/2014/main" id="{F2F96486-4870-B505-7771-54B8181FBA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033460" y="1225731"/>
                  <a:ext cx="318770" cy="20938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Arrow Connector 67">
                  <a:extLst>
                    <a:ext uri="{FF2B5EF4-FFF2-40B4-BE49-F238E27FC236}">
                      <a16:creationId xmlns:a16="http://schemas.microsoft.com/office/drawing/2014/main" id="{96B7B48C-B315-B2EE-A602-5CD59BB303A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51463" y="1547212"/>
                  <a:ext cx="261620" cy="2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Straight Arrow Connector 68">
                  <a:extLst>
                    <a:ext uri="{FF2B5EF4-FFF2-40B4-BE49-F238E27FC236}">
                      <a16:creationId xmlns:a16="http://schemas.microsoft.com/office/drawing/2014/main" id="{A8548349-9731-7A5E-0A31-9431D957EF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21765" y="1943175"/>
                  <a:ext cx="292358" cy="66517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Straight Arrow Connector 69">
                  <a:extLst>
                    <a:ext uri="{FF2B5EF4-FFF2-40B4-BE49-F238E27FC236}">
                      <a16:creationId xmlns:a16="http://schemas.microsoft.com/office/drawing/2014/main" id="{0B5E9C64-10C8-4119-79FF-5E2068B6A9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311438" y="2290120"/>
                  <a:ext cx="290365" cy="7751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Straight Arrow Connector 70">
                  <a:extLst>
                    <a:ext uri="{FF2B5EF4-FFF2-40B4-BE49-F238E27FC236}">
                      <a16:creationId xmlns:a16="http://schemas.microsoft.com/office/drawing/2014/main" id="{47105687-820A-50A2-42FF-0CE3774B5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67233" y="2599033"/>
                  <a:ext cx="255270" cy="48547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CF3F615A-58C8-9119-C16A-87A661BFAB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45401" y="446667"/>
                <a:ext cx="0" cy="3466473"/>
              </a:xfrm>
              <a:prstGeom prst="line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9A627E44-6ADA-276E-1BDA-DE99FAFDAAE3}"/>
                  </a:ext>
                </a:extLst>
              </p:cNvPr>
              <p:cNvCxnSpPr/>
              <p:nvPr/>
            </p:nvCxnSpPr>
            <p:spPr>
              <a:xfrm flipH="1">
                <a:off x="2326943" y="955336"/>
                <a:ext cx="2929812" cy="2929812"/>
              </a:xfrm>
              <a:prstGeom prst="line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E07E9702-3558-F839-CBC7-CEFC3BD8C58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32077" y="3166690"/>
                <a:ext cx="7773961" cy="0"/>
              </a:xfrm>
              <a:prstGeom prst="line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FB870AFD-E154-97D9-C44E-09F1189048F6}"/>
                      </a:ext>
                    </a:extLst>
                  </p:cNvPr>
                  <p:cNvSpPr txBox="1"/>
                  <p:nvPr/>
                </p:nvSpPr>
                <p:spPr>
                  <a:xfrm>
                    <a:off x="2641073" y="446667"/>
                    <a:ext cx="36862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6" name="TextBox 155">
                    <a:extLst>
                      <a:ext uri="{FF2B5EF4-FFF2-40B4-BE49-F238E27FC236}">
                        <a16:creationId xmlns:a16="http://schemas.microsoft.com/office/drawing/2014/main" id="{051FFF04-2E44-4343-AC05-200159DE55E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1073" y="446667"/>
                    <a:ext cx="368626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16279" b="-4772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34813527-2A91-FAD1-3405-1FEC3ED29A7F}"/>
                      </a:ext>
                    </a:extLst>
                  </p:cNvPr>
                  <p:cNvSpPr txBox="1"/>
                  <p:nvPr/>
                </p:nvSpPr>
                <p:spPr>
                  <a:xfrm>
                    <a:off x="9713989" y="3204310"/>
                    <a:ext cx="33457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7" name="TextBox 156">
                    <a:extLst>
                      <a:ext uri="{FF2B5EF4-FFF2-40B4-BE49-F238E27FC236}">
                        <a16:creationId xmlns:a16="http://schemas.microsoft.com/office/drawing/2014/main" id="{9B70D0F0-7D57-45AB-A3E4-CED51A73379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13989" y="3204310"/>
                    <a:ext cx="334579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7500" b="-2790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50D4AA0D-4848-E511-0B89-5D99CB389649}"/>
                      </a:ext>
                    </a:extLst>
                  </p:cNvPr>
                  <p:cNvSpPr txBox="1"/>
                  <p:nvPr/>
                </p:nvSpPr>
                <p:spPr>
                  <a:xfrm>
                    <a:off x="6130885" y="1679973"/>
                    <a:ext cx="365613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8" name="TextBox 157">
                    <a:extLst>
                      <a:ext uri="{FF2B5EF4-FFF2-40B4-BE49-F238E27FC236}">
                        <a16:creationId xmlns:a16="http://schemas.microsoft.com/office/drawing/2014/main" id="{A83C4AA1-20B0-4A41-9E34-7710C07FADE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30885" y="1679973"/>
                    <a:ext cx="365613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r="-11628" b="-4651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C6115EDD-5356-DF47-3721-040229515211}"/>
                      </a:ext>
                    </a:extLst>
                  </p:cNvPr>
                  <p:cNvSpPr txBox="1"/>
                  <p:nvPr/>
                </p:nvSpPr>
                <p:spPr>
                  <a:xfrm>
                    <a:off x="6448529" y="2623910"/>
                    <a:ext cx="41870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9" name="TextBox 158">
                    <a:extLst>
                      <a:ext uri="{FF2B5EF4-FFF2-40B4-BE49-F238E27FC236}">
                        <a16:creationId xmlns:a16="http://schemas.microsoft.com/office/drawing/2014/main" id="{015A23EF-B586-40CF-B528-528684C522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48529" y="2623910"/>
                    <a:ext cx="418704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6122" r="-30612" b="-5814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1E7BEFC-8F3E-59E4-494D-D774A3865AAB}"/>
                  </a:ext>
                </a:extLst>
              </p:cNvPr>
              <p:cNvCxnSpPr/>
              <p:nvPr/>
            </p:nvCxnSpPr>
            <p:spPr>
              <a:xfrm flipV="1">
                <a:off x="5763016" y="1387762"/>
                <a:ext cx="166433" cy="43493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5F59DF4F-FDD5-E8C0-773C-FF2AB96F1B16}"/>
                      </a:ext>
                    </a:extLst>
                  </p:cNvPr>
                  <p:cNvSpPr txBox="1"/>
                  <p:nvPr/>
                </p:nvSpPr>
                <p:spPr>
                  <a:xfrm>
                    <a:off x="5846232" y="1089509"/>
                    <a:ext cx="36420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61" name="TextBox 160">
                    <a:extLst>
                      <a:ext uri="{FF2B5EF4-FFF2-40B4-BE49-F238E27FC236}">
                        <a16:creationId xmlns:a16="http://schemas.microsoft.com/office/drawing/2014/main" id="{9895BF88-B9C0-4E9E-8220-811ED661142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46232" y="1089509"/>
                    <a:ext cx="364202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16667" b="-302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" name="TextBox 58">
                    <a:extLst>
                      <a:ext uri="{FF2B5EF4-FFF2-40B4-BE49-F238E27FC236}">
                        <a16:creationId xmlns:a16="http://schemas.microsoft.com/office/drawing/2014/main" id="{B0DEDF01-DEBB-1EE6-B680-DEABA1154886}"/>
                      </a:ext>
                    </a:extLst>
                  </p:cNvPr>
                  <p:cNvSpPr txBox="1"/>
                  <p:nvPr/>
                </p:nvSpPr>
                <p:spPr>
                  <a:xfrm>
                    <a:off x="4868728" y="684019"/>
                    <a:ext cx="36958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62" name="TextBox 161">
                    <a:extLst>
                      <a:ext uri="{FF2B5EF4-FFF2-40B4-BE49-F238E27FC236}">
                        <a16:creationId xmlns:a16="http://schemas.microsoft.com/office/drawing/2014/main" id="{E3DA8E67-BB84-42F0-9C8A-3C590656EE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68728" y="684019"/>
                    <a:ext cx="369588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13953" b="-4772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9442F9D0-E46D-9CDE-C6C6-CB0AFD500DF6}"/>
                </a:ext>
              </a:extLst>
            </p:cNvPr>
            <p:cNvGrpSpPr/>
            <p:nvPr/>
          </p:nvGrpSpPr>
          <p:grpSpPr>
            <a:xfrm>
              <a:off x="10204302" y="3750499"/>
              <a:ext cx="1096194" cy="797225"/>
              <a:chOff x="10204301" y="3725841"/>
              <a:chExt cx="1330457" cy="1146342"/>
            </a:xfrm>
          </p:grpSpPr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60CF5B21-B2DB-9E8A-AA10-3ABE6988F6FE}"/>
                  </a:ext>
                </a:extLst>
              </p:cNvPr>
              <p:cNvSpPr/>
              <p:nvPr/>
            </p:nvSpPr>
            <p:spPr>
              <a:xfrm rot="4458677">
                <a:off x="10296359" y="3633783"/>
                <a:ext cx="1146342" cy="1330457"/>
              </a:xfrm>
              <a:custGeom>
                <a:avLst/>
                <a:gdLst>
                  <a:gd name="connsiteX0" fmla="*/ 543485 w 2015003"/>
                  <a:gd name="connsiteY0" fmla="*/ 57463 h 2116231"/>
                  <a:gd name="connsiteX1" fmla="*/ 1523199 w 2015003"/>
                  <a:gd name="connsiteY1" fmla="*/ 178761 h 2116231"/>
                  <a:gd name="connsiteX2" fmla="*/ 1560522 w 2015003"/>
                  <a:gd name="connsiteY2" fmla="*/ 943871 h 2116231"/>
                  <a:gd name="connsiteX3" fmla="*/ 1999060 w 2015003"/>
                  <a:gd name="connsiteY3" fmla="*/ 1643667 h 2116231"/>
                  <a:gd name="connsiteX4" fmla="*/ 916709 w 2015003"/>
                  <a:gd name="connsiteY4" fmla="*/ 2110198 h 2116231"/>
                  <a:gd name="connsiteX5" fmla="*/ 720766 w 2015003"/>
                  <a:gd name="connsiteY5" fmla="*/ 1317096 h 2116231"/>
                  <a:gd name="connsiteX6" fmla="*/ 2309 w 2015003"/>
                  <a:gd name="connsiteY6" fmla="*/ 934541 h 2116231"/>
                  <a:gd name="connsiteX7" fmla="*/ 543485 w 2015003"/>
                  <a:gd name="connsiteY7" fmla="*/ 57463 h 2116231"/>
                  <a:gd name="connsiteX0" fmla="*/ 543485 w 2014235"/>
                  <a:gd name="connsiteY0" fmla="*/ 57463 h 2119110"/>
                  <a:gd name="connsiteX1" fmla="*/ 1523199 w 2014235"/>
                  <a:gd name="connsiteY1" fmla="*/ 178761 h 2119110"/>
                  <a:gd name="connsiteX2" fmla="*/ 1560522 w 2014235"/>
                  <a:gd name="connsiteY2" fmla="*/ 943871 h 2119110"/>
                  <a:gd name="connsiteX3" fmla="*/ 1999060 w 2014235"/>
                  <a:gd name="connsiteY3" fmla="*/ 1643667 h 2119110"/>
                  <a:gd name="connsiteX4" fmla="*/ 916709 w 2014235"/>
                  <a:gd name="connsiteY4" fmla="*/ 2110198 h 2119110"/>
                  <a:gd name="connsiteX5" fmla="*/ 720766 w 2014235"/>
                  <a:gd name="connsiteY5" fmla="*/ 1317096 h 2119110"/>
                  <a:gd name="connsiteX6" fmla="*/ 2309 w 2014235"/>
                  <a:gd name="connsiteY6" fmla="*/ 934541 h 2119110"/>
                  <a:gd name="connsiteX7" fmla="*/ 543485 w 2014235"/>
                  <a:gd name="connsiteY7" fmla="*/ 57463 h 2119110"/>
                  <a:gd name="connsiteX0" fmla="*/ 543485 w 1980874"/>
                  <a:gd name="connsiteY0" fmla="*/ 57463 h 2128421"/>
                  <a:gd name="connsiteX1" fmla="*/ 1523199 w 1980874"/>
                  <a:gd name="connsiteY1" fmla="*/ 178761 h 2128421"/>
                  <a:gd name="connsiteX2" fmla="*/ 1560522 w 1980874"/>
                  <a:gd name="connsiteY2" fmla="*/ 943871 h 2128421"/>
                  <a:gd name="connsiteX3" fmla="*/ 1964847 w 1980874"/>
                  <a:gd name="connsiteY3" fmla="*/ 1730974 h 2128421"/>
                  <a:gd name="connsiteX4" fmla="*/ 916709 w 1980874"/>
                  <a:gd name="connsiteY4" fmla="*/ 2110198 h 2128421"/>
                  <a:gd name="connsiteX5" fmla="*/ 720766 w 1980874"/>
                  <a:gd name="connsiteY5" fmla="*/ 1317096 h 2128421"/>
                  <a:gd name="connsiteX6" fmla="*/ 2309 w 1980874"/>
                  <a:gd name="connsiteY6" fmla="*/ 934541 h 2128421"/>
                  <a:gd name="connsiteX7" fmla="*/ 543485 w 1980874"/>
                  <a:gd name="connsiteY7" fmla="*/ 57463 h 2128421"/>
                  <a:gd name="connsiteX0" fmla="*/ 543485 w 1975539"/>
                  <a:gd name="connsiteY0" fmla="*/ 57463 h 2163482"/>
                  <a:gd name="connsiteX1" fmla="*/ 1523199 w 1975539"/>
                  <a:gd name="connsiteY1" fmla="*/ 178761 h 2163482"/>
                  <a:gd name="connsiteX2" fmla="*/ 1560522 w 1975539"/>
                  <a:gd name="connsiteY2" fmla="*/ 943871 h 2163482"/>
                  <a:gd name="connsiteX3" fmla="*/ 1964847 w 1975539"/>
                  <a:gd name="connsiteY3" fmla="*/ 1730974 h 2163482"/>
                  <a:gd name="connsiteX4" fmla="*/ 1069419 w 1975539"/>
                  <a:gd name="connsiteY4" fmla="*/ 2153091 h 2163482"/>
                  <a:gd name="connsiteX5" fmla="*/ 720766 w 1975539"/>
                  <a:gd name="connsiteY5" fmla="*/ 1317096 h 2163482"/>
                  <a:gd name="connsiteX6" fmla="*/ 2309 w 1975539"/>
                  <a:gd name="connsiteY6" fmla="*/ 934541 h 2163482"/>
                  <a:gd name="connsiteX7" fmla="*/ 543485 w 1975539"/>
                  <a:gd name="connsiteY7" fmla="*/ 57463 h 2163482"/>
                  <a:gd name="connsiteX0" fmla="*/ 543485 w 1975539"/>
                  <a:gd name="connsiteY0" fmla="*/ 57463 h 2170997"/>
                  <a:gd name="connsiteX1" fmla="*/ 1523199 w 1975539"/>
                  <a:gd name="connsiteY1" fmla="*/ 178761 h 2170997"/>
                  <a:gd name="connsiteX2" fmla="*/ 1560522 w 1975539"/>
                  <a:gd name="connsiteY2" fmla="*/ 943871 h 2170997"/>
                  <a:gd name="connsiteX3" fmla="*/ 1964847 w 1975539"/>
                  <a:gd name="connsiteY3" fmla="*/ 1730974 h 2170997"/>
                  <a:gd name="connsiteX4" fmla="*/ 1069419 w 1975539"/>
                  <a:gd name="connsiteY4" fmla="*/ 2153091 h 2170997"/>
                  <a:gd name="connsiteX5" fmla="*/ 720766 w 1975539"/>
                  <a:gd name="connsiteY5" fmla="*/ 1317096 h 2170997"/>
                  <a:gd name="connsiteX6" fmla="*/ 2309 w 1975539"/>
                  <a:gd name="connsiteY6" fmla="*/ 934541 h 2170997"/>
                  <a:gd name="connsiteX7" fmla="*/ 543485 w 1975539"/>
                  <a:gd name="connsiteY7" fmla="*/ 57463 h 2170997"/>
                  <a:gd name="connsiteX0" fmla="*/ 543485 w 1986971"/>
                  <a:gd name="connsiteY0" fmla="*/ 57463 h 2188674"/>
                  <a:gd name="connsiteX1" fmla="*/ 1523199 w 1986971"/>
                  <a:gd name="connsiteY1" fmla="*/ 178761 h 2188674"/>
                  <a:gd name="connsiteX2" fmla="*/ 1560522 w 1986971"/>
                  <a:gd name="connsiteY2" fmla="*/ 943871 h 2188674"/>
                  <a:gd name="connsiteX3" fmla="*/ 1964847 w 1986971"/>
                  <a:gd name="connsiteY3" fmla="*/ 1730974 h 2188674"/>
                  <a:gd name="connsiteX4" fmla="*/ 1069419 w 1986971"/>
                  <a:gd name="connsiteY4" fmla="*/ 2153091 h 2188674"/>
                  <a:gd name="connsiteX5" fmla="*/ 720766 w 1986971"/>
                  <a:gd name="connsiteY5" fmla="*/ 1317096 h 2188674"/>
                  <a:gd name="connsiteX6" fmla="*/ 2309 w 1986971"/>
                  <a:gd name="connsiteY6" fmla="*/ 934541 h 2188674"/>
                  <a:gd name="connsiteX7" fmla="*/ 543485 w 1986971"/>
                  <a:gd name="connsiteY7" fmla="*/ 57463 h 2188674"/>
                  <a:gd name="connsiteX0" fmla="*/ 554169 w 1997655"/>
                  <a:gd name="connsiteY0" fmla="*/ 57463 h 2203770"/>
                  <a:gd name="connsiteX1" fmla="*/ 1533883 w 1997655"/>
                  <a:gd name="connsiteY1" fmla="*/ 178761 h 2203770"/>
                  <a:gd name="connsiteX2" fmla="*/ 1571206 w 1997655"/>
                  <a:gd name="connsiteY2" fmla="*/ 943871 h 2203770"/>
                  <a:gd name="connsiteX3" fmla="*/ 1975531 w 1997655"/>
                  <a:gd name="connsiteY3" fmla="*/ 1730974 h 2203770"/>
                  <a:gd name="connsiteX4" fmla="*/ 1080103 w 1997655"/>
                  <a:gd name="connsiteY4" fmla="*/ 2153091 h 2203770"/>
                  <a:gd name="connsiteX5" fmla="*/ 12993 w 1997655"/>
                  <a:gd name="connsiteY5" fmla="*/ 934541 h 2203770"/>
                  <a:gd name="connsiteX6" fmla="*/ 554169 w 1997655"/>
                  <a:gd name="connsiteY6" fmla="*/ 57463 h 2203770"/>
                  <a:gd name="connsiteX0" fmla="*/ 554169 w 1989255"/>
                  <a:gd name="connsiteY0" fmla="*/ 54327 h 2179975"/>
                  <a:gd name="connsiteX1" fmla="*/ 1533883 w 1989255"/>
                  <a:gd name="connsiteY1" fmla="*/ 175625 h 2179975"/>
                  <a:gd name="connsiteX2" fmla="*/ 1616926 w 1989255"/>
                  <a:gd name="connsiteY2" fmla="*/ 846968 h 2179975"/>
                  <a:gd name="connsiteX3" fmla="*/ 1975531 w 1989255"/>
                  <a:gd name="connsiteY3" fmla="*/ 1727838 h 2179975"/>
                  <a:gd name="connsiteX4" fmla="*/ 1080103 w 1989255"/>
                  <a:gd name="connsiteY4" fmla="*/ 2149955 h 2179975"/>
                  <a:gd name="connsiteX5" fmla="*/ 12993 w 1989255"/>
                  <a:gd name="connsiteY5" fmla="*/ 931405 h 2179975"/>
                  <a:gd name="connsiteX6" fmla="*/ 554169 w 1989255"/>
                  <a:gd name="connsiteY6" fmla="*/ 54327 h 2179975"/>
                  <a:gd name="connsiteX0" fmla="*/ 305977 w 1741063"/>
                  <a:gd name="connsiteY0" fmla="*/ 90459 h 2192681"/>
                  <a:gd name="connsiteX1" fmla="*/ 1285691 w 1741063"/>
                  <a:gd name="connsiteY1" fmla="*/ 211757 h 2192681"/>
                  <a:gd name="connsiteX2" fmla="*/ 1368734 w 1741063"/>
                  <a:gd name="connsiteY2" fmla="*/ 883100 h 2192681"/>
                  <a:gd name="connsiteX3" fmla="*/ 1727339 w 1741063"/>
                  <a:gd name="connsiteY3" fmla="*/ 1763970 h 2192681"/>
                  <a:gd name="connsiteX4" fmla="*/ 831911 w 1741063"/>
                  <a:gd name="connsiteY4" fmla="*/ 2186087 h 2192681"/>
                  <a:gd name="connsiteX5" fmla="*/ 24611 w 1741063"/>
                  <a:gd name="connsiteY5" fmla="*/ 1457254 h 2192681"/>
                  <a:gd name="connsiteX6" fmla="*/ 305977 w 1741063"/>
                  <a:gd name="connsiteY6" fmla="*/ 90459 h 2192681"/>
                  <a:gd name="connsiteX0" fmla="*/ 193443 w 1780632"/>
                  <a:gd name="connsiteY0" fmla="*/ 113292 h 2122552"/>
                  <a:gd name="connsiteX1" fmla="*/ 1325260 w 1780632"/>
                  <a:gd name="connsiteY1" fmla="*/ 141628 h 2122552"/>
                  <a:gd name="connsiteX2" fmla="*/ 1408303 w 1780632"/>
                  <a:gd name="connsiteY2" fmla="*/ 812971 h 2122552"/>
                  <a:gd name="connsiteX3" fmla="*/ 1766908 w 1780632"/>
                  <a:gd name="connsiteY3" fmla="*/ 1693841 h 2122552"/>
                  <a:gd name="connsiteX4" fmla="*/ 871480 w 1780632"/>
                  <a:gd name="connsiteY4" fmla="*/ 2115958 h 2122552"/>
                  <a:gd name="connsiteX5" fmla="*/ 64180 w 1780632"/>
                  <a:gd name="connsiteY5" fmla="*/ 1387125 h 2122552"/>
                  <a:gd name="connsiteX6" fmla="*/ 193443 w 1780632"/>
                  <a:gd name="connsiteY6" fmla="*/ 113292 h 2122552"/>
                  <a:gd name="connsiteX0" fmla="*/ 193443 w 1780632"/>
                  <a:gd name="connsiteY0" fmla="*/ 113292 h 2126761"/>
                  <a:gd name="connsiteX1" fmla="*/ 1325260 w 1780632"/>
                  <a:gd name="connsiteY1" fmla="*/ 141628 h 2126761"/>
                  <a:gd name="connsiteX2" fmla="*/ 1408303 w 1780632"/>
                  <a:gd name="connsiteY2" fmla="*/ 812971 h 2126761"/>
                  <a:gd name="connsiteX3" fmla="*/ 1766908 w 1780632"/>
                  <a:gd name="connsiteY3" fmla="*/ 1693841 h 2126761"/>
                  <a:gd name="connsiteX4" fmla="*/ 871480 w 1780632"/>
                  <a:gd name="connsiteY4" fmla="*/ 2115958 h 2126761"/>
                  <a:gd name="connsiteX5" fmla="*/ 64180 w 1780632"/>
                  <a:gd name="connsiteY5" fmla="*/ 1387125 h 2126761"/>
                  <a:gd name="connsiteX6" fmla="*/ 193443 w 1780632"/>
                  <a:gd name="connsiteY6" fmla="*/ 113292 h 21267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780632" h="2126761">
                    <a:moveTo>
                      <a:pt x="193443" y="113292"/>
                    </a:moveTo>
                    <a:cubicBezTo>
                      <a:pt x="403623" y="-94291"/>
                      <a:pt x="1122783" y="25015"/>
                      <a:pt x="1325260" y="141628"/>
                    </a:cubicBezTo>
                    <a:cubicBezTo>
                      <a:pt x="1527737" y="258241"/>
                      <a:pt x="1334695" y="554269"/>
                      <a:pt x="1408303" y="812971"/>
                    </a:cubicBezTo>
                    <a:cubicBezTo>
                      <a:pt x="1481911" y="1071673"/>
                      <a:pt x="1856378" y="1476677"/>
                      <a:pt x="1766908" y="1693841"/>
                    </a:cubicBezTo>
                    <a:cubicBezTo>
                      <a:pt x="1677438" y="1911005"/>
                      <a:pt x="1218149" y="2184739"/>
                      <a:pt x="871480" y="2115958"/>
                    </a:cubicBezTo>
                    <a:cubicBezTo>
                      <a:pt x="524811" y="2047177"/>
                      <a:pt x="177186" y="1720903"/>
                      <a:pt x="64180" y="1387125"/>
                    </a:cubicBezTo>
                    <a:cubicBezTo>
                      <a:pt x="-48826" y="1053347"/>
                      <a:pt x="-16737" y="320875"/>
                      <a:pt x="193443" y="113292"/>
                    </a:cubicBezTo>
                    <a:close/>
                  </a:path>
                </a:pathLst>
              </a:custGeom>
              <a:noFill/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B169C78D-F698-9341-FE89-77E9CE88F72E}"/>
                  </a:ext>
                </a:extLst>
              </p:cNvPr>
              <p:cNvSpPr/>
              <p:nvPr/>
            </p:nvSpPr>
            <p:spPr>
              <a:xfrm>
                <a:off x="10286879" y="3818850"/>
                <a:ext cx="1160665" cy="904703"/>
              </a:xfrm>
              <a:custGeom>
                <a:avLst/>
                <a:gdLst>
                  <a:gd name="connsiteX0" fmla="*/ 57178 w 1829995"/>
                  <a:gd name="connsiteY0" fmla="*/ 1404604 h 1404604"/>
                  <a:gd name="connsiteX1" fmla="*/ 85170 w 1829995"/>
                  <a:gd name="connsiteY1" fmla="*/ 882089 h 1404604"/>
                  <a:gd name="connsiteX2" fmla="*/ 868942 w 1829995"/>
                  <a:gd name="connsiteY2" fmla="*/ 79657 h 1404604"/>
                  <a:gd name="connsiteX3" fmla="*/ 1829995 w 1829995"/>
                  <a:gd name="connsiteY3" fmla="*/ 79657 h 1404604"/>
                  <a:gd name="connsiteX0" fmla="*/ 57178 w 1829995"/>
                  <a:gd name="connsiteY0" fmla="*/ 1435711 h 1435711"/>
                  <a:gd name="connsiteX1" fmla="*/ 85170 w 1829995"/>
                  <a:gd name="connsiteY1" fmla="*/ 913196 h 1435711"/>
                  <a:gd name="connsiteX2" fmla="*/ 868942 w 1829995"/>
                  <a:gd name="connsiteY2" fmla="*/ 110764 h 1435711"/>
                  <a:gd name="connsiteX3" fmla="*/ 1829995 w 1829995"/>
                  <a:gd name="connsiteY3" fmla="*/ 110764 h 1435711"/>
                  <a:gd name="connsiteX0" fmla="*/ 57178 w 1829995"/>
                  <a:gd name="connsiteY0" fmla="*/ 1416085 h 1416085"/>
                  <a:gd name="connsiteX1" fmla="*/ 85170 w 1829995"/>
                  <a:gd name="connsiteY1" fmla="*/ 893570 h 1416085"/>
                  <a:gd name="connsiteX2" fmla="*/ 868942 w 1829995"/>
                  <a:gd name="connsiteY2" fmla="*/ 91138 h 1416085"/>
                  <a:gd name="connsiteX3" fmla="*/ 1829995 w 1829995"/>
                  <a:gd name="connsiteY3" fmla="*/ 131778 h 1416085"/>
                  <a:gd name="connsiteX0" fmla="*/ 75158 w 1847975"/>
                  <a:gd name="connsiteY0" fmla="*/ 1416085 h 1416085"/>
                  <a:gd name="connsiteX1" fmla="*/ 103150 w 1847975"/>
                  <a:gd name="connsiteY1" fmla="*/ 893570 h 1416085"/>
                  <a:gd name="connsiteX2" fmla="*/ 886922 w 1847975"/>
                  <a:gd name="connsiteY2" fmla="*/ 91138 h 1416085"/>
                  <a:gd name="connsiteX3" fmla="*/ 1847975 w 1847975"/>
                  <a:gd name="connsiteY3" fmla="*/ 131778 h 1416085"/>
                  <a:gd name="connsiteX0" fmla="*/ 71180 w 1854157"/>
                  <a:gd name="connsiteY0" fmla="*/ 1411005 h 1411005"/>
                  <a:gd name="connsiteX1" fmla="*/ 109332 w 1854157"/>
                  <a:gd name="connsiteY1" fmla="*/ 893570 h 1411005"/>
                  <a:gd name="connsiteX2" fmla="*/ 893104 w 1854157"/>
                  <a:gd name="connsiteY2" fmla="*/ 91138 h 1411005"/>
                  <a:gd name="connsiteX3" fmla="*/ 1854157 w 1854157"/>
                  <a:gd name="connsiteY3" fmla="*/ 131778 h 1411005"/>
                  <a:gd name="connsiteX0" fmla="*/ 70463 w 1855345"/>
                  <a:gd name="connsiteY0" fmla="*/ 1405290 h 1405290"/>
                  <a:gd name="connsiteX1" fmla="*/ 110520 w 1855345"/>
                  <a:gd name="connsiteY1" fmla="*/ 893570 h 1405290"/>
                  <a:gd name="connsiteX2" fmla="*/ 894292 w 1855345"/>
                  <a:gd name="connsiteY2" fmla="*/ 91138 h 1405290"/>
                  <a:gd name="connsiteX3" fmla="*/ 1855345 w 1855345"/>
                  <a:gd name="connsiteY3" fmla="*/ 131778 h 1405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55345" h="1405290">
                    <a:moveTo>
                      <a:pt x="70463" y="1405290"/>
                    </a:moveTo>
                    <a:cubicBezTo>
                      <a:pt x="-31448" y="1254444"/>
                      <a:pt x="-26785" y="1112595"/>
                      <a:pt x="110520" y="893570"/>
                    </a:cubicBezTo>
                    <a:cubicBezTo>
                      <a:pt x="247825" y="674545"/>
                      <a:pt x="603488" y="224877"/>
                      <a:pt x="894292" y="91138"/>
                    </a:cubicBezTo>
                    <a:cubicBezTo>
                      <a:pt x="1185096" y="-42601"/>
                      <a:pt x="1796821" y="-29227"/>
                      <a:pt x="1855345" y="131778"/>
                    </a:cubicBezTo>
                  </a:path>
                </a:pathLst>
              </a:custGeom>
              <a:noFill/>
              <a:ln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D5EB64FE-14C0-327C-B77D-5A96CE687094}"/>
                  </a:ext>
                </a:extLst>
              </p:cNvPr>
              <p:cNvSpPr/>
              <p:nvPr/>
            </p:nvSpPr>
            <p:spPr>
              <a:xfrm>
                <a:off x="10342204" y="3910829"/>
                <a:ext cx="1126233" cy="875590"/>
              </a:xfrm>
              <a:custGeom>
                <a:avLst/>
                <a:gdLst>
                  <a:gd name="connsiteX0" fmla="*/ 1782147 w 1782147"/>
                  <a:gd name="connsiteY0" fmla="*/ 0 h 1335438"/>
                  <a:gd name="connsiteX1" fmla="*/ 1642188 w 1782147"/>
                  <a:gd name="connsiteY1" fmla="*/ 587828 h 1335438"/>
                  <a:gd name="connsiteX2" fmla="*/ 1035698 w 1782147"/>
                  <a:gd name="connsiteY2" fmla="*/ 746449 h 1335438"/>
                  <a:gd name="connsiteX3" fmla="*/ 597159 w 1782147"/>
                  <a:gd name="connsiteY3" fmla="*/ 1231641 h 1335438"/>
                  <a:gd name="connsiteX4" fmla="*/ 0 w 1782147"/>
                  <a:gd name="connsiteY4" fmla="*/ 1278294 h 1335438"/>
                  <a:gd name="connsiteX0" fmla="*/ 1766907 w 1766907"/>
                  <a:gd name="connsiteY0" fmla="*/ 0 h 1342602"/>
                  <a:gd name="connsiteX1" fmla="*/ 1626948 w 1766907"/>
                  <a:gd name="connsiteY1" fmla="*/ 587828 h 1342602"/>
                  <a:gd name="connsiteX2" fmla="*/ 1020458 w 1766907"/>
                  <a:gd name="connsiteY2" fmla="*/ 746449 h 1342602"/>
                  <a:gd name="connsiteX3" fmla="*/ 581919 w 1766907"/>
                  <a:gd name="connsiteY3" fmla="*/ 1231641 h 1342602"/>
                  <a:gd name="connsiteX4" fmla="*/ 0 w 1766907"/>
                  <a:gd name="connsiteY4" fmla="*/ 1288454 h 1342602"/>
                  <a:gd name="connsiteX0" fmla="*/ 1766907 w 1766907"/>
                  <a:gd name="connsiteY0" fmla="*/ 0 h 1362894"/>
                  <a:gd name="connsiteX1" fmla="*/ 1626948 w 1766907"/>
                  <a:gd name="connsiteY1" fmla="*/ 587828 h 1362894"/>
                  <a:gd name="connsiteX2" fmla="*/ 1020458 w 1766907"/>
                  <a:gd name="connsiteY2" fmla="*/ 746449 h 1362894"/>
                  <a:gd name="connsiteX3" fmla="*/ 581919 w 1766907"/>
                  <a:gd name="connsiteY3" fmla="*/ 1231641 h 1362894"/>
                  <a:gd name="connsiteX4" fmla="*/ 0 w 1766907"/>
                  <a:gd name="connsiteY4" fmla="*/ 1288454 h 1362894"/>
                  <a:gd name="connsiteX0" fmla="*/ 1766907 w 1766907"/>
                  <a:gd name="connsiteY0" fmla="*/ 0 h 1365149"/>
                  <a:gd name="connsiteX1" fmla="*/ 1626948 w 1766907"/>
                  <a:gd name="connsiteY1" fmla="*/ 587828 h 1365149"/>
                  <a:gd name="connsiteX2" fmla="*/ 1020458 w 1766907"/>
                  <a:gd name="connsiteY2" fmla="*/ 746449 h 1365149"/>
                  <a:gd name="connsiteX3" fmla="*/ 581919 w 1766907"/>
                  <a:gd name="connsiteY3" fmla="*/ 1231641 h 1365149"/>
                  <a:gd name="connsiteX4" fmla="*/ 0 w 1766907"/>
                  <a:gd name="connsiteY4" fmla="*/ 1288454 h 1365149"/>
                  <a:gd name="connsiteX0" fmla="*/ 1766907 w 1766907"/>
                  <a:gd name="connsiteY0" fmla="*/ 0 h 1365149"/>
                  <a:gd name="connsiteX1" fmla="*/ 1626948 w 1766907"/>
                  <a:gd name="connsiteY1" fmla="*/ 587828 h 1365149"/>
                  <a:gd name="connsiteX2" fmla="*/ 1020458 w 1766907"/>
                  <a:gd name="connsiteY2" fmla="*/ 746449 h 1365149"/>
                  <a:gd name="connsiteX3" fmla="*/ 642879 w 1766907"/>
                  <a:gd name="connsiteY3" fmla="*/ 1231641 h 1365149"/>
                  <a:gd name="connsiteX4" fmla="*/ 0 w 1766907"/>
                  <a:gd name="connsiteY4" fmla="*/ 1288454 h 1365149"/>
                  <a:gd name="connsiteX0" fmla="*/ 1787227 w 1787227"/>
                  <a:gd name="connsiteY0" fmla="*/ 0 h 1362609"/>
                  <a:gd name="connsiteX1" fmla="*/ 1626948 w 1787227"/>
                  <a:gd name="connsiteY1" fmla="*/ 585288 h 1362609"/>
                  <a:gd name="connsiteX2" fmla="*/ 1020458 w 1787227"/>
                  <a:gd name="connsiteY2" fmla="*/ 743909 h 1362609"/>
                  <a:gd name="connsiteX3" fmla="*/ 642879 w 1787227"/>
                  <a:gd name="connsiteY3" fmla="*/ 1229101 h 1362609"/>
                  <a:gd name="connsiteX4" fmla="*/ 0 w 1787227"/>
                  <a:gd name="connsiteY4" fmla="*/ 1285914 h 1362609"/>
                  <a:gd name="connsiteX0" fmla="*/ 1787227 w 1809320"/>
                  <a:gd name="connsiteY0" fmla="*/ 0 h 1362609"/>
                  <a:gd name="connsiteX1" fmla="*/ 1626948 w 1809320"/>
                  <a:gd name="connsiteY1" fmla="*/ 585288 h 1362609"/>
                  <a:gd name="connsiteX2" fmla="*/ 1020458 w 1809320"/>
                  <a:gd name="connsiteY2" fmla="*/ 743909 h 1362609"/>
                  <a:gd name="connsiteX3" fmla="*/ 642879 w 1809320"/>
                  <a:gd name="connsiteY3" fmla="*/ 1229101 h 1362609"/>
                  <a:gd name="connsiteX4" fmla="*/ 0 w 1809320"/>
                  <a:gd name="connsiteY4" fmla="*/ 1285914 h 1362609"/>
                  <a:gd name="connsiteX0" fmla="*/ 1777067 w 1800305"/>
                  <a:gd name="connsiteY0" fmla="*/ 0 h 1360069"/>
                  <a:gd name="connsiteX1" fmla="*/ 1626948 w 1800305"/>
                  <a:gd name="connsiteY1" fmla="*/ 582748 h 1360069"/>
                  <a:gd name="connsiteX2" fmla="*/ 1020458 w 1800305"/>
                  <a:gd name="connsiteY2" fmla="*/ 741369 h 1360069"/>
                  <a:gd name="connsiteX3" fmla="*/ 642879 w 1800305"/>
                  <a:gd name="connsiteY3" fmla="*/ 1226561 h 1360069"/>
                  <a:gd name="connsiteX4" fmla="*/ 0 w 1800305"/>
                  <a:gd name="connsiteY4" fmla="*/ 1283374 h 1360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00305" h="1360069">
                    <a:moveTo>
                      <a:pt x="1777067" y="0"/>
                    </a:moveTo>
                    <a:cubicBezTo>
                      <a:pt x="1845491" y="236790"/>
                      <a:pt x="1753050" y="459186"/>
                      <a:pt x="1626948" y="582748"/>
                    </a:cubicBezTo>
                    <a:cubicBezTo>
                      <a:pt x="1500846" y="706310"/>
                      <a:pt x="1184470" y="634067"/>
                      <a:pt x="1020458" y="741369"/>
                    </a:cubicBezTo>
                    <a:cubicBezTo>
                      <a:pt x="856446" y="848671"/>
                      <a:pt x="815495" y="1137920"/>
                      <a:pt x="642879" y="1226561"/>
                    </a:cubicBezTo>
                    <a:cubicBezTo>
                      <a:pt x="470263" y="1315202"/>
                      <a:pt x="152918" y="1444586"/>
                      <a:pt x="0" y="1283374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4DCB1D70-262D-529F-762D-B814F1961098}"/>
                  </a:ext>
                </a:extLst>
              </p:cNvPr>
              <p:cNvSpPr txBox="1"/>
              <p:nvPr/>
            </p:nvSpPr>
            <p:spPr>
              <a:xfrm>
                <a:off x="658105" y="1171823"/>
                <a:ext cx="1600695" cy="57830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i="1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ac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8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4DCB1D70-262D-529F-762D-B814F19610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05" y="1171823"/>
                <a:ext cx="1600695" cy="57830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D54CC92D-2410-2AB2-3DAF-0C7A734675AF}"/>
                  </a:ext>
                </a:extLst>
              </p:cNvPr>
              <p:cNvSpPr txBox="1"/>
              <p:nvPr/>
            </p:nvSpPr>
            <p:spPr>
              <a:xfrm>
                <a:off x="3389121" y="1181977"/>
                <a:ext cx="2037609" cy="582019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ac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</m:oMath>
                  </m:oMathPara>
                </a14:m>
                <a:endParaRPr lang="en-US" sz="28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D54CC92D-2410-2AB2-3DAF-0C7A73467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9121" y="1181977"/>
                <a:ext cx="2037609" cy="58201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TextBox 81">
            <a:extLst>
              <a:ext uri="{FF2B5EF4-FFF2-40B4-BE49-F238E27FC236}">
                <a16:creationId xmlns:a16="http://schemas.microsoft.com/office/drawing/2014/main" id="{5E8687B3-009D-B36E-A5F8-ED1A7B96452E}"/>
              </a:ext>
            </a:extLst>
          </p:cNvPr>
          <p:cNvSpPr txBox="1"/>
          <p:nvPr/>
        </p:nvSpPr>
        <p:spPr>
          <a:xfrm>
            <a:off x="400010" y="1737555"/>
            <a:ext cx="28115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 state is “lost” or “created” as time evolves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A2BE8D6-1184-1ECC-959C-B6C60F8DC5DC}"/>
              </a:ext>
            </a:extLst>
          </p:cNvPr>
          <p:cNvSpPr txBox="1"/>
          <p:nvPr/>
        </p:nvSpPr>
        <p:spPr>
          <a:xfrm>
            <a:off x="3269725" y="1774598"/>
            <a:ext cx="3126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(Minus sign to recover Ham eq)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E9103C69-0175-AC6D-3FCB-5ED7085B7AF9}"/>
                  </a:ext>
                </a:extLst>
              </p:cNvPr>
              <p:cNvSpPr txBox="1"/>
              <p:nvPr/>
            </p:nvSpPr>
            <p:spPr>
              <a:xfrm>
                <a:off x="655695" y="5598703"/>
                <a:ext cx="792389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</a:rPr>
                  <a:t>Variation of the action measures the flow of states (physical).  Variation = 0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sym typeface="Wingdings" panose="05000000000000000000" pitchFamily="2" charset="2"/>
                  </a:rPr>
                  <a:t> flow of states tangent to the path.</a:t>
                </a:r>
                <a:endParaRPr lang="en-US" sz="240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E9103C69-0175-AC6D-3FCB-5ED7085B7A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695" y="5598703"/>
                <a:ext cx="7923890" cy="830997"/>
              </a:xfrm>
              <a:prstGeom prst="rect">
                <a:avLst/>
              </a:prstGeom>
              <a:blipFill>
                <a:blip r:embed="rId13"/>
                <a:stretch>
                  <a:fillRect t="-5839" r="-1617" b="-15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1E53F46-2123-1EB9-599C-3EE41770C73F}"/>
              </a:ext>
            </a:extLst>
          </p:cNvPr>
          <p:cNvCxnSpPr/>
          <p:nvPr/>
        </p:nvCxnSpPr>
        <p:spPr>
          <a:xfrm>
            <a:off x="941033" y="861134"/>
            <a:ext cx="159798" cy="3208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84824AE-7318-20A3-81B5-1B182F67022A}"/>
              </a:ext>
            </a:extLst>
          </p:cNvPr>
          <p:cNvSpPr txBox="1"/>
          <p:nvPr/>
        </p:nvSpPr>
        <p:spPr>
          <a:xfrm>
            <a:off x="645786" y="561491"/>
            <a:ext cx="4523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509A9D8-0457-B65C-1D1F-951CAF4130B4}"/>
              </a:ext>
            </a:extLst>
          </p:cNvPr>
          <p:cNvCxnSpPr>
            <a:cxnSpLocks/>
          </p:cNvCxnSpPr>
          <p:nvPr/>
        </p:nvCxnSpPr>
        <p:spPr>
          <a:xfrm flipH="1">
            <a:off x="9037468" y="1090853"/>
            <a:ext cx="271386" cy="2083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D11ECEE-0F64-E313-BE68-E8A47D1ED4CB}"/>
              </a:ext>
            </a:extLst>
          </p:cNvPr>
          <p:cNvSpPr txBox="1"/>
          <p:nvPr/>
        </p:nvSpPr>
        <p:spPr>
          <a:xfrm>
            <a:off x="9308854" y="756630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B84CFF-C5D6-8115-EE07-128E78434608}"/>
              </a:ext>
            </a:extLst>
          </p:cNvPr>
          <p:cNvSpPr txBox="1"/>
          <p:nvPr/>
        </p:nvSpPr>
        <p:spPr>
          <a:xfrm>
            <a:off x="9369322" y="1853037"/>
            <a:ext cx="248574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i="1" dirty="0"/>
              <a:t>Sci Rep</a:t>
            </a:r>
            <a:r>
              <a:rPr lang="en-US" dirty="0"/>
              <a:t> </a:t>
            </a:r>
            <a:r>
              <a:rPr lang="en-US" b="1" dirty="0"/>
              <a:t>13</a:t>
            </a:r>
            <a:r>
              <a:rPr lang="en-US" dirty="0"/>
              <a:t>, 12138 (2023)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A8FD656-7F20-C065-5636-B21CD0F63A65}"/>
                  </a:ext>
                </a:extLst>
              </p:cNvPr>
              <p:cNvSpPr txBox="1"/>
              <p:nvPr/>
            </p:nvSpPr>
            <p:spPr>
              <a:xfrm>
                <a:off x="5207473" y="843455"/>
                <a:ext cx="17217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,0,−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A8FD656-7F20-C065-5636-B21CD0F63A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7473" y="843455"/>
                <a:ext cx="1721753" cy="369332"/>
              </a:xfrm>
              <a:prstGeom prst="rect">
                <a:avLst/>
              </a:prstGeom>
              <a:blipFill>
                <a:blip r:embed="rId1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E69E213-B74F-520A-9979-6C8EF39D44C9}"/>
              </a:ext>
            </a:extLst>
          </p:cNvPr>
          <p:cNvCxnSpPr>
            <a:cxnSpLocks/>
          </p:cNvCxnSpPr>
          <p:nvPr/>
        </p:nvCxnSpPr>
        <p:spPr>
          <a:xfrm flipH="1">
            <a:off x="5384132" y="1188811"/>
            <a:ext cx="284398" cy="2008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D73FD37-904E-4D5E-C16D-FE537032B55C}"/>
                  </a:ext>
                </a:extLst>
              </p:cNvPr>
              <p:cNvSpPr txBox="1"/>
              <p:nvPr/>
            </p:nvSpPr>
            <p:spPr>
              <a:xfrm>
                <a:off x="10232690" y="671667"/>
                <a:ext cx="1758045" cy="4469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𝑝</m:t>
                    </m:r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𝑑𝑞</m:t>
                        </m:r>
                      </m:num>
                      <m:den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+0</m:t>
                    </m:r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𝑑𝑝</m:t>
                        </m:r>
                      </m:num>
                      <m:den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𝐻</m:t>
                    </m:r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num>
                      <m:den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r>
                  <a:rPr lang="en-US" sz="1600" dirty="0"/>
                  <a:t> 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D73FD37-904E-4D5E-C16D-FE537032B5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2690" y="671667"/>
                <a:ext cx="1758045" cy="44698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C7DA2A2-BA1B-0449-9462-02F89A7FF671}"/>
              </a:ext>
            </a:extLst>
          </p:cNvPr>
          <p:cNvCxnSpPr>
            <a:cxnSpLocks/>
          </p:cNvCxnSpPr>
          <p:nvPr/>
        </p:nvCxnSpPr>
        <p:spPr>
          <a:xfrm flipH="1">
            <a:off x="9997342" y="1116170"/>
            <a:ext cx="294814" cy="2264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A4B0533-ED32-3406-C981-6FA622581160}"/>
              </a:ext>
            </a:extLst>
          </p:cNvPr>
          <p:cNvSpPr txBox="1"/>
          <p:nvPr/>
        </p:nvSpPr>
        <p:spPr>
          <a:xfrm>
            <a:off x="6751435" y="2198783"/>
            <a:ext cx="1171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unphysical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E2CC5283-FB58-975A-709E-79F2092DC4D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5297" y="4778661"/>
            <a:ext cx="2022836" cy="2022836"/>
          </a:xfrm>
          <a:prstGeom prst="rect">
            <a:avLst/>
          </a:prstGeom>
        </p:spPr>
      </p:pic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0635E449-1044-A7DC-3920-DB77FEBFC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B21C9B9D-AEE4-2DDD-ABDD-1962F150C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3635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8EBD8-C077-3B25-D321-4E59D2D9F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Reversing phase-space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BCDA1D-A65C-A2E1-E52F-7691680E908B}"/>
              </a:ext>
            </a:extLst>
          </p:cNvPr>
          <p:cNvCxnSpPr>
            <a:cxnSpLocks/>
          </p:cNvCxnSpPr>
          <p:nvPr/>
        </p:nvCxnSpPr>
        <p:spPr>
          <a:xfrm>
            <a:off x="384982" y="1932520"/>
            <a:ext cx="1771531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CF8C282-9EF4-BEA9-6292-630ACCF94DC7}"/>
                  </a:ext>
                </a:extLst>
              </p:cNvPr>
              <p:cNvSpPr txBox="1"/>
              <p:nvPr/>
            </p:nvSpPr>
            <p:spPr>
              <a:xfrm>
                <a:off x="1993327" y="1924708"/>
                <a:ext cx="32637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CF8C282-9EF4-BEA9-6292-630ACCF94D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3327" y="1924708"/>
                <a:ext cx="326371" cy="3077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F5FC4B50-7B4B-C316-2A72-BCD35CFE7386}"/>
              </a:ext>
            </a:extLst>
          </p:cNvPr>
          <p:cNvSpPr txBox="1"/>
          <p:nvPr/>
        </p:nvSpPr>
        <p:spPr>
          <a:xfrm>
            <a:off x="513739" y="2275065"/>
            <a:ext cx="37921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Density, entropy, uniform distributions</a:t>
            </a:r>
            <a:br>
              <a:rPr lang="en-US" dirty="0"/>
            </a:br>
            <a:r>
              <a:rPr lang="en-US" dirty="0"/>
              <a:t>NOT in general coordinate invariant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8CEB1D9-76CF-7988-8484-C6E1892F9013}"/>
              </a:ext>
            </a:extLst>
          </p:cNvPr>
          <p:cNvCxnSpPr/>
          <p:nvPr/>
        </p:nvCxnSpPr>
        <p:spPr>
          <a:xfrm>
            <a:off x="787104" y="1537464"/>
            <a:ext cx="93215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8D2572D-5153-F4AB-7EF2-F85D51D69A10}"/>
              </a:ext>
            </a:extLst>
          </p:cNvPr>
          <p:cNvCxnSpPr/>
          <p:nvPr/>
        </p:nvCxnSpPr>
        <p:spPr>
          <a:xfrm>
            <a:off x="787104" y="1537464"/>
            <a:ext cx="0" cy="395056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C89EFFC-63B0-9F9A-1A55-972FBDEAD08A}"/>
              </a:ext>
            </a:extLst>
          </p:cNvPr>
          <p:cNvCxnSpPr>
            <a:cxnSpLocks/>
            <a:stCxn id="313" idx="1"/>
          </p:cNvCxnSpPr>
          <p:nvPr/>
        </p:nvCxnSpPr>
        <p:spPr>
          <a:xfrm>
            <a:off x="1719249" y="1071879"/>
            <a:ext cx="10" cy="860641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FC2831C-21B2-A0A4-F7AF-725D5F7CC80E}"/>
              </a:ext>
            </a:extLst>
          </p:cNvPr>
          <p:cNvCxnSpPr>
            <a:cxnSpLocks/>
          </p:cNvCxnSpPr>
          <p:nvPr/>
        </p:nvCxnSpPr>
        <p:spPr>
          <a:xfrm>
            <a:off x="2459405" y="1932520"/>
            <a:ext cx="1771531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60D74BF-9FD2-3FA2-1432-C25C799CE342}"/>
                  </a:ext>
                </a:extLst>
              </p:cNvPr>
              <p:cNvSpPr txBox="1"/>
              <p:nvPr/>
            </p:nvSpPr>
            <p:spPr>
              <a:xfrm>
                <a:off x="4067750" y="1924708"/>
                <a:ext cx="41351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60D74BF-9FD2-3FA2-1432-C25C799CE3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750" y="1924708"/>
                <a:ext cx="413510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A64AEA-CA30-A319-1CB2-033783DF68C4}"/>
              </a:ext>
            </a:extLst>
          </p:cNvPr>
          <p:cNvCxnSpPr/>
          <p:nvPr/>
        </p:nvCxnSpPr>
        <p:spPr>
          <a:xfrm>
            <a:off x="2861527" y="1537464"/>
            <a:ext cx="932155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4C7E825-3C2F-888C-91A6-AB9598C71964}"/>
              </a:ext>
            </a:extLst>
          </p:cNvPr>
          <p:cNvCxnSpPr>
            <a:cxnSpLocks/>
          </p:cNvCxnSpPr>
          <p:nvPr/>
        </p:nvCxnSpPr>
        <p:spPr>
          <a:xfrm>
            <a:off x="2861527" y="1082039"/>
            <a:ext cx="0" cy="850481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5937384-C0F5-1212-0E15-5608BC0C4E40}"/>
              </a:ext>
            </a:extLst>
          </p:cNvPr>
          <p:cNvCxnSpPr>
            <a:cxnSpLocks/>
          </p:cNvCxnSpPr>
          <p:nvPr/>
        </p:nvCxnSpPr>
        <p:spPr>
          <a:xfrm>
            <a:off x="3793682" y="1537464"/>
            <a:ext cx="0" cy="395056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8" name="Freeform: Shape 307">
            <a:extLst>
              <a:ext uri="{FF2B5EF4-FFF2-40B4-BE49-F238E27FC236}">
                <a16:creationId xmlns:a16="http://schemas.microsoft.com/office/drawing/2014/main" id="{8E99EAA7-23DC-D09F-CD96-F7FD5AD0C9F9}"/>
              </a:ext>
            </a:extLst>
          </p:cNvPr>
          <p:cNvSpPr/>
          <p:nvPr/>
        </p:nvSpPr>
        <p:spPr>
          <a:xfrm>
            <a:off x="2861527" y="1082039"/>
            <a:ext cx="932154" cy="650240"/>
          </a:xfrm>
          <a:custGeom>
            <a:avLst/>
            <a:gdLst>
              <a:gd name="connsiteX0" fmla="*/ 0 w 944880"/>
              <a:gd name="connsiteY0" fmla="*/ 477520 h 477520"/>
              <a:gd name="connsiteX1" fmla="*/ 944880 w 944880"/>
              <a:gd name="connsiteY1" fmla="*/ 0 h 477520"/>
              <a:gd name="connsiteX0" fmla="*/ 0 w 944880"/>
              <a:gd name="connsiteY0" fmla="*/ 477520 h 477520"/>
              <a:gd name="connsiteX1" fmla="*/ 944880 w 944880"/>
              <a:gd name="connsiteY1" fmla="*/ 0 h 477520"/>
              <a:gd name="connsiteX0" fmla="*/ 0 w 944880"/>
              <a:gd name="connsiteY0" fmla="*/ 477520 h 477520"/>
              <a:gd name="connsiteX1" fmla="*/ 944880 w 944880"/>
              <a:gd name="connsiteY1" fmla="*/ 0 h 477520"/>
              <a:gd name="connsiteX0" fmla="*/ 0 w 919480"/>
              <a:gd name="connsiteY0" fmla="*/ 746760 h 746760"/>
              <a:gd name="connsiteX1" fmla="*/ 919480 w 919480"/>
              <a:gd name="connsiteY1" fmla="*/ 0 h 746760"/>
              <a:gd name="connsiteX0" fmla="*/ 0 w 919480"/>
              <a:gd name="connsiteY0" fmla="*/ 746760 h 746760"/>
              <a:gd name="connsiteX1" fmla="*/ 919480 w 919480"/>
              <a:gd name="connsiteY1" fmla="*/ 0 h 746760"/>
              <a:gd name="connsiteX0" fmla="*/ 0 w 919480"/>
              <a:gd name="connsiteY0" fmla="*/ 746760 h 746760"/>
              <a:gd name="connsiteX1" fmla="*/ 919480 w 919480"/>
              <a:gd name="connsiteY1" fmla="*/ 0 h 746760"/>
              <a:gd name="connsiteX0" fmla="*/ 0 w 929502"/>
              <a:gd name="connsiteY0" fmla="*/ 2160 h 120072"/>
              <a:gd name="connsiteX1" fmla="*/ 929502 w 929502"/>
              <a:gd name="connsiteY1" fmla="*/ 7240 h 120072"/>
              <a:gd name="connsiteX0" fmla="*/ 0 w 929502"/>
              <a:gd name="connsiteY0" fmla="*/ 14069 h 19149"/>
              <a:gd name="connsiteX1" fmla="*/ 929502 w 929502"/>
              <a:gd name="connsiteY1" fmla="*/ 19149 h 19149"/>
              <a:gd name="connsiteX0" fmla="*/ 0 w 914469"/>
              <a:gd name="connsiteY0" fmla="*/ 1587 h 397827"/>
              <a:gd name="connsiteX1" fmla="*/ 914469 w 914469"/>
              <a:gd name="connsiteY1" fmla="*/ 397827 h 397827"/>
              <a:gd name="connsiteX0" fmla="*/ 0 w 924491"/>
              <a:gd name="connsiteY0" fmla="*/ 1818 h 342178"/>
              <a:gd name="connsiteX1" fmla="*/ 924491 w 924491"/>
              <a:gd name="connsiteY1" fmla="*/ 342178 h 342178"/>
              <a:gd name="connsiteX0" fmla="*/ 0 w 924491"/>
              <a:gd name="connsiteY0" fmla="*/ 1005 h 651245"/>
              <a:gd name="connsiteX1" fmla="*/ 924491 w 924491"/>
              <a:gd name="connsiteY1" fmla="*/ 651245 h 651245"/>
              <a:gd name="connsiteX0" fmla="*/ 0 w 924491"/>
              <a:gd name="connsiteY0" fmla="*/ 0 h 650240"/>
              <a:gd name="connsiteX1" fmla="*/ 924491 w 924491"/>
              <a:gd name="connsiteY1" fmla="*/ 650240 h 650240"/>
              <a:gd name="connsiteX0" fmla="*/ 0 w 924491"/>
              <a:gd name="connsiteY0" fmla="*/ 0 h 650240"/>
              <a:gd name="connsiteX1" fmla="*/ 924491 w 924491"/>
              <a:gd name="connsiteY1" fmla="*/ 650240 h 650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24491" h="650240">
                <a:moveTo>
                  <a:pt x="0" y="0"/>
                </a:moveTo>
                <a:cubicBezTo>
                  <a:pt x="107582" y="599440"/>
                  <a:pt x="608038" y="641985"/>
                  <a:pt x="924491" y="650240"/>
                </a:cubicBezTo>
              </a:path>
            </a:pathLst>
          </a:cu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3" name="Freeform: Shape 312">
            <a:extLst>
              <a:ext uri="{FF2B5EF4-FFF2-40B4-BE49-F238E27FC236}">
                <a16:creationId xmlns:a16="http://schemas.microsoft.com/office/drawing/2014/main" id="{739B4B04-DAF8-8AC9-9D44-9BB763DAD70D}"/>
              </a:ext>
            </a:extLst>
          </p:cNvPr>
          <p:cNvSpPr/>
          <p:nvPr/>
        </p:nvSpPr>
        <p:spPr>
          <a:xfrm>
            <a:off x="787094" y="1071879"/>
            <a:ext cx="932155" cy="741680"/>
          </a:xfrm>
          <a:custGeom>
            <a:avLst/>
            <a:gdLst>
              <a:gd name="connsiteX0" fmla="*/ 0 w 944880"/>
              <a:gd name="connsiteY0" fmla="*/ 477520 h 477520"/>
              <a:gd name="connsiteX1" fmla="*/ 944880 w 944880"/>
              <a:gd name="connsiteY1" fmla="*/ 0 h 477520"/>
              <a:gd name="connsiteX0" fmla="*/ 0 w 944880"/>
              <a:gd name="connsiteY0" fmla="*/ 477520 h 477520"/>
              <a:gd name="connsiteX1" fmla="*/ 944880 w 944880"/>
              <a:gd name="connsiteY1" fmla="*/ 0 h 477520"/>
              <a:gd name="connsiteX0" fmla="*/ 0 w 944880"/>
              <a:gd name="connsiteY0" fmla="*/ 477520 h 477520"/>
              <a:gd name="connsiteX1" fmla="*/ 944880 w 944880"/>
              <a:gd name="connsiteY1" fmla="*/ 0 h 477520"/>
              <a:gd name="connsiteX0" fmla="*/ 0 w 919480"/>
              <a:gd name="connsiteY0" fmla="*/ 746760 h 746760"/>
              <a:gd name="connsiteX1" fmla="*/ 919480 w 919480"/>
              <a:gd name="connsiteY1" fmla="*/ 0 h 746760"/>
              <a:gd name="connsiteX0" fmla="*/ 0 w 919480"/>
              <a:gd name="connsiteY0" fmla="*/ 746760 h 746760"/>
              <a:gd name="connsiteX1" fmla="*/ 919480 w 919480"/>
              <a:gd name="connsiteY1" fmla="*/ 0 h 746760"/>
              <a:gd name="connsiteX0" fmla="*/ 0 w 919480"/>
              <a:gd name="connsiteY0" fmla="*/ 746760 h 746760"/>
              <a:gd name="connsiteX1" fmla="*/ 919480 w 919480"/>
              <a:gd name="connsiteY1" fmla="*/ 0 h 746760"/>
              <a:gd name="connsiteX0" fmla="*/ 0 w 929502"/>
              <a:gd name="connsiteY0" fmla="*/ 2160 h 120072"/>
              <a:gd name="connsiteX1" fmla="*/ 929502 w 929502"/>
              <a:gd name="connsiteY1" fmla="*/ 7240 h 120072"/>
              <a:gd name="connsiteX0" fmla="*/ 0 w 929502"/>
              <a:gd name="connsiteY0" fmla="*/ 14069 h 19149"/>
              <a:gd name="connsiteX1" fmla="*/ 929502 w 929502"/>
              <a:gd name="connsiteY1" fmla="*/ 19149 h 19149"/>
              <a:gd name="connsiteX0" fmla="*/ 0 w 914469"/>
              <a:gd name="connsiteY0" fmla="*/ 1587 h 397827"/>
              <a:gd name="connsiteX1" fmla="*/ 914469 w 914469"/>
              <a:gd name="connsiteY1" fmla="*/ 397827 h 397827"/>
              <a:gd name="connsiteX0" fmla="*/ 0 w 924491"/>
              <a:gd name="connsiteY0" fmla="*/ 1818 h 342178"/>
              <a:gd name="connsiteX1" fmla="*/ 924491 w 924491"/>
              <a:gd name="connsiteY1" fmla="*/ 342178 h 342178"/>
              <a:gd name="connsiteX0" fmla="*/ 0 w 924491"/>
              <a:gd name="connsiteY0" fmla="*/ 1005 h 651245"/>
              <a:gd name="connsiteX1" fmla="*/ 924491 w 924491"/>
              <a:gd name="connsiteY1" fmla="*/ 651245 h 651245"/>
              <a:gd name="connsiteX0" fmla="*/ 0 w 924491"/>
              <a:gd name="connsiteY0" fmla="*/ 0 h 650240"/>
              <a:gd name="connsiteX1" fmla="*/ 924491 w 924491"/>
              <a:gd name="connsiteY1" fmla="*/ 650240 h 650240"/>
              <a:gd name="connsiteX0" fmla="*/ 0 w 924491"/>
              <a:gd name="connsiteY0" fmla="*/ 0 h 650240"/>
              <a:gd name="connsiteX1" fmla="*/ 924491 w 924491"/>
              <a:gd name="connsiteY1" fmla="*/ 650240 h 650240"/>
              <a:gd name="connsiteX0" fmla="*/ 0 w 889223"/>
              <a:gd name="connsiteY0" fmla="*/ 81354 h 326618"/>
              <a:gd name="connsiteX1" fmla="*/ 889223 w 889223"/>
              <a:gd name="connsiteY1" fmla="*/ 74 h 326618"/>
              <a:gd name="connsiteX0" fmla="*/ 0 w 889223"/>
              <a:gd name="connsiteY0" fmla="*/ 82866 h 82866"/>
              <a:gd name="connsiteX1" fmla="*/ 889223 w 889223"/>
              <a:gd name="connsiteY1" fmla="*/ 1586 h 82866"/>
              <a:gd name="connsiteX0" fmla="*/ 0 w 884185"/>
              <a:gd name="connsiteY0" fmla="*/ 741754 h 741754"/>
              <a:gd name="connsiteX1" fmla="*/ 884185 w 884185"/>
              <a:gd name="connsiteY1" fmla="*/ 74 h 741754"/>
              <a:gd name="connsiteX0" fmla="*/ 0 w 884185"/>
              <a:gd name="connsiteY0" fmla="*/ 741680 h 741680"/>
              <a:gd name="connsiteX1" fmla="*/ 884185 w 884185"/>
              <a:gd name="connsiteY1" fmla="*/ 0 h 741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84185" h="741680">
                <a:moveTo>
                  <a:pt x="0" y="741680"/>
                </a:moveTo>
                <a:cubicBezTo>
                  <a:pt x="455221" y="675640"/>
                  <a:pt x="638267" y="367665"/>
                  <a:pt x="884185" y="0"/>
                </a:cubicBezTo>
              </a:path>
            </a:pathLst>
          </a:cu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60699428-CEC4-EFCE-1C8A-36FEE5C2F8F8}"/>
                  </a:ext>
                </a:extLst>
              </p:cNvPr>
              <p:cNvSpPr/>
              <p:nvPr/>
            </p:nvSpPr>
            <p:spPr>
              <a:xfrm>
                <a:off x="6389029" y="1267459"/>
                <a:ext cx="762000" cy="6858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60699428-CEC4-EFCE-1C8A-36FEE5C2F8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9029" y="1267459"/>
                <a:ext cx="762000" cy="6858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11A382BD-BE82-D320-E1DC-42430C24A05D}"/>
                  </a:ext>
                </a:extLst>
              </p:cNvPr>
              <p:cNvSpPr txBox="1"/>
              <p:nvPr/>
            </p:nvSpPr>
            <p:spPr>
              <a:xfrm>
                <a:off x="5216560" y="1420910"/>
                <a:ext cx="114178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b="0" i="0" smtClean="0">
                        <a:latin typeface="Cambria Math"/>
                      </a:rPr>
                      <m:t>Δ</m:t>
                    </m:r>
                    <m:r>
                      <a:rPr lang="en-US" sz="1400" b="0" i="1" smtClean="0">
                        <a:latin typeface="Cambria Math"/>
                      </a:rPr>
                      <m:t>𝑘</m:t>
                    </m:r>
                    <m:r>
                      <a:rPr lang="en-US" sz="1400" b="0" i="1" smtClean="0">
                        <a:latin typeface="Cambria Math"/>
                      </a:rPr>
                      <m:t>=1 </m:t>
                    </m:r>
                    <m:sSup>
                      <m:sSup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0" i="1" smtClean="0">
                            <a:latin typeface="Cambria Math"/>
                          </a:rPr>
                          <m:t>𝑚</m:t>
                        </m:r>
                      </m:e>
                      <m:sup>
                        <m:r>
                          <a:rPr lang="en-US" sz="1400" b="0" i="1" smtClean="0">
                            <a:latin typeface="Cambria Math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1400" dirty="0"/>
                  <a:t> </a:t>
                </a:r>
              </a:p>
            </p:txBody>
          </p:sp>
        </mc:Choice>
        <mc:Fallback xmlns="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11A382BD-BE82-D320-E1DC-42430C24A0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560" y="1420910"/>
                <a:ext cx="1141787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E5380E63-B872-239E-848B-18320F5254C6}"/>
                  </a:ext>
                </a:extLst>
              </p:cNvPr>
              <p:cNvSpPr txBox="1"/>
              <p:nvPr/>
            </p:nvSpPr>
            <p:spPr>
              <a:xfrm>
                <a:off x="6307022" y="1981199"/>
                <a:ext cx="96141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b="0" i="0" smtClean="0">
                        <a:latin typeface="Cambria Math"/>
                      </a:rPr>
                      <m:t>Δ</m:t>
                    </m:r>
                    <m:r>
                      <a:rPr lang="en-US" sz="1400" b="0" i="1" smtClean="0">
                        <a:latin typeface="Cambria Math"/>
                      </a:rPr>
                      <m:t>𝑞</m:t>
                    </m:r>
                    <m:r>
                      <a:rPr lang="en-US" sz="1400" b="0" i="1" smtClean="0">
                        <a:latin typeface="Cambria Math"/>
                      </a:rPr>
                      <m:t>=1 </m:t>
                    </m:r>
                    <m:r>
                      <a:rPr lang="en-US" sz="1400" b="0" i="1" smtClean="0">
                        <a:latin typeface="Cambria Math"/>
                      </a:rPr>
                      <m:t>𝑚</m:t>
                    </m:r>
                  </m:oMath>
                </a14:m>
                <a:r>
                  <a:rPr lang="en-US" sz="1400" dirty="0"/>
                  <a:t> </a:t>
                </a:r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E5380E63-B872-239E-848B-18320F5254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7022" y="1981199"/>
                <a:ext cx="961417" cy="307777"/>
              </a:xfrm>
              <a:prstGeom prst="rect">
                <a:avLst/>
              </a:prstGeom>
              <a:blipFill>
                <a:blip r:embed="rId6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3745F15E-4D0B-66AB-FD82-9902ED452A9C}"/>
                  </a:ext>
                </a:extLst>
              </p:cNvPr>
              <p:cNvSpPr/>
              <p:nvPr/>
            </p:nvSpPr>
            <p:spPr>
              <a:xfrm>
                <a:off x="7806473" y="1418411"/>
                <a:ext cx="1524000" cy="381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/>
                        </a:rPr>
                        <m:t>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3745F15E-4D0B-66AB-FD82-9902ED452A9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6473" y="1418411"/>
                <a:ext cx="1524000" cy="38100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EDCA716E-DC09-D91E-604F-940DB9288B9B}"/>
                  </a:ext>
                </a:extLst>
              </p:cNvPr>
              <p:cNvSpPr txBox="1"/>
              <p:nvPr/>
            </p:nvSpPr>
            <p:spPr>
              <a:xfrm>
                <a:off x="9391544" y="1438104"/>
                <a:ext cx="1466492" cy="3193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b="0" i="0" smtClean="0">
                        <a:latin typeface="Cambria Math"/>
                      </a:rPr>
                      <m:t>Δ</m:t>
                    </m:r>
                    <m:acc>
                      <m:accPr>
                        <m:chr m:val="̂"/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40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acc>
                    <m:r>
                      <a:rPr lang="en-US" sz="1400" b="0" i="1" smtClean="0">
                        <a:latin typeface="Cambria Math"/>
                      </a:rPr>
                      <m:t>=0.01 </m:t>
                    </m:r>
                    <m:r>
                      <a:rPr lang="en-US" sz="1400" b="0" i="1" smtClean="0">
                        <a:latin typeface="Cambria Math"/>
                      </a:rPr>
                      <m:t>𝑐</m:t>
                    </m:r>
                    <m:sSup>
                      <m:sSup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0" i="1" smtClean="0">
                            <a:latin typeface="Cambria Math"/>
                          </a:rPr>
                          <m:t>𝑚</m:t>
                        </m:r>
                      </m:e>
                      <m:sup>
                        <m:r>
                          <a:rPr lang="en-US" sz="1400" b="0" i="1" smtClean="0">
                            <a:latin typeface="Cambria Math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1400" dirty="0"/>
                  <a:t> </a:t>
                </a:r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EDCA716E-DC09-D91E-604F-940DB9288B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1544" y="1438104"/>
                <a:ext cx="1466492" cy="319318"/>
              </a:xfrm>
              <a:prstGeom prst="rect">
                <a:avLst/>
              </a:prstGeom>
              <a:blipFill>
                <a:blip r:embed="rId8"/>
                <a:stretch>
                  <a:fillRect t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AA8A542-5617-F8E6-151A-EF576388DFAE}"/>
                  </a:ext>
                </a:extLst>
              </p:cNvPr>
              <p:cNvSpPr txBox="1"/>
              <p:nvPr/>
            </p:nvSpPr>
            <p:spPr>
              <a:xfrm>
                <a:off x="7880582" y="1840152"/>
                <a:ext cx="12435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b="0" i="0" smtClean="0">
                        <a:latin typeface="Cambria Math"/>
                      </a:rPr>
                      <m:t>Δ</m:t>
                    </m:r>
                    <m:acc>
                      <m:accPr>
                        <m:chr m:val="̂"/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sz="1400" b="0" i="1" smtClean="0">
                        <a:latin typeface="Cambria Math"/>
                      </a:rPr>
                      <m:t>=100 </m:t>
                    </m:r>
                    <m:r>
                      <a:rPr lang="en-US" sz="1400" b="0" i="1" smtClean="0">
                        <a:latin typeface="Cambria Math"/>
                      </a:rPr>
                      <m:t>𝑐𝑚</m:t>
                    </m:r>
                  </m:oMath>
                </a14:m>
                <a:r>
                  <a:rPr lang="en-US" sz="1400" dirty="0"/>
                  <a:t> </a:t>
                </a:r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AA8A542-5617-F8E6-151A-EF576388DF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0582" y="1840152"/>
                <a:ext cx="1243546" cy="307777"/>
              </a:xfrm>
              <a:prstGeom prst="rect">
                <a:avLst/>
              </a:prstGeom>
              <a:blipFill>
                <a:blip r:embed="rId9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4" name="TextBox 123">
            <a:extLst>
              <a:ext uri="{FF2B5EF4-FFF2-40B4-BE49-F238E27FC236}">
                <a16:creationId xmlns:a16="http://schemas.microsoft.com/office/drawing/2014/main" id="{2B491523-983C-5E51-B86E-41AFDA3115C7}"/>
              </a:ext>
            </a:extLst>
          </p:cNvPr>
          <p:cNvSpPr txBox="1"/>
          <p:nvPr/>
        </p:nvSpPr>
        <p:spPr>
          <a:xfrm>
            <a:off x="4804176" y="2277064"/>
            <a:ext cx="70586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Phase space (</a:t>
            </a:r>
            <a:r>
              <a:rPr lang="en-US" dirty="0" err="1"/>
              <a:t>symplectic</a:t>
            </a:r>
            <a:r>
              <a:rPr lang="en-US" dirty="0"/>
              <a:t>) structure is the only one that supports coordinate invariant density, entropy, state count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B3B51A16-436B-6998-976E-FB202FE6169E}"/>
                  </a:ext>
                </a:extLst>
              </p:cNvPr>
              <p:cNvSpPr txBox="1"/>
              <p:nvPr/>
            </p:nvSpPr>
            <p:spPr>
              <a:xfrm>
                <a:off x="7046585" y="882779"/>
                <a:ext cx="151977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sz="1400" b="0" i="1" smtClean="0">
                        <a:latin typeface="Cambria Math"/>
                      </a:rPr>
                      <m:t>=100 </m:t>
                    </m:r>
                    <m:r>
                      <a:rPr lang="en-US" sz="1400" b="0" i="1" smtClean="0">
                        <a:latin typeface="Cambria Math"/>
                      </a:rPr>
                      <m:t>𝑐𝑚</m:t>
                    </m:r>
                    <m:r>
                      <a:rPr lang="en-US" sz="1400" b="0" i="1" smtClean="0">
                        <a:latin typeface="Cambria Math"/>
                      </a:rPr>
                      <m:t>/</m:t>
                    </m:r>
                    <m:r>
                      <a:rPr lang="en-US" sz="1400" b="0" i="1" smtClean="0">
                        <a:latin typeface="Cambria Math"/>
                      </a:rPr>
                      <m:t>𝑚</m:t>
                    </m:r>
                    <m:r>
                      <a:rPr lang="en-US" sz="1400" b="0" i="1" smtClean="0">
                        <a:latin typeface="Cambria Math"/>
                      </a:rPr>
                      <m:t> </m:t>
                    </m:r>
                    <m:r>
                      <a:rPr lang="en-US" sz="1400" b="0" i="1" smtClean="0">
                        <a:latin typeface="Cambria Math"/>
                      </a:rPr>
                      <m:t>𝑞</m:t>
                    </m:r>
                  </m:oMath>
                </a14:m>
                <a:r>
                  <a:rPr lang="en-US" sz="1400" dirty="0"/>
                  <a:t> </a:t>
                </a:r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B3B51A16-436B-6998-976E-FB202FE616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6585" y="882779"/>
                <a:ext cx="1519775" cy="307777"/>
              </a:xfrm>
              <a:prstGeom prst="rect">
                <a:avLst/>
              </a:prstGeom>
              <a:blipFill>
                <a:blip r:embed="rId10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3ADC5364-EFC2-DC51-2A13-E65B7F11DE4F}"/>
                  </a:ext>
                </a:extLst>
              </p:cNvPr>
              <p:cNvSpPr txBox="1"/>
              <p:nvPr/>
            </p:nvSpPr>
            <p:spPr>
              <a:xfrm>
                <a:off x="8667749" y="578074"/>
                <a:ext cx="3344357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400" dirty="0"/>
                  <a:t>Each unit variable (i.e. coordinate) paired with a conjugate of inverse units: number of states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b="0" i="0" smtClean="0">
                        <a:latin typeface="Cambria Math"/>
                      </a:rPr>
                      <m:t>Δ</m:t>
                    </m:r>
                    <m:r>
                      <a:rPr lang="en-US" sz="1400" b="0" i="1" smtClean="0">
                        <a:latin typeface="Cambria Math"/>
                      </a:rPr>
                      <m:t>𝑞</m:t>
                    </m:r>
                    <m:r>
                      <m:rPr>
                        <m:sty m:val="p"/>
                      </m:rPr>
                      <a:rPr lang="en-US" sz="1400">
                        <a:latin typeface="Cambria Math"/>
                      </a:rPr>
                      <m:t>Δ</m:t>
                    </m:r>
                    <m:r>
                      <a:rPr lang="en-US" sz="1400" i="1">
                        <a:latin typeface="Cambria Math"/>
                      </a:rPr>
                      <m:t>𝑘</m:t>
                    </m:r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is invariant </a:t>
                </a:r>
              </a:p>
            </p:txBody>
          </p:sp>
        </mc:Choice>
        <mc:Fallback xmlns="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3ADC5364-EFC2-DC51-2A13-E65B7F11DE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7749" y="578074"/>
                <a:ext cx="3344357" cy="738664"/>
              </a:xfrm>
              <a:prstGeom prst="rect">
                <a:avLst/>
              </a:prstGeom>
              <a:blipFill>
                <a:blip r:embed="rId11"/>
                <a:stretch>
                  <a:fillRect t="-1653" r="-2190"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8D19CF6A-7F2E-C643-392D-4C3265D7F025}"/>
                  </a:ext>
                </a:extLst>
              </p:cNvPr>
              <p:cNvSpPr txBox="1"/>
              <p:nvPr/>
            </p:nvSpPr>
            <p:spPr>
              <a:xfrm>
                <a:off x="53287" y="5437754"/>
                <a:ext cx="9351745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dirty="0">
                    <a:solidFill>
                      <a:schemeClr val="accent6">
                        <a:lumMod val="75000"/>
                      </a:schemeClr>
                    </a:solidFill>
                  </a:rPr>
                  <a:t>Invariance of entropy/state count + DOF independence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sz="2800" dirty="0">
                    <a:solidFill>
                      <a:schemeClr val="accent6">
                        <a:lumMod val="75000"/>
                      </a:schemeClr>
                    </a:solidFill>
                  </a:rPr>
                  <a:t> structure of phase space (i.e. conjugate pairs)</a:t>
                </a:r>
              </a:p>
            </p:txBody>
          </p:sp>
        </mc:Choice>
        <mc:Fallback xmlns="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8D19CF6A-7F2E-C643-392D-4C3265D7F0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87" y="5437754"/>
                <a:ext cx="9351745" cy="954107"/>
              </a:xfrm>
              <a:prstGeom prst="rect">
                <a:avLst/>
              </a:prstGeom>
              <a:blipFill>
                <a:blip r:embed="rId12"/>
                <a:stretch>
                  <a:fillRect t="-5732" b="-17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12F626E-94DE-E7DA-AC82-A2713D29964F}"/>
                  </a:ext>
                </a:extLst>
              </p:cNvPr>
              <p:cNvSpPr txBox="1"/>
              <p:nvPr/>
            </p:nvSpPr>
            <p:spPr>
              <a:xfrm>
                <a:off x="1955085" y="1259305"/>
                <a:ext cx="77200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↦</m:t>
                      </m:r>
                      <m:sSup>
                        <m:s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12F626E-94DE-E7DA-AC82-A2713D2996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5085" y="1259305"/>
                <a:ext cx="772006" cy="30777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56870C8E-1564-4D81-6C04-87F472DAE049}"/>
              </a:ext>
            </a:extLst>
          </p:cNvPr>
          <p:cNvSpPr txBox="1"/>
          <p:nvPr/>
        </p:nvSpPr>
        <p:spPr>
          <a:xfrm>
            <a:off x="179894" y="213729"/>
            <a:ext cx="331225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600" b="1" dirty="0"/>
              <a:t>Hamiltonian Privilege</a:t>
            </a:r>
            <a:r>
              <a:rPr lang="en-US" sz="1600" dirty="0"/>
              <a:t>, </a:t>
            </a:r>
            <a:r>
              <a:rPr lang="en-US" sz="1600" i="1" dirty="0" err="1"/>
              <a:t>Erkenn</a:t>
            </a:r>
            <a:r>
              <a:rPr lang="en-US" sz="1600" dirty="0"/>
              <a:t> (2023)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498DDF-E983-EF6A-00DF-813DB6C0E755}"/>
              </a:ext>
            </a:extLst>
          </p:cNvPr>
          <p:cNvSpPr txBox="1"/>
          <p:nvPr/>
        </p:nvSpPr>
        <p:spPr>
          <a:xfrm>
            <a:off x="120047" y="512569"/>
            <a:ext cx="3420424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600" i="1" dirty="0"/>
              <a:t>Stud Hist Phil </a:t>
            </a:r>
            <a:r>
              <a:rPr lang="en-US" sz="1600" b="1" dirty="0"/>
              <a:t>71</a:t>
            </a:r>
            <a:r>
              <a:rPr lang="en-US" sz="1600" dirty="0"/>
              <a:t>, 082020, 60-71 (2020)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B20EFFE-8BB8-3876-D849-CC6A7B3BD809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0009" y="3108420"/>
            <a:ext cx="5274696" cy="210749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C545E00-4A2E-223E-3346-13E9DD68CB0D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787730" y="3094272"/>
            <a:ext cx="4745201" cy="110541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BA93CE8-F828-E222-CC17-98E8329D84DB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5296" y="4778661"/>
            <a:ext cx="2022836" cy="2022836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82BF9E-9DD4-0E48-D898-A1B32048A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688F3E6-CCCE-A35D-C6A8-EC89BED78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7314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62FAC-9065-868D-D469-BD92B9705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4DC0A-358D-EE2C-61CA-4E8EBC756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Geometry is entropy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653F7D-D081-CA86-72F6-CE2B3C17854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10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C2E5442-25C5-96A7-2835-E5850C201641}"/>
                  </a:ext>
                </a:extLst>
              </p:cNvPr>
              <p:cNvSpPr txBox="1"/>
              <p:nvPr/>
            </p:nvSpPr>
            <p:spPr>
              <a:xfrm>
                <a:off x="613711" y="4227282"/>
                <a:ext cx="5008871" cy="9358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𝑎𝑏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𝐺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𝛽𝛾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p>
                                    <m:r>
                                      <m:rPr>
                                        <m:brk m:alnAt="7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sup>
                                </m:sSup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sSup>
                                  <m:sSup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p>
                                    <m:r>
                                      <m:rPr>
                                        <m:brk m:alnAt="7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𝛼𝛽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𝛼𝛽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C2E5442-25C5-96A7-2835-E5850C201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711" y="4227282"/>
                <a:ext cx="5008871" cy="93583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876B6E8-2610-0AB0-DBE0-D74BB6D24424}"/>
              </a:ext>
            </a:extLst>
          </p:cNvPr>
          <p:cNvCxnSpPr>
            <a:cxnSpLocks/>
          </p:cNvCxnSpPr>
          <p:nvPr/>
        </p:nvCxnSpPr>
        <p:spPr>
          <a:xfrm flipH="1">
            <a:off x="2874149" y="3811207"/>
            <a:ext cx="619657" cy="4590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F6BD17C-04E4-02EF-EA29-5E5DA9A34ED9}"/>
                  </a:ext>
                </a:extLst>
              </p:cNvPr>
              <p:cNvSpPr txBox="1"/>
              <p:nvPr/>
            </p:nvSpPr>
            <p:spPr>
              <a:xfrm>
                <a:off x="2874149" y="3378107"/>
                <a:ext cx="1885452" cy="4274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𝛽𝛾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</m:sSub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𝛼𝛾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F6BD17C-04E4-02EF-EA29-5E5DA9A34E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4149" y="3378107"/>
                <a:ext cx="1885452" cy="427425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6067B9A-EBFC-5E2B-B146-5D44CEB82014}"/>
              </a:ext>
            </a:extLst>
          </p:cNvPr>
          <p:cNvCxnSpPr>
            <a:cxnSpLocks/>
          </p:cNvCxnSpPr>
          <p:nvPr/>
        </p:nvCxnSpPr>
        <p:spPr>
          <a:xfrm flipH="1" flipV="1">
            <a:off x="3595255" y="5073442"/>
            <a:ext cx="744682" cy="2762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8E6132C-327D-9ACC-B1E4-2CAE62AA45E9}"/>
              </a:ext>
            </a:extLst>
          </p:cNvPr>
          <p:cNvSpPr txBox="1"/>
          <p:nvPr/>
        </p:nvSpPr>
        <p:spPr>
          <a:xfrm>
            <a:off x="4339937" y="5349643"/>
            <a:ext cx="40220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Metric tensor appears as the position-velocity part of the symplectic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FF8645-2061-AB39-767E-DA55F62F771E}"/>
                  </a:ext>
                </a:extLst>
              </p:cNvPr>
              <p:cNvSpPr txBox="1"/>
              <p:nvPr/>
            </p:nvSpPr>
            <p:spPr>
              <a:xfrm>
                <a:off x="6622985" y="1551592"/>
                <a:ext cx="5473101" cy="7537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𝜓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d>
                                  <m:dPr>
                                    <m:begChr m:val="⟨"/>
                                    <m:endChr m:val="⟩"/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𝜓</m:t>
                                    </m:r>
                                  </m:e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</m:d>
                              </m:e>
                            </m:d>
                          </m:num>
                          <m:den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d>
                                  <m:dPr>
                                    <m:begChr m:val="⟨"/>
                                    <m:endChr m:val="⟩"/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𝜓</m:t>
                                    </m:r>
                                  </m:e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</m:d>
                              </m:e>
                            </m:d>
                          </m:num>
                          <m:den>
                            <m:r>
                              <a:rPr lang="en-US" sz="240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FF8645-2061-AB39-767E-DA55F62F77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2985" y="1551592"/>
                <a:ext cx="5473101" cy="75379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94694A2-ACCD-C26C-4036-8A95CA3A4554}"/>
                  </a:ext>
                </a:extLst>
              </p:cNvPr>
              <p:cNvSpPr txBox="1"/>
              <p:nvPr/>
            </p:nvSpPr>
            <p:spPr>
              <a:xfrm>
                <a:off x="7134637" y="2305388"/>
                <a:ext cx="4848892" cy="5078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1+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</m:e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unc>
                        <m:func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⟨"/>
                                      <m:endChr m:val="⟩"/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𝜓</m:t>
                                      </m:r>
                                    </m:e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</m:d>
                                </m:e>
                              </m:d>
                            </m:num>
                            <m:den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func>
                      <m:r>
                        <a:rPr lang="en-US" sz="140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</m:e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unc>
                        <m:func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⟨"/>
                                      <m:endChr m:val="⟩"/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𝜓</m:t>
                                      </m:r>
                                    </m:e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</m:d>
                                </m:e>
                              </m:d>
                            </m:num>
                            <m:den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94694A2-ACCD-C26C-4036-8A95CA3A45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4637" y="2305388"/>
                <a:ext cx="4848892" cy="507896"/>
              </a:xfrm>
              <a:prstGeom prst="rect">
                <a:avLst/>
              </a:prstGeom>
              <a:blipFill>
                <a:blip r:embed="rId5"/>
                <a:stretch>
                  <a:fillRect b="-2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56AEBE0-79FC-9F1B-9FE2-EA300AD98086}"/>
                  </a:ext>
                </a:extLst>
              </p:cNvPr>
              <p:cNvSpPr txBox="1"/>
              <p:nvPr/>
            </p:nvSpPr>
            <p:spPr>
              <a:xfrm>
                <a:off x="463772" y="1562556"/>
                <a:ext cx="6052683" cy="7354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sub>
                        </m:sSub>
                      </m:e>
                    </m:d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6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</m:d>
                      </m:e>
                    </m:func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6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nary>
                          <m:naryPr>
                            <m:supHide m:val="on"/>
                            <m:ctrl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sub>
                          <m:sup/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</m:nary>
                      </m:e>
                    </m:func>
                  </m:oMath>
                </a14:m>
                <a:r>
                  <a:rPr lang="en-US" sz="3600" dirty="0"/>
                  <a:t> 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56AEBE0-79FC-9F1B-9FE2-EA300AD980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772" y="1562556"/>
                <a:ext cx="6052683" cy="73545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B9E70141-71F9-A261-EE5A-2FA2D0848DD8}"/>
              </a:ext>
            </a:extLst>
          </p:cNvPr>
          <p:cNvSpPr txBox="1"/>
          <p:nvPr/>
        </p:nvSpPr>
        <p:spPr>
          <a:xfrm>
            <a:off x="1877850" y="994910"/>
            <a:ext cx="26122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Classical mechanics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8F98F8-6F8A-1EE7-4A20-588457F9C36E}"/>
              </a:ext>
            </a:extLst>
          </p:cNvPr>
          <p:cNvSpPr txBox="1"/>
          <p:nvPr/>
        </p:nvSpPr>
        <p:spPr>
          <a:xfrm>
            <a:off x="585150" y="2445678"/>
            <a:ext cx="5865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Symplectic form determines and is determined by the entropy of all uniform joint and marginal (DOF) distributions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A04DF0-032B-F571-D868-0BEDC086F569}"/>
              </a:ext>
            </a:extLst>
          </p:cNvPr>
          <p:cNvSpPr txBox="1"/>
          <p:nvPr/>
        </p:nvSpPr>
        <p:spPr>
          <a:xfrm>
            <a:off x="7979830" y="994909"/>
            <a:ext cx="2759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Quantum mechanics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FF912B-C17B-34F2-E7CF-9DA90ACD2597}"/>
              </a:ext>
            </a:extLst>
          </p:cNvPr>
          <p:cNvSpPr txBox="1"/>
          <p:nvPr/>
        </p:nvSpPr>
        <p:spPr>
          <a:xfrm>
            <a:off x="6892390" y="2843466"/>
            <a:ext cx="49342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Born rule determines and is determined by the entropy of all equal mixtures of pairs of pure states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C143D7-BFFE-5FC1-E8EC-700B4238C9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</p:spTree>
    <p:extLst>
      <p:ext uri="{BB962C8B-B14F-4D97-AF65-F5344CB8AC3E}">
        <p14:creationId xmlns:p14="http://schemas.microsoft.com/office/powerpoint/2010/main" val="11807878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62B5C3-EB95-BE98-F777-3A49F409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C5DEF-FCFD-1ED9-07F1-029E27CD7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Classical uncertainty principle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1F0979-ECC0-2861-05EA-85D0874E82A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11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892AE85-4367-6BAD-2FCC-1ABBD91E9C3F}"/>
              </a:ext>
            </a:extLst>
          </p:cNvPr>
          <p:cNvGrpSpPr/>
          <p:nvPr/>
        </p:nvGrpSpPr>
        <p:grpSpPr>
          <a:xfrm>
            <a:off x="7165542" y="1096996"/>
            <a:ext cx="5026458" cy="2545013"/>
            <a:chOff x="7200882" y="399413"/>
            <a:chExt cx="5026458" cy="254501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B00F2C8-F65D-6C53-0BE8-1166F7A991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394804" y="535953"/>
              <a:ext cx="4519308" cy="233587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E9496D10-652A-D98A-6891-DDB5F32BE80C}"/>
                    </a:ext>
                  </a:extLst>
                </p:cNvPr>
                <p:cNvSpPr txBox="1"/>
                <p:nvPr/>
              </p:nvSpPr>
              <p:spPr>
                <a:xfrm>
                  <a:off x="7200882" y="399413"/>
                  <a:ext cx="322844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E9496D10-652A-D98A-6891-DDB5F32BE8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00882" y="399413"/>
                  <a:ext cx="322844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58DD4539-535C-FCFA-292C-1423612CDF5D}"/>
                </a:ext>
              </a:extLst>
            </p:cNvPr>
            <p:cNvSpPr/>
            <p:nvPr/>
          </p:nvSpPr>
          <p:spPr>
            <a:xfrm>
              <a:off x="7535212" y="608553"/>
              <a:ext cx="4379548" cy="2252623"/>
            </a:xfrm>
            <a:custGeom>
              <a:avLst/>
              <a:gdLst>
                <a:gd name="connsiteX0" fmla="*/ 410155 w 5880794"/>
                <a:gd name="connsiteY0" fmla="*/ 191140 h 2663295"/>
                <a:gd name="connsiteX1" fmla="*/ 403805 w 5880794"/>
                <a:gd name="connsiteY1" fmla="*/ 2626365 h 2663295"/>
                <a:gd name="connsiteX2" fmla="*/ 826080 w 5880794"/>
                <a:gd name="connsiteY2" fmla="*/ 1594490 h 2663295"/>
                <a:gd name="connsiteX3" fmla="*/ 2616780 w 5880794"/>
                <a:gd name="connsiteY3" fmla="*/ 676915 h 2663295"/>
                <a:gd name="connsiteX4" fmla="*/ 4442405 w 5880794"/>
                <a:gd name="connsiteY4" fmla="*/ 330840 h 2663295"/>
                <a:gd name="connsiteX5" fmla="*/ 5702880 w 5880794"/>
                <a:gd name="connsiteY5" fmla="*/ 175265 h 2663295"/>
                <a:gd name="connsiteX6" fmla="*/ 410155 w 5880794"/>
                <a:gd name="connsiteY6" fmla="*/ 191140 h 2663295"/>
                <a:gd name="connsiteX0" fmla="*/ 410155 w 5880794"/>
                <a:gd name="connsiteY0" fmla="*/ 191140 h 2663295"/>
                <a:gd name="connsiteX1" fmla="*/ 403805 w 5880794"/>
                <a:gd name="connsiteY1" fmla="*/ 2626365 h 2663295"/>
                <a:gd name="connsiteX2" fmla="*/ 826080 w 5880794"/>
                <a:gd name="connsiteY2" fmla="*/ 1594490 h 2663295"/>
                <a:gd name="connsiteX3" fmla="*/ 2616780 w 5880794"/>
                <a:gd name="connsiteY3" fmla="*/ 676915 h 2663295"/>
                <a:gd name="connsiteX4" fmla="*/ 4442405 w 5880794"/>
                <a:gd name="connsiteY4" fmla="*/ 330840 h 2663295"/>
                <a:gd name="connsiteX5" fmla="*/ 5702880 w 5880794"/>
                <a:gd name="connsiteY5" fmla="*/ 175265 h 2663295"/>
                <a:gd name="connsiteX6" fmla="*/ 410155 w 5880794"/>
                <a:gd name="connsiteY6" fmla="*/ 191140 h 2663295"/>
                <a:gd name="connsiteX0" fmla="*/ 410155 w 5880794"/>
                <a:gd name="connsiteY0" fmla="*/ 191140 h 2663295"/>
                <a:gd name="connsiteX1" fmla="*/ 403805 w 5880794"/>
                <a:gd name="connsiteY1" fmla="*/ 2626365 h 2663295"/>
                <a:gd name="connsiteX2" fmla="*/ 826080 w 5880794"/>
                <a:gd name="connsiteY2" fmla="*/ 1594490 h 2663295"/>
                <a:gd name="connsiteX3" fmla="*/ 2616780 w 5880794"/>
                <a:gd name="connsiteY3" fmla="*/ 676915 h 2663295"/>
                <a:gd name="connsiteX4" fmla="*/ 4442405 w 5880794"/>
                <a:gd name="connsiteY4" fmla="*/ 330840 h 2663295"/>
                <a:gd name="connsiteX5" fmla="*/ 5702880 w 5880794"/>
                <a:gd name="connsiteY5" fmla="*/ 175265 h 2663295"/>
                <a:gd name="connsiteX6" fmla="*/ 410155 w 5880794"/>
                <a:gd name="connsiteY6" fmla="*/ 191140 h 2663295"/>
                <a:gd name="connsiteX0" fmla="*/ 6350 w 5476989"/>
                <a:gd name="connsiteY0" fmla="*/ 191140 h 2663295"/>
                <a:gd name="connsiteX1" fmla="*/ 0 w 5476989"/>
                <a:gd name="connsiteY1" fmla="*/ 2626365 h 2663295"/>
                <a:gd name="connsiteX2" fmla="*/ 422275 w 5476989"/>
                <a:gd name="connsiteY2" fmla="*/ 1594490 h 2663295"/>
                <a:gd name="connsiteX3" fmla="*/ 2212975 w 5476989"/>
                <a:gd name="connsiteY3" fmla="*/ 676915 h 2663295"/>
                <a:gd name="connsiteX4" fmla="*/ 4038600 w 5476989"/>
                <a:gd name="connsiteY4" fmla="*/ 330840 h 2663295"/>
                <a:gd name="connsiteX5" fmla="*/ 5299075 w 5476989"/>
                <a:gd name="connsiteY5" fmla="*/ 175265 h 2663295"/>
                <a:gd name="connsiteX6" fmla="*/ 6350 w 5476989"/>
                <a:gd name="connsiteY6" fmla="*/ 191140 h 2663295"/>
                <a:gd name="connsiteX0" fmla="*/ 6350 w 5476989"/>
                <a:gd name="connsiteY0" fmla="*/ 15875 h 2488030"/>
                <a:gd name="connsiteX1" fmla="*/ 0 w 5476989"/>
                <a:gd name="connsiteY1" fmla="*/ 2451100 h 2488030"/>
                <a:gd name="connsiteX2" fmla="*/ 422275 w 5476989"/>
                <a:gd name="connsiteY2" fmla="*/ 1419225 h 2488030"/>
                <a:gd name="connsiteX3" fmla="*/ 2212975 w 5476989"/>
                <a:gd name="connsiteY3" fmla="*/ 501650 h 2488030"/>
                <a:gd name="connsiteX4" fmla="*/ 4038600 w 5476989"/>
                <a:gd name="connsiteY4" fmla="*/ 155575 h 2488030"/>
                <a:gd name="connsiteX5" fmla="*/ 5299075 w 5476989"/>
                <a:gd name="connsiteY5" fmla="*/ 0 h 2488030"/>
                <a:gd name="connsiteX6" fmla="*/ 6350 w 5476989"/>
                <a:gd name="connsiteY6" fmla="*/ 15875 h 2488030"/>
                <a:gd name="connsiteX0" fmla="*/ 6350 w 5476989"/>
                <a:gd name="connsiteY0" fmla="*/ 15875 h 2488030"/>
                <a:gd name="connsiteX1" fmla="*/ 0 w 5476989"/>
                <a:gd name="connsiteY1" fmla="*/ 2451100 h 2488030"/>
                <a:gd name="connsiteX2" fmla="*/ 422275 w 5476989"/>
                <a:gd name="connsiteY2" fmla="*/ 1419225 h 2488030"/>
                <a:gd name="connsiteX3" fmla="*/ 2212975 w 5476989"/>
                <a:gd name="connsiteY3" fmla="*/ 501650 h 2488030"/>
                <a:gd name="connsiteX4" fmla="*/ 4038600 w 5476989"/>
                <a:gd name="connsiteY4" fmla="*/ 155575 h 2488030"/>
                <a:gd name="connsiteX5" fmla="*/ 5299075 w 5476989"/>
                <a:gd name="connsiteY5" fmla="*/ 0 h 2488030"/>
                <a:gd name="connsiteX6" fmla="*/ 6350 w 5476989"/>
                <a:gd name="connsiteY6" fmla="*/ 15875 h 2488030"/>
                <a:gd name="connsiteX0" fmla="*/ 6350 w 5476989"/>
                <a:gd name="connsiteY0" fmla="*/ 15875 h 2496520"/>
                <a:gd name="connsiteX1" fmla="*/ 0 w 5476989"/>
                <a:gd name="connsiteY1" fmla="*/ 2451100 h 2496520"/>
                <a:gd name="connsiteX2" fmla="*/ 422275 w 5476989"/>
                <a:gd name="connsiteY2" fmla="*/ 1419225 h 2496520"/>
                <a:gd name="connsiteX3" fmla="*/ 2212975 w 5476989"/>
                <a:gd name="connsiteY3" fmla="*/ 501650 h 2496520"/>
                <a:gd name="connsiteX4" fmla="*/ 4038600 w 5476989"/>
                <a:gd name="connsiteY4" fmla="*/ 155575 h 2496520"/>
                <a:gd name="connsiteX5" fmla="*/ 5299075 w 5476989"/>
                <a:gd name="connsiteY5" fmla="*/ 0 h 2496520"/>
                <a:gd name="connsiteX6" fmla="*/ 6350 w 5476989"/>
                <a:gd name="connsiteY6" fmla="*/ 15875 h 2496520"/>
                <a:gd name="connsiteX0" fmla="*/ 6350 w 5476989"/>
                <a:gd name="connsiteY0" fmla="*/ 15875 h 2451100"/>
                <a:gd name="connsiteX1" fmla="*/ 0 w 5476989"/>
                <a:gd name="connsiteY1" fmla="*/ 2451100 h 2451100"/>
                <a:gd name="connsiteX2" fmla="*/ 422275 w 5476989"/>
                <a:gd name="connsiteY2" fmla="*/ 1419225 h 2451100"/>
                <a:gd name="connsiteX3" fmla="*/ 2212975 w 5476989"/>
                <a:gd name="connsiteY3" fmla="*/ 501650 h 2451100"/>
                <a:gd name="connsiteX4" fmla="*/ 4038600 w 5476989"/>
                <a:gd name="connsiteY4" fmla="*/ 155575 h 2451100"/>
                <a:gd name="connsiteX5" fmla="*/ 5299075 w 5476989"/>
                <a:gd name="connsiteY5" fmla="*/ 0 h 2451100"/>
                <a:gd name="connsiteX6" fmla="*/ 6350 w 5476989"/>
                <a:gd name="connsiteY6" fmla="*/ 15875 h 2451100"/>
                <a:gd name="connsiteX0" fmla="*/ 6350 w 5476989"/>
                <a:gd name="connsiteY0" fmla="*/ 15875 h 2473325"/>
                <a:gd name="connsiteX1" fmla="*/ 0 w 5476989"/>
                <a:gd name="connsiteY1" fmla="*/ 2473325 h 2473325"/>
                <a:gd name="connsiteX2" fmla="*/ 422275 w 5476989"/>
                <a:gd name="connsiteY2" fmla="*/ 1419225 h 2473325"/>
                <a:gd name="connsiteX3" fmla="*/ 2212975 w 5476989"/>
                <a:gd name="connsiteY3" fmla="*/ 501650 h 2473325"/>
                <a:gd name="connsiteX4" fmla="*/ 4038600 w 5476989"/>
                <a:gd name="connsiteY4" fmla="*/ 155575 h 2473325"/>
                <a:gd name="connsiteX5" fmla="*/ 5299075 w 5476989"/>
                <a:gd name="connsiteY5" fmla="*/ 0 h 2473325"/>
                <a:gd name="connsiteX6" fmla="*/ 6350 w 5476989"/>
                <a:gd name="connsiteY6" fmla="*/ 15875 h 2473325"/>
                <a:gd name="connsiteX0" fmla="*/ 6350 w 5476989"/>
                <a:gd name="connsiteY0" fmla="*/ 15875 h 2473325"/>
                <a:gd name="connsiteX1" fmla="*/ 0 w 5476989"/>
                <a:gd name="connsiteY1" fmla="*/ 2473325 h 2473325"/>
                <a:gd name="connsiteX2" fmla="*/ 422275 w 5476989"/>
                <a:gd name="connsiteY2" fmla="*/ 1419225 h 2473325"/>
                <a:gd name="connsiteX3" fmla="*/ 2212975 w 5476989"/>
                <a:gd name="connsiteY3" fmla="*/ 501650 h 2473325"/>
                <a:gd name="connsiteX4" fmla="*/ 4038600 w 5476989"/>
                <a:gd name="connsiteY4" fmla="*/ 155575 h 2473325"/>
                <a:gd name="connsiteX5" fmla="*/ 5299075 w 5476989"/>
                <a:gd name="connsiteY5" fmla="*/ 0 h 2473325"/>
                <a:gd name="connsiteX6" fmla="*/ 6350 w 5476989"/>
                <a:gd name="connsiteY6" fmla="*/ 15875 h 2473325"/>
                <a:gd name="connsiteX0" fmla="*/ 6350 w 5476989"/>
                <a:gd name="connsiteY0" fmla="*/ 15875 h 2473325"/>
                <a:gd name="connsiteX1" fmla="*/ 0 w 5476989"/>
                <a:gd name="connsiteY1" fmla="*/ 2473325 h 2473325"/>
                <a:gd name="connsiteX2" fmla="*/ 422275 w 5476989"/>
                <a:gd name="connsiteY2" fmla="*/ 1419225 h 2473325"/>
                <a:gd name="connsiteX3" fmla="*/ 2212975 w 5476989"/>
                <a:gd name="connsiteY3" fmla="*/ 501650 h 2473325"/>
                <a:gd name="connsiteX4" fmla="*/ 4038600 w 5476989"/>
                <a:gd name="connsiteY4" fmla="*/ 155575 h 2473325"/>
                <a:gd name="connsiteX5" fmla="*/ 5299075 w 5476989"/>
                <a:gd name="connsiteY5" fmla="*/ 0 h 2473325"/>
                <a:gd name="connsiteX6" fmla="*/ 6350 w 5476989"/>
                <a:gd name="connsiteY6" fmla="*/ 15875 h 2473325"/>
                <a:gd name="connsiteX0" fmla="*/ 6350 w 5476989"/>
                <a:gd name="connsiteY0" fmla="*/ 15875 h 2473325"/>
                <a:gd name="connsiteX1" fmla="*/ 0 w 5476989"/>
                <a:gd name="connsiteY1" fmla="*/ 2473325 h 2473325"/>
                <a:gd name="connsiteX2" fmla="*/ 422275 w 5476989"/>
                <a:gd name="connsiteY2" fmla="*/ 1419225 h 2473325"/>
                <a:gd name="connsiteX3" fmla="*/ 2212975 w 5476989"/>
                <a:gd name="connsiteY3" fmla="*/ 501650 h 2473325"/>
                <a:gd name="connsiteX4" fmla="*/ 4038600 w 5476989"/>
                <a:gd name="connsiteY4" fmla="*/ 155575 h 2473325"/>
                <a:gd name="connsiteX5" fmla="*/ 5299075 w 5476989"/>
                <a:gd name="connsiteY5" fmla="*/ 0 h 2473325"/>
                <a:gd name="connsiteX6" fmla="*/ 6350 w 5476989"/>
                <a:gd name="connsiteY6" fmla="*/ 15875 h 2473325"/>
                <a:gd name="connsiteX0" fmla="*/ 6350 w 5476989"/>
                <a:gd name="connsiteY0" fmla="*/ 15875 h 2473325"/>
                <a:gd name="connsiteX1" fmla="*/ 0 w 5476989"/>
                <a:gd name="connsiteY1" fmla="*/ 2473325 h 2473325"/>
                <a:gd name="connsiteX2" fmla="*/ 422275 w 5476989"/>
                <a:gd name="connsiteY2" fmla="*/ 1419225 h 2473325"/>
                <a:gd name="connsiteX3" fmla="*/ 2212975 w 5476989"/>
                <a:gd name="connsiteY3" fmla="*/ 501650 h 2473325"/>
                <a:gd name="connsiteX4" fmla="*/ 4038600 w 5476989"/>
                <a:gd name="connsiteY4" fmla="*/ 155575 h 2473325"/>
                <a:gd name="connsiteX5" fmla="*/ 5299075 w 5476989"/>
                <a:gd name="connsiteY5" fmla="*/ 0 h 2473325"/>
                <a:gd name="connsiteX6" fmla="*/ 6350 w 5476989"/>
                <a:gd name="connsiteY6" fmla="*/ 15875 h 2473325"/>
                <a:gd name="connsiteX0" fmla="*/ 6350 w 5299075"/>
                <a:gd name="connsiteY0" fmla="*/ 15875 h 2473325"/>
                <a:gd name="connsiteX1" fmla="*/ 0 w 5299075"/>
                <a:gd name="connsiteY1" fmla="*/ 2473325 h 2473325"/>
                <a:gd name="connsiteX2" fmla="*/ 422275 w 5299075"/>
                <a:gd name="connsiteY2" fmla="*/ 1419225 h 2473325"/>
                <a:gd name="connsiteX3" fmla="*/ 2212975 w 5299075"/>
                <a:gd name="connsiteY3" fmla="*/ 501650 h 2473325"/>
                <a:gd name="connsiteX4" fmla="*/ 4038600 w 5299075"/>
                <a:gd name="connsiteY4" fmla="*/ 155575 h 2473325"/>
                <a:gd name="connsiteX5" fmla="*/ 5299075 w 5299075"/>
                <a:gd name="connsiteY5" fmla="*/ 0 h 2473325"/>
                <a:gd name="connsiteX6" fmla="*/ 6350 w 5299075"/>
                <a:gd name="connsiteY6" fmla="*/ 15875 h 2473325"/>
                <a:gd name="connsiteX0" fmla="*/ 3730 w 5296455"/>
                <a:gd name="connsiteY0" fmla="*/ 15875 h 2541444"/>
                <a:gd name="connsiteX1" fmla="*/ 0 w 5296455"/>
                <a:gd name="connsiteY1" fmla="*/ 2541444 h 2541444"/>
                <a:gd name="connsiteX2" fmla="*/ 419655 w 5296455"/>
                <a:gd name="connsiteY2" fmla="*/ 1419225 h 2541444"/>
                <a:gd name="connsiteX3" fmla="*/ 2210355 w 5296455"/>
                <a:gd name="connsiteY3" fmla="*/ 501650 h 2541444"/>
                <a:gd name="connsiteX4" fmla="*/ 4035980 w 5296455"/>
                <a:gd name="connsiteY4" fmla="*/ 155575 h 2541444"/>
                <a:gd name="connsiteX5" fmla="*/ 5296455 w 5296455"/>
                <a:gd name="connsiteY5" fmla="*/ 0 h 2541444"/>
                <a:gd name="connsiteX6" fmla="*/ 3730 w 5296455"/>
                <a:gd name="connsiteY6" fmla="*/ 15875 h 2541444"/>
                <a:gd name="connsiteX0" fmla="*/ 3730 w 5296455"/>
                <a:gd name="connsiteY0" fmla="*/ 15875 h 2541444"/>
                <a:gd name="connsiteX1" fmla="*/ 0 w 5296455"/>
                <a:gd name="connsiteY1" fmla="*/ 2541444 h 2541444"/>
                <a:gd name="connsiteX2" fmla="*/ 419655 w 5296455"/>
                <a:gd name="connsiteY2" fmla="*/ 1419225 h 2541444"/>
                <a:gd name="connsiteX3" fmla="*/ 2210355 w 5296455"/>
                <a:gd name="connsiteY3" fmla="*/ 501650 h 2541444"/>
                <a:gd name="connsiteX4" fmla="*/ 4025500 w 5296455"/>
                <a:gd name="connsiteY4" fmla="*/ 176534 h 2541444"/>
                <a:gd name="connsiteX5" fmla="*/ 5296455 w 5296455"/>
                <a:gd name="connsiteY5" fmla="*/ 0 h 2541444"/>
                <a:gd name="connsiteX6" fmla="*/ 3730 w 5296455"/>
                <a:gd name="connsiteY6" fmla="*/ 15875 h 2541444"/>
                <a:gd name="connsiteX0" fmla="*/ 3730 w 4761990"/>
                <a:gd name="connsiteY0" fmla="*/ 0 h 2525569"/>
                <a:gd name="connsiteX1" fmla="*/ 0 w 4761990"/>
                <a:gd name="connsiteY1" fmla="*/ 2525569 h 2525569"/>
                <a:gd name="connsiteX2" fmla="*/ 419655 w 4761990"/>
                <a:gd name="connsiteY2" fmla="*/ 1403350 h 2525569"/>
                <a:gd name="connsiteX3" fmla="*/ 2210355 w 4761990"/>
                <a:gd name="connsiteY3" fmla="*/ 485775 h 2525569"/>
                <a:gd name="connsiteX4" fmla="*/ 4025500 w 4761990"/>
                <a:gd name="connsiteY4" fmla="*/ 160659 h 2525569"/>
                <a:gd name="connsiteX5" fmla="*/ 4761990 w 4761990"/>
                <a:gd name="connsiteY5" fmla="*/ 60104 h 2525569"/>
                <a:gd name="connsiteX6" fmla="*/ 3730 w 4761990"/>
                <a:gd name="connsiteY6" fmla="*/ 0 h 2525569"/>
                <a:gd name="connsiteX0" fmla="*/ 72 w 4802871"/>
                <a:gd name="connsiteY0" fmla="*/ 8016 h 2465466"/>
                <a:gd name="connsiteX1" fmla="*/ 40881 w 4802871"/>
                <a:gd name="connsiteY1" fmla="*/ 2465466 h 2465466"/>
                <a:gd name="connsiteX2" fmla="*/ 460536 w 4802871"/>
                <a:gd name="connsiteY2" fmla="*/ 1343247 h 2465466"/>
                <a:gd name="connsiteX3" fmla="*/ 2251236 w 4802871"/>
                <a:gd name="connsiteY3" fmla="*/ 425672 h 2465466"/>
                <a:gd name="connsiteX4" fmla="*/ 4066381 w 4802871"/>
                <a:gd name="connsiteY4" fmla="*/ 100556 h 2465466"/>
                <a:gd name="connsiteX5" fmla="*/ 4802871 w 4802871"/>
                <a:gd name="connsiteY5" fmla="*/ 1 h 2465466"/>
                <a:gd name="connsiteX6" fmla="*/ 72 w 4802871"/>
                <a:gd name="connsiteY6" fmla="*/ 8016 h 2465466"/>
                <a:gd name="connsiteX0" fmla="*/ 72 w 4802871"/>
                <a:gd name="connsiteY0" fmla="*/ 0 h 2473170"/>
                <a:gd name="connsiteX1" fmla="*/ 40881 w 4802871"/>
                <a:gd name="connsiteY1" fmla="*/ 2473170 h 2473170"/>
                <a:gd name="connsiteX2" fmla="*/ 460536 w 4802871"/>
                <a:gd name="connsiteY2" fmla="*/ 1350951 h 2473170"/>
                <a:gd name="connsiteX3" fmla="*/ 2251236 w 4802871"/>
                <a:gd name="connsiteY3" fmla="*/ 433376 h 2473170"/>
                <a:gd name="connsiteX4" fmla="*/ 4066381 w 4802871"/>
                <a:gd name="connsiteY4" fmla="*/ 108260 h 2473170"/>
                <a:gd name="connsiteX5" fmla="*/ 4802871 w 4802871"/>
                <a:gd name="connsiteY5" fmla="*/ 7705 h 2473170"/>
                <a:gd name="connsiteX6" fmla="*/ 72 w 4802871"/>
                <a:gd name="connsiteY6" fmla="*/ 0 h 2473170"/>
                <a:gd name="connsiteX0" fmla="*/ 343568 w 5146367"/>
                <a:gd name="connsiteY0" fmla="*/ 0 h 2506306"/>
                <a:gd name="connsiteX1" fmla="*/ 385423 w 5146367"/>
                <a:gd name="connsiteY1" fmla="*/ 2007326 h 2506306"/>
                <a:gd name="connsiteX2" fmla="*/ 384377 w 5146367"/>
                <a:gd name="connsiteY2" fmla="*/ 2473170 h 2506306"/>
                <a:gd name="connsiteX3" fmla="*/ 804032 w 5146367"/>
                <a:gd name="connsiteY3" fmla="*/ 1350951 h 2506306"/>
                <a:gd name="connsiteX4" fmla="*/ 2594732 w 5146367"/>
                <a:gd name="connsiteY4" fmla="*/ 433376 h 2506306"/>
                <a:gd name="connsiteX5" fmla="*/ 4409877 w 5146367"/>
                <a:gd name="connsiteY5" fmla="*/ 108260 h 2506306"/>
                <a:gd name="connsiteX6" fmla="*/ 5146367 w 5146367"/>
                <a:gd name="connsiteY6" fmla="*/ 7705 h 2506306"/>
                <a:gd name="connsiteX7" fmla="*/ 343568 w 5146367"/>
                <a:gd name="connsiteY7" fmla="*/ 0 h 2506306"/>
                <a:gd name="connsiteX0" fmla="*/ 0 w 4802799"/>
                <a:gd name="connsiteY0" fmla="*/ 0 h 2506306"/>
                <a:gd name="connsiteX1" fmla="*/ 41855 w 4802799"/>
                <a:gd name="connsiteY1" fmla="*/ 2007326 h 2506306"/>
                <a:gd name="connsiteX2" fmla="*/ 40809 w 4802799"/>
                <a:gd name="connsiteY2" fmla="*/ 2473170 h 2506306"/>
                <a:gd name="connsiteX3" fmla="*/ 460464 w 4802799"/>
                <a:gd name="connsiteY3" fmla="*/ 1350951 h 2506306"/>
                <a:gd name="connsiteX4" fmla="*/ 2251164 w 4802799"/>
                <a:gd name="connsiteY4" fmla="*/ 433376 h 2506306"/>
                <a:gd name="connsiteX5" fmla="*/ 4066309 w 4802799"/>
                <a:gd name="connsiteY5" fmla="*/ 108260 h 2506306"/>
                <a:gd name="connsiteX6" fmla="*/ 4802799 w 4802799"/>
                <a:gd name="connsiteY6" fmla="*/ 7705 h 2506306"/>
                <a:gd name="connsiteX7" fmla="*/ 0 w 4802799"/>
                <a:gd name="connsiteY7" fmla="*/ 0 h 2506306"/>
                <a:gd name="connsiteX0" fmla="*/ 0 w 4802799"/>
                <a:gd name="connsiteY0" fmla="*/ 0 h 2473170"/>
                <a:gd name="connsiteX1" fmla="*/ 41855 w 4802799"/>
                <a:gd name="connsiteY1" fmla="*/ 2007326 h 2473170"/>
                <a:gd name="connsiteX2" fmla="*/ 40809 w 4802799"/>
                <a:gd name="connsiteY2" fmla="*/ 2473170 h 2473170"/>
                <a:gd name="connsiteX3" fmla="*/ 460464 w 4802799"/>
                <a:gd name="connsiteY3" fmla="*/ 1350951 h 2473170"/>
                <a:gd name="connsiteX4" fmla="*/ 2251164 w 4802799"/>
                <a:gd name="connsiteY4" fmla="*/ 433376 h 2473170"/>
                <a:gd name="connsiteX5" fmla="*/ 4066309 w 4802799"/>
                <a:gd name="connsiteY5" fmla="*/ 108260 h 2473170"/>
                <a:gd name="connsiteX6" fmla="*/ 4802799 w 4802799"/>
                <a:gd name="connsiteY6" fmla="*/ 7705 h 2473170"/>
                <a:gd name="connsiteX7" fmla="*/ 0 w 4802799"/>
                <a:gd name="connsiteY7" fmla="*/ 0 h 2473170"/>
                <a:gd name="connsiteX0" fmla="*/ 13165 w 4815964"/>
                <a:gd name="connsiteY0" fmla="*/ 0 h 2509198"/>
                <a:gd name="connsiteX1" fmla="*/ 1 w 4815964"/>
                <a:gd name="connsiteY1" fmla="*/ 2463193 h 2509198"/>
                <a:gd name="connsiteX2" fmla="*/ 53974 w 4815964"/>
                <a:gd name="connsiteY2" fmla="*/ 2473170 h 2509198"/>
                <a:gd name="connsiteX3" fmla="*/ 473629 w 4815964"/>
                <a:gd name="connsiteY3" fmla="*/ 1350951 h 2509198"/>
                <a:gd name="connsiteX4" fmla="*/ 2264329 w 4815964"/>
                <a:gd name="connsiteY4" fmla="*/ 433376 h 2509198"/>
                <a:gd name="connsiteX5" fmla="*/ 4079474 w 4815964"/>
                <a:gd name="connsiteY5" fmla="*/ 108260 h 2509198"/>
                <a:gd name="connsiteX6" fmla="*/ 4815964 w 4815964"/>
                <a:gd name="connsiteY6" fmla="*/ 7705 h 2509198"/>
                <a:gd name="connsiteX7" fmla="*/ 13165 w 4815964"/>
                <a:gd name="connsiteY7" fmla="*/ 0 h 2509198"/>
                <a:gd name="connsiteX0" fmla="*/ 13164 w 4815963"/>
                <a:gd name="connsiteY0" fmla="*/ 0 h 2473170"/>
                <a:gd name="connsiteX1" fmla="*/ 0 w 4815963"/>
                <a:gd name="connsiteY1" fmla="*/ 2463193 h 2473170"/>
                <a:gd name="connsiteX2" fmla="*/ 53973 w 4815963"/>
                <a:gd name="connsiteY2" fmla="*/ 2473170 h 2473170"/>
                <a:gd name="connsiteX3" fmla="*/ 473628 w 4815963"/>
                <a:gd name="connsiteY3" fmla="*/ 1350951 h 2473170"/>
                <a:gd name="connsiteX4" fmla="*/ 2264328 w 4815963"/>
                <a:gd name="connsiteY4" fmla="*/ 433376 h 2473170"/>
                <a:gd name="connsiteX5" fmla="*/ 4079473 w 4815963"/>
                <a:gd name="connsiteY5" fmla="*/ 108260 h 2473170"/>
                <a:gd name="connsiteX6" fmla="*/ 4815963 w 4815963"/>
                <a:gd name="connsiteY6" fmla="*/ 7705 h 2473170"/>
                <a:gd name="connsiteX7" fmla="*/ 13164 w 4815963"/>
                <a:gd name="connsiteY7" fmla="*/ 0 h 2473170"/>
                <a:gd name="connsiteX0" fmla="*/ 13164 w 4815963"/>
                <a:gd name="connsiteY0" fmla="*/ 0 h 2473170"/>
                <a:gd name="connsiteX1" fmla="*/ 0 w 4815963"/>
                <a:gd name="connsiteY1" fmla="*/ 2471053 h 2473170"/>
                <a:gd name="connsiteX2" fmla="*/ 53973 w 4815963"/>
                <a:gd name="connsiteY2" fmla="*/ 2473170 h 2473170"/>
                <a:gd name="connsiteX3" fmla="*/ 473628 w 4815963"/>
                <a:gd name="connsiteY3" fmla="*/ 1350951 h 2473170"/>
                <a:gd name="connsiteX4" fmla="*/ 2264328 w 4815963"/>
                <a:gd name="connsiteY4" fmla="*/ 433376 h 2473170"/>
                <a:gd name="connsiteX5" fmla="*/ 4079473 w 4815963"/>
                <a:gd name="connsiteY5" fmla="*/ 108260 h 2473170"/>
                <a:gd name="connsiteX6" fmla="*/ 4815963 w 4815963"/>
                <a:gd name="connsiteY6" fmla="*/ 7705 h 2473170"/>
                <a:gd name="connsiteX7" fmla="*/ 13164 w 4815963"/>
                <a:gd name="connsiteY7" fmla="*/ 0 h 2473170"/>
                <a:gd name="connsiteX0" fmla="*/ 0 w 4818519"/>
                <a:gd name="connsiteY0" fmla="*/ 0 h 2478409"/>
                <a:gd name="connsiteX1" fmla="*/ 2556 w 4818519"/>
                <a:gd name="connsiteY1" fmla="*/ 2476292 h 2478409"/>
                <a:gd name="connsiteX2" fmla="*/ 56529 w 4818519"/>
                <a:gd name="connsiteY2" fmla="*/ 2478409 h 2478409"/>
                <a:gd name="connsiteX3" fmla="*/ 476184 w 4818519"/>
                <a:gd name="connsiteY3" fmla="*/ 1356190 h 2478409"/>
                <a:gd name="connsiteX4" fmla="*/ 2266884 w 4818519"/>
                <a:gd name="connsiteY4" fmla="*/ 438615 h 2478409"/>
                <a:gd name="connsiteX5" fmla="*/ 4082029 w 4818519"/>
                <a:gd name="connsiteY5" fmla="*/ 113499 h 2478409"/>
                <a:gd name="connsiteX6" fmla="*/ 4818519 w 4818519"/>
                <a:gd name="connsiteY6" fmla="*/ 12944 h 2478409"/>
                <a:gd name="connsiteX7" fmla="*/ 0 w 4818519"/>
                <a:gd name="connsiteY7" fmla="*/ 0 h 2478409"/>
                <a:gd name="connsiteX0" fmla="*/ 0 w 4818519"/>
                <a:gd name="connsiteY0" fmla="*/ 0 h 2478409"/>
                <a:gd name="connsiteX1" fmla="*/ 2556 w 4818519"/>
                <a:gd name="connsiteY1" fmla="*/ 2476292 h 2478409"/>
                <a:gd name="connsiteX2" fmla="*/ 56529 w 4818519"/>
                <a:gd name="connsiteY2" fmla="*/ 2478409 h 2478409"/>
                <a:gd name="connsiteX3" fmla="*/ 476184 w 4818519"/>
                <a:gd name="connsiteY3" fmla="*/ 1356190 h 2478409"/>
                <a:gd name="connsiteX4" fmla="*/ 2266884 w 4818519"/>
                <a:gd name="connsiteY4" fmla="*/ 438615 h 2478409"/>
                <a:gd name="connsiteX5" fmla="*/ 4082029 w 4818519"/>
                <a:gd name="connsiteY5" fmla="*/ 113499 h 2478409"/>
                <a:gd name="connsiteX6" fmla="*/ 4818519 w 4818519"/>
                <a:gd name="connsiteY6" fmla="*/ 12944 h 2478409"/>
                <a:gd name="connsiteX7" fmla="*/ 0 w 4818519"/>
                <a:gd name="connsiteY7" fmla="*/ 0 h 2478409"/>
                <a:gd name="connsiteX0" fmla="*/ 0 w 4818519"/>
                <a:gd name="connsiteY0" fmla="*/ 0 h 2478409"/>
                <a:gd name="connsiteX1" fmla="*/ 2556 w 4818519"/>
                <a:gd name="connsiteY1" fmla="*/ 2476292 h 2478409"/>
                <a:gd name="connsiteX2" fmla="*/ 56529 w 4818519"/>
                <a:gd name="connsiteY2" fmla="*/ 2478409 h 2478409"/>
                <a:gd name="connsiteX3" fmla="*/ 476184 w 4818519"/>
                <a:gd name="connsiteY3" fmla="*/ 1356190 h 2478409"/>
                <a:gd name="connsiteX4" fmla="*/ 2266884 w 4818519"/>
                <a:gd name="connsiteY4" fmla="*/ 438615 h 2478409"/>
                <a:gd name="connsiteX5" fmla="*/ 4082029 w 4818519"/>
                <a:gd name="connsiteY5" fmla="*/ 113499 h 2478409"/>
                <a:gd name="connsiteX6" fmla="*/ 4818519 w 4818519"/>
                <a:gd name="connsiteY6" fmla="*/ 12944 h 2478409"/>
                <a:gd name="connsiteX7" fmla="*/ 0 w 4818519"/>
                <a:gd name="connsiteY7" fmla="*/ 0 h 2478409"/>
                <a:gd name="connsiteX0" fmla="*/ 0 w 4818519"/>
                <a:gd name="connsiteY0" fmla="*/ 0 h 2478409"/>
                <a:gd name="connsiteX1" fmla="*/ 2556 w 4818519"/>
                <a:gd name="connsiteY1" fmla="*/ 2476292 h 2478409"/>
                <a:gd name="connsiteX2" fmla="*/ 56529 w 4818519"/>
                <a:gd name="connsiteY2" fmla="*/ 2478409 h 2478409"/>
                <a:gd name="connsiteX3" fmla="*/ 476184 w 4818519"/>
                <a:gd name="connsiteY3" fmla="*/ 1356190 h 2478409"/>
                <a:gd name="connsiteX4" fmla="*/ 2266884 w 4818519"/>
                <a:gd name="connsiteY4" fmla="*/ 438615 h 2478409"/>
                <a:gd name="connsiteX5" fmla="*/ 4082029 w 4818519"/>
                <a:gd name="connsiteY5" fmla="*/ 113499 h 2478409"/>
                <a:gd name="connsiteX6" fmla="*/ 4818519 w 4818519"/>
                <a:gd name="connsiteY6" fmla="*/ 12944 h 2478409"/>
                <a:gd name="connsiteX7" fmla="*/ 0 w 4818519"/>
                <a:gd name="connsiteY7" fmla="*/ 0 h 2478409"/>
                <a:gd name="connsiteX0" fmla="*/ 0 w 4818519"/>
                <a:gd name="connsiteY0" fmla="*/ 0 h 2478409"/>
                <a:gd name="connsiteX1" fmla="*/ 2556 w 4818519"/>
                <a:gd name="connsiteY1" fmla="*/ 2476292 h 2478409"/>
                <a:gd name="connsiteX2" fmla="*/ 56529 w 4818519"/>
                <a:gd name="connsiteY2" fmla="*/ 2478409 h 2478409"/>
                <a:gd name="connsiteX3" fmla="*/ 476184 w 4818519"/>
                <a:gd name="connsiteY3" fmla="*/ 1356190 h 2478409"/>
                <a:gd name="connsiteX4" fmla="*/ 2266884 w 4818519"/>
                <a:gd name="connsiteY4" fmla="*/ 438615 h 2478409"/>
                <a:gd name="connsiteX5" fmla="*/ 4082029 w 4818519"/>
                <a:gd name="connsiteY5" fmla="*/ 113499 h 2478409"/>
                <a:gd name="connsiteX6" fmla="*/ 4818519 w 4818519"/>
                <a:gd name="connsiteY6" fmla="*/ 12944 h 2478409"/>
                <a:gd name="connsiteX7" fmla="*/ 0 w 4818519"/>
                <a:gd name="connsiteY7" fmla="*/ 0 h 2478409"/>
                <a:gd name="connsiteX0" fmla="*/ 0 w 4818519"/>
                <a:gd name="connsiteY0" fmla="*/ 0 h 2478409"/>
                <a:gd name="connsiteX1" fmla="*/ 2556 w 4818519"/>
                <a:gd name="connsiteY1" fmla="*/ 2476292 h 2478409"/>
                <a:gd name="connsiteX2" fmla="*/ 56529 w 4818519"/>
                <a:gd name="connsiteY2" fmla="*/ 2478409 h 2478409"/>
                <a:gd name="connsiteX3" fmla="*/ 468324 w 4818519"/>
                <a:gd name="connsiteY3" fmla="*/ 1350951 h 2478409"/>
                <a:gd name="connsiteX4" fmla="*/ 2266884 w 4818519"/>
                <a:gd name="connsiteY4" fmla="*/ 438615 h 2478409"/>
                <a:gd name="connsiteX5" fmla="*/ 4082029 w 4818519"/>
                <a:gd name="connsiteY5" fmla="*/ 113499 h 2478409"/>
                <a:gd name="connsiteX6" fmla="*/ 4818519 w 4818519"/>
                <a:gd name="connsiteY6" fmla="*/ 12944 h 2478409"/>
                <a:gd name="connsiteX7" fmla="*/ 0 w 4818519"/>
                <a:gd name="connsiteY7" fmla="*/ 0 h 2478409"/>
                <a:gd name="connsiteX0" fmla="*/ 0 w 4818519"/>
                <a:gd name="connsiteY0" fmla="*/ 0 h 2478409"/>
                <a:gd name="connsiteX1" fmla="*/ 2556 w 4818519"/>
                <a:gd name="connsiteY1" fmla="*/ 2476292 h 2478409"/>
                <a:gd name="connsiteX2" fmla="*/ 56529 w 4818519"/>
                <a:gd name="connsiteY2" fmla="*/ 2478409 h 2478409"/>
                <a:gd name="connsiteX3" fmla="*/ 468324 w 4818519"/>
                <a:gd name="connsiteY3" fmla="*/ 1350951 h 2478409"/>
                <a:gd name="connsiteX4" fmla="*/ 2266884 w 4818519"/>
                <a:gd name="connsiteY4" fmla="*/ 438615 h 2478409"/>
                <a:gd name="connsiteX5" fmla="*/ 4082029 w 4818519"/>
                <a:gd name="connsiteY5" fmla="*/ 113499 h 2478409"/>
                <a:gd name="connsiteX6" fmla="*/ 4818519 w 4818519"/>
                <a:gd name="connsiteY6" fmla="*/ 12944 h 2478409"/>
                <a:gd name="connsiteX7" fmla="*/ 0 w 4818519"/>
                <a:gd name="connsiteY7" fmla="*/ 0 h 24784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818519" h="2478409">
                  <a:moveTo>
                    <a:pt x="0" y="0"/>
                  </a:moveTo>
                  <a:lnTo>
                    <a:pt x="2556" y="2476292"/>
                  </a:lnTo>
                  <a:lnTo>
                    <a:pt x="56529" y="2478409"/>
                  </a:lnTo>
                  <a:cubicBezTo>
                    <a:pt x="100450" y="2309076"/>
                    <a:pt x="123512" y="1779995"/>
                    <a:pt x="468324" y="1350951"/>
                  </a:cubicBezTo>
                  <a:cubicBezTo>
                    <a:pt x="813136" y="921907"/>
                    <a:pt x="1664599" y="589838"/>
                    <a:pt x="2266884" y="438615"/>
                  </a:cubicBezTo>
                  <a:cubicBezTo>
                    <a:pt x="2869169" y="287392"/>
                    <a:pt x="3567680" y="181387"/>
                    <a:pt x="4082029" y="113499"/>
                  </a:cubicBezTo>
                  <a:cubicBezTo>
                    <a:pt x="4596379" y="29891"/>
                    <a:pt x="4421950" y="60942"/>
                    <a:pt x="4818519" y="1294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906BEBA-DE78-3424-A6C2-C4F75FA30D7A}"/>
                </a:ext>
              </a:extLst>
            </p:cNvPr>
            <p:cNvSpPr txBox="1"/>
            <p:nvPr/>
          </p:nvSpPr>
          <p:spPr>
            <a:xfrm rot="20747837">
              <a:off x="7434600" y="837906"/>
              <a:ext cx="28171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excluded by gaussian bound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85A15AE-0ACA-38B5-BB01-F17E49341E41}"/>
                </a:ext>
              </a:extLst>
            </p:cNvPr>
            <p:cNvSpPr/>
            <p:nvPr/>
          </p:nvSpPr>
          <p:spPr>
            <a:xfrm>
              <a:off x="7256380" y="2252716"/>
              <a:ext cx="4873773" cy="691710"/>
            </a:xfrm>
            <a:prstGeom prst="rect">
              <a:avLst/>
            </a:prstGeom>
            <a:solidFill>
              <a:srgbClr val="C000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351A374-CA6B-808E-965B-1C203BFEACF2}"/>
                </a:ext>
              </a:extLst>
            </p:cNvPr>
            <p:cNvSpPr txBox="1"/>
            <p:nvPr/>
          </p:nvSpPr>
          <p:spPr>
            <a:xfrm>
              <a:off x="7920469" y="2486635"/>
              <a:ext cx="39708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excluded by 3</a:t>
              </a:r>
              <a:r>
                <a:rPr lang="en-US" baseline="30000" dirty="0"/>
                <a:t>rd</a:t>
              </a:r>
              <a:r>
                <a:rPr lang="en-US" dirty="0"/>
                <a:t> law of thermodynamics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C620FFA-BECF-9786-7E68-B78A0B8C6DF8}"/>
                    </a:ext>
                  </a:extLst>
                </p:cNvPr>
                <p:cNvSpPr txBox="1"/>
                <p:nvPr/>
              </p:nvSpPr>
              <p:spPr>
                <a:xfrm>
                  <a:off x="11636794" y="2289454"/>
                  <a:ext cx="590546" cy="46525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</m:num>
                          <m:den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ℏ</m:t>
                            </m:r>
                          </m:den>
                        </m:f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C620FFA-BECF-9786-7E68-B78A0B8C6D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6794" y="2289454"/>
                  <a:ext cx="590546" cy="465256"/>
                </a:xfrm>
                <a:prstGeom prst="rect">
                  <a:avLst/>
                </a:prstGeom>
                <a:blipFill>
                  <a:blip r:embed="rId4"/>
                  <a:stretch>
                    <a:fillRect b="-26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20D0744-6EE3-8234-46FC-0AFE2EA54117}"/>
                  </a:ext>
                </a:extLst>
              </p:cNvPr>
              <p:cNvSpPr txBox="1"/>
              <p:nvPr/>
            </p:nvSpPr>
            <p:spPr>
              <a:xfrm>
                <a:off x="605330" y="1039597"/>
                <a:ext cx="4059125" cy="53957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=−∫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𝜌</m:t>
                    </m:r>
                    <m:func>
                      <m:func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28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</m:func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𝑑𝑞𝑑𝑝</m:t>
                    </m:r>
                  </m:oMath>
                </a14:m>
                <a:r>
                  <a:rPr lang="en-US" sz="2800" dirty="0"/>
                  <a:t>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20D0744-6EE3-8234-46FC-0AFE2EA541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330" y="1039597"/>
                <a:ext cx="4059125" cy="53957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587506F-961E-66B3-1180-D0AB92D83265}"/>
                  </a:ext>
                </a:extLst>
              </p:cNvPr>
              <p:cNvSpPr txBox="1"/>
              <p:nvPr/>
            </p:nvSpPr>
            <p:spPr>
              <a:xfrm>
                <a:off x="1439554" y="1525232"/>
                <a:ext cx="457240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1600" dirty="0"/>
                  <a:t>Fixes units</a:t>
                </a:r>
                <a:br>
                  <a:rPr lang="en-US" sz="1600" dirty="0"/>
                </a:br>
                <a:r>
                  <a:rPr lang="en-US" sz="1600" dirty="0"/>
                  <a:t>Uniform distribution over volume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600" dirty="0"/>
                  <a:t> has zero entropy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587506F-961E-66B3-1180-D0AB92D832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9554" y="1525232"/>
                <a:ext cx="4572406" cy="584775"/>
              </a:xfrm>
              <a:prstGeom prst="rect">
                <a:avLst/>
              </a:prstGeom>
              <a:blipFill>
                <a:blip r:embed="rId6"/>
                <a:stretch>
                  <a:fillRect t="-3125" r="-80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A6E59D5-4811-52F8-9DC8-F51FADAAC0D0}"/>
              </a:ext>
            </a:extLst>
          </p:cNvPr>
          <p:cNvCxnSpPr>
            <a:cxnSpLocks/>
          </p:cNvCxnSpPr>
          <p:nvPr/>
        </p:nvCxnSpPr>
        <p:spPr>
          <a:xfrm flipH="1" flipV="1">
            <a:off x="3426320" y="1494942"/>
            <a:ext cx="449848" cy="3299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564D5A5-86DC-319F-92D7-48E365FEB3EA}"/>
                  </a:ext>
                </a:extLst>
              </p:cNvPr>
              <p:cNvSpPr txBox="1"/>
              <p:nvPr/>
            </p:nvSpPr>
            <p:spPr>
              <a:xfrm>
                <a:off x="629833" y="2545505"/>
                <a:ext cx="3355277" cy="8383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≤</m:t>
                      </m:r>
                      <m:func>
                        <m:func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𝑒</m:t>
                          </m:r>
                          <m:f>
                            <m:f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564D5A5-86DC-319F-92D7-48E365FEB3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833" y="2545505"/>
                <a:ext cx="3355277" cy="83830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216F4C97-6F6F-FB8E-28A3-BF5E727739D7}"/>
              </a:ext>
            </a:extLst>
          </p:cNvPr>
          <p:cNvSpPr txBox="1"/>
          <p:nvPr/>
        </p:nvSpPr>
        <p:spPr>
          <a:xfrm>
            <a:off x="4137435" y="2711379"/>
            <a:ext cx="25426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Gaussian maximizes entropy</a:t>
            </a:r>
            <a:br>
              <a:rPr lang="en-US" sz="1600" dirty="0"/>
            </a:br>
            <a:r>
              <a:rPr lang="en-US" sz="1600" dirty="0"/>
              <a:t>for a given uncertainty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64B7D94-F2B7-8828-0311-83BE581DD1F3}"/>
                  </a:ext>
                </a:extLst>
              </p:cNvPr>
              <p:cNvSpPr txBox="1"/>
              <p:nvPr/>
            </p:nvSpPr>
            <p:spPr>
              <a:xfrm>
                <a:off x="1458272" y="3607715"/>
                <a:ext cx="4385944" cy="9103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𝑆</m:t>
                          </m:r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</m:d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ℏ</m:t>
                          </m:r>
                        </m:num>
                        <m:den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𝑆</m:t>
                          </m:r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</m:d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64B7D94-F2B7-8828-0311-83BE581DD1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8272" y="3607715"/>
                <a:ext cx="4385944" cy="9103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499A51E8-25B4-6183-8C45-2BC884E74E13}"/>
              </a:ext>
            </a:extLst>
          </p:cNvPr>
          <p:cNvSpPr txBox="1"/>
          <p:nvPr/>
        </p:nvSpPr>
        <p:spPr>
          <a:xfrm>
            <a:off x="6951938" y="3982548"/>
            <a:ext cx="2498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sz="1600" dirty="0"/>
              <a:t>Entropy puts a lower bound</a:t>
            </a:r>
            <a:br>
              <a:rPr lang="en-US" sz="1600" dirty="0"/>
            </a:br>
            <a:r>
              <a:rPr lang="en-US" sz="1600" dirty="0"/>
              <a:t>on the uncertainty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5A620E5-2EBF-8F01-B368-B00FF3F5AFFD}"/>
              </a:ext>
            </a:extLst>
          </p:cNvPr>
          <p:cNvCxnSpPr>
            <a:cxnSpLocks/>
            <a:stCxn id="21" idx="1"/>
          </p:cNvCxnSpPr>
          <p:nvPr/>
        </p:nvCxnSpPr>
        <p:spPr>
          <a:xfrm flipH="1" flipV="1">
            <a:off x="5844216" y="4176074"/>
            <a:ext cx="1107722" cy="988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02E8702-C2CA-39F0-C94E-E6A2FA6066AB}"/>
                  </a:ext>
                </a:extLst>
              </p:cNvPr>
              <p:cNvSpPr txBox="1"/>
              <p:nvPr/>
            </p:nvSpPr>
            <p:spPr>
              <a:xfrm>
                <a:off x="1439554" y="4621749"/>
                <a:ext cx="6330002" cy="16700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5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sz="5400" b="0" i="1" smtClean="0">
                          <a:latin typeface="Cambria Math" panose="02040503050406030204" pitchFamily="18" charset="0"/>
                        </a:rPr>
                        <m:t>≥0  ⇒  </m:t>
                      </m:r>
                      <m:sSub>
                        <m:sSubPr>
                          <m:ctrlPr>
                            <a:rPr lang="en-US" sz="5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54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5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sSub>
                        <m:sSubPr>
                          <m:ctrlPr>
                            <a:rPr lang="en-US" sz="5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54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5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5400" i="1">
                          <a:latin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sz="5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5400" i="1">
                              <a:latin typeface="Cambria Math" panose="02040503050406030204" pitchFamily="18" charset="0"/>
                            </a:rPr>
                            <m:t>ℏ</m:t>
                          </m:r>
                        </m:num>
                        <m:den>
                          <m:r>
                            <a:rPr lang="en-US" sz="5400" i="1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02E8702-C2CA-39F0-C94E-E6A2FA6066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9554" y="4621749"/>
                <a:ext cx="6330002" cy="167007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9" name="Picture 28">
            <a:extLst>
              <a:ext uri="{FF2B5EF4-FFF2-40B4-BE49-F238E27FC236}">
                <a16:creationId xmlns:a16="http://schemas.microsoft.com/office/drawing/2014/main" id="{98F589D5-471F-29E4-EE82-98A0F33903F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5296" y="4778661"/>
            <a:ext cx="2022836" cy="2022836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84F7EB-ACEC-C1BD-0DE7-302850F7A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</p:spTree>
    <p:extLst>
      <p:ext uri="{BB962C8B-B14F-4D97-AF65-F5344CB8AC3E}">
        <p14:creationId xmlns:p14="http://schemas.microsoft.com/office/powerpoint/2010/main" val="13355402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F5A3B-CE48-A372-1EF1-EFAEAB3BB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Classical mechanics as high entropy limit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B2E145-EF66-E0A0-253C-390C369ECDB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12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484A16C-BD69-48E2-D7D8-35AE07A70549}"/>
              </a:ext>
            </a:extLst>
          </p:cNvPr>
          <p:cNvGrpSpPr/>
          <p:nvPr/>
        </p:nvGrpSpPr>
        <p:grpSpPr>
          <a:xfrm>
            <a:off x="299927" y="1547811"/>
            <a:ext cx="5539205" cy="2609409"/>
            <a:chOff x="488466" y="982203"/>
            <a:chExt cx="5984068" cy="281897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49390B0-7BF3-8F5E-5A1F-7FBC3D197A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8466" y="982203"/>
              <a:ext cx="5738251" cy="281897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5B22A489-3C62-AC95-3642-97E46B013700}"/>
                    </a:ext>
                  </a:extLst>
                </p:cNvPr>
                <p:cNvSpPr txBox="1"/>
                <p:nvPr/>
              </p:nvSpPr>
              <p:spPr>
                <a:xfrm>
                  <a:off x="5879936" y="2480702"/>
                  <a:ext cx="592598" cy="46525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</m:num>
                          <m:den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ℏ</m:t>
                            </m:r>
                          </m:den>
                        </m:f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5B22A489-3C62-AC95-3642-97E46B0137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79936" y="2480702"/>
                  <a:ext cx="592598" cy="465256"/>
                </a:xfrm>
                <a:prstGeom prst="rect">
                  <a:avLst/>
                </a:prstGeom>
                <a:blipFill>
                  <a:blip r:embed="rId3"/>
                  <a:stretch>
                    <a:fillRect b="-985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0B28C66-E3EF-8C90-305B-AD39A1E306D2}"/>
              </a:ext>
            </a:extLst>
          </p:cNvPr>
          <p:cNvCxnSpPr>
            <a:cxnSpLocks/>
          </p:cNvCxnSpPr>
          <p:nvPr/>
        </p:nvCxnSpPr>
        <p:spPr>
          <a:xfrm flipV="1">
            <a:off x="1083216" y="2903317"/>
            <a:ext cx="4481644" cy="13519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F4E058F-558A-0083-1B9E-E281EE885720}"/>
              </a:ext>
            </a:extLst>
          </p:cNvPr>
          <p:cNvCxnSpPr>
            <a:cxnSpLocks/>
          </p:cNvCxnSpPr>
          <p:nvPr/>
        </p:nvCxnSpPr>
        <p:spPr>
          <a:xfrm>
            <a:off x="2089056" y="2303683"/>
            <a:ext cx="3475804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9272FF2-2CD0-9B9F-B010-51DECA1AE23A}"/>
              </a:ext>
            </a:extLst>
          </p:cNvPr>
          <p:cNvSpPr/>
          <p:nvPr/>
        </p:nvSpPr>
        <p:spPr>
          <a:xfrm rot="5400000" flipV="1">
            <a:off x="5453653" y="2457097"/>
            <a:ext cx="603845" cy="297017"/>
          </a:xfrm>
          <a:custGeom>
            <a:avLst/>
            <a:gdLst>
              <a:gd name="connsiteX0" fmla="*/ 568411 w 568411"/>
              <a:gd name="connsiteY0" fmla="*/ 0 h 49427"/>
              <a:gd name="connsiteX1" fmla="*/ 0 w 568411"/>
              <a:gd name="connsiteY1" fmla="*/ 49427 h 49427"/>
              <a:gd name="connsiteX0" fmla="*/ 568411 w 568411"/>
              <a:gd name="connsiteY0" fmla="*/ 0 h 49427"/>
              <a:gd name="connsiteX1" fmla="*/ 276225 w 568411"/>
              <a:gd name="connsiteY1" fmla="*/ 23941 h 49427"/>
              <a:gd name="connsiteX2" fmla="*/ 0 w 568411"/>
              <a:gd name="connsiteY2" fmla="*/ 49427 h 49427"/>
              <a:gd name="connsiteX0" fmla="*/ 568411 w 568411"/>
              <a:gd name="connsiteY0" fmla="*/ 0 h 49427"/>
              <a:gd name="connsiteX1" fmla="*/ 276225 w 568411"/>
              <a:gd name="connsiteY1" fmla="*/ 23941 h 49427"/>
              <a:gd name="connsiteX2" fmla="*/ 0 w 568411"/>
              <a:gd name="connsiteY2" fmla="*/ 49427 h 49427"/>
              <a:gd name="connsiteX0" fmla="*/ 568411 w 568411"/>
              <a:gd name="connsiteY0" fmla="*/ 0 h 186171"/>
              <a:gd name="connsiteX1" fmla="*/ 285750 w 568411"/>
              <a:gd name="connsiteY1" fmla="*/ 185866 h 186171"/>
              <a:gd name="connsiteX2" fmla="*/ 0 w 568411"/>
              <a:gd name="connsiteY2" fmla="*/ 49427 h 186171"/>
              <a:gd name="connsiteX0" fmla="*/ 568411 w 568411"/>
              <a:gd name="connsiteY0" fmla="*/ 0 h 185880"/>
              <a:gd name="connsiteX1" fmla="*/ 285750 w 568411"/>
              <a:gd name="connsiteY1" fmla="*/ 185866 h 185880"/>
              <a:gd name="connsiteX2" fmla="*/ 0 w 568411"/>
              <a:gd name="connsiteY2" fmla="*/ 49427 h 185880"/>
              <a:gd name="connsiteX0" fmla="*/ 517611 w 517611"/>
              <a:gd name="connsiteY0" fmla="*/ 2322 h 188188"/>
              <a:gd name="connsiteX1" fmla="*/ 234950 w 517611"/>
              <a:gd name="connsiteY1" fmla="*/ 188188 h 188188"/>
              <a:gd name="connsiteX2" fmla="*/ 0 w 517611"/>
              <a:gd name="connsiteY2" fmla="*/ 949 h 188188"/>
              <a:gd name="connsiteX0" fmla="*/ 517611 w 517611"/>
              <a:gd name="connsiteY0" fmla="*/ 1373 h 187239"/>
              <a:gd name="connsiteX1" fmla="*/ 234950 w 517611"/>
              <a:gd name="connsiteY1" fmla="*/ 187239 h 187239"/>
              <a:gd name="connsiteX2" fmla="*/ 0 w 517611"/>
              <a:gd name="connsiteY2" fmla="*/ 0 h 187239"/>
              <a:gd name="connsiteX0" fmla="*/ 425536 w 425536"/>
              <a:gd name="connsiteY0" fmla="*/ 26773 h 187379"/>
              <a:gd name="connsiteX1" fmla="*/ 234950 w 425536"/>
              <a:gd name="connsiteY1" fmla="*/ 187239 h 187379"/>
              <a:gd name="connsiteX2" fmla="*/ 0 w 425536"/>
              <a:gd name="connsiteY2" fmla="*/ 0 h 187379"/>
              <a:gd name="connsiteX0" fmla="*/ 425536 w 425536"/>
              <a:gd name="connsiteY0" fmla="*/ 26773 h 187476"/>
              <a:gd name="connsiteX1" fmla="*/ 234950 w 425536"/>
              <a:gd name="connsiteY1" fmla="*/ 187239 h 187476"/>
              <a:gd name="connsiteX2" fmla="*/ 0 w 425536"/>
              <a:gd name="connsiteY2" fmla="*/ 0 h 187476"/>
              <a:gd name="connsiteX0" fmla="*/ 469986 w 469986"/>
              <a:gd name="connsiteY0" fmla="*/ 0 h 208333"/>
              <a:gd name="connsiteX1" fmla="*/ 234950 w 469986"/>
              <a:gd name="connsiteY1" fmla="*/ 208091 h 208333"/>
              <a:gd name="connsiteX2" fmla="*/ 0 w 469986"/>
              <a:gd name="connsiteY2" fmla="*/ 20852 h 208333"/>
              <a:gd name="connsiteX0" fmla="*/ 469986 w 469986"/>
              <a:gd name="connsiteY0" fmla="*/ 0 h 208333"/>
              <a:gd name="connsiteX1" fmla="*/ 234950 w 469986"/>
              <a:gd name="connsiteY1" fmla="*/ 208091 h 208333"/>
              <a:gd name="connsiteX2" fmla="*/ 0 w 469986"/>
              <a:gd name="connsiteY2" fmla="*/ 20852 h 208333"/>
              <a:gd name="connsiteX0" fmla="*/ 470066 w 470066"/>
              <a:gd name="connsiteY0" fmla="*/ 0 h 208315"/>
              <a:gd name="connsiteX1" fmla="*/ 235030 w 470066"/>
              <a:gd name="connsiteY1" fmla="*/ 208091 h 208315"/>
              <a:gd name="connsiteX2" fmla="*/ 80 w 470066"/>
              <a:gd name="connsiteY2" fmla="*/ 20852 h 208315"/>
              <a:gd name="connsiteX0" fmla="*/ 470066 w 470066"/>
              <a:gd name="connsiteY0" fmla="*/ 0 h 208119"/>
              <a:gd name="connsiteX1" fmla="*/ 235030 w 470066"/>
              <a:gd name="connsiteY1" fmla="*/ 208091 h 208119"/>
              <a:gd name="connsiteX2" fmla="*/ 80 w 470066"/>
              <a:gd name="connsiteY2" fmla="*/ 8152 h 208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066" h="208119">
                <a:moveTo>
                  <a:pt x="470066" y="0"/>
                </a:moveTo>
                <a:cubicBezTo>
                  <a:pt x="464746" y="147680"/>
                  <a:pt x="313361" y="206732"/>
                  <a:pt x="235030" y="208091"/>
                </a:cubicBezTo>
                <a:cubicBezTo>
                  <a:pt x="156699" y="209450"/>
                  <a:pt x="-4125" y="163126"/>
                  <a:pt x="80" y="8152"/>
                </a:cubicBezTo>
              </a:path>
            </a:pathLst>
          </a:custGeom>
          <a:ln>
            <a:solidFill>
              <a:srgbClr val="7030A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FCF1DE0-8C3F-3B5D-AC3F-BA5593816B5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2844" t="24174" r="6569" b="50730"/>
          <a:stretch>
            <a:fillRect/>
          </a:stretch>
        </p:blipFill>
        <p:spPr>
          <a:xfrm>
            <a:off x="4168976" y="2179679"/>
            <a:ext cx="1093470" cy="65487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02B7069-BFBD-1898-CB63-0D89B42AC7FB}"/>
                  </a:ext>
                </a:extLst>
              </p:cNvPr>
              <p:cNvSpPr txBox="1"/>
              <p:nvPr/>
            </p:nvSpPr>
            <p:spPr>
              <a:xfrm>
                <a:off x="5839132" y="2420939"/>
                <a:ext cx="7055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02B7069-BFBD-1898-CB63-0D89B42AC7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9132" y="2420939"/>
                <a:ext cx="705513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16ABEC1-B341-F71C-56F8-38A6E033D3CB}"/>
                  </a:ext>
                </a:extLst>
              </p:cNvPr>
              <p:cNvSpPr txBox="1"/>
              <p:nvPr/>
            </p:nvSpPr>
            <p:spPr>
              <a:xfrm>
                <a:off x="1497515" y="960731"/>
                <a:ext cx="316586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0" dirty="0"/>
                  <a:t>Physical limit: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≫0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16ABEC1-B341-F71C-56F8-38A6E033D3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7515" y="960731"/>
                <a:ext cx="3165867" cy="523220"/>
              </a:xfrm>
              <a:prstGeom prst="rect">
                <a:avLst/>
              </a:prstGeom>
              <a:blipFill>
                <a:blip r:embed="rId5"/>
                <a:stretch>
                  <a:fillRect l="-4046" t="-11765" b="-341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5" name="Picture 24">
            <a:extLst>
              <a:ext uri="{FF2B5EF4-FFF2-40B4-BE49-F238E27FC236}">
                <a16:creationId xmlns:a16="http://schemas.microsoft.com/office/drawing/2014/main" id="{2CFEDC43-62BA-EBE3-C42A-2A82F233E0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2188" y="1462479"/>
            <a:ext cx="5079371" cy="2655584"/>
          </a:xfrm>
          <a:prstGeom prst="rect">
            <a:avLst/>
          </a:prstGeom>
        </p:spPr>
      </p:pic>
      <p:sp>
        <p:nvSpPr>
          <p:cNvPr id="26" name="Arrow: Down 25">
            <a:extLst>
              <a:ext uri="{FF2B5EF4-FFF2-40B4-BE49-F238E27FC236}">
                <a16:creationId xmlns:a16="http://schemas.microsoft.com/office/drawing/2014/main" id="{DC91EE5B-93C4-5C63-490A-CBDC863F12F2}"/>
              </a:ext>
            </a:extLst>
          </p:cNvPr>
          <p:cNvSpPr/>
          <p:nvPr/>
        </p:nvSpPr>
        <p:spPr>
          <a:xfrm>
            <a:off x="6489024" y="2375737"/>
            <a:ext cx="398493" cy="1161536"/>
          </a:xfrm>
          <a:prstGeom prst="down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D3DDFCA-7D37-D8A2-4102-45486565E4EB}"/>
                  </a:ext>
                </a:extLst>
              </p:cNvPr>
              <p:cNvSpPr txBox="1"/>
              <p:nvPr/>
            </p:nvSpPr>
            <p:spPr>
              <a:xfrm>
                <a:off x="7354914" y="1024591"/>
                <a:ext cx="403104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0" dirty="0"/>
                  <a:t>Mathematical limit: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ℏ→0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D3DDFCA-7D37-D8A2-4102-45486565E4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4914" y="1024591"/>
                <a:ext cx="4031040" cy="523220"/>
              </a:xfrm>
              <a:prstGeom prst="rect">
                <a:avLst/>
              </a:prstGeom>
              <a:blipFill>
                <a:blip r:embed="rId7"/>
                <a:stretch>
                  <a:fillRect l="-3177"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8083060-BEB8-2D9C-8E57-69A0B22C27C5}"/>
                  </a:ext>
                </a:extLst>
              </p:cNvPr>
              <p:cNvSpPr txBox="1"/>
              <p:nvPr/>
            </p:nvSpPr>
            <p:spPr>
              <a:xfrm>
                <a:off x="524922" y="4281224"/>
                <a:ext cx="166648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𝚤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8083060-BEB8-2D9C-8E57-69A0B22C27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922" y="4281224"/>
                <a:ext cx="1666482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9DBA7AC-C22C-9C85-B2CD-4A5229EA549F}"/>
                  </a:ext>
                </a:extLst>
              </p:cNvPr>
              <p:cNvSpPr txBox="1"/>
              <p:nvPr/>
            </p:nvSpPr>
            <p:spPr>
              <a:xfrm>
                <a:off x="2469439" y="4295188"/>
                <a:ext cx="271503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𝚤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9DBA7AC-C22C-9C85-B2CD-4A5229EA54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9439" y="4295188"/>
                <a:ext cx="2715038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DA08778-F1F7-3506-A4FF-6B46F83694D9}"/>
                  </a:ext>
                </a:extLst>
              </p:cNvPr>
              <p:cNvSpPr txBox="1"/>
              <p:nvPr/>
            </p:nvSpPr>
            <p:spPr>
              <a:xfrm>
                <a:off x="7356976" y="4858537"/>
                <a:ext cx="1601272" cy="6314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̂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𝚤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ℏ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den>
                    </m:f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DA08778-F1F7-3506-A4FF-6B46F83694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6976" y="4858537"/>
                <a:ext cx="1601272" cy="63145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B0ADDB3-63BE-0C22-DEE1-94406AA5FEE7}"/>
                  </a:ext>
                </a:extLst>
              </p:cNvPr>
              <p:cNvSpPr txBox="1"/>
              <p:nvPr/>
            </p:nvSpPr>
            <p:spPr>
              <a:xfrm>
                <a:off x="6772188" y="4233711"/>
                <a:ext cx="2602123" cy="5091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acc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</m:acc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𝚤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B0ADDB3-63BE-0C22-DEE1-94406AA5FE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2188" y="4233711"/>
                <a:ext cx="2602123" cy="50917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D7AC4A71-75EB-2701-F475-505574B47AB3}"/>
              </a:ext>
            </a:extLst>
          </p:cNvPr>
          <p:cNvSpPr txBox="1"/>
          <p:nvPr/>
        </p:nvSpPr>
        <p:spPr>
          <a:xfrm>
            <a:off x="252570" y="5174264"/>
            <a:ext cx="64816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Physical limit: increase the entropy of mixed states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D1C1587-B7D5-EA06-6BB3-1BA4E87D6EC5}"/>
              </a:ext>
            </a:extLst>
          </p:cNvPr>
          <p:cNvSpPr txBox="1"/>
          <p:nvPr/>
        </p:nvSpPr>
        <p:spPr>
          <a:xfrm>
            <a:off x="258866" y="5735073"/>
            <a:ext cx="71361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Mathematical limit: decrease the entropy of pure states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11D7568-DE4E-463D-853E-64DEAB28678B}"/>
                  </a:ext>
                </a:extLst>
              </p:cNvPr>
              <p:cNvSpPr txBox="1"/>
              <p:nvPr/>
            </p:nvSpPr>
            <p:spPr>
              <a:xfrm>
                <a:off x="5098770" y="939295"/>
                <a:ext cx="910377" cy="3806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0" dirty="0"/>
                  <a:t>like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≪1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11D7568-DE4E-463D-853E-64DEAB2867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8770" y="939295"/>
                <a:ext cx="910377" cy="380617"/>
              </a:xfrm>
              <a:prstGeom prst="rect">
                <a:avLst/>
              </a:prstGeom>
              <a:blipFill>
                <a:blip r:embed="rId12"/>
                <a:stretch>
                  <a:fillRect l="-2000"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6051161-45E1-928C-414D-F31B8A2E0821}"/>
                  </a:ext>
                </a:extLst>
              </p:cNvPr>
              <p:cNvSpPr txBox="1"/>
              <p:nvPr/>
            </p:nvSpPr>
            <p:spPr>
              <a:xfrm>
                <a:off x="11003962" y="785406"/>
                <a:ext cx="96564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0" dirty="0"/>
                  <a:t>like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6051161-45E1-928C-414D-F31B8A2E08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03962" y="785406"/>
                <a:ext cx="965649" cy="307777"/>
              </a:xfrm>
              <a:prstGeom prst="rect">
                <a:avLst/>
              </a:prstGeom>
              <a:blipFill>
                <a:blip r:embed="rId13"/>
                <a:stretch>
                  <a:fillRect l="-1887"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8" name="Picture 37">
            <a:extLst>
              <a:ext uri="{FF2B5EF4-FFF2-40B4-BE49-F238E27FC236}">
                <a16:creationId xmlns:a16="http://schemas.microsoft.com/office/drawing/2014/main" id="{7B8B6651-7F4A-A26C-2573-2C1913058D1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5296" y="4778661"/>
            <a:ext cx="2022836" cy="202283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6EC3E20-61CF-0804-9B93-CA90D278611D}"/>
              </a:ext>
            </a:extLst>
          </p:cNvPr>
          <p:cNvSpPr txBox="1"/>
          <p:nvPr/>
        </p:nvSpPr>
        <p:spPr>
          <a:xfrm>
            <a:off x="8701483" y="3564858"/>
            <a:ext cx="256377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600" i="1" dirty="0"/>
              <a:t>Phys. Scr.</a:t>
            </a:r>
            <a:r>
              <a:rPr lang="en-US" sz="1600" dirty="0"/>
              <a:t> </a:t>
            </a:r>
            <a:r>
              <a:rPr lang="en-US" sz="1600" b="1" dirty="0"/>
              <a:t>101</a:t>
            </a:r>
            <a:r>
              <a:rPr lang="en-US" sz="1600" dirty="0"/>
              <a:t> 065105 (2026)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37C8F2-63A0-05BB-41D0-06D223929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</p:spTree>
    <p:extLst>
      <p:ext uri="{BB962C8B-B14F-4D97-AF65-F5344CB8AC3E}">
        <p14:creationId xmlns:p14="http://schemas.microsoft.com/office/powerpoint/2010/main" val="40816578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FE027-AB2E-7782-6912-FBC79BBED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E642C2-D4D5-E4B7-232A-1E72F911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13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6B7899-19EF-AAD2-33C8-50376930CA4F}"/>
              </a:ext>
            </a:extLst>
          </p:cNvPr>
          <p:cNvSpPr txBox="1"/>
          <p:nvPr/>
        </p:nvSpPr>
        <p:spPr>
          <a:xfrm>
            <a:off x="654205" y="1111313"/>
            <a:ext cx="86666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This map introduces a total phase based on all coefficients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3B59D30-46B0-7B6A-BFDB-CD23CCB41BD3}"/>
                  </a:ext>
                </a:extLst>
              </p:cNvPr>
              <p:cNvSpPr txBox="1"/>
              <p:nvPr/>
            </p:nvSpPr>
            <p:spPr>
              <a:xfrm>
                <a:off x="725996" y="1991173"/>
                <a:ext cx="8369599" cy="8670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b>
                          </m:sSub>
                          <m:d>
                            <m:dPr>
                              <m:begChr m:val="|"/>
                              <m:endChr m:val="⟩"/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b>
                          </m:sSub>
                          <m:d>
                            <m:dPr>
                              <m:begChr m:val="|"/>
                              <m:endChr m:val="⟩"/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sup>
                              </m:sSup>
                            </m:e>
                          </m:d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𝚤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𝜃</m:t>
                          </m:r>
                          <m:f>
                            <m:f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b>
                          </m:sSub>
                          <m:d>
                            <m:dPr>
                              <m:begChr m:val="|"/>
                              <m:endChr m:val="⟩"/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b>
                          </m:sSub>
                          <m:d>
                            <m:dPr>
                              <m:begChr m:val="|"/>
                              <m:endChr m:val="⟩"/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</m:sup>
                              </m:sSup>
                            </m:e>
                          </m:d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3B59D30-46B0-7B6A-BFDB-CD23CCB41B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996" y="1991173"/>
                <a:ext cx="8369599" cy="8670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631CD5D2-F0F0-FC47-A5A2-545016544408}"/>
              </a:ext>
            </a:extLst>
          </p:cNvPr>
          <p:cNvSpPr txBox="1"/>
          <p:nvPr/>
        </p:nvSpPr>
        <p:spPr>
          <a:xfrm>
            <a:off x="1067727" y="4702510"/>
            <a:ext cx="694177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Linearity is a mathematical convenience,</a:t>
            </a:r>
            <a:br>
              <a:rPr lang="en-US" sz="3200" dirty="0">
                <a:solidFill>
                  <a:srgbClr val="C00000"/>
                </a:solidFill>
              </a:rPr>
            </a:br>
            <a:r>
              <a:rPr lang="en-US" sz="3200" dirty="0">
                <a:solidFill>
                  <a:srgbClr val="C00000"/>
                </a:solidFill>
              </a:rPr>
              <a:t>not a physical necessity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FC7692F-440C-6A40-4BEA-2FAF52E7629F}"/>
                  </a:ext>
                </a:extLst>
              </p:cNvPr>
              <p:cNvSpPr txBox="1"/>
              <p:nvPr/>
            </p:nvSpPr>
            <p:spPr>
              <a:xfrm>
                <a:off x="2100976" y="1740680"/>
                <a:ext cx="18461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0" dirty="0"/>
                  <a:t>const.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∈(0,2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FC7692F-440C-6A40-4BEA-2FAF52E762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0976" y="1740680"/>
                <a:ext cx="1846146" cy="369332"/>
              </a:xfrm>
              <a:prstGeom prst="rect">
                <a:avLst/>
              </a:prstGeom>
              <a:blipFill>
                <a:blip r:embed="rId3"/>
                <a:stretch>
                  <a:fillRect l="-2980" t="-10000" r="-331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6A395CB-5789-AE34-6399-8B9F6BEFC552}"/>
              </a:ext>
            </a:extLst>
          </p:cNvPr>
          <p:cNvCxnSpPr/>
          <p:nvPr/>
        </p:nvCxnSpPr>
        <p:spPr>
          <a:xfrm>
            <a:off x="3754877" y="2091445"/>
            <a:ext cx="680936" cy="2529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68F1D51-1F90-E4FE-FBF6-215A27A052EF}"/>
              </a:ext>
            </a:extLst>
          </p:cNvPr>
          <p:cNvSpPr txBox="1"/>
          <p:nvPr/>
        </p:nvSpPr>
        <p:spPr>
          <a:xfrm>
            <a:off x="9095595" y="2159698"/>
            <a:ext cx="18245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Non-linear map…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AEA4734-E356-69B6-956A-C0676C1A38E8}"/>
              </a:ext>
            </a:extLst>
          </p:cNvPr>
          <p:cNvSpPr txBox="1"/>
          <p:nvPr/>
        </p:nvSpPr>
        <p:spPr>
          <a:xfrm>
            <a:off x="725996" y="3343555"/>
            <a:ext cx="28339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… that preserves the physics</a:t>
            </a:r>
            <a:br>
              <a:rPr lang="en-US" dirty="0"/>
            </a:br>
            <a:r>
              <a:rPr lang="en-US" dirty="0"/>
              <a:t>(i.e. Born rule)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DC0C5A8-0B8F-E82E-74EF-91857876F29B}"/>
                  </a:ext>
                </a:extLst>
              </p:cNvPr>
              <p:cNvSpPr txBox="1"/>
              <p:nvPr/>
            </p:nvSpPr>
            <p:spPr>
              <a:xfrm>
                <a:off x="3754877" y="3092557"/>
                <a:ext cx="5753370" cy="871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⟨"/>
                              <m:endChr m:val="⟩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</m:e>
                              </m:d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⟨"/>
                              <m:endChr m:val="⟩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</m:d>
                            </m: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d>
                            <m:dPr>
                              <m:begChr m:val="⟨"/>
                              <m:endChr m:val="⟩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</m:e>
                              </m:d>
                            </m: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⟨"/>
                              <m:endChr m:val="⟩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</m:d>
                            </m: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</m:d>
                            </m:e>
                          </m:d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⟨"/>
                              <m:endChr m:val="⟩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</m:d>
                          <m:d>
                            <m:dPr>
                              <m:begChr m:val="⟨"/>
                              <m:endChr m:val="⟩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</m:d>
                        </m:num>
                        <m:den>
                          <m:d>
                            <m:dPr>
                              <m:begChr m:val="⟨"/>
                              <m:endChr m:val="⟩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</m:d>
                          <m:d>
                            <m:dPr>
                              <m:begChr m:val="⟨"/>
                              <m:endChr m:val="⟩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DC0C5A8-0B8F-E82E-74EF-91857876F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4877" y="3092557"/>
                <a:ext cx="5753370" cy="87132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8" name="Picture 27">
            <a:extLst>
              <a:ext uri="{FF2B5EF4-FFF2-40B4-BE49-F238E27FC236}">
                <a16:creationId xmlns:a16="http://schemas.microsoft.com/office/drawing/2014/main" id="{B40A0944-5794-D56A-721B-2FBC43E8AFB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5297" y="4778662"/>
            <a:ext cx="2022835" cy="202283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720B7AFF-0B1B-540E-5A01-C77A66EE0407}"/>
              </a:ext>
            </a:extLst>
          </p:cNvPr>
          <p:cNvSpPr txBox="1">
            <a:spLocks/>
          </p:cNvSpPr>
          <p:nvPr/>
        </p:nvSpPr>
        <p:spPr>
          <a:xfrm>
            <a:off x="103955" y="84779"/>
            <a:ext cx="11984090" cy="897424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Non-linear representation in QM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6DF8A4-53F7-54D7-6F68-DCB74729E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56906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067CBB-732F-0788-5273-0D3208BC3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B00218-745E-F935-9593-168C5ABE52E6}"/>
              </a:ext>
            </a:extLst>
          </p:cNvPr>
          <p:cNvSpPr txBox="1"/>
          <p:nvPr/>
        </p:nvSpPr>
        <p:spPr>
          <a:xfrm>
            <a:off x="537327" y="291736"/>
            <a:ext cx="797423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Superposition is multi-decomposition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E6AA041-3CC6-ABBB-E72F-52BF7CAA90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4752" y="4766235"/>
            <a:ext cx="2022836" cy="202283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F13D59B-E75D-D05E-4B04-29BF706A9343}"/>
                  </a:ext>
                </a:extLst>
              </p:cNvPr>
              <p:cNvSpPr txBox="1"/>
              <p:nvPr/>
            </p:nvSpPr>
            <p:spPr>
              <a:xfrm>
                <a:off x="672428" y="1497099"/>
                <a:ext cx="10153742" cy="20773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solidFill>
                      <a:schemeClr val="accent6">
                        <a:lumMod val="75000"/>
                      </a:schemeClr>
                    </a:solidFill>
                  </a:rPr>
                  <a:t>Superposition: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sz="3200" i="1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i="1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</m:d>
                    <m:r>
                      <a:rPr lang="en-US" sz="3200" i="1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3200" i="1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3200" i="1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begChr m:val="|"/>
                        <m:endChr m:val="⟩"/>
                        <m:ctrlPr>
                          <a:rPr lang="en-US" sz="3200" i="1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200" i="1" dirty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 dirty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sz="3200" i="1" dirty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3200" i="1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3200" i="1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3200" i="1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begChr m:val="|"/>
                        <m:endChr m:val="⟩"/>
                        <m:ctrlPr>
                          <a:rPr lang="en-US" sz="3200" i="1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200" i="1" dirty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 dirty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sz="3200" i="1" dirty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320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6000" b="0" i="1" dirty="0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⇕</m:t>
                      </m:r>
                    </m:oMath>
                  </m:oMathPara>
                </a14:m>
                <a:br>
                  <a:rPr lang="en-US" sz="3200" dirty="0">
                    <a:solidFill>
                      <a:schemeClr val="accent6">
                        <a:lumMod val="75000"/>
                      </a:schemeClr>
                    </a:solidFill>
                  </a:rPr>
                </a:br>
                <a:r>
                  <a:rPr lang="en-US" sz="3200" dirty="0">
                    <a:solidFill>
                      <a:schemeClr val="accent6">
                        <a:lumMod val="75000"/>
                      </a:schemeClr>
                    </a:solidFill>
                  </a:rPr>
                  <a:t>Multi-decomposition: </a:t>
                </a:r>
                <a14:m>
                  <m:oMath xmlns:m="http://schemas.openxmlformats.org/officeDocument/2006/math">
                    <m:r>
                      <a:rPr lang="en-US" sz="32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32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3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3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  <m:sSub>
                      <m:sSubPr>
                        <m:ctrlPr>
                          <a:rPr lang="en-US" sz="3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3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  <m:r>
                      <a:rPr lang="en-US" sz="32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3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acc>
                          <m:accPr>
                            <m:chr m:val="̂"/>
                            <m:ctrlPr>
                              <a:rPr lang="en-US" sz="3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</m:acc>
                      </m:sub>
                    </m:sSub>
                    <m:sSub>
                      <m:sSubPr>
                        <m:ctrlPr>
                          <a:rPr lang="en-US" sz="3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acc>
                          <m:accPr>
                            <m:chr m:val="̂"/>
                            <m:ctrlPr>
                              <a:rPr lang="en-US" sz="3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</m:acc>
                      </m:sub>
                    </m:sSub>
                    <m:r>
                      <a:rPr lang="en-US" sz="32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3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3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3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sz="3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r>
                      <a:rPr lang="en-US" sz="32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3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3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3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sz="3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endParaRPr lang="en-US" sz="320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F13D59B-E75D-D05E-4B04-29BF706A9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428" y="1497099"/>
                <a:ext cx="10153742" cy="2077364"/>
              </a:xfrm>
              <a:prstGeom prst="rect">
                <a:avLst/>
              </a:prstGeom>
              <a:blipFill>
                <a:blip r:embed="rId3"/>
                <a:stretch>
                  <a:fillRect l="-1501" t="-3529" b="-55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BD5666DB-AADA-71F0-614C-1A351A228DEA}"/>
              </a:ext>
            </a:extLst>
          </p:cNvPr>
          <p:cNvSpPr txBox="1"/>
          <p:nvPr/>
        </p:nvSpPr>
        <p:spPr>
          <a:xfrm>
            <a:off x="4289432" y="1137976"/>
            <a:ext cx="4339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Property of the </a:t>
            </a:r>
            <a:r>
              <a:rPr lang="en-US" b="1" dirty="0"/>
              <a:t>vector space representation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091469-56A6-2526-7432-AD6A668D471D}"/>
              </a:ext>
            </a:extLst>
          </p:cNvPr>
          <p:cNvSpPr txBox="1"/>
          <p:nvPr/>
        </p:nvSpPr>
        <p:spPr>
          <a:xfrm>
            <a:off x="4687819" y="3616351"/>
            <a:ext cx="44454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Property of </a:t>
            </a:r>
            <a:r>
              <a:rPr lang="en-US" b="1" dirty="0"/>
              <a:t>distinguishability of preparations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EE5268-8814-859E-7EA5-BA910C1909EE}"/>
                  </a:ext>
                </a:extLst>
              </p:cNvPr>
              <p:cNvSpPr txBox="1"/>
              <p:nvPr/>
            </p:nvSpPr>
            <p:spPr>
              <a:xfrm>
                <a:off x="4796564" y="4419128"/>
                <a:ext cx="4436407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Indistinguishability of different mixtures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4000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⇕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000" dirty="0"/>
                  <a:t>No physical process can depend on them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EE5268-8814-859E-7EA5-BA910C1909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6564" y="4419128"/>
                <a:ext cx="4436407" cy="1323439"/>
              </a:xfrm>
              <a:prstGeom prst="rect">
                <a:avLst/>
              </a:prstGeom>
              <a:blipFill>
                <a:blip r:embed="rId4"/>
                <a:stretch>
                  <a:fillRect l="-1511" t="-2765" r="-549" b="-73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0BFA8A3-05C4-6452-C981-2606F0B0245B}"/>
              </a:ext>
            </a:extLst>
          </p:cNvPr>
          <p:cNvCxnSpPr>
            <a:cxnSpLocks/>
          </p:cNvCxnSpPr>
          <p:nvPr/>
        </p:nvCxnSpPr>
        <p:spPr>
          <a:xfrm flipH="1">
            <a:off x="8628633" y="2338615"/>
            <a:ext cx="760464" cy="6214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B80DAF1-595C-4AD6-FFEF-B59D1FE4C9BF}"/>
              </a:ext>
            </a:extLst>
          </p:cNvPr>
          <p:cNvSpPr txBox="1"/>
          <p:nvPr/>
        </p:nvSpPr>
        <p:spPr>
          <a:xfrm>
            <a:off x="8471575" y="1665438"/>
            <a:ext cx="33465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Impossible in classical probability</a:t>
            </a:r>
            <a:br>
              <a:rPr lang="en-US" dirty="0"/>
            </a:br>
            <a:r>
              <a:rPr lang="en-US" dirty="0"/>
              <a:t>(i.e. Choquet simplex)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4D01DE4-2B40-8322-BEE2-0F31A6765498}"/>
                  </a:ext>
                </a:extLst>
              </p:cNvPr>
              <p:cNvSpPr txBox="1"/>
              <p:nvPr/>
            </p:nvSpPr>
            <p:spPr>
              <a:xfrm>
                <a:off x="245096" y="3757409"/>
                <a:ext cx="4356187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Linear transformations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4000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⇕</m:t>
                      </m:r>
                    </m:oMath>
                  </m:oMathPara>
                </a14:m>
                <a:endParaRPr lang="en-US" sz="2000" dirty="0"/>
              </a:p>
              <a:p>
                <a:pPr algn="ctr"/>
                <a:r>
                  <a:rPr lang="en-US" sz="2000" dirty="0"/>
                  <a:t>Output of mixtures = mixture of outputs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4D01DE4-2B40-8322-BEE2-0F31A67654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096" y="3757409"/>
                <a:ext cx="4356187" cy="1323439"/>
              </a:xfrm>
              <a:prstGeom prst="rect">
                <a:avLst/>
              </a:prstGeom>
              <a:blipFill>
                <a:blip r:embed="rId5"/>
                <a:stretch>
                  <a:fillRect l="-1119" t="-2304" r="-1119" b="-73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3ADE61-597E-B3F8-444B-85ABAE271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50442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7ED2C-F58D-EE42-1160-A9DB2476E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8CDD1-3494-5F30-CB5B-4C5E330AE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Paradoxes and standards of rigor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9F7208-D3B0-02F7-8F6D-A689E1CD28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78D271-0065-829D-54D5-8887AC442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15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39E69D-C743-4F89-CB03-504F848119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</p:spTree>
    <p:extLst>
      <p:ext uri="{BB962C8B-B14F-4D97-AF65-F5344CB8AC3E}">
        <p14:creationId xmlns:p14="http://schemas.microsoft.com/office/powerpoint/2010/main" val="29792386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BC06D44-F19F-41C8-E5E6-5245C2EB0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16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AF6F90-35BD-073A-62CF-CF775D4C14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374" y="3178345"/>
            <a:ext cx="8975624" cy="1086308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5E537D39-DDE6-FFF8-664A-A138A2695AC2}"/>
              </a:ext>
            </a:extLst>
          </p:cNvPr>
          <p:cNvSpPr txBox="1">
            <a:spLocks/>
          </p:cNvSpPr>
          <p:nvPr/>
        </p:nvSpPr>
        <p:spPr>
          <a:xfrm>
            <a:off x="103955" y="84779"/>
            <a:ext cx="11984090" cy="897424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Poor dimensional checking in statistical mechanics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08CA92D-A72C-C577-35A7-C21DDB3F4305}"/>
                  </a:ext>
                </a:extLst>
              </p:cNvPr>
              <p:cNvSpPr txBox="1"/>
              <p:nvPr/>
            </p:nvSpPr>
            <p:spPr>
              <a:xfrm>
                <a:off x="820132" y="1150069"/>
                <a:ext cx="3597973" cy="10992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  <m:sup/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𝜌</m:t>
                          </m:r>
                          <m:func>
                            <m:func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32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</m:func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08CA92D-A72C-C577-35A7-C21DDB3F43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132" y="1150069"/>
                <a:ext cx="3597973" cy="10992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339E867-2269-4614-9163-FD161797C0A5}"/>
              </a:ext>
            </a:extLst>
          </p:cNvPr>
          <p:cNvCxnSpPr>
            <a:cxnSpLocks/>
          </p:cNvCxnSpPr>
          <p:nvPr/>
        </p:nvCxnSpPr>
        <p:spPr>
          <a:xfrm flipH="1" flipV="1">
            <a:off x="2865748" y="1923068"/>
            <a:ext cx="245097" cy="4544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F041408-6678-20F6-1FC9-BA8D6CAE52D2}"/>
              </a:ext>
            </a:extLst>
          </p:cNvPr>
          <p:cNvSpPr txBox="1"/>
          <p:nvPr/>
        </p:nvSpPr>
        <p:spPr>
          <a:xfrm>
            <a:off x="1831061" y="2454358"/>
            <a:ext cx="38050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Density is not a pure number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5BDD113-BFD0-ADF6-65BD-BC2207A40DA0}"/>
                  </a:ext>
                </a:extLst>
              </p:cNvPr>
              <p:cNvSpPr txBox="1"/>
              <p:nvPr/>
            </p:nvSpPr>
            <p:spPr>
              <a:xfrm>
                <a:off x="4428336" y="1331081"/>
                <a:ext cx="3536737" cy="8474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⇒−</m:t>
                      </m:r>
                      <m:nary>
                        <m:naryPr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𝜌</m:t>
                          </m:r>
                          <m:func>
                            <m:func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</m:func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5BDD113-BFD0-ADF6-65BD-BC2207A40D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8336" y="1331081"/>
                <a:ext cx="3536737" cy="84747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52875F4-0A4D-2050-35BF-B93A2EBF4E0E}"/>
              </a:ext>
            </a:extLst>
          </p:cNvPr>
          <p:cNvCxnSpPr/>
          <p:nvPr/>
        </p:nvCxnSpPr>
        <p:spPr>
          <a:xfrm flipV="1">
            <a:off x="4628561" y="3874416"/>
            <a:ext cx="537328" cy="8107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74C3EC8-7B15-8F73-6C50-8E907B42106C}"/>
              </a:ext>
            </a:extLst>
          </p:cNvPr>
          <p:cNvCxnSpPr>
            <a:cxnSpLocks/>
          </p:cNvCxnSpPr>
          <p:nvPr/>
        </p:nvCxnSpPr>
        <p:spPr>
          <a:xfrm flipV="1">
            <a:off x="5033913" y="3940404"/>
            <a:ext cx="3374796" cy="744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051265F-0AA9-D048-42A9-EEB3CDD29DCC}"/>
              </a:ext>
            </a:extLst>
          </p:cNvPr>
          <p:cNvSpPr txBox="1"/>
          <p:nvPr/>
        </p:nvSpPr>
        <p:spPr>
          <a:xfrm>
            <a:off x="2513056" y="4685122"/>
            <a:ext cx="6075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You can’t “approximate physical dimensions”!!!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46CB516-DDC6-6EC2-7E08-85B9E5A32BA5}"/>
                  </a:ext>
                </a:extLst>
              </p:cNvPr>
              <p:cNvSpPr txBox="1"/>
              <p:nvPr/>
            </p:nvSpPr>
            <p:spPr>
              <a:xfrm>
                <a:off x="3825249" y="5264441"/>
                <a:ext cx="24173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𝑙𝑒𝑛𝑔𝑡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≄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𝑙𝑒𝑛𝑔𝑡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46CB516-DDC6-6EC2-7E08-85B9E5A32B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5249" y="5264441"/>
                <a:ext cx="2417328" cy="369332"/>
              </a:xfrm>
              <a:prstGeom prst="rect">
                <a:avLst/>
              </a:prstGeom>
              <a:blipFill>
                <a:blip r:embed="rId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42473EC-D54C-D56E-8603-812C945F019A}"/>
              </a:ext>
            </a:extLst>
          </p:cNvPr>
          <p:cNvCxnSpPr>
            <a:cxnSpLocks/>
          </p:cNvCxnSpPr>
          <p:nvPr/>
        </p:nvCxnSpPr>
        <p:spPr>
          <a:xfrm flipH="1">
            <a:off x="7494309" y="2685190"/>
            <a:ext cx="1168924" cy="4931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0C7E819-E5B5-86D0-E94A-23D9FCCEEB67}"/>
              </a:ext>
            </a:extLst>
          </p:cNvPr>
          <p:cNvSpPr txBox="1"/>
          <p:nvPr/>
        </p:nvSpPr>
        <p:spPr>
          <a:xfrm>
            <a:off x="7418895" y="2294451"/>
            <a:ext cx="3958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When deriving Sackur–Tetrode equation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CC9D0F8-3F91-133C-41FE-B83DBDD2C5BD}"/>
              </a:ext>
            </a:extLst>
          </p:cNvPr>
          <p:cNvSpPr txBox="1"/>
          <p:nvPr/>
        </p:nvSpPr>
        <p:spPr>
          <a:xfrm>
            <a:off x="3348087" y="913431"/>
            <a:ext cx="27296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Definition of Gibbs entropy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FBCAE2-FB38-5FE5-4F3C-1E9A2802C2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84478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65DC6E-A175-0164-8030-C330DADBF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4377" y="1257734"/>
            <a:ext cx="3373018" cy="160039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A9C690A-C693-99DF-4494-6065036FFB91}"/>
                  </a:ext>
                </a:extLst>
              </p:cNvPr>
              <p:cNvSpPr txBox="1"/>
              <p:nvPr/>
            </p:nvSpPr>
            <p:spPr>
              <a:xfrm>
                <a:off x="286389" y="1084113"/>
                <a:ext cx="1656223" cy="9106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en-US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rad>
                            </m:den>
                          </m:f>
                        </m:e>
                      </m:rad>
                    </m:oMath>
                  </m:oMathPara>
                </a14:m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A9C690A-C693-99DF-4494-6065036FF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389" y="1084113"/>
                <a:ext cx="1656223" cy="9106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CF4435B-D11B-0E4F-A1B8-F6AF7D008BC0}"/>
                  </a:ext>
                </a:extLst>
              </p:cNvPr>
              <p:cNvSpPr txBox="1"/>
              <p:nvPr/>
            </p:nvSpPr>
            <p:spPr>
              <a:xfrm>
                <a:off x="323514" y="2119465"/>
                <a:ext cx="1581972" cy="7386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𝜓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sup>
                          </m:sSup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CF4435B-D11B-0E4F-A1B8-F6AF7D008B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514" y="2119465"/>
                <a:ext cx="1581972" cy="73866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0A33EC2-C5F9-F348-2CB4-398F114E137E}"/>
                  </a:ext>
                </a:extLst>
              </p:cNvPr>
              <p:cNvSpPr txBox="1"/>
              <p:nvPr/>
            </p:nvSpPr>
            <p:spPr>
              <a:xfrm>
                <a:off x="2453682" y="1349538"/>
                <a:ext cx="1530740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∫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𝑑𝑥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0A33EC2-C5F9-F348-2CB4-398F114E13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3682" y="1349538"/>
                <a:ext cx="1530740" cy="379848"/>
              </a:xfrm>
              <a:prstGeom prst="rect">
                <a:avLst/>
              </a:prstGeom>
              <a:blipFill>
                <a:blip r:embed="rId6"/>
                <a:stretch>
                  <a:fillRect b="-174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CFDC59A-540A-B60A-8A8D-9E3AA61F6353}"/>
                  </a:ext>
                </a:extLst>
              </p:cNvPr>
              <p:cNvSpPr txBox="1"/>
              <p:nvPr/>
            </p:nvSpPr>
            <p:spPr>
              <a:xfrm>
                <a:off x="2532133" y="2128249"/>
                <a:ext cx="124559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𝜓</m:t>
                          </m:r>
                        </m:sub>
                      </m:sSub>
                      <m:r>
                        <a:rPr lang="en-US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CFDC59A-540A-B60A-8A8D-9E3AA61F63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2133" y="2128249"/>
                <a:ext cx="1245597" cy="61093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F031C006-0B2C-F435-D65D-B984DB38993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04377" y="3401082"/>
            <a:ext cx="3373018" cy="132010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B2C3448-A2EB-262C-169A-5F766DAEEC39}"/>
                  </a:ext>
                </a:extLst>
              </p:cNvPr>
              <p:cNvSpPr txBox="1"/>
              <p:nvPr/>
            </p:nvSpPr>
            <p:spPr>
              <a:xfrm>
                <a:off x="276161" y="3104277"/>
                <a:ext cx="2188100" cy="9106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𝜙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den>
                          </m:f>
                        </m:e>
                      </m:rad>
                    </m:oMath>
                  </m:oMathPara>
                </a14:m>
                <a:endParaRPr lang="en-US" b="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B2C3448-A2EB-262C-169A-5F766DAEEC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161" y="3104277"/>
                <a:ext cx="2188100" cy="9106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868A95C-37EB-AE71-2B79-291BDFB3D235}"/>
                  </a:ext>
                </a:extLst>
              </p:cNvPr>
              <p:cNvSpPr txBox="1"/>
              <p:nvPr/>
            </p:nvSpPr>
            <p:spPr>
              <a:xfrm>
                <a:off x="315178" y="4152276"/>
                <a:ext cx="2113463" cy="6600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868A95C-37EB-AE71-2B79-291BDFB3D2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178" y="4152276"/>
                <a:ext cx="2113463" cy="66005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11125E0-FC0E-8F3A-0D08-DFE7154F3E26}"/>
                  </a:ext>
                </a:extLst>
              </p:cNvPr>
              <p:cNvSpPr txBox="1"/>
              <p:nvPr/>
            </p:nvSpPr>
            <p:spPr>
              <a:xfrm>
                <a:off x="2658129" y="3479278"/>
                <a:ext cx="1530867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∫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𝑑𝑦</m:t>
                      </m:r>
                      <m:r>
                        <a:rPr lang="en-US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11125E0-FC0E-8F3A-0D08-DFE7154F3E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8129" y="3479278"/>
                <a:ext cx="1530867" cy="379848"/>
              </a:xfrm>
              <a:prstGeom prst="rect">
                <a:avLst/>
              </a:prstGeom>
              <a:blipFill>
                <a:blip r:embed="rId11"/>
                <a:stretch>
                  <a:fillRect l="-398" b="-177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6BB1099-3720-2A1F-A31A-641D61F3754F}"/>
                  </a:ext>
                </a:extLst>
              </p:cNvPr>
              <p:cNvSpPr txBox="1"/>
              <p:nvPr/>
            </p:nvSpPr>
            <p:spPr>
              <a:xfrm>
                <a:off x="2609677" y="4321592"/>
                <a:ext cx="1319079" cy="3995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b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→∞</m:t>
                      </m:r>
                    </m:oMath>
                  </m:oMathPara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6BB1099-3720-2A1F-A31A-641D61F375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9677" y="4321592"/>
                <a:ext cx="1319079" cy="399597"/>
              </a:xfrm>
              <a:prstGeom prst="rect">
                <a:avLst/>
              </a:prstGeom>
              <a:blipFill>
                <a:blip r:embed="rId12"/>
                <a:stretch>
                  <a:fillRect b="-1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4932008-A7A3-D710-9F74-1846C5846B16}"/>
                  </a:ext>
                </a:extLst>
              </p:cNvPr>
              <p:cNvSpPr txBox="1"/>
              <p:nvPr/>
            </p:nvSpPr>
            <p:spPr>
              <a:xfrm>
                <a:off x="9094970" y="1508661"/>
                <a:ext cx="2038956" cy="58214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erf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4932008-A7A3-D710-9F74-1846C5846B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970" y="1508661"/>
                <a:ext cx="2038956" cy="58214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6F3C640-8007-1F95-C9B8-4098ECEE83E9}"/>
                  </a:ext>
                </a:extLst>
              </p:cNvPr>
              <p:cNvSpPr txBox="1"/>
              <p:nvPr/>
            </p:nvSpPr>
            <p:spPr>
              <a:xfrm>
                <a:off x="9159892" y="2130267"/>
                <a:ext cx="1909112" cy="6560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𝑑𝑥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𝑑𝑦</m:t>
                            </m:r>
                          </m:den>
                        </m:f>
                      </m:e>
                    </m:rad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6F3C640-8007-1F95-C9B8-4098ECEE83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9892" y="2130267"/>
                <a:ext cx="1909112" cy="656013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6D07470A-1CC1-526E-2634-1B9DD2559229}"/>
              </a:ext>
            </a:extLst>
          </p:cNvPr>
          <p:cNvSpPr txBox="1"/>
          <p:nvPr/>
        </p:nvSpPr>
        <p:spPr>
          <a:xfrm>
            <a:off x="8824832" y="831503"/>
            <a:ext cx="25792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Different observers see</a:t>
            </a:r>
            <a:br>
              <a:rPr lang="en-US" dirty="0"/>
            </a:br>
            <a:r>
              <a:rPr lang="en-US" dirty="0"/>
              <a:t>finite/infinite expectation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E762F00-1B13-D7ED-5656-1EB2E2ED7EFF}"/>
                  </a:ext>
                </a:extLst>
              </p:cNvPr>
              <p:cNvSpPr txBox="1"/>
              <p:nvPr/>
            </p:nvSpPr>
            <p:spPr>
              <a:xfrm>
                <a:off x="8313058" y="3606920"/>
                <a:ext cx="3602781" cy="4147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unc>
                      <m:func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e>
                          <m:sup>
                            <m: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f>
                          <m:f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func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tan</m:t>
                        </m:r>
                      </m:fName>
                      <m:e>
                        <m:d>
                          <m:d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func>
                              <m:func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erf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1400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func>
                          </m:e>
                        </m:d>
                      </m:e>
                    </m:func>
                    <m:func>
                      <m:func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f>
                          <m:f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func>
                  </m:oMath>
                </a14:m>
                <a:r>
                  <a:rPr lang="en-US" sz="1400" dirty="0"/>
                  <a:t>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E762F00-1B13-D7ED-5656-1EB2E2ED7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3058" y="3606920"/>
                <a:ext cx="3602781" cy="414729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198CC722-E6B7-5C34-49EC-FE5BD80B67A1}"/>
              </a:ext>
            </a:extLst>
          </p:cNvPr>
          <p:cNvSpPr txBox="1"/>
          <p:nvPr/>
        </p:nvSpPr>
        <p:spPr>
          <a:xfrm>
            <a:off x="8856155" y="2877071"/>
            <a:ext cx="25165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Expectation can have</a:t>
            </a:r>
            <a:br>
              <a:rPr lang="en-US" dirty="0"/>
            </a:br>
            <a:r>
              <a:rPr lang="en-US" dirty="0"/>
              <a:t>finite/infinite oscillations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1FA2FD6-CB39-9E59-2AA3-1F56F3895C46}"/>
                  </a:ext>
                </a:extLst>
              </p:cNvPr>
              <p:cNvSpPr txBox="1"/>
              <p:nvPr/>
            </p:nvSpPr>
            <p:spPr>
              <a:xfrm>
                <a:off x="207409" y="5226324"/>
                <a:ext cx="9122221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solidFill>
                      <a:srgbClr val="C00000"/>
                    </a:solidFill>
                  </a:rPr>
                  <a:t>Every continuous linear operator defined on the whole Hilbert space is bounded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>
                    <a:solidFill>
                      <a:srgbClr val="C00000"/>
                    </a:solidFill>
                  </a:rPr>
                  <a:t> position/momentum/energy/number of particles are not defined on the whole Hilbert space!!!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1FA2FD6-CB39-9E59-2AA3-1F56F3895C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409" y="5226324"/>
                <a:ext cx="9122221" cy="1200329"/>
              </a:xfrm>
              <a:prstGeom prst="rect">
                <a:avLst/>
              </a:prstGeom>
              <a:blipFill>
                <a:blip r:embed="rId16"/>
                <a:stretch>
                  <a:fillRect l="-1003" t="-4061" b="-10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itle 1">
            <a:extLst>
              <a:ext uri="{FF2B5EF4-FFF2-40B4-BE49-F238E27FC236}">
                <a16:creationId xmlns:a16="http://schemas.microsoft.com/office/drawing/2014/main" id="{5ECAE972-5615-48BE-AC09-BDE959EF0F79}"/>
              </a:ext>
            </a:extLst>
          </p:cNvPr>
          <p:cNvSpPr txBox="1">
            <a:spLocks/>
          </p:cNvSpPr>
          <p:nvPr/>
        </p:nvSpPr>
        <p:spPr>
          <a:xfrm>
            <a:off x="103955" y="84779"/>
            <a:ext cx="11984090" cy="897424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Inconsistent expectations in Hilbert spaces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E9861FD-0D1F-74F1-24D7-5E34D3C6FA0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5294" y="4778659"/>
            <a:ext cx="2022837" cy="202283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E84E9C7-7173-C544-33FF-302FE6D768FB}"/>
              </a:ext>
            </a:extLst>
          </p:cNvPr>
          <p:cNvSpPr txBox="1"/>
          <p:nvPr/>
        </p:nvSpPr>
        <p:spPr>
          <a:xfrm>
            <a:off x="4096616" y="714781"/>
            <a:ext cx="44654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Quantum Stud.: Math. Found.</a:t>
            </a:r>
            <a:r>
              <a:rPr lang="en-US" dirty="0"/>
              <a:t> </a:t>
            </a:r>
            <a:r>
              <a:rPr lang="en-US" b="1" dirty="0"/>
              <a:t>12</a:t>
            </a:r>
            <a:r>
              <a:rPr lang="en-US" dirty="0"/>
              <a:t>, 13 (2025)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2ADFB50-8FF7-77D0-BA1F-213CF92AB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4D3AADF9-9EB0-A4A5-8691-17E997E86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4052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4F76C-61E5-8745-0933-856A3C98C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9D32C0C-6A42-E4F8-9C97-24720A4D1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18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30BEE4-5353-60FA-C093-FE8B05A6B8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1910" y="4778662"/>
            <a:ext cx="2022835" cy="202283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9F8B6D6-8D29-F83C-56B6-0EA60F879A97}"/>
              </a:ext>
            </a:extLst>
          </p:cNvPr>
          <p:cNvSpPr txBox="1"/>
          <p:nvPr/>
        </p:nvSpPr>
        <p:spPr>
          <a:xfrm>
            <a:off x="654205" y="1529604"/>
            <a:ext cx="61205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Consider the sequence of states given by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AFE5DC5-F34B-857D-0DCC-6E0E88DD8B01}"/>
                  </a:ext>
                </a:extLst>
              </p:cNvPr>
              <p:cNvSpPr txBox="1"/>
              <p:nvPr/>
            </p:nvSpPr>
            <p:spPr>
              <a:xfrm>
                <a:off x="725996" y="2565108"/>
                <a:ext cx="3623363" cy="11835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⟩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den>
                          </m:f>
                        </m:e>
                      </m:rad>
                      <m:d>
                        <m:dPr>
                          <m:begChr m:val="|"/>
                          <m:endChr m:val="⟩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ad>
                        <m:radPr>
                          <m:deg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den>
                          </m:f>
                        </m:e>
                      </m:rad>
                      <m:d>
                        <m:dPr>
                          <m:begChr m:val="|"/>
                          <m:endChr m:val="⟩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AFE5DC5-F34B-857D-0DCC-6E0E88DD8B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996" y="2565108"/>
                <a:ext cx="3623363" cy="11835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92FA15-4F3B-F849-3073-70C9258BA3E4}"/>
                  </a:ext>
                </a:extLst>
              </p:cNvPr>
              <p:cNvSpPr txBox="1"/>
              <p:nvPr/>
            </p:nvSpPr>
            <p:spPr>
              <a:xfrm>
                <a:off x="4881693" y="3446044"/>
                <a:ext cx="158395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⟩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begChr m:val="|"/>
                          <m:endChr m:val="⟩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92FA15-4F3B-F849-3073-70C9258BA3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693" y="3446044"/>
                <a:ext cx="1583959" cy="461665"/>
              </a:xfrm>
              <a:prstGeom prst="rect">
                <a:avLst/>
              </a:prstGeom>
              <a:blipFill>
                <a:blip r:embed="rId4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D9522BF-1EBE-1CFD-FD4A-F7EFF5EF709C}"/>
                  </a:ext>
                </a:extLst>
              </p:cNvPr>
              <p:cNvSpPr txBox="1"/>
              <p:nvPr/>
            </p:nvSpPr>
            <p:spPr>
              <a:xfrm>
                <a:off x="4881693" y="2399500"/>
                <a:ext cx="5669116" cy="7862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begChr m:val="|"/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den>
                      </m:f>
                      <m:d>
                        <m:dPr>
                          <m:begChr m:val="⟨"/>
                          <m:endChr m:val="⟩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0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den>
                      </m:f>
                      <m:d>
                        <m:dPr>
                          <m:begChr m:val="⟨"/>
                          <m:endChr m:val="⟩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→1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D9522BF-1EBE-1CFD-FD4A-F7EFF5EF70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693" y="2399500"/>
                <a:ext cx="5669116" cy="7862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50A469E1-FD08-C043-648A-41A41E25AFD1}"/>
              </a:ext>
            </a:extLst>
          </p:cNvPr>
          <p:cNvSpPr txBox="1"/>
          <p:nvPr/>
        </p:nvSpPr>
        <p:spPr>
          <a:xfrm>
            <a:off x="1212348" y="4977806"/>
            <a:ext cx="831137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The state converges to the ground state</a:t>
            </a:r>
            <a:br>
              <a:rPr lang="en-US" sz="3200" dirty="0">
                <a:solidFill>
                  <a:srgbClr val="C00000"/>
                </a:solidFill>
              </a:rPr>
            </a:br>
            <a:r>
              <a:rPr lang="en-US" sz="3200" dirty="0">
                <a:solidFill>
                  <a:srgbClr val="C00000"/>
                </a:solidFill>
              </a:rPr>
              <a:t>while the energy level converges to the first level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F798EDE-DDA6-B4A1-9FCF-7875C831A2C1}"/>
              </a:ext>
            </a:extLst>
          </p:cNvPr>
          <p:cNvCxnSpPr>
            <a:cxnSpLocks/>
          </p:cNvCxnSpPr>
          <p:nvPr/>
        </p:nvCxnSpPr>
        <p:spPr>
          <a:xfrm flipH="1" flipV="1">
            <a:off x="6096000" y="3948884"/>
            <a:ext cx="145930" cy="9624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CDC7E6D-528C-626F-CF76-69B268DDB70F}"/>
              </a:ext>
            </a:extLst>
          </p:cNvPr>
          <p:cNvCxnSpPr>
            <a:cxnSpLocks/>
          </p:cNvCxnSpPr>
          <p:nvPr/>
        </p:nvCxnSpPr>
        <p:spPr>
          <a:xfrm flipV="1">
            <a:off x="8299933" y="3107430"/>
            <a:ext cx="1456809" cy="23883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B0E3D2E8-695D-A1D3-CFF0-9E92846AAFEB}"/>
              </a:ext>
            </a:extLst>
          </p:cNvPr>
          <p:cNvSpPr txBox="1">
            <a:spLocks/>
          </p:cNvSpPr>
          <p:nvPr/>
        </p:nvSpPr>
        <p:spPr>
          <a:xfrm>
            <a:off x="103955" y="84779"/>
            <a:ext cx="11984090" cy="897424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Inconsistent convergence in Hilbert spaces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75BCC0-33A0-D798-F50E-6879FA1B5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49089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971B3-179B-7466-B716-9A9EE6A8E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D69932-7490-7778-59C2-CE0F94378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19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F0DD047-4DA4-8BEB-CCC1-4C2A19D5E3DF}"/>
                  </a:ext>
                </a:extLst>
              </p:cNvPr>
              <p:cNvSpPr txBox="1"/>
              <p:nvPr/>
            </p:nvSpPr>
            <p:spPr>
              <a:xfrm>
                <a:off x="586110" y="1130769"/>
                <a:ext cx="475098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/>
                  <a:t>Suppose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3200" dirty="0"/>
                  <a:t> is an observable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F0DD047-4DA4-8BEB-CCC1-4C2A19D5E3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110" y="1130769"/>
                <a:ext cx="4750981" cy="584775"/>
              </a:xfrm>
              <a:prstGeom prst="rect">
                <a:avLst/>
              </a:prstGeom>
              <a:blipFill>
                <a:blip r:embed="rId3"/>
                <a:stretch>
                  <a:fillRect l="-3205" t="-12500" r="-2179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1">
            <a:extLst>
              <a:ext uri="{FF2B5EF4-FFF2-40B4-BE49-F238E27FC236}">
                <a16:creationId xmlns:a16="http://schemas.microsoft.com/office/drawing/2014/main" id="{E0D4C159-E09C-90AF-9E86-37716354C562}"/>
              </a:ext>
            </a:extLst>
          </p:cNvPr>
          <p:cNvSpPr txBox="1">
            <a:spLocks/>
          </p:cNvSpPr>
          <p:nvPr/>
        </p:nvSpPr>
        <p:spPr>
          <a:xfrm>
            <a:off x="103955" y="84779"/>
            <a:ext cx="11984090" cy="897424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Inconsistent units for quantum observables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E351FD4-8CB0-7E33-B4E6-C51B080130C0}"/>
                  </a:ext>
                </a:extLst>
              </p:cNvPr>
              <p:cNvSpPr txBox="1"/>
              <p:nvPr/>
            </p:nvSpPr>
            <p:spPr>
              <a:xfrm>
                <a:off x="1590624" y="1728216"/>
                <a:ext cx="656077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Expectation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𝜓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d>
                  </m:oMath>
                </a14:m>
                <a:r>
                  <a:rPr lang="en-US" sz="2800" dirty="0"/>
                  <a:t> should have units of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E351FD4-8CB0-7E33-B4E6-C51B080130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0624" y="1728216"/>
                <a:ext cx="6560770" cy="523220"/>
              </a:xfrm>
              <a:prstGeom prst="rect">
                <a:avLst/>
              </a:prstGeom>
              <a:blipFill>
                <a:blip r:embed="rId4"/>
                <a:stretch>
                  <a:fillRect l="-1952" t="-11765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3D9FA87-3829-6610-284A-729C3E920BDC}"/>
                  </a:ext>
                </a:extLst>
              </p:cNvPr>
              <p:cNvSpPr txBox="1"/>
              <p:nvPr/>
            </p:nvSpPr>
            <p:spPr>
              <a:xfrm>
                <a:off x="1590624" y="2341925"/>
                <a:ext cx="732777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But then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𝑋</m:t>
                    </m:r>
                    <m:d>
                      <m:dPr>
                        <m:begChr m:val="|"/>
                        <m:endChr m:val="⟩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d>
                  </m:oMath>
                </a14:m>
                <a:r>
                  <a:rPr lang="en-US" sz="2800" dirty="0"/>
                  <a:t> cannot have the same units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d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3D9FA87-3829-6610-284A-729C3E920B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0624" y="2341925"/>
                <a:ext cx="7327775" cy="523220"/>
              </a:xfrm>
              <a:prstGeom prst="rect">
                <a:avLst/>
              </a:prstGeom>
              <a:blipFill>
                <a:blip r:embed="rId5"/>
                <a:stretch>
                  <a:fillRect l="-1747"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1CD8E70-8228-59D9-0A87-4CD41A7812B3}"/>
                  </a:ext>
                </a:extLst>
              </p:cNvPr>
              <p:cNvSpPr txBox="1"/>
              <p:nvPr/>
            </p:nvSpPr>
            <p:spPr>
              <a:xfrm>
                <a:off x="1590624" y="2955634"/>
                <a:ext cx="681641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But then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𝑋</m:t>
                    </m:r>
                    <m:d>
                      <m:dPr>
                        <m:begChr m:val="|"/>
                        <m:endChr m:val="⟩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|"/>
                        <m:endChr m:val="⟩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d>
                  </m:oMath>
                </a14:m>
                <a:r>
                  <a:rPr lang="en-US" sz="2800" dirty="0"/>
                  <a:t> makes no physical sense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1CD8E70-8228-59D9-0A87-4CD41A7812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0624" y="2955634"/>
                <a:ext cx="6816418" cy="523220"/>
              </a:xfrm>
              <a:prstGeom prst="rect">
                <a:avLst/>
              </a:prstGeom>
              <a:blipFill>
                <a:blip r:embed="rId6"/>
                <a:stretch>
                  <a:fillRect l="-1878" t="-11628" r="-80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BBFCB71-FFB8-143B-F0DC-CF9BE2A56771}"/>
                  </a:ext>
                </a:extLst>
              </p:cNvPr>
              <p:cNvSpPr txBox="1"/>
              <p:nvPr/>
            </p:nvSpPr>
            <p:spPr>
              <a:xfrm>
                <a:off x="1590624" y="3569343"/>
                <a:ext cx="78855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Therefore,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800" dirty="0"/>
                  <a:t> cannot be a map within the same space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BBFCB71-FFB8-143B-F0DC-CF9BE2A567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0624" y="3569343"/>
                <a:ext cx="7885557" cy="523220"/>
              </a:xfrm>
              <a:prstGeom prst="rect">
                <a:avLst/>
              </a:prstGeom>
              <a:blipFill>
                <a:blip r:embed="rId7"/>
                <a:stretch>
                  <a:fillRect l="-1624" t="-11765" r="-619" b="-341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BA2AA32-25AB-98EF-8592-CEA6810A05EB}"/>
                  </a:ext>
                </a:extLst>
              </p:cNvPr>
              <p:cNvSpPr txBox="1"/>
              <p:nvPr/>
            </p:nvSpPr>
            <p:spPr>
              <a:xfrm>
                <a:off x="586110" y="4778662"/>
                <a:ext cx="617899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/>
                  <a:t>Bonus: what are the units for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?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BA2AA32-25AB-98EF-8592-CEA6810A05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110" y="4778662"/>
                <a:ext cx="6178999" cy="584775"/>
              </a:xfrm>
              <a:prstGeom prst="rect">
                <a:avLst/>
              </a:prstGeom>
              <a:blipFill>
                <a:blip r:embed="rId8"/>
                <a:stretch>
                  <a:fillRect l="-2465" t="-12500" r="-1578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77BA723E-585A-EE5D-AA92-5E0665E37971}"/>
              </a:ext>
            </a:extLst>
          </p:cNvPr>
          <p:cNvSpPr txBox="1"/>
          <p:nvPr/>
        </p:nvSpPr>
        <p:spPr>
          <a:xfrm>
            <a:off x="1440342" y="5413666"/>
            <a:ext cx="51905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Then why in some relativistic settings do they use the</a:t>
            </a:r>
            <a:br>
              <a:rPr lang="en-US" dirty="0"/>
            </a:br>
            <a:r>
              <a:rPr lang="en-US" dirty="0"/>
              <a:t>Fourier transform for a scalar function?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C88CF-E1FB-6FB0-CDAC-79AEE1658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46442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EE0CE-B7D6-C3DD-5719-63694D8D2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D02B459-EADC-D935-C04C-F4EE66FD810D}"/>
              </a:ext>
            </a:extLst>
          </p:cNvPr>
          <p:cNvSpPr txBox="1"/>
          <p:nvPr/>
        </p:nvSpPr>
        <p:spPr>
          <a:xfrm>
            <a:off x="747485" y="1109420"/>
            <a:ext cx="29638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Defined as derivations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2500A8B-6516-055B-F522-226D2DC087B2}"/>
                  </a:ext>
                </a:extLst>
              </p:cNvPr>
              <p:cNvSpPr txBox="1"/>
              <p:nvPr/>
            </p:nvSpPr>
            <p:spPr>
              <a:xfrm>
                <a:off x="6397947" y="1367841"/>
                <a:ext cx="2248244" cy="612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p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3200" dirty="0"/>
                  <a:t>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2500A8B-6516-055B-F522-226D2DC087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7947" y="1367841"/>
                <a:ext cx="2248244" cy="61254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FB250A6-46AD-53F2-0AAC-D84AE7AA4862}"/>
                  </a:ext>
                </a:extLst>
              </p:cNvPr>
              <p:cNvSpPr txBox="1"/>
              <p:nvPr/>
            </p:nvSpPr>
            <p:spPr>
              <a:xfrm>
                <a:off x="2032800" y="1620354"/>
                <a:ext cx="274754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:</m:t>
                      </m:r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</m:sSup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FB250A6-46AD-53F2-0AAC-D84AE7AA4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2800" y="1620354"/>
                <a:ext cx="2747547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D32DA75-D3E4-F2EA-1100-989126D7112D}"/>
              </a:ext>
            </a:extLst>
          </p:cNvPr>
          <p:cNvCxnSpPr/>
          <p:nvPr/>
        </p:nvCxnSpPr>
        <p:spPr>
          <a:xfrm flipV="1">
            <a:off x="7506941" y="1904427"/>
            <a:ext cx="275007" cy="4812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582C4E8-4CF4-F395-F173-8D8581360397}"/>
              </a:ext>
            </a:extLst>
          </p:cNvPr>
          <p:cNvCxnSpPr/>
          <p:nvPr/>
        </p:nvCxnSpPr>
        <p:spPr>
          <a:xfrm flipH="1" flipV="1">
            <a:off x="8435091" y="1904427"/>
            <a:ext cx="488139" cy="5293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472EB4D-726B-B32D-296E-E0FAF4B8C492}"/>
              </a:ext>
            </a:extLst>
          </p:cNvPr>
          <p:cNvSpPr txBox="1"/>
          <p:nvPr/>
        </p:nvSpPr>
        <p:spPr>
          <a:xfrm>
            <a:off x="8679160" y="2347102"/>
            <a:ext cx="6495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basis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62BA10-2916-C701-3C87-990679A0231C}"/>
              </a:ext>
            </a:extLst>
          </p:cNvPr>
          <p:cNvSpPr txBox="1"/>
          <p:nvPr/>
        </p:nvSpPr>
        <p:spPr>
          <a:xfrm>
            <a:off x="6874812" y="2378815"/>
            <a:ext cx="1264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component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9281EE-34C2-519B-5D14-F0E7E8E6C494}"/>
              </a:ext>
            </a:extLst>
          </p:cNvPr>
          <p:cNvSpPr txBox="1"/>
          <p:nvPr/>
        </p:nvSpPr>
        <p:spPr>
          <a:xfrm>
            <a:off x="946489" y="3117068"/>
            <a:ext cx="2058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polar coordinates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8B7314D-A90A-78C2-8976-DDDE8C4BC6DD}"/>
                  </a:ext>
                </a:extLst>
              </p:cNvPr>
              <p:cNvSpPr txBox="1"/>
              <p:nvPr/>
            </p:nvSpPr>
            <p:spPr>
              <a:xfrm>
                <a:off x="601074" y="3476007"/>
                <a:ext cx="2749342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 ???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8B7314D-A90A-78C2-8976-DDDE8C4BC6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074" y="3476007"/>
                <a:ext cx="2749342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C5DA3868-E97D-4F65-A05C-FAAE1F7E2508}"/>
              </a:ext>
            </a:extLst>
          </p:cNvPr>
          <p:cNvSpPr txBox="1"/>
          <p:nvPr/>
        </p:nvSpPr>
        <p:spPr>
          <a:xfrm>
            <a:off x="1193319" y="4531665"/>
            <a:ext cx="15648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phase space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F9C8956-050F-BBB4-0EEA-90BBCAB4C324}"/>
                  </a:ext>
                </a:extLst>
              </p:cNvPr>
              <p:cNvSpPr txBox="1"/>
              <p:nvPr/>
            </p:nvSpPr>
            <p:spPr>
              <a:xfrm>
                <a:off x="598253" y="4900997"/>
                <a:ext cx="2754985" cy="6227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 ???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F9C8956-050F-BBB4-0EEA-90BBCAB4C3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253" y="4900997"/>
                <a:ext cx="2754985" cy="62273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5D4FA129-2A05-1D06-1BE3-389DCA2C6CD4}"/>
              </a:ext>
            </a:extLst>
          </p:cNvPr>
          <p:cNvSpPr txBox="1"/>
          <p:nvPr/>
        </p:nvSpPr>
        <p:spPr>
          <a:xfrm>
            <a:off x="3993442" y="4106328"/>
            <a:ext cx="36582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Doesn’t work with units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EABFCF6-2CAD-741D-CCA2-EBBED915616B}"/>
              </a:ext>
            </a:extLst>
          </p:cNvPr>
          <p:cNvCxnSpPr>
            <a:cxnSpLocks/>
          </p:cNvCxnSpPr>
          <p:nvPr/>
        </p:nvCxnSpPr>
        <p:spPr>
          <a:xfrm flipH="1" flipV="1">
            <a:off x="3283703" y="3906600"/>
            <a:ext cx="658649" cy="4403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C0E23F8-6E08-D8FC-C75C-80B9677C6235}"/>
              </a:ext>
            </a:extLst>
          </p:cNvPr>
          <p:cNvCxnSpPr/>
          <p:nvPr/>
        </p:nvCxnSpPr>
        <p:spPr>
          <a:xfrm flipH="1">
            <a:off x="3283703" y="4531665"/>
            <a:ext cx="663058" cy="56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C22D8F3-1AD5-EE12-162D-F9D7EE938DBA}"/>
                  </a:ext>
                </a:extLst>
              </p:cNvPr>
              <p:cNvSpPr txBox="1"/>
              <p:nvPr/>
            </p:nvSpPr>
            <p:spPr>
              <a:xfrm>
                <a:off x="3564715" y="3002992"/>
                <a:ext cx="839396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rgbClr val="C00000"/>
                    </a:solidFill>
                  </a:rPr>
                  <a:t>Mathematically precise </a:t>
                </a:r>
                <a14:m>
                  <m:oMath xmlns:m="http://schemas.openxmlformats.org/officeDocument/2006/math">
                    <m:r>
                      <a:rPr lang="en-US" sz="36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⇏</m:t>
                    </m:r>
                  </m:oMath>
                </a14:m>
                <a:r>
                  <a:rPr lang="en-US" sz="3600" dirty="0">
                    <a:solidFill>
                      <a:srgbClr val="C00000"/>
                    </a:solidFill>
                  </a:rPr>
                  <a:t> physically precise</a:t>
                </a: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C22D8F3-1AD5-EE12-162D-F9D7EE938D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4715" y="3002992"/>
                <a:ext cx="8393965" cy="646331"/>
              </a:xfrm>
              <a:prstGeom prst="rect">
                <a:avLst/>
              </a:prstGeom>
              <a:blipFill>
                <a:blip r:embed="rId6"/>
                <a:stretch>
                  <a:fillRect l="-2251" t="-15094" r="-1162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91EBAA3-4BFC-01F4-0055-9F8706570F44}"/>
                  </a:ext>
                </a:extLst>
              </p:cNvPr>
              <p:cNvSpPr txBox="1"/>
              <p:nvPr/>
            </p:nvSpPr>
            <p:spPr>
              <a:xfrm>
                <a:off x="821856" y="4052241"/>
                <a:ext cx="59708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91EBAA3-4BFC-01F4-0055-9F8706570F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856" y="4052241"/>
                <a:ext cx="597087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9148263-9E9B-EA80-DE4E-92A54F275B5C}"/>
                  </a:ext>
                </a:extLst>
              </p:cNvPr>
              <p:cNvSpPr txBox="1"/>
              <p:nvPr/>
            </p:nvSpPr>
            <p:spPr>
              <a:xfrm>
                <a:off x="1587369" y="4052241"/>
                <a:ext cx="7357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rad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9148263-9E9B-EA80-DE4E-92A54F275B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7369" y="4052241"/>
                <a:ext cx="735779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F164547-9EEE-F0B7-7B48-644B8F261DA1}"/>
                  </a:ext>
                </a:extLst>
              </p:cNvPr>
              <p:cNvSpPr txBox="1"/>
              <p:nvPr/>
            </p:nvSpPr>
            <p:spPr>
              <a:xfrm>
                <a:off x="938406" y="5523732"/>
                <a:ext cx="59708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F164547-9EEE-F0B7-7B48-644B8F261D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406" y="5523732"/>
                <a:ext cx="597087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09F1DEE-F5B1-EC61-C506-1B0F79BA1AFF}"/>
                  </a:ext>
                </a:extLst>
              </p:cNvPr>
              <p:cNvSpPr txBox="1"/>
              <p:nvPr/>
            </p:nvSpPr>
            <p:spPr>
              <a:xfrm>
                <a:off x="1570885" y="5523732"/>
                <a:ext cx="12656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kg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09F1DEE-F5B1-EC61-C506-1B0F79BA1A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0885" y="5523732"/>
                <a:ext cx="1265603" cy="369332"/>
              </a:xfrm>
              <a:prstGeom prst="rect">
                <a:avLst/>
              </a:prstGeom>
              <a:blipFill>
                <a:blip r:embed="rId10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itle 1">
            <a:extLst>
              <a:ext uri="{FF2B5EF4-FFF2-40B4-BE49-F238E27FC236}">
                <a16:creationId xmlns:a16="http://schemas.microsoft.com/office/drawing/2014/main" id="{7CF3EEEF-5B61-E5E8-F1F6-189E5FB1BF2C}"/>
              </a:ext>
            </a:extLst>
          </p:cNvPr>
          <p:cNvSpPr txBox="1">
            <a:spLocks/>
          </p:cNvSpPr>
          <p:nvPr/>
        </p:nvSpPr>
        <p:spPr>
          <a:xfrm>
            <a:off x="103955" y="84779"/>
            <a:ext cx="11984090" cy="897424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Tangent vectors in differential geometry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33C97A-F9A3-FA52-D195-0D1B5F0F4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A35685-F83A-99C4-7A9A-E09275430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169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6" grpId="0"/>
      <p:bldP spid="21" grpId="0"/>
      <p:bldP spid="22" grpId="0"/>
      <p:bldP spid="23" grpId="0"/>
      <p:bldP spid="24" grpId="0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EC6FF-63CB-1CF0-333B-0012C355E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Born rule is equivalent to the von Neumann entropy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EBEC6D-CA5E-723B-AE2E-3F8BFD03D07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21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96E7A87-1003-0B0B-85DE-D9D8E37A67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836" y="1137958"/>
            <a:ext cx="8659433" cy="223868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82AFA4B-CD7E-1623-5A25-8CFFD73C74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836" y="3414473"/>
            <a:ext cx="8602275" cy="6287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4524840-BAE9-A4A3-BF5B-F2FE85B632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651" y="4810040"/>
            <a:ext cx="8611802" cy="8192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B324CF5-9AA3-1E87-7BCE-26FB3B725A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651" y="4143474"/>
            <a:ext cx="8611802" cy="57158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795AEAE-092E-0358-7768-60F7FB9E5B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651" y="5720042"/>
            <a:ext cx="8630854" cy="54300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C845D4B-765A-501E-F024-08C74BFC14D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5296" y="4778661"/>
            <a:ext cx="2022836" cy="202283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12763A6-07DF-2C18-3970-6218E235AEF1}"/>
              </a:ext>
            </a:extLst>
          </p:cNvPr>
          <p:cNvSpPr txBox="1"/>
          <p:nvPr/>
        </p:nvSpPr>
        <p:spPr>
          <a:xfrm>
            <a:off x="9627611" y="1397675"/>
            <a:ext cx="235820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We CAN analyze logical dependencies between conditions that are both mathematically precise and physically meaningful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39724E7-E907-92FF-E8AC-D79832DB2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</p:spTree>
    <p:extLst>
      <p:ext uri="{BB962C8B-B14F-4D97-AF65-F5344CB8AC3E}">
        <p14:creationId xmlns:p14="http://schemas.microsoft.com/office/powerpoint/2010/main" val="32855820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23C58-DDE2-652D-CFB7-2E4D5E79C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096E4-D072-B99B-7301-563640869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Logical dependencies</a:t>
            </a:r>
            <a:br>
              <a:rPr lang="en-US" dirty="0"/>
            </a:br>
            <a:r>
              <a:rPr lang="en-US" dirty="0"/>
              <a:t>and base theories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252994-BDF9-0238-C855-FF2A78B665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1E975B-1119-582F-E6C1-47C3979D0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810840-19C8-2E19-6F1D-FEA775D56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</p:spTree>
    <p:extLst>
      <p:ext uri="{BB962C8B-B14F-4D97-AF65-F5344CB8AC3E}">
        <p14:creationId xmlns:p14="http://schemas.microsoft.com/office/powerpoint/2010/main" val="23516413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547C5-A160-D629-A7F3-C26040DC4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3C3F6-4C5A-917A-C5D3-757862112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Classical conditions and their relationships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0AC0BB-213E-4405-86D4-7172022F1C1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23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8CF508-1B41-AB16-A95E-4F0E41CFE07C}"/>
              </a:ext>
            </a:extLst>
          </p:cNvPr>
          <p:cNvSpPr txBox="1"/>
          <p:nvPr/>
        </p:nvSpPr>
        <p:spPr>
          <a:xfrm>
            <a:off x="9588165" y="3652862"/>
            <a:ext cx="367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2DF659-0FE1-732D-68FD-FC81566F78B2}"/>
              </a:ext>
            </a:extLst>
          </p:cNvPr>
          <p:cNvSpPr txBox="1"/>
          <p:nvPr/>
        </p:nvSpPr>
        <p:spPr>
          <a:xfrm>
            <a:off x="10989032" y="3652862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5781A7-E80F-A562-16A3-661B2F85E2BB}"/>
              </a:ext>
            </a:extLst>
          </p:cNvPr>
          <p:cNvSpPr txBox="1"/>
          <p:nvPr/>
        </p:nvSpPr>
        <p:spPr>
          <a:xfrm>
            <a:off x="10047455" y="3000797"/>
            <a:ext cx="5245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D04B71-56E6-7367-E730-18064EDF8D25}"/>
              </a:ext>
            </a:extLst>
          </p:cNvPr>
          <p:cNvSpPr txBox="1"/>
          <p:nvPr/>
        </p:nvSpPr>
        <p:spPr>
          <a:xfrm>
            <a:off x="11313994" y="2997869"/>
            <a:ext cx="4523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F7E643-ACF6-F126-AAFD-55D957D432E5}"/>
              </a:ext>
            </a:extLst>
          </p:cNvPr>
          <p:cNvSpPr txBox="1"/>
          <p:nvPr/>
        </p:nvSpPr>
        <p:spPr>
          <a:xfrm>
            <a:off x="8943681" y="3000797"/>
            <a:ext cx="622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WKE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ACE12B-C3A4-1516-4A3B-5B28B7C072B7}"/>
              </a:ext>
            </a:extLst>
          </p:cNvPr>
          <p:cNvSpPr txBox="1"/>
          <p:nvPr/>
        </p:nvSpPr>
        <p:spPr>
          <a:xfrm>
            <a:off x="9651987" y="2222432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332ECC-D8CE-E5ED-8023-78B59E217C80}"/>
              </a:ext>
            </a:extLst>
          </p:cNvPr>
          <p:cNvSpPr txBox="1"/>
          <p:nvPr/>
        </p:nvSpPr>
        <p:spPr>
          <a:xfrm>
            <a:off x="10825453" y="2184725"/>
            <a:ext cx="5261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890711-5AD1-73B1-0229-9A5CDE200DEB}"/>
              </a:ext>
            </a:extLst>
          </p:cNvPr>
          <p:cNvSpPr txBox="1"/>
          <p:nvPr/>
        </p:nvSpPr>
        <p:spPr>
          <a:xfrm>
            <a:off x="10273638" y="1602317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LM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47D1796-68C7-8020-EC05-9472AD6B0C51}"/>
              </a:ext>
            </a:extLst>
          </p:cNvPr>
          <p:cNvSpPr txBox="1"/>
          <p:nvPr/>
        </p:nvSpPr>
        <p:spPr>
          <a:xfrm>
            <a:off x="8852965" y="2000059"/>
            <a:ext cx="5229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FKE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B8C0C2D-9EAD-2205-A059-1B87EC012F0F}"/>
              </a:ext>
            </a:extLst>
          </p:cNvPr>
          <p:cNvSpPr txBox="1"/>
          <p:nvPr/>
        </p:nvSpPr>
        <p:spPr>
          <a:xfrm>
            <a:off x="9717390" y="982203"/>
            <a:ext cx="724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MPPF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C212360-D77B-4610-9439-D8A7BD952FD8}"/>
              </a:ext>
            </a:extLst>
          </p:cNvPr>
          <p:cNvSpPr txBox="1"/>
          <p:nvPr/>
        </p:nvSpPr>
        <p:spPr>
          <a:xfrm>
            <a:off x="216341" y="1734240"/>
            <a:ext cx="404014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IR: Infinitesimal Reducibility</a:t>
            </a:r>
            <a:br>
              <a:rPr lang="en-US" dirty="0"/>
            </a:br>
            <a:r>
              <a:rPr lang="en-US" dirty="0"/>
              <a:t>IND: </a:t>
            </a:r>
            <a:r>
              <a:rPr lang="en-US" dirty="0" err="1"/>
              <a:t>INDependent</a:t>
            </a:r>
            <a:r>
              <a:rPr lang="en-US" dirty="0"/>
              <a:t> DOF</a:t>
            </a:r>
            <a:br>
              <a:rPr lang="en-US" dirty="0"/>
            </a:br>
            <a:r>
              <a:rPr lang="en-US" dirty="0"/>
              <a:t>W/FKE: Weak/Full Kinematic Equivalence</a:t>
            </a:r>
          </a:p>
          <a:p>
            <a:r>
              <a:rPr lang="en-US" dirty="0"/>
              <a:t>DR: </a:t>
            </a:r>
            <a:r>
              <a:rPr lang="en-US" dirty="0" err="1"/>
              <a:t>Determinism+Reversibility</a:t>
            </a:r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0816E29-3047-3D88-BC2B-E773BC10C68D}"/>
              </a:ext>
            </a:extLst>
          </p:cNvPr>
          <p:cNvCxnSpPr>
            <a:stCxn id="3" idx="0"/>
            <a:endCxn id="7" idx="2"/>
          </p:cNvCxnSpPr>
          <p:nvPr/>
        </p:nvCxnSpPr>
        <p:spPr>
          <a:xfrm flipV="1">
            <a:off x="9771869" y="3370129"/>
            <a:ext cx="537838" cy="2827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52482B5-F5CE-80BD-8545-D4869A5A2699}"/>
              </a:ext>
            </a:extLst>
          </p:cNvPr>
          <p:cNvCxnSpPr>
            <a:stCxn id="6" idx="0"/>
            <a:endCxn id="7" idx="2"/>
          </p:cNvCxnSpPr>
          <p:nvPr/>
        </p:nvCxnSpPr>
        <p:spPr>
          <a:xfrm flipH="1" flipV="1">
            <a:off x="10309707" y="3370129"/>
            <a:ext cx="946386" cy="2827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EAC9811-A443-B279-2EC6-FB84CBBC9C19}"/>
              </a:ext>
            </a:extLst>
          </p:cNvPr>
          <p:cNvCxnSpPr>
            <a:stCxn id="9" idx="0"/>
            <a:endCxn id="14" idx="2"/>
          </p:cNvCxnSpPr>
          <p:nvPr/>
        </p:nvCxnSpPr>
        <p:spPr>
          <a:xfrm flipV="1">
            <a:off x="9254824" y="2591764"/>
            <a:ext cx="662621" cy="4090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5E01C41-1BE7-039C-147E-37901A2D8D86}"/>
              </a:ext>
            </a:extLst>
          </p:cNvPr>
          <p:cNvCxnSpPr>
            <a:stCxn id="7" idx="0"/>
            <a:endCxn id="14" idx="2"/>
          </p:cNvCxnSpPr>
          <p:nvPr/>
        </p:nvCxnSpPr>
        <p:spPr>
          <a:xfrm flipH="1" flipV="1">
            <a:off x="9917445" y="2591764"/>
            <a:ext cx="392262" cy="4090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B048BE1-6C83-6713-AAA3-5384F8C28E9C}"/>
              </a:ext>
            </a:extLst>
          </p:cNvPr>
          <p:cNvCxnSpPr>
            <a:stCxn id="8" idx="0"/>
            <a:endCxn id="15" idx="2"/>
          </p:cNvCxnSpPr>
          <p:nvPr/>
        </p:nvCxnSpPr>
        <p:spPr>
          <a:xfrm flipH="1" flipV="1">
            <a:off x="11088506" y="2554057"/>
            <a:ext cx="451672" cy="4438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8407950-D76B-1DA3-563C-F13916D23510}"/>
              </a:ext>
            </a:extLst>
          </p:cNvPr>
          <p:cNvCxnSpPr>
            <a:stCxn id="7" idx="0"/>
            <a:endCxn id="15" idx="2"/>
          </p:cNvCxnSpPr>
          <p:nvPr/>
        </p:nvCxnSpPr>
        <p:spPr>
          <a:xfrm flipV="1">
            <a:off x="10309707" y="2554057"/>
            <a:ext cx="778799" cy="4467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F12668F-E38B-4CC8-F18A-6FFAA69E2960}"/>
              </a:ext>
            </a:extLst>
          </p:cNvPr>
          <p:cNvCxnSpPr>
            <a:stCxn id="14" idx="0"/>
            <a:endCxn id="16" idx="2"/>
          </p:cNvCxnSpPr>
          <p:nvPr/>
        </p:nvCxnSpPr>
        <p:spPr>
          <a:xfrm flipV="1">
            <a:off x="9917445" y="1971649"/>
            <a:ext cx="596002" cy="2507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92E6D7D-2397-7E28-BF2C-C669A8B43C50}"/>
              </a:ext>
            </a:extLst>
          </p:cNvPr>
          <p:cNvCxnSpPr>
            <a:stCxn id="15" idx="0"/>
            <a:endCxn id="16" idx="2"/>
          </p:cNvCxnSpPr>
          <p:nvPr/>
        </p:nvCxnSpPr>
        <p:spPr>
          <a:xfrm flipH="1" flipV="1">
            <a:off x="10513447" y="1971649"/>
            <a:ext cx="575059" cy="2130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30EF919-1580-E5C7-1B5B-DC8FE0864C5F}"/>
              </a:ext>
            </a:extLst>
          </p:cNvPr>
          <p:cNvCxnSpPr>
            <a:cxnSpLocks/>
            <a:stCxn id="19" idx="0"/>
            <a:endCxn id="20" idx="2"/>
          </p:cNvCxnSpPr>
          <p:nvPr/>
        </p:nvCxnSpPr>
        <p:spPr>
          <a:xfrm flipV="1">
            <a:off x="9114415" y="1351535"/>
            <a:ext cx="965414" cy="6485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AE539DB-5E20-7C4E-E811-1CF233E9B0AD}"/>
              </a:ext>
            </a:extLst>
          </p:cNvPr>
          <p:cNvCxnSpPr>
            <a:stCxn id="16" idx="0"/>
            <a:endCxn id="20" idx="2"/>
          </p:cNvCxnSpPr>
          <p:nvPr/>
        </p:nvCxnSpPr>
        <p:spPr>
          <a:xfrm flipH="1" flipV="1">
            <a:off x="10079829" y="1351535"/>
            <a:ext cx="433618" cy="2507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F6AE4BF-6487-D713-D064-7E321D0A5E43}"/>
              </a:ext>
            </a:extLst>
          </p:cNvPr>
          <p:cNvCxnSpPr>
            <a:stCxn id="9" idx="0"/>
            <a:endCxn id="19" idx="2"/>
          </p:cNvCxnSpPr>
          <p:nvPr/>
        </p:nvCxnSpPr>
        <p:spPr>
          <a:xfrm flipH="1" flipV="1">
            <a:off x="9114415" y="2369391"/>
            <a:ext cx="140409" cy="6314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115BD613-AAF9-DE67-40DD-AEC5F8B4CA76}"/>
              </a:ext>
            </a:extLst>
          </p:cNvPr>
          <p:cNvSpPr txBox="1"/>
          <p:nvPr/>
        </p:nvSpPr>
        <p:spPr>
          <a:xfrm>
            <a:off x="4256486" y="1595740"/>
            <a:ext cx="460363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CST: Classical </a:t>
            </a:r>
            <a:r>
              <a:rPr lang="en-US" dirty="0" err="1"/>
              <a:t>STates</a:t>
            </a:r>
            <a:endParaRPr lang="en-US" dirty="0"/>
          </a:p>
          <a:p>
            <a:r>
              <a:rPr lang="en-US" dirty="0"/>
              <a:t>NM: Newtonian Mechanics</a:t>
            </a:r>
          </a:p>
          <a:p>
            <a:r>
              <a:rPr lang="en-US" dirty="0"/>
              <a:t>HM: Hamiltonian Mechanics</a:t>
            </a:r>
            <a:br>
              <a:rPr lang="en-US" dirty="0"/>
            </a:br>
            <a:r>
              <a:rPr lang="en-US" dirty="0"/>
              <a:t>LM: Lagrangian Mechanics</a:t>
            </a:r>
            <a:br>
              <a:rPr lang="en-US" dirty="0"/>
            </a:br>
            <a:r>
              <a:rPr lang="en-US" dirty="0"/>
              <a:t>MPPF: Massive Particles under Potential Forces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808E59-D2DB-3C51-A7FF-C7B02276E8B5}"/>
              </a:ext>
            </a:extLst>
          </p:cNvPr>
          <p:cNvSpPr txBox="1"/>
          <p:nvPr/>
        </p:nvSpPr>
        <p:spPr>
          <a:xfrm>
            <a:off x="427390" y="3429000"/>
            <a:ext cx="7956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Each assumption is an equivalence class of multiple conditions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6602E915-43DD-0C5A-AF4D-05B012CD3532}"/>
              </a:ext>
            </a:extLst>
          </p:cNvPr>
          <p:cNvSpPr txBox="1"/>
          <p:nvPr/>
        </p:nvSpPr>
        <p:spPr>
          <a:xfrm>
            <a:off x="952808" y="1169963"/>
            <a:ext cx="24090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Core assumptions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4704449-1A5B-FEAC-3C35-A1A636BF438F}"/>
              </a:ext>
            </a:extLst>
          </p:cNvPr>
          <p:cNvSpPr txBox="1"/>
          <p:nvPr/>
        </p:nvSpPr>
        <p:spPr>
          <a:xfrm>
            <a:off x="5037866" y="1169963"/>
            <a:ext cx="2273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Physical theories</a:t>
            </a:r>
          </a:p>
        </p:txBody>
      </p:sp>
      <p:pic>
        <p:nvPicPr>
          <p:cNvPr id="105" name="Picture 104">
            <a:extLst>
              <a:ext uri="{FF2B5EF4-FFF2-40B4-BE49-F238E27FC236}">
                <a16:creationId xmlns:a16="http://schemas.microsoft.com/office/drawing/2014/main" id="{F8FAC41B-9EE3-46AD-EE2E-53E9928AF8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2440" y="4155067"/>
            <a:ext cx="4413425" cy="1488013"/>
          </a:xfrm>
          <a:prstGeom prst="rect">
            <a:avLst/>
          </a:prstGeom>
        </p:spPr>
      </p:pic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9138422-95CF-2725-A820-7F8731AF21D2}"/>
              </a:ext>
            </a:extLst>
          </p:cNvPr>
          <p:cNvGrpSpPr/>
          <p:nvPr/>
        </p:nvGrpSpPr>
        <p:grpSpPr>
          <a:xfrm>
            <a:off x="216341" y="4155067"/>
            <a:ext cx="4433670" cy="1817785"/>
            <a:chOff x="511613" y="4062321"/>
            <a:chExt cx="4433670" cy="1817785"/>
          </a:xfrm>
        </p:grpSpPr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E8A04A56-E7C6-F684-D00C-D0620D90204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1613" y="4062321"/>
              <a:ext cx="4413425" cy="318860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E521CB77-A31E-F309-38E9-B89CBF2913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11613" y="5591614"/>
              <a:ext cx="4418486" cy="288492"/>
            </a:xfrm>
            <a:prstGeom prst="rect">
              <a:avLst/>
            </a:prstGeom>
          </p:spPr>
        </p:pic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89932154-E3C5-776B-DD60-4F7069A399F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11613" y="4924224"/>
              <a:ext cx="4413425" cy="313798"/>
            </a:xfrm>
            <a:prstGeom prst="rect">
              <a:avLst/>
            </a:prstGeom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97B59002-C925-EBD4-2533-8248AC3C5A7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11613" y="5260450"/>
              <a:ext cx="4433670" cy="308737"/>
            </a:xfrm>
            <a:prstGeom prst="rect">
              <a:avLst/>
            </a:prstGeom>
          </p:spPr>
        </p:pic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5E5BF91D-3F34-2D41-CCE2-11F1D5689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1613" y="4403609"/>
              <a:ext cx="4388119" cy="172083"/>
            </a:xfrm>
            <a:prstGeom prst="rect">
              <a:avLst/>
            </a:prstGeom>
          </p:spPr>
        </p:pic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A8D23AC4-EE20-16EB-59FD-AFEA2B2F910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11613" y="4598120"/>
              <a:ext cx="4413425" cy="303676"/>
            </a:xfrm>
            <a:prstGeom prst="rect">
              <a:avLst/>
            </a:prstGeom>
          </p:spPr>
        </p:pic>
      </p:grpSp>
      <p:pic>
        <p:nvPicPr>
          <p:cNvPr id="116" name="Picture 115">
            <a:extLst>
              <a:ext uri="{FF2B5EF4-FFF2-40B4-BE49-F238E27FC236}">
                <a16:creationId xmlns:a16="http://schemas.microsoft.com/office/drawing/2014/main" id="{2A8AAC9B-C8A9-B9CC-D1F1-F82FDCC23D3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5296" y="4778661"/>
            <a:ext cx="2022836" cy="2022836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52FBC-AFA3-A05A-346A-1647707B79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</p:spTree>
    <p:extLst>
      <p:ext uri="{BB962C8B-B14F-4D97-AF65-F5344CB8AC3E}">
        <p14:creationId xmlns:p14="http://schemas.microsoft.com/office/powerpoint/2010/main" val="31892342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49630-901B-4918-4DF4-AD4C2295D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Quantum pure states are not enough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C91DD7-2624-D5D1-E04D-263816645A9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24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74F3CD-16B0-AB61-20BA-EEBBD9E374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679" y="2083963"/>
            <a:ext cx="8649907" cy="220058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AE26FA-A218-2A99-38C7-6F27473EAB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732" y="1053427"/>
            <a:ext cx="8630854" cy="790685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1E3310D-E885-89F3-F19A-14683085CB77}"/>
              </a:ext>
            </a:extLst>
          </p:cNvPr>
          <p:cNvCxnSpPr>
            <a:cxnSpLocks/>
          </p:cNvCxnSpPr>
          <p:nvPr/>
        </p:nvCxnSpPr>
        <p:spPr>
          <a:xfrm flipH="1" flipV="1">
            <a:off x="5806911" y="1605495"/>
            <a:ext cx="1668545" cy="1846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D015BEB-DC58-B51E-E3EA-3762ABA18F56}"/>
              </a:ext>
            </a:extLst>
          </p:cNvPr>
          <p:cNvSpPr txBox="1"/>
          <p:nvPr/>
        </p:nvSpPr>
        <p:spPr>
          <a:xfrm>
            <a:off x="7541444" y="1605495"/>
            <a:ext cx="3869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Rays do not need the inner product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9A00655-3960-1721-824F-E7AE1CF020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732" y="4474905"/>
            <a:ext cx="8640381" cy="57158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20F83378-1AD8-40C8-BCCF-72487E7AC445}"/>
              </a:ext>
            </a:extLst>
          </p:cNvPr>
          <p:cNvSpPr txBox="1"/>
          <p:nvPr/>
        </p:nvSpPr>
        <p:spPr>
          <a:xfrm>
            <a:off x="622169" y="5252505"/>
            <a:ext cx="841294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You CAN endow quantum pure states with classical probability distributions and Hamiltonian mechanics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51541D-F89E-5D71-7120-DC262227D605}"/>
              </a:ext>
            </a:extLst>
          </p:cNvPr>
          <p:cNvSpPr txBox="1"/>
          <p:nvPr/>
        </p:nvSpPr>
        <p:spPr>
          <a:xfrm>
            <a:off x="5806911" y="6128141"/>
            <a:ext cx="3139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Classical Larmor precession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6284637-EDFA-50C1-5742-2AF265ACFCE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5296" y="4778661"/>
            <a:ext cx="2022836" cy="2022836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9599CC-F024-6CA1-F6EB-49194AB41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</p:spTree>
    <p:extLst>
      <p:ext uri="{BB962C8B-B14F-4D97-AF65-F5344CB8AC3E}">
        <p14:creationId xmlns:p14="http://schemas.microsoft.com/office/powerpoint/2010/main" val="1781284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7B41-EBC1-07EB-089D-9A82D0063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64289-05BD-A984-69B1-62523C01A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Quantum ensembles rule out classical mechanics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DA4BB8-CBF2-EF0E-7C56-2ED218369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27" y="1008127"/>
            <a:ext cx="8678486" cy="146705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ED117D-B88C-6156-B3D0-ECD1314EFD2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25</a:t>
            </a:fld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EEA9EDB-8E3A-4E0F-DFF3-4825BE0E1DAA}"/>
              </a:ext>
            </a:extLst>
          </p:cNvPr>
          <p:cNvCxnSpPr>
            <a:cxnSpLocks/>
          </p:cNvCxnSpPr>
          <p:nvPr/>
        </p:nvCxnSpPr>
        <p:spPr>
          <a:xfrm flipH="1" flipV="1">
            <a:off x="7376796" y="1556988"/>
            <a:ext cx="1738924" cy="3008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E7829C2-3604-881E-F536-D001C6335379}"/>
              </a:ext>
            </a:extLst>
          </p:cNvPr>
          <p:cNvSpPr txBox="1"/>
          <p:nvPr/>
        </p:nvSpPr>
        <p:spPr>
          <a:xfrm>
            <a:off x="9306604" y="1610699"/>
            <a:ext cx="209935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Trace requires</a:t>
            </a:r>
            <a:br>
              <a:rPr lang="en-US" sz="2000" dirty="0"/>
            </a:br>
            <a:r>
              <a:rPr lang="en-US" sz="2000" dirty="0"/>
              <a:t>the inner product!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0A04B8-5E63-19EE-097C-C6879479119C}"/>
              </a:ext>
            </a:extLst>
          </p:cNvPr>
          <p:cNvSpPr txBox="1"/>
          <p:nvPr/>
        </p:nvSpPr>
        <p:spPr>
          <a:xfrm>
            <a:off x="702775" y="3193354"/>
            <a:ext cx="97192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accent6">
                    <a:lumMod val="75000"/>
                  </a:schemeClr>
                </a:solidFill>
              </a:rPr>
              <a:t>Classical and quantum ensembles are incompatible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651AD9-C3AB-D649-F7CE-ACAFAC6B42EB}"/>
              </a:ext>
            </a:extLst>
          </p:cNvPr>
          <p:cNvSpPr txBox="1"/>
          <p:nvPr/>
        </p:nvSpPr>
        <p:spPr>
          <a:xfrm>
            <a:off x="1769933" y="3810697"/>
            <a:ext cx="59572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Since BR-BORN is independent from QE-DENS,</a:t>
            </a:r>
            <a:br>
              <a:rPr lang="en-US" sz="2400" dirty="0"/>
            </a:br>
            <a:r>
              <a:rPr lang="en-US" sz="2400" dirty="0"/>
              <a:t>QE-DENS is responsible for the incompatibility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85A6B4-B496-0E13-D176-C9AC04830D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27" y="2686610"/>
            <a:ext cx="5582429" cy="29531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7F2C9C6-AAB3-5B47-6D3C-8F41C292AE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5296" y="4778661"/>
            <a:ext cx="2022836" cy="2022836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F62E2A-6BF2-61AB-446E-6640374B7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</p:spTree>
    <p:extLst>
      <p:ext uri="{BB962C8B-B14F-4D97-AF65-F5344CB8AC3E}">
        <p14:creationId xmlns:p14="http://schemas.microsoft.com/office/powerpoint/2010/main" val="21655091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11B48-2E06-69A2-A09C-1F670150C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26785-6EB1-37BC-B884-0889D717D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Base theory for all of physics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54739F-8629-BD97-1278-7DDAE6BA184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26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268685-0C73-F52C-650E-F079B8E70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456" y="1832851"/>
            <a:ext cx="8659433" cy="223868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22376B-657E-CD61-EBBB-C692FD55E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456" y="4185300"/>
            <a:ext cx="8611802" cy="81926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295544D-4305-5E9E-77BC-6FCE3F3BDAD0}"/>
              </a:ext>
            </a:extLst>
          </p:cNvPr>
          <p:cNvSpPr txBox="1"/>
          <p:nvPr/>
        </p:nvSpPr>
        <p:spPr>
          <a:xfrm>
            <a:off x="366651" y="1082466"/>
            <a:ext cx="1122538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Collection of conditions that MUST be true in all physical theories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3CCB9D3-5415-2127-F48B-43B1D27242EE}"/>
              </a:ext>
            </a:extLst>
          </p:cNvPr>
          <p:cNvSpPr/>
          <p:nvPr/>
        </p:nvSpPr>
        <p:spPr>
          <a:xfrm>
            <a:off x="649456" y="2564091"/>
            <a:ext cx="8659433" cy="1507447"/>
          </a:xfrm>
          <a:custGeom>
            <a:avLst/>
            <a:gdLst>
              <a:gd name="csX0" fmla="*/ 5515674 w 8659433"/>
              <a:gd name="csY0" fmla="*/ 0 h 1507447"/>
              <a:gd name="csX1" fmla="*/ 8659433 w 8659433"/>
              <a:gd name="csY1" fmla="*/ 0 h 1507447"/>
              <a:gd name="csX2" fmla="*/ 8659433 w 8659433"/>
              <a:gd name="csY2" fmla="*/ 245097 h 1507447"/>
              <a:gd name="csX3" fmla="*/ 8659433 w 8659433"/>
              <a:gd name="csY3" fmla="*/ 864909 h 1507447"/>
              <a:gd name="csX4" fmla="*/ 8659433 w 8659433"/>
              <a:gd name="csY4" fmla="*/ 1507447 h 1507447"/>
              <a:gd name="csX5" fmla="*/ 0 w 8659433"/>
              <a:gd name="csY5" fmla="*/ 1507447 h 1507447"/>
              <a:gd name="csX6" fmla="*/ 0 w 8659433"/>
              <a:gd name="csY6" fmla="*/ 245097 h 1507447"/>
              <a:gd name="csX7" fmla="*/ 5515674 w 8659433"/>
              <a:gd name="csY7" fmla="*/ 245097 h 15074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8659433" h="1507447">
                <a:moveTo>
                  <a:pt x="5515674" y="0"/>
                </a:moveTo>
                <a:lnTo>
                  <a:pt x="8659433" y="0"/>
                </a:lnTo>
                <a:lnTo>
                  <a:pt x="8659433" y="245097"/>
                </a:lnTo>
                <a:lnTo>
                  <a:pt x="8659433" y="864909"/>
                </a:lnTo>
                <a:lnTo>
                  <a:pt x="8659433" y="1507447"/>
                </a:lnTo>
                <a:lnTo>
                  <a:pt x="0" y="1507447"/>
                </a:lnTo>
                <a:lnTo>
                  <a:pt x="0" y="245097"/>
                </a:lnTo>
                <a:lnTo>
                  <a:pt x="5515674" y="245097"/>
                </a:lnTo>
                <a:close/>
              </a:path>
            </a:pathLst>
          </a:cu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55B22B-6E71-D48B-F18C-E8F589E03BCE}"/>
              </a:ext>
            </a:extLst>
          </p:cNvPr>
          <p:cNvSpPr/>
          <p:nvPr/>
        </p:nvSpPr>
        <p:spPr>
          <a:xfrm>
            <a:off x="649456" y="4224798"/>
            <a:ext cx="8659432" cy="779766"/>
          </a:xfrm>
          <a:prstGeom prst="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42CE58B-699E-2322-95E0-D0BCBFE09C68}"/>
              </a:ext>
            </a:extLst>
          </p:cNvPr>
          <p:cNvCxnSpPr>
            <a:cxnSpLocks/>
          </p:cNvCxnSpPr>
          <p:nvPr/>
        </p:nvCxnSpPr>
        <p:spPr>
          <a:xfrm flipH="1">
            <a:off x="9455085" y="2564091"/>
            <a:ext cx="556181" cy="5279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12D32E5-65A6-16B7-95BE-D04ED33E6F3D}"/>
              </a:ext>
            </a:extLst>
          </p:cNvPr>
          <p:cNvCxnSpPr>
            <a:cxnSpLocks/>
          </p:cNvCxnSpPr>
          <p:nvPr/>
        </p:nvCxnSpPr>
        <p:spPr>
          <a:xfrm flipH="1">
            <a:off x="9379670" y="2564091"/>
            <a:ext cx="1046375" cy="1885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31E1B1A-83C7-5C85-CBC0-4796B7BC2060}"/>
              </a:ext>
            </a:extLst>
          </p:cNvPr>
          <p:cNvSpPr txBox="1"/>
          <p:nvPr/>
        </p:nvSpPr>
        <p:spPr>
          <a:xfrm>
            <a:off x="9681328" y="2111604"/>
            <a:ext cx="2343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Part of the base theory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000B1FC-C09B-137D-A4DD-E3D22F8950A5}"/>
                  </a:ext>
                </a:extLst>
              </p:cNvPr>
              <p:cNvSpPr txBox="1"/>
              <p:nvPr/>
            </p:nvSpPr>
            <p:spPr>
              <a:xfrm>
                <a:off x="1725106" y="5344242"/>
                <a:ext cx="686341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rgbClr val="C00000"/>
                    </a:solidFill>
                  </a:rPr>
                  <a:t>Base theory </a:t>
                </a:r>
                <a14:m>
                  <m:oMath xmlns:m="http://schemas.openxmlformats.org/officeDocument/2006/math">
                    <m:r>
                      <a:rPr lang="en-US" sz="36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sz="3600" dirty="0">
                    <a:solidFill>
                      <a:srgbClr val="C00000"/>
                    </a:solidFill>
                  </a:rPr>
                  <a:t> Theory of everything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000B1FC-C09B-137D-A4DD-E3D22F8950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5106" y="5344242"/>
                <a:ext cx="6863417" cy="646331"/>
              </a:xfrm>
              <a:prstGeom prst="rect">
                <a:avLst/>
              </a:prstGeom>
              <a:blipFill>
                <a:blip r:embed="rId4"/>
                <a:stretch>
                  <a:fillRect l="-2753" t="-15094" r="-1510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499B11-22CC-DA0D-5646-EB7C5C0EB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</p:spTree>
    <p:extLst>
      <p:ext uri="{BB962C8B-B14F-4D97-AF65-F5344CB8AC3E}">
        <p14:creationId xmlns:p14="http://schemas.microsoft.com/office/powerpoint/2010/main" val="18429877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E7A5F-06E0-B4B1-2A50-4F11002C9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CDA50-A27B-4F64-7657-F4D9F1351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Foundational pillars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CB5751-30BA-CDCE-2E97-94D451BE7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D48337-D9D1-6D28-9627-08BC5D960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27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01241D-988D-F92C-8533-78DA6A106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</p:spTree>
    <p:extLst>
      <p:ext uri="{BB962C8B-B14F-4D97-AF65-F5344CB8AC3E}">
        <p14:creationId xmlns:p14="http://schemas.microsoft.com/office/powerpoint/2010/main" val="39997668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A7E90-C68F-E912-9F4C-CFFB74BAA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verifiability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6540EC-423C-6FBC-5502-B75E417DC31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28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21FBE3F-D8C4-D237-BCB1-2F7C50B68BEE}"/>
                  </a:ext>
                </a:extLst>
              </p:cNvPr>
              <p:cNvSpPr txBox="1"/>
              <p:nvPr/>
            </p:nvSpPr>
            <p:spPr>
              <a:xfrm>
                <a:off x="460194" y="982203"/>
                <a:ext cx="1127161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800" b="0" dirty="0">
                    <a:solidFill>
                      <a:schemeClr val="accent6">
                        <a:lumMod val="75000"/>
                      </a:schemeClr>
                    </a:solidFill>
                  </a:rPr>
                  <a:t>Science is evidence based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800" dirty="0">
                    <a:solidFill>
                      <a:schemeClr val="accent6">
                        <a:lumMod val="75000"/>
                      </a:schemeClr>
                    </a:solidFill>
                  </a:rPr>
                  <a:t> Statements are associated to experimental tests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21FBE3F-D8C4-D237-BCB1-2F7C50B68B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194" y="982203"/>
                <a:ext cx="11271612" cy="523220"/>
              </a:xfrm>
              <a:prstGeom prst="rect">
                <a:avLst/>
              </a:prstGeom>
              <a:blipFill>
                <a:blip r:embed="rId2"/>
                <a:stretch>
                  <a:fillRect l="-1081" t="-10465" r="-1027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2">
            <a:extLst>
              <a:ext uri="{FF2B5EF4-FFF2-40B4-BE49-F238E27FC236}">
                <a16:creationId xmlns:a16="http://schemas.microsoft.com/office/drawing/2014/main" id="{1DC5BD38-F3C2-3188-4EEE-C720729415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301870"/>
              </p:ext>
            </p:extLst>
          </p:nvPr>
        </p:nvGraphicFramePr>
        <p:xfrm>
          <a:off x="569928" y="1686567"/>
          <a:ext cx="3423847" cy="1432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51909">
                  <a:extLst>
                    <a:ext uri="{9D8B030D-6E8A-4147-A177-3AD203B41FA5}">
                      <a16:colId xmlns:a16="http://schemas.microsoft.com/office/drawing/2014/main" val="3919644959"/>
                    </a:ext>
                  </a:extLst>
                </a:gridCol>
                <a:gridCol w="2371938">
                  <a:extLst>
                    <a:ext uri="{9D8B030D-6E8A-4147-A177-3AD203B41FA5}">
                      <a16:colId xmlns:a16="http://schemas.microsoft.com/office/drawing/2014/main" val="3379705832"/>
                    </a:ext>
                  </a:extLst>
                </a:gridCol>
              </a:tblGrid>
              <a:tr h="269155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/>
                        <a:t>Verifiable statement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Test Result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8586678"/>
                  </a:ext>
                </a:extLst>
              </a:tr>
              <a:tr h="269155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SUCCESS (in finite time)</a:t>
                      </a:r>
                      <a:endParaRPr lang="en-US" sz="14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9576678"/>
                  </a:ext>
                </a:extLst>
              </a:tr>
              <a:tr h="269155">
                <a:tc rowSpan="2"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UNDEFINED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8961383"/>
                  </a:ext>
                </a:extLst>
              </a:tr>
              <a:tr h="269155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FF0000"/>
                          </a:solidFill>
                        </a:rPr>
                        <a:t>FAILURE (in finite time)</a:t>
                      </a:r>
                      <a:endParaRPr lang="en-US" sz="1400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0856430"/>
                  </a:ext>
                </a:extLst>
              </a:tr>
            </a:tbl>
          </a:graphicData>
        </a:graphic>
      </p:graphicFrame>
      <p:grpSp>
        <p:nvGrpSpPr>
          <p:cNvPr id="7" name="Group 6">
            <a:extLst>
              <a:ext uri="{FF2B5EF4-FFF2-40B4-BE49-F238E27FC236}">
                <a16:creationId xmlns:a16="http://schemas.microsoft.com/office/drawing/2014/main" id="{A26E97C3-C7E3-495B-C96A-00145FB6E5FC}"/>
              </a:ext>
            </a:extLst>
          </p:cNvPr>
          <p:cNvGrpSpPr/>
          <p:nvPr/>
        </p:nvGrpSpPr>
        <p:grpSpPr>
          <a:xfrm>
            <a:off x="4600814" y="1616840"/>
            <a:ext cx="2990369" cy="2684357"/>
            <a:chOff x="1041881" y="1285108"/>
            <a:chExt cx="2990369" cy="2684357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656C5B5-202C-7A32-F15A-D1B2F343A8F2}"/>
                </a:ext>
              </a:extLst>
            </p:cNvPr>
            <p:cNvSpPr/>
            <p:nvPr/>
          </p:nvSpPr>
          <p:spPr>
            <a:xfrm>
              <a:off x="1085855" y="1285108"/>
              <a:ext cx="2946395" cy="134577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BCC9A7B-C7AB-7077-8006-76A4C58E3288}"/>
                </a:ext>
              </a:extLst>
            </p:cNvPr>
            <p:cNvSpPr/>
            <p:nvPr/>
          </p:nvSpPr>
          <p:spPr>
            <a:xfrm>
              <a:off x="2581027" y="1755678"/>
              <a:ext cx="1362635" cy="62814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23A887F-A268-E7C1-A597-A1073AE15C24}"/>
                </a:ext>
              </a:extLst>
            </p:cNvPr>
            <p:cNvSpPr txBox="1"/>
            <p:nvPr/>
          </p:nvSpPr>
          <p:spPr>
            <a:xfrm>
              <a:off x="2849723" y="1909004"/>
              <a:ext cx="103387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Possibilities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94AF939-751F-5E9F-7D4C-D1675C47C3D2}"/>
                </a:ext>
              </a:extLst>
            </p:cNvPr>
            <p:cNvSpPr txBox="1"/>
            <p:nvPr/>
          </p:nvSpPr>
          <p:spPr>
            <a:xfrm>
              <a:off x="1531887" y="1297809"/>
              <a:ext cx="1863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Theoretical statements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E402111C-1D4E-22AE-9C4B-32517489D347}"/>
                </a:ext>
              </a:extLst>
            </p:cNvPr>
            <p:cNvSpPr/>
            <p:nvPr/>
          </p:nvSpPr>
          <p:spPr>
            <a:xfrm>
              <a:off x="1189256" y="1598740"/>
              <a:ext cx="1687294" cy="89742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AE33BE4-5DAE-47B9-D53B-76D5671621EE}"/>
                </a:ext>
              </a:extLst>
            </p:cNvPr>
            <p:cNvSpPr txBox="1"/>
            <p:nvPr/>
          </p:nvSpPr>
          <p:spPr>
            <a:xfrm>
              <a:off x="1463536" y="1774599"/>
              <a:ext cx="100239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Verifiable</a:t>
              </a:r>
              <a:br>
                <a:rPr lang="en-US" sz="1400" dirty="0"/>
              </a:br>
              <a:r>
                <a:rPr lang="en-US" sz="1400" dirty="0"/>
                <a:t>statements</a:t>
              </a: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6B272C52-868B-7073-C521-47F2038430CA}"/>
                </a:ext>
              </a:extLst>
            </p:cNvPr>
            <p:cNvGrpSpPr/>
            <p:nvPr/>
          </p:nvGrpSpPr>
          <p:grpSpPr>
            <a:xfrm>
              <a:off x="3045795" y="3193936"/>
              <a:ext cx="889000" cy="365125"/>
              <a:chOff x="4648201" y="4642103"/>
              <a:chExt cx="889000" cy="365125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4E309456-CDC6-EACE-43D3-612A60931F4E}"/>
                  </a:ext>
                </a:extLst>
              </p:cNvPr>
              <p:cNvSpPr/>
              <p:nvPr/>
            </p:nvSpPr>
            <p:spPr>
              <a:xfrm>
                <a:off x="4648201" y="4642103"/>
                <a:ext cx="889000" cy="36512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02EADD5-7557-075B-E564-9BB15579FDB2}"/>
                  </a:ext>
                </a:extLst>
              </p:cNvPr>
              <p:cNvSpPr txBox="1"/>
              <p:nvPr/>
            </p:nvSpPr>
            <p:spPr>
              <a:xfrm>
                <a:off x="4788946" y="4655388"/>
                <a:ext cx="63466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Points</a:t>
                </a:r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C6536749-49DF-D382-CB2A-AA99158944A6}"/>
                </a:ext>
              </a:extLst>
            </p:cNvPr>
            <p:cNvCxnSpPr>
              <a:cxnSpLocks/>
            </p:cNvCxnSpPr>
            <p:nvPr/>
          </p:nvCxnSpPr>
          <p:spPr>
            <a:xfrm>
              <a:off x="3390875" y="2397103"/>
              <a:ext cx="32835" cy="772487"/>
            </a:xfrm>
            <a:prstGeom prst="straightConnector1">
              <a:avLst/>
            </a:prstGeom>
            <a:ln w="38100">
              <a:solidFill>
                <a:srgbClr val="008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B8674F-2524-E4F4-BD2E-33A10BDF163F}"/>
                </a:ext>
              </a:extLst>
            </p:cNvPr>
            <p:cNvCxnSpPr>
              <a:cxnSpLocks/>
            </p:cNvCxnSpPr>
            <p:nvPr/>
          </p:nvCxnSpPr>
          <p:spPr>
            <a:xfrm>
              <a:off x="1981428" y="2512494"/>
              <a:ext cx="0" cy="666799"/>
            </a:xfrm>
            <a:prstGeom prst="straightConnector1">
              <a:avLst/>
            </a:prstGeom>
            <a:ln w="38100">
              <a:solidFill>
                <a:srgbClr val="008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C024295A-AD30-D33F-702C-5088EFBC83FA}"/>
                </a:ext>
              </a:extLst>
            </p:cNvPr>
            <p:cNvCxnSpPr>
              <a:cxnSpLocks/>
            </p:cNvCxnSpPr>
            <p:nvPr/>
          </p:nvCxnSpPr>
          <p:spPr>
            <a:xfrm>
              <a:off x="1500669" y="2643585"/>
              <a:ext cx="0" cy="403423"/>
            </a:xfrm>
            <a:prstGeom prst="straightConnector1">
              <a:avLst/>
            </a:prstGeom>
            <a:ln w="38100">
              <a:solidFill>
                <a:srgbClr val="008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279A3361-C96C-F6A7-1D1C-7E8E56C908B1}"/>
                </a:ext>
              </a:extLst>
            </p:cNvPr>
            <p:cNvSpPr/>
            <p:nvPr/>
          </p:nvSpPr>
          <p:spPr>
            <a:xfrm>
              <a:off x="1041881" y="3073171"/>
              <a:ext cx="1644170" cy="896294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195BB05-3C6A-8946-95FB-623C3F2602D8}"/>
                </a:ext>
              </a:extLst>
            </p:cNvPr>
            <p:cNvSpPr txBox="1"/>
            <p:nvPr/>
          </p:nvSpPr>
          <p:spPr>
            <a:xfrm>
              <a:off x="1060931" y="3636288"/>
              <a:ext cx="89947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/>
                <a:t>Borel</a:t>
              </a:r>
              <a:r>
                <a:rPr lang="en-US" sz="1400" dirty="0"/>
                <a:t> sets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6FB6F0-5D46-2DE6-1758-3DE61CA2C418}"/>
                </a:ext>
              </a:extLst>
            </p:cNvPr>
            <p:cNvSpPr txBox="1"/>
            <p:nvPr/>
          </p:nvSpPr>
          <p:spPr>
            <a:xfrm>
              <a:off x="1511761" y="3250918"/>
              <a:ext cx="9130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Open sets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D35CFC62-E01F-5637-E4C8-78234146003F}"/>
                </a:ext>
              </a:extLst>
            </p:cNvPr>
            <p:cNvSpPr/>
            <p:nvPr/>
          </p:nvSpPr>
          <p:spPr>
            <a:xfrm>
              <a:off x="1445065" y="3201606"/>
              <a:ext cx="1077868" cy="42574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4" name="Table 52">
                <a:extLst>
                  <a:ext uri="{FF2B5EF4-FFF2-40B4-BE49-F238E27FC236}">
                    <a16:creationId xmlns:a16="http://schemas.microsoft.com/office/drawing/2014/main" id="{C035FDD5-5975-EFEE-0EC7-864E97F629D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96879760"/>
                  </p:ext>
                </p:extLst>
              </p:nvPr>
            </p:nvGraphicFramePr>
            <p:xfrm>
              <a:off x="8124754" y="1879627"/>
              <a:ext cx="720892" cy="152400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36965">
                      <a:extLst>
                        <a:ext uri="{9D8B030D-6E8A-4147-A177-3AD203B41FA5}">
                          <a16:colId xmlns:a16="http://schemas.microsoft.com/office/drawing/2014/main" val="3919644959"/>
                        </a:ext>
                      </a:extLst>
                    </a:gridCol>
                    <a:gridCol w="483927">
                      <a:extLst>
                        <a:ext uri="{9D8B030D-6E8A-4147-A177-3AD203B41FA5}">
                          <a16:colId xmlns:a16="http://schemas.microsoft.com/office/drawing/2014/main" val="3379705832"/>
                        </a:ext>
                      </a:extLst>
                    </a:gridCol>
                  </a:tblGrid>
                  <a:tr h="26915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Test</a:t>
                          </a:r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648586678"/>
                      </a:ext>
                    </a:extLst>
                  </a:tr>
                  <a:tr h="269155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T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solidFill>
                                <a:schemeClr val="accent6"/>
                              </a:solidFill>
                            </a:rPr>
                            <a:t>S</a:t>
                          </a:r>
                          <a:endParaRPr lang="en-US" sz="1400" dirty="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9576678"/>
                      </a:ext>
                    </a:extLst>
                  </a:tr>
                  <a:tr h="269155">
                    <a:tc vMerge="1">
                      <a:txBody>
                        <a:bodyPr/>
                        <a:lstStyle/>
                        <a:p>
                          <a:pPr algn="ctr"/>
                          <a:endParaRPr lang="en-US" dirty="0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U</a:t>
                          </a: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35337734"/>
                      </a:ext>
                    </a:extLst>
                  </a:tr>
                  <a:tr h="269155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F</a:t>
                          </a:r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U</a:t>
                          </a:r>
                        </a:p>
                      </a:txBody>
                      <a:tcP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68961383"/>
                      </a:ext>
                    </a:extLst>
                  </a:tr>
                  <a:tr h="269155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  <a:endParaRPr lang="en-US" sz="1400" dirty="0"/>
                        </a:p>
                      </a:txBody>
                      <a:tcP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085643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4" name="Table 52">
                <a:extLst>
                  <a:ext uri="{FF2B5EF4-FFF2-40B4-BE49-F238E27FC236}">
                    <a16:creationId xmlns:a16="http://schemas.microsoft.com/office/drawing/2014/main" id="{C035FDD5-5975-EFEE-0EC7-864E97F629D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96879760"/>
                  </p:ext>
                </p:extLst>
              </p:nvPr>
            </p:nvGraphicFramePr>
            <p:xfrm>
              <a:off x="8124754" y="1879627"/>
              <a:ext cx="720892" cy="1524000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36965">
                      <a:extLst>
                        <a:ext uri="{9D8B030D-6E8A-4147-A177-3AD203B41FA5}">
                          <a16:colId xmlns:a16="http://schemas.microsoft.com/office/drawing/2014/main" val="3919644959"/>
                        </a:ext>
                      </a:extLst>
                    </a:gridCol>
                    <a:gridCol w="483927">
                      <a:extLst>
                        <a:ext uri="{9D8B030D-6E8A-4147-A177-3AD203B41FA5}">
                          <a16:colId xmlns:a16="http://schemas.microsoft.com/office/drawing/2014/main" val="3379705832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t="-2000" r="-210256" b="-4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Test</a:t>
                          </a:r>
                        </a:p>
                      </a:txBody>
                      <a:tcPr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648586678"/>
                      </a:ext>
                    </a:extLst>
                  </a:tr>
                  <a:tr h="30480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T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>
                              <a:solidFill>
                                <a:schemeClr val="accent6"/>
                              </a:solidFill>
                            </a:rPr>
                            <a:t>S</a:t>
                          </a:r>
                          <a:endParaRPr lang="en-US" sz="1400" dirty="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9576678"/>
                      </a:ext>
                    </a:extLst>
                  </a:tr>
                  <a:tr h="304800">
                    <a:tc vMerge="1">
                      <a:txBody>
                        <a:bodyPr/>
                        <a:lstStyle/>
                        <a:p>
                          <a:pPr algn="ctr"/>
                          <a:endParaRPr lang="en-US" dirty="0"/>
                        </a:p>
                      </a:txBody>
                      <a:tcPr anchor="ctr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U</a:t>
                          </a: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35337734"/>
                      </a:ext>
                    </a:extLst>
                  </a:tr>
                  <a:tr h="30480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F</a:t>
                          </a:r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U</a:t>
                          </a:r>
                        </a:p>
                      </a:txBody>
                      <a:tcP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68961383"/>
                      </a:ext>
                    </a:extLst>
                  </a:tr>
                  <a:tr h="304800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>
                              <a:solidFill>
                                <a:srgbClr val="FF0000"/>
                              </a:solidFill>
                            </a:rPr>
                            <a:t>F</a:t>
                          </a:r>
                          <a:endParaRPr lang="en-US" sz="1400" dirty="0"/>
                        </a:p>
                      </a:txBody>
                      <a:tcP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085643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2A24DDD-CA6F-5568-57FE-FB833705B34E}"/>
                  </a:ext>
                </a:extLst>
              </p:cNvPr>
              <p:cNvSpPr txBox="1"/>
              <p:nvPr/>
            </p:nvSpPr>
            <p:spPr>
              <a:xfrm>
                <a:off x="9241811" y="1677247"/>
                <a:ext cx="28235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𝑖𝑛𝑡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corresponds to the verifiable</a:t>
                </a:r>
                <a:br>
                  <a:rPr lang="en-US" sz="1400" dirty="0"/>
                </a:br>
                <a:r>
                  <a:rPr lang="en-US" sz="1400" dirty="0"/>
                  <a:t>part of a statement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2A24DDD-CA6F-5568-57FE-FB833705B3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1811" y="1677247"/>
                <a:ext cx="2823593" cy="523220"/>
              </a:xfrm>
              <a:prstGeom prst="rect">
                <a:avLst/>
              </a:prstGeom>
              <a:blipFill>
                <a:blip r:embed="rId4"/>
                <a:stretch>
                  <a:fillRect l="-648" t="-2326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665F6F9-09C8-566A-B551-C157432F5CEF}"/>
                  </a:ext>
                </a:extLst>
              </p:cNvPr>
              <p:cNvSpPr txBox="1"/>
              <p:nvPr/>
            </p:nvSpPr>
            <p:spPr>
              <a:xfrm>
                <a:off x="9241811" y="3138285"/>
                <a:ext cx="28682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𝑒𝑥𝑡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corresponds to the falsifiable</a:t>
                </a:r>
                <a:br>
                  <a:rPr lang="en-US" sz="1400" dirty="0"/>
                </a:br>
                <a:r>
                  <a:rPr lang="en-US" sz="1400" dirty="0"/>
                  <a:t>part of a statement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665F6F9-09C8-566A-B551-C157432F5C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1811" y="3138285"/>
                <a:ext cx="2868286" cy="523220"/>
              </a:xfrm>
              <a:prstGeom prst="rect">
                <a:avLst/>
              </a:prstGeom>
              <a:blipFill>
                <a:blip r:embed="rId5"/>
                <a:stretch>
                  <a:fillRect l="-637" t="-2326" b="-104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8F65CB5-A8EC-8875-68F4-0FE5E0B1D8E6}"/>
                  </a:ext>
                </a:extLst>
              </p:cNvPr>
              <p:cNvSpPr txBox="1"/>
              <p:nvPr/>
            </p:nvSpPr>
            <p:spPr>
              <a:xfrm>
                <a:off x="9241811" y="2435799"/>
                <a:ext cx="2756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1400" dirty="0"/>
                  <a:t> corresponds to the undecidable</a:t>
                </a:r>
                <a:br>
                  <a:rPr lang="en-US" sz="1400" dirty="0"/>
                </a:br>
                <a:r>
                  <a:rPr lang="en-US" sz="1400" dirty="0"/>
                  <a:t>part of a statement</a:t>
                </a: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8F65CB5-A8EC-8875-68F4-0FE5E0B1D8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1811" y="2435799"/>
                <a:ext cx="2756845" cy="523220"/>
              </a:xfrm>
              <a:prstGeom prst="rect">
                <a:avLst/>
              </a:prstGeom>
              <a:blipFill>
                <a:blip r:embed="rId6"/>
                <a:stretch>
                  <a:fillRect l="-664" t="-2353"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8293AC9-6D91-807B-FCA9-A2A9761B9075}"/>
              </a:ext>
            </a:extLst>
          </p:cNvPr>
          <p:cNvCxnSpPr>
            <a:endCxn id="25" idx="1"/>
          </p:cNvCxnSpPr>
          <p:nvPr/>
        </p:nvCxnSpPr>
        <p:spPr>
          <a:xfrm flipV="1">
            <a:off x="8761915" y="1938857"/>
            <a:ext cx="479896" cy="3847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8501D06-2B49-847C-48ED-080262D41CAB}"/>
              </a:ext>
            </a:extLst>
          </p:cNvPr>
          <p:cNvCxnSpPr>
            <a:endCxn id="27" idx="1"/>
          </p:cNvCxnSpPr>
          <p:nvPr/>
        </p:nvCxnSpPr>
        <p:spPr>
          <a:xfrm flipV="1">
            <a:off x="8761915" y="2697409"/>
            <a:ext cx="479896" cy="1153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6D4DF3F-6D20-B5A5-3FA5-F4509934E244}"/>
              </a:ext>
            </a:extLst>
          </p:cNvPr>
          <p:cNvCxnSpPr>
            <a:endCxn id="26" idx="1"/>
          </p:cNvCxnSpPr>
          <p:nvPr/>
        </p:nvCxnSpPr>
        <p:spPr>
          <a:xfrm>
            <a:off x="8761915" y="3219136"/>
            <a:ext cx="479896" cy="1807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81BE3E4-32C6-7631-65AB-A973C2904D0C}"/>
              </a:ext>
            </a:extLst>
          </p:cNvPr>
          <p:cNvGrpSpPr/>
          <p:nvPr/>
        </p:nvGrpSpPr>
        <p:grpSpPr>
          <a:xfrm>
            <a:off x="700790" y="4347858"/>
            <a:ext cx="3208184" cy="1479650"/>
            <a:chOff x="608166" y="1348615"/>
            <a:chExt cx="7780826" cy="3588603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128CBCB0-3AC5-2BB5-437C-A8EA9A99981E}"/>
                </a:ext>
              </a:extLst>
            </p:cNvPr>
            <p:cNvGrpSpPr/>
            <p:nvPr/>
          </p:nvGrpSpPr>
          <p:grpSpPr>
            <a:xfrm>
              <a:off x="1001222" y="3472140"/>
              <a:ext cx="6797787" cy="1465078"/>
              <a:chOff x="2212388" y="3872190"/>
              <a:chExt cx="6797787" cy="1465078"/>
            </a:xfrm>
          </p:grpSpPr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FF91F03D-8ED9-5290-4FB3-050FB27EF91E}"/>
                  </a:ext>
                </a:extLst>
              </p:cNvPr>
              <p:cNvGrpSpPr/>
              <p:nvPr/>
            </p:nvGrpSpPr>
            <p:grpSpPr>
              <a:xfrm>
                <a:off x="7267876" y="3872190"/>
                <a:ext cx="1742299" cy="1465078"/>
                <a:chOff x="7120424" y="4399613"/>
                <a:chExt cx="1742299" cy="1465078"/>
              </a:xfrm>
            </p:grpSpPr>
            <p:sp>
              <p:nvSpPr>
                <p:cNvPr id="92" name="Oval 91">
                  <a:extLst>
                    <a:ext uri="{FF2B5EF4-FFF2-40B4-BE49-F238E27FC236}">
                      <a16:creationId xmlns:a16="http://schemas.microsoft.com/office/drawing/2014/main" id="{0AFEF7A7-CB16-3020-4507-49C941F8D024}"/>
                    </a:ext>
                  </a:extLst>
                </p:cNvPr>
                <p:cNvSpPr/>
                <p:nvPr/>
              </p:nvSpPr>
              <p:spPr>
                <a:xfrm>
                  <a:off x="7120424" y="4399613"/>
                  <a:ext cx="1742299" cy="1465078"/>
                </a:xfrm>
                <a:prstGeom prst="ellipse">
                  <a:avLst/>
                </a:prstGeom>
                <a:ln w="1905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7329EEDD-B178-C916-46C4-1CFBF20CB185}"/>
                    </a:ext>
                  </a:extLst>
                </p:cNvPr>
                <p:cNvSpPr/>
                <p:nvPr/>
              </p:nvSpPr>
              <p:spPr>
                <a:xfrm>
                  <a:off x="8325626" y="4896076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A50C83C0-1540-68C3-4810-54F7D2D0D5E9}"/>
                    </a:ext>
                  </a:extLst>
                </p:cNvPr>
                <p:cNvSpPr/>
                <p:nvPr/>
              </p:nvSpPr>
              <p:spPr>
                <a:xfrm>
                  <a:off x="7407281" y="5122389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C7D6250B-587F-8A12-0F50-6ACB95B8A868}"/>
                    </a:ext>
                  </a:extLst>
                </p:cNvPr>
                <p:cNvSpPr/>
                <p:nvPr/>
              </p:nvSpPr>
              <p:spPr>
                <a:xfrm>
                  <a:off x="8090010" y="5489145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97102371-3B99-14A5-797D-9BFBD3172C83}"/>
                    </a:ext>
                  </a:extLst>
                </p:cNvPr>
                <p:cNvSpPr/>
                <p:nvPr/>
              </p:nvSpPr>
              <p:spPr>
                <a:xfrm>
                  <a:off x="7930758" y="5202059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ADBA71FE-AC0C-2635-0034-BE9FEF5DE870}"/>
                    </a:ext>
                  </a:extLst>
                </p:cNvPr>
                <p:cNvSpPr/>
                <p:nvPr/>
              </p:nvSpPr>
              <p:spPr>
                <a:xfrm>
                  <a:off x="7683115" y="4725385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9" name="Group 78">
                <a:extLst>
                  <a:ext uri="{FF2B5EF4-FFF2-40B4-BE49-F238E27FC236}">
                    <a16:creationId xmlns:a16="http://schemas.microsoft.com/office/drawing/2014/main" id="{E68F96B7-94CB-13E5-40CA-CEF1CB53D5F8}"/>
                  </a:ext>
                </a:extLst>
              </p:cNvPr>
              <p:cNvGrpSpPr/>
              <p:nvPr/>
            </p:nvGrpSpPr>
            <p:grpSpPr>
              <a:xfrm>
                <a:off x="2212388" y="3872190"/>
                <a:ext cx="1742299" cy="1465078"/>
                <a:chOff x="1936220" y="4385306"/>
                <a:chExt cx="1742299" cy="1465078"/>
              </a:xfrm>
            </p:grpSpPr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CDDE4FD7-2502-95AB-17B8-96012072EEA9}"/>
                    </a:ext>
                  </a:extLst>
                </p:cNvPr>
                <p:cNvSpPr/>
                <p:nvPr/>
              </p:nvSpPr>
              <p:spPr>
                <a:xfrm>
                  <a:off x="1936220" y="4385306"/>
                  <a:ext cx="1742299" cy="1465078"/>
                </a:xfrm>
                <a:prstGeom prst="ellipse">
                  <a:avLst/>
                </a:prstGeom>
                <a:ln w="1905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4" name="Oval 83">
                  <a:extLst>
                    <a:ext uri="{FF2B5EF4-FFF2-40B4-BE49-F238E27FC236}">
                      <a16:creationId xmlns:a16="http://schemas.microsoft.com/office/drawing/2014/main" id="{E325459F-67C0-08EC-9DD5-2E73AE33A4D2}"/>
                    </a:ext>
                  </a:extLst>
                </p:cNvPr>
                <p:cNvSpPr/>
                <p:nvPr/>
              </p:nvSpPr>
              <p:spPr>
                <a:xfrm>
                  <a:off x="3141422" y="4881769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Oval 84">
                  <a:extLst>
                    <a:ext uri="{FF2B5EF4-FFF2-40B4-BE49-F238E27FC236}">
                      <a16:creationId xmlns:a16="http://schemas.microsoft.com/office/drawing/2014/main" id="{080648CF-28B3-8BF2-3D6A-8B4A8B360CAB}"/>
                    </a:ext>
                  </a:extLst>
                </p:cNvPr>
                <p:cNvSpPr/>
                <p:nvPr/>
              </p:nvSpPr>
              <p:spPr>
                <a:xfrm>
                  <a:off x="2199116" y="5217137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" name="Oval 85">
                  <a:extLst>
                    <a:ext uri="{FF2B5EF4-FFF2-40B4-BE49-F238E27FC236}">
                      <a16:creationId xmlns:a16="http://schemas.microsoft.com/office/drawing/2014/main" id="{22F6C463-744B-8134-807C-254B031D2A91}"/>
                    </a:ext>
                  </a:extLst>
                </p:cNvPr>
                <p:cNvSpPr/>
                <p:nvPr/>
              </p:nvSpPr>
              <p:spPr>
                <a:xfrm>
                  <a:off x="3296784" y="5217138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Oval 86">
                  <a:extLst>
                    <a:ext uri="{FF2B5EF4-FFF2-40B4-BE49-F238E27FC236}">
                      <a16:creationId xmlns:a16="http://schemas.microsoft.com/office/drawing/2014/main" id="{CD52201A-47A3-8E9D-456E-AF3B1E6E5423}"/>
                    </a:ext>
                  </a:extLst>
                </p:cNvPr>
                <p:cNvSpPr/>
                <p:nvPr/>
              </p:nvSpPr>
              <p:spPr>
                <a:xfrm>
                  <a:off x="2552536" y="5489146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Oval 87">
                  <a:extLst>
                    <a:ext uri="{FF2B5EF4-FFF2-40B4-BE49-F238E27FC236}">
                      <a16:creationId xmlns:a16="http://schemas.microsoft.com/office/drawing/2014/main" id="{384B31B4-1F31-BB83-D201-CAA709CDEAC1}"/>
                    </a:ext>
                  </a:extLst>
                </p:cNvPr>
                <p:cNvSpPr/>
                <p:nvPr/>
              </p:nvSpPr>
              <p:spPr>
                <a:xfrm>
                  <a:off x="2727129" y="5043214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Oval 88">
                  <a:extLst>
                    <a:ext uri="{FF2B5EF4-FFF2-40B4-BE49-F238E27FC236}">
                      <a16:creationId xmlns:a16="http://schemas.microsoft.com/office/drawing/2014/main" id="{0E0B67EB-6CFF-9D6A-81BF-488E3CD61731}"/>
                    </a:ext>
                  </a:extLst>
                </p:cNvPr>
                <p:cNvSpPr/>
                <p:nvPr/>
              </p:nvSpPr>
              <p:spPr>
                <a:xfrm>
                  <a:off x="3012901" y="5453636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Oval 89">
                  <a:extLst>
                    <a:ext uri="{FF2B5EF4-FFF2-40B4-BE49-F238E27FC236}">
                      <a16:creationId xmlns:a16="http://schemas.microsoft.com/office/drawing/2014/main" id="{64EBA014-4191-E16A-C2BA-02D1B3D3E6DA}"/>
                    </a:ext>
                  </a:extLst>
                </p:cNvPr>
                <p:cNvSpPr/>
                <p:nvPr/>
              </p:nvSpPr>
              <p:spPr>
                <a:xfrm>
                  <a:off x="2790957" y="4616737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Oval 90">
                  <a:extLst>
                    <a:ext uri="{FF2B5EF4-FFF2-40B4-BE49-F238E27FC236}">
                      <a16:creationId xmlns:a16="http://schemas.microsoft.com/office/drawing/2014/main" id="{F2E2F535-4BB2-FE7E-F98B-F3DEC1194501}"/>
                    </a:ext>
                  </a:extLst>
                </p:cNvPr>
                <p:cNvSpPr/>
                <p:nvPr/>
              </p:nvSpPr>
              <p:spPr>
                <a:xfrm>
                  <a:off x="2262534" y="4820790"/>
                  <a:ext cx="71021" cy="7102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C3F25802-2DD6-F75E-E0FB-900AB381830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417590" y="4307674"/>
                <a:ext cx="4386514" cy="651658"/>
              </a:xfrm>
              <a:prstGeom prst="line">
                <a:avLst/>
              </a:prstGeom>
              <a:ln>
                <a:headEnd type="none" w="med" len="med"/>
                <a:tailEnd type="triangle" w="med" len="med"/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13B1D585-2DC1-67DC-6755-02197B2E4AE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138146" y="4230631"/>
                <a:ext cx="4608740" cy="331424"/>
              </a:xfrm>
              <a:prstGeom prst="line">
                <a:avLst/>
              </a:prstGeom>
              <a:ln>
                <a:headEnd type="none" w="med" len="med"/>
                <a:tailEnd type="triangle" w="med" len="med"/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F0953172-7C74-B010-C202-1095FC3278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76933" y="4146006"/>
                <a:ext cx="4293715" cy="484470"/>
              </a:xfrm>
              <a:prstGeom prst="line">
                <a:avLst/>
              </a:prstGeom>
              <a:ln>
                <a:headEnd type="none" w="med" len="med"/>
                <a:tailEnd type="triangle" w="med" len="med"/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B2A0C46-8499-8A53-EC91-27DF95319E11}"/>
                </a:ext>
              </a:extLst>
            </p:cNvPr>
            <p:cNvGrpSpPr/>
            <p:nvPr/>
          </p:nvGrpSpPr>
          <p:grpSpPr>
            <a:xfrm>
              <a:off x="608166" y="1348615"/>
              <a:ext cx="2715202" cy="1605910"/>
              <a:chOff x="1085238" y="2632678"/>
              <a:chExt cx="2715202" cy="1605910"/>
            </a:xfrm>
          </p:grpSpPr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5F4C09F5-A478-DB7E-E471-76ABA6FB07F6}"/>
                  </a:ext>
                </a:extLst>
              </p:cNvPr>
              <p:cNvSpPr/>
              <p:nvPr/>
            </p:nvSpPr>
            <p:spPr>
              <a:xfrm>
                <a:off x="1085238" y="2632678"/>
                <a:ext cx="2715202" cy="16059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52A20C9F-9BBD-5EEA-9AF0-A2FEC78CC4F6}"/>
                  </a:ext>
                </a:extLst>
              </p:cNvPr>
              <p:cNvSpPr/>
              <p:nvPr/>
            </p:nvSpPr>
            <p:spPr>
              <a:xfrm>
                <a:off x="2320031" y="3032652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8B7761D8-48D9-78BB-2693-E29489C2CA22}"/>
                  </a:ext>
                </a:extLst>
              </p:cNvPr>
              <p:cNvSpPr/>
              <p:nvPr/>
            </p:nvSpPr>
            <p:spPr>
              <a:xfrm>
                <a:off x="1305017" y="3464510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8130BA5B-25FF-9BEB-4825-7C0F5EB9C089}"/>
                  </a:ext>
                </a:extLst>
              </p:cNvPr>
              <p:cNvSpPr/>
              <p:nvPr/>
            </p:nvSpPr>
            <p:spPr>
              <a:xfrm>
                <a:off x="2756516" y="3343681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84856393-C43C-BC63-75B0-F23BE141D228}"/>
                  </a:ext>
                </a:extLst>
              </p:cNvPr>
              <p:cNvSpPr/>
              <p:nvPr/>
            </p:nvSpPr>
            <p:spPr>
              <a:xfrm>
                <a:off x="2756517" y="3831212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1A6385DA-D35C-80D8-0FB5-4782D235FAAE}"/>
                  </a:ext>
                </a:extLst>
              </p:cNvPr>
              <p:cNvSpPr/>
              <p:nvPr/>
            </p:nvSpPr>
            <p:spPr>
              <a:xfrm>
                <a:off x="2251969" y="3548607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FE91743C-9682-C50D-DDF8-2EF4351B2110}"/>
                  </a:ext>
                </a:extLst>
              </p:cNvPr>
              <p:cNvSpPr/>
              <p:nvPr/>
            </p:nvSpPr>
            <p:spPr>
              <a:xfrm>
                <a:off x="1747421" y="3629987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653DDF99-6CC6-91D2-9773-58AA80F2A12D}"/>
                  </a:ext>
                </a:extLst>
              </p:cNvPr>
              <p:cNvSpPr/>
              <p:nvPr/>
            </p:nvSpPr>
            <p:spPr>
              <a:xfrm>
                <a:off x="1876147" y="3290586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51EB340B-631A-6DAD-C730-A123D3BD8B19}"/>
                  </a:ext>
                </a:extLst>
              </p:cNvPr>
              <p:cNvSpPr/>
              <p:nvPr/>
            </p:nvSpPr>
            <p:spPr>
              <a:xfrm>
                <a:off x="3016932" y="2961631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7E9D3FF9-E933-DC1B-85F5-715564AAB273}"/>
                  </a:ext>
                </a:extLst>
              </p:cNvPr>
              <p:cNvSpPr/>
              <p:nvPr/>
            </p:nvSpPr>
            <p:spPr>
              <a:xfrm>
                <a:off x="2243091" y="3928412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092C022D-3ABB-7CF2-A891-1FD5AFF3CB86}"/>
                  </a:ext>
                </a:extLst>
              </p:cNvPr>
              <p:cNvSpPr/>
              <p:nvPr/>
            </p:nvSpPr>
            <p:spPr>
              <a:xfrm>
                <a:off x="1845078" y="2961632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5A4D65CF-4650-3E71-42E6-A0407CB81019}"/>
                  </a:ext>
                </a:extLst>
              </p:cNvPr>
              <p:cNvSpPr/>
              <p:nvPr/>
            </p:nvSpPr>
            <p:spPr>
              <a:xfrm>
                <a:off x="2562690" y="2812467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1590E737-36D3-F06E-4224-D9B35B54A411}"/>
                  </a:ext>
                </a:extLst>
              </p:cNvPr>
              <p:cNvSpPr/>
              <p:nvPr/>
            </p:nvSpPr>
            <p:spPr>
              <a:xfrm>
                <a:off x="3087953" y="3733006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92E70E0C-A1EC-6827-6E6E-810AD236025B}"/>
                  </a:ext>
                </a:extLst>
              </p:cNvPr>
              <p:cNvSpPr/>
              <p:nvPr/>
            </p:nvSpPr>
            <p:spPr>
              <a:xfrm>
                <a:off x="3435660" y="3429000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E642B167-4306-A84B-ADFA-6970B09375E2}"/>
                  </a:ext>
                </a:extLst>
              </p:cNvPr>
              <p:cNvSpPr/>
              <p:nvPr/>
            </p:nvSpPr>
            <p:spPr>
              <a:xfrm>
                <a:off x="1457419" y="3103673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0C687185-06A2-DBCA-2396-4EEA5E9C998B}"/>
                </a:ext>
              </a:extLst>
            </p:cNvPr>
            <p:cNvGrpSpPr/>
            <p:nvPr/>
          </p:nvGrpSpPr>
          <p:grpSpPr>
            <a:xfrm>
              <a:off x="5673790" y="1372812"/>
              <a:ext cx="2715202" cy="1605910"/>
              <a:chOff x="1085238" y="2632678"/>
              <a:chExt cx="2715202" cy="1605910"/>
            </a:xfrm>
          </p:grpSpPr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FC286482-93E4-F196-246F-CAEE2AA99674}"/>
                  </a:ext>
                </a:extLst>
              </p:cNvPr>
              <p:cNvSpPr/>
              <p:nvPr/>
            </p:nvSpPr>
            <p:spPr>
              <a:xfrm>
                <a:off x="1085238" y="2632678"/>
                <a:ext cx="2715202" cy="16059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A19BDC1C-AE11-E163-F6DB-29B6D1ED0765}"/>
                  </a:ext>
                </a:extLst>
              </p:cNvPr>
              <p:cNvSpPr/>
              <p:nvPr/>
            </p:nvSpPr>
            <p:spPr>
              <a:xfrm>
                <a:off x="2756516" y="3343681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DC8C13CA-6FC2-CD2C-070B-A5FBE58644D5}"/>
                  </a:ext>
                </a:extLst>
              </p:cNvPr>
              <p:cNvSpPr/>
              <p:nvPr/>
            </p:nvSpPr>
            <p:spPr>
              <a:xfrm>
                <a:off x="1747421" y="3629987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53EC28B2-3278-BFF7-4700-6E80D0E57827}"/>
                  </a:ext>
                </a:extLst>
              </p:cNvPr>
              <p:cNvSpPr/>
              <p:nvPr/>
            </p:nvSpPr>
            <p:spPr>
              <a:xfrm>
                <a:off x="2243091" y="3928412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7445AA04-A647-7EA5-B31C-F6F8A498653C}"/>
                  </a:ext>
                </a:extLst>
              </p:cNvPr>
              <p:cNvSpPr/>
              <p:nvPr/>
            </p:nvSpPr>
            <p:spPr>
              <a:xfrm>
                <a:off x="1845078" y="2961632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5ADF643F-11A4-8A17-04E2-4908BCD1A024}"/>
                  </a:ext>
                </a:extLst>
              </p:cNvPr>
              <p:cNvSpPr/>
              <p:nvPr/>
            </p:nvSpPr>
            <p:spPr>
              <a:xfrm>
                <a:off x="2562690" y="2812467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865112B1-BA4F-81F1-82F9-7ED8E2E028EE}"/>
                  </a:ext>
                </a:extLst>
              </p:cNvPr>
              <p:cNvSpPr/>
              <p:nvPr/>
            </p:nvSpPr>
            <p:spPr>
              <a:xfrm>
                <a:off x="3435660" y="3429000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5939991D-0A75-29C0-47C3-8031D0B97179}"/>
                  </a:ext>
                </a:extLst>
              </p:cNvPr>
              <p:cNvSpPr/>
              <p:nvPr/>
            </p:nvSpPr>
            <p:spPr>
              <a:xfrm>
                <a:off x="1457419" y="3103673"/>
                <a:ext cx="71021" cy="7102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6B06F125-4213-7F3C-85AE-C9286AA86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09858" y="1879854"/>
              <a:ext cx="3590544" cy="201169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EA5744A5-A9DA-3BF7-7DCD-D1A67772B997}"/>
                </a:ext>
              </a:extLst>
            </p:cNvPr>
            <p:cNvCxnSpPr>
              <a:cxnSpLocks/>
            </p:cNvCxnSpPr>
            <p:nvPr/>
          </p:nvCxnSpPr>
          <p:spPr>
            <a:xfrm>
              <a:off x="1885602" y="2306574"/>
              <a:ext cx="4401312" cy="9144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0C9C3821-14B1-BE32-232B-A4B6A1A18C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8706" y="2130639"/>
              <a:ext cx="4163206" cy="47919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4D585665-EA5E-749D-9E10-57152B02E299}"/>
                </a:ext>
              </a:extLst>
            </p:cNvPr>
            <p:cNvGrpSpPr/>
            <p:nvPr/>
          </p:nvGrpSpPr>
          <p:grpSpPr>
            <a:xfrm>
              <a:off x="1695844" y="2391071"/>
              <a:ext cx="5061844" cy="2370621"/>
              <a:chOff x="2907010" y="2791121"/>
              <a:chExt cx="5061844" cy="2370621"/>
            </a:xfrm>
          </p:grpSpPr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5664F248-F7BE-E75A-55A6-6819C9965110}"/>
                  </a:ext>
                </a:extLst>
              </p:cNvPr>
              <p:cNvSpPr/>
              <p:nvPr/>
            </p:nvSpPr>
            <p:spPr>
              <a:xfrm rot="1485908">
                <a:off x="7508722" y="4044552"/>
                <a:ext cx="460132" cy="869557"/>
              </a:xfrm>
              <a:prstGeom prst="ellipse">
                <a:avLst/>
              </a:prstGeom>
              <a:noFill/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E14EF44A-512C-BD0A-F932-B216ECD11A13}"/>
                  </a:ext>
                </a:extLst>
              </p:cNvPr>
              <p:cNvSpPr/>
              <p:nvPr/>
            </p:nvSpPr>
            <p:spPr>
              <a:xfrm rot="20779759">
                <a:off x="2907010" y="4013557"/>
                <a:ext cx="517041" cy="1148185"/>
              </a:xfrm>
              <a:prstGeom prst="ellipse">
                <a:avLst/>
              </a:prstGeom>
              <a:noFill/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3" name="Straight Arrow Connector 52">
                <a:extLst>
                  <a:ext uri="{FF2B5EF4-FFF2-40B4-BE49-F238E27FC236}">
                    <a16:creationId xmlns:a16="http://schemas.microsoft.com/office/drawing/2014/main" id="{92CE348D-DDE2-67E2-BA59-F559D273CC0A}"/>
                  </a:ext>
                </a:extLst>
              </p:cNvPr>
              <p:cNvCxnSpPr/>
              <p:nvPr/>
            </p:nvCxnSpPr>
            <p:spPr>
              <a:xfrm>
                <a:off x="7618160" y="2920014"/>
                <a:ext cx="212407" cy="1068148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Arrow Connector 53">
                <a:extLst>
                  <a:ext uri="{FF2B5EF4-FFF2-40B4-BE49-F238E27FC236}">
                    <a16:creationId xmlns:a16="http://schemas.microsoft.com/office/drawing/2014/main" id="{BC00EAB7-CF30-59DA-5935-70F54BAC0210}"/>
                  </a:ext>
                </a:extLst>
              </p:cNvPr>
              <p:cNvCxnSpPr/>
              <p:nvPr/>
            </p:nvCxnSpPr>
            <p:spPr>
              <a:xfrm>
                <a:off x="3048206" y="2791121"/>
                <a:ext cx="8878" cy="1197041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C9955E5-AE51-F4F5-67EF-0C87A9AB7BD3}"/>
                  </a:ext>
                </a:extLst>
              </p:cNvPr>
              <p:cNvSpPr txBox="1"/>
              <p:nvPr/>
            </p:nvSpPr>
            <p:spPr>
              <a:xfrm>
                <a:off x="283874" y="3929648"/>
                <a:ext cx="426674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accent5"/>
                    </a:solidFill>
                  </a:rPr>
                  <a:t>Inference relationship</a:t>
                </a:r>
                <a:r>
                  <a:rPr lang="en-US" sz="1400" dirty="0"/>
                  <a:t>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𝓇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𝒟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𝒟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</m:oMath>
                </a14:m>
                <a:r>
                  <a:rPr lang="en-US" sz="1400" dirty="0"/>
                  <a:t> such that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𝓇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C9955E5-AE51-F4F5-67EF-0C87A9AB7B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874" y="3929648"/>
                <a:ext cx="4266745" cy="307777"/>
              </a:xfrm>
              <a:prstGeom prst="rect">
                <a:avLst/>
              </a:prstGeom>
              <a:blipFill>
                <a:blip r:embed="rId7"/>
                <a:stretch>
                  <a:fillRect l="-429"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DF9BE5-E948-05F3-66B8-4BC4117F5E29}"/>
                  </a:ext>
                </a:extLst>
              </p:cNvPr>
              <p:cNvSpPr txBox="1"/>
              <p:nvPr/>
            </p:nvSpPr>
            <p:spPr>
              <a:xfrm>
                <a:off x="700790" y="5944040"/>
                <a:ext cx="375994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accent6"/>
                    </a:solidFill>
                  </a:rPr>
                  <a:t>Causal relationship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1400" dirty="0"/>
                  <a:t> such that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≼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DF9BE5-E948-05F3-66B8-4BC4117F5E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790" y="5944040"/>
                <a:ext cx="3759940" cy="307777"/>
              </a:xfrm>
              <a:prstGeom prst="rect">
                <a:avLst/>
              </a:prstGeom>
              <a:blipFill>
                <a:blip r:embed="rId8"/>
                <a:stretch>
                  <a:fillRect l="-486" t="-3922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Box 42">
            <a:extLst>
              <a:ext uri="{FF2B5EF4-FFF2-40B4-BE49-F238E27FC236}">
                <a16:creationId xmlns:a16="http://schemas.microsoft.com/office/drawing/2014/main" id="{20643C30-9DCB-B8E9-60B4-38E7034052ED}"/>
              </a:ext>
            </a:extLst>
          </p:cNvPr>
          <p:cNvSpPr txBox="1"/>
          <p:nvPr/>
        </p:nvSpPr>
        <p:spPr>
          <a:xfrm>
            <a:off x="4993439" y="5725661"/>
            <a:ext cx="391273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Experimental relationships must be</a:t>
            </a:r>
            <a:br>
              <a:rPr lang="en-US" sz="2000" dirty="0"/>
            </a:br>
            <a:r>
              <a:rPr lang="en-US" sz="2000" dirty="0"/>
              <a:t>topologically continuous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623782F0-23B1-921F-7CDB-1F7E05775F66}"/>
                  </a:ext>
                </a:extLst>
              </p:cNvPr>
              <p:cNvSpPr txBox="1"/>
              <p:nvPr/>
            </p:nvSpPr>
            <p:spPr>
              <a:xfrm>
                <a:off x="4789727" y="4553766"/>
                <a:ext cx="4063100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accent6">
                        <a:lumMod val="75000"/>
                      </a:schemeClr>
                    </a:solidFill>
                  </a:rPr>
                  <a:t>Experimental verifiability</a:t>
                </a:r>
                <a:br>
                  <a:rPr lang="en-US" sz="2800" b="1" dirty="0">
                    <a:solidFill>
                      <a:schemeClr val="accent6">
                        <a:lumMod val="75000"/>
                      </a:schemeClr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800" b="1" dirty="0">
                    <a:solidFill>
                      <a:schemeClr val="accent6">
                        <a:lumMod val="75000"/>
                      </a:schemeClr>
                    </a:solidFill>
                  </a:rPr>
                  <a:t> topology and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en-US" sz="2800" b="1" dirty="0">
                    <a:solidFill>
                      <a:schemeClr val="accent6">
                        <a:lumMod val="75000"/>
                      </a:schemeClr>
                    </a:solidFill>
                  </a:rPr>
                  <a:t>-algebra</a:t>
                </a:r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623782F0-23B1-921F-7CDB-1F7E05775F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9727" y="4553766"/>
                <a:ext cx="4063100" cy="954107"/>
              </a:xfrm>
              <a:prstGeom prst="rect">
                <a:avLst/>
              </a:prstGeom>
              <a:blipFill>
                <a:blip r:embed="rId9"/>
                <a:stretch>
                  <a:fillRect l="-901" t="-5732" r="-2553" b="-17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0A4A71-7877-D648-78B9-F24D7A207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</p:spTree>
    <p:extLst>
      <p:ext uri="{BB962C8B-B14F-4D97-AF65-F5344CB8AC3E}">
        <p14:creationId xmlns:p14="http://schemas.microsoft.com/office/powerpoint/2010/main" val="26581757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2CB50-8A97-AD53-32D9-E960538EC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Reproducibility and ensembles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588318-F079-5751-E3D1-387AE89965A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29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965D40F-1FB2-2796-EDC7-46E47AE0B767}"/>
                  </a:ext>
                </a:extLst>
              </p:cNvPr>
              <p:cNvSpPr txBox="1"/>
              <p:nvPr/>
            </p:nvSpPr>
            <p:spPr>
              <a:xfrm>
                <a:off x="648734" y="982203"/>
                <a:ext cx="1089144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0" dirty="0">
                    <a:solidFill>
                      <a:schemeClr val="accent6">
                        <a:lumMod val="75000"/>
                      </a:schemeClr>
                    </a:solidFill>
                  </a:rPr>
                  <a:t>Scientific laws describe </a:t>
                </a:r>
                <a:r>
                  <a:rPr lang="en-US" sz="3200" dirty="0">
                    <a:solidFill>
                      <a:schemeClr val="accent6">
                        <a:lumMod val="75000"/>
                      </a:schemeClr>
                    </a:solidFill>
                  </a:rPr>
                  <a:t>reproducible relationships 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3200" dirty="0">
                    <a:solidFill>
                      <a:schemeClr val="accent6">
                        <a:lumMod val="75000"/>
                      </a:schemeClr>
                    </a:solidFill>
                  </a:rPr>
                  <a:t> Ensembles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965D40F-1FB2-2796-EDC7-46E47AE0B7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734" y="982203"/>
                <a:ext cx="10891444" cy="584775"/>
              </a:xfrm>
              <a:prstGeom prst="rect">
                <a:avLst/>
              </a:prstGeom>
              <a:blipFill>
                <a:blip r:embed="rId2"/>
                <a:stretch>
                  <a:fillRect l="-895" t="-12500" r="-951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0587218-6A3F-259B-EB30-2F86B020B89D}"/>
                  </a:ext>
                </a:extLst>
              </p:cNvPr>
              <p:cNvSpPr/>
              <p:nvPr/>
            </p:nvSpPr>
            <p:spPr>
              <a:xfrm>
                <a:off x="690880" y="1983193"/>
                <a:ext cx="711200" cy="6604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0587218-6A3F-259B-EB30-2F86B020B8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880" y="1983193"/>
                <a:ext cx="711200" cy="6604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87A660F-C249-4693-0099-82EACDA3FC51}"/>
                  </a:ext>
                </a:extLst>
              </p:cNvPr>
              <p:cNvSpPr/>
              <p:nvPr/>
            </p:nvSpPr>
            <p:spPr>
              <a:xfrm>
                <a:off x="690880" y="2954221"/>
                <a:ext cx="711200" cy="6604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87A660F-C249-4693-0099-82EACDA3FC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880" y="2954221"/>
                <a:ext cx="711200" cy="6604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58A1660F-5224-DE26-6E09-2BF944E7A33C}"/>
              </a:ext>
            </a:extLst>
          </p:cNvPr>
          <p:cNvSpPr/>
          <p:nvPr/>
        </p:nvSpPr>
        <p:spPr>
          <a:xfrm>
            <a:off x="558800" y="1845715"/>
            <a:ext cx="2105978" cy="1899667"/>
          </a:xfrm>
          <a:prstGeom prst="rect">
            <a:avLst/>
          </a:prstGeom>
          <a:noFill/>
          <a:ln w="38100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293F78C-6019-9CE4-DF9C-C60DBFC63C66}"/>
              </a:ext>
            </a:extLst>
          </p:cNvPr>
          <p:cNvCxnSpPr>
            <a:cxnSpLocks/>
          </p:cNvCxnSpPr>
          <p:nvPr/>
        </p:nvCxnSpPr>
        <p:spPr>
          <a:xfrm>
            <a:off x="1461770" y="2313393"/>
            <a:ext cx="552636" cy="330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4C4E0EF-BCCB-D904-815A-74E54076A457}"/>
              </a:ext>
            </a:extLst>
          </p:cNvPr>
          <p:cNvCxnSpPr>
            <a:cxnSpLocks/>
          </p:cNvCxnSpPr>
          <p:nvPr/>
        </p:nvCxnSpPr>
        <p:spPr>
          <a:xfrm flipV="1">
            <a:off x="1459201" y="2886689"/>
            <a:ext cx="555205" cy="3919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21575E4-FF27-3711-1F76-E83E13601F93}"/>
              </a:ext>
            </a:extLst>
          </p:cNvPr>
          <p:cNvGrpSpPr/>
          <p:nvPr/>
        </p:nvGrpSpPr>
        <p:grpSpPr>
          <a:xfrm>
            <a:off x="2039313" y="2596687"/>
            <a:ext cx="436017" cy="371316"/>
            <a:chOff x="2620499" y="4833143"/>
            <a:chExt cx="436017" cy="371316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A3F56341-72DD-333F-C2BD-E71022457A7D}"/>
                </a:ext>
              </a:extLst>
            </p:cNvPr>
            <p:cNvSpPr/>
            <p:nvPr/>
          </p:nvSpPr>
          <p:spPr>
            <a:xfrm>
              <a:off x="2662239" y="4861561"/>
              <a:ext cx="342898" cy="342898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A266182-8420-D2E9-F646-E927FEFD9EC5}"/>
                    </a:ext>
                  </a:extLst>
                </p:cNvPr>
                <p:cNvSpPr txBox="1"/>
                <p:nvPr/>
              </p:nvSpPr>
              <p:spPr>
                <a:xfrm>
                  <a:off x="2620499" y="4833143"/>
                  <a:ext cx="436017" cy="35753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oMath>
                    </m:oMathPara>
                  </a14:m>
                  <a:endParaRPr lang="en-US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9C6A281-F904-BB8A-38C8-AA2664B169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20499" y="4833143"/>
                  <a:ext cx="436017" cy="357534"/>
                </a:xfrm>
                <a:prstGeom prst="rect">
                  <a:avLst/>
                </a:prstGeom>
                <a:blipFill>
                  <a:blip r:embed="rId5"/>
                  <a:stretch>
                    <a:fillRect b="-16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3C8A47A-A8BF-01D1-0188-02241A39117A}"/>
              </a:ext>
            </a:extLst>
          </p:cNvPr>
          <p:cNvCxnSpPr>
            <a:cxnSpLocks/>
          </p:cNvCxnSpPr>
          <p:nvPr/>
        </p:nvCxnSpPr>
        <p:spPr>
          <a:xfrm>
            <a:off x="2512377" y="2796554"/>
            <a:ext cx="1671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5290C32-6321-030B-5DBE-C159CDF6AF2C}"/>
                  </a:ext>
                </a:extLst>
              </p:cNvPr>
              <p:cNvSpPr txBox="1"/>
              <p:nvPr/>
            </p:nvSpPr>
            <p:spPr>
              <a:xfrm>
                <a:off x="1567683" y="2166078"/>
                <a:ext cx="3878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5290C32-6321-030B-5DBE-C159CDF6AF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7683" y="2166078"/>
                <a:ext cx="387863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59240BA-E30B-07C2-6A27-24008DA719E6}"/>
                  </a:ext>
                </a:extLst>
              </p:cNvPr>
              <p:cNvSpPr txBox="1"/>
              <p:nvPr/>
            </p:nvSpPr>
            <p:spPr>
              <a:xfrm>
                <a:off x="1611789" y="3051293"/>
                <a:ext cx="39203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59240BA-E30B-07C2-6A27-24008DA719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1789" y="3051293"/>
                <a:ext cx="392030" cy="30777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3C71D04-9D97-161D-7FE0-E66E561C6B9E}"/>
                  </a:ext>
                </a:extLst>
              </p:cNvPr>
              <p:cNvSpPr txBox="1"/>
              <p:nvPr/>
            </p:nvSpPr>
            <p:spPr>
              <a:xfrm>
                <a:off x="2664778" y="2469615"/>
                <a:ext cx="143552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𝑝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3C71D04-9D97-161D-7FE0-E66E561C6B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778" y="2469615"/>
                <a:ext cx="1435521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53036C4-D059-87B4-CB5E-CFEE6C316119}"/>
                  </a:ext>
                </a:extLst>
              </p:cNvPr>
              <p:cNvSpPr txBox="1"/>
              <p:nvPr/>
            </p:nvSpPr>
            <p:spPr>
              <a:xfrm>
                <a:off x="2721262" y="1781390"/>
                <a:ext cx="49802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53036C4-D059-87B4-CB5E-CFEE6C3161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1262" y="1781390"/>
                <a:ext cx="498021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BE61C9F2-16A2-C8A5-B4A7-4B5BE615530F}"/>
              </a:ext>
            </a:extLst>
          </p:cNvPr>
          <p:cNvSpPr txBox="1"/>
          <p:nvPr/>
        </p:nvSpPr>
        <p:spPr>
          <a:xfrm>
            <a:off x="4857499" y="1904468"/>
            <a:ext cx="70578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Ensembles are outputs of repeatable processes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D22E54B-0E08-3B30-4B88-57EEE548D220}"/>
                  </a:ext>
                </a:extLst>
              </p:cNvPr>
              <p:cNvSpPr txBox="1"/>
              <p:nvPr/>
            </p:nvSpPr>
            <p:spPr>
              <a:xfrm>
                <a:off x="4750671" y="2623503"/>
                <a:ext cx="71983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>
                    <a:solidFill>
                      <a:schemeClr val="accent6">
                        <a:lumMod val="75000"/>
                      </a:schemeClr>
                    </a:solidFill>
                  </a:rPr>
                  <a:t>Statistical mixing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800" b="1" dirty="0">
                    <a:solidFill>
                      <a:schemeClr val="accent6">
                        <a:lumMod val="75000"/>
                      </a:schemeClr>
                    </a:solidFill>
                  </a:rPr>
                  <a:t> Linear structures in physics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D22E54B-0E08-3B30-4B88-57EEE548D2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0671" y="2623503"/>
                <a:ext cx="7198381" cy="523220"/>
              </a:xfrm>
              <a:prstGeom prst="rect">
                <a:avLst/>
              </a:prstGeom>
              <a:blipFill>
                <a:blip r:embed="rId10"/>
                <a:stretch>
                  <a:fillRect l="-1693" t="-10465" r="-677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AA0FC9A3-8AAE-8237-4A9B-2B6E1E42E5F9}"/>
              </a:ext>
            </a:extLst>
          </p:cNvPr>
          <p:cNvSpPr txBox="1"/>
          <p:nvPr/>
        </p:nvSpPr>
        <p:spPr>
          <a:xfrm>
            <a:off x="1152806" y="4082872"/>
            <a:ext cx="50330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Note: mixing coefficients are NOT probabilities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BAC349-EF5C-A015-DBED-9312FC123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</p:spTree>
    <p:extLst>
      <p:ext uri="{BB962C8B-B14F-4D97-AF65-F5344CB8AC3E}">
        <p14:creationId xmlns:p14="http://schemas.microsoft.com/office/powerpoint/2010/main" val="17960846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E76B7-BA15-E18A-5E5B-E98500F45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E8E8C-5DB3-C3EB-3D82-C0E5E1B7EB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Ensemble variability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8DBF28-4EBE-44AC-3263-27973B0CB63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30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F78A70-3049-A5F1-4802-98BA97E0AEC6}"/>
                  </a:ext>
                </a:extLst>
              </p:cNvPr>
              <p:cNvSpPr txBox="1"/>
              <p:nvPr/>
            </p:nvSpPr>
            <p:spPr>
              <a:xfrm>
                <a:off x="1245476" y="982203"/>
                <a:ext cx="969797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0" dirty="0">
                    <a:solidFill>
                      <a:schemeClr val="accent6">
                        <a:lumMod val="75000"/>
                      </a:schemeClr>
                    </a:solidFill>
                  </a:rPr>
                  <a:t>Variability of the elements within an ensemble</a:t>
                </a:r>
                <a:r>
                  <a:rPr lang="en-US" sz="320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3200" dirty="0">
                    <a:solidFill>
                      <a:schemeClr val="accent6">
                        <a:lumMod val="75000"/>
                      </a:schemeClr>
                    </a:solidFill>
                  </a:rPr>
                  <a:t> Entropy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F78A70-3049-A5F1-4802-98BA97E0AE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5476" y="982203"/>
                <a:ext cx="9697976" cy="584775"/>
              </a:xfrm>
              <a:prstGeom prst="rect">
                <a:avLst/>
              </a:prstGeom>
              <a:blipFill>
                <a:blip r:embed="rId2"/>
                <a:stretch>
                  <a:fillRect l="-1571" t="-12500" r="-1571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C147640-92DB-3CB6-ED33-17453433125C}"/>
                  </a:ext>
                </a:extLst>
              </p:cNvPr>
              <p:cNvSpPr txBox="1"/>
              <p:nvPr/>
            </p:nvSpPr>
            <p:spPr>
              <a:xfrm>
                <a:off x="1025883" y="3581139"/>
                <a:ext cx="841493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>
                    <a:solidFill>
                      <a:schemeClr val="accent6">
                        <a:lumMod val="75000"/>
                      </a:schemeClr>
                    </a:solidFill>
                  </a:rPr>
                  <a:t>Variability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800" b="1" dirty="0">
                    <a:solidFill>
                      <a:schemeClr val="accent6">
                        <a:lumMod val="75000"/>
                      </a:schemeClr>
                    </a:solidFill>
                  </a:rPr>
                  <a:t> Probabilities, inner product and geometry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C147640-92DB-3CB6-ED33-1745343312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5883" y="3581139"/>
                <a:ext cx="8414932" cy="523220"/>
              </a:xfrm>
              <a:prstGeom prst="rect">
                <a:avLst/>
              </a:prstGeom>
              <a:blipFill>
                <a:blip r:embed="rId3"/>
                <a:stretch>
                  <a:fillRect l="-1448" t="-10465" r="-362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011071B2-D3FF-8D26-47D4-9270764D6D2C}"/>
              </a:ext>
            </a:extLst>
          </p:cNvPr>
          <p:cNvGrpSpPr/>
          <p:nvPr/>
        </p:nvGrpSpPr>
        <p:grpSpPr>
          <a:xfrm>
            <a:off x="462006" y="1653907"/>
            <a:ext cx="2869340" cy="684499"/>
            <a:chOff x="2276425" y="512186"/>
            <a:chExt cx="4650380" cy="1109378"/>
          </a:xfrm>
        </p:grpSpPr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4952B21A-50E1-D2EC-D7D9-49B1EA1E7D29}"/>
                </a:ext>
              </a:extLst>
            </p:cNvPr>
            <p:cNvSpPr/>
            <p:nvPr/>
          </p:nvSpPr>
          <p:spPr>
            <a:xfrm>
              <a:off x="3537685" y="1143754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A8A21A5F-0C2A-A881-0E2E-2DF85DB084C9}"/>
                </a:ext>
              </a:extLst>
            </p:cNvPr>
            <p:cNvSpPr/>
            <p:nvPr/>
          </p:nvSpPr>
          <p:spPr>
            <a:xfrm>
              <a:off x="2735973" y="1392285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D112F0ED-D28B-3E73-2422-388BB5C6D81C}"/>
                </a:ext>
              </a:extLst>
            </p:cNvPr>
            <p:cNvSpPr/>
            <p:nvPr/>
          </p:nvSpPr>
          <p:spPr>
            <a:xfrm>
              <a:off x="5012062" y="1366475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D16B9226-0C4F-863D-2001-6D81C644303D}"/>
                </a:ext>
              </a:extLst>
            </p:cNvPr>
            <p:cNvSpPr/>
            <p:nvPr/>
          </p:nvSpPr>
          <p:spPr>
            <a:xfrm>
              <a:off x="4158858" y="981056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9144642C-E86E-428F-EA83-2F6833A5C6CE}"/>
                </a:ext>
              </a:extLst>
            </p:cNvPr>
            <p:cNvSpPr/>
            <p:nvPr/>
          </p:nvSpPr>
          <p:spPr>
            <a:xfrm>
              <a:off x="6060090" y="1392285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4C5BB15D-6B03-9046-15C2-61C22F73CB88}"/>
                    </a:ext>
                  </a:extLst>
                </p:cNvPr>
                <p:cNvSpPr txBox="1"/>
                <p:nvPr/>
              </p:nvSpPr>
              <p:spPr>
                <a:xfrm>
                  <a:off x="2276425" y="512186"/>
                  <a:ext cx="532325" cy="64846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4C5BB15D-6B03-9046-15C2-61C22F73CB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6425" y="512186"/>
                  <a:ext cx="532325" cy="648464"/>
                </a:xfrm>
                <a:prstGeom prst="rect">
                  <a:avLst/>
                </a:prstGeom>
                <a:blipFill>
                  <a:blip r:embed="rId4"/>
                  <a:stretch>
                    <a:fillRect r="-129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61EDDE37-9747-60E1-5EF6-669C9AED6154}"/>
                    </a:ext>
                  </a:extLst>
                </p:cNvPr>
                <p:cNvSpPr txBox="1"/>
                <p:nvPr/>
              </p:nvSpPr>
              <p:spPr>
                <a:xfrm>
                  <a:off x="6394480" y="936787"/>
                  <a:ext cx="532325" cy="64846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61EDDE37-9747-60E1-5EF6-669C9AED61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4480" y="936787"/>
                  <a:ext cx="532325" cy="64846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Star: 5 Points 8">
              <a:extLst>
                <a:ext uri="{FF2B5EF4-FFF2-40B4-BE49-F238E27FC236}">
                  <a16:creationId xmlns:a16="http://schemas.microsoft.com/office/drawing/2014/main" id="{76D93EAF-B146-56FC-C549-DDEF65377A35}"/>
                </a:ext>
              </a:extLst>
            </p:cNvPr>
            <p:cNvSpPr/>
            <p:nvPr/>
          </p:nvSpPr>
          <p:spPr>
            <a:xfrm>
              <a:off x="5423234" y="1018723"/>
              <a:ext cx="156879" cy="156879"/>
            </a:xfrm>
            <a:prstGeom prst="star5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2" name="Star: 5 Points 31">
              <a:extLst>
                <a:ext uri="{FF2B5EF4-FFF2-40B4-BE49-F238E27FC236}">
                  <a16:creationId xmlns:a16="http://schemas.microsoft.com/office/drawing/2014/main" id="{02DD9A5C-A0A0-D271-92F2-A0901920F80F}"/>
                </a:ext>
              </a:extLst>
            </p:cNvPr>
            <p:cNvSpPr/>
            <p:nvPr/>
          </p:nvSpPr>
          <p:spPr>
            <a:xfrm>
              <a:off x="3911741" y="1302971"/>
              <a:ext cx="156879" cy="156879"/>
            </a:xfrm>
            <a:prstGeom prst="star5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22BDC4E9-72B3-34AF-A95D-9A9CAFF36B4B}"/>
                </a:ext>
              </a:extLst>
            </p:cNvPr>
            <p:cNvSpPr/>
            <p:nvPr/>
          </p:nvSpPr>
          <p:spPr>
            <a:xfrm>
              <a:off x="2341121" y="1039168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E285BC21-7779-DC7C-AA62-64839D65725A}"/>
                </a:ext>
              </a:extLst>
            </p:cNvPr>
            <p:cNvSpPr/>
            <p:nvPr/>
          </p:nvSpPr>
          <p:spPr>
            <a:xfrm>
              <a:off x="4626529" y="1123309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E1B9B6AB-40FA-CFA7-CC72-B54809F2DD27}"/>
                </a:ext>
              </a:extLst>
            </p:cNvPr>
            <p:cNvSpPr/>
            <p:nvPr/>
          </p:nvSpPr>
          <p:spPr>
            <a:xfrm>
              <a:off x="6211424" y="986875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6C2C984B-7960-F8E8-6B8A-573096EDF7EA}"/>
                </a:ext>
              </a:extLst>
            </p:cNvPr>
            <p:cNvSpPr/>
            <p:nvPr/>
          </p:nvSpPr>
          <p:spPr>
            <a:xfrm>
              <a:off x="3005430" y="981056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AA642120-2444-048A-AD1A-6483713FE2A1}"/>
                </a:ext>
              </a:extLst>
            </p:cNvPr>
            <p:cNvSpPr/>
            <p:nvPr/>
          </p:nvSpPr>
          <p:spPr>
            <a:xfrm>
              <a:off x="5423234" y="1516978"/>
              <a:ext cx="104586" cy="10458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69D1B23-32A6-A057-39E8-F1A5268E2DD4}"/>
              </a:ext>
            </a:extLst>
          </p:cNvPr>
          <p:cNvGrpSpPr/>
          <p:nvPr/>
        </p:nvGrpSpPr>
        <p:grpSpPr>
          <a:xfrm>
            <a:off x="451140" y="2588776"/>
            <a:ext cx="2921816" cy="777637"/>
            <a:chOff x="2191377" y="1863268"/>
            <a:chExt cx="4735428" cy="1260327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CF8DF15-16E0-58D4-B72F-C90152F074A5}"/>
                </a:ext>
              </a:extLst>
            </p:cNvPr>
            <p:cNvSpPr/>
            <p:nvPr/>
          </p:nvSpPr>
          <p:spPr>
            <a:xfrm>
              <a:off x="5247496" y="2508895"/>
              <a:ext cx="104586" cy="10458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1FAA3A49-7196-CDBE-32CA-52F02CB27AB9}"/>
                    </a:ext>
                  </a:extLst>
                </p:cNvPr>
                <p:cNvSpPr txBox="1"/>
                <p:nvPr/>
              </p:nvSpPr>
              <p:spPr>
                <a:xfrm>
                  <a:off x="2271095" y="1919998"/>
                  <a:ext cx="532325" cy="64846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1FAA3A49-7196-CDBE-32CA-52F02CB27A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1095" y="1919998"/>
                  <a:ext cx="532325" cy="648464"/>
                </a:xfrm>
                <a:prstGeom prst="rect">
                  <a:avLst/>
                </a:prstGeom>
                <a:blipFill>
                  <a:blip r:embed="rId6"/>
                  <a:stretch>
                    <a:fillRect r="-148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7FED77E0-164D-CD84-30F3-7CFF40DFCA36}"/>
                    </a:ext>
                  </a:extLst>
                </p:cNvPr>
                <p:cNvSpPr txBox="1"/>
                <p:nvPr/>
              </p:nvSpPr>
              <p:spPr>
                <a:xfrm>
                  <a:off x="6394480" y="2475131"/>
                  <a:ext cx="532325" cy="64846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7FED77E0-164D-CD84-30F3-7CFF40DFCA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4480" y="2475131"/>
                  <a:ext cx="532325" cy="64846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5" name="Isosceles Triangle 64">
              <a:extLst>
                <a:ext uri="{FF2B5EF4-FFF2-40B4-BE49-F238E27FC236}">
                  <a16:creationId xmlns:a16="http://schemas.microsoft.com/office/drawing/2014/main" id="{F479588C-35F2-4081-CD35-48EEE6B00E71}"/>
                </a:ext>
              </a:extLst>
            </p:cNvPr>
            <p:cNvSpPr/>
            <p:nvPr/>
          </p:nvSpPr>
          <p:spPr>
            <a:xfrm>
              <a:off x="3378470" y="2813125"/>
              <a:ext cx="104586" cy="104586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99F811A0-D49C-47CD-0CDD-FB1B3B1C9168}"/>
                </a:ext>
              </a:extLst>
            </p:cNvPr>
            <p:cNvSpPr/>
            <p:nvPr/>
          </p:nvSpPr>
          <p:spPr>
            <a:xfrm>
              <a:off x="6060090" y="2582368"/>
              <a:ext cx="104586" cy="10458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70" name="Isosceles Triangle 69">
              <a:extLst>
                <a:ext uri="{FF2B5EF4-FFF2-40B4-BE49-F238E27FC236}">
                  <a16:creationId xmlns:a16="http://schemas.microsoft.com/office/drawing/2014/main" id="{E5332BB4-63AF-D7E0-B555-D6A444B48DA4}"/>
                </a:ext>
              </a:extLst>
            </p:cNvPr>
            <p:cNvSpPr/>
            <p:nvPr/>
          </p:nvSpPr>
          <p:spPr>
            <a:xfrm>
              <a:off x="4663376" y="2549661"/>
              <a:ext cx="104586" cy="104586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9A73081-2A01-A5A7-E3DB-835A50C061BA}"/>
                </a:ext>
              </a:extLst>
            </p:cNvPr>
            <p:cNvSpPr/>
            <p:nvPr/>
          </p:nvSpPr>
          <p:spPr>
            <a:xfrm>
              <a:off x="2257959" y="2887998"/>
              <a:ext cx="104586" cy="10458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52C2E7A4-8EA5-065C-8FD1-5DA18AE87B1E}"/>
                </a:ext>
              </a:extLst>
            </p:cNvPr>
            <p:cNvSpPr/>
            <p:nvPr/>
          </p:nvSpPr>
          <p:spPr>
            <a:xfrm>
              <a:off x="2778763" y="2887998"/>
              <a:ext cx="104586" cy="104586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8" name="Isosceles Triangle 37">
              <a:extLst>
                <a:ext uri="{FF2B5EF4-FFF2-40B4-BE49-F238E27FC236}">
                  <a16:creationId xmlns:a16="http://schemas.microsoft.com/office/drawing/2014/main" id="{7EF5D0DE-9244-E35F-EAAC-43D799B9F442}"/>
                </a:ext>
              </a:extLst>
            </p:cNvPr>
            <p:cNvSpPr/>
            <p:nvPr/>
          </p:nvSpPr>
          <p:spPr>
            <a:xfrm>
              <a:off x="4497305" y="2931491"/>
              <a:ext cx="104586" cy="104586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C3B8FA66-10FB-DD66-CF1C-4B2B00B8D7D1}"/>
                </a:ext>
              </a:extLst>
            </p:cNvPr>
            <p:cNvSpPr/>
            <p:nvPr/>
          </p:nvSpPr>
          <p:spPr>
            <a:xfrm>
              <a:off x="3018285" y="2561188"/>
              <a:ext cx="104586" cy="10458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AEB65ECB-209B-BC3B-69A3-A9E18DE99A1B}"/>
                </a:ext>
              </a:extLst>
            </p:cNvPr>
            <p:cNvSpPr/>
            <p:nvPr/>
          </p:nvSpPr>
          <p:spPr>
            <a:xfrm>
              <a:off x="5608428" y="2940291"/>
              <a:ext cx="104586" cy="10458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5E6CAF6C-51A7-6355-7E5E-A51A819C8411}"/>
                </a:ext>
              </a:extLst>
            </p:cNvPr>
            <p:cNvSpPr/>
            <p:nvPr/>
          </p:nvSpPr>
          <p:spPr>
            <a:xfrm>
              <a:off x="3964034" y="2875195"/>
              <a:ext cx="104586" cy="10458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42" name="Isosceles Triangle 41">
              <a:extLst>
                <a:ext uri="{FF2B5EF4-FFF2-40B4-BE49-F238E27FC236}">
                  <a16:creationId xmlns:a16="http://schemas.microsoft.com/office/drawing/2014/main" id="{B7563164-6754-21CC-2C89-61067A168F3B}"/>
                </a:ext>
              </a:extLst>
            </p:cNvPr>
            <p:cNvSpPr/>
            <p:nvPr/>
          </p:nvSpPr>
          <p:spPr>
            <a:xfrm>
              <a:off x="5246921" y="2927488"/>
              <a:ext cx="104586" cy="104586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43" name="Isosceles Triangle 42">
              <a:extLst>
                <a:ext uri="{FF2B5EF4-FFF2-40B4-BE49-F238E27FC236}">
                  <a16:creationId xmlns:a16="http://schemas.microsoft.com/office/drawing/2014/main" id="{DE9DB4A6-A919-A8BC-C5FF-95477318AFA5}"/>
                </a:ext>
              </a:extLst>
            </p:cNvPr>
            <p:cNvSpPr/>
            <p:nvPr/>
          </p:nvSpPr>
          <p:spPr>
            <a:xfrm>
              <a:off x="2191377" y="2381663"/>
              <a:ext cx="104586" cy="104586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722DEE7-B827-59FE-C2BC-4BFFE11CE99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64681" y="2151816"/>
              <a:ext cx="298695" cy="4093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DE9BBCB-3338-F60C-5C71-5DB644B231AA}"/>
                </a:ext>
              </a:extLst>
            </p:cNvPr>
            <p:cNvSpPr txBox="1"/>
            <p:nvPr/>
          </p:nvSpPr>
          <p:spPr>
            <a:xfrm>
              <a:off x="4259810" y="1863268"/>
              <a:ext cx="2156556" cy="4988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more variability</a:t>
              </a:r>
            </a:p>
          </p:txBody>
        </p:sp>
      </p:grp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9FD0421-4F99-0A9E-8FAD-B2335F49EFBE}"/>
              </a:ext>
            </a:extLst>
          </p:cNvPr>
          <p:cNvCxnSpPr>
            <a:cxnSpLocks/>
          </p:cNvCxnSpPr>
          <p:nvPr/>
        </p:nvCxnSpPr>
        <p:spPr>
          <a:xfrm flipH="1" flipV="1">
            <a:off x="3449258" y="2126671"/>
            <a:ext cx="906984" cy="543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06E5D81-BA77-C6A7-AE5C-4EF3F6B5BB40}"/>
              </a:ext>
            </a:extLst>
          </p:cNvPr>
          <p:cNvCxnSpPr>
            <a:cxnSpLocks/>
          </p:cNvCxnSpPr>
          <p:nvPr/>
        </p:nvCxnSpPr>
        <p:spPr>
          <a:xfrm flipH="1">
            <a:off x="3487552" y="2338406"/>
            <a:ext cx="868690" cy="7464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3C658E3-E051-F842-38C0-9B3BB7749444}"/>
                  </a:ext>
                </a:extLst>
              </p:cNvPr>
              <p:cNvSpPr txBox="1"/>
              <p:nvPr/>
            </p:nvSpPr>
            <p:spPr>
              <a:xfrm>
                <a:off x="4397852" y="1970893"/>
                <a:ext cx="3939412" cy="13849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Mutually exclusive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sz="2000" dirty="0"/>
                  <a:t> orthogonality</a:t>
                </a:r>
              </a:p>
              <a:p>
                <a:r>
                  <a:rPr lang="en-US" sz="2400" dirty="0">
                    <a:ea typeface="Cambria Math" panose="02040503050406030204" pitchFamily="18" charset="0"/>
                  </a:rPr>
                  <a:t>           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⇕</m:t>
                    </m:r>
                  </m:oMath>
                </a14:m>
                <a:endParaRPr lang="en-US" sz="2400" dirty="0"/>
              </a:p>
              <a:p>
                <a:r>
                  <a:rPr lang="en-US" sz="2000" dirty="0"/>
                  <a:t>Maximal variability increase</a:t>
                </a:r>
                <a:br>
                  <a:rPr lang="en-US" sz="2000" dirty="0"/>
                </a:br>
                <a:r>
                  <a:rPr lang="en-US" sz="2000" dirty="0"/>
                  <a:t>during mixing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3C658E3-E051-F842-38C0-9B3BB77494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7852" y="1970893"/>
                <a:ext cx="3939412" cy="1384995"/>
              </a:xfrm>
              <a:prstGeom prst="rect">
                <a:avLst/>
              </a:prstGeom>
              <a:blipFill>
                <a:blip r:embed="rId8"/>
                <a:stretch>
                  <a:fillRect l="-1546" t="-2193" r="-1082" b="-6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0F50B37-311C-9F90-0FE6-0D3AF152188D}"/>
                  </a:ext>
                </a:extLst>
              </p:cNvPr>
              <p:cNvSpPr txBox="1"/>
              <p:nvPr/>
            </p:nvSpPr>
            <p:spPr>
              <a:xfrm>
                <a:off x="1266280" y="4385350"/>
                <a:ext cx="54800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Probability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dirty="0"/>
                  <a:t> Mixtures of mutually exclusive ensembles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0F50B37-311C-9F90-0FE6-0D3AF15218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6280" y="4385350"/>
                <a:ext cx="5480090" cy="369332"/>
              </a:xfrm>
              <a:prstGeom prst="rect">
                <a:avLst/>
              </a:prstGeom>
              <a:blipFill>
                <a:blip r:embed="rId9"/>
                <a:stretch>
                  <a:fillRect l="-1001" t="-8197" r="-111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4B6B233-C3F8-CBC1-9226-93EFF3D29030}"/>
                  </a:ext>
                </a:extLst>
              </p:cNvPr>
              <p:cNvSpPr txBox="1"/>
              <p:nvPr/>
            </p:nvSpPr>
            <p:spPr>
              <a:xfrm>
                <a:off x="1269113" y="4789618"/>
                <a:ext cx="694722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Classical mechanics/probability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dirty="0"/>
                  <a:t> All pure states are mutually exclusive</a:t>
                </a: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4B6B233-C3F8-CBC1-9226-93EFF3D290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9113" y="4789618"/>
                <a:ext cx="6947223" cy="369332"/>
              </a:xfrm>
              <a:prstGeom prst="rect">
                <a:avLst/>
              </a:prstGeom>
              <a:blipFill>
                <a:blip r:embed="rId10"/>
                <a:stretch>
                  <a:fillRect l="-702"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CCDA905-88C1-4F48-23E5-518E94A89D08}"/>
                  </a:ext>
                </a:extLst>
              </p:cNvPr>
              <p:cNvSpPr txBox="1"/>
              <p:nvPr/>
            </p:nvSpPr>
            <p:spPr>
              <a:xfrm>
                <a:off x="1266280" y="5193886"/>
                <a:ext cx="48445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Pure states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dirty="0"/>
                  <a:t> Best preparations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⇎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No variability</a:t>
                </a:r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CCDA905-88C1-4F48-23E5-518E94A89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6280" y="5193886"/>
                <a:ext cx="4844596" cy="369332"/>
              </a:xfrm>
              <a:prstGeom prst="rect">
                <a:avLst/>
              </a:prstGeom>
              <a:blipFill>
                <a:blip r:embed="rId11"/>
                <a:stretch>
                  <a:fillRect l="-1134" t="-8197" r="-252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D9ABD4-895B-38F2-B05F-A6CEFFB0E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</p:spTree>
    <p:extLst>
      <p:ext uri="{BB962C8B-B14F-4D97-AF65-F5344CB8AC3E}">
        <p14:creationId xmlns:p14="http://schemas.microsoft.com/office/powerpoint/2010/main" val="34942764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03521-F7A6-3E3C-D25D-6A08EBCBB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63C6C-5214-D061-1C3C-C6301BA8B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Equilibria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E4CDF5-48E6-8D77-63C6-5DF7E7EDADF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31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FB8B1D1-9402-2D46-C5F6-147B2D66D3AE}"/>
                  </a:ext>
                </a:extLst>
              </p:cNvPr>
              <p:cNvSpPr txBox="1"/>
              <p:nvPr/>
            </p:nvSpPr>
            <p:spPr>
              <a:xfrm>
                <a:off x="1509122" y="982203"/>
                <a:ext cx="917071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0" dirty="0">
                    <a:solidFill>
                      <a:schemeClr val="accent6">
                        <a:lumMod val="75000"/>
                      </a:schemeClr>
                    </a:solidFill>
                  </a:rPr>
                  <a:t>States must exist for at least a short time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3200" dirty="0">
                    <a:solidFill>
                      <a:schemeClr val="accent6">
                        <a:lumMod val="75000"/>
                      </a:schemeClr>
                    </a:solidFill>
                  </a:rPr>
                  <a:t> Equilibria 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FB8B1D1-9402-2D46-C5F6-147B2D66D3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9122" y="982203"/>
                <a:ext cx="9170717" cy="584775"/>
              </a:xfrm>
              <a:prstGeom prst="rect">
                <a:avLst/>
              </a:prstGeom>
              <a:blipFill>
                <a:blip r:embed="rId2"/>
                <a:stretch>
                  <a:fillRect l="-1263" t="-12500" r="-1197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ED3A3D-F80B-928D-5441-C8D80ECAFDA9}"/>
                  </a:ext>
                </a:extLst>
              </p:cNvPr>
              <p:cNvSpPr txBox="1"/>
              <p:nvPr/>
            </p:nvSpPr>
            <p:spPr>
              <a:xfrm>
                <a:off x="1290462" y="5355820"/>
                <a:ext cx="722653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>
                    <a:solidFill>
                      <a:schemeClr val="accent6">
                        <a:lumMod val="75000"/>
                      </a:schemeClr>
                    </a:solidFill>
                  </a:rPr>
                  <a:t>Equilibria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b="1" dirty="0">
                    <a:solidFill>
                      <a:schemeClr val="accent6">
                        <a:lumMod val="75000"/>
                      </a:schemeClr>
                    </a:solidFill>
                  </a:rPr>
                  <a:t> Symmetries, differentiability, Lie algebras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ED3A3D-F80B-928D-5441-C8D80ECAFD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0462" y="5355820"/>
                <a:ext cx="7226530" cy="461665"/>
              </a:xfrm>
              <a:prstGeom prst="rect">
                <a:avLst/>
              </a:prstGeom>
              <a:blipFill>
                <a:blip r:embed="rId3"/>
                <a:stretch>
                  <a:fillRect l="-1350" t="-1066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EA82F58B-BFE6-44BC-2C35-9C5465B026B1}"/>
              </a:ext>
            </a:extLst>
          </p:cNvPr>
          <p:cNvSpPr txBox="1"/>
          <p:nvPr/>
        </p:nvSpPr>
        <p:spPr>
          <a:xfrm>
            <a:off x="9249883" y="1950915"/>
            <a:ext cx="240206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Of system/environment</a:t>
            </a:r>
            <a:br>
              <a:rPr lang="en-US" dirty="0"/>
            </a:br>
            <a:r>
              <a:rPr lang="en-US" dirty="0"/>
              <a:t>interactions</a:t>
            </a:r>
            <a:br>
              <a:rPr lang="en-US" dirty="0"/>
            </a:br>
            <a:r>
              <a:rPr lang="en-US" dirty="0"/>
              <a:t>that don’t matter/we</a:t>
            </a:r>
            <a:br>
              <a:rPr lang="en-US" dirty="0"/>
            </a:br>
            <a:r>
              <a:rPr lang="en-US" dirty="0"/>
              <a:t>are not sensitive to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78E98B-81FC-1E42-85E2-777516023903}"/>
              </a:ext>
            </a:extLst>
          </p:cNvPr>
          <p:cNvSpPr txBox="1"/>
          <p:nvPr/>
        </p:nvSpPr>
        <p:spPr>
          <a:xfrm>
            <a:off x="288978" y="2232886"/>
            <a:ext cx="217957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Of internal processes</a:t>
            </a:r>
            <a:br>
              <a:rPr lang="en-US" dirty="0"/>
            </a:br>
            <a:r>
              <a:rPr lang="en-US" dirty="0"/>
              <a:t>at faster scales</a:t>
            </a:r>
            <a:br>
              <a:rPr lang="en-US" dirty="0"/>
            </a:br>
            <a:r>
              <a:rPr lang="en-US" dirty="0"/>
              <a:t>that don’t matter/we</a:t>
            </a:r>
            <a:br>
              <a:rPr lang="en-US" dirty="0"/>
            </a:br>
            <a:r>
              <a:rPr lang="en-US" dirty="0"/>
              <a:t>are not sensitive to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C361ED-86FE-06F7-5D88-D56A7ABB3067}"/>
              </a:ext>
            </a:extLst>
          </p:cNvPr>
          <p:cNvSpPr txBox="1"/>
          <p:nvPr/>
        </p:nvSpPr>
        <p:spPr>
          <a:xfrm>
            <a:off x="7007983" y="4593974"/>
            <a:ext cx="17189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Least developed part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6033A8E-490D-8119-E2CB-6E438E761BCF}"/>
              </a:ext>
            </a:extLst>
          </p:cNvPr>
          <p:cNvGrpSpPr/>
          <p:nvPr/>
        </p:nvGrpSpPr>
        <p:grpSpPr>
          <a:xfrm>
            <a:off x="1647775" y="1547044"/>
            <a:ext cx="2976663" cy="2845611"/>
            <a:chOff x="8956392" y="93407"/>
            <a:chExt cx="2976663" cy="2845611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D1502A9-5F03-56F2-9C99-36DB97F9EF37}"/>
                </a:ext>
              </a:extLst>
            </p:cNvPr>
            <p:cNvSpPr/>
            <p:nvPr/>
          </p:nvSpPr>
          <p:spPr>
            <a:xfrm>
              <a:off x="8956392" y="375017"/>
              <a:ext cx="2976663" cy="248479"/>
            </a:xfrm>
            <a:custGeom>
              <a:avLst/>
              <a:gdLst>
                <a:gd name="connsiteX0" fmla="*/ 0 w 10648545"/>
                <a:gd name="connsiteY0" fmla="*/ 1083013 h 1083013"/>
                <a:gd name="connsiteX1" fmla="*/ 2075234 w 10648545"/>
                <a:gd name="connsiteY1" fmla="*/ 661481 h 1083013"/>
                <a:gd name="connsiteX2" fmla="*/ 4961107 w 10648545"/>
                <a:gd name="connsiteY2" fmla="*/ 337226 h 1083013"/>
                <a:gd name="connsiteX3" fmla="*/ 8508460 w 10648545"/>
                <a:gd name="connsiteY3" fmla="*/ 337226 h 1083013"/>
                <a:gd name="connsiteX4" fmla="*/ 10648545 w 10648545"/>
                <a:gd name="connsiteY4" fmla="*/ 0 h 1083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648545" h="1083013">
                  <a:moveTo>
                    <a:pt x="0" y="1083013"/>
                  </a:moveTo>
                  <a:cubicBezTo>
                    <a:pt x="624191" y="934396"/>
                    <a:pt x="1248383" y="785779"/>
                    <a:pt x="2075234" y="661481"/>
                  </a:cubicBezTo>
                  <a:cubicBezTo>
                    <a:pt x="2902085" y="537183"/>
                    <a:pt x="3888903" y="391268"/>
                    <a:pt x="4961107" y="337226"/>
                  </a:cubicBezTo>
                  <a:cubicBezTo>
                    <a:pt x="6033311" y="283184"/>
                    <a:pt x="7560554" y="393430"/>
                    <a:pt x="8508460" y="337226"/>
                  </a:cubicBezTo>
                  <a:cubicBezTo>
                    <a:pt x="9456366" y="281022"/>
                    <a:pt x="10052455" y="140511"/>
                    <a:pt x="10648545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22D2295-887C-C78D-EEB0-8B17BB8A14BE}"/>
                </a:ext>
              </a:extLst>
            </p:cNvPr>
            <p:cNvSpPr/>
            <p:nvPr/>
          </p:nvSpPr>
          <p:spPr>
            <a:xfrm>
              <a:off x="10477149" y="408797"/>
              <a:ext cx="83975" cy="8397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FD3376BC-8553-CCBC-C452-248FB3CD9113}"/>
                    </a:ext>
                  </a:extLst>
                </p:cNvPr>
                <p:cNvSpPr txBox="1"/>
                <p:nvPr/>
              </p:nvSpPr>
              <p:spPr>
                <a:xfrm>
                  <a:off x="10392007" y="93407"/>
                  <a:ext cx="338234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FD3376BC-8553-CCBC-C452-248FB3CD91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92007" y="93407"/>
                  <a:ext cx="338234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92727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C145636-3B88-6CFD-DB2F-181F484363B6}"/>
                </a:ext>
              </a:extLst>
            </p:cNvPr>
            <p:cNvCxnSpPr>
              <a:cxnSpLocks/>
              <a:stCxn id="12" idx="2"/>
            </p:cNvCxnSpPr>
            <p:nvPr/>
          </p:nvCxnSpPr>
          <p:spPr>
            <a:xfrm flipH="1">
              <a:off x="9809061" y="450785"/>
              <a:ext cx="668088" cy="133118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E9A63C0-9F8A-C19D-343F-4A8BCCCEF375}"/>
                </a:ext>
              </a:extLst>
            </p:cNvPr>
            <p:cNvCxnSpPr>
              <a:cxnSpLocks/>
              <a:endCxn id="13" idx="2"/>
            </p:cNvCxnSpPr>
            <p:nvPr/>
          </p:nvCxnSpPr>
          <p:spPr>
            <a:xfrm flipH="1" flipV="1">
              <a:off x="10561124" y="462739"/>
              <a:ext cx="632238" cy="137764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0FCE239-577B-762D-76D2-65E744CC052B}"/>
                </a:ext>
              </a:extLst>
            </p:cNvPr>
            <p:cNvSpPr/>
            <p:nvPr/>
          </p:nvSpPr>
          <p:spPr>
            <a:xfrm>
              <a:off x="9706474" y="1384740"/>
              <a:ext cx="1554278" cy="1554278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0452C4F-94EF-FF9E-9D6D-E5146EBE7BCB}"/>
                </a:ext>
              </a:extLst>
            </p:cNvPr>
            <p:cNvSpPr/>
            <p:nvPr/>
          </p:nvSpPr>
          <p:spPr>
            <a:xfrm>
              <a:off x="9717240" y="2056794"/>
              <a:ext cx="1541145" cy="170688"/>
            </a:xfrm>
            <a:custGeom>
              <a:avLst/>
              <a:gdLst>
                <a:gd name="connsiteX0" fmla="*/ 0 w 2170176"/>
                <a:gd name="connsiteY0" fmla="*/ 0 h 226174"/>
                <a:gd name="connsiteX1" fmla="*/ 73152 w 2170176"/>
                <a:gd name="connsiteY1" fmla="*/ 6096 h 226174"/>
                <a:gd name="connsiteX2" fmla="*/ 121920 w 2170176"/>
                <a:gd name="connsiteY2" fmla="*/ 30480 h 226174"/>
                <a:gd name="connsiteX3" fmla="*/ 152400 w 2170176"/>
                <a:gd name="connsiteY3" fmla="*/ 36576 h 226174"/>
                <a:gd name="connsiteX4" fmla="*/ 170688 w 2170176"/>
                <a:gd name="connsiteY4" fmla="*/ 48768 h 226174"/>
                <a:gd name="connsiteX5" fmla="*/ 213360 w 2170176"/>
                <a:gd name="connsiteY5" fmla="*/ 60960 h 226174"/>
                <a:gd name="connsiteX6" fmla="*/ 231648 w 2170176"/>
                <a:gd name="connsiteY6" fmla="*/ 67056 h 226174"/>
                <a:gd name="connsiteX7" fmla="*/ 280416 w 2170176"/>
                <a:gd name="connsiteY7" fmla="*/ 97536 h 226174"/>
                <a:gd name="connsiteX8" fmla="*/ 298704 w 2170176"/>
                <a:gd name="connsiteY8" fmla="*/ 109728 h 226174"/>
                <a:gd name="connsiteX9" fmla="*/ 329184 w 2170176"/>
                <a:gd name="connsiteY9" fmla="*/ 121920 h 226174"/>
                <a:gd name="connsiteX10" fmla="*/ 353568 w 2170176"/>
                <a:gd name="connsiteY10" fmla="*/ 140208 h 226174"/>
                <a:gd name="connsiteX11" fmla="*/ 371856 w 2170176"/>
                <a:gd name="connsiteY11" fmla="*/ 146304 h 226174"/>
                <a:gd name="connsiteX12" fmla="*/ 469392 w 2170176"/>
                <a:gd name="connsiteY12" fmla="*/ 182880 h 226174"/>
                <a:gd name="connsiteX13" fmla="*/ 512064 w 2170176"/>
                <a:gd name="connsiteY13" fmla="*/ 195072 h 226174"/>
                <a:gd name="connsiteX14" fmla="*/ 530352 w 2170176"/>
                <a:gd name="connsiteY14" fmla="*/ 201168 h 226174"/>
                <a:gd name="connsiteX15" fmla="*/ 579120 w 2170176"/>
                <a:gd name="connsiteY15" fmla="*/ 213360 h 226174"/>
                <a:gd name="connsiteX16" fmla="*/ 688848 w 2170176"/>
                <a:gd name="connsiteY16" fmla="*/ 188976 h 226174"/>
                <a:gd name="connsiteX17" fmla="*/ 713232 w 2170176"/>
                <a:gd name="connsiteY17" fmla="*/ 182880 h 226174"/>
                <a:gd name="connsiteX18" fmla="*/ 786384 w 2170176"/>
                <a:gd name="connsiteY18" fmla="*/ 140208 h 226174"/>
                <a:gd name="connsiteX19" fmla="*/ 804672 w 2170176"/>
                <a:gd name="connsiteY19" fmla="*/ 134112 h 226174"/>
                <a:gd name="connsiteX20" fmla="*/ 841248 w 2170176"/>
                <a:gd name="connsiteY20" fmla="*/ 109728 h 226174"/>
                <a:gd name="connsiteX21" fmla="*/ 859536 w 2170176"/>
                <a:gd name="connsiteY21" fmla="*/ 103632 h 226174"/>
                <a:gd name="connsiteX22" fmla="*/ 890016 w 2170176"/>
                <a:gd name="connsiteY22" fmla="*/ 85344 h 226174"/>
                <a:gd name="connsiteX23" fmla="*/ 908304 w 2170176"/>
                <a:gd name="connsiteY23" fmla="*/ 73152 h 226174"/>
                <a:gd name="connsiteX24" fmla="*/ 926592 w 2170176"/>
                <a:gd name="connsiteY24" fmla="*/ 67056 h 226174"/>
                <a:gd name="connsiteX25" fmla="*/ 981456 w 2170176"/>
                <a:gd name="connsiteY25" fmla="*/ 42672 h 226174"/>
                <a:gd name="connsiteX26" fmla="*/ 1048512 w 2170176"/>
                <a:gd name="connsiteY26" fmla="*/ 54864 h 226174"/>
                <a:gd name="connsiteX27" fmla="*/ 1085088 w 2170176"/>
                <a:gd name="connsiteY27" fmla="*/ 79248 h 226174"/>
                <a:gd name="connsiteX28" fmla="*/ 1121664 w 2170176"/>
                <a:gd name="connsiteY28" fmla="*/ 97536 h 226174"/>
                <a:gd name="connsiteX29" fmla="*/ 1170432 w 2170176"/>
                <a:gd name="connsiteY29" fmla="*/ 128016 h 226174"/>
                <a:gd name="connsiteX30" fmla="*/ 1188720 w 2170176"/>
                <a:gd name="connsiteY30" fmla="*/ 134112 h 226174"/>
                <a:gd name="connsiteX31" fmla="*/ 1213104 w 2170176"/>
                <a:gd name="connsiteY31" fmla="*/ 146304 h 226174"/>
                <a:gd name="connsiteX32" fmla="*/ 1267968 w 2170176"/>
                <a:gd name="connsiteY32" fmla="*/ 170688 h 226174"/>
                <a:gd name="connsiteX33" fmla="*/ 1420368 w 2170176"/>
                <a:gd name="connsiteY33" fmla="*/ 128016 h 226174"/>
                <a:gd name="connsiteX34" fmla="*/ 1469136 w 2170176"/>
                <a:gd name="connsiteY34" fmla="*/ 109728 h 226174"/>
                <a:gd name="connsiteX35" fmla="*/ 1511808 w 2170176"/>
                <a:gd name="connsiteY35" fmla="*/ 97536 h 226174"/>
                <a:gd name="connsiteX36" fmla="*/ 1530096 w 2170176"/>
                <a:gd name="connsiteY36" fmla="*/ 85344 h 226174"/>
                <a:gd name="connsiteX37" fmla="*/ 1737360 w 2170176"/>
                <a:gd name="connsiteY37" fmla="*/ 103632 h 226174"/>
                <a:gd name="connsiteX38" fmla="*/ 1822704 w 2170176"/>
                <a:gd name="connsiteY38" fmla="*/ 109728 h 226174"/>
                <a:gd name="connsiteX39" fmla="*/ 1908048 w 2170176"/>
                <a:gd name="connsiteY39" fmla="*/ 146304 h 226174"/>
                <a:gd name="connsiteX40" fmla="*/ 1962912 w 2170176"/>
                <a:gd name="connsiteY40" fmla="*/ 176784 h 226174"/>
                <a:gd name="connsiteX41" fmla="*/ 1987296 w 2170176"/>
                <a:gd name="connsiteY41" fmla="*/ 201168 h 226174"/>
                <a:gd name="connsiteX42" fmla="*/ 1993392 w 2170176"/>
                <a:gd name="connsiteY42" fmla="*/ 219456 h 226174"/>
                <a:gd name="connsiteX43" fmla="*/ 2048256 w 2170176"/>
                <a:gd name="connsiteY43" fmla="*/ 225552 h 226174"/>
                <a:gd name="connsiteX44" fmla="*/ 2170176 w 2170176"/>
                <a:gd name="connsiteY44" fmla="*/ 225552 h 226174"/>
                <a:gd name="connsiteX0" fmla="*/ 0 w 2097024"/>
                <a:gd name="connsiteY0" fmla="*/ 0 h 220078"/>
                <a:gd name="connsiteX1" fmla="*/ 48768 w 2097024"/>
                <a:gd name="connsiteY1" fmla="*/ 24384 h 220078"/>
                <a:gd name="connsiteX2" fmla="*/ 79248 w 2097024"/>
                <a:gd name="connsiteY2" fmla="*/ 30480 h 220078"/>
                <a:gd name="connsiteX3" fmla="*/ 97536 w 2097024"/>
                <a:gd name="connsiteY3" fmla="*/ 42672 h 220078"/>
                <a:gd name="connsiteX4" fmla="*/ 140208 w 2097024"/>
                <a:gd name="connsiteY4" fmla="*/ 54864 h 220078"/>
                <a:gd name="connsiteX5" fmla="*/ 158496 w 2097024"/>
                <a:gd name="connsiteY5" fmla="*/ 60960 h 220078"/>
                <a:gd name="connsiteX6" fmla="*/ 207264 w 2097024"/>
                <a:gd name="connsiteY6" fmla="*/ 91440 h 220078"/>
                <a:gd name="connsiteX7" fmla="*/ 225552 w 2097024"/>
                <a:gd name="connsiteY7" fmla="*/ 103632 h 220078"/>
                <a:gd name="connsiteX8" fmla="*/ 256032 w 2097024"/>
                <a:gd name="connsiteY8" fmla="*/ 115824 h 220078"/>
                <a:gd name="connsiteX9" fmla="*/ 280416 w 2097024"/>
                <a:gd name="connsiteY9" fmla="*/ 134112 h 220078"/>
                <a:gd name="connsiteX10" fmla="*/ 298704 w 2097024"/>
                <a:gd name="connsiteY10" fmla="*/ 140208 h 220078"/>
                <a:gd name="connsiteX11" fmla="*/ 396240 w 2097024"/>
                <a:gd name="connsiteY11" fmla="*/ 176784 h 220078"/>
                <a:gd name="connsiteX12" fmla="*/ 438912 w 2097024"/>
                <a:gd name="connsiteY12" fmla="*/ 188976 h 220078"/>
                <a:gd name="connsiteX13" fmla="*/ 457200 w 2097024"/>
                <a:gd name="connsiteY13" fmla="*/ 195072 h 220078"/>
                <a:gd name="connsiteX14" fmla="*/ 505968 w 2097024"/>
                <a:gd name="connsiteY14" fmla="*/ 207264 h 220078"/>
                <a:gd name="connsiteX15" fmla="*/ 615696 w 2097024"/>
                <a:gd name="connsiteY15" fmla="*/ 182880 h 220078"/>
                <a:gd name="connsiteX16" fmla="*/ 640080 w 2097024"/>
                <a:gd name="connsiteY16" fmla="*/ 176784 h 220078"/>
                <a:gd name="connsiteX17" fmla="*/ 713232 w 2097024"/>
                <a:gd name="connsiteY17" fmla="*/ 134112 h 220078"/>
                <a:gd name="connsiteX18" fmla="*/ 731520 w 2097024"/>
                <a:gd name="connsiteY18" fmla="*/ 128016 h 220078"/>
                <a:gd name="connsiteX19" fmla="*/ 768096 w 2097024"/>
                <a:gd name="connsiteY19" fmla="*/ 103632 h 220078"/>
                <a:gd name="connsiteX20" fmla="*/ 786384 w 2097024"/>
                <a:gd name="connsiteY20" fmla="*/ 97536 h 220078"/>
                <a:gd name="connsiteX21" fmla="*/ 816864 w 2097024"/>
                <a:gd name="connsiteY21" fmla="*/ 79248 h 220078"/>
                <a:gd name="connsiteX22" fmla="*/ 835152 w 2097024"/>
                <a:gd name="connsiteY22" fmla="*/ 67056 h 220078"/>
                <a:gd name="connsiteX23" fmla="*/ 853440 w 2097024"/>
                <a:gd name="connsiteY23" fmla="*/ 60960 h 220078"/>
                <a:gd name="connsiteX24" fmla="*/ 908304 w 2097024"/>
                <a:gd name="connsiteY24" fmla="*/ 36576 h 220078"/>
                <a:gd name="connsiteX25" fmla="*/ 975360 w 2097024"/>
                <a:gd name="connsiteY25" fmla="*/ 48768 h 220078"/>
                <a:gd name="connsiteX26" fmla="*/ 1011936 w 2097024"/>
                <a:gd name="connsiteY26" fmla="*/ 73152 h 220078"/>
                <a:gd name="connsiteX27" fmla="*/ 1048512 w 2097024"/>
                <a:gd name="connsiteY27" fmla="*/ 91440 h 220078"/>
                <a:gd name="connsiteX28" fmla="*/ 1097280 w 2097024"/>
                <a:gd name="connsiteY28" fmla="*/ 121920 h 220078"/>
                <a:gd name="connsiteX29" fmla="*/ 1115568 w 2097024"/>
                <a:gd name="connsiteY29" fmla="*/ 128016 h 220078"/>
                <a:gd name="connsiteX30" fmla="*/ 1139952 w 2097024"/>
                <a:gd name="connsiteY30" fmla="*/ 140208 h 220078"/>
                <a:gd name="connsiteX31" fmla="*/ 1194816 w 2097024"/>
                <a:gd name="connsiteY31" fmla="*/ 164592 h 220078"/>
                <a:gd name="connsiteX32" fmla="*/ 1347216 w 2097024"/>
                <a:gd name="connsiteY32" fmla="*/ 121920 h 220078"/>
                <a:gd name="connsiteX33" fmla="*/ 1395984 w 2097024"/>
                <a:gd name="connsiteY33" fmla="*/ 103632 h 220078"/>
                <a:gd name="connsiteX34" fmla="*/ 1438656 w 2097024"/>
                <a:gd name="connsiteY34" fmla="*/ 91440 h 220078"/>
                <a:gd name="connsiteX35" fmla="*/ 1456944 w 2097024"/>
                <a:gd name="connsiteY35" fmla="*/ 79248 h 220078"/>
                <a:gd name="connsiteX36" fmla="*/ 1664208 w 2097024"/>
                <a:gd name="connsiteY36" fmla="*/ 97536 h 220078"/>
                <a:gd name="connsiteX37" fmla="*/ 1749552 w 2097024"/>
                <a:gd name="connsiteY37" fmla="*/ 103632 h 220078"/>
                <a:gd name="connsiteX38" fmla="*/ 1834896 w 2097024"/>
                <a:gd name="connsiteY38" fmla="*/ 140208 h 220078"/>
                <a:gd name="connsiteX39" fmla="*/ 1889760 w 2097024"/>
                <a:gd name="connsiteY39" fmla="*/ 170688 h 220078"/>
                <a:gd name="connsiteX40" fmla="*/ 1914144 w 2097024"/>
                <a:gd name="connsiteY40" fmla="*/ 195072 h 220078"/>
                <a:gd name="connsiteX41" fmla="*/ 1920240 w 2097024"/>
                <a:gd name="connsiteY41" fmla="*/ 213360 h 220078"/>
                <a:gd name="connsiteX42" fmla="*/ 1975104 w 2097024"/>
                <a:gd name="connsiteY42" fmla="*/ 219456 h 220078"/>
                <a:gd name="connsiteX43" fmla="*/ 2097024 w 2097024"/>
                <a:gd name="connsiteY43" fmla="*/ 219456 h 220078"/>
                <a:gd name="connsiteX0" fmla="*/ 0 w 2048256"/>
                <a:gd name="connsiteY0" fmla="*/ 0 h 195694"/>
                <a:gd name="connsiteX1" fmla="*/ 30480 w 2048256"/>
                <a:gd name="connsiteY1" fmla="*/ 6096 h 195694"/>
                <a:gd name="connsiteX2" fmla="*/ 48768 w 2048256"/>
                <a:gd name="connsiteY2" fmla="*/ 18288 h 195694"/>
                <a:gd name="connsiteX3" fmla="*/ 91440 w 2048256"/>
                <a:gd name="connsiteY3" fmla="*/ 30480 h 195694"/>
                <a:gd name="connsiteX4" fmla="*/ 109728 w 2048256"/>
                <a:gd name="connsiteY4" fmla="*/ 36576 h 195694"/>
                <a:gd name="connsiteX5" fmla="*/ 158496 w 2048256"/>
                <a:gd name="connsiteY5" fmla="*/ 67056 h 195694"/>
                <a:gd name="connsiteX6" fmla="*/ 176784 w 2048256"/>
                <a:gd name="connsiteY6" fmla="*/ 79248 h 195694"/>
                <a:gd name="connsiteX7" fmla="*/ 207264 w 2048256"/>
                <a:gd name="connsiteY7" fmla="*/ 91440 h 195694"/>
                <a:gd name="connsiteX8" fmla="*/ 231648 w 2048256"/>
                <a:gd name="connsiteY8" fmla="*/ 109728 h 195694"/>
                <a:gd name="connsiteX9" fmla="*/ 249936 w 2048256"/>
                <a:gd name="connsiteY9" fmla="*/ 115824 h 195694"/>
                <a:gd name="connsiteX10" fmla="*/ 347472 w 2048256"/>
                <a:gd name="connsiteY10" fmla="*/ 152400 h 195694"/>
                <a:gd name="connsiteX11" fmla="*/ 390144 w 2048256"/>
                <a:gd name="connsiteY11" fmla="*/ 164592 h 195694"/>
                <a:gd name="connsiteX12" fmla="*/ 408432 w 2048256"/>
                <a:gd name="connsiteY12" fmla="*/ 170688 h 195694"/>
                <a:gd name="connsiteX13" fmla="*/ 457200 w 2048256"/>
                <a:gd name="connsiteY13" fmla="*/ 182880 h 195694"/>
                <a:gd name="connsiteX14" fmla="*/ 566928 w 2048256"/>
                <a:gd name="connsiteY14" fmla="*/ 158496 h 195694"/>
                <a:gd name="connsiteX15" fmla="*/ 591312 w 2048256"/>
                <a:gd name="connsiteY15" fmla="*/ 152400 h 195694"/>
                <a:gd name="connsiteX16" fmla="*/ 664464 w 2048256"/>
                <a:gd name="connsiteY16" fmla="*/ 109728 h 195694"/>
                <a:gd name="connsiteX17" fmla="*/ 682752 w 2048256"/>
                <a:gd name="connsiteY17" fmla="*/ 103632 h 195694"/>
                <a:gd name="connsiteX18" fmla="*/ 719328 w 2048256"/>
                <a:gd name="connsiteY18" fmla="*/ 79248 h 195694"/>
                <a:gd name="connsiteX19" fmla="*/ 737616 w 2048256"/>
                <a:gd name="connsiteY19" fmla="*/ 73152 h 195694"/>
                <a:gd name="connsiteX20" fmla="*/ 768096 w 2048256"/>
                <a:gd name="connsiteY20" fmla="*/ 54864 h 195694"/>
                <a:gd name="connsiteX21" fmla="*/ 786384 w 2048256"/>
                <a:gd name="connsiteY21" fmla="*/ 42672 h 195694"/>
                <a:gd name="connsiteX22" fmla="*/ 804672 w 2048256"/>
                <a:gd name="connsiteY22" fmla="*/ 36576 h 195694"/>
                <a:gd name="connsiteX23" fmla="*/ 859536 w 2048256"/>
                <a:gd name="connsiteY23" fmla="*/ 12192 h 195694"/>
                <a:gd name="connsiteX24" fmla="*/ 926592 w 2048256"/>
                <a:gd name="connsiteY24" fmla="*/ 24384 h 195694"/>
                <a:gd name="connsiteX25" fmla="*/ 963168 w 2048256"/>
                <a:gd name="connsiteY25" fmla="*/ 48768 h 195694"/>
                <a:gd name="connsiteX26" fmla="*/ 999744 w 2048256"/>
                <a:gd name="connsiteY26" fmla="*/ 67056 h 195694"/>
                <a:gd name="connsiteX27" fmla="*/ 1048512 w 2048256"/>
                <a:gd name="connsiteY27" fmla="*/ 97536 h 195694"/>
                <a:gd name="connsiteX28" fmla="*/ 1066800 w 2048256"/>
                <a:gd name="connsiteY28" fmla="*/ 103632 h 195694"/>
                <a:gd name="connsiteX29" fmla="*/ 1091184 w 2048256"/>
                <a:gd name="connsiteY29" fmla="*/ 115824 h 195694"/>
                <a:gd name="connsiteX30" fmla="*/ 1146048 w 2048256"/>
                <a:gd name="connsiteY30" fmla="*/ 140208 h 195694"/>
                <a:gd name="connsiteX31" fmla="*/ 1298448 w 2048256"/>
                <a:gd name="connsiteY31" fmla="*/ 97536 h 195694"/>
                <a:gd name="connsiteX32" fmla="*/ 1347216 w 2048256"/>
                <a:gd name="connsiteY32" fmla="*/ 79248 h 195694"/>
                <a:gd name="connsiteX33" fmla="*/ 1389888 w 2048256"/>
                <a:gd name="connsiteY33" fmla="*/ 67056 h 195694"/>
                <a:gd name="connsiteX34" fmla="*/ 1408176 w 2048256"/>
                <a:gd name="connsiteY34" fmla="*/ 54864 h 195694"/>
                <a:gd name="connsiteX35" fmla="*/ 1615440 w 2048256"/>
                <a:gd name="connsiteY35" fmla="*/ 73152 h 195694"/>
                <a:gd name="connsiteX36" fmla="*/ 1700784 w 2048256"/>
                <a:gd name="connsiteY36" fmla="*/ 79248 h 195694"/>
                <a:gd name="connsiteX37" fmla="*/ 1786128 w 2048256"/>
                <a:gd name="connsiteY37" fmla="*/ 115824 h 195694"/>
                <a:gd name="connsiteX38" fmla="*/ 1840992 w 2048256"/>
                <a:gd name="connsiteY38" fmla="*/ 146304 h 195694"/>
                <a:gd name="connsiteX39" fmla="*/ 1865376 w 2048256"/>
                <a:gd name="connsiteY39" fmla="*/ 170688 h 195694"/>
                <a:gd name="connsiteX40" fmla="*/ 1871472 w 2048256"/>
                <a:gd name="connsiteY40" fmla="*/ 188976 h 195694"/>
                <a:gd name="connsiteX41" fmla="*/ 1926336 w 2048256"/>
                <a:gd name="connsiteY41" fmla="*/ 195072 h 195694"/>
                <a:gd name="connsiteX42" fmla="*/ 2048256 w 2048256"/>
                <a:gd name="connsiteY42" fmla="*/ 195072 h 195694"/>
                <a:gd name="connsiteX0" fmla="*/ 0 w 2017776"/>
                <a:gd name="connsiteY0" fmla="*/ 0 h 189598"/>
                <a:gd name="connsiteX1" fmla="*/ 18288 w 2017776"/>
                <a:gd name="connsiteY1" fmla="*/ 12192 h 189598"/>
                <a:gd name="connsiteX2" fmla="*/ 60960 w 2017776"/>
                <a:gd name="connsiteY2" fmla="*/ 24384 h 189598"/>
                <a:gd name="connsiteX3" fmla="*/ 79248 w 2017776"/>
                <a:gd name="connsiteY3" fmla="*/ 30480 h 189598"/>
                <a:gd name="connsiteX4" fmla="*/ 128016 w 2017776"/>
                <a:gd name="connsiteY4" fmla="*/ 60960 h 189598"/>
                <a:gd name="connsiteX5" fmla="*/ 146304 w 2017776"/>
                <a:gd name="connsiteY5" fmla="*/ 73152 h 189598"/>
                <a:gd name="connsiteX6" fmla="*/ 176784 w 2017776"/>
                <a:gd name="connsiteY6" fmla="*/ 85344 h 189598"/>
                <a:gd name="connsiteX7" fmla="*/ 201168 w 2017776"/>
                <a:gd name="connsiteY7" fmla="*/ 103632 h 189598"/>
                <a:gd name="connsiteX8" fmla="*/ 219456 w 2017776"/>
                <a:gd name="connsiteY8" fmla="*/ 109728 h 189598"/>
                <a:gd name="connsiteX9" fmla="*/ 316992 w 2017776"/>
                <a:gd name="connsiteY9" fmla="*/ 146304 h 189598"/>
                <a:gd name="connsiteX10" fmla="*/ 359664 w 2017776"/>
                <a:gd name="connsiteY10" fmla="*/ 158496 h 189598"/>
                <a:gd name="connsiteX11" fmla="*/ 377952 w 2017776"/>
                <a:gd name="connsiteY11" fmla="*/ 164592 h 189598"/>
                <a:gd name="connsiteX12" fmla="*/ 426720 w 2017776"/>
                <a:gd name="connsiteY12" fmla="*/ 176784 h 189598"/>
                <a:gd name="connsiteX13" fmla="*/ 536448 w 2017776"/>
                <a:gd name="connsiteY13" fmla="*/ 152400 h 189598"/>
                <a:gd name="connsiteX14" fmla="*/ 560832 w 2017776"/>
                <a:gd name="connsiteY14" fmla="*/ 146304 h 189598"/>
                <a:gd name="connsiteX15" fmla="*/ 633984 w 2017776"/>
                <a:gd name="connsiteY15" fmla="*/ 103632 h 189598"/>
                <a:gd name="connsiteX16" fmla="*/ 652272 w 2017776"/>
                <a:gd name="connsiteY16" fmla="*/ 97536 h 189598"/>
                <a:gd name="connsiteX17" fmla="*/ 688848 w 2017776"/>
                <a:gd name="connsiteY17" fmla="*/ 73152 h 189598"/>
                <a:gd name="connsiteX18" fmla="*/ 707136 w 2017776"/>
                <a:gd name="connsiteY18" fmla="*/ 67056 h 189598"/>
                <a:gd name="connsiteX19" fmla="*/ 737616 w 2017776"/>
                <a:gd name="connsiteY19" fmla="*/ 48768 h 189598"/>
                <a:gd name="connsiteX20" fmla="*/ 755904 w 2017776"/>
                <a:gd name="connsiteY20" fmla="*/ 36576 h 189598"/>
                <a:gd name="connsiteX21" fmla="*/ 774192 w 2017776"/>
                <a:gd name="connsiteY21" fmla="*/ 30480 h 189598"/>
                <a:gd name="connsiteX22" fmla="*/ 829056 w 2017776"/>
                <a:gd name="connsiteY22" fmla="*/ 6096 h 189598"/>
                <a:gd name="connsiteX23" fmla="*/ 896112 w 2017776"/>
                <a:gd name="connsiteY23" fmla="*/ 18288 h 189598"/>
                <a:gd name="connsiteX24" fmla="*/ 932688 w 2017776"/>
                <a:gd name="connsiteY24" fmla="*/ 42672 h 189598"/>
                <a:gd name="connsiteX25" fmla="*/ 969264 w 2017776"/>
                <a:gd name="connsiteY25" fmla="*/ 60960 h 189598"/>
                <a:gd name="connsiteX26" fmla="*/ 1018032 w 2017776"/>
                <a:gd name="connsiteY26" fmla="*/ 91440 h 189598"/>
                <a:gd name="connsiteX27" fmla="*/ 1036320 w 2017776"/>
                <a:gd name="connsiteY27" fmla="*/ 97536 h 189598"/>
                <a:gd name="connsiteX28" fmla="*/ 1060704 w 2017776"/>
                <a:gd name="connsiteY28" fmla="*/ 109728 h 189598"/>
                <a:gd name="connsiteX29" fmla="*/ 1115568 w 2017776"/>
                <a:gd name="connsiteY29" fmla="*/ 134112 h 189598"/>
                <a:gd name="connsiteX30" fmla="*/ 1267968 w 2017776"/>
                <a:gd name="connsiteY30" fmla="*/ 91440 h 189598"/>
                <a:gd name="connsiteX31" fmla="*/ 1316736 w 2017776"/>
                <a:gd name="connsiteY31" fmla="*/ 73152 h 189598"/>
                <a:gd name="connsiteX32" fmla="*/ 1359408 w 2017776"/>
                <a:gd name="connsiteY32" fmla="*/ 60960 h 189598"/>
                <a:gd name="connsiteX33" fmla="*/ 1377696 w 2017776"/>
                <a:gd name="connsiteY33" fmla="*/ 48768 h 189598"/>
                <a:gd name="connsiteX34" fmla="*/ 1584960 w 2017776"/>
                <a:gd name="connsiteY34" fmla="*/ 67056 h 189598"/>
                <a:gd name="connsiteX35" fmla="*/ 1670304 w 2017776"/>
                <a:gd name="connsiteY35" fmla="*/ 73152 h 189598"/>
                <a:gd name="connsiteX36" fmla="*/ 1755648 w 2017776"/>
                <a:gd name="connsiteY36" fmla="*/ 109728 h 189598"/>
                <a:gd name="connsiteX37" fmla="*/ 1810512 w 2017776"/>
                <a:gd name="connsiteY37" fmla="*/ 140208 h 189598"/>
                <a:gd name="connsiteX38" fmla="*/ 1834896 w 2017776"/>
                <a:gd name="connsiteY38" fmla="*/ 164592 h 189598"/>
                <a:gd name="connsiteX39" fmla="*/ 1840992 w 2017776"/>
                <a:gd name="connsiteY39" fmla="*/ 182880 h 189598"/>
                <a:gd name="connsiteX40" fmla="*/ 1895856 w 2017776"/>
                <a:gd name="connsiteY40" fmla="*/ 188976 h 189598"/>
                <a:gd name="connsiteX41" fmla="*/ 2017776 w 2017776"/>
                <a:gd name="connsiteY41" fmla="*/ 188976 h 189598"/>
                <a:gd name="connsiteX0" fmla="*/ 0 w 1999488"/>
                <a:gd name="connsiteY0" fmla="*/ 6096 h 183502"/>
                <a:gd name="connsiteX1" fmla="*/ 42672 w 1999488"/>
                <a:gd name="connsiteY1" fmla="*/ 18288 h 183502"/>
                <a:gd name="connsiteX2" fmla="*/ 60960 w 1999488"/>
                <a:gd name="connsiteY2" fmla="*/ 24384 h 183502"/>
                <a:gd name="connsiteX3" fmla="*/ 109728 w 1999488"/>
                <a:gd name="connsiteY3" fmla="*/ 54864 h 183502"/>
                <a:gd name="connsiteX4" fmla="*/ 128016 w 1999488"/>
                <a:gd name="connsiteY4" fmla="*/ 67056 h 183502"/>
                <a:gd name="connsiteX5" fmla="*/ 158496 w 1999488"/>
                <a:gd name="connsiteY5" fmla="*/ 79248 h 183502"/>
                <a:gd name="connsiteX6" fmla="*/ 182880 w 1999488"/>
                <a:gd name="connsiteY6" fmla="*/ 97536 h 183502"/>
                <a:gd name="connsiteX7" fmla="*/ 201168 w 1999488"/>
                <a:gd name="connsiteY7" fmla="*/ 103632 h 183502"/>
                <a:gd name="connsiteX8" fmla="*/ 298704 w 1999488"/>
                <a:gd name="connsiteY8" fmla="*/ 140208 h 183502"/>
                <a:gd name="connsiteX9" fmla="*/ 341376 w 1999488"/>
                <a:gd name="connsiteY9" fmla="*/ 152400 h 183502"/>
                <a:gd name="connsiteX10" fmla="*/ 359664 w 1999488"/>
                <a:gd name="connsiteY10" fmla="*/ 158496 h 183502"/>
                <a:gd name="connsiteX11" fmla="*/ 408432 w 1999488"/>
                <a:gd name="connsiteY11" fmla="*/ 170688 h 183502"/>
                <a:gd name="connsiteX12" fmla="*/ 518160 w 1999488"/>
                <a:gd name="connsiteY12" fmla="*/ 146304 h 183502"/>
                <a:gd name="connsiteX13" fmla="*/ 542544 w 1999488"/>
                <a:gd name="connsiteY13" fmla="*/ 140208 h 183502"/>
                <a:gd name="connsiteX14" fmla="*/ 615696 w 1999488"/>
                <a:gd name="connsiteY14" fmla="*/ 97536 h 183502"/>
                <a:gd name="connsiteX15" fmla="*/ 633984 w 1999488"/>
                <a:gd name="connsiteY15" fmla="*/ 91440 h 183502"/>
                <a:gd name="connsiteX16" fmla="*/ 670560 w 1999488"/>
                <a:gd name="connsiteY16" fmla="*/ 67056 h 183502"/>
                <a:gd name="connsiteX17" fmla="*/ 688848 w 1999488"/>
                <a:gd name="connsiteY17" fmla="*/ 60960 h 183502"/>
                <a:gd name="connsiteX18" fmla="*/ 719328 w 1999488"/>
                <a:gd name="connsiteY18" fmla="*/ 42672 h 183502"/>
                <a:gd name="connsiteX19" fmla="*/ 737616 w 1999488"/>
                <a:gd name="connsiteY19" fmla="*/ 30480 h 183502"/>
                <a:gd name="connsiteX20" fmla="*/ 755904 w 1999488"/>
                <a:gd name="connsiteY20" fmla="*/ 24384 h 183502"/>
                <a:gd name="connsiteX21" fmla="*/ 810768 w 1999488"/>
                <a:gd name="connsiteY21" fmla="*/ 0 h 183502"/>
                <a:gd name="connsiteX22" fmla="*/ 877824 w 1999488"/>
                <a:gd name="connsiteY22" fmla="*/ 12192 h 183502"/>
                <a:gd name="connsiteX23" fmla="*/ 914400 w 1999488"/>
                <a:gd name="connsiteY23" fmla="*/ 36576 h 183502"/>
                <a:gd name="connsiteX24" fmla="*/ 950976 w 1999488"/>
                <a:gd name="connsiteY24" fmla="*/ 54864 h 183502"/>
                <a:gd name="connsiteX25" fmla="*/ 999744 w 1999488"/>
                <a:gd name="connsiteY25" fmla="*/ 85344 h 183502"/>
                <a:gd name="connsiteX26" fmla="*/ 1018032 w 1999488"/>
                <a:gd name="connsiteY26" fmla="*/ 91440 h 183502"/>
                <a:gd name="connsiteX27" fmla="*/ 1042416 w 1999488"/>
                <a:gd name="connsiteY27" fmla="*/ 103632 h 183502"/>
                <a:gd name="connsiteX28" fmla="*/ 1097280 w 1999488"/>
                <a:gd name="connsiteY28" fmla="*/ 128016 h 183502"/>
                <a:gd name="connsiteX29" fmla="*/ 1249680 w 1999488"/>
                <a:gd name="connsiteY29" fmla="*/ 85344 h 183502"/>
                <a:gd name="connsiteX30" fmla="*/ 1298448 w 1999488"/>
                <a:gd name="connsiteY30" fmla="*/ 67056 h 183502"/>
                <a:gd name="connsiteX31" fmla="*/ 1341120 w 1999488"/>
                <a:gd name="connsiteY31" fmla="*/ 54864 h 183502"/>
                <a:gd name="connsiteX32" fmla="*/ 1359408 w 1999488"/>
                <a:gd name="connsiteY32" fmla="*/ 42672 h 183502"/>
                <a:gd name="connsiteX33" fmla="*/ 1566672 w 1999488"/>
                <a:gd name="connsiteY33" fmla="*/ 60960 h 183502"/>
                <a:gd name="connsiteX34" fmla="*/ 1652016 w 1999488"/>
                <a:gd name="connsiteY34" fmla="*/ 67056 h 183502"/>
                <a:gd name="connsiteX35" fmla="*/ 1737360 w 1999488"/>
                <a:gd name="connsiteY35" fmla="*/ 103632 h 183502"/>
                <a:gd name="connsiteX36" fmla="*/ 1792224 w 1999488"/>
                <a:gd name="connsiteY36" fmla="*/ 134112 h 183502"/>
                <a:gd name="connsiteX37" fmla="*/ 1816608 w 1999488"/>
                <a:gd name="connsiteY37" fmla="*/ 158496 h 183502"/>
                <a:gd name="connsiteX38" fmla="*/ 1822704 w 1999488"/>
                <a:gd name="connsiteY38" fmla="*/ 176784 h 183502"/>
                <a:gd name="connsiteX39" fmla="*/ 1877568 w 1999488"/>
                <a:gd name="connsiteY39" fmla="*/ 182880 h 183502"/>
                <a:gd name="connsiteX40" fmla="*/ 1999488 w 1999488"/>
                <a:gd name="connsiteY40" fmla="*/ 182880 h 183502"/>
                <a:gd name="connsiteX0" fmla="*/ 0 w 1999488"/>
                <a:gd name="connsiteY0" fmla="*/ 6096 h 183502"/>
                <a:gd name="connsiteX1" fmla="*/ 33147 w 1999488"/>
                <a:gd name="connsiteY1" fmla="*/ 16383 h 183502"/>
                <a:gd name="connsiteX2" fmla="*/ 60960 w 1999488"/>
                <a:gd name="connsiteY2" fmla="*/ 24384 h 183502"/>
                <a:gd name="connsiteX3" fmla="*/ 109728 w 1999488"/>
                <a:gd name="connsiteY3" fmla="*/ 54864 h 183502"/>
                <a:gd name="connsiteX4" fmla="*/ 128016 w 1999488"/>
                <a:gd name="connsiteY4" fmla="*/ 67056 h 183502"/>
                <a:gd name="connsiteX5" fmla="*/ 158496 w 1999488"/>
                <a:gd name="connsiteY5" fmla="*/ 79248 h 183502"/>
                <a:gd name="connsiteX6" fmla="*/ 182880 w 1999488"/>
                <a:gd name="connsiteY6" fmla="*/ 97536 h 183502"/>
                <a:gd name="connsiteX7" fmla="*/ 201168 w 1999488"/>
                <a:gd name="connsiteY7" fmla="*/ 103632 h 183502"/>
                <a:gd name="connsiteX8" fmla="*/ 298704 w 1999488"/>
                <a:gd name="connsiteY8" fmla="*/ 140208 h 183502"/>
                <a:gd name="connsiteX9" fmla="*/ 341376 w 1999488"/>
                <a:gd name="connsiteY9" fmla="*/ 152400 h 183502"/>
                <a:gd name="connsiteX10" fmla="*/ 359664 w 1999488"/>
                <a:gd name="connsiteY10" fmla="*/ 158496 h 183502"/>
                <a:gd name="connsiteX11" fmla="*/ 408432 w 1999488"/>
                <a:gd name="connsiteY11" fmla="*/ 170688 h 183502"/>
                <a:gd name="connsiteX12" fmla="*/ 518160 w 1999488"/>
                <a:gd name="connsiteY12" fmla="*/ 146304 h 183502"/>
                <a:gd name="connsiteX13" fmla="*/ 542544 w 1999488"/>
                <a:gd name="connsiteY13" fmla="*/ 140208 h 183502"/>
                <a:gd name="connsiteX14" fmla="*/ 615696 w 1999488"/>
                <a:gd name="connsiteY14" fmla="*/ 97536 h 183502"/>
                <a:gd name="connsiteX15" fmla="*/ 633984 w 1999488"/>
                <a:gd name="connsiteY15" fmla="*/ 91440 h 183502"/>
                <a:gd name="connsiteX16" fmla="*/ 670560 w 1999488"/>
                <a:gd name="connsiteY16" fmla="*/ 67056 h 183502"/>
                <a:gd name="connsiteX17" fmla="*/ 688848 w 1999488"/>
                <a:gd name="connsiteY17" fmla="*/ 60960 h 183502"/>
                <a:gd name="connsiteX18" fmla="*/ 719328 w 1999488"/>
                <a:gd name="connsiteY18" fmla="*/ 42672 h 183502"/>
                <a:gd name="connsiteX19" fmla="*/ 737616 w 1999488"/>
                <a:gd name="connsiteY19" fmla="*/ 30480 h 183502"/>
                <a:gd name="connsiteX20" fmla="*/ 755904 w 1999488"/>
                <a:gd name="connsiteY20" fmla="*/ 24384 h 183502"/>
                <a:gd name="connsiteX21" fmla="*/ 810768 w 1999488"/>
                <a:gd name="connsiteY21" fmla="*/ 0 h 183502"/>
                <a:gd name="connsiteX22" fmla="*/ 877824 w 1999488"/>
                <a:gd name="connsiteY22" fmla="*/ 12192 h 183502"/>
                <a:gd name="connsiteX23" fmla="*/ 914400 w 1999488"/>
                <a:gd name="connsiteY23" fmla="*/ 36576 h 183502"/>
                <a:gd name="connsiteX24" fmla="*/ 950976 w 1999488"/>
                <a:gd name="connsiteY24" fmla="*/ 54864 h 183502"/>
                <a:gd name="connsiteX25" fmla="*/ 999744 w 1999488"/>
                <a:gd name="connsiteY25" fmla="*/ 85344 h 183502"/>
                <a:gd name="connsiteX26" fmla="*/ 1018032 w 1999488"/>
                <a:gd name="connsiteY26" fmla="*/ 91440 h 183502"/>
                <a:gd name="connsiteX27" fmla="*/ 1042416 w 1999488"/>
                <a:gd name="connsiteY27" fmla="*/ 103632 h 183502"/>
                <a:gd name="connsiteX28" fmla="*/ 1097280 w 1999488"/>
                <a:gd name="connsiteY28" fmla="*/ 128016 h 183502"/>
                <a:gd name="connsiteX29" fmla="*/ 1249680 w 1999488"/>
                <a:gd name="connsiteY29" fmla="*/ 85344 h 183502"/>
                <a:gd name="connsiteX30" fmla="*/ 1298448 w 1999488"/>
                <a:gd name="connsiteY30" fmla="*/ 67056 h 183502"/>
                <a:gd name="connsiteX31" fmla="*/ 1341120 w 1999488"/>
                <a:gd name="connsiteY31" fmla="*/ 54864 h 183502"/>
                <a:gd name="connsiteX32" fmla="*/ 1359408 w 1999488"/>
                <a:gd name="connsiteY32" fmla="*/ 42672 h 183502"/>
                <a:gd name="connsiteX33" fmla="*/ 1566672 w 1999488"/>
                <a:gd name="connsiteY33" fmla="*/ 60960 h 183502"/>
                <a:gd name="connsiteX34" fmla="*/ 1652016 w 1999488"/>
                <a:gd name="connsiteY34" fmla="*/ 67056 h 183502"/>
                <a:gd name="connsiteX35" fmla="*/ 1737360 w 1999488"/>
                <a:gd name="connsiteY35" fmla="*/ 103632 h 183502"/>
                <a:gd name="connsiteX36" fmla="*/ 1792224 w 1999488"/>
                <a:gd name="connsiteY36" fmla="*/ 134112 h 183502"/>
                <a:gd name="connsiteX37" fmla="*/ 1816608 w 1999488"/>
                <a:gd name="connsiteY37" fmla="*/ 158496 h 183502"/>
                <a:gd name="connsiteX38" fmla="*/ 1822704 w 1999488"/>
                <a:gd name="connsiteY38" fmla="*/ 176784 h 183502"/>
                <a:gd name="connsiteX39" fmla="*/ 1877568 w 1999488"/>
                <a:gd name="connsiteY39" fmla="*/ 182880 h 183502"/>
                <a:gd name="connsiteX40" fmla="*/ 1999488 w 1999488"/>
                <a:gd name="connsiteY40" fmla="*/ 182880 h 183502"/>
                <a:gd name="connsiteX0" fmla="*/ 0 w 1966341"/>
                <a:gd name="connsiteY0" fmla="*/ 16383 h 183502"/>
                <a:gd name="connsiteX1" fmla="*/ 27813 w 1966341"/>
                <a:gd name="connsiteY1" fmla="*/ 24384 h 183502"/>
                <a:gd name="connsiteX2" fmla="*/ 76581 w 1966341"/>
                <a:gd name="connsiteY2" fmla="*/ 54864 h 183502"/>
                <a:gd name="connsiteX3" fmla="*/ 94869 w 1966341"/>
                <a:gd name="connsiteY3" fmla="*/ 67056 h 183502"/>
                <a:gd name="connsiteX4" fmla="*/ 125349 w 1966341"/>
                <a:gd name="connsiteY4" fmla="*/ 79248 h 183502"/>
                <a:gd name="connsiteX5" fmla="*/ 149733 w 1966341"/>
                <a:gd name="connsiteY5" fmla="*/ 97536 h 183502"/>
                <a:gd name="connsiteX6" fmla="*/ 168021 w 1966341"/>
                <a:gd name="connsiteY6" fmla="*/ 103632 h 183502"/>
                <a:gd name="connsiteX7" fmla="*/ 265557 w 1966341"/>
                <a:gd name="connsiteY7" fmla="*/ 140208 h 183502"/>
                <a:gd name="connsiteX8" fmla="*/ 308229 w 1966341"/>
                <a:gd name="connsiteY8" fmla="*/ 152400 h 183502"/>
                <a:gd name="connsiteX9" fmla="*/ 326517 w 1966341"/>
                <a:gd name="connsiteY9" fmla="*/ 158496 h 183502"/>
                <a:gd name="connsiteX10" fmla="*/ 375285 w 1966341"/>
                <a:gd name="connsiteY10" fmla="*/ 170688 h 183502"/>
                <a:gd name="connsiteX11" fmla="*/ 485013 w 1966341"/>
                <a:gd name="connsiteY11" fmla="*/ 146304 h 183502"/>
                <a:gd name="connsiteX12" fmla="*/ 509397 w 1966341"/>
                <a:gd name="connsiteY12" fmla="*/ 140208 h 183502"/>
                <a:gd name="connsiteX13" fmla="*/ 582549 w 1966341"/>
                <a:gd name="connsiteY13" fmla="*/ 97536 h 183502"/>
                <a:gd name="connsiteX14" fmla="*/ 600837 w 1966341"/>
                <a:gd name="connsiteY14" fmla="*/ 91440 h 183502"/>
                <a:gd name="connsiteX15" fmla="*/ 637413 w 1966341"/>
                <a:gd name="connsiteY15" fmla="*/ 67056 h 183502"/>
                <a:gd name="connsiteX16" fmla="*/ 655701 w 1966341"/>
                <a:gd name="connsiteY16" fmla="*/ 60960 h 183502"/>
                <a:gd name="connsiteX17" fmla="*/ 686181 w 1966341"/>
                <a:gd name="connsiteY17" fmla="*/ 42672 h 183502"/>
                <a:gd name="connsiteX18" fmla="*/ 704469 w 1966341"/>
                <a:gd name="connsiteY18" fmla="*/ 30480 h 183502"/>
                <a:gd name="connsiteX19" fmla="*/ 722757 w 1966341"/>
                <a:gd name="connsiteY19" fmla="*/ 24384 h 183502"/>
                <a:gd name="connsiteX20" fmla="*/ 777621 w 1966341"/>
                <a:gd name="connsiteY20" fmla="*/ 0 h 183502"/>
                <a:gd name="connsiteX21" fmla="*/ 844677 w 1966341"/>
                <a:gd name="connsiteY21" fmla="*/ 12192 h 183502"/>
                <a:gd name="connsiteX22" fmla="*/ 881253 w 1966341"/>
                <a:gd name="connsiteY22" fmla="*/ 36576 h 183502"/>
                <a:gd name="connsiteX23" fmla="*/ 917829 w 1966341"/>
                <a:gd name="connsiteY23" fmla="*/ 54864 h 183502"/>
                <a:gd name="connsiteX24" fmla="*/ 966597 w 1966341"/>
                <a:gd name="connsiteY24" fmla="*/ 85344 h 183502"/>
                <a:gd name="connsiteX25" fmla="*/ 984885 w 1966341"/>
                <a:gd name="connsiteY25" fmla="*/ 91440 h 183502"/>
                <a:gd name="connsiteX26" fmla="*/ 1009269 w 1966341"/>
                <a:gd name="connsiteY26" fmla="*/ 103632 h 183502"/>
                <a:gd name="connsiteX27" fmla="*/ 1064133 w 1966341"/>
                <a:gd name="connsiteY27" fmla="*/ 128016 h 183502"/>
                <a:gd name="connsiteX28" fmla="*/ 1216533 w 1966341"/>
                <a:gd name="connsiteY28" fmla="*/ 85344 h 183502"/>
                <a:gd name="connsiteX29" fmla="*/ 1265301 w 1966341"/>
                <a:gd name="connsiteY29" fmla="*/ 67056 h 183502"/>
                <a:gd name="connsiteX30" fmla="*/ 1307973 w 1966341"/>
                <a:gd name="connsiteY30" fmla="*/ 54864 h 183502"/>
                <a:gd name="connsiteX31" fmla="*/ 1326261 w 1966341"/>
                <a:gd name="connsiteY31" fmla="*/ 42672 h 183502"/>
                <a:gd name="connsiteX32" fmla="*/ 1533525 w 1966341"/>
                <a:gd name="connsiteY32" fmla="*/ 60960 h 183502"/>
                <a:gd name="connsiteX33" fmla="*/ 1618869 w 1966341"/>
                <a:gd name="connsiteY33" fmla="*/ 67056 h 183502"/>
                <a:gd name="connsiteX34" fmla="*/ 1704213 w 1966341"/>
                <a:gd name="connsiteY34" fmla="*/ 103632 h 183502"/>
                <a:gd name="connsiteX35" fmla="*/ 1759077 w 1966341"/>
                <a:gd name="connsiteY35" fmla="*/ 134112 h 183502"/>
                <a:gd name="connsiteX36" fmla="*/ 1783461 w 1966341"/>
                <a:gd name="connsiteY36" fmla="*/ 158496 h 183502"/>
                <a:gd name="connsiteX37" fmla="*/ 1789557 w 1966341"/>
                <a:gd name="connsiteY37" fmla="*/ 176784 h 183502"/>
                <a:gd name="connsiteX38" fmla="*/ 1844421 w 1966341"/>
                <a:gd name="connsiteY38" fmla="*/ 182880 h 183502"/>
                <a:gd name="connsiteX39" fmla="*/ 1966341 w 1966341"/>
                <a:gd name="connsiteY39" fmla="*/ 182880 h 183502"/>
                <a:gd name="connsiteX0" fmla="*/ 0 w 1844421"/>
                <a:gd name="connsiteY0" fmla="*/ 16383 h 182880"/>
                <a:gd name="connsiteX1" fmla="*/ 27813 w 1844421"/>
                <a:gd name="connsiteY1" fmla="*/ 24384 h 182880"/>
                <a:gd name="connsiteX2" fmla="*/ 76581 w 1844421"/>
                <a:gd name="connsiteY2" fmla="*/ 54864 h 182880"/>
                <a:gd name="connsiteX3" fmla="*/ 94869 w 1844421"/>
                <a:gd name="connsiteY3" fmla="*/ 67056 h 182880"/>
                <a:gd name="connsiteX4" fmla="*/ 125349 w 1844421"/>
                <a:gd name="connsiteY4" fmla="*/ 79248 h 182880"/>
                <a:gd name="connsiteX5" fmla="*/ 149733 w 1844421"/>
                <a:gd name="connsiteY5" fmla="*/ 97536 h 182880"/>
                <a:gd name="connsiteX6" fmla="*/ 168021 w 1844421"/>
                <a:gd name="connsiteY6" fmla="*/ 103632 h 182880"/>
                <a:gd name="connsiteX7" fmla="*/ 265557 w 1844421"/>
                <a:gd name="connsiteY7" fmla="*/ 140208 h 182880"/>
                <a:gd name="connsiteX8" fmla="*/ 308229 w 1844421"/>
                <a:gd name="connsiteY8" fmla="*/ 152400 h 182880"/>
                <a:gd name="connsiteX9" fmla="*/ 326517 w 1844421"/>
                <a:gd name="connsiteY9" fmla="*/ 158496 h 182880"/>
                <a:gd name="connsiteX10" fmla="*/ 375285 w 1844421"/>
                <a:gd name="connsiteY10" fmla="*/ 170688 h 182880"/>
                <a:gd name="connsiteX11" fmla="*/ 485013 w 1844421"/>
                <a:gd name="connsiteY11" fmla="*/ 146304 h 182880"/>
                <a:gd name="connsiteX12" fmla="*/ 509397 w 1844421"/>
                <a:gd name="connsiteY12" fmla="*/ 140208 h 182880"/>
                <a:gd name="connsiteX13" fmla="*/ 582549 w 1844421"/>
                <a:gd name="connsiteY13" fmla="*/ 97536 h 182880"/>
                <a:gd name="connsiteX14" fmla="*/ 600837 w 1844421"/>
                <a:gd name="connsiteY14" fmla="*/ 91440 h 182880"/>
                <a:gd name="connsiteX15" fmla="*/ 637413 w 1844421"/>
                <a:gd name="connsiteY15" fmla="*/ 67056 h 182880"/>
                <a:gd name="connsiteX16" fmla="*/ 655701 w 1844421"/>
                <a:gd name="connsiteY16" fmla="*/ 60960 h 182880"/>
                <a:gd name="connsiteX17" fmla="*/ 686181 w 1844421"/>
                <a:gd name="connsiteY17" fmla="*/ 42672 h 182880"/>
                <a:gd name="connsiteX18" fmla="*/ 704469 w 1844421"/>
                <a:gd name="connsiteY18" fmla="*/ 30480 h 182880"/>
                <a:gd name="connsiteX19" fmla="*/ 722757 w 1844421"/>
                <a:gd name="connsiteY19" fmla="*/ 24384 h 182880"/>
                <a:gd name="connsiteX20" fmla="*/ 777621 w 1844421"/>
                <a:gd name="connsiteY20" fmla="*/ 0 h 182880"/>
                <a:gd name="connsiteX21" fmla="*/ 844677 w 1844421"/>
                <a:gd name="connsiteY21" fmla="*/ 12192 h 182880"/>
                <a:gd name="connsiteX22" fmla="*/ 881253 w 1844421"/>
                <a:gd name="connsiteY22" fmla="*/ 36576 h 182880"/>
                <a:gd name="connsiteX23" fmla="*/ 917829 w 1844421"/>
                <a:gd name="connsiteY23" fmla="*/ 54864 h 182880"/>
                <a:gd name="connsiteX24" fmla="*/ 966597 w 1844421"/>
                <a:gd name="connsiteY24" fmla="*/ 85344 h 182880"/>
                <a:gd name="connsiteX25" fmla="*/ 984885 w 1844421"/>
                <a:gd name="connsiteY25" fmla="*/ 91440 h 182880"/>
                <a:gd name="connsiteX26" fmla="*/ 1009269 w 1844421"/>
                <a:gd name="connsiteY26" fmla="*/ 103632 h 182880"/>
                <a:gd name="connsiteX27" fmla="*/ 1064133 w 1844421"/>
                <a:gd name="connsiteY27" fmla="*/ 128016 h 182880"/>
                <a:gd name="connsiteX28" fmla="*/ 1216533 w 1844421"/>
                <a:gd name="connsiteY28" fmla="*/ 85344 h 182880"/>
                <a:gd name="connsiteX29" fmla="*/ 1265301 w 1844421"/>
                <a:gd name="connsiteY29" fmla="*/ 67056 h 182880"/>
                <a:gd name="connsiteX30" fmla="*/ 1307973 w 1844421"/>
                <a:gd name="connsiteY30" fmla="*/ 54864 h 182880"/>
                <a:gd name="connsiteX31" fmla="*/ 1326261 w 1844421"/>
                <a:gd name="connsiteY31" fmla="*/ 42672 h 182880"/>
                <a:gd name="connsiteX32" fmla="*/ 1533525 w 1844421"/>
                <a:gd name="connsiteY32" fmla="*/ 60960 h 182880"/>
                <a:gd name="connsiteX33" fmla="*/ 1618869 w 1844421"/>
                <a:gd name="connsiteY33" fmla="*/ 67056 h 182880"/>
                <a:gd name="connsiteX34" fmla="*/ 1704213 w 1844421"/>
                <a:gd name="connsiteY34" fmla="*/ 103632 h 182880"/>
                <a:gd name="connsiteX35" fmla="*/ 1759077 w 1844421"/>
                <a:gd name="connsiteY35" fmla="*/ 134112 h 182880"/>
                <a:gd name="connsiteX36" fmla="*/ 1783461 w 1844421"/>
                <a:gd name="connsiteY36" fmla="*/ 158496 h 182880"/>
                <a:gd name="connsiteX37" fmla="*/ 1789557 w 1844421"/>
                <a:gd name="connsiteY37" fmla="*/ 176784 h 182880"/>
                <a:gd name="connsiteX38" fmla="*/ 1844421 w 1844421"/>
                <a:gd name="connsiteY38" fmla="*/ 182880 h 182880"/>
                <a:gd name="connsiteX0" fmla="*/ 0 w 1789557"/>
                <a:gd name="connsiteY0" fmla="*/ 16383 h 176784"/>
                <a:gd name="connsiteX1" fmla="*/ 27813 w 1789557"/>
                <a:gd name="connsiteY1" fmla="*/ 24384 h 176784"/>
                <a:gd name="connsiteX2" fmla="*/ 76581 w 1789557"/>
                <a:gd name="connsiteY2" fmla="*/ 54864 h 176784"/>
                <a:gd name="connsiteX3" fmla="*/ 94869 w 1789557"/>
                <a:gd name="connsiteY3" fmla="*/ 67056 h 176784"/>
                <a:gd name="connsiteX4" fmla="*/ 125349 w 1789557"/>
                <a:gd name="connsiteY4" fmla="*/ 79248 h 176784"/>
                <a:gd name="connsiteX5" fmla="*/ 149733 w 1789557"/>
                <a:gd name="connsiteY5" fmla="*/ 97536 h 176784"/>
                <a:gd name="connsiteX6" fmla="*/ 168021 w 1789557"/>
                <a:gd name="connsiteY6" fmla="*/ 103632 h 176784"/>
                <a:gd name="connsiteX7" fmla="*/ 265557 w 1789557"/>
                <a:gd name="connsiteY7" fmla="*/ 140208 h 176784"/>
                <a:gd name="connsiteX8" fmla="*/ 308229 w 1789557"/>
                <a:gd name="connsiteY8" fmla="*/ 152400 h 176784"/>
                <a:gd name="connsiteX9" fmla="*/ 326517 w 1789557"/>
                <a:gd name="connsiteY9" fmla="*/ 158496 h 176784"/>
                <a:gd name="connsiteX10" fmla="*/ 375285 w 1789557"/>
                <a:gd name="connsiteY10" fmla="*/ 170688 h 176784"/>
                <a:gd name="connsiteX11" fmla="*/ 485013 w 1789557"/>
                <a:gd name="connsiteY11" fmla="*/ 146304 h 176784"/>
                <a:gd name="connsiteX12" fmla="*/ 509397 w 1789557"/>
                <a:gd name="connsiteY12" fmla="*/ 140208 h 176784"/>
                <a:gd name="connsiteX13" fmla="*/ 582549 w 1789557"/>
                <a:gd name="connsiteY13" fmla="*/ 97536 h 176784"/>
                <a:gd name="connsiteX14" fmla="*/ 600837 w 1789557"/>
                <a:gd name="connsiteY14" fmla="*/ 91440 h 176784"/>
                <a:gd name="connsiteX15" fmla="*/ 637413 w 1789557"/>
                <a:gd name="connsiteY15" fmla="*/ 67056 h 176784"/>
                <a:gd name="connsiteX16" fmla="*/ 655701 w 1789557"/>
                <a:gd name="connsiteY16" fmla="*/ 60960 h 176784"/>
                <a:gd name="connsiteX17" fmla="*/ 686181 w 1789557"/>
                <a:gd name="connsiteY17" fmla="*/ 42672 h 176784"/>
                <a:gd name="connsiteX18" fmla="*/ 704469 w 1789557"/>
                <a:gd name="connsiteY18" fmla="*/ 30480 h 176784"/>
                <a:gd name="connsiteX19" fmla="*/ 722757 w 1789557"/>
                <a:gd name="connsiteY19" fmla="*/ 24384 h 176784"/>
                <a:gd name="connsiteX20" fmla="*/ 777621 w 1789557"/>
                <a:gd name="connsiteY20" fmla="*/ 0 h 176784"/>
                <a:gd name="connsiteX21" fmla="*/ 844677 w 1789557"/>
                <a:gd name="connsiteY21" fmla="*/ 12192 h 176784"/>
                <a:gd name="connsiteX22" fmla="*/ 881253 w 1789557"/>
                <a:gd name="connsiteY22" fmla="*/ 36576 h 176784"/>
                <a:gd name="connsiteX23" fmla="*/ 917829 w 1789557"/>
                <a:gd name="connsiteY23" fmla="*/ 54864 h 176784"/>
                <a:gd name="connsiteX24" fmla="*/ 966597 w 1789557"/>
                <a:gd name="connsiteY24" fmla="*/ 85344 h 176784"/>
                <a:gd name="connsiteX25" fmla="*/ 984885 w 1789557"/>
                <a:gd name="connsiteY25" fmla="*/ 91440 h 176784"/>
                <a:gd name="connsiteX26" fmla="*/ 1009269 w 1789557"/>
                <a:gd name="connsiteY26" fmla="*/ 103632 h 176784"/>
                <a:gd name="connsiteX27" fmla="*/ 1064133 w 1789557"/>
                <a:gd name="connsiteY27" fmla="*/ 128016 h 176784"/>
                <a:gd name="connsiteX28" fmla="*/ 1216533 w 1789557"/>
                <a:gd name="connsiteY28" fmla="*/ 85344 h 176784"/>
                <a:gd name="connsiteX29" fmla="*/ 1265301 w 1789557"/>
                <a:gd name="connsiteY29" fmla="*/ 67056 h 176784"/>
                <a:gd name="connsiteX30" fmla="*/ 1307973 w 1789557"/>
                <a:gd name="connsiteY30" fmla="*/ 54864 h 176784"/>
                <a:gd name="connsiteX31" fmla="*/ 1326261 w 1789557"/>
                <a:gd name="connsiteY31" fmla="*/ 42672 h 176784"/>
                <a:gd name="connsiteX32" fmla="*/ 1533525 w 1789557"/>
                <a:gd name="connsiteY32" fmla="*/ 60960 h 176784"/>
                <a:gd name="connsiteX33" fmla="*/ 1618869 w 1789557"/>
                <a:gd name="connsiteY33" fmla="*/ 67056 h 176784"/>
                <a:gd name="connsiteX34" fmla="*/ 1704213 w 1789557"/>
                <a:gd name="connsiteY34" fmla="*/ 103632 h 176784"/>
                <a:gd name="connsiteX35" fmla="*/ 1759077 w 1789557"/>
                <a:gd name="connsiteY35" fmla="*/ 134112 h 176784"/>
                <a:gd name="connsiteX36" fmla="*/ 1783461 w 1789557"/>
                <a:gd name="connsiteY36" fmla="*/ 158496 h 176784"/>
                <a:gd name="connsiteX37" fmla="*/ 1789557 w 1789557"/>
                <a:gd name="connsiteY37" fmla="*/ 176784 h 176784"/>
                <a:gd name="connsiteX0" fmla="*/ 0 w 1783461"/>
                <a:gd name="connsiteY0" fmla="*/ 16383 h 170688"/>
                <a:gd name="connsiteX1" fmla="*/ 27813 w 1783461"/>
                <a:gd name="connsiteY1" fmla="*/ 24384 h 170688"/>
                <a:gd name="connsiteX2" fmla="*/ 76581 w 1783461"/>
                <a:gd name="connsiteY2" fmla="*/ 54864 h 170688"/>
                <a:gd name="connsiteX3" fmla="*/ 94869 w 1783461"/>
                <a:gd name="connsiteY3" fmla="*/ 67056 h 170688"/>
                <a:gd name="connsiteX4" fmla="*/ 125349 w 1783461"/>
                <a:gd name="connsiteY4" fmla="*/ 79248 h 170688"/>
                <a:gd name="connsiteX5" fmla="*/ 149733 w 1783461"/>
                <a:gd name="connsiteY5" fmla="*/ 97536 h 170688"/>
                <a:gd name="connsiteX6" fmla="*/ 168021 w 1783461"/>
                <a:gd name="connsiteY6" fmla="*/ 103632 h 170688"/>
                <a:gd name="connsiteX7" fmla="*/ 265557 w 1783461"/>
                <a:gd name="connsiteY7" fmla="*/ 140208 h 170688"/>
                <a:gd name="connsiteX8" fmla="*/ 308229 w 1783461"/>
                <a:gd name="connsiteY8" fmla="*/ 152400 h 170688"/>
                <a:gd name="connsiteX9" fmla="*/ 326517 w 1783461"/>
                <a:gd name="connsiteY9" fmla="*/ 158496 h 170688"/>
                <a:gd name="connsiteX10" fmla="*/ 375285 w 1783461"/>
                <a:gd name="connsiteY10" fmla="*/ 170688 h 170688"/>
                <a:gd name="connsiteX11" fmla="*/ 485013 w 1783461"/>
                <a:gd name="connsiteY11" fmla="*/ 146304 h 170688"/>
                <a:gd name="connsiteX12" fmla="*/ 509397 w 1783461"/>
                <a:gd name="connsiteY12" fmla="*/ 140208 h 170688"/>
                <a:gd name="connsiteX13" fmla="*/ 582549 w 1783461"/>
                <a:gd name="connsiteY13" fmla="*/ 97536 h 170688"/>
                <a:gd name="connsiteX14" fmla="*/ 600837 w 1783461"/>
                <a:gd name="connsiteY14" fmla="*/ 91440 h 170688"/>
                <a:gd name="connsiteX15" fmla="*/ 637413 w 1783461"/>
                <a:gd name="connsiteY15" fmla="*/ 67056 h 170688"/>
                <a:gd name="connsiteX16" fmla="*/ 655701 w 1783461"/>
                <a:gd name="connsiteY16" fmla="*/ 60960 h 170688"/>
                <a:gd name="connsiteX17" fmla="*/ 686181 w 1783461"/>
                <a:gd name="connsiteY17" fmla="*/ 42672 h 170688"/>
                <a:gd name="connsiteX18" fmla="*/ 704469 w 1783461"/>
                <a:gd name="connsiteY18" fmla="*/ 30480 h 170688"/>
                <a:gd name="connsiteX19" fmla="*/ 722757 w 1783461"/>
                <a:gd name="connsiteY19" fmla="*/ 24384 h 170688"/>
                <a:gd name="connsiteX20" fmla="*/ 777621 w 1783461"/>
                <a:gd name="connsiteY20" fmla="*/ 0 h 170688"/>
                <a:gd name="connsiteX21" fmla="*/ 844677 w 1783461"/>
                <a:gd name="connsiteY21" fmla="*/ 12192 h 170688"/>
                <a:gd name="connsiteX22" fmla="*/ 881253 w 1783461"/>
                <a:gd name="connsiteY22" fmla="*/ 36576 h 170688"/>
                <a:gd name="connsiteX23" fmla="*/ 917829 w 1783461"/>
                <a:gd name="connsiteY23" fmla="*/ 54864 h 170688"/>
                <a:gd name="connsiteX24" fmla="*/ 966597 w 1783461"/>
                <a:gd name="connsiteY24" fmla="*/ 85344 h 170688"/>
                <a:gd name="connsiteX25" fmla="*/ 984885 w 1783461"/>
                <a:gd name="connsiteY25" fmla="*/ 91440 h 170688"/>
                <a:gd name="connsiteX26" fmla="*/ 1009269 w 1783461"/>
                <a:gd name="connsiteY26" fmla="*/ 103632 h 170688"/>
                <a:gd name="connsiteX27" fmla="*/ 1064133 w 1783461"/>
                <a:gd name="connsiteY27" fmla="*/ 128016 h 170688"/>
                <a:gd name="connsiteX28" fmla="*/ 1216533 w 1783461"/>
                <a:gd name="connsiteY28" fmla="*/ 85344 h 170688"/>
                <a:gd name="connsiteX29" fmla="*/ 1265301 w 1783461"/>
                <a:gd name="connsiteY29" fmla="*/ 67056 h 170688"/>
                <a:gd name="connsiteX30" fmla="*/ 1307973 w 1783461"/>
                <a:gd name="connsiteY30" fmla="*/ 54864 h 170688"/>
                <a:gd name="connsiteX31" fmla="*/ 1326261 w 1783461"/>
                <a:gd name="connsiteY31" fmla="*/ 42672 h 170688"/>
                <a:gd name="connsiteX32" fmla="*/ 1533525 w 1783461"/>
                <a:gd name="connsiteY32" fmla="*/ 60960 h 170688"/>
                <a:gd name="connsiteX33" fmla="*/ 1618869 w 1783461"/>
                <a:gd name="connsiteY33" fmla="*/ 67056 h 170688"/>
                <a:gd name="connsiteX34" fmla="*/ 1704213 w 1783461"/>
                <a:gd name="connsiteY34" fmla="*/ 103632 h 170688"/>
                <a:gd name="connsiteX35" fmla="*/ 1759077 w 1783461"/>
                <a:gd name="connsiteY35" fmla="*/ 134112 h 170688"/>
                <a:gd name="connsiteX36" fmla="*/ 1783461 w 1783461"/>
                <a:gd name="connsiteY36" fmla="*/ 158496 h 170688"/>
                <a:gd name="connsiteX0" fmla="*/ 0 w 1759077"/>
                <a:gd name="connsiteY0" fmla="*/ 16383 h 170688"/>
                <a:gd name="connsiteX1" fmla="*/ 27813 w 1759077"/>
                <a:gd name="connsiteY1" fmla="*/ 24384 h 170688"/>
                <a:gd name="connsiteX2" fmla="*/ 76581 w 1759077"/>
                <a:gd name="connsiteY2" fmla="*/ 54864 h 170688"/>
                <a:gd name="connsiteX3" fmla="*/ 94869 w 1759077"/>
                <a:gd name="connsiteY3" fmla="*/ 67056 h 170688"/>
                <a:gd name="connsiteX4" fmla="*/ 125349 w 1759077"/>
                <a:gd name="connsiteY4" fmla="*/ 79248 h 170688"/>
                <a:gd name="connsiteX5" fmla="*/ 149733 w 1759077"/>
                <a:gd name="connsiteY5" fmla="*/ 97536 h 170688"/>
                <a:gd name="connsiteX6" fmla="*/ 168021 w 1759077"/>
                <a:gd name="connsiteY6" fmla="*/ 103632 h 170688"/>
                <a:gd name="connsiteX7" fmla="*/ 265557 w 1759077"/>
                <a:gd name="connsiteY7" fmla="*/ 140208 h 170688"/>
                <a:gd name="connsiteX8" fmla="*/ 308229 w 1759077"/>
                <a:gd name="connsiteY8" fmla="*/ 152400 h 170688"/>
                <a:gd name="connsiteX9" fmla="*/ 326517 w 1759077"/>
                <a:gd name="connsiteY9" fmla="*/ 158496 h 170688"/>
                <a:gd name="connsiteX10" fmla="*/ 375285 w 1759077"/>
                <a:gd name="connsiteY10" fmla="*/ 170688 h 170688"/>
                <a:gd name="connsiteX11" fmla="*/ 485013 w 1759077"/>
                <a:gd name="connsiteY11" fmla="*/ 146304 h 170688"/>
                <a:gd name="connsiteX12" fmla="*/ 509397 w 1759077"/>
                <a:gd name="connsiteY12" fmla="*/ 140208 h 170688"/>
                <a:gd name="connsiteX13" fmla="*/ 582549 w 1759077"/>
                <a:gd name="connsiteY13" fmla="*/ 97536 h 170688"/>
                <a:gd name="connsiteX14" fmla="*/ 600837 w 1759077"/>
                <a:gd name="connsiteY14" fmla="*/ 91440 h 170688"/>
                <a:gd name="connsiteX15" fmla="*/ 637413 w 1759077"/>
                <a:gd name="connsiteY15" fmla="*/ 67056 h 170688"/>
                <a:gd name="connsiteX16" fmla="*/ 655701 w 1759077"/>
                <a:gd name="connsiteY16" fmla="*/ 60960 h 170688"/>
                <a:gd name="connsiteX17" fmla="*/ 686181 w 1759077"/>
                <a:gd name="connsiteY17" fmla="*/ 42672 h 170688"/>
                <a:gd name="connsiteX18" fmla="*/ 704469 w 1759077"/>
                <a:gd name="connsiteY18" fmla="*/ 30480 h 170688"/>
                <a:gd name="connsiteX19" fmla="*/ 722757 w 1759077"/>
                <a:gd name="connsiteY19" fmla="*/ 24384 h 170688"/>
                <a:gd name="connsiteX20" fmla="*/ 777621 w 1759077"/>
                <a:gd name="connsiteY20" fmla="*/ 0 h 170688"/>
                <a:gd name="connsiteX21" fmla="*/ 844677 w 1759077"/>
                <a:gd name="connsiteY21" fmla="*/ 12192 h 170688"/>
                <a:gd name="connsiteX22" fmla="*/ 881253 w 1759077"/>
                <a:gd name="connsiteY22" fmla="*/ 36576 h 170688"/>
                <a:gd name="connsiteX23" fmla="*/ 917829 w 1759077"/>
                <a:gd name="connsiteY23" fmla="*/ 54864 h 170688"/>
                <a:gd name="connsiteX24" fmla="*/ 966597 w 1759077"/>
                <a:gd name="connsiteY24" fmla="*/ 85344 h 170688"/>
                <a:gd name="connsiteX25" fmla="*/ 984885 w 1759077"/>
                <a:gd name="connsiteY25" fmla="*/ 91440 h 170688"/>
                <a:gd name="connsiteX26" fmla="*/ 1009269 w 1759077"/>
                <a:gd name="connsiteY26" fmla="*/ 103632 h 170688"/>
                <a:gd name="connsiteX27" fmla="*/ 1064133 w 1759077"/>
                <a:gd name="connsiteY27" fmla="*/ 128016 h 170688"/>
                <a:gd name="connsiteX28" fmla="*/ 1216533 w 1759077"/>
                <a:gd name="connsiteY28" fmla="*/ 85344 h 170688"/>
                <a:gd name="connsiteX29" fmla="*/ 1265301 w 1759077"/>
                <a:gd name="connsiteY29" fmla="*/ 67056 h 170688"/>
                <a:gd name="connsiteX30" fmla="*/ 1307973 w 1759077"/>
                <a:gd name="connsiteY30" fmla="*/ 54864 h 170688"/>
                <a:gd name="connsiteX31" fmla="*/ 1326261 w 1759077"/>
                <a:gd name="connsiteY31" fmla="*/ 42672 h 170688"/>
                <a:gd name="connsiteX32" fmla="*/ 1533525 w 1759077"/>
                <a:gd name="connsiteY32" fmla="*/ 60960 h 170688"/>
                <a:gd name="connsiteX33" fmla="*/ 1618869 w 1759077"/>
                <a:gd name="connsiteY33" fmla="*/ 67056 h 170688"/>
                <a:gd name="connsiteX34" fmla="*/ 1704213 w 1759077"/>
                <a:gd name="connsiteY34" fmla="*/ 103632 h 170688"/>
                <a:gd name="connsiteX35" fmla="*/ 1759077 w 1759077"/>
                <a:gd name="connsiteY35" fmla="*/ 134112 h 170688"/>
                <a:gd name="connsiteX0" fmla="*/ 0 w 1704213"/>
                <a:gd name="connsiteY0" fmla="*/ 16383 h 170688"/>
                <a:gd name="connsiteX1" fmla="*/ 27813 w 1704213"/>
                <a:gd name="connsiteY1" fmla="*/ 24384 h 170688"/>
                <a:gd name="connsiteX2" fmla="*/ 76581 w 1704213"/>
                <a:gd name="connsiteY2" fmla="*/ 54864 h 170688"/>
                <a:gd name="connsiteX3" fmla="*/ 94869 w 1704213"/>
                <a:gd name="connsiteY3" fmla="*/ 67056 h 170688"/>
                <a:gd name="connsiteX4" fmla="*/ 125349 w 1704213"/>
                <a:gd name="connsiteY4" fmla="*/ 79248 h 170688"/>
                <a:gd name="connsiteX5" fmla="*/ 149733 w 1704213"/>
                <a:gd name="connsiteY5" fmla="*/ 97536 h 170688"/>
                <a:gd name="connsiteX6" fmla="*/ 168021 w 1704213"/>
                <a:gd name="connsiteY6" fmla="*/ 103632 h 170688"/>
                <a:gd name="connsiteX7" fmla="*/ 265557 w 1704213"/>
                <a:gd name="connsiteY7" fmla="*/ 140208 h 170688"/>
                <a:gd name="connsiteX8" fmla="*/ 308229 w 1704213"/>
                <a:gd name="connsiteY8" fmla="*/ 152400 h 170688"/>
                <a:gd name="connsiteX9" fmla="*/ 326517 w 1704213"/>
                <a:gd name="connsiteY9" fmla="*/ 158496 h 170688"/>
                <a:gd name="connsiteX10" fmla="*/ 375285 w 1704213"/>
                <a:gd name="connsiteY10" fmla="*/ 170688 h 170688"/>
                <a:gd name="connsiteX11" fmla="*/ 485013 w 1704213"/>
                <a:gd name="connsiteY11" fmla="*/ 146304 h 170688"/>
                <a:gd name="connsiteX12" fmla="*/ 509397 w 1704213"/>
                <a:gd name="connsiteY12" fmla="*/ 140208 h 170688"/>
                <a:gd name="connsiteX13" fmla="*/ 582549 w 1704213"/>
                <a:gd name="connsiteY13" fmla="*/ 97536 h 170688"/>
                <a:gd name="connsiteX14" fmla="*/ 600837 w 1704213"/>
                <a:gd name="connsiteY14" fmla="*/ 91440 h 170688"/>
                <a:gd name="connsiteX15" fmla="*/ 637413 w 1704213"/>
                <a:gd name="connsiteY15" fmla="*/ 67056 h 170688"/>
                <a:gd name="connsiteX16" fmla="*/ 655701 w 1704213"/>
                <a:gd name="connsiteY16" fmla="*/ 60960 h 170688"/>
                <a:gd name="connsiteX17" fmla="*/ 686181 w 1704213"/>
                <a:gd name="connsiteY17" fmla="*/ 42672 h 170688"/>
                <a:gd name="connsiteX18" fmla="*/ 704469 w 1704213"/>
                <a:gd name="connsiteY18" fmla="*/ 30480 h 170688"/>
                <a:gd name="connsiteX19" fmla="*/ 722757 w 1704213"/>
                <a:gd name="connsiteY19" fmla="*/ 24384 h 170688"/>
                <a:gd name="connsiteX20" fmla="*/ 777621 w 1704213"/>
                <a:gd name="connsiteY20" fmla="*/ 0 h 170688"/>
                <a:gd name="connsiteX21" fmla="*/ 844677 w 1704213"/>
                <a:gd name="connsiteY21" fmla="*/ 12192 h 170688"/>
                <a:gd name="connsiteX22" fmla="*/ 881253 w 1704213"/>
                <a:gd name="connsiteY22" fmla="*/ 36576 h 170688"/>
                <a:gd name="connsiteX23" fmla="*/ 917829 w 1704213"/>
                <a:gd name="connsiteY23" fmla="*/ 54864 h 170688"/>
                <a:gd name="connsiteX24" fmla="*/ 966597 w 1704213"/>
                <a:gd name="connsiteY24" fmla="*/ 85344 h 170688"/>
                <a:gd name="connsiteX25" fmla="*/ 984885 w 1704213"/>
                <a:gd name="connsiteY25" fmla="*/ 91440 h 170688"/>
                <a:gd name="connsiteX26" fmla="*/ 1009269 w 1704213"/>
                <a:gd name="connsiteY26" fmla="*/ 103632 h 170688"/>
                <a:gd name="connsiteX27" fmla="*/ 1064133 w 1704213"/>
                <a:gd name="connsiteY27" fmla="*/ 128016 h 170688"/>
                <a:gd name="connsiteX28" fmla="*/ 1216533 w 1704213"/>
                <a:gd name="connsiteY28" fmla="*/ 85344 h 170688"/>
                <a:gd name="connsiteX29" fmla="*/ 1265301 w 1704213"/>
                <a:gd name="connsiteY29" fmla="*/ 67056 h 170688"/>
                <a:gd name="connsiteX30" fmla="*/ 1307973 w 1704213"/>
                <a:gd name="connsiteY30" fmla="*/ 54864 h 170688"/>
                <a:gd name="connsiteX31" fmla="*/ 1326261 w 1704213"/>
                <a:gd name="connsiteY31" fmla="*/ 42672 h 170688"/>
                <a:gd name="connsiteX32" fmla="*/ 1533525 w 1704213"/>
                <a:gd name="connsiteY32" fmla="*/ 60960 h 170688"/>
                <a:gd name="connsiteX33" fmla="*/ 1618869 w 1704213"/>
                <a:gd name="connsiteY33" fmla="*/ 67056 h 170688"/>
                <a:gd name="connsiteX34" fmla="*/ 1704213 w 1704213"/>
                <a:gd name="connsiteY34" fmla="*/ 103632 h 170688"/>
                <a:gd name="connsiteX0" fmla="*/ 0 w 1618869"/>
                <a:gd name="connsiteY0" fmla="*/ 16383 h 170688"/>
                <a:gd name="connsiteX1" fmla="*/ 27813 w 1618869"/>
                <a:gd name="connsiteY1" fmla="*/ 24384 h 170688"/>
                <a:gd name="connsiteX2" fmla="*/ 76581 w 1618869"/>
                <a:gd name="connsiteY2" fmla="*/ 54864 h 170688"/>
                <a:gd name="connsiteX3" fmla="*/ 94869 w 1618869"/>
                <a:gd name="connsiteY3" fmla="*/ 67056 h 170688"/>
                <a:gd name="connsiteX4" fmla="*/ 125349 w 1618869"/>
                <a:gd name="connsiteY4" fmla="*/ 79248 h 170688"/>
                <a:gd name="connsiteX5" fmla="*/ 149733 w 1618869"/>
                <a:gd name="connsiteY5" fmla="*/ 97536 h 170688"/>
                <a:gd name="connsiteX6" fmla="*/ 168021 w 1618869"/>
                <a:gd name="connsiteY6" fmla="*/ 103632 h 170688"/>
                <a:gd name="connsiteX7" fmla="*/ 265557 w 1618869"/>
                <a:gd name="connsiteY7" fmla="*/ 140208 h 170688"/>
                <a:gd name="connsiteX8" fmla="*/ 308229 w 1618869"/>
                <a:gd name="connsiteY8" fmla="*/ 152400 h 170688"/>
                <a:gd name="connsiteX9" fmla="*/ 326517 w 1618869"/>
                <a:gd name="connsiteY9" fmla="*/ 158496 h 170688"/>
                <a:gd name="connsiteX10" fmla="*/ 375285 w 1618869"/>
                <a:gd name="connsiteY10" fmla="*/ 170688 h 170688"/>
                <a:gd name="connsiteX11" fmla="*/ 485013 w 1618869"/>
                <a:gd name="connsiteY11" fmla="*/ 146304 h 170688"/>
                <a:gd name="connsiteX12" fmla="*/ 509397 w 1618869"/>
                <a:gd name="connsiteY12" fmla="*/ 140208 h 170688"/>
                <a:gd name="connsiteX13" fmla="*/ 582549 w 1618869"/>
                <a:gd name="connsiteY13" fmla="*/ 97536 h 170688"/>
                <a:gd name="connsiteX14" fmla="*/ 600837 w 1618869"/>
                <a:gd name="connsiteY14" fmla="*/ 91440 h 170688"/>
                <a:gd name="connsiteX15" fmla="*/ 637413 w 1618869"/>
                <a:gd name="connsiteY15" fmla="*/ 67056 h 170688"/>
                <a:gd name="connsiteX16" fmla="*/ 655701 w 1618869"/>
                <a:gd name="connsiteY16" fmla="*/ 60960 h 170688"/>
                <a:gd name="connsiteX17" fmla="*/ 686181 w 1618869"/>
                <a:gd name="connsiteY17" fmla="*/ 42672 h 170688"/>
                <a:gd name="connsiteX18" fmla="*/ 704469 w 1618869"/>
                <a:gd name="connsiteY18" fmla="*/ 30480 h 170688"/>
                <a:gd name="connsiteX19" fmla="*/ 722757 w 1618869"/>
                <a:gd name="connsiteY19" fmla="*/ 24384 h 170688"/>
                <a:gd name="connsiteX20" fmla="*/ 777621 w 1618869"/>
                <a:gd name="connsiteY20" fmla="*/ 0 h 170688"/>
                <a:gd name="connsiteX21" fmla="*/ 844677 w 1618869"/>
                <a:gd name="connsiteY21" fmla="*/ 12192 h 170688"/>
                <a:gd name="connsiteX22" fmla="*/ 881253 w 1618869"/>
                <a:gd name="connsiteY22" fmla="*/ 36576 h 170688"/>
                <a:gd name="connsiteX23" fmla="*/ 917829 w 1618869"/>
                <a:gd name="connsiteY23" fmla="*/ 54864 h 170688"/>
                <a:gd name="connsiteX24" fmla="*/ 966597 w 1618869"/>
                <a:gd name="connsiteY24" fmla="*/ 85344 h 170688"/>
                <a:gd name="connsiteX25" fmla="*/ 984885 w 1618869"/>
                <a:gd name="connsiteY25" fmla="*/ 91440 h 170688"/>
                <a:gd name="connsiteX26" fmla="*/ 1009269 w 1618869"/>
                <a:gd name="connsiteY26" fmla="*/ 103632 h 170688"/>
                <a:gd name="connsiteX27" fmla="*/ 1064133 w 1618869"/>
                <a:gd name="connsiteY27" fmla="*/ 128016 h 170688"/>
                <a:gd name="connsiteX28" fmla="*/ 1216533 w 1618869"/>
                <a:gd name="connsiteY28" fmla="*/ 85344 h 170688"/>
                <a:gd name="connsiteX29" fmla="*/ 1265301 w 1618869"/>
                <a:gd name="connsiteY29" fmla="*/ 67056 h 170688"/>
                <a:gd name="connsiteX30" fmla="*/ 1307973 w 1618869"/>
                <a:gd name="connsiteY30" fmla="*/ 54864 h 170688"/>
                <a:gd name="connsiteX31" fmla="*/ 1326261 w 1618869"/>
                <a:gd name="connsiteY31" fmla="*/ 42672 h 170688"/>
                <a:gd name="connsiteX32" fmla="*/ 1533525 w 1618869"/>
                <a:gd name="connsiteY32" fmla="*/ 60960 h 170688"/>
                <a:gd name="connsiteX33" fmla="*/ 1618869 w 1618869"/>
                <a:gd name="connsiteY33" fmla="*/ 67056 h 170688"/>
                <a:gd name="connsiteX0" fmla="*/ 0 w 1533525"/>
                <a:gd name="connsiteY0" fmla="*/ 16383 h 170688"/>
                <a:gd name="connsiteX1" fmla="*/ 27813 w 1533525"/>
                <a:gd name="connsiteY1" fmla="*/ 24384 h 170688"/>
                <a:gd name="connsiteX2" fmla="*/ 76581 w 1533525"/>
                <a:gd name="connsiteY2" fmla="*/ 54864 h 170688"/>
                <a:gd name="connsiteX3" fmla="*/ 94869 w 1533525"/>
                <a:gd name="connsiteY3" fmla="*/ 67056 h 170688"/>
                <a:gd name="connsiteX4" fmla="*/ 125349 w 1533525"/>
                <a:gd name="connsiteY4" fmla="*/ 79248 h 170688"/>
                <a:gd name="connsiteX5" fmla="*/ 149733 w 1533525"/>
                <a:gd name="connsiteY5" fmla="*/ 97536 h 170688"/>
                <a:gd name="connsiteX6" fmla="*/ 168021 w 1533525"/>
                <a:gd name="connsiteY6" fmla="*/ 103632 h 170688"/>
                <a:gd name="connsiteX7" fmla="*/ 265557 w 1533525"/>
                <a:gd name="connsiteY7" fmla="*/ 140208 h 170688"/>
                <a:gd name="connsiteX8" fmla="*/ 308229 w 1533525"/>
                <a:gd name="connsiteY8" fmla="*/ 152400 h 170688"/>
                <a:gd name="connsiteX9" fmla="*/ 326517 w 1533525"/>
                <a:gd name="connsiteY9" fmla="*/ 158496 h 170688"/>
                <a:gd name="connsiteX10" fmla="*/ 375285 w 1533525"/>
                <a:gd name="connsiteY10" fmla="*/ 170688 h 170688"/>
                <a:gd name="connsiteX11" fmla="*/ 485013 w 1533525"/>
                <a:gd name="connsiteY11" fmla="*/ 146304 h 170688"/>
                <a:gd name="connsiteX12" fmla="*/ 509397 w 1533525"/>
                <a:gd name="connsiteY12" fmla="*/ 140208 h 170688"/>
                <a:gd name="connsiteX13" fmla="*/ 582549 w 1533525"/>
                <a:gd name="connsiteY13" fmla="*/ 97536 h 170688"/>
                <a:gd name="connsiteX14" fmla="*/ 600837 w 1533525"/>
                <a:gd name="connsiteY14" fmla="*/ 91440 h 170688"/>
                <a:gd name="connsiteX15" fmla="*/ 637413 w 1533525"/>
                <a:gd name="connsiteY15" fmla="*/ 67056 h 170688"/>
                <a:gd name="connsiteX16" fmla="*/ 655701 w 1533525"/>
                <a:gd name="connsiteY16" fmla="*/ 60960 h 170688"/>
                <a:gd name="connsiteX17" fmla="*/ 686181 w 1533525"/>
                <a:gd name="connsiteY17" fmla="*/ 42672 h 170688"/>
                <a:gd name="connsiteX18" fmla="*/ 704469 w 1533525"/>
                <a:gd name="connsiteY18" fmla="*/ 30480 h 170688"/>
                <a:gd name="connsiteX19" fmla="*/ 722757 w 1533525"/>
                <a:gd name="connsiteY19" fmla="*/ 24384 h 170688"/>
                <a:gd name="connsiteX20" fmla="*/ 777621 w 1533525"/>
                <a:gd name="connsiteY20" fmla="*/ 0 h 170688"/>
                <a:gd name="connsiteX21" fmla="*/ 844677 w 1533525"/>
                <a:gd name="connsiteY21" fmla="*/ 12192 h 170688"/>
                <a:gd name="connsiteX22" fmla="*/ 881253 w 1533525"/>
                <a:gd name="connsiteY22" fmla="*/ 36576 h 170688"/>
                <a:gd name="connsiteX23" fmla="*/ 917829 w 1533525"/>
                <a:gd name="connsiteY23" fmla="*/ 54864 h 170688"/>
                <a:gd name="connsiteX24" fmla="*/ 966597 w 1533525"/>
                <a:gd name="connsiteY24" fmla="*/ 85344 h 170688"/>
                <a:gd name="connsiteX25" fmla="*/ 984885 w 1533525"/>
                <a:gd name="connsiteY25" fmla="*/ 91440 h 170688"/>
                <a:gd name="connsiteX26" fmla="*/ 1009269 w 1533525"/>
                <a:gd name="connsiteY26" fmla="*/ 103632 h 170688"/>
                <a:gd name="connsiteX27" fmla="*/ 1064133 w 1533525"/>
                <a:gd name="connsiteY27" fmla="*/ 128016 h 170688"/>
                <a:gd name="connsiteX28" fmla="*/ 1216533 w 1533525"/>
                <a:gd name="connsiteY28" fmla="*/ 85344 h 170688"/>
                <a:gd name="connsiteX29" fmla="*/ 1265301 w 1533525"/>
                <a:gd name="connsiteY29" fmla="*/ 67056 h 170688"/>
                <a:gd name="connsiteX30" fmla="*/ 1307973 w 1533525"/>
                <a:gd name="connsiteY30" fmla="*/ 54864 h 170688"/>
                <a:gd name="connsiteX31" fmla="*/ 1326261 w 1533525"/>
                <a:gd name="connsiteY31" fmla="*/ 42672 h 170688"/>
                <a:gd name="connsiteX32" fmla="*/ 1533525 w 1533525"/>
                <a:gd name="connsiteY32" fmla="*/ 60960 h 170688"/>
                <a:gd name="connsiteX0" fmla="*/ 0 w 1541145"/>
                <a:gd name="connsiteY0" fmla="*/ 16383 h 170688"/>
                <a:gd name="connsiteX1" fmla="*/ 27813 w 1541145"/>
                <a:gd name="connsiteY1" fmla="*/ 24384 h 170688"/>
                <a:gd name="connsiteX2" fmla="*/ 76581 w 1541145"/>
                <a:gd name="connsiteY2" fmla="*/ 54864 h 170688"/>
                <a:gd name="connsiteX3" fmla="*/ 94869 w 1541145"/>
                <a:gd name="connsiteY3" fmla="*/ 67056 h 170688"/>
                <a:gd name="connsiteX4" fmla="*/ 125349 w 1541145"/>
                <a:gd name="connsiteY4" fmla="*/ 79248 h 170688"/>
                <a:gd name="connsiteX5" fmla="*/ 149733 w 1541145"/>
                <a:gd name="connsiteY5" fmla="*/ 97536 h 170688"/>
                <a:gd name="connsiteX6" fmla="*/ 168021 w 1541145"/>
                <a:gd name="connsiteY6" fmla="*/ 103632 h 170688"/>
                <a:gd name="connsiteX7" fmla="*/ 265557 w 1541145"/>
                <a:gd name="connsiteY7" fmla="*/ 140208 h 170688"/>
                <a:gd name="connsiteX8" fmla="*/ 308229 w 1541145"/>
                <a:gd name="connsiteY8" fmla="*/ 152400 h 170688"/>
                <a:gd name="connsiteX9" fmla="*/ 326517 w 1541145"/>
                <a:gd name="connsiteY9" fmla="*/ 158496 h 170688"/>
                <a:gd name="connsiteX10" fmla="*/ 375285 w 1541145"/>
                <a:gd name="connsiteY10" fmla="*/ 170688 h 170688"/>
                <a:gd name="connsiteX11" fmla="*/ 485013 w 1541145"/>
                <a:gd name="connsiteY11" fmla="*/ 146304 h 170688"/>
                <a:gd name="connsiteX12" fmla="*/ 509397 w 1541145"/>
                <a:gd name="connsiteY12" fmla="*/ 140208 h 170688"/>
                <a:gd name="connsiteX13" fmla="*/ 582549 w 1541145"/>
                <a:gd name="connsiteY13" fmla="*/ 97536 h 170688"/>
                <a:gd name="connsiteX14" fmla="*/ 600837 w 1541145"/>
                <a:gd name="connsiteY14" fmla="*/ 91440 h 170688"/>
                <a:gd name="connsiteX15" fmla="*/ 637413 w 1541145"/>
                <a:gd name="connsiteY15" fmla="*/ 67056 h 170688"/>
                <a:gd name="connsiteX16" fmla="*/ 655701 w 1541145"/>
                <a:gd name="connsiteY16" fmla="*/ 60960 h 170688"/>
                <a:gd name="connsiteX17" fmla="*/ 686181 w 1541145"/>
                <a:gd name="connsiteY17" fmla="*/ 42672 h 170688"/>
                <a:gd name="connsiteX18" fmla="*/ 704469 w 1541145"/>
                <a:gd name="connsiteY18" fmla="*/ 30480 h 170688"/>
                <a:gd name="connsiteX19" fmla="*/ 722757 w 1541145"/>
                <a:gd name="connsiteY19" fmla="*/ 24384 h 170688"/>
                <a:gd name="connsiteX20" fmla="*/ 777621 w 1541145"/>
                <a:gd name="connsiteY20" fmla="*/ 0 h 170688"/>
                <a:gd name="connsiteX21" fmla="*/ 844677 w 1541145"/>
                <a:gd name="connsiteY21" fmla="*/ 12192 h 170688"/>
                <a:gd name="connsiteX22" fmla="*/ 881253 w 1541145"/>
                <a:gd name="connsiteY22" fmla="*/ 36576 h 170688"/>
                <a:gd name="connsiteX23" fmla="*/ 917829 w 1541145"/>
                <a:gd name="connsiteY23" fmla="*/ 54864 h 170688"/>
                <a:gd name="connsiteX24" fmla="*/ 966597 w 1541145"/>
                <a:gd name="connsiteY24" fmla="*/ 85344 h 170688"/>
                <a:gd name="connsiteX25" fmla="*/ 984885 w 1541145"/>
                <a:gd name="connsiteY25" fmla="*/ 91440 h 170688"/>
                <a:gd name="connsiteX26" fmla="*/ 1009269 w 1541145"/>
                <a:gd name="connsiteY26" fmla="*/ 103632 h 170688"/>
                <a:gd name="connsiteX27" fmla="*/ 1064133 w 1541145"/>
                <a:gd name="connsiteY27" fmla="*/ 128016 h 170688"/>
                <a:gd name="connsiteX28" fmla="*/ 1216533 w 1541145"/>
                <a:gd name="connsiteY28" fmla="*/ 85344 h 170688"/>
                <a:gd name="connsiteX29" fmla="*/ 1265301 w 1541145"/>
                <a:gd name="connsiteY29" fmla="*/ 67056 h 170688"/>
                <a:gd name="connsiteX30" fmla="*/ 1307973 w 1541145"/>
                <a:gd name="connsiteY30" fmla="*/ 54864 h 170688"/>
                <a:gd name="connsiteX31" fmla="*/ 1326261 w 1541145"/>
                <a:gd name="connsiteY31" fmla="*/ 42672 h 170688"/>
                <a:gd name="connsiteX32" fmla="*/ 1541145 w 1541145"/>
                <a:gd name="connsiteY32" fmla="*/ 60960 h 170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41145" h="170688">
                  <a:moveTo>
                    <a:pt x="0" y="16383"/>
                  </a:moveTo>
                  <a:cubicBezTo>
                    <a:pt x="6179" y="18148"/>
                    <a:pt x="21717" y="22352"/>
                    <a:pt x="27813" y="24384"/>
                  </a:cubicBezTo>
                  <a:cubicBezTo>
                    <a:pt x="74436" y="59351"/>
                    <a:pt x="29721" y="28087"/>
                    <a:pt x="76581" y="54864"/>
                  </a:cubicBezTo>
                  <a:cubicBezTo>
                    <a:pt x="82942" y="58499"/>
                    <a:pt x="88316" y="63779"/>
                    <a:pt x="94869" y="67056"/>
                  </a:cubicBezTo>
                  <a:cubicBezTo>
                    <a:pt x="104656" y="71950"/>
                    <a:pt x="115783" y="73934"/>
                    <a:pt x="125349" y="79248"/>
                  </a:cubicBezTo>
                  <a:cubicBezTo>
                    <a:pt x="134230" y="84182"/>
                    <a:pt x="140912" y="92495"/>
                    <a:pt x="149733" y="97536"/>
                  </a:cubicBezTo>
                  <a:cubicBezTo>
                    <a:pt x="155312" y="100724"/>
                    <a:pt x="162024" y="101325"/>
                    <a:pt x="168021" y="103632"/>
                  </a:cubicBezTo>
                  <a:cubicBezTo>
                    <a:pt x="222944" y="124756"/>
                    <a:pt x="218771" y="125812"/>
                    <a:pt x="265557" y="140208"/>
                  </a:cubicBezTo>
                  <a:cubicBezTo>
                    <a:pt x="279696" y="144558"/>
                    <a:pt x="294060" y="148149"/>
                    <a:pt x="308229" y="152400"/>
                  </a:cubicBezTo>
                  <a:cubicBezTo>
                    <a:pt x="314384" y="154246"/>
                    <a:pt x="320283" y="156938"/>
                    <a:pt x="326517" y="158496"/>
                  </a:cubicBezTo>
                  <a:lnTo>
                    <a:pt x="375285" y="170688"/>
                  </a:lnTo>
                  <a:lnTo>
                    <a:pt x="485013" y="146304"/>
                  </a:lnTo>
                  <a:cubicBezTo>
                    <a:pt x="493183" y="144447"/>
                    <a:pt x="501618" y="143320"/>
                    <a:pt x="509397" y="140208"/>
                  </a:cubicBezTo>
                  <a:cubicBezTo>
                    <a:pt x="558981" y="120375"/>
                    <a:pt x="534737" y="124098"/>
                    <a:pt x="582549" y="97536"/>
                  </a:cubicBezTo>
                  <a:cubicBezTo>
                    <a:pt x="588166" y="94415"/>
                    <a:pt x="595220" y="94561"/>
                    <a:pt x="600837" y="91440"/>
                  </a:cubicBezTo>
                  <a:cubicBezTo>
                    <a:pt x="613646" y="84324"/>
                    <a:pt x="623512" y="71690"/>
                    <a:pt x="637413" y="67056"/>
                  </a:cubicBezTo>
                  <a:cubicBezTo>
                    <a:pt x="643509" y="65024"/>
                    <a:pt x="649954" y="63834"/>
                    <a:pt x="655701" y="60960"/>
                  </a:cubicBezTo>
                  <a:cubicBezTo>
                    <a:pt x="666299" y="55661"/>
                    <a:pt x="676133" y="48952"/>
                    <a:pt x="686181" y="42672"/>
                  </a:cubicBezTo>
                  <a:cubicBezTo>
                    <a:pt x="692394" y="38789"/>
                    <a:pt x="697916" y="33757"/>
                    <a:pt x="704469" y="30480"/>
                  </a:cubicBezTo>
                  <a:cubicBezTo>
                    <a:pt x="710216" y="27606"/>
                    <a:pt x="716740" y="26640"/>
                    <a:pt x="722757" y="24384"/>
                  </a:cubicBezTo>
                  <a:cubicBezTo>
                    <a:pt x="753891" y="12709"/>
                    <a:pt x="749913" y="13854"/>
                    <a:pt x="777621" y="0"/>
                  </a:cubicBezTo>
                  <a:cubicBezTo>
                    <a:pt x="799973" y="4064"/>
                    <a:pt x="823254" y="4631"/>
                    <a:pt x="844677" y="12192"/>
                  </a:cubicBezTo>
                  <a:cubicBezTo>
                    <a:pt x="858495" y="17069"/>
                    <a:pt x="868596" y="29193"/>
                    <a:pt x="881253" y="36576"/>
                  </a:cubicBezTo>
                  <a:cubicBezTo>
                    <a:pt x="893027" y="43444"/>
                    <a:pt x="906140" y="47851"/>
                    <a:pt x="917829" y="54864"/>
                  </a:cubicBezTo>
                  <a:cubicBezTo>
                    <a:pt x="961588" y="81119"/>
                    <a:pt x="922299" y="66359"/>
                    <a:pt x="966597" y="85344"/>
                  </a:cubicBezTo>
                  <a:cubicBezTo>
                    <a:pt x="972503" y="87875"/>
                    <a:pt x="978979" y="88909"/>
                    <a:pt x="984885" y="91440"/>
                  </a:cubicBezTo>
                  <a:cubicBezTo>
                    <a:pt x="993238" y="95020"/>
                    <a:pt x="1000832" y="100257"/>
                    <a:pt x="1009269" y="103632"/>
                  </a:cubicBezTo>
                  <a:cubicBezTo>
                    <a:pt x="1063677" y="125395"/>
                    <a:pt x="1028948" y="104560"/>
                    <a:pt x="1064133" y="128016"/>
                  </a:cubicBezTo>
                  <a:cubicBezTo>
                    <a:pt x="1153507" y="118086"/>
                    <a:pt x="1101768" y="128381"/>
                    <a:pt x="1216533" y="85344"/>
                  </a:cubicBezTo>
                  <a:cubicBezTo>
                    <a:pt x="1232789" y="79248"/>
                    <a:pt x="1248458" y="71267"/>
                    <a:pt x="1265301" y="67056"/>
                  </a:cubicBezTo>
                  <a:cubicBezTo>
                    <a:pt x="1273114" y="65103"/>
                    <a:pt x="1299228" y="59237"/>
                    <a:pt x="1307973" y="54864"/>
                  </a:cubicBezTo>
                  <a:cubicBezTo>
                    <a:pt x="1314526" y="51587"/>
                    <a:pt x="1320165" y="46736"/>
                    <a:pt x="1326261" y="42672"/>
                  </a:cubicBezTo>
                  <a:lnTo>
                    <a:pt x="1541145" y="60960"/>
                  </a:lnTo>
                </a:path>
              </a:pathLst>
            </a:custGeom>
            <a:noFill/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03894ED-DE98-2AE1-9CAE-543BD3398855}"/>
                </a:ext>
              </a:extLst>
            </p:cNvPr>
            <p:cNvSpPr/>
            <p:nvPr/>
          </p:nvSpPr>
          <p:spPr>
            <a:xfrm>
              <a:off x="9714954" y="1995834"/>
              <a:ext cx="1528191" cy="243840"/>
            </a:xfrm>
            <a:custGeom>
              <a:avLst/>
              <a:gdLst>
                <a:gd name="connsiteX0" fmla="*/ 0 w 2121408"/>
                <a:gd name="connsiteY0" fmla="*/ 365760 h 365760"/>
                <a:gd name="connsiteX1" fmla="*/ 201168 w 2121408"/>
                <a:gd name="connsiteY1" fmla="*/ 243840 h 365760"/>
                <a:gd name="connsiteX2" fmla="*/ 219456 w 2121408"/>
                <a:gd name="connsiteY2" fmla="*/ 237744 h 365760"/>
                <a:gd name="connsiteX3" fmla="*/ 237744 w 2121408"/>
                <a:gd name="connsiteY3" fmla="*/ 225552 h 365760"/>
                <a:gd name="connsiteX4" fmla="*/ 256032 w 2121408"/>
                <a:gd name="connsiteY4" fmla="*/ 219456 h 365760"/>
                <a:gd name="connsiteX5" fmla="*/ 274320 w 2121408"/>
                <a:gd name="connsiteY5" fmla="*/ 207264 h 365760"/>
                <a:gd name="connsiteX6" fmla="*/ 329184 w 2121408"/>
                <a:gd name="connsiteY6" fmla="*/ 195072 h 365760"/>
                <a:gd name="connsiteX7" fmla="*/ 365760 w 2121408"/>
                <a:gd name="connsiteY7" fmla="*/ 176784 h 365760"/>
                <a:gd name="connsiteX8" fmla="*/ 384048 w 2121408"/>
                <a:gd name="connsiteY8" fmla="*/ 170688 h 365760"/>
                <a:gd name="connsiteX9" fmla="*/ 408432 w 2121408"/>
                <a:gd name="connsiteY9" fmla="*/ 152400 h 365760"/>
                <a:gd name="connsiteX10" fmla="*/ 445008 w 2121408"/>
                <a:gd name="connsiteY10" fmla="*/ 140208 h 365760"/>
                <a:gd name="connsiteX11" fmla="*/ 457200 w 2121408"/>
                <a:gd name="connsiteY11" fmla="*/ 121920 h 365760"/>
                <a:gd name="connsiteX12" fmla="*/ 493776 w 2121408"/>
                <a:gd name="connsiteY12" fmla="*/ 103632 h 365760"/>
                <a:gd name="connsiteX13" fmla="*/ 573024 w 2121408"/>
                <a:gd name="connsiteY13" fmla="*/ 85344 h 365760"/>
                <a:gd name="connsiteX14" fmla="*/ 640080 w 2121408"/>
                <a:gd name="connsiteY14" fmla="*/ 97536 h 365760"/>
                <a:gd name="connsiteX15" fmla="*/ 658368 w 2121408"/>
                <a:gd name="connsiteY15" fmla="*/ 109728 h 365760"/>
                <a:gd name="connsiteX16" fmla="*/ 682752 w 2121408"/>
                <a:gd name="connsiteY16" fmla="*/ 115824 h 365760"/>
                <a:gd name="connsiteX17" fmla="*/ 725424 w 2121408"/>
                <a:gd name="connsiteY17" fmla="*/ 134112 h 365760"/>
                <a:gd name="connsiteX18" fmla="*/ 743712 w 2121408"/>
                <a:gd name="connsiteY18" fmla="*/ 140208 h 365760"/>
                <a:gd name="connsiteX19" fmla="*/ 762000 w 2121408"/>
                <a:gd name="connsiteY19" fmla="*/ 152400 h 365760"/>
                <a:gd name="connsiteX20" fmla="*/ 780288 w 2121408"/>
                <a:gd name="connsiteY20" fmla="*/ 158496 h 365760"/>
                <a:gd name="connsiteX21" fmla="*/ 835152 w 2121408"/>
                <a:gd name="connsiteY21" fmla="*/ 188976 h 365760"/>
                <a:gd name="connsiteX22" fmla="*/ 890016 w 2121408"/>
                <a:gd name="connsiteY22" fmla="*/ 176784 h 365760"/>
                <a:gd name="connsiteX23" fmla="*/ 914400 w 2121408"/>
                <a:gd name="connsiteY23" fmla="*/ 158496 h 365760"/>
                <a:gd name="connsiteX24" fmla="*/ 963168 w 2121408"/>
                <a:gd name="connsiteY24" fmla="*/ 134112 h 365760"/>
                <a:gd name="connsiteX25" fmla="*/ 987552 w 2121408"/>
                <a:gd name="connsiteY25" fmla="*/ 121920 h 365760"/>
                <a:gd name="connsiteX26" fmla="*/ 1036320 w 2121408"/>
                <a:gd name="connsiteY26" fmla="*/ 103632 h 365760"/>
                <a:gd name="connsiteX27" fmla="*/ 1054608 w 2121408"/>
                <a:gd name="connsiteY27" fmla="*/ 97536 h 365760"/>
                <a:gd name="connsiteX28" fmla="*/ 1072896 w 2121408"/>
                <a:gd name="connsiteY28" fmla="*/ 85344 h 365760"/>
                <a:gd name="connsiteX29" fmla="*/ 1103376 w 2121408"/>
                <a:gd name="connsiteY29" fmla="*/ 79248 h 365760"/>
                <a:gd name="connsiteX30" fmla="*/ 1133856 w 2121408"/>
                <a:gd name="connsiteY30" fmla="*/ 67056 h 365760"/>
                <a:gd name="connsiteX31" fmla="*/ 1152144 w 2121408"/>
                <a:gd name="connsiteY31" fmla="*/ 54864 h 365760"/>
                <a:gd name="connsiteX32" fmla="*/ 1182624 w 2121408"/>
                <a:gd name="connsiteY32" fmla="*/ 48768 h 365760"/>
                <a:gd name="connsiteX33" fmla="*/ 1237488 w 2121408"/>
                <a:gd name="connsiteY33" fmla="*/ 54864 h 365760"/>
                <a:gd name="connsiteX34" fmla="*/ 1267968 w 2121408"/>
                <a:gd name="connsiteY34" fmla="*/ 79248 h 365760"/>
                <a:gd name="connsiteX35" fmla="*/ 1322832 w 2121408"/>
                <a:gd name="connsiteY35" fmla="*/ 103632 h 365760"/>
                <a:gd name="connsiteX36" fmla="*/ 1341120 w 2121408"/>
                <a:gd name="connsiteY36" fmla="*/ 115824 h 365760"/>
                <a:gd name="connsiteX37" fmla="*/ 1365504 w 2121408"/>
                <a:gd name="connsiteY37" fmla="*/ 121920 h 365760"/>
                <a:gd name="connsiteX38" fmla="*/ 1389888 w 2121408"/>
                <a:gd name="connsiteY38" fmla="*/ 134112 h 365760"/>
                <a:gd name="connsiteX39" fmla="*/ 1432560 w 2121408"/>
                <a:gd name="connsiteY39" fmla="*/ 128016 h 365760"/>
                <a:gd name="connsiteX40" fmla="*/ 1450848 w 2121408"/>
                <a:gd name="connsiteY40" fmla="*/ 109728 h 365760"/>
                <a:gd name="connsiteX41" fmla="*/ 1469136 w 2121408"/>
                <a:gd name="connsiteY41" fmla="*/ 97536 h 365760"/>
                <a:gd name="connsiteX42" fmla="*/ 1517904 w 2121408"/>
                <a:gd name="connsiteY42" fmla="*/ 42672 h 365760"/>
                <a:gd name="connsiteX43" fmla="*/ 1536192 w 2121408"/>
                <a:gd name="connsiteY43" fmla="*/ 36576 h 365760"/>
                <a:gd name="connsiteX44" fmla="*/ 1554480 w 2121408"/>
                <a:gd name="connsiteY44" fmla="*/ 24384 h 365760"/>
                <a:gd name="connsiteX45" fmla="*/ 1572768 w 2121408"/>
                <a:gd name="connsiteY45" fmla="*/ 18288 h 365760"/>
                <a:gd name="connsiteX46" fmla="*/ 1597152 w 2121408"/>
                <a:gd name="connsiteY46" fmla="*/ 6096 h 365760"/>
                <a:gd name="connsiteX47" fmla="*/ 1639824 w 2121408"/>
                <a:gd name="connsiteY47" fmla="*/ 0 h 365760"/>
                <a:gd name="connsiteX48" fmla="*/ 1761744 w 2121408"/>
                <a:gd name="connsiteY48" fmla="*/ 6096 h 365760"/>
                <a:gd name="connsiteX49" fmla="*/ 1828800 w 2121408"/>
                <a:gd name="connsiteY49" fmla="*/ 24384 h 365760"/>
                <a:gd name="connsiteX50" fmla="*/ 1877568 w 2121408"/>
                <a:gd name="connsiteY50" fmla="*/ 30480 h 365760"/>
                <a:gd name="connsiteX51" fmla="*/ 1901952 w 2121408"/>
                <a:gd name="connsiteY51" fmla="*/ 36576 h 365760"/>
                <a:gd name="connsiteX52" fmla="*/ 2017776 w 2121408"/>
                <a:gd name="connsiteY52" fmla="*/ 54864 h 365760"/>
                <a:gd name="connsiteX53" fmla="*/ 2078736 w 2121408"/>
                <a:gd name="connsiteY53" fmla="*/ 85344 h 365760"/>
                <a:gd name="connsiteX54" fmla="*/ 2121408 w 2121408"/>
                <a:gd name="connsiteY54" fmla="*/ 109728 h 365760"/>
                <a:gd name="connsiteX0" fmla="*/ 0 w 2121408"/>
                <a:gd name="connsiteY0" fmla="*/ 365760 h 365760"/>
                <a:gd name="connsiteX1" fmla="*/ 201168 w 2121408"/>
                <a:gd name="connsiteY1" fmla="*/ 243840 h 365760"/>
                <a:gd name="connsiteX2" fmla="*/ 219456 w 2121408"/>
                <a:gd name="connsiteY2" fmla="*/ 237744 h 365760"/>
                <a:gd name="connsiteX3" fmla="*/ 237744 w 2121408"/>
                <a:gd name="connsiteY3" fmla="*/ 225552 h 365760"/>
                <a:gd name="connsiteX4" fmla="*/ 256032 w 2121408"/>
                <a:gd name="connsiteY4" fmla="*/ 219456 h 365760"/>
                <a:gd name="connsiteX5" fmla="*/ 274320 w 2121408"/>
                <a:gd name="connsiteY5" fmla="*/ 207264 h 365760"/>
                <a:gd name="connsiteX6" fmla="*/ 329184 w 2121408"/>
                <a:gd name="connsiteY6" fmla="*/ 195072 h 365760"/>
                <a:gd name="connsiteX7" fmla="*/ 365760 w 2121408"/>
                <a:gd name="connsiteY7" fmla="*/ 176784 h 365760"/>
                <a:gd name="connsiteX8" fmla="*/ 384048 w 2121408"/>
                <a:gd name="connsiteY8" fmla="*/ 170688 h 365760"/>
                <a:gd name="connsiteX9" fmla="*/ 408432 w 2121408"/>
                <a:gd name="connsiteY9" fmla="*/ 152400 h 365760"/>
                <a:gd name="connsiteX10" fmla="*/ 445008 w 2121408"/>
                <a:gd name="connsiteY10" fmla="*/ 140208 h 365760"/>
                <a:gd name="connsiteX11" fmla="*/ 457200 w 2121408"/>
                <a:gd name="connsiteY11" fmla="*/ 121920 h 365760"/>
                <a:gd name="connsiteX12" fmla="*/ 493776 w 2121408"/>
                <a:gd name="connsiteY12" fmla="*/ 103632 h 365760"/>
                <a:gd name="connsiteX13" fmla="*/ 573024 w 2121408"/>
                <a:gd name="connsiteY13" fmla="*/ 85344 h 365760"/>
                <a:gd name="connsiteX14" fmla="*/ 640080 w 2121408"/>
                <a:gd name="connsiteY14" fmla="*/ 97536 h 365760"/>
                <a:gd name="connsiteX15" fmla="*/ 658368 w 2121408"/>
                <a:gd name="connsiteY15" fmla="*/ 109728 h 365760"/>
                <a:gd name="connsiteX16" fmla="*/ 682752 w 2121408"/>
                <a:gd name="connsiteY16" fmla="*/ 115824 h 365760"/>
                <a:gd name="connsiteX17" fmla="*/ 725424 w 2121408"/>
                <a:gd name="connsiteY17" fmla="*/ 134112 h 365760"/>
                <a:gd name="connsiteX18" fmla="*/ 743712 w 2121408"/>
                <a:gd name="connsiteY18" fmla="*/ 140208 h 365760"/>
                <a:gd name="connsiteX19" fmla="*/ 762000 w 2121408"/>
                <a:gd name="connsiteY19" fmla="*/ 152400 h 365760"/>
                <a:gd name="connsiteX20" fmla="*/ 780288 w 2121408"/>
                <a:gd name="connsiteY20" fmla="*/ 158496 h 365760"/>
                <a:gd name="connsiteX21" fmla="*/ 835152 w 2121408"/>
                <a:gd name="connsiteY21" fmla="*/ 188976 h 365760"/>
                <a:gd name="connsiteX22" fmla="*/ 890016 w 2121408"/>
                <a:gd name="connsiteY22" fmla="*/ 176784 h 365760"/>
                <a:gd name="connsiteX23" fmla="*/ 914400 w 2121408"/>
                <a:gd name="connsiteY23" fmla="*/ 158496 h 365760"/>
                <a:gd name="connsiteX24" fmla="*/ 963168 w 2121408"/>
                <a:gd name="connsiteY24" fmla="*/ 134112 h 365760"/>
                <a:gd name="connsiteX25" fmla="*/ 987552 w 2121408"/>
                <a:gd name="connsiteY25" fmla="*/ 121920 h 365760"/>
                <a:gd name="connsiteX26" fmla="*/ 1036320 w 2121408"/>
                <a:gd name="connsiteY26" fmla="*/ 103632 h 365760"/>
                <a:gd name="connsiteX27" fmla="*/ 1054608 w 2121408"/>
                <a:gd name="connsiteY27" fmla="*/ 97536 h 365760"/>
                <a:gd name="connsiteX28" fmla="*/ 1072896 w 2121408"/>
                <a:gd name="connsiteY28" fmla="*/ 85344 h 365760"/>
                <a:gd name="connsiteX29" fmla="*/ 1103376 w 2121408"/>
                <a:gd name="connsiteY29" fmla="*/ 79248 h 365760"/>
                <a:gd name="connsiteX30" fmla="*/ 1133856 w 2121408"/>
                <a:gd name="connsiteY30" fmla="*/ 67056 h 365760"/>
                <a:gd name="connsiteX31" fmla="*/ 1152144 w 2121408"/>
                <a:gd name="connsiteY31" fmla="*/ 54864 h 365760"/>
                <a:gd name="connsiteX32" fmla="*/ 1182624 w 2121408"/>
                <a:gd name="connsiteY32" fmla="*/ 48768 h 365760"/>
                <a:gd name="connsiteX33" fmla="*/ 1237488 w 2121408"/>
                <a:gd name="connsiteY33" fmla="*/ 54864 h 365760"/>
                <a:gd name="connsiteX34" fmla="*/ 1267968 w 2121408"/>
                <a:gd name="connsiteY34" fmla="*/ 79248 h 365760"/>
                <a:gd name="connsiteX35" fmla="*/ 1322832 w 2121408"/>
                <a:gd name="connsiteY35" fmla="*/ 103632 h 365760"/>
                <a:gd name="connsiteX36" fmla="*/ 1341120 w 2121408"/>
                <a:gd name="connsiteY36" fmla="*/ 115824 h 365760"/>
                <a:gd name="connsiteX37" fmla="*/ 1365504 w 2121408"/>
                <a:gd name="connsiteY37" fmla="*/ 121920 h 365760"/>
                <a:gd name="connsiteX38" fmla="*/ 1389888 w 2121408"/>
                <a:gd name="connsiteY38" fmla="*/ 134112 h 365760"/>
                <a:gd name="connsiteX39" fmla="*/ 1432560 w 2121408"/>
                <a:gd name="connsiteY39" fmla="*/ 128016 h 365760"/>
                <a:gd name="connsiteX40" fmla="*/ 1450848 w 2121408"/>
                <a:gd name="connsiteY40" fmla="*/ 109728 h 365760"/>
                <a:gd name="connsiteX41" fmla="*/ 1469136 w 2121408"/>
                <a:gd name="connsiteY41" fmla="*/ 97536 h 365760"/>
                <a:gd name="connsiteX42" fmla="*/ 1517904 w 2121408"/>
                <a:gd name="connsiteY42" fmla="*/ 42672 h 365760"/>
                <a:gd name="connsiteX43" fmla="*/ 1536192 w 2121408"/>
                <a:gd name="connsiteY43" fmla="*/ 36576 h 365760"/>
                <a:gd name="connsiteX44" fmla="*/ 1554480 w 2121408"/>
                <a:gd name="connsiteY44" fmla="*/ 24384 h 365760"/>
                <a:gd name="connsiteX45" fmla="*/ 1572768 w 2121408"/>
                <a:gd name="connsiteY45" fmla="*/ 18288 h 365760"/>
                <a:gd name="connsiteX46" fmla="*/ 1597152 w 2121408"/>
                <a:gd name="connsiteY46" fmla="*/ 6096 h 365760"/>
                <a:gd name="connsiteX47" fmla="*/ 1639824 w 2121408"/>
                <a:gd name="connsiteY47" fmla="*/ 0 h 365760"/>
                <a:gd name="connsiteX48" fmla="*/ 1761744 w 2121408"/>
                <a:gd name="connsiteY48" fmla="*/ 6096 h 365760"/>
                <a:gd name="connsiteX49" fmla="*/ 1828800 w 2121408"/>
                <a:gd name="connsiteY49" fmla="*/ 24384 h 365760"/>
                <a:gd name="connsiteX50" fmla="*/ 1877568 w 2121408"/>
                <a:gd name="connsiteY50" fmla="*/ 30480 h 365760"/>
                <a:gd name="connsiteX51" fmla="*/ 1901952 w 2121408"/>
                <a:gd name="connsiteY51" fmla="*/ 36576 h 365760"/>
                <a:gd name="connsiteX52" fmla="*/ 2017776 w 2121408"/>
                <a:gd name="connsiteY52" fmla="*/ 54864 h 365760"/>
                <a:gd name="connsiteX53" fmla="*/ 2078736 w 2121408"/>
                <a:gd name="connsiteY53" fmla="*/ 85344 h 365760"/>
                <a:gd name="connsiteX54" fmla="*/ 2121408 w 2121408"/>
                <a:gd name="connsiteY54" fmla="*/ 109728 h 365760"/>
                <a:gd name="connsiteX0" fmla="*/ 0 w 2078736"/>
                <a:gd name="connsiteY0" fmla="*/ 365760 h 365760"/>
                <a:gd name="connsiteX1" fmla="*/ 201168 w 2078736"/>
                <a:gd name="connsiteY1" fmla="*/ 243840 h 365760"/>
                <a:gd name="connsiteX2" fmla="*/ 219456 w 2078736"/>
                <a:gd name="connsiteY2" fmla="*/ 237744 h 365760"/>
                <a:gd name="connsiteX3" fmla="*/ 237744 w 2078736"/>
                <a:gd name="connsiteY3" fmla="*/ 225552 h 365760"/>
                <a:gd name="connsiteX4" fmla="*/ 256032 w 2078736"/>
                <a:gd name="connsiteY4" fmla="*/ 219456 h 365760"/>
                <a:gd name="connsiteX5" fmla="*/ 274320 w 2078736"/>
                <a:gd name="connsiteY5" fmla="*/ 207264 h 365760"/>
                <a:gd name="connsiteX6" fmla="*/ 329184 w 2078736"/>
                <a:gd name="connsiteY6" fmla="*/ 195072 h 365760"/>
                <a:gd name="connsiteX7" fmla="*/ 365760 w 2078736"/>
                <a:gd name="connsiteY7" fmla="*/ 176784 h 365760"/>
                <a:gd name="connsiteX8" fmla="*/ 384048 w 2078736"/>
                <a:gd name="connsiteY8" fmla="*/ 170688 h 365760"/>
                <a:gd name="connsiteX9" fmla="*/ 408432 w 2078736"/>
                <a:gd name="connsiteY9" fmla="*/ 152400 h 365760"/>
                <a:gd name="connsiteX10" fmla="*/ 445008 w 2078736"/>
                <a:gd name="connsiteY10" fmla="*/ 140208 h 365760"/>
                <a:gd name="connsiteX11" fmla="*/ 457200 w 2078736"/>
                <a:gd name="connsiteY11" fmla="*/ 121920 h 365760"/>
                <a:gd name="connsiteX12" fmla="*/ 493776 w 2078736"/>
                <a:gd name="connsiteY12" fmla="*/ 103632 h 365760"/>
                <a:gd name="connsiteX13" fmla="*/ 573024 w 2078736"/>
                <a:gd name="connsiteY13" fmla="*/ 85344 h 365760"/>
                <a:gd name="connsiteX14" fmla="*/ 640080 w 2078736"/>
                <a:gd name="connsiteY14" fmla="*/ 97536 h 365760"/>
                <a:gd name="connsiteX15" fmla="*/ 658368 w 2078736"/>
                <a:gd name="connsiteY15" fmla="*/ 109728 h 365760"/>
                <a:gd name="connsiteX16" fmla="*/ 682752 w 2078736"/>
                <a:gd name="connsiteY16" fmla="*/ 115824 h 365760"/>
                <a:gd name="connsiteX17" fmla="*/ 725424 w 2078736"/>
                <a:gd name="connsiteY17" fmla="*/ 134112 h 365760"/>
                <a:gd name="connsiteX18" fmla="*/ 743712 w 2078736"/>
                <a:gd name="connsiteY18" fmla="*/ 140208 h 365760"/>
                <a:gd name="connsiteX19" fmla="*/ 762000 w 2078736"/>
                <a:gd name="connsiteY19" fmla="*/ 152400 h 365760"/>
                <a:gd name="connsiteX20" fmla="*/ 780288 w 2078736"/>
                <a:gd name="connsiteY20" fmla="*/ 158496 h 365760"/>
                <a:gd name="connsiteX21" fmla="*/ 835152 w 2078736"/>
                <a:gd name="connsiteY21" fmla="*/ 188976 h 365760"/>
                <a:gd name="connsiteX22" fmla="*/ 890016 w 2078736"/>
                <a:gd name="connsiteY22" fmla="*/ 176784 h 365760"/>
                <a:gd name="connsiteX23" fmla="*/ 914400 w 2078736"/>
                <a:gd name="connsiteY23" fmla="*/ 158496 h 365760"/>
                <a:gd name="connsiteX24" fmla="*/ 963168 w 2078736"/>
                <a:gd name="connsiteY24" fmla="*/ 134112 h 365760"/>
                <a:gd name="connsiteX25" fmla="*/ 987552 w 2078736"/>
                <a:gd name="connsiteY25" fmla="*/ 121920 h 365760"/>
                <a:gd name="connsiteX26" fmla="*/ 1036320 w 2078736"/>
                <a:gd name="connsiteY26" fmla="*/ 103632 h 365760"/>
                <a:gd name="connsiteX27" fmla="*/ 1054608 w 2078736"/>
                <a:gd name="connsiteY27" fmla="*/ 97536 h 365760"/>
                <a:gd name="connsiteX28" fmla="*/ 1072896 w 2078736"/>
                <a:gd name="connsiteY28" fmla="*/ 85344 h 365760"/>
                <a:gd name="connsiteX29" fmla="*/ 1103376 w 2078736"/>
                <a:gd name="connsiteY29" fmla="*/ 79248 h 365760"/>
                <a:gd name="connsiteX30" fmla="*/ 1133856 w 2078736"/>
                <a:gd name="connsiteY30" fmla="*/ 67056 h 365760"/>
                <a:gd name="connsiteX31" fmla="*/ 1152144 w 2078736"/>
                <a:gd name="connsiteY31" fmla="*/ 54864 h 365760"/>
                <a:gd name="connsiteX32" fmla="*/ 1182624 w 2078736"/>
                <a:gd name="connsiteY32" fmla="*/ 48768 h 365760"/>
                <a:gd name="connsiteX33" fmla="*/ 1237488 w 2078736"/>
                <a:gd name="connsiteY33" fmla="*/ 54864 h 365760"/>
                <a:gd name="connsiteX34" fmla="*/ 1267968 w 2078736"/>
                <a:gd name="connsiteY34" fmla="*/ 79248 h 365760"/>
                <a:gd name="connsiteX35" fmla="*/ 1322832 w 2078736"/>
                <a:gd name="connsiteY35" fmla="*/ 103632 h 365760"/>
                <a:gd name="connsiteX36" fmla="*/ 1341120 w 2078736"/>
                <a:gd name="connsiteY36" fmla="*/ 115824 h 365760"/>
                <a:gd name="connsiteX37" fmla="*/ 1365504 w 2078736"/>
                <a:gd name="connsiteY37" fmla="*/ 121920 h 365760"/>
                <a:gd name="connsiteX38" fmla="*/ 1389888 w 2078736"/>
                <a:gd name="connsiteY38" fmla="*/ 134112 h 365760"/>
                <a:gd name="connsiteX39" fmla="*/ 1432560 w 2078736"/>
                <a:gd name="connsiteY39" fmla="*/ 128016 h 365760"/>
                <a:gd name="connsiteX40" fmla="*/ 1450848 w 2078736"/>
                <a:gd name="connsiteY40" fmla="*/ 109728 h 365760"/>
                <a:gd name="connsiteX41" fmla="*/ 1469136 w 2078736"/>
                <a:gd name="connsiteY41" fmla="*/ 97536 h 365760"/>
                <a:gd name="connsiteX42" fmla="*/ 1517904 w 2078736"/>
                <a:gd name="connsiteY42" fmla="*/ 42672 h 365760"/>
                <a:gd name="connsiteX43" fmla="*/ 1536192 w 2078736"/>
                <a:gd name="connsiteY43" fmla="*/ 36576 h 365760"/>
                <a:gd name="connsiteX44" fmla="*/ 1554480 w 2078736"/>
                <a:gd name="connsiteY44" fmla="*/ 24384 h 365760"/>
                <a:gd name="connsiteX45" fmla="*/ 1572768 w 2078736"/>
                <a:gd name="connsiteY45" fmla="*/ 18288 h 365760"/>
                <a:gd name="connsiteX46" fmla="*/ 1597152 w 2078736"/>
                <a:gd name="connsiteY46" fmla="*/ 6096 h 365760"/>
                <a:gd name="connsiteX47" fmla="*/ 1639824 w 2078736"/>
                <a:gd name="connsiteY47" fmla="*/ 0 h 365760"/>
                <a:gd name="connsiteX48" fmla="*/ 1761744 w 2078736"/>
                <a:gd name="connsiteY48" fmla="*/ 6096 h 365760"/>
                <a:gd name="connsiteX49" fmla="*/ 1828800 w 2078736"/>
                <a:gd name="connsiteY49" fmla="*/ 24384 h 365760"/>
                <a:gd name="connsiteX50" fmla="*/ 1877568 w 2078736"/>
                <a:gd name="connsiteY50" fmla="*/ 30480 h 365760"/>
                <a:gd name="connsiteX51" fmla="*/ 1901952 w 2078736"/>
                <a:gd name="connsiteY51" fmla="*/ 36576 h 365760"/>
                <a:gd name="connsiteX52" fmla="*/ 2017776 w 2078736"/>
                <a:gd name="connsiteY52" fmla="*/ 54864 h 365760"/>
                <a:gd name="connsiteX53" fmla="*/ 2078736 w 2078736"/>
                <a:gd name="connsiteY53" fmla="*/ 85344 h 365760"/>
                <a:gd name="connsiteX0" fmla="*/ 0 w 2017776"/>
                <a:gd name="connsiteY0" fmla="*/ 365760 h 365760"/>
                <a:gd name="connsiteX1" fmla="*/ 201168 w 2017776"/>
                <a:gd name="connsiteY1" fmla="*/ 243840 h 365760"/>
                <a:gd name="connsiteX2" fmla="*/ 219456 w 2017776"/>
                <a:gd name="connsiteY2" fmla="*/ 237744 h 365760"/>
                <a:gd name="connsiteX3" fmla="*/ 237744 w 2017776"/>
                <a:gd name="connsiteY3" fmla="*/ 225552 h 365760"/>
                <a:gd name="connsiteX4" fmla="*/ 256032 w 2017776"/>
                <a:gd name="connsiteY4" fmla="*/ 219456 h 365760"/>
                <a:gd name="connsiteX5" fmla="*/ 274320 w 2017776"/>
                <a:gd name="connsiteY5" fmla="*/ 207264 h 365760"/>
                <a:gd name="connsiteX6" fmla="*/ 329184 w 2017776"/>
                <a:gd name="connsiteY6" fmla="*/ 195072 h 365760"/>
                <a:gd name="connsiteX7" fmla="*/ 365760 w 2017776"/>
                <a:gd name="connsiteY7" fmla="*/ 176784 h 365760"/>
                <a:gd name="connsiteX8" fmla="*/ 384048 w 2017776"/>
                <a:gd name="connsiteY8" fmla="*/ 170688 h 365760"/>
                <a:gd name="connsiteX9" fmla="*/ 408432 w 2017776"/>
                <a:gd name="connsiteY9" fmla="*/ 152400 h 365760"/>
                <a:gd name="connsiteX10" fmla="*/ 445008 w 2017776"/>
                <a:gd name="connsiteY10" fmla="*/ 140208 h 365760"/>
                <a:gd name="connsiteX11" fmla="*/ 457200 w 2017776"/>
                <a:gd name="connsiteY11" fmla="*/ 121920 h 365760"/>
                <a:gd name="connsiteX12" fmla="*/ 493776 w 2017776"/>
                <a:gd name="connsiteY12" fmla="*/ 103632 h 365760"/>
                <a:gd name="connsiteX13" fmla="*/ 573024 w 2017776"/>
                <a:gd name="connsiteY13" fmla="*/ 85344 h 365760"/>
                <a:gd name="connsiteX14" fmla="*/ 640080 w 2017776"/>
                <a:gd name="connsiteY14" fmla="*/ 97536 h 365760"/>
                <a:gd name="connsiteX15" fmla="*/ 658368 w 2017776"/>
                <a:gd name="connsiteY15" fmla="*/ 109728 h 365760"/>
                <a:gd name="connsiteX16" fmla="*/ 682752 w 2017776"/>
                <a:gd name="connsiteY16" fmla="*/ 115824 h 365760"/>
                <a:gd name="connsiteX17" fmla="*/ 725424 w 2017776"/>
                <a:gd name="connsiteY17" fmla="*/ 134112 h 365760"/>
                <a:gd name="connsiteX18" fmla="*/ 743712 w 2017776"/>
                <a:gd name="connsiteY18" fmla="*/ 140208 h 365760"/>
                <a:gd name="connsiteX19" fmla="*/ 762000 w 2017776"/>
                <a:gd name="connsiteY19" fmla="*/ 152400 h 365760"/>
                <a:gd name="connsiteX20" fmla="*/ 780288 w 2017776"/>
                <a:gd name="connsiteY20" fmla="*/ 158496 h 365760"/>
                <a:gd name="connsiteX21" fmla="*/ 835152 w 2017776"/>
                <a:gd name="connsiteY21" fmla="*/ 188976 h 365760"/>
                <a:gd name="connsiteX22" fmla="*/ 890016 w 2017776"/>
                <a:gd name="connsiteY22" fmla="*/ 176784 h 365760"/>
                <a:gd name="connsiteX23" fmla="*/ 914400 w 2017776"/>
                <a:gd name="connsiteY23" fmla="*/ 158496 h 365760"/>
                <a:gd name="connsiteX24" fmla="*/ 963168 w 2017776"/>
                <a:gd name="connsiteY24" fmla="*/ 134112 h 365760"/>
                <a:gd name="connsiteX25" fmla="*/ 987552 w 2017776"/>
                <a:gd name="connsiteY25" fmla="*/ 121920 h 365760"/>
                <a:gd name="connsiteX26" fmla="*/ 1036320 w 2017776"/>
                <a:gd name="connsiteY26" fmla="*/ 103632 h 365760"/>
                <a:gd name="connsiteX27" fmla="*/ 1054608 w 2017776"/>
                <a:gd name="connsiteY27" fmla="*/ 97536 h 365760"/>
                <a:gd name="connsiteX28" fmla="*/ 1072896 w 2017776"/>
                <a:gd name="connsiteY28" fmla="*/ 85344 h 365760"/>
                <a:gd name="connsiteX29" fmla="*/ 1103376 w 2017776"/>
                <a:gd name="connsiteY29" fmla="*/ 79248 h 365760"/>
                <a:gd name="connsiteX30" fmla="*/ 1133856 w 2017776"/>
                <a:gd name="connsiteY30" fmla="*/ 67056 h 365760"/>
                <a:gd name="connsiteX31" fmla="*/ 1152144 w 2017776"/>
                <a:gd name="connsiteY31" fmla="*/ 54864 h 365760"/>
                <a:gd name="connsiteX32" fmla="*/ 1182624 w 2017776"/>
                <a:gd name="connsiteY32" fmla="*/ 48768 h 365760"/>
                <a:gd name="connsiteX33" fmla="*/ 1237488 w 2017776"/>
                <a:gd name="connsiteY33" fmla="*/ 54864 h 365760"/>
                <a:gd name="connsiteX34" fmla="*/ 1267968 w 2017776"/>
                <a:gd name="connsiteY34" fmla="*/ 79248 h 365760"/>
                <a:gd name="connsiteX35" fmla="*/ 1322832 w 2017776"/>
                <a:gd name="connsiteY35" fmla="*/ 103632 h 365760"/>
                <a:gd name="connsiteX36" fmla="*/ 1341120 w 2017776"/>
                <a:gd name="connsiteY36" fmla="*/ 115824 h 365760"/>
                <a:gd name="connsiteX37" fmla="*/ 1365504 w 2017776"/>
                <a:gd name="connsiteY37" fmla="*/ 121920 h 365760"/>
                <a:gd name="connsiteX38" fmla="*/ 1389888 w 2017776"/>
                <a:gd name="connsiteY38" fmla="*/ 134112 h 365760"/>
                <a:gd name="connsiteX39" fmla="*/ 1432560 w 2017776"/>
                <a:gd name="connsiteY39" fmla="*/ 128016 h 365760"/>
                <a:gd name="connsiteX40" fmla="*/ 1450848 w 2017776"/>
                <a:gd name="connsiteY40" fmla="*/ 109728 h 365760"/>
                <a:gd name="connsiteX41" fmla="*/ 1469136 w 2017776"/>
                <a:gd name="connsiteY41" fmla="*/ 97536 h 365760"/>
                <a:gd name="connsiteX42" fmla="*/ 1517904 w 2017776"/>
                <a:gd name="connsiteY42" fmla="*/ 42672 h 365760"/>
                <a:gd name="connsiteX43" fmla="*/ 1536192 w 2017776"/>
                <a:gd name="connsiteY43" fmla="*/ 36576 h 365760"/>
                <a:gd name="connsiteX44" fmla="*/ 1554480 w 2017776"/>
                <a:gd name="connsiteY44" fmla="*/ 24384 h 365760"/>
                <a:gd name="connsiteX45" fmla="*/ 1572768 w 2017776"/>
                <a:gd name="connsiteY45" fmla="*/ 18288 h 365760"/>
                <a:gd name="connsiteX46" fmla="*/ 1597152 w 2017776"/>
                <a:gd name="connsiteY46" fmla="*/ 6096 h 365760"/>
                <a:gd name="connsiteX47" fmla="*/ 1639824 w 2017776"/>
                <a:gd name="connsiteY47" fmla="*/ 0 h 365760"/>
                <a:gd name="connsiteX48" fmla="*/ 1761744 w 2017776"/>
                <a:gd name="connsiteY48" fmla="*/ 6096 h 365760"/>
                <a:gd name="connsiteX49" fmla="*/ 1828800 w 2017776"/>
                <a:gd name="connsiteY49" fmla="*/ 24384 h 365760"/>
                <a:gd name="connsiteX50" fmla="*/ 1877568 w 2017776"/>
                <a:gd name="connsiteY50" fmla="*/ 30480 h 365760"/>
                <a:gd name="connsiteX51" fmla="*/ 1901952 w 2017776"/>
                <a:gd name="connsiteY51" fmla="*/ 36576 h 365760"/>
                <a:gd name="connsiteX52" fmla="*/ 2017776 w 2017776"/>
                <a:gd name="connsiteY52" fmla="*/ 54864 h 365760"/>
                <a:gd name="connsiteX0" fmla="*/ 0 w 1901952"/>
                <a:gd name="connsiteY0" fmla="*/ 365760 h 365760"/>
                <a:gd name="connsiteX1" fmla="*/ 201168 w 1901952"/>
                <a:gd name="connsiteY1" fmla="*/ 243840 h 365760"/>
                <a:gd name="connsiteX2" fmla="*/ 219456 w 1901952"/>
                <a:gd name="connsiteY2" fmla="*/ 237744 h 365760"/>
                <a:gd name="connsiteX3" fmla="*/ 237744 w 1901952"/>
                <a:gd name="connsiteY3" fmla="*/ 225552 h 365760"/>
                <a:gd name="connsiteX4" fmla="*/ 256032 w 1901952"/>
                <a:gd name="connsiteY4" fmla="*/ 219456 h 365760"/>
                <a:gd name="connsiteX5" fmla="*/ 274320 w 1901952"/>
                <a:gd name="connsiteY5" fmla="*/ 207264 h 365760"/>
                <a:gd name="connsiteX6" fmla="*/ 329184 w 1901952"/>
                <a:gd name="connsiteY6" fmla="*/ 195072 h 365760"/>
                <a:gd name="connsiteX7" fmla="*/ 365760 w 1901952"/>
                <a:gd name="connsiteY7" fmla="*/ 176784 h 365760"/>
                <a:gd name="connsiteX8" fmla="*/ 384048 w 1901952"/>
                <a:gd name="connsiteY8" fmla="*/ 170688 h 365760"/>
                <a:gd name="connsiteX9" fmla="*/ 408432 w 1901952"/>
                <a:gd name="connsiteY9" fmla="*/ 152400 h 365760"/>
                <a:gd name="connsiteX10" fmla="*/ 445008 w 1901952"/>
                <a:gd name="connsiteY10" fmla="*/ 140208 h 365760"/>
                <a:gd name="connsiteX11" fmla="*/ 457200 w 1901952"/>
                <a:gd name="connsiteY11" fmla="*/ 121920 h 365760"/>
                <a:gd name="connsiteX12" fmla="*/ 493776 w 1901952"/>
                <a:gd name="connsiteY12" fmla="*/ 103632 h 365760"/>
                <a:gd name="connsiteX13" fmla="*/ 573024 w 1901952"/>
                <a:gd name="connsiteY13" fmla="*/ 85344 h 365760"/>
                <a:gd name="connsiteX14" fmla="*/ 640080 w 1901952"/>
                <a:gd name="connsiteY14" fmla="*/ 97536 h 365760"/>
                <a:gd name="connsiteX15" fmla="*/ 658368 w 1901952"/>
                <a:gd name="connsiteY15" fmla="*/ 109728 h 365760"/>
                <a:gd name="connsiteX16" fmla="*/ 682752 w 1901952"/>
                <a:gd name="connsiteY16" fmla="*/ 115824 h 365760"/>
                <a:gd name="connsiteX17" fmla="*/ 725424 w 1901952"/>
                <a:gd name="connsiteY17" fmla="*/ 134112 h 365760"/>
                <a:gd name="connsiteX18" fmla="*/ 743712 w 1901952"/>
                <a:gd name="connsiteY18" fmla="*/ 140208 h 365760"/>
                <a:gd name="connsiteX19" fmla="*/ 762000 w 1901952"/>
                <a:gd name="connsiteY19" fmla="*/ 152400 h 365760"/>
                <a:gd name="connsiteX20" fmla="*/ 780288 w 1901952"/>
                <a:gd name="connsiteY20" fmla="*/ 158496 h 365760"/>
                <a:gd name="connsiteX21" fmla="*/ 835152 w 1901952"/>
                <a:gd name="connsiteY21" fmla="*/ 188976 h 365760"/>
                <a:gd name="connsiteX22" fmla="*/ 890016 w 1901952"/>
                <a:gd name="connsiteY22" fmla="*/ 176784 h 365760"/>
                <a:gd name="connsiteX23" fmla="*/ 914400 w 1901952"/>
                <a:gd name="connsiteY23" fmla="*/ 158496 h 365760"/>
                <a:gd name="connsiteX24" fmla="*/ 963168 w 1901952"/>
                <a:gd name="connsiteY24" fmla="*/ 134112 h 365760"/>
                <a:gd name="connsiteX25" fmla="*/ 987552 w 1901952"/>
                <a:gd name="connsiteY25" fmla="*/ 121920 h 365760"/>
                <a:gd name="connsiteX26" fmla="*/ 1036320 w 1901952"/>
                <a:gd name="connsiteY26" fmla="*/ 103632 h 365760"/>
                <a:gd name="connsiteX27" fmla="*/ 1054608 w 1901952"/>
                <a:gd name="connsiteY27" fmla="*/ 97536 h 365760"/>
                <a:gd name="connsiteX28" fmla="*/ 1072896 w 1901952"/>
                <a:gd name="connsiteY28" fmla="*/ 85344 h 365760"/>
                <a:gd name="connsiteX29" fmla="*/ 1103376 w 1901952"/>
                <a:gd name="connsiteY29" fmla="*/ 79248 h 365760"/>
                <a:gd name="connsiteX30" fmla="*/ 1133856 w 1901952"/>
                <a:gd name="connsiteY30" fmla="*/ 67056 h 365760"/>
                <a:gd name="connsiteX31" fmla="*/ 1152144 w 1901952"/>
                <a:gd name="connsiteY31" fmla="*/ 54864 h 365760"/>
                <a:gd name="connsiteX32" fmla="*/ 1182624 w 1901952"/>
                <a:gd name="connsiteY32" fmla="*/ 48768 h 365760"/>
                <a:gd name="connsiteX33" fmla="*/ 1237488 w 1901952"/>
                <a:gd name="connsiteY33" fmla="*/ 54864 h 365760"/>
                <a:gd name="connsiteX34" fmla="*/ 1267968 w 1901952"/>
                <a:gd name="connsiteY34" fmla="*/ 79248 h 365760"/>
                <a:gd name="connsiteX35" fmla="*/ 1322832 w 1901952"/>
                <a:gd name="connsiteY35" fmla="*/ 103632 h 365760"/>
                <a:gd name="connsiteX36" fmla="*/ 1341120 w 1901952"/>
                <a:gd name="connsiteY36" fmla="*/ 115824 h 365760"/>
                <a:gd name="connsiteX37" fmla="*/ 1365504 w 1901952"/>
                <a:gd name="connsiteY37" fmla="*/ 121920 h 365760"/>
                <a:gd name="connsiteX38" fmla="*/ 1389888 w 1901952"/>
                <a:gd name="connsiteY38" fmla="*/ 134112 h 365760"/>
                <a:gd name="connsiteX39" fmla="*/ 1432560 w 1901952"/>
                <a:gd name="connsiteY39" fmla="*/ 128016 h 365760"/>
                <a:gd name="connsiteX40" fmla="*/ 1450848 w 1901952"/>
                <a:gd name="connsiteY40" fmla="*/ 109728 h 365760"/>
                <a:gd name="connsiteX41" fmla="*/ 1469136 w 1901952"/>
                <a:gd name="connsiteY41" fmla="*/ 97536 h 365760"/>
                <a:gd name="connsiteX42" fmla="*/ 1517904 w 1901952"/>
                <a:gd name="connsiteY42" fmla="*/ 42672 h 365760"/>
                <a:gd name="connsiteX43" fmla="*/ 1536192 w 1901952"/>
                <a:gd name="connsiteY43" fmla="*/ 36576 h 365760"/>
                <a:gd name="connsiteX44" fmla="*/ 1554480 w 1901952"/>
                <a:gd name="connsiteY44" fmla="*/ 24384 h 365760"/>
                <a:gd name="connsiteX45" fmla="*/ 1572768 w 1901952"/>
                <a:gd name="connsiteY45" fmla="*/ 18288 h 365760"/>
                <a:gd name="connsiteX46" fmla="*/ 1597152 w 1901952"/>
                <a:gd name="connsiteY46" fmla="*/ 6096 h 365760"/>
                <a:gd name="connsiteX47" fmla="*/ 1639824 w 1901952"/>
                <a:gd name="connsiteY47" fmla="*/ 0 h 365760"/>
                <a:gd name="connsiteX48" fmla="*/ 1761744 w 1901952"/>
                <a:gd name="connsiteY48" fmla="*/ 6096 h 365760"/>
                <a:gd name="connsiteX49" fmla="*/ 1828800 w 1901952"/>
                <a:gd name="connsiteY49" fmla="*/ 24384 h 365760"/>
                <a:gd name="connsiteX50" fmla="*/ 1877568 w 1901952"/>
                <a:gd name="connsiteY50" fmla="*/ 30480 h 365760"/>
                <a:gd name="connsiteX51" fmla="*/ 1901952 w 1901952"/>
                <a:gd name="connsiteY51" fmla="*/ 36576 h 365760"/>
                <a:gd name="connsiteX0" fmla="*/ 0 w 1877568"/>
                <a:gd name="connsiteY0" fmla="*/ 365760 h 365760"/>
                <a:gd name="connsiteX1" fmla="*/ 201168 w 1877568"/>
                <a:gd name="connsiteY1" fmla="*/ 243840 h 365760"/>
                <a:gd name="connsiteX2" fmla="*/ 219456 w 1877568"/>
                <a:gd name="connsiteY2" fmla="*/ 237744 h 365760"/>
                <a:gd name="connsiteX3" fmla="*/ 237744 w 1877568"/>
                <a:gd name="connsiteY3" fmla="*/ 225552 h 365760"/>
                <a:gd name="connsiteX4" fmla="*/ 256032 w 1877568"/>
                <a:gd name="connsiteY4" fmla="*/ 219456 h 365760"/>
                <a:gd name="connsiteX5" fmla="*/ 274320 w 1877568"/>
                <a:gd name="connsiteY5" fmla="*/ 207264 h 365760"/>
                <a:gd name="connsiteX6" fmla="*/ 329184 w 1877568"/>
                <a:gd name="connsiteY6" fmla="*/ 195072 h 365760"/>
                <a:gd name="connsiteX7" fmla="*/ 365760 w 1877568"/>
                <a:gd name="connsiteY7" fmla="*/ 176784 h 365760"/>
                <a:gd name="connsiteX8" fmla="*/ 384048 w 1877568"/>
                <a:gd name="connsiteY8" fmla="*/ 170688 h 365760"/>
                <a:gd name="connsiteX9" fmla="*/ 408432 w 1877568"/>
                <a:gd name="connsiteY9" fmla="*/ 152400 h 365760"/>
                <a:gd name="connsiteX10" fmla="*/ 445008 w 1877568"/>
                <a:gd name="connsiteY10" fmla="*/ 140208 h 365760"/>
                <a:gd name="connsiteX11" fmla="*/ 457200 w 1877568"/>
                <a:gd name="connsiteY11" fmla="*/ 121920 h 365760"/>
                <a:gd name="connsiteX12" fmla="*/ 493776 w 1877568"/>
                <a:gd name="connsiteY12" fmla="*/ 103632 h 365760"/>
                <a:gd name="connsiteX13" fmla="*/ 573024 w 1877568"/>
                <a:gd name="connsiteY13" fmla="*/ 85344 h 365760"/>
                <a:gd name="connsiteX14" fmla="*/ 640080 w 1877568"/>
                <a:gd name="connsiteY14" fmla="*/ 97536 h 365760"/>
                <a:gd name="connsiteX15" fmla="*/ 658368 w 1877568"/>
                <a:gd name="connsiteY15" fmla="*/ 109728 h 365760"/>
                <a:gd name="connsiteX16" fmla="*/ 682752 w 1877568"/>
                <a:gd name="connsiteY16" fmla="*/ 115824 h 365760"/>
                <a:gd name="connsiteX17" fmla="*/ 725424 w 1877568"/>
                <a:gd name="connsiteY17" fmla="*/ 134112 h 365760"/>
                <a:gd name="connsiteX18" fmla="*/ 743712 w 1877568"/>
                <a:gd name="connsiteY18" fmla="*/ 140208 h 365760"/>
                <a:gd name="connsiteX19" fmla="*/ 762000 w 1877568"/>
                <a:gd name="connsiteY19" fmla="*/ 152400 h 365760"/>
                <a:gd name="connsiteX20" fmla="*/ 780288 w 1877568"/>
                <a:gd name="connsiteY20" fmla="*/ 158496 h 365760"/>
                <a:gd name="connsiteX21" fmla="*/ 835152 w 1877568"/>
                <a:gd name="connsiteY21" fmla="*/ 188976 h 365760"/>
                <a:gd name="connsiteX22" fmla="*/ 890016 w 1877568"/>
                <a:gd name="connsiteY22" fmla="*/ 176784 h 365760"/>
                <a:gd name="connsiteX23" fmla="*/ 914400 w 1877568"/>
                <a:gd name="connsiteY23" fmla="*/ 158496 h 365760"/>
                <a:gd name="connsiteX24" fmla="*/ 963168 w 1877568"/>
                <a:gd name="connsiteY24" fmla="*/ 134112 h 365760"/>
                <a:gd name="connsiteX25" fmla="*/ 987552 w 1877568"/>
                <a:gd name="connsiteY25" fmla="*/ 121920 h 365760"/>
                <a:gd name="connsiteX26" fmla="*/ 1036320 w 1877568"/>
                <a:gd name="connsiteY26" fmla="*/ 103632 h 365760"/>
                <a:gd name="connsiteX27" fmla="*/ 1054608 w 1877568"/>
                <a:gd name="connsiteY27" fmla="*/ 97536 h 365760"/>
                <a:gd name="connsiteX28" fmla="*/ 1072896 w 1877568"/>
                <a:gd name="connsiteY28" fmla="*/ 85344 h 365760"/>
                <a:gd name="connsiteX29" fmla="*/ 1103376 w 1877568"/>
                <a:gd name="connsiteY29" fmla="*/ 79248 h 365760"/>
                <a:gd name="connsiteX30" fmla="*/ 1133856 w 1877568"/>
                <a:gd name="connsiteY30" fmla="*/ 67056 h 365760"/>
                <a:gd name="connsiteX31" fmla="*/ 1152144 w 1877568"/>
                <a:gd name="connsiteY31" fmla="*/ 54864 h 365760"/>
                <a:gd name="connsiteX32" fmla="*/ 1182624 w 1877568"/>
                <a:gd name="connsiteY32" fmla="*/ 48768 h 365760"/>
                <a:gd name="connsiteX33" fmla="*/ 1237488 w 1877568"/>
                <a:gd name="connsiteY33" fmla="*/ 54864 h 365760"/>
                <a:gd name="connsiteX34" fmla="*/ 1267968 w 1877568"/>
                <a:gd name="connsiteY34" fmla="*/ 79248 h 365760"/>
                <a:gd name="connsiteX35" fmla="*/ 1322832 w 1877568"/>
                <a:gd name="connsiteY35" fmla="*/ 103632 h 365760"/>
                <a:gd name="connsiteX36" fmla="*/ 1341120 w 1877568"/>
                <a:gd name="connsiteY36" fmla="*/ 115824 h 365760"/>
                <a:gd name="connsiteX37" fmla="*/ 1365504 w 1877568"/>
                <a:gd name="connsiteY37" fmla="*/ 121920 h 365760"/>
                <a:gd name="connsiteX38" fmla="*/ 1389888 w 1877568"/>
                <a:gd name="connsiteY38" fmla="*/ 134112 h 365760"/>
                <a:gd name="connsiteX39" fmla="*/ 1432560 w 1877568"/>
                <a:gd name="connsiteY39" fmla="*/ 128016 h 365760"/>
                <a:gd name="connsiteX40" fmla="*/ 1450848 w 1877568"/>
                <a:gd name="connsiteY40" fmla="*/ 109728 h 365760"/>
                <a:gd name="connsiteX41" fmla="*/ 1469136 w 1877568"/>
                <a:gd name="connsiteY41" fmla="*/ 97536 h 365760"/>
                <a:gd name="connsiteX42" fmla="*/ 1517904 w 1877568"/>
                <a:gd name="connsiteY42" fmla="*/ 42672 h 365760"/>
                <a:gd name="connsiteX43" fmla="*/ 1536192 w 1877568"/>
                <a:gd name="connsiteY43" fmla="*/ 36576 h 365760"/>
                <a:gd name="connsiteX44" fmla="*/ 1554480 w 1877568"/>
                <a:gd name="connsiteY44" fmla="*/ 24384 h 365760"/>
                <a:gd name="connsiteX45" fmla="*/ 1572768 w 1877568"/>
                <a:gd name="connsiteY45" fmla="*/ 18288 h 365760"/>
                <a:gd name="connsiteX46" fmla="*/ 1597152 w 1877568"/>
                <a:gd name="connsiteY46" fmla="*/ 6096 h 365760"/>
                <a:gd name="connsiteX47" fmla="*/ 1639824 w 1877568"/>
                <a:gd name="connsiteY47" fmla="*/ 0 h 365760"/>
                <a:gd name="connsiteX48" fmla="*/ 1761744 w 1877568"/>
                <a:gd name="connsiteY48" fmla="*/ 6096 h 365760"/>
                <a:gd name="connsiteX49" fmla="*/ 1828800 w 1877568"/>
                <a:gd name="connsiteY49" fmla="*/ 24384 h 365760"/>
                <a:gd name="connsiteX50" fmla="*/ 1877568 w 1877568"/>
                <a:gd name="connsiteY50" fmla="*/ 30480 h 365760"/>
                <a:gd name="connsiteX0" fmla="*/ 0 w 1828800"/>
                <a:gd name="connsiteY0" fmla="*/ 365760 h 365760"/>
                <a:gd name="connsiteX1" fmla="*/ 201168 w 1828800"/>
                <a:gd name="connsiteY1" fmla="*/ 243840 h 365760"/>
                <a:gd name="connsiteX2" fmla="*/ 219456 w 1828800"/>
                <a:gd name="connsiteY2" fmla="*/ 237744 h 365760"/>
                <a:gd name="connsiteX3" fmla="*/ 237744 w 1828800"/>
                <a:gd name="connsiteY3" fmla="*/ 225552 h 365760"/>
                <a:gd name="connsiteX4" fmla="*/ 256032 w 1828800"/>
                <a:gd name="connsiteY4" fmla="*/ 219456 h 365760"/>
                <a:gd name="connsiteX5" fmla="*/ 274320 w 1828800"/>
                <a:gd name="connsiteY5" fmla="*/ 207264 h 365760"/>
                <a:gd name="connsiteX6" fmla="*/ 329184 w 1828800"/>
                <a:gd name="connsiteY6" fmla="*/ 195072 h 365760"/>
                <a:gd name="connsiteX7" fmla="*/ 365760 w 1828800"/>
                <a:gd name="connsiteY7" fmla="*/ 176784 h 365760"/>
                <a:gd name="connsiteX8" fmla="*/ 384048 w 1828800"/>
                <a:gd name="connsiteY8" fmla="*/ 170688 h 365760"/>
                <a:gd name="connsiteX9" fmla="*/ 408432 w 1828800"/>
                <a:gd name="connsiteY9" fmla="*/ 152400 h 365760"/>
                <a:gd name="connsiteX10" fmla="*/ 445008 w 1828800"/>
                <a:gd name="connsiteY10" fmla="*/ 140208 h 365760"/>
                <a:gd name="connsiteX11" fmla="*/ 457200 w 1828800"/>
                <a:gd name="connsiteY11" fmla="*/ 121920 h 365760"/>
                <a:gd name="connsiteX12" fmla="*/ 493776 w 1828800"/>
                <a:gd name="connsiteY12" fmla="*/ 103632 h 365760"/>
                <a:gd name="connsiteX13" fmla="*/ 573024 w 1828800"/>
                <a:gd name="connsiteY13" fmla="*/ 85344 h 365760"/>
                <a:gd name="connsiteX14" fmla="*/ 640080 w 1828800"/>
                <a:gd name="connsiteY14" fmla="*/ 97536 h 365760"/>
                <a:gd name="connsiteX15" fmla="*/ 658368 w 1828800"/>
                <a:gd name="connsiteY15" fmla="*/ 109728 h 365760"/>
                <a:gd name="connsiteX16" fmla="*/ 682752 w 1828800"/>
                <a:gd name="connsiteY16" fmla="*/ 115824 h 365760"/>
                <a:gd name="connsiteX17" fmla="*/ 725424 w 1828800"/>
                <a:gd name="connsiteY17" fmla="*/ 134112 h 365760"/>
                <a:gd name="connsiteX18" fmla="*/ 743712 w 1828800"/>
                <a:gd name="connsiteY18" fmla="*/ 140208 h 365760"/>
                <a:gd name="connsiteX19" fmla="*/ 762000 w 1828800"/>
                <a:gd name="connsiteY19" fmla="*/ 152400 h 365760"/>
                <a:gd name="connsiteX20" fmla="*/ 780288 w 1828800"/>
                <a:gd name="connsiteY20" fmla="*/ 158496 h 365760"/>
                <a:gd name="connsiteX21" fmla="*/ 835152 w 1828800"/>
                <a:gd name="connsiteY21" fmla="*/ 188976 h 365760"/>
                <a:gd name="connsiteX22" fmla="*/ 890016 w 1828800"/>
                <a:gd name="connsiteY22" fmla="*/ 176784 h 365760"/>
                <a:gd name="connsiteX23" fmla="*/ 914400 w 1828800"/>
                <a:gd name="connsiteY23" fmla="*/ 158496 h 365760"/>
                <a:gd name="connsiteX24" fmla="*/ 963168 w 1828800"/>
                <a:gd name="connsiteY24" fmla="*/ 134112 h 365760"/>
                <a:gd name="connsiteX25" fmla="*/ 987552 w 1828800"/>
                <a:gd name="connsiteY25" fmla="*/ 121920 h 365760"/>
                <a:gd name="connsiteX26" fmla="*/ 1036320 w 1828800"/>
                <a:gd name="connsiteY26" fmla="*/ 103632 h 365760"/>
                <a:gd name="connsiteX27" fmla="*/ 1054608 w 1828800"/>
                <a:gd name="connsiteY27" fmla="*/ 97536 h 365760"/>
                <a:gd name="connsiteX28" fmla="*/ 1072896 w 1828800"/>
                <a:gd name="connsiteY28" fmla="*/ 85344 h 365760"/>
                <a:gd name="connsiteX29" fmla="*/ 1103376 w 1828800"/>
                <a:gd name="connsiteY29" fmla="*/ 79248 h 365760"/>
                <a:gd name="connsiteX30" fmla="*/ 1133856 w 1828800"/>
                <a:gd name="connsiteY30" fmla="*/ 67056 h 365760"/>
                <a:gd name="connsiteX31" fmla="*/ 1152144 w 1828800"/>
                <a:gd name="connsiteY31" fmla="*/ 54864 h 365760"/>
                <a:gd name="connsiteX32" fmla="*/ 1182624 w 1828800"/>
                <a:gd name="connsiteY32" fmla="*/ 48768 h 365760"/>
                <a:gd name="connsiteX33" fmla="*/ 1237488 w 1828800"/>
                <a:gd name="connsiteY33" fmla="*/ 54864 h 365760"/>
                <a:gd name="connsiteX34" fmla="*/ 1267968 w 1828800"/>
                <a:gd name="connsiteY34" fmla="*/ 79248 h 365760"/>
                <a:gd name="connsiteX35" fmla="*/ 1322832 w 1828800"/>
                <a:gd name="connsiteY35" fmla="*/ 103632 h 365760"/>
                <a:gd name="connsiteX36" fmla="*/ 1341120 w 1828800"/>
                <a:gd name="connsiteY36" fmla="*/ 115824 h 365760"/>
                <a:gd name="connsiteX37" fmla="*/ 1365504 w 1828800"/>
                <a:gd name="connsiteY37" fmla="*/ 121920 h 365760"/>
                <a:gd name="connsiteX38" fmla="*/ 1389888 w 1828800"/>
                <a:gd name="connsiteY38" fmla="*/ 134112 h 365760"/>
                <a:gd name="connsiteX39" fmla="*/ 1432560 w 1828800"/>
                <a:gd name="connsiteY39" fmla="*/ 128016 h 365760"/>
                <a:gd name="connsiteX40" fmla="*/ 1450848 w 1828800"/>
                <a:gd name="connsiteY40" fmla="*/ 109728 h 365760"/>
                <a:gd name="connsiteX41" fmla="*/ 1469136 w 1828800"/>
                <a:gd name="connsiteY41" fmla="*/ 97536 h 365760"/>
                <a:gd name="connsiteX42" fmla="*/ 1517904 w 1828800"/>
                <a:gd name="connsiteY42" fmla="*/ 42672 h 365760"/>
                <a:gd name="connsiteX43" fmla="*/ 1536192 w 1828800"/>
                <a:gd name="connsiteY43" fmla="*/ 36576 h 365760"/>
                <a:gd name="connsiteX44" fmla="*/ 1554480 w 1828800"/>
                <a:gd name="connsiteY44" fmla="*/ 24384 h 365760"/>
                <a:gd name="connsiteX45" fmla="*/ 1572768 w 1828800"/>
                <a:gd name="connsiteY45" fmla="*/ 18288 h 365760"/>
                <a:gd name="connsiteX46" fmla="*/ 1597152 w 1828800"/>
                <a:gd name="connsiteY46" fmla="*/ 6096 h 365760"/>
                <a:gd name="connsiteX47" fmla="*/ 1639824 w 1828800"/>
                <a:gd name="connsiteY47" fmla="*/ 0 h 365760"/>
                <a:gd name="connsiteX48" fmla="*/ 1761744 w 1828800"/>
                <a:gd name="connsiteY48" fmla="*/ 6096 h 365760"/>
                <a:gd name="connsiteX49" fmla="*/ 1828800 w 1828800"/>
                <a:gd name="connsiteY49" fmla="*/ 24384 h 365760"/>
                <a:gd name="connsiteX0" fmla="*/ 0 w 1761744"/>
                <a:gd name="connsiteY0" fmla="*/ 365760 h 365760"/>
                <a:gd name="connsiteX1" fmla="*/ 201168 w 1761744"/>
                <a:gd name="connsiteY1" fmla="*/ 243840 h 365760"/>
                <a:gd name="connsiteX2" fmla="*/ 219456 w 1761744"/>
                <a:gd name="connsiteY2" fmla="*/ 237744 h 365760"/>
                <a:gd name="connsiteX3" fmla="*/ 237744 w 1761744"/>
                <a:gd name="connsiteY3" fmla="*/ 225552 h 365760"/>
                <a:gd name="connsiteX4" fmla="*/ 256032 w 1761744"/>
                <a:gd name="connsiteY4" fmla="*/ 219456 h 365760"/>
                <a:gd name="connsiteX5" fmla="*/ 274320 w 1761744"/>
                <a:gd name="connsiteY5" fmla="*/ 207264 h 365760"/>
                <a:gd name="connsiteX6" fmla="*/ 329184 w 1761744"/>
                <a:gd name="connsiteY6" fmla="*/ 195072 h 365760"/>
                <a:gd name="connsiteX7" fmla="*/ 365760 w 1761744"/>
                <a:gd name="connsiteY7" fmla="*/ 176784 h 365760"/>
                <a:gd name="connsiteX8" fmla="*/ 384048 w 1761744"/>
                <a:gd name="connsiteY8" fmla="*/ 170688 h 365760"/>
                <a:gd name="connsiteX9" fmla="*/ 408432 w 1761744"/>
                <a:gd name="connsiteY9" fmla="*/ 152400 h 365760"/>
                <a:gd name="connsiteX10" fmla="*/ 445008 w 1761744"/>
                <a:gd name="connsiteY10" fmla="*/ 140208 h 365760"/>
                <a:gd name="connsiteX11" fmla="*/ 457200 w 1761744"/>
                <a:gd name="connsiteY11" fmla="*/ 121920 h 365760"/>
                <a:gd name="connsiteX12" fmla="*/ 493776 w 1761744"/>
                <a:gd name="connsiteY12" fmla="*/ 103632 h 365760"/>
                <a:gd name="connsiteX13" fmla="*/ 573024 w 1761744"/>
                <a:gd name="connsiteY13" fmla="*/ 85344 h 365760"/>
                <a:gd name="connsiteX14" fmla="*/ 640080 w 1761744"/>
                <a:gd name="connsiteY14" fmla="*/ 97536 h 365760"/>
                <a:gd name="connsiteX15" fmla="*/ 658368 w 1761744"/>
                <a:gd name="connsiteY15" fmla="*/ 109728 h 365760"/>
                <a:gd name="connsiteX16" fmla="*/ 682752 w 1761744"/>
                <a:gd name="connsiteY16" fmla="*/ 115824 h 365760"/>
                <a:gd name="connsiteX17" fmla="*/ 725424 w 1761744"/>
                <a:gd name="connsiteY17" fmla="*/ 134112 h 365760"/>
                <a:gd name="connsiteX18" fmla="*/ 743712 w 1761744"/>
                <a:gd name="connsiteY18" fmla="*/ 140208 h 365760"/>
                <a:gd name="connsiteX19" fmla="*/ 762000 w 1761744"/>
                <a:gd name="connsiteY19" fmla="*/ 152400 h 365760"/>
                <a:gd name="connsiteX20" fmla="*/ 780288 w 1761744"/>
                <a:gd name="connsiteY20" fmla="*/ 158496 h 365760"/>
                <a:gd name="connsiteX21" fmla="*/ 835152 w 1761744"/>
                <a:gd name="connsiteY21" fmla="*/ 188976 h 365760"/>
                <a:gd name="connsiteX22" fmla="*/ 890016 w 1761744"/>
                <a:gd name="connsiteY22" fmla="*/ 176784 h 365760"/>
                <a:gd name="connsiteX23" fmla="*/ 914400 w 1761744"/>
                <a:gd name="connsiteY23" fmla="*/ 158496 h 365760"/>
                <a:gd name="connsiteX24" fmla="*/ 963168 w 1761744"/>
                <a:gd name="connsiteY24" fmla="*/ 134112 h 365760"/>
                <a:gd name="connsiteX25" fmla="*/ 987552 w 1761744"/>
                <a:gd name="connsiteY25" fmla="*/ 121920 h 365760"/>
                <a:gd name="connsiteX26" fmla="*/ 1036320 w 1761744"/>
                <a:gd name="connsiteY26" fmla="*/ 103632 h 365760"/>
                <a:gd name="connsiteX27" fmla="*/ 1054608 w 1761744"/>
                <a:gd name="connsiteY27" fmla="*/ 97536 h 365760"/>
                <a:gd name="connsiteX28" fmla="*/ 1072896 w 1761744"/>
                <a:gd name="connsiteY28" fmla="*/ 85344 h 365760"/>
                <a:gd name="connsiteX29" fmla="*/ 1103376 w 1761744"/>
                <a:gd name="connsiteY29" fmla="*/ 79248 h 365760"/>
                <a:gd name="connsiteX30" fmla="*/ 1133856 w 1761744"/>
                <a:gd name="connsiteY30" fmla="*/ 67056 h 365760"/>
                <a:gd name="connsiteX31" fmla="*/ 1152144 w 1761744"/>
                <a:gd name="connsiteY31" fmla="*/ 54864 h 365760"/>
                <a:gd name="connsiteX32" fmla="*/ 1182624 w 1761744"/>
                <a:gd name="connsiteY32" fmla="*/ 48768 h 365760"/>
                <a:gd name="connsiteX33" fmla="*/ 1237488 w 1761744"/>
                <a:gd name="connsiteY33" fmla="*/ 54864 h 365760"/>
                <a:gd name="connsiteX34" fmla="*/ 1267968 w 1761744"/>
                <a:gd name="connsiteY34" fmla="*/ 79248 h 365760"/>
                <a:gd name="connsiteX35" fmla="*/ 1322832 w 1761744"/>
                <a:gd name="connsiteY35" fmla="*/ 103632 h 365760"/>
                <a:gd name="connsiteX36" fmla="*/ 1341120 w 1761744"/>
                <a:gd name="connsiteY36" fmla="*/ 115824 h 365760"/>
                <a:gd name="connsiteX37" fmla="*/ 1365504 w 1761744"/>
                <a:gd name="connsiteY37" fmla="*/ 121920 h 365760"/>
                <a:gd name="connsiteX38" fmla="*/ 1389888 w 1761744"/>
                <a:gd name="connsiteY38" fmla="*/ 134112 h 365760"/>
                <a:gd name="connsiteX39" fmla="*/ 1432560 w 1761744"/>
                <a:gd name="connsiteY39" fmla="*/ 128016 h 365760"/>
                <a:gd name="connsiteX40" fmla="*/ 1450848 w 1761744"/>
                <a:gd name="connsiteY40" fmla="*/ 109728 h 365760"/>
                <a:gd name="connsiteX41" fmla="*/ 1469136 w 1761744"/>
                <a:gd name="connsiteY41" fmla="*/ 97536 h 365760"/>
                <a:gd name="connsiteX42" fmla="*/ 1517904 w 1761744"/>
                <a:gd name="connsiteY42" fmla="*/ 42672 h 365760"/>
                <a:gd name="connsiteX43" fmla="*/ 1536192 w 1761744"/>
                <a:gd name="connsiteY43" fmla="*/ 36576 h 365760"/>
                <a:gd name="connsiteX44" fmla="*/ 1554480 w 1761744"/>
                <a:gd name="connsiteY44" fmla="*/ 24384 h 365760"/>
                <a:gd name="connsiteX45" fmla="*/ 1572768 w 1761744"/>
                <a:gd name="connsiteY45" fmla="*/ 18288 h 365760"/>
                <a:gd name="connsiteX46" fmla="*/ 1597152 w 1761744"/>
                <a:gd name="connsiteY46" fmla="*/ 6096 h 365760"/>
                <a:gd name="connsiteX47" fmla="*/ 1639824 w 1761744"/>
                <a:gd name="connsiteY47" fmla="*/ 0 h 365760"/>
                <a:gd name="connsiteX48" fmla="*/ 1761744 w 1761744"/>
                <a:gd name="connsiteY48" fmla="*/ 6096 h 365760"/>
                <a:gd name="connsiteX0" fmla="*/ 0 w 1723644"/>
                <a:gd name="connsiteY0" fmla="*/ 365760 h 365760"/>
                <a:gd name="connsiteX1" fmla="*/ 201168 w 1723644"/>
                <a:gd name="connsiteY1" fmla="*/ 243840 h 365760"/>
                <a:gd name="connsiteX2" fmla="*/ 219456 w 1723644"/>
                <a:gd name="connsiteY2" fmla="*/ 237744 h 365760"/>
                <a:gd name="connsiteX3" fmla="*/ 237744 w 1723644"/>
                <a:gd name="connsiteY3" fmla="*/ 225552 h 365760"/>
                <a:gd name="connsiteX4" fmla="*/ 256032 w 1723644"/>
                <a:gd name="connsiteY4" fmla="*/ 219456 h 365760"/>
                <a:gd name="connsiteX5" fmla="*/ 274320 w 1723644"/>
                <a:gd name="connsiteY5" fmla="*/ 207264 h 365760"/>
                <a:gd name="connsiteX6" fmla="*/ 329184 w 1723644"/>
                <a:gd name="connsiteY6" fmla="*/ 195072 h 365760"/>
                <a:gd name="connsiteX7" fmla="*/ 365760 w 1723644"/>
                <a:gd name="connsiteY7" fmla="*/ 176784 h 365760"/>
                <a:gd name="connsiteX8" fmla="*/ 384048 w 1723644"/>
                <a:gd name="connsiteY8" fmla="*/ 170688 h 365760"/>
                <a:gd name="connsiteX9" fmla="*/ 408432 w 1723644"/>
                <a:gd name="connsiteY9" fmla="*/ 152400 h 365760"/>
                <a:gd name="connsiteX10" fmla="*/ 445008 w 1723644"/>
                <a:gd name="connsiteY10" fmla="*/ 140208 h 365760"/>
                <a:gd name="connsiteX11" fmla="*/ 457200 w 1723644"/>
                <a:gd name="connsiteY11" fmla="*/ 121920 h 365760"/>
                <a:gd name="connsiteX12" fmla="*/ 493776 w 1723644"/>
                <a:gd name="connsiteY12" fmla="*/ 103632 h 365760"/>
                <a:gd name="connsiteX13" fmla="*/ 573024 w 1723644"/>
                <a:gd name="connsiteY13" fmla="*/ 85344 h 365760"/>
                <a:gd name="connsiteX14" fmla="*/ 640080 w 1723644"/>
                <a:gd name="connsiteY14" fmla="*/ 97536 h 365760"/>
                <a:gd name="connsiteX15" fmla="*/ 658368 w 1723644"/>
                <a:gd name="connsiteY15" fmla="*/ 109728 h 365760"/>
                <a:gd name="connsiteX16" fmla="*/ 682752 w 1723644"/>
                <a:gd name="connsiteY16" fmla="*/ 115824 h 365760"/>
                <a:gd name="connsiteX17" fmla="*/ 725424 w 1723644"/>
                <a:gd name="connsiteY17" fmla="*/ 134112 h 365760"/>
                <a:gd name="connsiteX18" fmla="*/ 743712 w 1723644"/>
                <a:gd name="connsiteY18" fmla="*/ 140208 h 365760"/>
                <a:gd name="connsiteX19" fmla="*/ 762000 w 1723644"/>
                <a:gd name="connsiteY19" fmla="*/ 152400 h 365760"/>
                <a:gd name="connsiteX20" fmla="*/ 780288 w 1723644"/>
                <a:gd name="connsiteY20" fmla="*/ 158496 h 365760"/>
                <a:gd name="connsiteX21" fmla="*/ 835152 w 1723644"/>
                <a:gd name="connsiteY21" fmla="*/ 188976 h 365760"/>
                <a:gd name="connsiteX22" fmla="*/ 890016 w 1723644"/>
                <a:gd name="connsiteY22" fmla="*/ 176784 h 365760"/>
                <a:gd name="connsiteX23" fmla="*/ 914400 w 1723644"/>
                <a:gd name="connsiteY23" fmla="*/ 158496 h 365760"/>
                <a:gd name="connsiteX24" fmla="*/ 963168 w 1723644"/>
                <a:gd name="connsiteY24" fmla="*/ 134112 h 365760"/>
                <a:gd name="connsiteX25" fmla="*/ 987552 w 1723644"/>
                <a:gd name="connsiteY25" fmla="*/ 121920 h 365760"/>
                <a:gd name="connsiteX26" fmla="*/ 1036320 w 1723644"/>
                <a:gd name="connsiteY26" fmla="*/ 103632 h 365760"/>
                <a:gd name="connsiteX27" fmla="*/ 1054608 w 1723644"/>
                <a:gd name="connsiteY27" fmla="*/ 97536 h 365760"/>
                <a:gd name="connsiteX28" fmla="*/ 1072896 w 1723644"/>
                <a:gd name="connsiteY28" fmla="*/ 85344 h 365760"/>
                <a:gd name="connsiteX29" fmla="*/ 1103376 w 1723644"/>
                <a:gd name="connsiteY29" fmla="*/ 79248 h 365760"/>
                <a:gd name="connsiteX30" fmla="*/ 1133856 w 1723644"/>
                <a:gd name="connsiteY30" fmla="*/ 67056 h 365760"/>
                <a:gd name="connsiteX31" fmla="*/ 1152144 w 1723644"/>
                <a:gd name="connsiteY31" fmla="*/ 54864 h 365760"/>
                <a:gd name="connsiteX32" fmla="*/ 1182624 w 1723644"/>
                <a:gd name="connsiteY32" fmla="*/ 48768 h 365760"/>
                <a:gd name="connsiteX33" fmla="*/ 1237488 w 1723644"/>
                <a:gd name="connsiteY33" fmla="*/ 54864 h 365760"/>
                <a:gd name="connsiteX34" fmla="*/ 1267968 w 1723644"/>
                <a:gd name="connsiteY34" fmla="*/ 79248 h 365760"/>
                <a:gd name="connsiteX35" fmla="*/ 1322832 w 1723644"/>
                <a:gd name="connsiteY35" fmla="*/ 103632 h 365760"/>
                <a:gd name="connsiteX36" fmla="*/ 1341120 w 1723644"/>
                <a:gd name="connsiteY36" fmla="*/ 115824 h 365760"/>
                <a:gd name="connsiteX37" fmla="*/ 1365504 w 1723644"/>
                <a:gd name="connsiteY37" fmla="*/ 121920 h 365760"/>
                <a:gd name="connsiteX38" fmla="*/ 1389888 w 1723644"/>
                <a:gd name="connsiteY38" fmla="*/ 134112 h 365760"/>
                <a:gd name="connsiteX39" fmla="*/ 1432560 w 1723644"/>
                <a:gd name="connsiteY39" fmla="*/ 128016 h 365760"/>
                <a:gd name="connsiteX40" fmla="*/ 1450848 w 1723644"/>
                <a:gd name="connsiteY40" fmla="*/ 109728 h 365760"/>
                <a:gd name="connsiteX41" fmla="*/ 1469136 w 1723644"/>
                <a:gd name="connsiteY41" fmla="*/ 97536 h 365760"/>
                <a:gd name="connsiteX42" fmla="*/ 1517904 w 1723644"/>
                <a:gd name="connsiteY42" fmla="*/ 42672 h 365760"/>
                <a:gd name="connsiteX43" fmla="*/ 1536192 w 1723644"/>
                <a:gd name="connsiteY43" fmla="*/ 36576 h 365760"/>
                <a:gd name="connsiteX44" fmla="*/ 1554480 w 1723644"/>
                <a:gd name="connsiteY44" fmla="*/ 24384 h 365760"/>
                <a:gd name="connsiteX45" fmla="*/ 1572768 w 1723644"/>
                <a:gd name="connsiteY45" fmla="*/ 18288 h 365760"/>
                <a:gd name="connsiteX46" fmla="*/ 1597152 w 1723644"/>
                <a:gd name="connsiteY46" fmla="*/ 6096 h 365760"/>
                <a:gd name="connsiteX47" fmla="*/ 1639824 w 1723644"/>
                <a:gd name="connsiteY47" fmla="*/ 0 h 365760"/>
                <a:gd name="connsiteX48" fmla="*/ 1723644 w 1723644"/>
                <a:gd name="connsiteY48" fmla="*/ 9906 h 365760"/>
                <a:gd name="connsiteX0" fmla="*/ 0 w 1723644"/>
                <a:gd name="connsiteY0" fmla="*/ 365760 h 365760"/>
                <a:gd name="connsiteX1" fmla="*/ 195453 w 1723644"/>
                <a:gd name="connsiteY1" fmla="*/ 243840 h 365760"/>
                <a:gd name="connsiteX2" fmla="*/ 219456 w 1723644"/>
                <a:gd name="connsiteY2" fmla="*/ 237744 h 365760"/>
                <a:gd name="connsiteX3" fmla="*/ 237744 w 1723644"/>
                <a:gd name="connsiteY3" fmla="*/ 225552 h 365760"/>
                <a:gd name="connsiteX4" fmla="*/ 256032 w 1723644"/>
                <a:gd name="connsiteY4" fmla="*/ 219456 h 365760"/>
                <a:gd name="connsiteX5" fmla="*/ 274320 w 1723644"/>
                <a:gd name="connsiteY5" fmla="*/ 207264 h 365760"/>
                <a:gd name="connsiteX6" fmla="*/ 329184 w 1723644"/>
                <a:gd name="connsiteY6" fmla="*/ 195072 h 365760"/>
                <a:gd name="connsiteX7" fmla="*/ 365760 w 1723644"/>
                <a:gd name="connsiteY7" fmla="*/ 176784 h 365760"/>
                <a:gd name="connsiteX8" fmla="*/ 384048 w 1723644"/>
                <a:gd name="connsiteY8" fmla="*/ 170688 h 365760"/>
                <a:gd name="connsiteX9" fmla="*/ 408432 w 1723644"/>
                <a:gd name="connsiteY9" fmla="*/ 152400 h 365760"/>
                <a:gd name="connsiteX10" fmla="*/ 445008 w 1723644"/>
                <a:gd name="connsiteY10" fmla="*/ 140208 h 365760"/>
                <a:gd name="connsiteX11" fmla="*/ 457200 w 1723644"/>
                <a:gd name="connsiteY11" fmla="*/ 121920 h 365760"/>
                <a:gd name="connsiteX12" fmla="*/ 493776 w 1723644"/>
                <a:gd name="connsiteY12" fmla="*/ 103632 h 365760"/>
                <a:gd name="connsiteX13" fmla="*/ 573024 w 1723644"/>
                <a:gd name="connsiteY13" fmla="*/ 85344 h 365760"/>
                <a:gd name="connsiteX14" fmla="*/ 640080 w 1723644"/>
                <a:gd name="connsiteY14" fmla="*/ 97536 h 365760"/>
                <a:gd name="connsiteX15" fmla="*/ 658368 w 1723644"/>
                <a:gd name="connsiteY15" fmla="*/ 109728 h 365760"/>
                <a:gd name="connsiteX16" fmla="*/ 682752 w 1723644"/>
                <a:gd name="connsiteY16" fmla="*/ 115824 h 365760"/>
                <a:gd name="connsiteX17" fmla="*/ 725424 w 1723644"/>
                <a:gd name="connsiteY17" fmla="*/ 134112 h 365760"/>
                <a:gd name="connsiteX18" fmla="*/ 743712 w 1723644"/>
                <a:gd name="connsiteY18" fmla="*/ 140208 h 365760"/>
                <a:gd name="connsiteX19" fmla="*/ 762000 w 1723644"/>
                <a:gd name="connsiteY19" fmla="*/ 152400 h 365760"/>
                <a:gd name="connsiteX20" fmla="*/ 780288 w 1723644"/>
                <a:gd name="connsiteY20" fmla="*/ 158496 h 365760"/>
                <a:gd name="connsiteX21" fmla="*/ 835152 w 1723644"/>
                <a:gd name="connsiteY21" fmla="*/ 188976 h 365760"/>
                <a:gd name="connsiteX22" fmla="*/ 890016 w 1723644"/>
                <a:gd name="connsiteY22" fmla="*/ 176784 h 365760"/>
                <a:gd name="connsiteX23" fmla="*/ 914400 w 1723644"/>
                <a:gd name="connsiteY23" fmla="*/ 158496 h 365760"/>
                <a:gd name="connsiteX24" fmla="*/ 963168 w 1723644"/>
                <a:gd name="connsiteY24" fmla="*/ 134112 h 365760"/>
                <a:gd name="connsiteX25" fmla="*/ 987552 w 1723644"/>
                <a:gd name="connsiteY25" fmla="*/ 121920 h 365760"/>
                <a:gd name="connsiteX26" fmla="*/ 1036320 w 1723644"/>
                <a:gd name="connsiteY26" fmla="*/ 103632 h 365760"/>
                <a:gd name="connsiteX27" fmla="*/ 1054608 w 1723644"/>
                <a:gd name="connsiteY27" fmla="*/ 97536 h 365760"/>
                <a:gd name="connsiteX28" fmla="*/ 1072896 w 1723644"/>
                <a:gd name="connsiteY28" fmla="*/ 85344 h 365760"/>
                <a:gd name="connsiteX29" fmla="*/ 1103376 w 1723644"/>
                <a:gd name="connsiteY29" fmla="*/ 79248 h 365760"/>
                <a:gd name="connsiteX30" fmla="*/ 1133856 w 1723644"/>
                <a:gd name="connsiteY30" fmla="*/ 67056 h 365760"/>
                <a:gd name="connsiteX31" fmla="*/ 1152144 w 1723644"/>
                <a:gd name="connsiteY31" fmla="*/ 54864 h 365760"/>
                <a:gd name="connsiteX32" fmla="*/ 1182624 w 1723644"/>
                <a:gd name="connsiteY32" fmla="*/ 48768 h 365760"/>
                <a:gd name="connsiteX33" fmla="*/ 1237488 w 1723644"/>
                <a:gd name="connsiteY33" fmla="*/ 54864 h 365760"/>
                <a:gd name="connsiteX34" fmla="*/ 1267968 w 1723644"/>
                <a:gd name="connsiteY34" fmla="*/ 79248 h 365760"/>
                <a:gd name="connsiteX35" fmla="*/ 1322832 w 1723644"/>
                <a:gd name="connsiteY35" fmla="*/ 103632 h 365760"/>
                <a:gd name="connsiteX36" fmla="*/ 1341120 w 1723644"/>
                <a:gd name="connsiteY36" fmla="*/ 115824 h 365760"/>
                <a:gd name="connsiteX37" fmla="*/ 1365504 w 1723644"/>
                <a:gd name="connsiteY37" fmla="*/ 121920 h 365760"/>
                <a:gd name="connsiteX38" fmla="*/ 1389888 w 1723644"/>
                <a:gd name="connsiteY38" fmla="*/ 134112 h 365760"/>
                <a:gd name="connsiteX39" fmla="*/ 1432560 w 1723644"/>
                <a:gd name="connsiteY39" fmla="*/ 128016 h 365760"/>
                <a:gd name="connsiteX40" fmla="*/ 1450848 w 1723644"/>
                <a:gd name="connsiteY40" fmla="*/ 109728 h 365760"/>
                <a:gd name="connsiteX41" fmla="*/ 1469136 w 1723644"/>
                <a:gd name="connsiteY41" fmla="*/ 97536 h 365760"/>
                <a:gd name="connsiteX42" fmla="*/ 1517904 w 1723644"/>
                <a:gd name="connsiteY42" fmla="*/ 42672 h 365760"/>
                <a:gd name="connsiteX43" fmla="*/ 1536192 w 1723644"/>
                <a:gd name="connsiteY43" fmla="*/ 36576 h 365760"/>
                <a:gd name="connsiteX44" fmla="*/ 1554480 w 1723644"/>
                <a:gd name="connsiteY44" fmla="*/ 24384 h 365760"/>
                <a:gd name="connsiteX45" fmla="*/ 1572768 w 1723644"/>
                <a:gd name="connsiteY45" fmla="*/ 18288 h 365760"/>
                <a:gd name="connsiteX46" fmla="*/ 1597152 w 1723644"/>
                <a:gd name="connsiteY46" fmla="*/ 6096 h 365760"/>
                <a:gd name="connsiteX47" fmla="*/ 1639824 w 1723644"/>
                <a:gd name="connsiteY47" fmla="*/ 0 h 365760"/>
                <a:gd name="connsiteX48" fmla="*/ 1723644 w 1723644"/>
                <a:gd name="connsiteY48" fmla="*/ 9906 h 365760"/>
                <a:gd name="connsiteX0" fmla="*/ 0 w 1528191"/>
                <a:gd name="connsiteY0" fmla="*/ 243840 h 243840"/>
                <a:gd name="connsiteX1" fmla="*/ 24003 w 1528191"/>
                <a:gd name="connsiteY1" fmla="*/ 237744 h 243840"/>
                <a:gd name="connsiteX2" fmla="*/ 42291 w 1528191"/>
                <a:gd name="connsiteY2" fmla="*/ 225552 h 243840"/>
                <a:gd name="connsiteX3" fmla="*/ 60579 w 1528191"/>
                <a:gd name="connsiteY3" fmla="*/ 219456 h 243840"/>
                <a:gd name="connsiteX4" fmla="*/ 78867 w 1528191"/>
                <a:gd name="connsiteY4" fmla="*/ 207264 h 243840"/>
                <a:gd name="connsiteX5" fmla="*/ 133731 w 1528191"/>
                <a:gd name="connsiteY5" fmla="*/ 195072 h 243840"/>
                <a:gd name="connsiteX6" fmla="*/ 170307 w 1528191"/>
                <a:gd name="connsiteY6" fmla="*/ 176784 h 243840"/>
                <a:gd name="connsiteX7" fmla="*/ 188595 w 1528191"/>
                <a:gd name="connsiteY7" fmla="*/ 170688 h 243840"/>
                <a:gd name="connsiteX8" fmla="*/ 212979 w 1528191"/>
                <a:gd name="connsiteY8" fmla="*/ 152400 h 243840"/>
                <a:gd name="connsiteX9" fmla="*/ 249555 w 1528191"/>
                <a:gd name="connsiteY9" fmla="*/ 140208 h 243840"/>
                <a:gd name="connsiteX10" fmla="*/ 261747 w 1528191"/>
                <a:gd name="connsiteY10" fmla="*/ 121920 h 243840"/>
                <a:gd name="connsiteX11" fmla="*/ 298323 w 1528191"/>
                <a:gd name="connsiteY11" fmla="*/ 103632 h 243840"/>
                <a:gd name="connsiteX12" fmla="*/ 377571 w 1528191"/>
                <a:gd name="connsiteY12" fmla="*/ 85344 h 243840"/>
                <a:gd name="connsiteX13" fmla="*/ 444627 w 1528191"/>
                <a:gd name="connsiteY13" fmla="*/ 97536 h 243840"/>
                <a:gd name="connsiteX14" fmla="*/ 462915 w 1528191"/>
                <a:gd name="connsiteY14" fmla="*/ 109728 h 243840"/>
                <a:gd name="connsiteX15" fmla="*/ 487299 w 1528191"/>
                <a:gd name="connsiteY15" fmla="*/ 115824 h 243840"/>
                <a:gd name="connsiteX16" fmla="*/ 529971 w 1528191"/>
                <a:gd name="connsiteY16" fmla="*/ 134112 h 243840"/>
                <a:gd name="connsiteX17" fmla="*/ 548259 w 1528191"/>
                <a:gd name="connsiteY17" fmla="*/ 140208 h 243840"/>
                <a:gd name="connsiteX18" fmla="*/ 566547 w 1528191"/>
                <a:gd name="connsiteY18" fmla="*/ 152400 h 243840"/>
                <a:gd name="connsiteX19" fmla="*/ 584835 w 1528191"/>
                <a:gd name="connsiteY19" fmla="*/ 158496 h 243840"/>
                <a:gd name="connsiteX20" fmla="*/ 639699 w 1528191"/>
                <a:gd name="connsiteY20" fmla="*/ 188976 h 243840"/>
                <a:gd name="connsiteX21" fmla="*/ 694563 w 1528191"/>
                <a:gd name="connsiteY21" fmla="*/ 176784 h 243840"/>
                <a:gd name="connsiteX22" fmla="*/ 718947 w 1528191"/>
                <a:gd name="connsiteY22" fmla="*/ 158496 h 243840"/>
                <a:gd name="connsiteX23" fmla="*/ 767715 w 1528191"/>
                <a:gd name="connsiteY23" fmla="*/ 134112 h 243840"/>
                <a:gd name="connsiteX24" fmla="*/ 792099 w 1528191"/>
                <a:gd name="connsiteY24" fmla="*/ 121920 h 243840"/>
                <a:gd name="connsiteX25" fmla="*/ 840867 w 1528191"/>
                <a:gd name="connsiteY25" fmla="*/ 103632 h 243840"/>
                <a:gd name="connsiteX26" fmla="*/ 859155 w 1528191"/>
                <a:gd name="connsiteY26" fmla="*/ 97536 h 243840"/>
                <a:gd name="connsiteX27" fmla="*/ 877443 w 1528191"/>
                <a:gd name="connsiteY27" fmla="*/ 85344 h 243840"/>
                <a:gd name="connsiteX28" fmla="*/ 907923 w 1528191"/>
                <a:gd name="connsiteY28" fmla="*/ 79248 h 243840"/>
                <a:gd name="connsiteX29" fmla="*/ 938403 w 1528191"/>
                <a:gd name="connsiteY29" fmla="*/ 67056 h 243840"/>
                <a:gd name="connsiteX30" fmla="*/ 956691 w 1528191"/>
                <a:gd name="connsiteY30" fmla="*/ 54864 h 243840"/>
                <a:gd name="connsiteX31" fmla="*/ 987171 w 1528191"/>
                <a:gd name="connsiteY31" fmla="*/ 48768 h 243840"/>
                <a:gd name="connsiteX32" fmla="*/ 1042035 w 1528191"/>
                <a:gd name="connsiteY32" fmla="*/ 54864 h 243840"/>
                <a:gd name="connsiteX33" fmla="*/ 1072515 w 1528191"/>
                <a:gd name="connsiteY33" fmla="*/ 79248 h 243840"/>
                <a:gd name="connsiteX34" fmla="*/ 1127379 w 1528191"/>
                <a:gd name="connsiteY34" fmla="*/ 103632 h 243840"/>
                <a:gd name="connsiteX35" fmla="*/ 1145667 w 1528191"/>
                <a:gd name="connsiteY35" fmla="*/ 115824 h 243840"/>
                <a:gd name="connsiteX36" fmla="*/ 1170051 w 1528191"/>
                <a:gd name="connsiteY36" fmla="*/ 121920 h 243840"/>
                <a:gd name="connsiteX37" fmla="*/ 1194435 w 1528191"/>
                <a:gd name="connsiteY37" fmla="*/ 134112 h 243840"/>
                <a:gd name="connsiteX38" fmla="*/ 1237107 w 1528191"/>
                <a:gd name="connsiteY38" fmla="*/ 128016 h 243840"/>
                <a:gd name="connsiteX39" fmla="*/ 1255395 w 1528191"/>
                <a:gd name="connsiteY39" fmla="*/ 109728 h 243840"/>
                <a:gd name="connsiteX40" fmla="*/ 1273683 w 1528191"/>
                <a:gd name="connsiteY40" fmla="*/ 97536 h 243840"/>
                <a:gd name="connsiteX41" fmla="*/ 1322451 w 1528191"/>
                <a:gd name="connsiteY41" fmla="*/ 42672 h 243840"/>
                <a:gd name="connsiteX42" fmla="*/ 1340739 w 1528191"/>
                <a:gd name="connsiteY42" fmla="*/ 36576 h 243840"/>
                <a:gd name="connsiteX43" fmla="*/ 1359027 w 1528191"/>
                <a:gd name="connsiteY43" fmla="*/ 24384 h 243840"/>
                <a:gd name="connsiteX44" fmla="*/ 1377315 w 1528191"/>
                <a:gd name="connsiteY44" fmla="*/ 18288 h 243840"/>
                <a:gd name="connsiteX45" fmla="*/ 1401699 w 1528191"/>
                <a:gd name="connsiteY45" fmla="*/ 6096 h 243840"/>
                <a:gd name="connsiteX46" fmla="*/ 1444371 w 1528191"/>
                <a:gd name="connsiteY46" fmla="*/ 0 h 243840"/>
                <a:gd name="connsiteX47" fmla="*/ 1528191 w 1528191"/>
                <a:gd name="connsiteY47" fmla="*/ 9906 h 243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</a:cxnLst>
              <a:rect l="l" t="t" r="r" b="b"/>
              <a:pathLst>
                <a:path w="1528191" h="243840">
                  <a:moveTo>
                    <a:pt x="0" y="243840"/>
                  </a:moveTo>
                  <a:cubicBezTo>
                    <a:pt x="5550" y="240602"/>
                    <a:pt x="16955" y="240792"/>
                    <a:pt x="24003" y="237744"/>
                  </a:cubicBezTo>
                  <a:cubicBezTo>
                    <a:pt x="31052" y="234696"/>
                    <a:pt x="35738" y="228829"/>
                    <a:pt x="42291" y="225552"/>
                  </a:cubicBezTo>
                  <a:cubicBezTo>
                    <a:pt x="48038" y="222678"/>
                    <a:pt x="54832" y="222330"/>
                    <a:pt x="60579" y="219456"/>
                  </a:cubicBezTo>
                  <a:cubicBezTo>
                    <a:pt x="67132" y="216179"/>
                    <a:pt x="72133" y="210150"/>
                    <a:pt x="78867" y="207264"/>
                  </a:cubicBezTo>
                  <a:cubicBezTo>
                    <a:pt x="87628" y="203509"/>
                    <a:pt x="126787" y="196808"/>
                    <a:pt x="133731" y="195072"/>
                  </a:cubicBezTo>
                  <a:cubicBezTo>
                    <a:pt x="164376" y="187411"/>
                    <a:pt x="140508" y="191683"/>
                    <a:pt x="170307" y="176784"/>
                  </a:cubicBezTo>
                  <a:cubicBezTo>
                    <a:pt x="176054" y="173910"/>
                    <a:pt x="182499" y="172720"/>
                    <a:pt x="188595" y="170688"/>
                  </a:cubicBezTo>
                  <a:cubicBezTo>
                    <a:pt x="196723" y="164592"/>
                    <a:pt x="203892" y="156944"/>
                    <a:pt x="212979" y="152400"/>
                  </a:cubicBezTo>
                  <a:cubicBezTo>
                    <a:pt x="224474" y="146653"/>
                    <a:pt x="249555" y="140208"/>
                    <a:pt x="249555" y="140208"/>
                  </a:cubicBezTo>
                  <a:cubicBezTo>
                    <a:pt x="253619" y="134112"/>
                    <a:pt x="256566" y="127101"/>
                    <a:pt x="261747" y="121920"/>
                  </a:cubicBezTo>
                  <a:cubicBezTo>
                    <a:pt x="276391" y="107276"/>
                    <a:pt x="280970" y="111069"/>
                    <a:pt x="298323" y="103632"/>
                  </a:cubicBezTo>
                  <a:cubicBezTo>
                    <a:pt x="348354" y="82190"/>
                    <a:pt x="295068" y="94511"/>
                    <a:pt x="377571" y="85344"/>
                  </a:cubicBezTo>
                  <a:cubicBezTo>
                    <a:pt x="399923" y="89408"/>
                    <a:pt x="422783" y="91295"/>
                    <a:pt x="444627" y="97536"/>
                  </a:cubicBezTo>
                  <a:cubicBezTo>
                    <a:pt x="451672" y="99549"/>
                    <a:pt x="456181" y="106842"/>
                    <a:pt x="462915" y="109728"/>
                  </a:cubicBezTo>
                  <a:cubicBezTo>
                    <a:pt x="470616" y="113028"/>
                    <a:pt x="479243" y="113522"/>
                    <a:pt x="487299" y="115824"/>
                  </a:cubicBezTo>
                  <a:cubicBezTo>
                    <a:pt x="515891" y="123993"/>
                    <a:pt x="497459" y="120178"/>
                    <a:pt x="529971" y="134112"/>
                  </a:cubicBezTo>
                  <a:cubicBezTo>
                    <a:pt x="535877" y="136643"/>
                    <a:pt x="542512" y="137334"/>
                    <a:pt x="548259" y="140208"/>
                  </a:cubicBezTo>
                  <a:cubicBezTo>
                    <a:pt x="554812" y="143485"/>
                    <a:pt x="559994" y="149123"/>
                    <a:pt x="566547" y="152400"/>
                  </a:cubicBezTo>
                  <a:cubicBezTo>
                    <a:pt x="572294" y="155274"/>
                    <a:pt x="579218" y="155375"/>
                    <a:pt x="584835" y="158496"/>
                  </a:cubicBezTo>
                  <a:cubicBezTo>
                    <a:pt x="647719" y="193431"/>
                    <a:pt x="598318" y="175182"/>
                    <a:pt x="639699" y="188976"/>
                  </a:cubicBezTo>
                  <a:cubicBezTo>
                    <a:pt x="657987" y="184912"/>
                    <a:pt x="677078" y="183509"/>
                    <a:pt x="694563" y="176784"/>
                  </a:cubicBezTo>
                  <a:cubicBezTo>
                    <a:pt x="704046" y="173137"/>
                    <a:pt x="710171" y="163615"/>
                    <a:pt x="718947" y="158496"/>
                  </a:cubicBezTo>
                  <a:cubicBezTo>
                    <a:pt x="734646" y="149338"/>
                    <a:pt x="751459" y="142240"/>
                    <a:pt x="767715" y="134112"/>
                  </a:cubicBezTo>
                  <a:cubicBezTo>
                    <a:pt x="775843" y="130048"/>
                    <a:pt x="783478" y="124794"/>
                    <a:pt x="792099" y="121920"/>
                  </a:cubicBezTo>
                  <a:cubicBezTo>
                    <a:pt x="833609" y="108083"/>
                    <a:pt x="782553" y="125500"/>
                    <a:pt x="840867" y="103632"/>
                  </a:cubicBezTo>
                  <a:cubicBezTo>
                    <a:pt x="846884" y="101376"/>
                    <a:pt x="853408" y="100410"/>
                    <a:pt x="859155" y="97536"/>
                  </a:cubicBezTo>
                  <a:cubicBezTo>
                    <a:pt x="865708" y="94259"/>
                    <a:pt x="870583" y="87916"/>
                    <a:pt x="877443" y="85344"/>
                  </a:cubicBezTo>
                  <a:cubicBezTo>
                    <a:pt x="887145" y="81706"/>
                    <a:pt x="897999" y="82225"/>
                    <a:pt x="907923" y="79248"/>
                  </a:cubicBezTo>
                  <a:cubicBezTo>
                    <a:pt x="918404" y="76104"/>
                    <a:pt x="928616" y="71950"/>
                    <a:pt x="938403" y="67056"/>
                  </a:cubicBezTo>
                  <a:cubicBezTo>
                    <a:pt x="944956" y="63779"/>
                    <a:pt x="949831" y="57436"/>
                    <a:pt x="956691" y="54864"/>
                  </a:cubicBezTo>
                  <a:cubicBezTo>
                    <a:pt x="966393" y="51226"/>
                    <a:pt x="977011" y="50800"/>
                    <a:pt x="987171" y="48768"/>
                  </a:cubicBezTo>
                  <a:cubicBezTo>
                    <a:pt x="1005459" y="50800"/>
                    <a:pt x="1024706" y="48675"/>
                    <a:pt x="1042035" y="54864"/>
                  </a:cubicBezTo>
                  <a:cubicBezTo>
                    <a:pt x="1054288" y="59240"/>
                    <a:pt x="1061689" y="72031"/>
                    <a:pt x="1072515" y="79248"/>
                  </a:cubicBezTo>
                  <a:cubicBezTo>
                    <a:pt x="1091906" y="92176"/>
                    <a:pt x="1106259" y="93072"/>
                    <a:pt x="1127379" y="103632"/>
                  </a:cubicBezTo>
                  <a:cubicBezTo>
                    <a:pt x="1133932" y="106909"/>
                    <a:pt x="1138933" y="112938"/>
                    <a:pt x="1145667" y="115824"/>
                  </a:cubicBezTo>
                  <a:cubicBezTo>
                    <a:pt x="1153368" y="119124"/>
                    <a:pt x="1162206" y="118978"/>
                    <a:pt x="1170051" y="121920"/>
                  </a:cubicBezTo>
                  <a:cubicBezTo>
                    <a:pt x="1178560" y="125111"/>
                    <a:pt x="1186307" y="130048"/>
                    <a:pt x="1194435" y="134112"/>
                  </a:cubicBezTo>
                  <a:cubicBezTo>
                    <a:pt x="1208659" y="132080"/>
                    <a:pt x="1223766" y="133352"/>
                    <a:pt x="1237107" y="128016"/>
                  </a:cubicBezTo>
                  <a:cubicBezTo>
                    <a:pt x="1245111" y="124814"/>
                    <a:pt x="1248772" y="115247"/>
                    <a:pt x="1255395" y="109728"/>
                  </a:cubicBezTo>
                  <a:cubicBezTo>
                    <a:pt x="1261023" y="105038"/>
                    <a:pt x="1268502" y="102717"/>
                    <a:pt x="1273683" y="97536"/>
                  </a:cubicBezTo>
                  <a:cubicBezTo>
                    <a:pt x="1294852" y="76367"/>
                    <a:pt x="1298051" y="60101"/>
                    <a:pt x="1322451" y="42672"/>
                  </a:cubicBezTo>
                  <a:cubicBezTo>
                    <a:pt x="1327680" y="38937"/>
                    <a:pt x="1334992" y="39450"/>
                    <a:pt x="1340739" y="36576"/>
                  </a:cubicBezTo>
                  <a:cubicBezTo>
                    <a:pt x="1347292" y="33299"/>
                    <a:pt x="1352474" y="27661"/>
                    <a:pt x="1359027" y="24384"/>
                  </a:cubicBezTo>
                  <a:cubicBezTo>
                    <a:pt x="1364774" y="21510"/>
                    <a:pt x="1371409" y="20819"/>
                    <a:pt x="1377315" y="18288"/>
                  </a:cubicBezTo>
                  <a:cubicBezTo>
                    <a:pt x="1385668" y="14708"/>
                    <a:pt x="1392932" y="8487"/>
                    <a:pt x="1401699" y="6096"/>
                  </a:cubicBezTo>
                  <a:cubicBezTo>
                    <a:pt x="1415561" y="2315"/>
                    <a:pt x="1430147" y="2032"/>
                    <a:pt x="1444371" y="0"/>
                  </a:cubicBezTo>
                  <a:cubicBezTo>
                    <a:pt x="1485011" y="2032"/>
                    <a:pt x="1487620" y="6785"/>
                    <a:pt x="1528191" y="9906"/>
                  </a:cubicBezTo>
                </a:path>
              </a:pathLst>
            </a:custGeom>
            <a:noFill/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438E6CC-71E4-BD3D-2734-02ABFF1C55D3}"/>
                </a:ext>
              </a:extLst>
            </p:cNvPr>
            <p:cNvSpPr/>
            <p:nvPr/>
          </p:nvSpPr>
          <p:spPr>
            <a:xfrm>
              <a:off x="9703905" y="2054888"/>
              <a:ext cx="1551432" cy="166497"/>
            </a:xfrm>
            <a:custGeom>
              <a:avLst/>
              <a:gdLst>
                <a:gd name="connsiteX0" fmla="*/ 0 w 2036064"/>
                <a:gd name="connsiteY0" fmla="*/ 97536 h 164592"/>
                <a:gd name="connsiteX1" fmla="*/ 158496 w 2036064"/>
                <a:gd name="connsiteY1" fmla="*/ 103632 h 164592"/>
                <a:gd name="connsiteX2" fmla="*/ 207264 w 2036064"/>
                <a:gd name="connsiteY2" fmla="*/ 115824 h 164592"/>
                <a:gd name="connsiteX3" fmla="*/ 274320 w 2036064"/>
                <a:gd name="connsiteY3" fmla="*/ 128016 h 164592"/>
                <a:gd name="connsiteX4" fmla="*/ 377952 w 2036064"/>
                <a:gd name="connsiteY4" fmla="*/ 115824 h 164592"/>
                <a:gd name="connsiteX5" fmla="*/ 396240 w 2036064"/>
                <a:gd name="connsiteY5" fmla="*/ 109728 h 164592"/>
                <a:gd name="connsiteX6" fmla="*/ 420624 w 2036064"/>
                <a:gd name="connsiteY6" fmla="*/ 91440 h 164592"/>
                <a:gd name="connsiteX7" fmla="*/ 481584 w 2036064"/>
                <a:gd name="connsiteY7" fmla="*/ 60960 h 164592"/>
                <a:gd name="connsiteX8" fmla="*/ 542544 w 2036064"/>
                <a:gd name="connsiteY8" fmla="*/ 24384 h 164592"/>
                <a:gd name="connsiteX9" fmla="*/ 560832 w 2036064"/>
                <a:gd name="connsiteY9" fmla="*/ 18288 h 164592"/>
                <a:gd name="connsiteX10" fmla="*/ 585216 w 2036064"/>
                <a:gd name="connsiteY10" fmla="*/ 6096 h 164592"/>
                <a:gd name="connsiteX11" fmla="*/ 621792 w 2036064"/>
                <a:gd name="connsiteY11" fmla="*/ 0 h 164592"/>
                <a:gd name="connsiteX12" fmla="*/ 701040 w 2036064"/>
                <a:gd name="connsiteY12" fmla="*/ 12192 h 164592"/>
                <a:gd name="connsiteX13" fmla="*/ 737616 w 2036064"/>
                <a:gd name="connsiteY13" fmla="*/ 30480 h 164592"/>
                <a:gd name="connsiteX14" fmla="*/ 829056 w 2036064"/>
                <a:gd name="connsiteY14" fmla="*/ 91440 h 164592"/>
                <a:gd name="connsiteX15" fmla="*/ 896112 w 2036064"/>
                <a:gd name="connsiteY15" fmla="*/ 146304 h 164592"/>
                <a:gd name="connsiteX16" fmla="*/ 944880 w 2036064"/>
                <a:gd name="connsiteY16" fmla="*/ 164592 h 164592"/>
                <a:gd name="connsiteX17" fmla="*/ 981456 w 2036064"/>
                <a:gd name="connsiteY17" fmla="*/ 134112 h 164592"/>
                <a:gd name="connsiteX18" fmla="*/ 987552 w 2036064"/>
                <a:gd name="connsiteY18" fmla="*/ 115824 h 164592"/>
                <a:gd name="connsiteX19" fmla="*/ 1018032 w 2036064"/>
                <a:gd name="connsiteY19" fmla="*/ 97536 h 164592"/>
                <a:gd name="connsiteX20" fmla="*/ 1054608 w 2036064"/>
                <a:gd name="connsiteY20" fmla="*/ 79248 h 164592"/>
                <a:gd name="connsiteX21" fmla="*/ 1127760 w 2036064"/>
                <a:gd name="connsiteY21" fmla="*/ 97536 h 164592"/>
                <a:gd name="connsiteX22" fmla="*/ 1188720 w 2036064"/>
                <a:gd name="connsiteY22" fmla="*/ 121920 h 164592"/>
                <a:gd name="connsiteX23" fmla="*/ 1243584 w 2036064"/>
                <a:gd name="connsiteY23" fmla="*/ 128016 h 164592"/>
                <a:gd name="connsiteX24" fmla="*/ 1365504 w 2036064"/>
                <a:gd name="connsiteY24" fmla="*/ 121920 h 164592"/>
                <a:gd name="connsiteX25" fmla="*/ 1402080 w 2036064"/>
                <a:gd name="connsiteY25" fmla="*/ 109728 h 164592"/>
                <a:gd name="connsiteX26" fmla="*/ 1444752 w 2036064"/>
                <a:gd name="connsiteY26" fmla="*/ 85344 h 164592"/>
                <a:gd name="connsiteX27" fmla="*/ 1475232 w 2036064"/>
                <a:gd name="connsiteY27" fmla="*/ 54864 h 164592"/>
                <a:gd name="connsiteX28" fmla="*/ 1499616 w 2036064"/>
                <a:gd name="connsiteY28" fmla="*/ 36576 h 164592"/>
                <a:gd name="connsiteX29" fmla="*/ 1536192 w 2036064"/>
                <a:gd name="connsiteY29" fmla="*/ 24384 h 164592"/>
                <a:gd name="connsiteX30" fmla="*/ 1572768 w 2036064"/>
                <a:gd name="connsiteY30" fmla="*/ 12192 h 164592"/>
                <a:gd name="connsiteX31" fmla="*/ 1591056 w 2036064"/>
                <a:gd name="connsiteY31" fmla="*/ 6096 h 164592"/>
                <a:gd name="connsiteX32" fmla="*/ 1664208 w 2036064"/>
                <a:gd name="connsiteY32" fmla="*/ 0 h 164592"/>
                <a:gd name="connsiteX33" fmla="*/ 1780032 w 2036064"/>
                <a:gd name="connsiteY33" fmla="*/ 12192 h 164592"/>
                <a:gd name="connsiteX34" fmla="*/ 1804416 w 2036064"/>
                <a:gd name="connsiteY34" fmla="*/ 18288 h 164592"/>
                <a:gd name="connsiteX35" fmla="*/ 1840992 w 2036064"/>
                <a:gd name="connsiteY35" fmla="*/ 24384 h 164592"/>
                <a:gd name="connsiteX36" fmla="*/ 1901952 w 2036064"/>
                <a:gd name="connsiteY36" fmla="*/ 30480 h 164592"/>
                <a:gd name="connsiteX37" fmla="*/ 1969008 w 2036064"/>
                <a:gd name="connsiteY37" fmla="*/ 48768 h 164592"/>
                <a:gd name="connsiteX38" fmla="*/ 2036064 w 2036064"/>
                <a:gd name="connsiteY38" fmla="*/ 54864 h 164592"/>
                <a:gd name="connsiteX0" fmla="*/ 0 w 1969008"/>
                <a:gd name="connsiteY0" fmla="*/ 97536 h 164592"/>
                <a:gd name="connsiteX1" fmla="*/ 158496 w 1969008"/>
                <a:gd name="connsiteY1" fmla="*/ 103632 h 164592"/>
                <a:gd name="connsiteX2" fmla="*/ 207264 w 1969008"/>
                <a:gd name="connsiteY2" fmla="*/ 115824 h 164592"/>
                <a:gd name="connsiteX3" fmla="*/ 274320 w 1969008"/>
                <a:gd name="connsiteY3" fmla="*/ 128016 h 164592"/>
                <a:gd name="connsiteX4" fmla="*/ 377952 w 1969008"/>
                <a:gd name="connsiteY4" fmla="*/ 115824 h 164592"/>
                <a:gd name="connsiteX5" fmla="*/ 396240 w 1969008"/>
                <a:gd name="connsiteY5" fmla="*/ 109728 h 164592"/>
                <a:gd name="connsiteX6" fmla="*/ 420624 w 1969008"/>
                <a:gd name="connsiteY6" fmla="*/ 91440 h 164592"/>
                <a:gd name="connsiteX7" fmla="*/ 481584 w 1969008"/>
                <a:gd name="connsiteY7" fmla="*/ 60960 h 164592"/>
                <a:gd name="connsiteX8" fmla="*/ 542544 w 1969008"/>
                <a:gd name="connsiteY8" fmla="*/ 24384 h 164592"/>
                <a:gd name="connsiteX9" fmla="*/ 560832 w 1969008"/>
                <a:gd name="connsiteY9" fmla="*/ 18288 h 164592"/>
                <a:gd name="connsiteX10" fmla="*/ 585216 w 1969008"/>
                <a:gd name="connsiteY10" fmla="*/ 6096 h 164592"/>
                <a:gd name="connsiteX11" fmla="*/ 621792 w 1969008"/>
                <a:gd name="connsiteY11" fmla="*/ 0 h 164592"/>
                <a:gd name="connsiteX12" fmla="*/ 701040 w 1969008"/>
                <a:gd name="connsiteY12" fmla="*/ 12192 h 164592"/>
                <a:gd name="connsiteX13" fmla="*/ 737616 w 1969008"/>
                <a:gd name="connsiteY13" fmla="*/ 30480 h 164592"/>
                <a:gd name="connsiteX14" fmla="*/ 829056 w 1969008"/>
                <a:gd name="connsiteY14" fmla="*/ 91440 h 164592"/>
                <a:gd name="connsiteX15" fmla="*/ 896112 w 1969008"/>
                <a:gd name="connsiteY15" fmla="*/ 146304 h 164592"/>
                <a:gd name="connsiteX16" fmla="*/ 944880 w 1969008"/>
                <a:gd name="connsiteY16" fmla="*/ 164592 h 164592"/>
                <a:gd name="connsiteX17" fmla="*/ 981456 w 1969008"/>
                <a:gd name="connsiteY17" fmla="*/ 134112 h 164592"/>
                <a:gd name="connsiteX18" fmla="*/ 987552 w 1969008"/>
                <a:gd name="connsiteY18" fmla="*/ 115824 h 164592"/>
                <a:gd name="connsiteX19" fmla="*/ 1018032 w 1969008"/>
                <a:gd name="connsiteY19" fmla="*/ 97536 h 164592"/>
                <a:gd name="connsiteX20" fmla="*/ 1054608 w 1969008"/>
                <a:gd name="connsiteY20" fmla="*/ 79248 h 164592"/>
                <a:gd name="connsiteX21" fmla="*/ 1127760 w 1969008"/>
                <a:gd name="connsiteY21" fmla="*/ 97536 h 164592"/>
                <a:gd name="connsiteX22" fmla="*/ 1188720 w 1969008"/>
                <a:gd name="connsiteY22" fmla="*/ 121920 h 164592"/>
                <a:gd name="connsiteX23" fmla="*/ 1243584 w 1969008"/>
                <a:gd name="connsiteY23" fmla="*/ 128016 h 164592"/>
                <a:gd name="connsiteX24" fmla="*/ 1365504 w 1969008"/>
                <a:gd name="connsiteY24" fmla="*/ 121920 h 164592"/>
                <a:gd name="connsiteX25" fmla="*/ 1402080 w 1969008"/>
                <a:gd name="connsiteY25" fmla="*/ 109728 h 164592"/>
                <a:gd name="connsiteX26" fmla="*/ 1444752 w 1969008"/>
                <a:gd name="connsiteY26" fmla="*/ 85344 h 164592"/>
                <a:gd name="connsiteX27" fmla="*/ 1475232 w 1969008"/>
                <a:gd name="connsiteY27" fmla="*/ 54864 h 164592"/>
                <a:gd name="connsiteX28" fmla="*/ 1499616 w 1969008"/>
                <a:gd name="connsiteY28" fmla="*/ 36576 h 164592"/>
                <a:gd name="connsiteX29" fmla="*/ 1536192 w 1969008"/>
                <a:gd name="connsiteY29" fmla="*/ 24384 h 164592"/>
                <a:gd name="connsiteX30" fmla="*/ 1572768 w 1969008"/>
                <a:gd name="connsiteY30" fmla="*/ 12192 h 164592"/>
                <a:gd name="connsiteX31" fmla="*/ 1591056 w 1969008"/>
                <a:gd name="connsiteY31" fmla="*/ 6096 h 164592"/>
                <a:gd name="connsiteX32" fmla="*/ 1664208 w 1969008"/>
                <a:gd name="connsiteY32" fmla="*/ 0 h 164592"/>
                <a:gd name="connsiteX33" fmla="*/ 1780032 w 1969008"/>
                <a:gd name="connsiteY33" fmla="*/ 12192 h 164592"/>
                <a:gd name="connsiteX34" fmla="*/ 1804416 w 1969008"/>
                <a:gd name="connsiteY34" fmla="*/ 18288 h 164592"/>
                <a:gd name="connsiteX35" fmla="*/ 1840992 w 1969008"/>
                <a:gd name="connsiteY35" fmla="*/ 24384 h 164592"/>
                <a:gd name="connsiteX36" fmla="*/ 1901952 w 1969008"/>
                <a:gd name="connsiteY36" fmla="*/ 30480 h 164592"/>
                <a:gd name="connsiteX37" fmla="*/ 1969008 w 1969008"/>
                <a:gd name="connsiteY37" fmla="*/ 48768 h 164592"/>
                <a:gd name="connsiteX0" fmla="*/ 0 w 1901952"/>
                <a:gd name="connsiteY0" fmla="*/ 97536 h 164592"/>
                <a:gd name="connsiteX1" fmla="*/ 158496 w 1901952"/>
                <a:gd name="connsiteY1" fmla="*/ 103632 h 164592"/>
                <a:gd name="connsiteX2" fmla="*/ 207264 w 1901952"/>
                <a:gd name="connsiteY2" fmla="*/ 115824 h 164592"/>
                <a:gd name="connsiteX3" fmla="*/ 274320 w 1901952"/>
                <a:gd name="connsiteY3" fmla="*/ 128016 h 164592"/>
                <a:gd name="connsiteX4" fmla="*/ 377952 w 1901952"/>
                <a:gd name="connsiteY4" fmla="*/ 115824 h 164592"/>
                <a:gd name="connsiteX5" fmla="*/ 396240 w 1901952"/>
                <a:gd name="connsiteY5" fmla="*/ 109728 h 164592"/>
                <a:gd name="connsiteX6" fmla="*/ 420624 w 1901952"/>
                <a:gd name="connsiteY6" fmla="*/ 91440 h 164592"/>
                <a:gd name="connsiteX7" fmla="*/ 481584 w 1901952"/>
                <a:gd name="connsiteY7" fmla="*/ 60960 h 164592"/>
                <a:gd name="connsiteX8" fmla="*/ 542544 w 1901952"/>
                <a:gd name="connsiteY8" fmla="*/ 24384 h 164592"/>
                <a:gd name="connsiteX9" fmla="*/ 560832 w 1901952"/>
                <a:gd name="connsiteY9" fmla="*/ 18288 h 164592"/>
                <a:gd name="connsiteX10" fmla="*/ 585216 w 1901952"/>
                <a:gd name="connsiteY10" fmla="*/ 6096 h 164592"/>
                <a:gd name="connsiteX11" fmla="*/ 621792 w 1901952"/>
                <a:gd name="connsiteY11" fmla="*/ 0 h 164592"/>
                <a:gd name="connsiteX12" fmla="*/ 701040 w 1901952"/>
                <a:gd name="connsiteY12" fmla="*/ 12192 h 164592"/>
                <a:gd name="connsiteX13" fmla="*/ 737616 w 1901952"/>
                <a:gd name="connsiteY13" fmla="*/ 30480 h 164592"/>
                <a:gd name="connsiteX14" fmla="*/ 829056 w 1901952"/>
                <a:gd name="connsiteY14" fmla="*/ 91440 h 164592"/>
                <a:gd name="connsiteX15" fmla="*/ 896112 w 1901952"/>
                <a:gd name="connsiteY15" fmla="*/ 146304 h 164592"/>
                <a:gd name="connsiteX16" fmla="*/ 944880 w 1901952"/>
                <a:gd name="connsiteY16" fmla="*/ 164592 h 164592"/>
                <a:gd name="connsiteX17" fmla="*/ 981456 w 1901952"/>
                <a:gd name="connsiteY17" fmla="*/ 134112 h 164592"/>
                <a:gd name="connsiteX18" fmla="*/ 987552 w 1901952"/>
                <a:gd name="connsiteY18" fmla="*/ 115824 h 164592"/>
                <a:gd name="connsiteX19" fmla="*/ 1018032 w 1901952"/>
                <a:gd name="connsiteY19" fmla="*/ 97536 h 164592"/>
                <a:gd name="connsiteX20" fmla="*/ 1054608 w 1901952"/>
                <a:gd name="connsiteY20" fmla="*/ 79248 h 164592"/>
                <a:gd name="connsiteX21" fmla="*/ 1127760 w 1901952"/>
                <a:gd name="connsiteY21" fmla="*/ 97536 h 164592"/>
                <a:gd name="connsiteX22" fmla="*/ 1188720 w 1901952"/>
                <a:gd name="connsiteY22" fmla="*/ 121920 h 164592"/>
                <a:gd name="connsiteX23" fmla="*/ 1243584 w 1901952"/>
                <a:gd name="connsiteY23" fmla="*/ 128016 h 164592"/>
                <a:gd name="connsiteX24" fmla="*/ 1365504 w 1901952"/>
                <a:gd name="connsiteY24" fmla="*/ 121920 h 164592"/>
                <a:gd name="connsiteX25" fmla="*/ 1402080 w 1901952"/>
                <a:gd name="connsiteY25" fmla="*/ 109728 h 164592"/>
                <a:gd name="connsiteX26" fmla="*/ 1444752 w 1901952"/>
                <a:gd name="connsiteY26" fmla="*/ 85344 h 164592"/>
                <a:gd name="connsiteX27" fmla="*/ 1475232 w 1901952"/>
                <a:gd name="connsiteY27" fmla="*/ 54864 h 164592"/>
                <a:gd name="connsiteX28" fmla="*/ 1499616 w 1901952"/>
                <a:gd name="connsiteY28" fmla="*/ 36576 h 164592"/>
                <a:gd name="connsiteX29" fmla="*/ 1536192 w 1901952"/>
                <a:gd name="connsiteY29" fmla="*/ 24384 h 164592"/>
                <a:gd name="connsiteX30" fmla="*/ 1572768 w 1901952"/>
                <a:gd name="connsiteY30" fmla="*/ 12192 h 164592"/>
                <a:gd name="connsiteX31" fmla="*/ 1591056 w 1901952"/>
                <a:gd name="connsiteY31" fmla="*/ 6096 h 164592"/>
                <a:gd name="connsiteX32" fmla="*/ 1664208 w 1901952"/>
                <a:gd name="connsiteY32" fmla="*/ 0 h 164592"/>
                <a:gd name="connsiteX33" fmla="*/ 1780032 w 1901952"/>
                <a:gd name="connsiteY33" fmla="*/ 12192 h 164592"/>
                <a:gd name="connsiteX34" fmla="*/ 1804416 w 1901952"/>
                <a:gd name="connsiteY34" fmla="*/ 18288 h 164592"/>
                <a:gd name="connsiteX35" fmla="*/ 1840992 w 1901952"/>
                <a:gd name="connsiteY35" fmla="*/ 24384 h 164592"/>
                <a:gd name="connsiteX36" fmla="*/ 1901952 w 1901952"/>
                <a:gd name="connsiteY36" fmla="*/ 30480 h 164592"/>
                <a:gd name="connsiteX0" fmla="*/ 0 w 1840992"/>
                <a:gd name="connsiteY0" fmla="*/ 97536 h 164592"/>
                <a:gd name="connsiteX1" fmla="*/ 158496 w 1840992"/>
                <a:gd name="connsiteY1" fmla="*/ 103632 h 164592"/>
                <a:gd name="connsiteX2" fmla="*/ 207264 w 1840992"/>
                <a:gd name="connsiteY2" fmla="*/ 115824 h 164592"/>
                <a:gd name="connsiteX3" fmla="*/ 274320 w 1840992"/>
                <a:gd name="connsiteY3" fmla="*/ 128016 h 164592"/>
                <a:gd name="connsiteX4" fmla="*/ 377952 w 1840992"/>
                <a:gd name="connsiteY4" fmla="*/ 115824 h 164592"/>
                <a:gd name="connsiteX5" fmla="*/ 396240 w 1840992"/>
                <a:gd name="connsiteY5" fmla="*/ 109728 h 164592"/>
                <a:gd name="connsiteX6" fmla="*/ 420624 w 1840992"/>
                <a:gd name="connsiteY6" fmla="*/ 91440 h 164592"/>
                <a:gd name="connsiteX7" fmla="*/ 481584 w 1840992"/>
                <a:gd name="connsiteY7" fmla="*/ 60960 h 164592"/>
                <a:gd name="connsiteX8" fmla="*/ 542544 w 1840992"/>
                <a:gd name="connsiteY8" fmla="*/ 24384 h 164592"/>
                <a:gd name="connsiteX9" fmla="*/ 560832 w 1840992"/>
                <a:gd name="connsiteY9" fmla="*/ 18288 h 164592"/>
                <a:gd name="connsiteX10" fmla="*/ 585216 w 1840992"/>
                <a:gd name="connsiteY10" fmla="*/ 6096 h 164592"/>
                <a:gd name="connsiteX11" fmla="*/ 621792 w 1840992"/>
                <a:gd name="connsiteY11" fmla="*/ 0 h 164592"/>
                <a:gd name="connsiteX12" fmla="*/ 701040 w 1840992"/>
                <a:gd name="connsiteY12" fmla="*/ 12192 h 164592"/>
                <a:gd name="connsiteX13" fmla="*/ 737616 w 1840992"/>
                <a:gd name="connsiteY13" fmla="*/ 30480 h 164592"/>
                <a:gd name="connsiteX14" fmla="*/ 829056 w 1840992"/>
                <a:gd name="connsiteY14" fmla="*/ 91440 h 164592"/>
                <a:gd name="connsiteX15" fmla="*/ 896112 w 1840992"/>
                <a:gd name="connsiteY15" fmla="*/ 146304 h 164592"/>
                <a:gd name="connsiteX16" fmla="*/ 944880 w 1840992"/>
                <a:gd name="connsiteY16" fmla="*/ 164592 h 164592"/>
                <a:gd name="connsiteX17" fmla="*/ 981456 w 1840992"/>
                <a:gd name="connsiteY17" fmla="*/ 134112 h 164592"/>
                <a:gd name="connsiteX18" fmla="*/ 987552 w 1840992"/>
                <a:gd name="connsiteY18" fmla="*/ 115824 h 164592"/>
                <a:gd name="connsiteX19" fmla="*/ 1018032 w 1840992"/>
                <a:gd name="connsiteY19" fmla="*/ 97536 h 164592"/>
                <a:gd name="connsiteX20" fmla="*/ 1054608 w 1840992"/>
                <a:gd name="connsiteY20" fmla="*/ 79248 h 164592"/>
                <a:gd name="connsiteX21" fmla="*/ 1127760 w 1840992"/>
                <a:gd name="connsiteY21" fmla="*/ 97536 h 164592"/>
                <a:gd name="connsiteX22" fmla="*/ 1188720 w 1840992"/>
                <a:gd name="connsiteY22" fmla="*/ 121920 h 164592"/>
                <a:gd name="connsiteX23" fmla="*/ 1243584 w 1840992"/>
                <a:gd name="connsiteY23" fmla="*/ 128016 h 164592"/>
                <a:gd name="connsiteX24" fmla="*/ 1365504 w 1840992"/>
                <a:gd name="connsiteY24" fmla="*/ 121920 h 164592"/>
                <a:gd name="connsiteX25" fmla="*/ 1402080 w 1840992"/>
                <a:gd name="connsiteY25" fmla="*/ 109728 h 164592"/>
                <a:gd name="connsiteX26" fmla="*/ 1444752 w 1840992"/>
                <a:gd name="connsiteY26" fmla="*/ 85344 h 164592"/>
                <a:gd name="connsiteX27" fmla="*/ 1475232 w 1840992"/>
                <a:gd name="connsiteY27" fmla="*/ 54864 h 164592"/>
                <a:gd name="connsiteX28" fmla="*/ 1499616 w 1840992"/>
                <a:gd name="connsiteY28" fmla="*/ 36576 h 164592"/>
                <a:gd name="connsiteX29" fmla="*/ 1536192 w 1840992"/>
                <a:gd name="connsiteY29" fmla="*/ 24384 h 164592"/>
                <a:gd name="connsiteX30" fmla="*/ 1572768 w 1840992"/>
                <a:gd name="connsiteY30" fmla="*/ 12192 h 164592"/>
                <a:gd name="connsiteX31" fmla="*/ 1591056 w 1840992"/>
                <a:gd name="connsiteY31" fmla="*/ 6096 h 164592"/>
                <a:gd name="connsiteX32" fmla="*/ 1664208 w 1840992"/>
                <a:gd name="connsiteY32" fmla="*/ 0 h 164592"/>
                <a:gd name="connsiteX33" fmla="*/ 1780032 w 1840992"/>
                <a:gd name="connsiteY33" fmla="*/ 12192 h 164592"/>
                <a:gd name="connsiteX34" fmla="*/ 1804416 w 1840992"/>
                <a:gd name="connsiteY34" fmla="*/ 18288 h 164592"/>
                <a:gd name="connsiteX35" fmla="*/ 1840992 w 1840992"/>
                <a:gd name="connsiteY35" fmla="*/ 24384 h 164592"/>
                <a:gd name="connsiteX0" fmla="*/ 0 w 1804416"/>
                <a:gd name="connsiteY0" fmla="*/ 97536 h 164592"/>
                <a:gd name="connsiteX1" fmla="*/ 158496 w 1804416"/>
                <a:gd name="connsiteY1" fmla="*/ 103632 h 164592"/>
                <a:gd name="connsiteX2" fmla="*/ 207264 w 1804416"/>
                <a:gd name="connsiteY2" fmla="*/ 115824 h 164592"/>
                <a:gd name="connsiteX3" fmla="*/ 274320 w 1804416"/>
                <a:gd name="connsiteY3" fmla="*/ 128016 h 164592"/>
                <a:gd name="connsiteX4" fmla="*/ 377952 w 1804416"/>
                <a:gd name="connsiteY4" fmla="*/ 115824 h 164592"/>
                <a:gd name="connsiteX5" fmla="*/ 396240 w 1804416"/>
                <a:gd name="connsiteY5" fmla="*/ 109728 h 164592"/>
                <a:gd name="connsiteX6" fmla="*/ 420624 w 1804416"/>
                <a:gd name="connsiteY6" fmla="*/ 91440 h 164592"/>
                <a:gd name="connsiteX7" fmla="*/ 481584 w 1804416"/>
                <a:gd name="connsiteY7" fmla="*/ 60960 h 164592"/>
                <a:gd name="connsiteX8" fmla="*/ 542544 w 1804416"/>
                <a:gd name="connsiteY8" fmla="*/ 24384 h 164592"/>
                <a:gd name="connsiteX9" fmla="*/ 560832 w 1804416"/>
                <a:gd name="connsiteY9" fmla="*/ 18288 h 164592"/>
                <a:gd name="connsiteX10" fmla="*/ 585216 w 1804416"/>
                <a:gd name="connsiteY10" fmla="*/ 6096 h 164592"/>
                <a:gd name="connsiteX11" fmla="*/ 621792 w 1804416"/>
                <a:gd name="connsiteY11" fmla="*/ 0 h 164592"/>
                <a:gd name="connsiteX12" fmla="*/ 701040 w 1804416"/>
                <a:gd name="connsiteY12" fmla="*/ 12192 h 164592"/>
                <a:gd name="connsiteX13" fmla="*/ 737616 w 1804416"/>
                <a:gd name="connsiteY13" fmla="*/ 30480 h 164592"/>
                <a:gd name="connsiteX14" fmla="*/ 829056 w 1804416"/>
                <a:gd name="connsiteY14" fmla="*/ 91440 h 164592"/>
                <a:gd name="connsiteX15" fmla="*/ 896112 w 1804416"/>
                <a:gd name="connsiteY15" fmla="*/ 146304 h 164592"/>
                <a:gd name="connsiteX16" fmla="*/ 944880 w 1804416"/>
                <a:gd name="connsiteY16" fmla="*/ 164592 h 164592"/>
                <a:gd name="connsiteX17" fmla="*/ 981456 w 1804416"/>
                <a:gd name="connsiteY17" fmla="*/ 134112 h 164592"/>
                <a:gd name="connsiteX18" fmla="*/ 987552 w 1804416"/>
                <a:gd name="connsiteY18" fmla="*/ 115824 h 164592"/>
                <a:gd name="connsiteX19" fmla="*/ 1018032 w 1804416"/>
                <a:gd name="connsiteY19" fmla="*/ 97536 h 164592"/>
                <a:gd name="connsiteX20" fmla="*/ 1054608 w 1804416"/>
                <a:gd name="connsiteY20" fmla="*/ 79248 h 164592"/>
                <a:gd name="connsiteX21" fmla="*/ 1127760 w 1804416"/>
                <a:gd name="connsiteY21" fmla="*/ 97536 h 164592"/>
                <a:gd name="connsiteX22" fmla="*/ 1188720 w 1804416"/>
                <a:gd name="connsiteY22" fmla="*/ 121920 h 164592"/>
                <a:gd name="connsiteX23" fmla="*/ 1243584 w 1804416"/>
                <a:gd name="connsiteY23" fmla="*/ 128016 h 164592"/>
                <a:gd name="connsiteX24" fmla="*/ 1365504 w 1804416"/>
                <a:gd name="connsiteY24" fmla="*/ 121920 h 164592"/>
                <a:gd name="connsiteX25" fmla="*/ 1402080 w 1804416"/>
                <a:gd name="connsiteY25" fmla="*/ 109728 h 164592"/>
                <a:gd name="connsiteX26" fmla="*/ 1444752 w 1804416"/>
                <a:gd name="connsiteY26" fmla="*/ 85344 h 164592"/>
                <a:gd name="connsiteX27" fmla="*/ 1475232 w 1804416"/>
                <a:gd name="connsiteY27" fmla="*/ 54864 h 164592"/>
                <a:gd name="connsiteX28" fmla="*/ 1499616 w 1804416"/>
                <a:gd name="connsiteY28" fmla="*/ 36576 h 164592"/>
                <a:gd name="connsiteX29" fmla="*/ 1536192 w 1804416"/>
                <a:gd name="connsiteY29" fmla="*/ 24384 h 164592"/>
                <a:gd name="connsiteX30" fmla="*/ 1572768 w 1804416"/>
                <a:gd name="connsiteY30" fmla="*/ 12192 h 164592"/>
                <a:gd name="connsiteX31" fmla="*/ 1591056 w 1804416"/>
                <a:gd name="connsiteY31" fmla="*/ 6096 h 164592"/>
                <a:gd name="connsiteX32" fmla="*/ 1664208 w 1804416"/>
                <a:gd name="connsiteY32" fmla="*/ 0 h 164592"/>
                <a:gd name="connsiteX33" fmla="*/ 1780032 w 1804416"/>
                <a:gd name="connsiteY33" fmla="*/ 12192 h 164592"/>
                <a:gd name="connsiteX34" fmla="*/ 1804416 w 1804416"/>
                <a:gd name="connsiteY34" fmla="*/ 18288 h 164592"/>
                <a:gd name="connsiteX0" fmla="*/ 0 w 1780032"/>
                <a:gd name="connsiteY0" fmla="*/ 97536 h 164592"/>
                <a:gd name="connsiteX1" fmla="*/ 158496 w 1780032"/>
                <a:gd name="connsiteY1" fmla="*/ 103632 h 164592"/>
                <a:gd name="connsiteX2" fmla="*/ 207264 w 1780032"/>
                <a:gd name="connsiteY2" fmla="*/ 115824 h 164592"/>
                <a:gd name="connsiteX3" fmla="*/ 274320 w 1780032"/>
                <a:gd name="connsiteY3" fmla="*/ 128016 h 164592"/>
                <a:gd name="connsiteX4" fmla="*/ 377952 w 1780032"/>
                <a:gd name="connsiteY4" fmla="*/ 115824 h 164592"/>
                <a:gd name="connsiteX5" fmla="*/ 396240 w 1780032"/>
                <a:gd name="connsiteY5" fmla="*/ 109728 h 164592"/>
                <a:gd name="connsiteX6" fmla="*/ 420624 w 1780032"/>
                <a:gd name="connsiteY6" fmla="*/ 91440 h 164592"/>
                <a:gd name="connsiteX7" fmla="*/ 481584 w 1780032"/>
                <a:gd name="connsiteY7" fmla="*/ 60960 h 164592"/>
                <a:gd name="connsiteX8" fmla="*/ 542544 w 1780032"/>
                <a:gd name="connsiteY8" fmla="*/ 24384 h 164592"/>
                <a:gd name="connsiteX9" fmla="*/ 560832 w 1780032"/>
                <a:gd name="connsiteY9" fmla="*/ 18288 h 164592"/>
                <a:gd name="connsiteX10" fmla="*/ 585216 w 1780032"/>
                <a:gd name="connsiteY10" fmla="*/ 6096 h 164592"/>
                <a:gd name="connsiteX11" fmla="*/ 621792 w 1780032"/>
                <a:gd name="connsiteY11" fmla="*/ 0 h 164592"/>
                <a:gd name="connsiteX12" fmla="*/ 701040 w 1780032"/>
                <a:gd name="connsiteY12" fmla="*/ 12192 h 164592"/>
                <a:gd name="connsiteX13" fmla="*/ 737616 w 1780032"/>
                <a:gd name="connsiteY13" fmla="*/ 30480 h 164592"/>
                <a:gd name="connsiteX14" fmla="*/ 829056 w 1780032"/>
                <a:gd name="connsiteY14" fmla="*/ 91440 h 164592"/>
                <a:gd name="connsiteX15" fmla="*/ 896112 w 1780032"/>
                <a:gd name="connsiteY15" fmla="*/ 146304 h 164592"/>
                <a:gd name="connsiteX16" fmla="*/ 944880 w 1780032"/>
                <a:gd name="connsiteY16" fmla="*/ 164592 h 164592"/>
                <a:gd name="connsiteX17" fmla="*/ 981456 w 1780032"/>
                <a:gd name="connsiteY17" fmla="*/ 134112 h 164592"/>
                <a:gd name="connsiteX18" fmla="*/ 987552 w 1780032"/>
                <a:gd name="connsiteY18" fmla="*/ 115824 h 164592"/>
                <a:gd name="connsiteX19" fmla="*/ 1018032 w 1780032"/>
                <a:gd name="connsiteY19" fmla="*/ 97536 h 164592"/>
                <a:gd name="connsiteX20" fmla="*/ 1054608 w 1780032"/>
                <a:gd name="connsiteY20" fmla="*/ 79248 h 164592"/>
                <a:gd name="connsiteX21" fmla="*/ 1127760 w 1780032"/>
                <a:gd name="connsiteY21" fmla="*/ 97536 h 164592"/>
                <a:gd name="connsiteX22" fmla="*/ 1188720 w 1780032"/>
                <a:gd name="connsiteY22" fmla="*/ 121920 h 164592"/>
                <a:gd name="connsiteX23" fmla="*/ 1243584 w 1780032"/>
                <a:gd name="connsiteY23" fmla="*/ 128016 h 164592"/>
                <a:gd name="connsiteX24" fmla="*/ 1365504 w 1780032"/>
                <a:gd name="connsiteY24" fmla="*/ 121920 h 164592"/>
                <a:gd name="connsiteX25" fmla="*/ 1402080 w 1780032"/>
                <a:gd name="connsiteY25" fmla="*/ 109728 h 164592"/>
                <a:gd name="connsiteX26" fmla="*/ 1444752 w 1780032"/>
                <a:gd name="connsiteY26" fmla="*/ 85344 h 164592"/>
                <a:gd name="connsiteX27" fmla="*/ 1475232 w 1780032"/>
                <a:gd name="connsiteY27" fmla="*/ 54864 h 164592"/>
                <a:gd name="connsiteX28" fmla="*/ 1499616 w 1780032"/>
                <a:gd name="connsiteY28" fmla="*/ 36576 h 164592"/>
                <a:gd name="connsiteX29" fmla="*/ 1536192 w 1780032"/>
                <a:gd name="connsiteY29" fmla="*/ 24384 h 164592"/>
                <a:gd name="connsiteX30" fmla="*/ 1572768 w 1780032"/>
                <a:gd name="connsiteY30" fmla="*/ 12192 h 164592"/>
                <a:gd name="connsiteX31" fmla="*/ 1591056 w 1780032"/>
                <a:gd name="connsiteY31" fmla="*/ 6096 h 164592"/>
                <a:gd name="connsiteX32" fmla="*/ 1664208 w 1780032"/>
                <a:gd name="connsiteY32" fmla="*/ 0 h 164592"/>
                <a:gd name="connsiteX33" fmla="*/ 1780032 w 1780032"/>
                <a:gd name="connsiteY33" fmla="*/ 12192 h 164592"/>
                <a:gd name="connsiteX0" fmla="*/ 0 w 1664208"/>
                <a:gd name="connsiteY0" fmla="*/ 97536 h 164592"/>
                <a:gd name="connsiteX1" fmla="*/ 158496 w 1664208"/>
                <a:gd name="connsiteY1" fmla="*/ 103632 h 164592"/>
                <a:gd name="connsiteX2" fmla="*/ 207264 w 1664208"/>
                <a:gd name="connsiteY2" fmla="*/ 115824 h 164592"/>
                <a:gd name="connsiteX3" fmla="*/ 274320 w 1664208"/>
                <a:gd name="connsiteY3" fmla="*/ 128016 h 164592"/>
                <a:gd name="connsiteX4" fmla="*/ 377952 w 1664208"/>
                <a:gd name="connsiteY4" fmla="*/ 115824 h 164592"/>
                <a:gd name="connsiteX5" fmla="*/ 396240 w 1664208"/>
                <a:gd name="connsiteY5" fmla="*/ 109728 h 164592"/>
                <a:gd name="connsiteX6" fmla="*/ 420624 w 1664208"/>
                <a:gd name="connsiteY6" fmla="*/ 91440 h 164592"/>
                <a:gd name="connsiteX7" fmla="*/ 481584 w 1664208"/>
                <a:gd name="connsiteY7" fmla="*/ 60960 h 164592"/>
                <a:gd name="connsiteX8" fmla="*/ 542544 w 1664208"/>
                <a:gd name="connsiteY8" fmla="*/ 24384 h 164592"/>
                <a:gd name="connsiteX9" fmla="*/ 560832 w 1664208"/>
                <a:gd name="connsiteY9" fmla="*/ 18288 h 164592"/>
                <a:gd name="connsiteX10" fmla="*/ 585216 w 1664208"/>
                <a:gd name="connsiteY10" fmla="*/ 6096 h 164592"/>
                <a:gd name="connsiteX11" fmla="*/ 621792 w 1664208"/>
                <a:gd name="connsiteY11" fmla="*/ 0 h 164592"/>
                <a:gd name="connsiteX12" fmla="*/ 701040 w 1664208"/>
                <a:gd name="connsiteY12" fmla="*/ 12192 h 164592"/>
                <a:gd name="connsiteX13" fmla="*/ 737616 w 1664208"/>
                <a:gd name="connsiteY13" fmla="*/ 30480 h 164592"/>
                <a:gd name="connsiteX14" fmla="*/ 829056 w 1664208"/>
                <a:gd name="connsiteY14" fmla="*/ 91440 h 164592"/>
                <a:gd name="connsiteX15" fmla="*/ 896112 w 1664208"/>
                <a:gd name="connsiteY15" fmla="*/ 146304 h 164592"/>
                <a:gd name="connsiteX16" fmla="*/ 944880 w 1664208"/>
                <a:gd name="connsiteY16" fmla="*/ 164592 h 164592"/>
                <a:gd name="connsiteX17" fmla="*/ 981456 w 1664208"/>
                <a:gd name="connsiteY17" fmla="*/ 134112 h 164592"/>
                <a:gd name="connsiteX18" fmla="*/ 987552 w 1664208"/>
                <a:gd name="connsiteY18" fmla="*/ 115824 h 164592"/>
                <a:gd name="connsiteX19" fmla="*/ 1018032 w 1664208"/>
                <a:gd name="connsiteY19" fmla="*/ 97536 h 164592"/>
                <a:gd name="connsiteX20" fmla="*/ 1054608 w 1664208"/>
                <a:gd name="connsiteY20" fmla="*/ 79248 h 164592"/>
                <a:gd name="connsiteX21" fmla="*/ 1127760 w 1664208"/>
                <a:gd name="connsiteY21" fmla="*/ 97536 h 164592"/>
                <a:gd name="connsiteX22" fmla="*/ 1188720 w 1664208"/>
                <a:gd name="connsiteY22" fmla="*/ 121920 h 164592"/>
                <a:gd name="connsiteX23" fmla="*/ 1243584 w 1664208"/>
                <a:gd name="connsiteY23" fmla="*/ 128016 h 164592"/>
                <a:gd name="connsiteX24" fmla="*/ 1365504 w 1664208"/>
                <a:gd name="connsiteY24" fmla="*/ 121920 h 164592"/>
                <a:gd name="connsiteX25" fmla="*/ 1402080 w 1664208"/>
                <a:gd name="connsiteY25" fmla="*/ 109728 h 164592"/>
                <a:gd name="connsiteX26" fmla="*/ 1444752 w 1664208"/>
                <a:gd name="connsiteY26" fmla="*/ 85344 h 164592"/>
                <a:gd name="connsiteX27" fmla="*/ 1475232 w 1664208"/>
                <a:gd name="connsiteY27" fmla="*/ 54864 h 164592"/>
                <a:gd name="connsiteX28" fmla="*/ 1499616 w 1664208"/>
                <a:gd name="connsiteY28" fmla="*/ 36576 h 164592"/>
                <a:gd name="connsiteX29" fmla="*/ 1536192 w 1664208"/>
                <a:gd name="connsiteY29" fmla="*/ 24384 h 164592"/>
                <a:gd name="connsiteX30" fmla="*/ 1572768 w 1664208"/>
                <a:gd name="connsiteY30" fmla="*/ 12192 h 164592"/>
                <a:gd name="connsiteX31" fmla="*/ 1591056 w 1664208"/>
                <a:gd name="connsiteY31" fmla="*/ 6096 h 164592"/>
                <a:gd name="connsiteX32" fmla="*/ 1664208 w 1664208"/>
                <a:gd name="connsiteY32" fmla="*/ 0 h 164592"/>
                <a:gd name="connsiteX0" fmla="*/ 0 w 1687068"/>
                <a:gd name="connsiteY0" fmla="*/ 99441 h 166497"/>
                <a:gd name="connsiteX1" fmla="*/ 158496 w 1687068"/>
                <a:gd name="connsiteY1" fmla="*/ 105537 h 166497"/>
                <a:gd name="connsiteX2" fmla="*/ 207264 w 1687068"/>
                <a:gd name="connsiteY2" fmla="*/ 117729 h 166497"/>
                <a:gd name="connsiteX3" fmla="*/ 274320 w 1687068"/>
                <a:gd name="connsiteY3" fmla="*/ 129921 h 166497"/>
                <a:gd name="connsiteX4" fmla="*/ 377952 w 1687068"/>
                <a:gd name="connsiteY4" fmla="*/ 117729 h 166497"/>
                <a:gd name="connsiteX5" fmla="*/ 396240 w 1687068"/>
                <a:gd name="connsiteY5" fmla="*/ 111633 h 166497"/>
                <a:gd name="connsiteX6" fmla="*/ 420624 w 1687068"/>
                <a:gd name="connsiteY6" fmla="*/ 93345 h 166497"/>
                <a:gd name="connsiteX7" fmla="*/ 481584 w 1687068"/>
                <a:gd name="connsiteY7" fmla="*/ 62865 h 166497"/>
                <a:gd name="connsiteX8" fmla="*/ 542544 w 1687068"/>
                <a:gd name="connsiteY8" fmla="*/ 26289 h 166497"/>
                <a:gd name="connsiteX9" fmla="*/ 560832 w 1687068"/>
                <a:gd name="connsiteY9" fmla="*/ 20193 h 166497"/>
                <a:gd name="connsiteX10" fmla="*/ 585216 w 1687068"/>
                <a:gd name="connsiteY10" fmla="*/ 8001 h 166497"/>
                <a:gd name="connsiteX11" fmla="*/ 621792 w 1687068"/>
                <a:gd name="connsiteY11" fmla="*/ 1905 h 166497"/>
                <a:gd name="connsiteX12" fmla="*/ 701040 w 1687068"/>
                <a:gd name="connsiteY12" fmla="*/ 14097 h 166497"/>
                <a:gd name="connsiteX13" fmla="*/ 737616 w 1687068"/>
                <a:gd name="connsiteY13" fmla="*/ 32385 h 166497"/>
                <a:gd name="connsiteX14" fmla="*/ 829056 w 1687068"/>
                <a:gd name="connsiteY14" fmla="*/ 93345 h 166497"/>
                <a:gd name="connsiteX15" fmla="*/ 896112 w 1687068"/>
                <a:gd name="connsiteY15" fmla="*/ 148209 h 166497"/>
                <a:gd name="connsiteX16" fmla="*/ 944880 w 1687068"/>
                <a:gd name="connsiteY16" fmla="*/ 166497 h 166497"/>
                <a:gd name="connsiteX17" fmla="*/ 981456 w 1687068"/>
                <a:gd name="connsiteY17" fmla="*/ 136017 h 166497"/>
                <a:gd name="connsiteX18" fmla="*/ 987552 w 1687068"/>
                <a:gd name="connsiteY18" fmla="*/ 117729 h 166497"/>
                <a:gd name="connsiteX19" fmla="*/ 1018032 w 1687068"/>
                <a:gd name="connsiteY19" fmla="*/ 99441 h 166497"/>
                <a:gd name="connsiteX20" fmla="*/ 1054608 w 1687068"/>
                <a:gd name="connsiteY20" fmla="*/ 81153 h 166497"/>
                <a:gd name="connsiteX21" fmla="*/ 1127760 w 1687068"/>
                <a:gd name="connsiteY21" fmla="*/ 99441 h 166497"/>
                <a:gd name="connsiteX22" fmla="*/ 1188720 w 1687068"/>
                <a:gd name="connsiteY22" fmla="*/ 123825 h 166497"/>
                <a:gd name="connsiteX23" fmla="*/ 1243584 w 1687068"/>
                <a:gd name="connsiteY23" fmla="*/ 129921 h 166497"/>
                <a:gd name="connsiteX24" fmla="*/ 1365504 w 1687068"/>
                <a:gd name="connsiteY24" fmla="*/ 123825 h 166497"/>
                <a:gd name="connsiteX25" fmla="*/ 1402080 w 1687068"/>
                <a:gd name="connsiteY25" fmla="*/ 111633 h 166497"/>
                <a:gd name="connsiteX26" fmla="*/ 1444752 w 1687068"/>
                <a:gd name="connsiteY26" fmla="*/ 87249 h 166497"/>
                <a:gd name="connsiteX27" fmla="*/ 1475232 w 1687068"/>
                <a:gd name="connsiteY27" fmla="*/ 56769 h 166497"/>
                <a:gd name="connsiteX28" fmla="*/ 1499616 w 1687068"/>
                <a:gd name="connsiteY28" fmla="*/ 38481 h 166497"/>
                <a:gd name="connsiteX29" fmla="*/ 1536192 w 1687068"/>
                <a:gd name="connsiteY29" fmla="*/ 26289 h 166497"/>
                <a:gd name="connsiteX30" fmla="*/ 1572768 w 1687068"/>
                <a:gd name="connsiteY30" fmla="*/ 14097 h 166497"/>
                <a:gd name="connsiteX31" fmla="*/ 1591056 w 1687068"/>
                <a:gd name="connsiteY31" fmla="*/ 8001 h 166497"/>
                <a:gd name="connsiteX32" fmla="*/ 1687068 w 1687068"/>
                <a:gd name="connsiteY32" fmla="*/ 0 h 166497"/>
                <a:gd name="connsiteX0" fmla="*/ 0 w 1687068"/>
                <a:gd name="connsiteY0" fmla="*/ 99441 h 166497"/>
                <a:gd name="connsiteX1" fmla="*/ 135636 w 1687068"/>
                <a:gd name="connsiteY1" fmla="*/ 105537 h 166497"/>
                <a:gd name="connsiteX2" fmla="*/ 207264 w 1687068"/>
                <a:gd name="connsiteY2" fmla="*/ 117729 h 166497"/>
                <a:gd name="connsiteX3" fmla="*/ 274320 w 1687068"/>
                <a:gd name="connsiteY3" fmla="*/ 129921 h 166497"/>
                <a:gd name="connsiteX4" fmla="*/ 377952 w 1687068"/>
                <a:gd name="connsiteY4" fmla="*/ 117729 h 166497"/>
                <a:gd name="connsiteX5" fmla="*/ 396240 w 1687068"/>
                <a:gd name="connsiteY5" fmla="*/ 111633 h 166497"/>
                <a:gd name="connsiteX6" fmla="*/ 420624 w 1687068"/>
                <a:gd name="connsiteY6" fmla="*/ 93345 h 166497"/>
                <a:gd name="connsiteX7" fmla="*/ 481584 w 1687068"/>
                <a:gd name="connsiteY7" fmla="*/ 62865 h 166497"/>
                <a:gd name="connsiteX8" fmla="*/ 542544 w 1687068"/>
                <a:gd name="connsiteY8" fmla="*/ 26289 h 166497"/>
                <a:gd name="connsiteX9" fmla="*/ 560832 w 1687068"/>
                <a:gd name="connsiteY9" fmla="*/ 20193 h 166497"/>
                <a:gd name="connsiteX10" fmla="*/ 585216 w 1687068"/>
                <a:gd name="connsiteY10" fmla="*/ 8001 h 166497"/>
                <a:gd name="connsiteX11" fmla="*/ 621792 w 1687068"/>
                <a:gd name="connsiteY11" fmla="*/ 1905 h 166497"/>
                <a:gd name="connsiteX12" fmla="*/ 701040 w 1687068"/>
                <a:gd name="connsiteY12" fmla="*/ 14097 h 166497"/>
                <a:gd name="connsiteX13" fmla="*/ 737616 w 1687068"/>
                <a:gd name="connsiteY13" fmla="*/ 32385 h 166497"/>
                <a:gd name="connsiteX14" fmla="*/ 829056 w 1687068"/>
                <a:gd name="connsiteY14" fmla="*/ 93345 h 166497"/>
                <a:gd name="connsiteX15" fmla="*/ 896112 w 1687068"/>
                <a:gd name="connsiteY15" fmla="*/ 148209 h 166497"/>
                <a:gd name="connsiteX16" fmla="*/ 944880 w 1687068"/>
                <a:gd name="connsiteY16" fmla="*/ 166497 h 166497"/>
                <a:gd name="connsiteX17" fmla="*/ 981456 w 1687068"/>
                <a:gd name="connsiteY17" fmla="*/ 136017 h 166497"/>
                <a:gd name="connsiteX18" fmla="*/ 987552 w 1687068"/>
                <a:gd name="connsiteY18" fmla="*/ 117729 h 166497"/>
                <a:gd name="connsiteX19" fmla="*/ 1018032 w 1687068"/>
                <a:gd name="connsiteY19" fmla="*/ 99441 h 166497"/>
                <a:gd name="connsiteX20" fmla="*/ 1054608 w 1687068"/>
                <a:gd name="connsiteY20" fmla="*/ 81153 h 166497"/>
                <a:gd name="connsiteX21" fmla="*/ 1127760 w 1687068"/>
                <a:gd name="connsiteY21" fmla="*/ 99441 h 166497"/>
                <a:gd name="connsiteX22" fmla="*/ 1188720 w 1687068"/>
                <a:gd name="connsiteY22" fmla="*/ 123825 h 166497"/>
                <a:gd name="connsiteX23" fmla="*/ 1243584 w 1687068"/>
                <a:gd name="connsiteY23" fmla="*/ 129921 h 166497"/>
                <a:gd name="connsiteX24" fmla="*/ 1365504 w 1687068"/>
                <a:gd name="connsiteY24" fmla="*/ 123825 h 166497"/>
                <a:gd name="connsiteX25" fmla="*/ 1402080 w 1687068"/>
                <a:gd name="connsiteY25" fmla="*/ 111633 h 166497"/>
                <a:gd name="connsiteX26" fmla="*/ 1444752 w 1687068"/>
                <a:gd name="connsiteY26" fmla="*/ 87249 h 166497"/>
                <a:gd name="connsiteX27" fmla="*/ 1475232 w 1687068"/>
                <a:gd name="connsiteY27" fmla="*/ 56769 h 166497"/>
                <a:gd name="connsiteX28" fmla="*/ 1499616 w 1687068"/>
                <a:gd name="connsiteY28" fmla="*/ 38481 h 166497"/>
                <a:gd name="connsiteX29" fmla="*/ 1536192 w 1687068"/>
                <a:gd name="connsiteY29" fmla="*/ 26289 h 166497"/>
                <a:gd name="connsiteX30" fmla="*/ 1572768 w 1687068"/>
                <a:gd name="connsiteY30" fmla="*/ 14097 h 166497"/>
                <a:gd name="connsiteX31" fmla="*/ 1591056 w 1687068"/>
                <a:gd name="connsiteY31" fmla="*/ 8001 h 166497"/>
                <a:gd name="connsiteX32" fmla="*/ 1687068 w 1687068"/>
                <a:gd name="connsiteY32" fmla="*/ 0 h 166497"/>
                <a:gd name="connsiteX0" fmla="*/ 0 w 1551432"/>
                <a:gd name="connsiteY0" fmla="*/ 105537 h 166497"/>
                <a:gd name="connsiteX1" fmla="*/ 71628 w 1551432"/>
                <a:gd name="connsiteY1" fmla="*/ 117729 h 166497"/>
                <a:gd name="connsiteX2" fmla="*/ 138684 w 1551432"/>
                <a:gd name="connsiteY2" fmla="*/ 129921 h 166497"/>
                <a:gd name="connsiteX3" fmla="*/ 242316 w 1551432"/>
                <a:gd name="connsiteY3" fmla="*/ 117729 h 166497"/>
                <a:gd name="connsiteX4" fmla="*/ 260604 w 1551432"/>
                <a:gd name="connsiteY4" fmla="*/ 111633 h 166497"/>
                <a:gd name="connsiteX5" fmla="*/ 284988 w 1551432"/>
                <a:gd name="connsiteY5" fmla="*/ 93345 h 166497"/>
                <a:gd name="connsiteX6" fmla="*/ 345948 w 1551432"/>
                <a:gd name="connsiteY6" fmla="*/ 62865 h 166497"/>
                <a:gd name="connsiteX7" fmla="*/ 406908 w 1551432"/>
                <a:gd name="connsiteY7" fmla="*/ 26289 h 166497"/>
                <a:gd name="connsiteX8" fmla="*/ 425196 w 1551432"/>
                <a:gd name="connsiteY8" fmla="*/ 20193 h 166497"/>
                <a:gd name="connsiteX9" fmla="*/ 449580 w 1551432"/>
                <a:gd name="connsiteY9" fmla="*/ 8001 h 166497"/>
                <a:gd name="connsiteX10" fmla="*/ 486156 w 1551432"/>
                <a:gd name="connsiteY10" fmla="*/ 1905 h 166497"/>
                <a:gd name="connsiteX11" fmla="*/ 565404 w 1551432"/>
                <a:gd name="connsiteY11" fmla="*/ 14097 h 166497"/>
                <a:gd name="connsiteX12" fmla="*/ 601980 w 1551432"/>
                <a:gd name="connsiteY12" fmla="*/ 32385 h 166497"/>
                <a:gd name="connsiteX13" fmla="*/ 693420 w 1551432"/>
                <a:gd name="connsiteY13" fmla="*/ 93345 h 166497"/>
                <a:gd name="connsiteX14" fmla="*/ 760476 w 1551432"/>
                <a:gd name="connsiteY14" fmla="*/ 148209 h 166497"/>
                <a:gd name="connsiteX15" fmla="*/ 809244 w 1551432"/>
                <a:gd name="connsiteY15" fmla="*/ 166497 h 166497"/>
                <a:gd name="connsiteX16" fmla="*/ 845820 w 1551432"/>
                <a:gd name="connsiteY16" fmla="*/ 136017 h 166497"/>
                <a:gd name="connsiteX17" fmla="*/ 851916 w 1551432"/>
                <a:gd name="connsiteY17" fmla="*/ 117729 h 166497"/>
                <a:gd name="connsiteX18" fmla="*/ 882396 w 1551432"/>
                <a:gd name="connsiteY18" fmla="*/ 99441 h 166497"/>
                <a:gd name="connsiteX19" fmla="*/ 918972 w 1551432"/>
                <a:gd name="connsiteY19" fmla="*/ 81153 h 166497"/>
                <a:gd name="connsiteX20" fmla="*/ 992124 w 1551432"/>
                <a:gd name="connsiteY20" fmla="*/ 99441 h 166497"/>
                <a:gd name="connsiteX21" fmla="*/ 1053084 w 1551432"/>
                <a:gd name="connsiteY21" fmla="*/ 123825 h 166497"/>
                <a:gd name="connsiteX22" fmla="*/ 1107948 w 1551432"/>
                <a:gd name="connsiteY22" fmla="*/ 129921 h 166497"/>
                <a:gd name="connsiteX23" fmla="*/ 1229868 w 1551432"/>
                <a:gd name="connsiteY23" fmla="*/ 123825 h 166497"/>
                <a:gd name="connsiteX24" fmla="*/ 1266444 w 1551432"/>
                <a:gd name="connsiteY24" fmla="*/ 111633 h 166497"/>
                <a:gd name="connsiteX25" fmla="*/ 1309116 w 1551432"/>
                <a:gd name="connsiteY25" fmla="*/ 87249 h 166497"/>
                <a:gd name="connsiteX26" fmla="*/ 1339596 w 1551432"/>
                <a:gd name="connsiteY26" fmla="*/ 56769 h 166497"/>
                <a:gd name="connsiteX27" fmla="*/ 1363980 w 1551432"/>
                <a:gd name="connsiteY27" fmla="*/ 38481 h 166497"/>
                <a:gd name="connsiteX28" fmla="*/ 1400556 w 1551432"/>
                <a:gd name="connsiteY28" fmla="*/ 26289 h 166497"/>
                <a:gd name="connsiteX29" fmla="*/ 1437132 w 1551432"/>
                <a:gd name="connsiteY29" fmla="*/ 14097 h 166497"/>
                <a:gd name="connsiteX30" fmla="*/ 1455420 w 1551432"/>
                <a:gd name="connsiteY30" fmla="*/ 8001 h 166497"/>
                <a:gd name="connsiteX31" fmla="*/ 1551432 w 1551432"/>
                <a:gd name="connsiteY31" fmla="*/ 0 h 16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551432" h="166497">
                  <a:moveTo>
                    <a:pt x="0" y="105537"/>
                  </a:moveTo>
                  <a:cubicBezTo>
                    <a:pt x="16691" y="107010"/>
                    <a:pt x="48514" y="113665"/>
                    <a:pt x="71628" y="117729"/>
                  </a:cubicBezTo>
                  <a:cubicBezTo>
                    <a:pt x="94742" y="121793"/>
                    <a:pt x="91888" y="122122"/>
                    <a:pt x="138684" y="129921"/>
                  </a:cubicBezTo>
                  <a:cubicBezTo>
                    <a:pt x="173228" y="125857"/>
                    <a:pt x="207919" y="122889"/>
                    <a:pt x="242316" y="117729"/>
                  </a:cubicBezTo>
                  <a:cubicBezTo>
                    <a:pt x="248671" y="116776"/>
                    <a:pt x="255025" y="114821"/>
                    <a:pt x="260604" y="111633"/>
                  </a:cubicBezTo>
                  <a:cubicBezTo>
                    <a:pt x="269425" y="106592"/>
                    <a:pt x="276167" y="98386"/>
                    <a:pt x="284988" y="93345"/>
                  </a:cubicBezTo>
                  <a:cubicBezTo>
                    <a:pt x="304713" y="82073"/>
                    <a:pt x="327045" y="75467"/>
                    <a:pt x="345948" y="62865"/>
                  </a:cubicBezTo>
                  <a:cubicBezTo>
                    <a:pt x="371950" y="45530"/>
                    <a:pt x="380665" y="37536"/>
                    <a:pt x="406908" y="26289"/>
                  </a:cubicBezTo>
                  <a:cubicBezTo>
                    <a:pt x="412814" y="23758"/>
                    <a:pt x="419290" y="22724"/>
                    <a:pt x="425196" y="20193"/>
                  </a:cubicBezTo>
                  <a:cubicBezTo>
                    <a:pt x="433549" y="16613"/>
                    <a:pt x="440876" y="10612"/>
                    <a:pt x="449580" y="8001"/>
                  </a:cubicBezTo>
                  <a:cubicBezTo>
                    <a:pt x="461419" y="4449"/>
                    <a:pt x="473964" y="3937"/>
                    <a:pt x="486156" y="1905"/>
                  </a:cubicBezTo>
                  <a:cubicBezTo>
                    <a:pt x="512572" y="5969"/>
                    <a:pt x="539557" y="7295"/>
                    <a:pt x="565404" y="14097"/>
                  </a:cubicBezTo>
                  <a:cubicBezTo>
                    <a:pt x="578586" y="17566"/>
                    <a:pt x="590145" y="25622"/>
                    <a:pt x="601980" y="32385"/>
                  </a:cubicBezTo>
                  <a:cubicBezTo>
                    <a:pt x="629399" y="48053"/>
                    <a:pt x="668132" y="73677"/>
                    <a:pt x="693420" y="93345"/>
                  </a:cubicBezTo>
                  <a:cubicBezTo>
                    <a:pt x="716217" y="111076"/>
                    <a:pt x="733661" y="137483"/>
                    <a:pt x="760476" y="148209"/>
                  </a:cubicBezTo>
                  <a:cubicBezTo>
                    <a:pt x="796922" y="162787"/>
                    <a:pt x="780575" y="156941"/>
                    <a:pt x="809244" y="166497"/>
                  </a:cubicBezTo>
                  <a:cubicBezTo>
                    <a:pt x="833056" y="154591"/>
                    <a:pt x="834331" y="158994"/>
                    <a:pt x="845820" y="136017"/>
                  </a:cubicBezTo>
                  <a:cubicBezTo>
                    <a:pt x="848694" y="130270"/>
                    <a:pt x="847372" y="122273"/>
                    <a:pt x="851916" y="117729"/>
                  </a:cubicBezTo>
                  <a:cubicBezTo>
                    <a:pt x="860294" y="109351"/>
                    <a:pt x="872348" y="105721"/>
                    <a:pt x="882396" y="99441"/>
                  </a:cubicBezTo>
                  <a:cubicBezTo>
                    <a:pt x="909407" y="82559"/>
                    <a:pt x="890772" y="90553"/>
                    <a:pt x="918972" y="81153"/>
                  </a:cubicBezTo>
                  <a:cubicBezTo>
                    <a:pt x="931585" y="83956"/>
                    <a:pt x="972707" y="91119"/>
                    <a:pt x="992124" y="99441"/>
                  </a:cubicBezTo>
                  <a:cubicBezTo>
                    <a:pt x="1020572" y="111633"/>
                    <a:pt x="1018396" y="116887"/>
                    <a:pt x="1053084" y="123825"/>
                  </a:cubicBezTo>
                  <a:cubicBezTo>
                    <a:pt x="1071127" y="127434"/>
                    <a:pt x="1089660" y="127889"/>
                    <a:pt x="1107948" y="129921"/>
                  </a:cubicBezTo>
                  <a:cubicBezTo>
                    <a:pt x="1148588" y="127889"/>
                    <a:pt x="1189445" y="128489"/>
                    <a:pt x="1229868" y="123825"/>
                  </a:cubicBezTo>
                  <a:cubicBezTo>
                    <a:pt x="1242635" y="122352"/>
                    <a:pt x="1254512" y="116406"/>
                    <a:pt x="1266444" y="111633"/>
                  </a:cubicBezTo>
                  <a:cubicBezTo>
                    <a:pt x="1285780" y="103899"/>
                    <a:pt x="1292620" y="98246"/>
                    <a:pt x="1309116" y="87249"/>
                  </a:cubicBezTo>
                  <a:cubicBezTo>
                    <a:pt x="1326850" y="60648"/>
                    <a:pt x="1313734" y="75242"/>
                    <a:pt x="1339596" y="56769"/>
                  </a:cubicBezTo>
                  <a:cubicBezTo>
                    <a:pt x="1347864" y="50864"/>
                    <a:pt x="1354893" y="43025"/>
                    <a:pt x="1363980" y="38481"/>
                  </a:cubicBezTo>
                  <a:cubicBezTo>
                    <a:pt x="1375475" y="32734"/>
                    <a:pt x="1388364" y="30353"/>
                    <a:pt x="1400556" y="26289"/>
                  </a:cubicBezTo>
                  <a:lnTo>
                    <a:pt x="1437132" y="14097"/>
                  </a:lnTo>
                  <a:cubicBezTo>
                    <a:pt x="1443228" y="12065"/>
                    <a:pt x="1449016" y="8535"/>
                    <a:pt x="1455420" y="8001"/>
                  </a:cubicBezTo>
                  <a:lnTo>
                    <a:pt x="1551432" y="0"/>
                  </a:lnTo>
                </a:path>
              </a:pathLst>
            </a:custGeom>
            <a:noFill/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7B7221B6-B134-6035-6094-451EFAC44276}"/>
                </a:ext>
              </a:extLst>
            </p:cNvPr>
            <p:cNvSpPr/>
            <p:nvPr/>
          </p:nvSpPr>
          <p:spPr>
            <a:xfrm>
              <a:off x="9710001" y="2024283"/>
              <a:ext cx="1552956" cy="240280"/>
            </a:xfrm>
            <a:custGeom>
              <a:avLst/>
              <a:gdLst>
                <a:gd name="connsiteX0" fmla="*/ 0 w 1895856"/>
                <a:gd name="connsiteY0" fmla="*/ 75183 h 240280"/>
                <a:gd name="connsiteX1" fmla="*/ 262128 w 1895856"/>
                <a:gd name="connsiteY1" fmla="*/ 32511 h 240280"/>
                <a:gd name="connsiteX2" fmla="*/ 286512 w 1895856"/>
                <a:gd name="connsiteY2" fmla="*/ 26415 h 240280"/>
                <a:gd name="connsiteX3" fmla="*/ 304800 w 1895856"/>
                <a:gd name="connsiteY3" fmla="*/ 20319 h 240280"/>
                <a:gd name="connsiteX4" fmla="*/ 310896 w 1895856"/>
                <a:gd name="connsiteY4" fmla="*/ 2031 h 240280"/>
                <a:gd name="connsiteX5" fmla="*/ 335280 w 1895856"/>
                <a:gd name="connsiteY5" fmla="*/ 26415 h 240280"/>
                <a:gd name="connsiteX6" fmla="*/ 371856 w 1895856"/>
                <a:gd name="connsiteY6" fmla="*/ 93471 h 240280"/>
                <a:gd name="connsiteX7" fmla="*/ 426720 w 1895856"/>
                <a:gd name="connsiteY7" fmla="*/ 136143 h 240280"/>
                <a:gd name="connsiteX8" fmla="*/ 451104 w 1895856"/>
                <a:gd name="connsiteY8" fmla="*/ 148335 h 240280"/>
                <a:gd name="connsiteX9" fmla="*/ 518160 w 1895856"/>
                <a:gd name="connsiteY9" fmla="*/ 160527 h 240280"/>
                <a:gd name="connsiteX10" fmla="*/ 536448 w 1895856"/>
                <a:gd name="connsiteY10" fmla="*/ 166623 h 240280"/>
                <a:gd name="connsiteX11" fmla="*/ 627888 w 1895856"/>
                <a:gd name="connsiteY11" fmla="*/ 154431 h 240280"/>
                <a:gd name="connsiteX12" fmla="*/ 646176 w 1895856"/>
                <a:gd name="connsiteY12" fmla="*/ 136143 h 240280"/>
                <a:gd name="connsiteX13" fmla="*/ 664464 w 1895856"/>
                <a:gd name="connsiteY13" fmla="*/ 130047 h 240280"/>
                <a:gd name="connsiteX14" fmla="*/ 688848 w 1895856"/>
                <a:gd name="connsiteY14" fmla="*/ 111759 h 240280"/>
                <a:gd name="connsiteX15" fmla="*/ 707136 w 1895856"/>
                <a:gd name="connsiteY15" fmla="*/ 93471 h 240280"/>
                <a:gd name="connsiteX16" fmla="*/ 755904 w 1895856"/>
                <a:gd name="connsiteY16" fmla="*/ 87375 h 240280"/>
                <a:gd name="connsiteX17" fmla="*/ 829056 w 1895856"/>
                <a:gd name="connsiteY17" fmla="*/ 111759 h 240280"/>
                <a:gd name="connsiteX18" fmla="*/ 865632 w 1895856"/>
                <a:gd name="connsiteY18" fmla="*/ 148335 h 240280"/>
                <a:gd name="connsiteX19" fmla="*/ 883920 w 1895856"/>
                <a:gd name="connsiteY19" fmla="*/ 154431 h 240280"/>
                <a:gd name="connsiteX20" fmla="*/ 926592 w 1895856"/>
                <a:gd name="connsiteY20" fmla="*/ 178815 h 240280"/>
                <a:gd name="connsiteX21" fmla="*/ 969264 w 1895856"/>
                <a:gd name="connsiteY21" fmla="*/ 191007 h 240280"/>
                <a:gd name="connsiteX22" fmla="*/ 1005840 w 1895856"/>
                <a:gd name="connsiteY22" fmla="*/ 203199 h 240280"/>
                <a:gd name="connsiteX23" fmla="*/ 1036320 w 1895856"/>
                <a:gd name="connsiteY23" fmla="*/ 209295 h 240280"/>
                <a:gd name="connsiteX24" fmla="*/ 1103376 w 1895856"/>
                <a:gd name="connsiteY24" fmla="*/ 221487 h 240280"/>
                <a:gd name="connsiteX25" fmla="*/ 1127760 w 1895856"/>
                <a:gd name="connsiteY25" fmla="*/ 233679 h 240280"/>
                <a:gd name="connsiteX26" fmla="*/ 1267968 w 1895856"/>
                <a:gd name="connsiteY26" fmla="*/ 233679 h 240280"/>
                <a:gd name="connsiteX27" fmla="*/ 1304544 w 1895856"/>
                <a:gd name="connsiteY27" fmla="*/ 191007 h 240280"/>
                <a:gd name="connsiteX28" fmla="*/ 1310640 w 1895856"/>
                <a:gd name="connsiteY28" fmla="*/ 172719 h 240280"/>
                <a:gd name="connsiteX29" fmla="*/ 1328928 w 1895856"/>
                <a:gd name="connsiteY29" fmla="*/ 154431 h 240280"/>
                <a:gd name="connsiteX30" fmla="*/ 1341120 w 1895856"/>
                <a:gd name="connsiteY30" fmla="*/ 136143 h 240280"/>
                <a:gd name="connsiteX31" fmla="*/ 1377696 w 1895856"/>
                <a:gd name="connsiteY31" fmla="*/ 111759 h 240280"/>
                <a:gd name="connsiteX32" fmla="*/ 1420368 w 1895856"/>
                <a:gd name="connsiteY32" fmla="*/ 81279 h 240280"/>
                <a:gd name="connsiteX33" fmla="*/ 1524000 w 1895856"/>
                <a:gd name="connsiteY33" fmla="*/ 87375 h 240280"/>
                <a:gd name="connsiteX34" fmla="*/ 1566672 w 1895856"/>
                <a:gd name="connsiteY34" fmla="*/ 99567 h 240280"/>
                <a:gd name="connsiteX35" fmla="*/ 1591056 w 1895856"/>
                <a:gd name="connsiteY35" fmla="*/ 111759 h 240280"/>
                <a:gd name="connsiteX36" fmla="*/ 1609344 w 1895856"/>
                <a:gd name="connsiteY36" fmla="*/ 117855 h 240280"/>
                <a:gd name="connsiteX37" fmla="*/ 1822704 w 1895856"/>
                <a:gd name="connsiteY37" fmla="*/ 111759 h 240280"/>
                <a:gd name="connsiteX38" fmla="*/ 1859280 w 1895856"/>
                <a:gd name="connsiteY38" fmla="*/ 93471 h 240280"/>
                <a:gd name="connsiteX39" fmla="*/ 1877568 w 1895856"/>
                <a:gd name="connsiteY39" fmla="*/ 87375 h 240280"/>
                <a:gd name="connsiteX40" fmla="*/ 1895856 w 1895856"/>
                <a:gd name="connsiteY40" fmla="*/ 75183 h 240280"/>
                <a:gd name="connsiteX0" fmla="*/ 0 w 1857756"/>
                <a:gd name="connsiteY0" fmla="*/ 67563 h 240280"/>
                <a:gd name="connsiteX1" fmla="*/ 224028 w 1857756"/>
                <a:gd name="connsiteY1" fmla="*/ 32511 h 240280"/>
                <a:gd name="connsiteX2" fmla="*/ 248412 w 1857756"/>
                <a:gd name="connsiteY2" fmla="*/ 26415 h 240280"/>
                <a:gd name="connsiteX3" fmla="*/ 266700 w 1857756"/>
                <a:gd name="connsiteY3" fmla="*/ 20319 h 240280"/>
                <a:gd name="connsiteX4" fmla="*/ 272796 w 1857756"/>
                <a:gd name="connsiteY4" fmla="*/ 2031 h 240280"/>
                <a:gd name="connsiteX5" fmla="*/ 297180 w 1857756"/>
                <a:gd name="connsiteY5" fmla="*/ 26415 h 240280"/>
                <a:gd name="connsiteX6" fmla="*/ 333756 w 1857756"/>
                <a:gd name="connsiteY6" fmla="*/ 93471 h 240280"/>
                <a:gd name="connsiteX7" fmla="*/ 388620 w 1857756"/>
                <a:gd name="connsiteY7" fmla="*/ 136143 h 240280"/>
                <a:gd name="connsiteX8" fmla="*/ 413004 w 1857756"/>
                <a:gd name="connsiteY8" fmla="*/ 148335 h 240280"/>
                <a:gd name="connsiteX9" fmla="*/ 480060 w 1857756"/>
                <a:gd name="connsiteY9" fmla="*/ 160527 h 240280"/>
                <a:gd name="connsiteX10" fmla="*/ 498348 w 1857756"/>
                <a:gd name="connsiteY10" fmla="*/ 166623 h 240280"/>
                <a:gd name="connsiteX11" fmla="*/ 589788 w 1857756"/>
                <a:gd name="connsiteY11" fmla="*/ 154431 h 240280"/>
                <a:gd name="connsiteX12" fmla="*/ 608076 w 1857756"/>
                <a:gd name="connsiteY12" fmla="*/ 136143 h 240280"/>
                <a:gd name="connsiteX13" fmla="*/ 626364 w 1857756"/>
                <a:gd name="connsiteY13" fmla="*/ 130047 h 240280"/>
                <a:gd name="connsiteX14" fmla="*/ 650748 w 1857756"/>
                <a:gd name="connsiteY14" fmla="*/ 111759 h 240280"/>
                <a:gd name="connsiteX15" fmla="*/ 669036 w 1857756"/>
                <a:gd name="connsiteY15" fmla="*/ 93471 h 240280"/>
                <a:gd name="connsiteX16" fmla="*/ 717804 w 1857756"/>
                <a:gd name="connsiteY16" fmla="*/ 87375 h 240280"/>
                <a:gd name="connsiteX17" fmla="*/ 790956 w 1857756"/>
                <a:gd name="connsiteY17" fmla="*/ 111759 h 240280"/>
                <a:gd name="connsiteX18" fmla="*/ 827532 w 1857756"/>
                <a:gd name="connsiteY18" fmla="*/ 148335 h 240280"/>
                <a:gd name="connsiteX19" fmla="*/ 845820 w 1857756"/>
                <a:gd name="connsiteY19" fmla="*/ 154431 h 240280"/>
                <a:gd name="connsiteX20" fmla="*/ 888492 w 1857756"/>
                <a:gd name="connsiteY20" fmla="*/ 178815 h 240280"/>
                <a:gd name="connsiteX21" fmla="*/ 931164 w 1857756"/>
                <a:gd name="connsiteY21" fmla="*/ 191007 h 240280"/>
                <a:gd name="connsiteX22" fmla="*/ 967740 w 1857756"/>
                <a:gd name="connsiteY22" fmla="*/ 203199 h 240280"/>
                <a:gd name="connsiteX23" fmla="*/ 998220 w 1857756"/>
                <a:gd name="connsiteY23" fmla="*/ 209295 h 240280"/>
                <a:gd name="connsiteX24" fmla="*/ 1065276 w 1857756"/>
                <a:gd name="connsiteY24" fmla="*/ 221487 h 240280"/>
                <a:gd name="connsiteX25" fmla="*/ 1089660 w 1857756"/>
                <a:gd name="connsiteY25" fmla="*/ 233679 h 240280"/>
                <a:gd name="connsiteX26" fmla="*/ 1229868 w 1857756"/>
                <a:gd name="connsiteY26" fmla="*/ 233679 h 240280"/>
                <a:gd name="connsiteX27" fmla="*/ 1266444 w 1857756"/>
                <a:gd name="connsiteY27" fmla="*/ 191007 h 240280"/>
                <a:gd name="connsiteX28" fmla="*/ 1272540 w 1857756"/>
                <a:gd name="connsiteY28" fmla="*/ 172719 h 240280"/>
                <a:gd name="connsiteX29" fmla="*/ 1290828 w 1857756"/>
                <a:gd name="connsiteY29" fmla="*/ 154431 h 240280"/>
                <a:gd name="connsiteX30" fmla="*/ 1303020 w 1857756"/>
                <a:gd name="connsiteY30" fmla="*/ 136143 h 240280"/>
                <a:gd name="connsiteX31" fmla="*/ 1339596 w 1857756"/>
                <a:gd name="connsiteY31" fmla="*/ 111759 h 240280"/>
                <a:gd name="connsiteX32" fmla="*/ 1382268 w 1857756"/>
                <a:gd name="connsiteY32" fmla="*/ 81279 h 240280"/>
                <a:gd name="connsiteX33" fmla="*/ 1485900 w 1857756"/>
                <a:gd name="connsiteY33" fmla="*/ 87375 h 240280"/>
                <a:gd name="connsiteX34" fmla="*/ 1528572 w 1857756"/>
                <a:gd name="connsiteY34" fmla="*/ 99567 h 240280"/>
                <a:gd name="connsiteX35" fmla="*/ 1552956 w 1857756"/>
                <a:gd name="connsiteY35" fmla="*/ 111759 h 240280"/>
                <a:gd name="connsiteX36" fmla="*/ 1571244 w 1857756"/>
                <a:gd name="connsiteY36" fmla="*/ 117855 h 240280"/>
                <a:gd name="connsiteX37" fmla="*/ 1784604 w 1857756"/>
                <a:gd name="connsiteY37" fmla="*/ 111759 h 240280"/>
                <a:gd name="connsiteX38" fmla="*/ 1821180 w 1857756"/>
                <a:gd name="connsiteY38" fmla="*/ 93471 h 240280"/>
                <a:gd name="connsiteX39" fmla="*/ 1839468 w 1857756"/>
                <a:gd name="connsiteY39" fmla="*/ 87375 h 240280"/>
                <a:gd name="connsiteX40" fmla="*/ 1857756 w 1857756"/>
                <a:gd name="connsiteY40" fmla="*/ 75183 h 240280"/>
                <a:gd name="connsiteX0" fmla="*/ 0 w 1839468"/>
                <a:gd name="connsiteY0" fmla="*/ 67563 h 240280"/>
                <a:gd name="connsiteX1" fmla="*/ 224028 w 1839468"/>
                <a:gd name="connsiteY1" fmla="*/ 32511 h 240280"/>
                <a:gd name="connsiteX2" fmla="*/ 248412 w 1839468"/>
                <a:gd name="connsiteY2" fmla="*/ 26415 h 240280"/>
                <a:gd name="connsiteX3" fmla="*/ 266700 w 1839468"/>
                <a:gd name="connsiteY3" fmla="*/ 20319 h 240280"/>
                <a:gd name="connsiteX4" fmla="*/ 272796 w 1839468"/>
                <a:gd name="connsiteY4" fmla="*/ 2031 h 240280"/>
                <a:gd name="connsiteX5" fmla="*/ 297180 w 1839468"/>
                <a:gd name="connsiteY5" fmla="*/ 26415 h 240280"/>
                <a:gd name="connsiteX6" fmla="*/ 333756 w 1839468"/>
                <a:gd name="connsiteY6" fmla="*/ 93471 h 240280"/>
                <a:gd name="connsiteX7" fmla="*/ 388620 w 1839468"/>
                <a:gd name="connsiteY7" fmla="*/ 136143 h 240280"/>
                <a:gd name="connsiteX8" fmla="*/ 413004 w 1839468"/>
                <a:gd name="connsiteY8" fmla="*/ 148335 h 240280"/>
                <a:gd name="connsiteX9" fmla="*/ 480060 w 1839468"/>
                <a:gd name="connsiteY9" fmla="*/ 160527 h 240280"/>
                <a:gd name="connsiteX10" fmla="*/ 498348 w 1839468"/>
                <a:gd name="connsiteY10" fmla="*/ 166623 h 240280"/>
                <a:gd name="connsiteX11" fmla="*/ 589788 w 1839468"/>
                <a:gd name="connsiteY11" fmla="*/ 154431 h 240280"/>
                <a:gd name="connsiteX12" fmla="*/ 608076 w 1839468"/>
                <a:gd name="connsiteY12" fmla="*/ 136143 h 240280"/>
                <a:gd name="connsiteX13" fmla="*/ 626364 w 1839468"/>
                <a:gd name="connsiteY13" fmla="*/ 130047 h 240280"/>
                <a:gd name="connsiteX14" fmla="*/ 650748 w 1839468"/>
                <a:gd name="connsiteY14" fmla="*/ 111759 h 240280"/>
                <a:gd name="connsiteX15" fmla="*/ 669036 w 1839468"/>
                <a:gd name="connsiteY15" fmla="*/ 93471 h 240280"/>
                <a:gd name="connsiteX16" fmla="*/ 717804 w 1839468"/>
                <a:gd name="connsiteY16" fmla="*/ 87375 h 240280"/>
                <a:gd name="connsiteX17" fmla="*/ 790956 w 1839468"/>
                <a:gd name="connsiteY17" fmla="*/ 111759 h 240280"/>
                <a:gd name="connsiteX18" fmla="*/ 827532 w 1839468"/>
                <a:gd name="connsiteY18" fmla="*/ 148335 h 240280"/>
                <a:gd name="connsiteX19" fmla="*/ 845820 w 1839468"/>
                <a:gd name="connsiteY19" fmla="*/ 154431 h 240280"/>
                <a:gd name="connsiteX20" fmla="*/ 888492 w 1839468"/>
                <a:gd name="connsiteY20" fmla="*/ 178815 h 240280"/>
                <a:gd name="connsiteX21" fmla="*/ 931164 w 1839468"/>
                <a:gd name="connsiteY21" fmla="*/ 191007 h 240280"/>
                <a:gd name="connsiteX22" fmla="*/ 967740 w 1839468"/>
                <a:gd name="connsiteY22" fmla="*/ 203199 h 240280"/>
                <a:gd name="connsiteX23" fmla="*/ 998220 w 1839468"/>
                <a:gd name="connsiteY23" fmla="*/ 209295 h 240280"/>
                <a:gd name="connsiteX24" fmla="*/ 1065276 w 1839468"/>
                <a:gd name="connsiteY24" fmla="*/ 221487 h 240280"/>
                <a:gd name="connsiteX25" fmla="*/ 1089660 w 1839468"/>
                <a:gd name="connsiteY25" fmla="*/ 233679 h 240280"/>
                <a:gd name="connsiteX26" fmla="*/ 1229868 w 1839468"/>
                <a:gd name="connsiteY26" fmla="*/ 233679 h 240280"/>
                <a:gd name="connsiteX27" fmla="*/ 1266444 w 1839468"/>
                <a:gd name="connsiteY27" fmla="*/ 191007 h 240280"/>
                <a:gd name="connsiteX28" fmla="*/ 1272540 w 1839468"/>
                <a:gd name="connsiteY28" fmla="*/ 172719 h 240280"/>
                <a:gd name="connsiteX29" fmla="*/ 1290828 w 1839468"/>
                <a:gd name="connsiteY29" fmla="*/ 154431 h 240280"/>
                <a:gd name="connsiteX30" fmla="*/ 1303020 w 1839468"/>
                <a:gd name="connsiteY30" fmla="*/ 136143 h 240280"/>
                <a:gd name="connsiteX31" fmla="*/ 1339596 w 1839468"/>
                <a:gd name="connsiteY31" fmla="*/ 111759 h 240280"/>
                <a:gd name="connsiteX32" fmla="*/ 1382268 w 1839468"/>
                <a:gd name="connsiteY32" fmla="*/ 81279 h 240280"/>
                <a:gd name="connsiteX33" fmla="*/ 1485900 w 1839468"/>
                <a:gd name="connsiteY33" fmla="*/ 87375 h 240280"/>
                <a:gd name="connsiteX34" fmla="*/ 1528572 w 1839468"/>
                <a:gd name="connsiteY34" fmla="*/ 99567 h 240280"/>
                <a:gd name="connsiteX35" fmla="*/ 1552956 w 1839468"/>
                <a:gd name="connsiteY35" fmla="*/ 111759 h 240280"/>
                <a:gd name="connsiteX36" fmla="*/ 1571244 w 1839468"/>
                <a:gd name="connsiteY36" fmla="*/ 117855 h 240280"/>
                <a:gd name="connsiteX37" fmla="*/ 1784604 w 1839468"/>
                <a:gd name="connsiteY37" fmla="*/ 111759 h 240280"/>
                <a:gd name="connsiteX38" fmla="*/ 1821180 w 1839468"/>
                <a:gd name="connsiteY38" fmla="*/ 93471 h 240280"/>
                <a:gd name="connsiteX39" fmla="*/ 1839468 w 1839468"/>
                <a:gd name="connsiteY39" fmla="*/ 87375 h 240280"/>
                <a:gd name="connsiteX0" fmla="*/ 0 w 1821180"/>
                <a:gd name="connsiteY0" fmla="*/ 67563 h 240280"/>
                <a:gd name="connsiteX1" fmla="*/ 224028 w 1821180"/>
                <a:gd name="connsiteY1" fmla="*/ 32511 h 240280"/>
                <a:gd name="connsiteX2" fmla="*/ 248412 w 1821180"/>
                <a:gd name="connsiteY2" fmla="*/ 26415 h 240280"/>
                <a:gd name="connsiteX3" fmla="*/ 266700 w 1821180"/>
                <a:gd name="connsiteY3" fmla="*/ 20319 h 240280"/>
                <a:gd name="connsiteX4" fmla="*/ 272796 w 1821180"/>
                <a:gd name="connsiteY4" fmla="*/ 2031 h 240280"/>
                <a:gd name="connsiteX5" fmla="*/ 297180 w 1821180"/>
                <a:gd name="connsiteY5" fmla="*/ 26415 h 240280"/>
                <a:gd name="connsiteX6" fmla="*/ 333756 w 1821180"/>
                <a:gd name="connsiteY6" fmla="*/ 93471 h 240280"/>
                <a:gd name="connsiteX7" fmla="*/ 388620 w 1821180"/>
                <a:gd name="connsiteY7" fmla="*/ 136143 h 240280"/>
                <a:gd name="connsiteX8" fmla="*/ 413004 w 1821180"/>
                <a:gd name="connsiteY8" fmla="*/ 148335 h 240280"/>
                <a:gd name="connsiteX9" fmla="*/ 480060 w 1821180"/>
                <a:gd name="connsiteY9" fmla="*/ 160527 h 240280"/>
                <a:gd name="connsiteX10" fmla="*/ 498348 w 1821180"/>
                <a:gd name="connsiteY10" fmla="*/ 166623 h 240280"/>
                <a:gd name="connsiteX11" fmla="*/ 589788 w 1821180"/>
                <a:gd name="connsiteY11" fmla="*/ 154431 h 240280"/>
                <a:gd name="connsiteX12" fmla="*/ 608076 w 1821180"/>
                <a:gd name="connsiteY12" fmla="*/ 136143 h 240280"/>
                <a:gd name="connsiteX13" fmla="*/ 626364 w 1821180"/>
                <a:gd name="connsiteY13" fmla="*/ 130047 h 240280"/>
                <a:gd name="connsiteX14" fmla="*/ 650748 w 1821180"/>
                <a:gd name="connsiteY14" fmla="*/ 111759 h 240280"/>
                <a:gd name="connsiteX15" fmla="*/ 669036 w 1821180"/>
                <a:gd name="connsiteY15" fmla="*/ 93471 h 240280"/>
                <a:gd name="connsiteX16" fmla="*/ 717804 w 1821180"/>
                <a:gd name="connsiteY16" fmla="*/ 87375 h 240280"/>
                <a:gd name="connsiteX17" fmla="*/ 790956 w 1821180"/>
                <a:gd name="connsiteY17" fmla="*/ 111759 h 240280"/>
                <a:gd name="connsiteX18" fmla="*/ 827532 w 1821180"/>
                <a:gd name="connsiteY18" fmla="*/ 148335 h 240280"/>
                <a:gd name="connsiteX19" fmla="*/ 845820 w 1821180"/>
                <a:gd name="connsiteY19" fmla="*/ 154431 h 240280"/>
                <a:gd name="connsiteX20" fmla="*/ 888492 w 1821180"/>
                <a:gd name="connsiteY20" fmla="*/ 178815 h 240280"/>
                <a:gd name="connsiteX21" fmla="*/ 931164 w 1821180"/>
                <a:gd name="connsiteY21" fmla="*/ 191007 h 240280"/>
                <a:gd name="connsiteX22" fmla="*/ 967740 w 1821180"/>
                <a:gd name="connsiteY22" fmla="*/ 203199 h 240280"/>
                <a:gd name="connsiteX23" fmla="*/ 998220 w 1821180"/>
                <a:gd name="connsiteY23" fmla="*/ 209295 h 240280"/>
                <a:gd name="connsiteX24" fmla="*/ 1065276 w 1821180"/>
                <a:gd name="connsiteY24" fmla="*/ 221487 h 240280"/>
                <a:gd name="connsiteX25" fmla="*/ 1089660 w 1821180"/>
                <a:gd name="connsiteY25" fmla="*/ 233679 h 240280"/>
                <a:gd name="connsiteX26" fmla="*/ 1229868 w 1821180"/>
                <a:gd name="connsiteY26" fmla="*/ 233679 h 240280"/>
                <a:gd name="connsiteX27" fmla="*/ 1266444 w 1821180"/>
                <a:gd name="connsiteY27" fmla="*/ 191007 h 240280"/>
                <a:gd name="connsiteX28" fmla="*/ 1272540 w 1821180"/>
                <a:gd name="connsiteY28" fmla="*/ 172719 h 240280"/>
                <a:gd name="connsiteX29" fmla="*/ 1290828 w 1821180"/>
                <a:gd name="connsiteY29" fmla="*/ 154431 h 240280"/>
                <a:gd name="connsiteX30" fmla="*/ 1303020 w 1821180"/>
                <a:gd name="connsiteY30" fmla="*/ 136143 h 240280"/>
                <a:gd name="connsiteX31" fmla="*/ 1339596 w 1821180"/>
                <a:gd name="connsiteY31" fmla="*/ 111759 h 240280"/>
                <a:gd name="connsiteX32" fmla="*/ 1382268 w 1821180"/>
                <a:gd name="connsiteY32" fmla="*/ 81279 h 240280"/>
                <a:gd name="connsiteX33" fmla="*/ 1485900 w 1821180"/>
                <a:gd name="connsiteY33" fmla="*/ 87375 h 240280"/>
                <a:gd name="connsiteX34" fmla="*/ 1528572 w 1821180"/>
                <a:gd name="connsiteY34" fmla="*/ 99567 h 240280"/>
                <a:gd name="connsiteX35" fmla="*/ 1552956 w 1821180"/>
                <a:gd name="connsiteY35" fmla="*/ 111759 h 240280"/>
                <a:gd name="connsiteX36" fmla="*/ 1571244 w 1821180"/>
                <a:gd name="connsiteY36" fmla="*/ 117855 h 240280"/>
                <a:gd name="connsiteX37" fmla="*/ 1784604 w 1821180"/>
                <a:gd name="connsiteY37" fmla="*/ 111759 h 240280"/>
                <a:gd name="connsiteX38" fmla="*/ 1821180 w 1821180"/>
                <a:gd name="connsiteY38" fmla="*/ 93471 h 240280"/>
                <a:gd name="connsiteX0" fmla="*/ 0 w 1784604"/>
                <a:gd name="connsiteY0" fmla="*/ 67563 h 240280"/>
                <a:gd name="connsiteX1" fmla="*/ 224028 w 1784604"/>
                <a:gd name="connsiteY1" fmla="*/ 32511 h 240280"/>
                <a:gd name="connsiteX2" fmla="*/ 248412 w 1784604"/>
                <a:gd name="connsiteY2" fmla="*/ 26415 h 240280"/>
                <a:gd name="connsiteX3" fmla="*/ 266700 w 1784604"/>
                <a:gd name="connsiteY3" fmla="*/ 20319 h 240280"/>
                <a:gd name="connsiteX4" fmla="*/ 272796 w 1784604"/>
                <a:gd name="connsiteY4" fmla="*/ 2031 h 240280"/>
                <a:gd name="connsiteX5" fmla="*/ 297180 w 1784604"/>
                <a:gd name="connsiteY5" fmla="*/ 26415 h 240280"/>
                <a:gd name="connsiteX6" fmla="*/ 333756 w 1784604"/>
                <a:gd name="connsiteY6" fmla="*/ 93471 h 240280"/>
                <a:gd name="connsiteX7" fmla="*/ 388620 w 1784604"/>
                <a:gd name="connsiteY7" fmla="*/ 136143 h 240280"/>
                <a:gd name="connsiteX8" fmla="*/ 413004 w 1784604"/>
                <a:gd name="connsiteY8" fmla="*/ 148335 h 240280"/>
                <a:gd name="connsiteX9" fmla="*/ 480060 w 1784604"/>
                <a:gd name="connsiteY9" fmla="*/ 160527 h 240280"/>
                <a:gd name="connsiteX10" fmla="*/ 498348 w 1784604"/>
                <a:gd name="connsiteY10" fmla="*/ 166623 h 240280"/>
                <a:gd name="connsiteX11" fmla="*/ 589788 w 1784604"/>
                <a:gd name="connsiteY11" fmla="*/ 154431 h 240280"/>
                <a:gd name="connsiteX12" fmla="*/ 608076 w 1784604"/>
                <a:gd name="connsiteY12" fmla="*/ 136143 h 240280"/>
                <a:gd name="connsiteX13" fmla="*/ 626364 w 1784604"/>
                <a:gd name="connsiteY13" fmla="*/ 130047 h 240280"/>
                <a:gd name="connsiteX14" fmla="*/ 650748 w 1784604"/>
                <a:gd name="connsiteY14" fmla="*/ 111759 h 240280"/>
                <a:gd name="connsiteX15" fmla="*/ 669036 w 1784604"/>
                <a:gd name="connsiteY15" fmla="*/ 93471 h 240280"/>
                <a:gd name="connsiteX16" fmla="*/ 717804 w 1784604"/>
                <a:gd name="connsiteY16" fmla="*/ 87375 h 240280"/>
                <a:gd name="connsiteX17" fmla="*/ 790956 w 1784604"/>
                <a:gd name="connsiteY17" fmla="*/ 111759 h 240280"/>
                <a:gd name="connsiteX18" fmla="*/ 827532 w 1784604"/>
                <a:gd name="connsiteY18" fmla="*/ 148335 h 240280"/>
                <a:gd name="connsiteX19" fmla="*/ 845820 w 1784604"/>
                <a:gd name="connsiteY19" fmla="*/ 154431 h 240280"/>
                <a:gd name="connsiteX20" fmla="*/ 888492 w 1784604"/>
                <a:gd name="connsiteY20" fmla="*/ 178815 h 240280"/>
                <a:gd name="connsiteX21" fmla="*/ 931164 w 1784604"/>
                <a:gd name="connsiteY21" fmla="*/ 191007 h 240280"/>
                <a:gd name="connsiteX22" fmla="*/ 967740 w 1784604"/>
                <a:gd name="connsiteY22" fmla="*/ 203199 h 240280"/>
                <a:gd name="connsiteX23" fmla="*/ 998220 w 1784604"/>
                <a:gd name="connsiteY23" fmla="*/ 209295 h 240280"/>
                <a:gd name="connsiteX24" fmla="*/ 1065276 w 1784604"/>
                <a:gd name="connsiteY24" fmla="*/ 221487 h 240280"/>
                <a:gd name="connsiteX25" fmla="*/ 1089660 w 1784604"/>
                <a:gd name="connsiteY25" fmla="*/ 233679 h 240280"/>
                <a:gd name="connsiteX26" fmla="*/ 1229868 w 1784604"/>
                <a:gd name="connsiteY26" fmla="*/ 233679 h 240280"/>
                <a:gd name="connsiteX27" fmla="*/ 1266444 w 1784604"/>
                <a:gd name="connsiteY27" fmla="*/ 191007 h 240280"/>
                <a:gd name="connsiteX28" fmla="*/ 1272540 w 1784604"/>
                <a:gd name="connsiteY28" fmla="*/ 172719 h 240280"/>
                <a:gd name="connsiteX29" fmla="*/ 1290828 w 1784604"/>
                <a:gd name="connsiteY29" fmla="*/ 154431 h 240280"/>
                <a:gd name="connsiteX30" fmla="*/ 1303020 w 1784604"/>
                <a:gd name="connsiteY30" fmla="*/ 136143 h 240280"/>
                <a:gd name="connsiteX31" fmla="*/ 1339596 w 1784604"/>
                <a:gd name="connsiteY31" fmla="*/ 111759 h 240280"/>
                <a:gd name="connsiteX32" fmla="*/ 1382268 w 1784604"/>
                <a:gd name="connsiteY32" fmla="*/ 81279 h 240280"/>
                <a:gd name="connsiteX33" fmla="*/ 1485900 w 1784604"/>
                <a:gd name="connsiteY33" fmla="*/ 87375 h 240280"/>
                <a:gd name="connsiteX34" fmla="*/ 1528572 w 1784604"/>
                <a:gd name="connsiteY34" fmla="*/ 99567 h 240280"/>
                <a:gd name="connsiteX35" fmla="*/ 1552956 w 1784604"/>
                <a:gd name="connsiteY35" fmla="*/ 111759 h 240280"/>
                <a:gd name="connsiteX36" fmla="*/ 1571244 w 1784604"/>
                <a:gd name="connsiteY36" fmla="*/ 117855 h 240280"/>
                <a:gd name="connsiteX37" fmla="*/ 1784604 w 1784604"/>
                <a:gd name="connsiteY37" fmla="*/ 111759 h 240280"/>
                <a:gd name="connsiteX0" fmla="*/ 0 w 1571244"/>
                <a:gd name="connsiteY0" fmla="*/ 67563 h 240280"/>
                <a:gd name="connsiteX1" fmla="*/ 224028 w 1571244"/>
                <a:gd name="connsiteY1" fmla="*/ 32511 h 240280"/>
                <a:gd name="connsiteX2" fmla="*/ 248412 w 1571244"/>
                <a:gd name="connsiteY2" fmla="*/ 26415 h 240280"/>
                <a:gd name="connsiteX3" fmla="*/ 266700 w 1571244"/>
                <a:gd name="connsiteY3" fmla="*/ 20319 h 240280"/>
                <a:gd name="connsiteX4" fmla="*/ 272796 w 1571244"/>
                <a:gd name="connsiteY4" fmla="*/ 2031 h 240280"/>
                <a:gd name="connsiteX5" fmla="*/ 297180 w 1571244"/>
                <a:gd name="connsiteY5" fmla="*/ 26415 h 240280"/>
                <a:gd name="connsiteX6" fmla="*/ 333756 w 1571244"/>
                <a:gd name="connsiteY6" fmla="*/ 93471 h 240280"/>
                <a:gd name="connsiteX7" fmla="*/ 388620 w 1571244"/>
                <a:gd name="connsiteY7" fmla="*/ 136143 h 240280"/>
                <a:gd name="connsiteX8" fmla="*/ 413004 w 1571244"/>
                <a:gd name="connsiteY8" fmla="*/ 148335 h 240280"/>
                <a:gd name="connsiteX9" fmla="*/ 480060 w 1571244"/>
                <a:gd name="connsiteY9" fmla="*/ 160527 h 240280"/>
                <a:gd name="connsiteX10" fmla="*/ 498348 w 1571244"/>
                <a:gd name="connsiteY10" fmla="*/ 166623 h 240280"/>
                <a:gd name="connsiteX11" fmla="*/ 589788 w 1571244"/>
                <a:gd name="connsiteY11" fmla="*/ 154431 h 240280"/>
                <a:gd name="connsiteX12" fmla="*/ 608076 w 1571244"/>
                <a:gd name="connsiteY12" fmla="*/ 136143 h 240280"/>
                <a:gd name="connsiteX13" fmla="*/ 626364 w 1571244"/>
                <a:gd name="connsiteY13" fmla="*/ 130047 h 240280"/>
                <a:gd name="connsiteX14" fmla="*/ 650748 w 1571244"/>
                <a:gd name="connsiteY14" fmla="*/ 111759 h 240280"/>
                <a:gd name="connsiteX15" fmla="*/ 669036 w 1571244"/>
                <a:gd name="connsiteY15" fmla="*/ 93471 h 240280"/>
                <a:gd name="connsiteX16" fmla="*/ 717804 w 1571244"/>
                <a:gd name="connsiteY16" fmla="*/ 87375 h 240280"/>
                <a:gd name="connsiteX17" fmla="*/ 790956 w 1571244"/>
                <a:gd name="connsiteY17" fmla="*/ 111759 h 240280"/>
                <a:gd name="connsiteX18" fmla="*/ 827532 w 1571244"/>
                <a:gd name="connsiteY18" fmla="*/ 148335 h 240280"/>
                <a:gd name="connsiteX19" fmla="*/ 845820 w 1571244"/>
                <a:gd name="connsiteY19" fmla="*/ 154431 h 240280"/>
                <a:gd name="connsiteX20" fmla="*/ 888492 w 1571244"/>
                <a:gd name="connsiteY20" fmla="*/ 178815 h 240280"/>
                <a:gd name="connsiteX21" fmla="*/ 931164 w 1571244"/>
                <a:gd name="connsiteY21" fmla="*/ 191007 h 240280"/>
                <a:gd name="connsiteX22" fmla="*/ 967740 w 1571244"/>
                <a:gd name="connsiteY22" fmla="*/ 203199 h 240280"/>
                <a:gd name="connsiteX23" fmla="*/ 998220 w 1571244"/>
                <a:gd name="connsiteY23" fmla="*/ 209295 h 240280"/>
                <a:gd name="connsiteX24" fmla="*/ 1065276 w 1571244"/>
                <a:gd name="connsiteY24" fmla="*/ 221487 h 240280"/>
                <a:gd name="connsiteX25" fmla="*/ 1089660 w 1571244"/>
                <a:gd name="connsiteY25" fmla="*/ 233679 h 240280"/>
                <a:gd name="connsiteX26" fmla="*/ 1229868 w 1571244"/>
                <a:gd name="connsiteY26" fmla="*/ 233679 h 240280"/>
                <a:gd name="connsiteX27" fmla="*/ 1266444 w 1571244"/>
                <a:gd name="connsiteY27" fmla="*/ 191007 h 240280"/>
                <a:gd name="connsiteX28" fmla="*/ 1272540 w 1571244"/>
                <a:gd name="connsiteY28" fmla="*/ 172719 h 240280"/>
                <a:gd name="connsiteX29" fmla="*/ 1290828 w 1571244"/>
                <a:gd name="connsiteY29" fmla="*/ 154431 h 240280"/>
                <a:gd name="connsiteX30" fmla="*/ 1303020 w 1571244"/>
                <a:gd name="connsiteY30" fmla="*/ 136143 h 240280"/>
                <a:gd name="connsiteX31" fmla="*/ 1339596 w 1571244"/>
                <a:gd name="connsiteY31" fmla="*/ 111759 h 240280"/>
                <a:gd name="connsiteX32" fmla="*/ 1382268 w 1571244"/>
                <a:gd name="connsiteY32" fmla="*/ 81279 h 240280"/>
                <a:gd name="connsiteX33" fmla="*/ 1485900 w 1571244"/>
                <a:gd name="connsiteY33" fmla="*/ 87375 h 240280"/>
                <a:gd name="connsiteX34" fmla="*/ 1528572 w 1571244"/>
                <a:gd name="connsiteY34" fmla="*/ 99567 h 240280"/>
                <a:gd name="connsiteX35" fmla="*/ 1552956 w 1571244"/>
                <a:gd name="connsiteY35" fmla="*/ 111759 h 240280"/>
                <a:gd name="connsiteX36" fmla="*/ 1571244 w 1571244"/>
                <a:gd name="connsiteY36" fmla="*/ 117855 h 240280"/>
                <a:gd name="connsiteX0" fmla="*/ 0 w 1552956"/>
                <a:gd name="connsiteY0" fmla="*/ 67563 h 240280"/>
                <a:gd name="connsiteX1" fmla="*/ 224028 w 1552956"/>
                <a:gd name="connsiteY1" fmla="*/ 32511 h 240280"/>
                <a:gd name="connsiteX2" fmla="*/ 248412 w 1552956"/>
                <a:gd name="connsiteY2" fmla="*/ 26415 h 240280"/>
                <a:gd name="connsiteX3" fmla="*/ 266700 w 1552956"/>
                <a:gd name="connsiteY3" fmla="*/ 20319 h 240280"/>
                <a:gd name="connsiteX4" fmla="*/ 272796 w 1552956"/>
                <a:gd name="connsiteY4" fmla="*/ 2031 h 240280"/>
                <a:gd name="connsiteX5" fmla="*/ 297180 w 1552956"/>
                <a:gd name="connsiteY5" fmla="*/ 26415 h 240280"/>
                <a:gd name="connsiteX6" fmla="*/ 333756 w 1552956"/>
                <a:gd name="connsiteY6" fmla="*/ 93471 h 240280"/>
                <a:gd name="connsiteX7" fmla="*/ 388620 w 1552956"/>
                <a:gd name="connsiteY7" fmla="*/ 136143 h 240280"/>
                <a:gd name="connsiteX8" fmla="*/ 413004 w 1552956"/>
                <a:gd name="connsiteY8" fmla="*/ 148335 h 240280"/>
                <a:gd name="connsiteX9" fmla="*/ 480060 w 1552956"/>
                <a:gd name="connsiteY9" fmla="*/ 160527 h 240280"/>
                <a:gd name="connsiteX10" fmla="*/ 498348 w 1552956"/>
                <a:gd name="connsiteY10" fmla="*/ 166623 h 240280"/>
                <a:gd name="connsiteX11" fmla="*/ 589788 w 1552956"/>
                <a:gd name="connsiteY11" fmla="*/ 154431 h 240280"/>
                <a:gd name="connsiteX12" fmla="*/ 608076 w 1552956"/>
                <a:gd name="connsiteY12" fmla="*/ 136143 h 240280"/>
                <a:gd name="connsiteX13" fmla="*/ 626364 w 1552956"/>
                <a:gd name="connsiteY13" fmla="*/ 130047 h 240280"/>
                <a:gd name="connsiteX14" fmla="*/ 650748 w 1552956"/>
                <a:gd name="connsiteY14" fmla="*/ 111759 h 240280"/>
                <a:gd name="connsiteX15" fmla="*/ 669036 w 1552956"/>
                <a:gd name="connsiteY15" fmla="*/ 93471 h 240280"/>
                <a:gd name="connsiteX16" fmla="*/ 717804 w 1552956"/>
                <a:gd name="connsiteY16" fmla="*/ 87375 h 240280"/>
                <a:gd name="connsiteX17" fmla="*/ 790956 w 1552956"/>
                <a:gd name="connsiteY17" fmla="*/ 111759 h 240280"/>
                <a:gd name="connsiteX18" fmla="*/ 827532 w 1552956"/>
                <a:gd name="connsiteY18" fmla="*/ 148335 h 240280"/>
                <a:gd name="connsiteX19" fmla="*/ 845820 w 1552956"/>
                <a:gd name="connsiteY19" fmla="*/ 154431 h 240280"/>
                <a:gd name="connsiteX20" fmla="*/ 888492 w 1552956"/>
                <a:gd name="connsiteY20" fmla="*/ 178815 h 240280"/>
                <a:gd name="connsiteX21" fmla="*/ 931164 w 1552956"/>
                <a:gd name="connsiteY21" fmla="*/ 191007 h 240280"/>
                <a:gd name="connsiteX22" fmla="*/ 967740 w 1552956"/>
                <a:gd name="connsiteY22" fmla="*/ 203199 h 240280"/>
                <a:gd name="connsiteX23" fmla="*/ 998220 w 1552956"/>
                <a:gd name="connsiteY23" fmla="*/ 209295 h 240280"/>
                <a:gd name="connsiteX24" fmla="*/ 1065276 w 1552956"/>
                <a:gd name="connsiteY24" fmla="*/ 221487 h 240280"/>
                <a:gd name="connsiteX25" fmla="*/ 1089660 w 1552956"/>
                <a:gd name="connsiteY25" fmla="*/ 233679 h 240280"/>
                <a:gd name="connsiteX26" fmla="*/ 1229868 w 1552956"/>
                <a:gd name="connsiteY26" fmla="*/ 233679 h 240280"/>
                <a:gd name="connsiteX27" fmla="*/ 1266444 w 1552956"/>
                <a:gd name="connsiteY27" fmla="*/ 191007 h 240280"/>
                <a:gd name="connsiteX28" fmla="*/ 1272540 w 1552956"/>
                <a:gd name="connsiteY28" fmla="*/ 172719 h 240280"/>
                <a:gd name="connsiteX29" fmla="*/ 1290828 w 1552956"/>
                <a:gd name="connsiteY29" fmla="*/ 154431 h 240280"/>
                <a:gd name="connsiteX30" fmla="*/ 1303020 w 1552956"/>
                <a:gd name="connsiteY30" fmla="*/ 136143 h 240280"/>
                <a:gd name="connsiteX31" fmla="*/ 1339596 w 1552956"/>
                <a:gd name="connsiteY31" fmla="*/ 111759 h 240280"/>
                <a:gd name="connsiteX32" fmla="*/ 1382268 w 1552956"/>
                <a:gd name="connsiteY32" fmla="*/ 81279 h 240280"/>
                <a:gd name="connsiteX33" fmla="*/ 1485900 w 1552956"/>
                <a:gd name="connsiteY33" fmla="*/ 87375 h 240280"/>
                <a:gd name="connsiteX34" fmla="*/ 1528572 w 1552956"/>
                <a:gd name="connsiteY34" fmla="*/ 99567 h 240280"/>
                <a:gd name="connsiteX35" fmla="*/ 1552956 w 1552956"/>
                <a:gd name="connsiteY35" fmla="*/ 111759 h 240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552956" h="240280">
                  <a:moveTo>
                    <a:pt x="0" y="67563"/>
                  </a:moveTo>
                  <a:lnTo>
                    <a:pt x="224028" y="32511"/>
                  </a:lnTo>
                  <a:cubicBezTo>
                    <a:pt x="232287" y="31105"/>
                    <a:pt x="240356" y="28717"/>
                    <a:pt x="248412" y="26415"/>
                  </a:cubicBezTo>
                  <a:cubicBezTo>
                    <a:pt x="254591" y="24650"/>
                    <a:pt x="260604" y="22351"/>
                    <a:pt x="266700" y="20319"/>
                  </a:cubicBezTo>
                  <a:cubicBezTo>
                    <a:pt x="268732" y="14223"/>
                    <a:pt x="267049" y="4905"/>
                    <a:pt x="272796" y="2031"/>
                  </a:cubicBezTo>
                  <a:cubicBezTo>
                    <a:pt x="292062" y="-7602"/>
                    <a:pt x="294170" y="19792"/>
                    <a:pt x="297180" y="26415"/>
                  </a:cubicBezTo>
                  <a:cubicBezTo>
                    <a:pt x="302732" y="38630"/>
                    <a:pt x="320395" y="77437"/>
                    <a:pt x="333756" y="93471"/>
                  </a:cubicBezTo>
                  <a:cubicBezTo>
                    <a:pt x="348091" y="110673"/>
                    <a:pt x="369200" y="126433"/>
                    <a:pt x="388620" y="136143"/>
                  </a:cubicBezTo>
                  <a:cubicBezTo>
                    <a:pt x="396748" y="140207"/>
                    <a:pt x="404495" y="145144"/>
                    <a:pt x="413004" y="148335"/>
                  </a:cubicBezTo>
                  <a:cubicBezTo>
                    <a:pt x="430692" y="154968"/>
                    <a:pt x="464484" y="158302"/>
                    <a:pt x="480060" y="160527"/>
                  </a:cubicBezTo>
                  <a:cubicBezTo>
                    <a:pt x="486156" y="162559"/>
                    <a:pt x="491922" y="166623"/>
                    <a:pt x="498348" y="166623"/>
                  </a:cubicBezTo>
                  <a:cubicBezTo>
                    <a:pt x="558015" y="166623"/>
                    <a:pt x="553510" y="166524"/>
                    <a:pt x="589788" y="154431"/>
                  </a:cubicBezTo>
                  <a:cubicBezTo>
                    <a:pt x="595884" y="148335"/>
                    <a:pt x="600903" y="140925"/>
                    <a:pt x="608076" y="136143"/>
                  </a:cubicBezTo>
                  <a:cubicBezTo>
                    <a:pt x="613423" y="132579"/>
                    <a:pt x="620785" y="133235"/>
                    <a:pt x="626364" y="130047"/>
                  </a:cubicBezTo>
                  <a:cubicBezTo>
                    <a:pt x="635185" y="125006"/>
                    <a:pt x="643034" y="118371"/>
                    <a:pt x="650748" y="111759"/>
                  </a:cubicBezTo>
                  <a:cubicBezTo>
                    <a:pt x="657294" y="106148"/>
                    <a:pt x="660934" y="96417"/>
                    <a:pt x="669036" y="93471"/>
                  </a:cubicBezTo>
                  <a:cubicBezTo>
                    <a:pt x="684432" y="87872"/>
                    <a:pt x="701548" y="89407"/>
                    <a:pt x="717804" y="87375"/>
                  </a:cubicBezTo>
                  <a:cubicBezTo>
                    <a:pt x="749315" y="92627"/>
                    <a:pt x="763738" y="91346"/>
                    <a:pt x="790956" y="111759"/>
                  </a:cubicBezTo>
                  <a:cubicBezTo>
                    <a:pt x="804750" y="122104"/>
                    <a:pt x="811175" y="142883"/>
                    <a:pt x="827532" y="148335"/>
                  </a:cubicBezTo>
                  <a:cubicBezTo>
                    <a:pt x="833628" y="150367"/>
                    <a:pt x="840073" y="151557"/>
                    <a:pt x="845820" y="154431"/>
                  </a:cubicBezTo>
                  <a:cubicBezTo>
                    <a:pt x="907042" y="185042"/>
                    <a:pt x="813681" y="146753"/>
                    <a:pt x="888492" y="178815"/>
                  </a:cubicBezTo>
                  <a:cubicBezTo>
                    <a:pt x="904426" y="185644"/>
                    <a:pt x="913978" y="185851"/>
                    <a:pt x="931164" y="191007"/>
                  </a:cubicBezTo>
                  <a:cubicBezTo>
                    <a:pt x="943474" y="194700"/>
                    <a:pt x="955138" y="200679"/>
                    <a:pt x="967740" y="203199"/>
                  </a:cubicBezTo>
                  <a:lnTo>
                    <a:pt x="998220" y="209295"/>
                  </a:lnTo>
                  <a:cubicBezTo>
                    <a:pt x="1084013" y="224894"/>
                    <a:pt x="989986" y="206429"/>
                    <a:pt x="1065276" y="221487"/>
                  </a:cubicBezTo>
                  <a:cubicBezTo>
                    <a:pt x="1073404" y="225551"/>
                    <a:pt x="1080711" y="232100"/>
                    <a:pt x="1089660" y="233679"/>
                  </a:cubicBezTo>
                  <a:cubicBezTo>
                    <a:pt x="1153403" y="244928"/>
                    <a:pt x="1170190" y="239647"/>
                    <a:pt x="1229868" y="233679"/>
                  </a:cubicBezTo>
                  <a:cubicBezTo>
                    <a:pt x="1244281" y="219266"/>
                    <a:pt x="1256017" y="209254"/>
                    <a:pt x="1266444" y="191007"/>
                  </a:cubicBezTo>
                  <a:cubicBezTo>
                    <a:pt x="1269632" y="185428"/>
                    <a:pt x="1268976" y="178066"/>
                    <a:pt x="1272540" y="172719"/>
                  </a:cubicBezTo>
                  <a:cubicBezTo>
                    <a:pt x="1277322" y="165546"/>
                    <a:pt x="1285309" y="161054"/>
                    <a:pt x="1290828" y="154431"/>
                  </a:cubicBezTo>
                  <a:cubicBezTo>
                    <a:pt x="1295518" y="148803"/>
                    <a:pt x="1297506" y="140968"/>
                    <a:pt x="1303020" y="136143"/>
                  </a:cubicBezTo>
                  <a:cubicBezTo>
                    <a:pt x="1314047" y="126494"/>
                    <a:pt x="1327404" y="119887"/>
                    <a:pt x="1339596" y="111759"/>
                  </a:cubicBezTo>
                  <a:cubicBezTo>
                    <a:pt x="1366338" y="93931"/>
                    <a:pt x="1352023" y="103963"/>
                    <a:pt x="1382268" y="81279"/>
                  </a:cubicBezTo>
                  <a:cubicBezTo>
                    <a:pt x="1416812" y="83311"/>
                    <a:pt x="1451452" y="84094"/>
                    <a:pt x="1485900" y="87375"/>
                  </a:cubicBezTo>
                  <a:cubicBezTo>
                    <a:pt x="1492529" y="88006"/>
                    <a:pt x="1520735" y="96208"/>
                    <a:pt x="1528572" y="99567"/>
                  </a:cubicBezTo>
                  <a:cubicBezTo>
                    <a:pt x="1536925" y="103147"/>
                    <a:pt x="1544603" y="108179"/>
                    <a:pt x="1552956" y="111759"/>
                  </a:cubicBezTo>
                </a:path>
              </a:pathLst>
            </a:custGeom>
            <a:noFill/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47F6EC98-EED6-0C9D-AC74-E00057D650CD}"/>
                </a:ext>
              </a:extLst>
            </p:cNvPr>
            <p:cNvSpPr/>
            <p:nvPr/>
          </p:nvSpPr>
          <p:spPr>
            <a:xfrm>
              <a:off x="9713048" y="2129946"/>
              <a:ext cx="1550289" cy="176784"/>
            </a:xfrm>
            <a:custGeom>
              <a:avLst/>
              <a:gdLst>
                <a:gd name="connsiteX0" fmla="*/ 0 w 2139696"/>
                <a:gd name="connsiteY0" fmla="*/ 121920 h 182880"/>
                <a:gd name="connsiteX1" fmla="*/ 121920 w 2139696"/>
                <a:gd name="connsiteY1" fmla="*/ 91440 h 182880"/>
                <a:gd name="connsiteX2" fmla="*/ 176784 w 2139696"/>
                <a:gd name="connsiteY2" fmla="*/ 60960 h 182880"/>
                <a:gd name="connsiteX3" fmla="*/ 225552 w 2139696"/>
                <a:gd name="connsiteY3" fmla="*/ 42672 h 182880"/>
                <a:gd name="connsiteX4" fmla="*/ 249936 w 2139696"/>
                <a:gd name="connsiteY4" fmla="*/ 30480 h 182880"/>
                <a:gd name="connsiteX5" fmla="*/ 274320 w 2139696"/>
                <a:gd name="connsiteY5" fmla="*/ 24384 h 182880"/>
                <a:gd name="connsiteX6" fmla="*/ 341376 w 2139696"/>
                <a:gd name="connsiteY6" fmla="*/ 12192 h 182880"/>
                <a:gd name="connsiteX7" fmla="*/ 408432 w 2139696"/>
                <a:gd name="connsiteY7" fmla="*/ 18288 h 182880"/>
                <a:gd name="connsiteX8" fmla="*/ 445008 w 2139696"/>
                <a:gd name="connsiteY8" fmla="*/ 42672 h 182880"/>
                <a:gd name="connsiteX9" fmla="*/ 512064 w 2139696"/>
                <a:gd name="connsiteY9" fmla="*/ 91440 h 182880"/>
                <a:gd name="connsiteX10" fmla="*/ 548640 w 2139696"/>
                <a:gd name="connsiteY10" fmla="*/ 128016 h 182880"/>
                <a:gd name="connsiteX11" fmla="*/ 566928 w 2139696"/>
                <a:gd name="connsiteY11" fmla="*/ 146304 h 182880"/>
                <a:gd name="connsiteX12" fmla="*/ 609600 w 2139696"/>
                <a:gd name="connsiteY12" fmla="*/ 164592 h 182880"/>
                <a:gd name="connsiteX13" fmla="*/ 633984 w 2139696"/>
                <a:gd name="connsiteY13" fmla="*/ 176784 h 182880"/>
                <a:gd name="connsiteX14" fmla="*/ 652272 w 2139696"/>
                <a:gd name="connsiteY14" fmla="*/ 182880 h 182880"/>
                <a:gd name="connsiteX15" fmla="*/ 737616 w 2139696"/>
                <a:gd name="connsiteY15" fmla="*/ 176784 h 182880"/>
                <a:gd name="connsiteX16" fmla="*/ 774192 w 2139696"/>
                <a:gd name="connsiteY16" fmla="*/ 152400 h 182880"/>
                <a:gd name="connsiteX17" fmla="*/ 810768 w 2139696"/>
                <a:gd name="connsiteY17" fmla="*/ 146304 h 182880"/>
                <a:gd name="connsiteX18" fmla="*/ 853440 w 2139696"/>
                <a:gd name="connsiteY18" fmla="*/ 115824 h 182880"/>
                <a:gd name="connsiteX19" fmla="*/ 902208 w 2139696"/>
                <a:gd name="connsiteY19" fmla="*/ 91440 h 182880"/>
                <a:gd name="connsiteX20" fmla="*/ 957072 w 2139696"/>
                <a:gd name="connsiteY20" fmla="*/ 60960 h 182880"/>
                <a:gd name="connsiteX21" fmla="*/ 975360 w 2139696"/>
                <a:gd name="connsiteY21" fmla="*/ 48768 h 182880"/>
                <a:gd name="connsiteX22" fmla="*/ 1011936 w 2139696"/>
                <a:gd name="connsiteY22" fmla="*/ 36576 h 182880"/>
                <a:gd name="connsiteX23" fmla="*/ 1066800 w 2139696"/>
                <a:gd name="connsiteY23" fmla="*/ 18288 h 182880"/>
                <a:gd name="connsiteX24" fmla="*/ 1115568 w 2139696"/>
                <a:gd name="connsiteY24" fmla="*/ 6096 h 182880"/>
                <a:gd name="connsiteX25" fmla="*/ 1213104 w 2139696"/>
                <a:gd name="connsiteY25" fmla="*/ 12192 h 182880"/>
                <a:gd name="connsiteX26" fmla="*/ 1243584 w 2139696"/>
                <a:gd name="connsiteY26" fmla="*/ 18288 h 182880"/>
                <a:gd name="connsiteX27" fmla="*/ 1280160 w 2139696"/>
                <a:gd name="connsiteY27" fmla="*/ 30480 h 182880"/>
                <a:gd name="connsiteX28" fmla="*/ 1322832 w 2139696"/>
                <a:gd name="connsiteY28" fmla="*/ 67056 h 182880"/>
                <a:gd name="connsiteX29" fmla="*/ 1365504 w 2139696"/>
                <a:gd name="connsiteY29" fmla="*/ 97536 h 182880"/>
                <a:gd name="connsiteX30" fmla="*/ 1402080 w 2139696"/>
                <a:gd name="connsiteY30" fmla="*/ 115824 h 182880"/>
                <a:gd name="connsiteX31" fmla="*/ 1536192 w 2139696"/>
                <a:gd name="connsiteY31" fmla="*/ 103632 h 182880"/>
                <a:gd name="connsiteX32" fmla="*/ 1584960 w 2139696"/>
                <a:gd name="connsiteY32" fmla="*/ 85344 h 182880"/>
                <a:gd name="connsiteX33" fmla="*/ 1609344 w 2139696"/>
                <a:gd name="connsiteY33" fmla="*/ 67056 h 182880"/>
                <a:gd name="connsiteX34" fmla="*/ 1639824 w 2139696"/>
                <a:gd name="connsiteY34" fmla="*/ 60960 h 182880"/>
                <a:gd name="connsiteX35" fmla="*/ 1670304 w 2139696"/>
                <a:gd name="connsiteY35" fmla="*/ 36576 h 182880"/>
                <a:gd name="connsiteX36" fmla="*/ 1706880 w 2139696"/>
                <a:gd name="connsiteY36" fmla="*/ 24384 h 182880"/>
                <a:gd name="connsiteX37" fmla="*/ 1725168 w 2139696"/>
                <a:gd name="connsiteY37" fmla="*/ 18288 h 182880"/>
                <a:gd name="connsiteX38" fmla="*/ 1749552 w 2139696"/>
                <a:gd name="connsiteY38" fmla="*/ 12192 h 182880"/>
                <a:gd name="connsiteX39" fmla="*/ 1786128 w 2139696"/>
                <a:gd name="connsiteY39" fmla="*/ 0 h 182880"/>
                <a:gd name="connsiteX40" fmla="*/ 2139696 w 2139696"/>
                <a:gd name="connsiteY40" fmla="*/ 6096 h 182880"/>
                <a:gd name="connsiteX0" fmla="*/ 0 w 2139696"/>
                <a:gd name="connsiteY0" fmla="*/ 121920 h 182880"/>
                <a:gd name="connsiteX1" fmla="*/ 114300 w 2139696"/>
                <a:gd name="connsiteY1" fmla="*/ 91440 h 182880"/>
                <a:gd name="connsiteX2" fmla="*/ 176784 w 2139696"/>
                <a:gd name="connsiteY2" fmla="*/ 60960 h 182880"/>
                <a:gd name="connsiteX3" fmla="*/ 225552 w 2139696"/>
                <a:gd name="connsiteY3" fmla="*/ 42672 h 182880"/>
                <a:gd name="connsiteX4" fmla="*/ 249936 w 2139696"/>
                <a:gd name="connsiteY4" fmla="*/ 30480 h 182880"/>
                <a:gd name="connsiteX5" fmla="*/ 274320 w 2139696"/>
                <a:gd name="connsiteY5" fmla="*/ 24384 h 182880"/>
                <a:gd name="connsiteX6" fmla="*/ 341376 w 2139696"/>
                <a:gd name="connsiteY6" fmla="*/ 12192 h 182880"/>
                <a:gd name="connsiteX7" fmla="*/ 408432 w 2139696"/>
                <a:gd name="connsiteY7" fmla="*/ 18288 h 182880"/>
                <a:gd name="connsiteX8" fmla="*/ 445008 w 2139696"/>
                <a:gd name="connsiteY8" fmla="*/ 42672 h 182880"/>
                <a:gd name="connsiteX9" fmla="*/ 512064 w 2139696"/>
                <a:gd name="connsiteY9" fmla="*/ 91440 h 182880"/>
                <a:gd name="connsiteX10" fmla="*/ 548640 w 2139696"/>
                <a:gd name="connsiteY10" fmla="*/ 128016 h 182880"/>
                <a:gd name="connsiteX11" fmla="*/ 566928 w 2139696"/>
                <a:gd name="connsiteY11" fmla="*/ 146304 h 182880"/>
                <a:gd name="connsiteX12" fmla="*/ 609600 w 2139696"/>
                <a:gd name="connsiteY12" fmla="*/ 164592 h 182880"/>
                <a:gd name="connsiteX13" fmla="*/ 633984 w 2139696"/>
                <a:gd name="connsiteY13" fmla="*/ 176784 h 182880"/>
                <a:gd name="connsiteX14" fmla="*/ 652272 w 2139696"/>
                <a:gd name="connsiteY14" fmla="*/ 182880 h 182880"/>
                <a:gd name="connsiteX15" fmla="*/ 737616 w 2139696"/>
                <a:gd name="connsiteY15" fmla="*/ 176784 h 182880"/>
                <a:gd name="connsiteX16" fmla="*/ 774192 w 2139696"/>
                <a:gd name="connsiteY16" fmla="*/ 152400 h 182880"/>
                <a:gd name="connsiteX17" fmla="*/ 810768 w 2139696"/>
                <a:gd name="connsiteY17" fmla="*/ 146304 h 182880"/>
                <a:gd name="connsiteX18" fmla="*/ 853440 w 2139696"/>
                <a:gd name="connsiteY18" fmla="*/ 115824 h 182880"/>
                <a:gd name="connsiteX19" fmla="*/ 902208 w 2139696"/>
                <a:gd name="connsiteY19" fmla="*/ 91440 h 182880"/>
                <a:gd name="connsiteX20" fmla="*/ 957072 w 2139696"/>
                <a:gd name="connsiteY20" fmla="*/ 60960 h 182880"/>
                <a:gd name="connsiteX21" fmla="*/ 975360 w 2139696"/>
                <a:gd name="connsiteY21" fmla="*/ 48768 h 182880"/>
                <a:gd name="connsiteX22" fmla="*/ 1011936 w 2139696"/>
                <a:gd name="connsiteY22" fmla="*/ 36576 h 182880"/>
                <a:gd name="connsiteX23" fmla="*/ 1066800 w 2139696"/>
                <a:gd name="connsiteY23" fmla="*/ 18288 h 182880"/>
                <a:gd name="connsiteX24" fmla="*/ 1115568 w 2139696"/>
                <a:gd name="connsiteY24" fmla="*/ 6096 h 182880"/>
                <a:gd name="connsiteX25" fmla="*/ 1213104 w 2139696"/>
                <a:gd name="connsiteY25" fmla="*/ 12192 h 182880"/>
                <a:gd name="connsiteX26" fmla="*/ 1243584 w 2139696"/>
                <a:gd name="connsiteY26" fmla="*/ 18288 h 182880"/>
                <a:gd name="connsiteX27" fmla="*/ 1280160 w 2139696"/>
                <a:gd name="connsiteY27" fmla="*/ 30480 h 182880"/>
                <a:gd name="connsiteX28" fmla="*/ 1322832 w 2139696"/>
                <a:gd name="connsiteY28" fmla="*/ 67056 h 182880"/>
                <a:gd name="connsiteX29" fmla="*/ 1365504 w 2139696"/>
                <a:gd name="connsiteY29" fmla="*/ 97536 h 182880"/>
                <a:gd name="connsiteX30" fmla="*/ 1402080 w 2139696"/>
                <a:gd name="connsiteY30" fmla="*/ 115824 h 182880"/>
                <a:gd name="connsiteX31" fmla="*/ 1536192 w 2139696"/>
                <a:gd name="connsiteY31" fmla="*/ 103632 h 182880"/>
                <a:gd name="connsiteX32" fmla="*/ 1584960 w 2139696"/>
                <a:gd name="connsiteY32" fmla="*/ 85344 h 182880"/>
                <a:gd name="connsiteX33" fmla="*/ 1609344 w 2139696"/>
                <a:gd name="connsiteY33" fmla="*/ 67056 h 182880"/>
                <a:gd name="connsiteX34" fmla="*/ 1639824 w 2139696"/>
                <a:gd name="connsiteY34" fmla="*/ 60960 h 182880"/>
                <a:gd name="connsiteX35" fmla="*/ 1670304 w 2139696"/>
                <a:gd name="connsiteY35" fmla="*/ 36576 h 182880"/>
                <a:gd name="connsiteX36" fmla="*/ 1706880 w 2139696"/>
                <a:gd name="connsiteY36" fmla="*/ 24384 h 182880"/>
                <a:gd name="connsiteX37" fmla="*/ 1725168 w 2139696"/>
                <a:gd name="connsiteY37" fmla="*/ 18288 h 182880"/>
                <a:gd name="connsiteX38" fmla="*/ 1749552 w 2139696"/>
                <a:gd name="connsiteY38" fmla="*/ 12192 h 182880"/>
                <a:gd name="connsiteX39" fmla="*/ 1786128 w 2139696"/>
                <a:gd name="connsiteY39" fmla="*/ 0 h 182880"/>
                <a:gd name="connsiteX40" fmla="*/ 2139696 w 2139696"/>
                <a:gd name="connsiteY40" fmla="*/ 6096 h 182880"/>
                <a:gd name="connsiteX0" fmla="*/ 0 w 2025396"/>
                <a:gd name="connsiteY0" fmla="*/ 91440 h 182880"/>
                <a:gd name="connsiteX1" fmla="*/ 62484 w 2025396"/>
                <a:gd name="connsiteY1" fmla="*/ 60960 h 182880"/>
                <a:gd name="connsiteX2" fmla="*/ 111252 w 2025396"/>
                <a:gd name="connsiteY2" fmla="*/ 42672 h 182880"/>
                <a:gd name="connsiteX3" fmla="*/ 135636 w 2025396"/>
                <a:gd name="connsiteY3" fmla="*/ 30480 h 182880"/>
                <a:gd name="connsiteX4" fmla="*/ 160020 w 2025396"/>
                <a:gd name="connsiteY4" fmla="*/ 24384 h 182880"/>
                <a:gd name="connsiteX5" fmla="*/ 227076 w 2025396"/>
                <a:gd name="connsiteY5" fmla="*/ 12192 h 182880"/>
                <a:gd name="connsiteX6" fmla="*/ 294132 w 2025396"/>
                <a:gd name="connsiteY6" fmla="*/ 18288 h 182880"/>
                <a:gd name="connsiteX7" fmla="*/ 330708 w 2025396"/>
                <a:gd name="connsiteY7" fmla="*/ 42672 h 182880"/>
                <a:gd name="connsiteX8" fmla="*/ 397764 w 2025396"/>
                <a:gd name="connsiteY8" fmla="*/ 91440 h 182880"/>
                <a:gd name="connsiteX9" fmla="*/ 434340 w 2025396"/>
                <a:gd name="connsiteY9" fmla="*/ 128016 h 182880"/>
                <a:gd name="connsiteX10" fmla="*/ 452628 w 2025396"/>
                <a:gd name="connsiteY10" fmla="*/ 146304 h 182880"/>
                <a:gd name="connsiteX11" fmla="*/ 495300 w 2025396"/>
                <a:gd name="connsiteY11" fmla="*/ 164592 h 182880"/>
                <a:gd name="connsiteX12" fmla="*/ 519684 w 2025396"/>
                <a:gd name="connsiteY12" fmla="*/ 176784 h 182880"/>
                <a:gd name="connsiteX13" fmla="*/ 537972 w 2025396"/>
                <a:gd name="connsiteY13" fmla="*/ 182880 h 182880"/>
                <a:gd name="connsiteX14" fmla="*/ 623316 w 2025396"/>
                <a:gd name="connsiteY14" fmla="*/ 176784 h 182880"/>
                <a:gd name="connsiteX15" fmla="*/ 659892 w 2025396"/>
                <a:gd name="connsiteY15" fmla="*/ 152400 h 182880"/>
                <a:gd name="connsiteX16" fmla="*/ 696468 w 2025396"/>
                <a:gd name="connsiteY16" fmla="*/ 146304 h 182880"/>
                <a:gd name="connsiteX17" fmla="*/ 739140 w 2025396"/>
                <a:gd name="connsiteY17" fmla="*/ 115824 h 182880"/>
                <a:gd name="connsiteX18" fmla="*/ 787908 w 2025396"/>
                <a:gd name="connsiteY18" fmla="*/ 91440 h 182880"/>
                <a:gd name="connsiteX19" fmla="*/ 842772 w 2025396"/>
                <a:gd name="connsiteY19" fmla="*/ 60960 h 182880"/>
                <a:gd name="connsiteX20" fmla="*/ 861060 w 2025396"/>
                <a:gd name="connsiteY20" fmla="*/ 48768 h 182880"/>
                <a:gd name="connsiteX21" fmla="*/ 897636 w 2025396"/>
                <a:gd name="connsiteY21" fmla="*/ 36576 h 182880"/>
                <a:gd name="connsiteX22" fmla="*/ 952500 w 2025396"/>
                <a:gd name="connsiteY22" fmla="*/ 18288 h 182880"/>
                <a:gd name="connsiteX23" fmla="*/ 1001268 w 2025396"/>
                <a:gd name="connsiteY23" fmla="*/ 6096 h 182880"/>
                <a:gd name="connsiteX24" fmla="*/ 1098804 w 2025396"/>
                <a:gd name="connsiteY24" fmla="*/ 12192 h 182880"/>
                <a:gd name="connsiteX25" fmla="*/ 1129284 w 2025396"/>
                <a:gd name="connsiteY25" fmla="*/ 18288 h 182880"/>
                <a:gd name="connsiteX26" fmla="*/ 1165860 w 2025396"/>
                <a:gd name="connsiteY26" fmla="*/ 30480 h 182880"/>
                <a:gd name="connsiteX27" fmla="*/ 1208532 w 2025396"/>
                <a:gd name="connsiteY27" fmla="*/ 67056 h 182880"/>
                <a:gd name="connsiteX28" fmla="*/ 1251204 w 2025396"/>
                <a:gd name="connsiteY28" fmla="*/ 97536 h 182880"/>
                <a:gd name="connsiteX29" fmla="*/ 1287780 w 2025396"/>
                <a:gd name="connsiteY29" fmla="*/ 115824 h 182880"/>
                <a:gd name="connsiteX30" fmla="*/ 1421892 w 2025396"/>
                <a:gd name="connsiteY30" fmla="*/ 103632 h 182880"/>
                <a:gd name="connsiteX31" fmla="*/ 1470660 w 2025396"/>
                <a:gd name="connsiteY31" fmla="*/ 85344 h 182880"/>
                <a:gd name="connsiteX32" fmla="*/ 1495044 w 2025396"/>
                <a:gd name="connsiteY32" fmla="*/ 67056 h 182880"/>
                <a:gd name="connsiteX33" fmla="*/ 1525524 w 2025396"/>
                <a:gd name="connsiteY33" fmla="*/ 60960 h 182880"/>
                <a:gd name="connsiteX34" fmla="*/ 1556004 w 2025396"/>
                <a:gd name="connsiteY34" fmla="*/ 36576 h 182880"/>
                <a:gd name="connsiteX35" fmla="*/ 1592580 w 2025396"/>
                <a:gd name="connsiteY35" fmla="*/ 24384 h 182880"/>
                <a:gd name="connsiteX36" fmla="*/ 1610868 w 2025396"/>
                <a:gd name="connsiteY36" fmla="*/ 18288 h 182880"/>
                <a:gd name="connsiteX37" fmla="*/ 1635252 w 2025396"/>
                <a:gd name="connsiteY37" fmla="*/ 12192 h 182880"/>
                <a:gd name="connsiteX38" fmla="*/ 1671828 w 2025396"/>
                <a:gd name="connsiteY38" fmla="*/ 0 h 182880"/>
                <a:gd name="connsiteX39" fmla="*/ 2025396 w 2025396"/>
                <a:gd name="connsiteY39" fmla="*/ 6096 h 182880"/>
                <a:gd name="connsiteX0" fmla="*/ 0 w 1671828"/>
                <a:gd name="connsiteY0" fmla="*/ 91440 h 182880"/>
                <a:gd name="connsiteX1" fmla="*/ 62484 w 1671828"/>
                <a:gd name="connsiteY1" fmla="*/ 60960 h 182880"/>
                <a:gd name="connsiteX2" fmla="*/ 111252 w 1671828"/>
                <a:gd name="connsiteY2" fmla="*/ 42672 h 182880"/>
                <a:gd name="connsiteX3" fmla="*/ 135636 w 1671828"/>
                <a:gd name="connsiteY3" fmla="*/ 30480 h 182880"/>
                <a:gd name="connsiteX4" fmla="*/ 160020 w 1671828"/>
                <a:gd name="connsiteY4" fmla="*/ 24384 h 182880"/>
                <a:gd name="connsiteX5" fmla="*/ 227076 w 1671828"/>
                <a:gd name="connsiteY5" fmla="*/ 12192 h 182880"/>
                <a:gd name="connsiteX6" fmla="*/ 294132 w 1671828"/>
                <a:gd name="connsiteY6" fmla="*/ 18288 h 182880"/>
                <a:gd name="connsiteX7" fmla="*/ 330708 w 1671828"/>
                <a:gd name="connsiteY7" fmla="*/ 42672 h 182880"/>
                <a:gd name="connsiteX8" fmla="*/ 397764 w 1671828"/>
                <a:gd name="connsiteY8" fmla="*/ 91440 h 182880"/>
                <a:gd name="connsiteX9" fmla="*/ 434340 w 1671828"/>
                <a:gd name="connsiteY9" fmla="*/ 128016 h 182880"/>
                <a:gd name="connsiteX10" fmla="*/ 452628 w 1671828"/>
                <a:gd name="connsiteY10" fmla="*/ 146304 h 182880"/>
                <a:gd name="connsiteX11" fmla="*/ 495300 w 1671828"/>
                <a:gd name="connsiteY11" fmla="*/ 164592 h 182880"/>
                <a:gd name="connsiteX12" fmla="*/ 519684 w 1671828"/>
                <a:gd name="connsiteY12" fmla="*/ 176784 h 182880"/>
                <a:gd name="connsiteX13" fmla="*/ 537972 w 1671828"/>
                <a:gd name="connsiteY13" fmla="*/ 182880 h 182880"/>
                <a:gd name="connsiteX14" fmla="*/ 623316 w 1671828"/>
                <a:gd name="connsiteY14" fmla="*/ 176784 h 182880"/>
                <a:gd name="connsiteX15" fmla="*/ 659892 w 1671828"/>
                <a:gd name="connsiteY15" fmla="*/ 152400 h 182880"/>
                <a:gd name="connsiteX16" fmla="*/ 696468 w 1671828"/>
                <a:gd name="connsiteY16" fmla="*/ 146304 h 182880"/>
                <a:gd name="connsiteX17" fmla="*/ 739140 w 1671828"/>
                <a:gd name="connsiteY17" fmla="*/ 115824 h 182880"/>
                <a:gd name="connsiteX18" fmla="*/ 787908 w 1671828"/>
                <a:gd name="connsiteY18" fmla="*/ 91440 h 182880"/>
                <a:gd name="connsiteX19" fmla="*/ 842772 w 1671828"/>
                <a:gd name="connsiteY19" fmla="*/ 60960 h 182880"/>
                <a:gd name="connsiteX20" fmla="*/ 861060 w 1671828"/>
                <a:gd name="connsiteY20" fmla="*/ 48768 h 182880"/>
                <a:gd name="connsiteX21" fmla="*/ 897636 w 1671828"/>
                <a:gd name="connsiteY21" fmla="*/ 36576 h 182880"/>
                <a:gd name="connsiteX22" fmla="*/ 952500 w 1671828"/>
                <a:gd name="connsiteY22" fmla="*/ 18288 h 182880"/>
                <a:gd name="connsiteX23" fmla="*/ 1001268 w 1671828"/>
                <a:gd name="connsiteY23" fmla="*/ 6096 h 182880"/>
                <a:gd name="connsiteX24" fmla="*/ 1098804 w 1671828"/>
                <a:gd name="connsiteY24" fmla="*/ 12192 h 182880"/>
                <a:gd name="connsiteX25" fmla="*/ 1129284 w 1671828"/>
                <a:gd name="connsiteY25" fmla="*/ 18288 h 182880"/>
                <a:gd name="connsiteX26" fmla="*/ 1165860 w 1671828"/>
                <a:gd name="connsiteY26" fmla="*/ 30480 h 182880"/>
                <a:gd name="connsiteX27" fmla="*/ 1208532 w 1671828"/>
                <a:gd name="connsiteY27" fmla="*/ 67056 h 182880"/>
                <a:gd name="connsiteX28" fmla="*/ 1251204 w 1671828"/>
                <a:gd name="connsiteY28" fmla="*/ 97536 h 182880"/>
                <a:gd name="connsiteX29" fmla="*/ 1287780 w 1671828"/>
                <a:gd name="connsiteY29" fmla="*/ 115824 h 182880"/>
                <a:gd name="connsiteX30" fmla="*/ 1421892 w 1671828"/>
                <a:gd name="connsiteY30" fmla="*/ 103632 h 182880"/>
                <a:gd name="connsiteX31" fmla="*/ 1470660 w 1671828"/>
                <a:gd name="connsiteY31" fmla="*/ 85344 h 182880"/>
                <a:gd name="connsiteX32" fmla="*/ 1495044 w 1671828"/>
                <a:gd name="connsiteY32" fmla="*/ 67056 h 182880"/>
                <a:gd name="connsiteX33" fmla="*/ 1525524 w 1671828"/>
                <a:gd name="connsiteY33" fmla="*/ 60960 h 182880"/>
                <a:gd name="connsiteX34" fmla="*/ 1556004 w 1671828"/>
                <a:gd name="connsiteY34" fmla="*/ 36576 h 182880"/>
                <a:gd name="connsiteX35" fmla="*/ 1592580 w 1671828"/>
                <a:gd name="connsiteY35" fmla="*/ 24384 h 182880"/>
                <a:gd name="connsiteX36" fmla="*/ 1610868 w 1671828"/>
                <a:gd name="connsiteY36" fmla="*/ 18288 h 182880"/>
                <a:gd name="connsiteX37" fmla="*/ 1635252 w 1671828"/>
                <a:gd name="connsiteY37" fmla="*/ 12192 h 182880"/>
                <a:gd name="connsiteX38" fmla="*/ 1671828 w 1671828"/>
                <a:gd name="connsiteY38" fmla="*/ 0 h 182880"/>
                <a:gd name="connsiteX0" fmla="*/ 0 w 1635252"/>
                <a:gd name="connsiteY0" fmla="*/ 85344 h 176784"/>
                <a:gd name="connsiteX1" fmla="*/ 62484 w 1635252"/>
                <a:gd name="connsiteY1" fmla="*/ 54864 h 176784"/>
                <a:gd name="connsiteX2" fmla="*/ 111252 w 1635252"/>
                <a:gd name="connsiteY2" fmla="*/ 36576 h 176784"/>
                <a:gd name="connsiteX3" fmla="*/ 135636 w 1635252"/>
                <a:gd name="connsiteY3" fmla="*/ 24384 h 176784"/>
                <a:gd name="connsiteX4" fmla="*/ 160020 w 1635252"/>
                <a:gd name="connsiteY4" fmla="*/ 18288 h 176784"/>
                <a:gd name="connsiteX5" fmla="*/ 227076 w 1635252"/>
                <a:gd name="connsiteY5" fmla="*/ 6096 h 176784"/>
                <a:gd name="connsiteX6" fmla="*/ 294132 w 1635252"/>
                <a:gd name="connsiteY6" fmla="*/ 12192 h 176784"/>
                <a:gd name="connsiteX7" fmla="*/ 330708 w 1635252"/>
                <a:gd name="connsiteY7" fmla="*/ 36576 h 176784"/>
                <a:gd name="connsiteX8" fmla="*/ 397764 w 1635252"/>
                <a:gd name="connsiteY8" fmla="*/ 85344 h 176784"/>
                <a:gd name="connsiteX9" fmla="*/ 434340 w 1635252"/>
                <a:gd name="connsiteY9" fmla="*/ 121920 h 176784"/>
                <a:gd name="connsiteX10" fmla="*/ 452628 w 1635252"/>
                <a:gd name="connsiteY10" fmla="*/ 140208 h 176784"/>
                <a:gd name="connsiteX11" fmla="*/ 495300 w 1635252"/>
                <a:gd name="connsiteY11" fmla="*/ 158496 h 176784"/>
                <a:gd name="connsiteX12" fmla="*/ 519684 w 1635252"/>
                <a:gd name="connsiteY12" fmla="*/ 170688 h 176784"/>
                <a:gd name="connsiteX13" fmla="*/ 537972 w 1635252"/>
                <a:gd name="connsiteY13" fmla="*/ 176784 h 176784"/>
                <a:gd name="connsiteX14" fmla="*/ 623316 w 1635252"/>
                <a:gd name="connsiteY14" fmla="*/ 170688 h 176784"/>
                <a:gd name="connsiteX15" fmla="*/ 659892 w 1635252"/>
                <a:gd name="connsiteY15" fmla="*/ 146304 h 176784"/>
                <a:gd name="connsiteX16" fmla="*/ 696468 w 1635252"/>
                <a:gd name="connsiteY16" fmla="*/ 140208 h 176784"/>
                <a:gd name="connsiteX17" fmla="*/ 739140 w 1635252"/>
                <a:gd name="connsiteY17" fmla="*/ 109728 h 176784"/>
                <a:gd name="connsiteX18" fmla="*/ 787908 w 1635252"/>
                <a:gd name="connsiteY18" fmla="*/ 85344 h 176784"/>
                <a:gd name="connsiteX19" fmla="*/ 842772 w 1635252"/>
                <a:gd name="connsiteY19" fmla="*/ 54864 h 176784"/>
                <a:gd name="connsiteX20" fmla="*/ 861060 w 1635252"/>
                <a:gd name="connsiteY20" fmla="*/ 42672 h 176784"/>
                <a:gd name="connsiteX21" fmla="*/ 897636 w 1635252"/>
                <a:gd name="connsiteY21" fmla="*/ 30480 h 176784"/>
                <a:gd name="connsiteX22" fmla="*/ 952500 w 1635252"/>
                <a:gd name="connsiteY22" fmla="*/ 12192 h 176784"/>
                <a:gd name="connsiteX23" fmla="*/ 1001268 w 1635252"/>
                <a:gd name="connsiteY23" fmla="*/ 0 h 176784"/>
                <a:gd name="connsiteX24" fmla="*/ 1098804 w 1635252"/>
                <a:gd name="connsiteY24" fmla="*/ 6096 h 176784"/>
                <a:gd name="connsiteX25" fmla="*/ 1129284 w 1635252"/>
                <a:gd name="connsiteY25" fmla="*/ 12192 h 176784"/>
                <a:gd name="connsiteX26" fmla="*/ 1165860 w 1635252"/>
                <a:gd name="connsiteY26" fmla="*/ 24384 h 176784"/>
                <a:gd name="connsiteX27" fmla="*/ 1208532 w 1635252"/>
                <a:gd name="connsiteY27" fmla="*/ 60960 h 176784"/>
                <a:gd name="connsiteX28" fmla="*/ 1251204 w 1635252"/>
                <a:gd name="connsiteY28" fmla="*/ 91440 h 176784"/>
                <a:gd name="connsiteX29" fmla="*/ 1287780 w 1635252"/>
                <a:gd name="connsiteY29" fmla="*/ 109728 h 176784"/>
                <a:gd name="connsiteX30" fmla="*/ 1421892 w 1635252"/>
                <a:gd name="connsiteY30" fmla="*/ 97536 h 176784"/>
                <a:gd name="connsiteX31" fmla="*/ 1470660 w 1635252"/>
                <a:gd name="connsiteY31" fmla="*/ 79248 h 176784"/>
                <a:gd name="connsiteX32" fmla="*/ 1495044 w 1635252"/>
                <a:gd name="connsiteY32" fmla="*/ 60960 h 176784"/>
                <a:gd name="connsiteX33" fmla="*/ 1525524 w 1635252"/>
                <a:gd name="connsiteY33" fmla="*/ 54864 h 176784"/>
                <a:gd name="connsiteX34" fmla="*/ 1556004 w 1635252"/>
                <a:gd name="connsiteY34" fmla="*/ 30480 h 176784"/>
                <a:gd name="connsiteX35" fmla="*/ 1592580 w 1635252"/>
                <a:gd name="connsiteY35" fmla="*/ 18288 h 176784"/>
                <a:gd name="connsiteX36" fmla="*/ 1610868 w 1635252"/>
                <a:gd name="connsiteY36" fmla="*/ 12192 h 176784"/>
                <a:gd name="connsiteX37" fmla="*/ 1635252 w 1635252"/>
                <a:gd name="connsiteY37" fmla="*/ 6096 h 176784"/>
                <a:gd name="connsiteX0" fmla="*/ 0 w 1610868"/>
                <a:gd name="connsiteY0" fmla="*/ 85344 h 176784"/>
                <a:gd name="connsiteX1" fmla="*/ 62484 w 1610868"/>
                <a:gd name="connsiteY1" fmla="*/ 54864 h 176784"/>
                <a:gd name="connsiteX2" fmla="*/ 111252 w 1610868"/>
                <a:gd name="connsiteY2" fmla="*/ 36576 h 176784"/>
                <a:gd name="connsiteX3" fmla="*/ 135636 w 1610868"/>
                <a:gd name="connsiteY3" fmla="*/ 24384 h 176784"/>
                <a:gd name="connsiteX4" fmla="*/ 160020 w 1610868"/>
                <a:gd name="connsiteY4" fmla="*/ 18288 h 176784"/>
                <a:gd name="connsiteX5" fmla="*/ 227076 w 1610868"/>
                <a:gd name="connsiteY5" fmla="*/ 6096 h 176784"/>
                <a:gd name="connsiteX6" fmla="*/ 294132 w 1610868"/>
                <a:gd name="connsiteY6" fmla="*/ 12192 h 176784"/>
                <a:gd name="connsiteX7" fmla="*/ 330708 w 1610868"/>
                <a:gd name="connsiteY7" fmla="*/ 36576 h 176784"/>
                <a:gd name="connsiteX8" fmla="*/ 397764 w 1610868"/>
                <a:gd name="connsiteY8" fmla="*/ 85344 h 176784"/>
                <a:gd name="connsiteX9" fmla="*/ 434340 w 1610868"/>
                <a:gd name="connsiteY9" fmla="*/ 121920 h 176784"/>
                <a:gd name="connsiteX10" fmla="*/ 452628 w 1610868"/>
                <a:gd name="connsiteY10" fmla="*/ 140208 h 176784"/>
                <a:gd name="connsiteX11" fmla="*/ 495300 w 1610868"/>
                <a:gd name="connsiteY11" fmla="*/ 158496 h 176784"/>
                <a:gd name="connsiteX12" fmla="*/ 519684 w 1610868"/>
                <a:gd name="connsiteY12" fmla="*/ 170688 h 176784"/>
                <a:gd name="connsiteX13" fmla="*/ 537972 w 1610868"/>
                <a:gd name="connsiteY13" fmla="*/ 176784 h 176784"/>
                <a:gd name="connsiteX14" fmla="*/ 623316 w 1610868"/>
                <a:gd name="connsiteY14" fmla="*/ 170688 h 176784"/>
                <a:gd name="connsiteX15" fmla="*/ 659892 w 1610868"/>
                <a:gd name="connsiteY15" fmla="*/ 146304 h 176784"/>
                <a:gd name="connsiteX16" fmla="*/ 696468 w 1610868"/>
                <a:gd name="connsiteY16" fmla="*/ 140208 h 176784"/>
                <a:gd name="connsiteX17" fmla="*/ 739140 w 1610868"/>
                <a:gd name="connsiteY17" fmla="*/ 109728 h 176784"/>
                <a:gd name="connsiteX18" fmla="*/ 787908 w 1610868"/>
                <a:gd name="connsiteY18" fmla="*/ 85344 h 176784"/>
                <a:gd name="connsiteX19" fmla="*/ 842772 w 1610868"/>
                <a:gd name="connsiteY19" fmla="*/ 54864 h 176784"/>
                <a:gd name="connsiteX20" fmla="*/ 861060 w 1610868"/>
                <a:gd name="connsiteY20" fmla="*/ 42672 h 176784"/>
                <a:gd name="connsiteX21" fmla="*/ 897636 w 1610868"/>
                <a:gd name="connsiteY21" fmla="*/ 30480 h 176784"/>
                <a:gd name="connsiteX22" fmla="*/ 952500 w 1610868"/>
                <a:gd name="connsiteY22" fmla="*/ 12192 h 176784"/>
                <a:gd name="connsiteX23" fmla="*/ 1001268 w 1610868"/>
                <a:gd name="connsiteY23" fmla="*/ 0 h 176784"/>
                <a:gd name="connsiteX24" fmla="*/ 1098804 w 1610868"/>
                <a:gd name="connsiteY24" fmla="*/ 6096 h 176784"/>
                <a:gd name="connsiteX25" fmla="*/ 1129284 w 1610868"/>
                <a:gd name="connsiteY25" fmla="*/ 12192 h 176784"/>
                <a:gd name="connsiteX26" fmla="*/ 1165860 w 1610868"/>
                <a:gd name="connsiteY26" fmla="*/ 24384 h 176784"/>
                <a:gd name="connsiteX27" fmla="*/ 1208532 w 1610868"/>
                <a:gd name="connsiteY27" fmla="*/ 60960 h 176784"/>
                <a:gd name="connsiteX28" fmla="*/ 1251204 w 1610868"/>
                <a:gd name="connsiteY28" fmla="*/ 91440 h 176784"/>
                <a:gd name="connsiteX29" fmla="*/ 1287780 w 1610868"/>
                <a:gd name="connsiteY29" fmla="*/ 109728 h 176784"/>
                <a:gd name="connsiteX30" fmla="*/ 1421892 w 1610868"/>
                <a:gd name="connsiteY30" fmla="*/ 97536 h 176784"/>
                <a:gd name="connsiteX31" fmla="*/ 1470660 w 1610868"/>
                <a:gd name="connsiteY31" fmla="*/ 79248 h 176784"/>
                <a:gd name="connsiteX32" fmla="*/ 1495044 w 1610868"/>
                <a:gd name="connsiteY32" fmla="*/ 60960 h 176784"/>
                <a:gd name="connsiteX33" fmla="*/ 1525524 w 1610868"/>
                <a:gd name="connsiteY33" fmla="*/ 54864 h 176784"/>
                <a:gd name="connsiteX34" fmla="*/ 1556004 w 1610868"/>
                <a:gd name="connsiteY34" fmla="*/ 30480 h 176784"/>
                <a:gd name="connsiteX35" fmla="*/ 1592580 w 1610868"/>
                <a:gd name="connsiteY35" fmla="*/ 18288 h 176784"/>
                <a:gd name="connsiteX36" fmla="*/ 1610868 w 1610868"/>
                <a:gd name="connsiteY36" fmla="*/ 12192 h 176784"/>
                <a:gd name="connsiteX0" fmla="*/ 0 w 1592580"/>
                <a:gd name="connsiteY0" fmla="*/ 85344 h 176784"/>
                <a:gd name="connsiteX1" fmla="*/ 62484 w 1592580"/>
                <a:gd name="connsiteY1" fmla="*/ 54864 h 176784"/>
                <a:gd name="connsiteX2" fmla="*/ 111252 w 1592580"/>
                <a:gd name="connsiteY2" fmla="*/ 36576 h 176784"/>
                <a:gd name="connsiteX3" fmla="*/ 135636 w 1592580"/>
                <a:gd name="connsiteY3" fmla="*/ 24384 h 176784"/>
                <a:gd name="connsiteX4" fmla="*/ 160020 w 1592580"/>
                <a:gd name="connsiteY4" fmla="*/ 18288 h 176784"/>
                <a:gd name="connsiteX5" fmla="*/ 227076 w 1592580"/>
                <a:gd name="connsiteY5" fmla="*/ 6096 h 176784"/>
                <a:gd name="connsiteX6" fmla="*/ 294132 w 1592580"/>
                <a:gd name="connsiteY6" fmla="*/ 12192 h 176784"/>
                <a:gd name="connsiteX7" fmla="*/ 330708 w 1592580"/>
                <a:gd name="connsiteY7" fmla="*/ 36576 h 176784"/>
                <a:gd name="connsiteX8" fmla="*/ 397764 w 1592580"/>
                <a:gd name="connsiteY8" fmla="*/ 85344 h 176784"/>
                <a:gd name="connsiteX9" fmla="*/ 434340 w 1592580"/>
                <a:gd name="connsiteY9" fmla="*/ 121920 h 176784"/>
                <a:gd name="connsiteX10" fmla="*/ 452628 w 1592580"/>
                <a:gd name="connsiteY10" fmla="*/ 140208 h 176784"/>
                <a:gd name="connsiteX11" fmla="*/ 495300 w 1592580"/>
                <a:gd name="connsiteY11" fmla="*/ 158496 h 176784"/>
                <a:gd name="connsiteX12" fmla="*/ 519684 w 1592580"/>
                <a:gd name="connsiteY12" fmla="*/ 170688 h 176784"/>
                <a:gd name="connsiteX13" fmla="*/ 537972 w 1592580"/>
                <a:gd name="connsiteY13" fmla="*/ 176784 h 176784"/>
                <a:gd name="connsiteX14" fmla="*/ 623316 w 1592580"/>
                <a:gd name="connsiteY14" fmla="*/ 170688 h 176784"/>
                <a:gd name="connsiteX15" fmla="*/ 659892 w 1592580"/>
                <a:gd name="connsiteY15" fmla="*/ 146304 h 176784"/>
                <a:gd name="connsiteX16" fmla="*/ 696468 w 1592580"/>
                <a:gd name="connsiteY16" fmla="*/ 140208 h 176784"/>
                <a:gd name="connsiteX17" fmla="*/ 739140 w 1592580"/>
                <a:gd name="connsiteY17" fmla="*/ 109728 h 176784"/>
                <a:gd name="connsiteX18" fmla="*/ 787908 w 1592580"/>
                <a:gd name="connsiteY18" fmla="*/ 85344 h 176784"/>
                <a:gd name="connsiteX19" fmla="*/ 842772 w 1592580"/>
                <a:gd name="connsiteY19" fmla="*/ 54864 h 176784"/>
                <a:gd name="connsiteX20" fmla="*/ 861060 w 1592580"/>
                <a:gd name="connsiteY20" fmla="*/ 42672 h 176784"/>
                <a:gd name="connsiteX21" fmla="*/ 897636 w 1592580"/>
                <a:gd name="connsiteY21" fmla="*/ 30480 h 176784"/>
                <a:gd name="connsiteX22" fmla="*/ 952500 w 1592580"/>
                <a:gd name="connsiteY22" fmla="*/ 12192 h 176784"/>
                <a:gd name="connsiteX23" fmla="*/ 1001268 w 1592580"/>
                <a:gd name="connsiteY23" fmla="*/ 0 h 176784"/>
                <a:gd name="connsiteX24" fmla="*/ 1098804 w 1592580"/>
                <a:gd name="connsiteY24" fmla="*/ 6096 h 176784"/>
                <a:gd name="connsiteX25" fmla="*/ 1129284 w 1592580"/>
                <a:gd name="connsiteY25" fmla="*/ 12192 h 176784"/>
                <a:gd name="connsiteX26" fmla="*/ 1165860 w 1592580"/>
                <a:gd name="connsiteY26" fmla="*/ 24384 h 176784"/>
                <a:gd name="connsiteX27" fmla="*/ 1208532 w 1592580"/>
                <a:gd name="connsiteY27" fmla="*/ 60960 h 176784"/>
                <a:gd name="connsiteX28" fmla="*/ 1251204 w 1592580"/>
                <a:gd name="connsiteY28" fmla="*/ 91440 h 176784"/>
                <a:gd name="connsiteX29" fmla="*/ 1287780 w 1592580"/>
                <a:gd name="connsiteY29" fmla="*/ 109728 h 176784"/>
                <a:gd name="connsiteX30" fmla="*/ 1421892 w 1592580"/>
                <a:gd name="connsiteY30" fmla="*/ 97536 h 176784"/>
                <a:gd name="connsiteX31" fmla="*/ 1470660 w 1592580"/>
                <a:gd name="connsiteY31" fmla="*/ 79248 h 176784"/>
                <a:gd name="connsiteX32" fmla="*/ 1495044 w 1592580"/>
                <a:gd name="connsiteY32" fmla="*/ 60960 h 176784"/>
                <a:gd name="connsiteX33" fmla="*/ 1525524 w 1592580"/>
                <a:gd name="connsiteY33" fmla="*/ 54864 h 176784"/>
                <a:gd name="connsiteX34" fmla="*/ 1556004 w 1592580"/>
                <a:gd name="connsiteY34" fmla="*/ 30480 h 176784"/>
                <a:gd name="connsiteX35" fmla="*/ 1592580 w 1592580"/>
                <a:gd name="connsiteY35" fmla="*/ 18288 h 176784"/>
                <a:gd name="connsiteX0" fmla="*/ 0 w 1556004"/>
                <a:gd name="connsiteY0" fmla="*/ 85344 h 176784"/>
                <a:gd name="connsiteX1" fmla="*/ 62484 w 1556004"/>
                <a:gd name="connsiteY1" fmla="*/ 54864 h 176784"/>
                <a:gd name="connsiteX2" fmla="*/ 111252 w 1556004"/>
                <a:gd name="connsiteY2" fmla="*/ 36576 h 176784"/>
                <a:gd name="connsiteX3" fmla="*/ 135636 w 1556004"/>
                <a:gd name="connsiteY3" fmla="*/ 24384 h 176784"/>
                <a:gd name="connsiteX4" fmla="*/ 160020 w 1556004"/>
                <a:gd name="connsiteY4" fmla="*/ 18288 h 176784"/>
                <a:gd name="connsiteX5" fmla="*/ 227076 w 1556004"/>
                <a:gd name="connsiteY5" fmla="*/ 6096 h 176784"/>
                <a:gd name="connsiteX6" fmla="*/ 294132 w 1556004"/>
                <a:gd name="connsiteY6" fmla="*/ 12192 h 176784"/>
                <a:gd name="connsiteX7" fmla="*/ 330708 w 1556004"/>
                <a:gd name="connsiteY7" fmla="*/ 36576 h 176784"/>
                <a:gd name="connsiteX8" fmla="*/ 397764 w 1556004"/>
                <a:gd name="connsiteY8" fmla="*/ 85344 h 176784"/>
                <a:gd name="connsiteX9" fmla="*/ 434340 w 1556004"/>
                <a:gd name="connsiteY9" fmla="*/ 121920 h 176784"/>
                <a:gd name="connsiteX10" fmla="*/ 452628 w 1556004"/>
                <a:gd name="connsiteY10" fmla="*/ 140208 h 176784"/>
                <a:gd name="connsiteX11" fmla="*/ 495300 w 1556004"/>
                <a:gd name="connsiteY11" fmla="*/ 158496 h 176784"/>
                <a:gd name="connsiteX12" fmla="*/ 519684 w 1556004"/>
                <a:gd name="connsiteY12" fmla="*/ 170688 h 176784"/>
                <a:gd name="connsiteX13" fmla="*/ 537972 w 1556004"/>
                <a:gd name="connsiteY13" fmla="*/ 176784 h 176784"/>
                <a:gd name="connsiteX14" fmla="*/ 623316 w 1556004"/>
                <a:gd name="connsiteY14" fmla="*/ 170688 h 176784"/>
                <a:gd name="connsiteX15" fmla="*/ 659892 w 1556004"/>
                <a:gd name="connsiteY15" fmla="*/ 146304 h 176784"/>
                <a:gd name="connsiteX16" fmla="*/ 696468 w 1556004"/>
                <a:gd name="connsiteY16" fmla="*/ 140208 h 176784"/>
                <a:gd name="connsiteX17" fmla="*/ 739140 w 1556004"/>
                <a:gd name="connsiteY17" fmla="*/ 109728 h 176784"/>
                <a:gd name="connsiteX18" fmla="*/ 787908 w 1556004"/>
                <a:gd name="connsiteY18" fmla="*/ 85344 h 176784"/>
                <a:gd name="connsiteX19" fmla="*/ 842772 w 1556004"/>
                <a:gd name="connsiteY19" fmla="*/ 54864 h 176784"/>
                <a:gd name="connsiteX20" fmla="*/ 861060 w 1556004"/>
                <a:gd name="connsiteY20" fmla="*/ 42672 h 176784"/>
                <a:gd name="connsiteX21" fmla="*/ 897636 w 1556004"/>
                <a:gd name="connsiteY21" fmla="*/ 30480 h 176784"/>
                <a:gd name="connsiteX22" fmla="*/ 952500 w 1556004"/>
                <a:gd name="connsiteY22" fmla="*/ 12192 h 176784"/>
                <a:gd name="connsiteX23" fmla="*/ 1001268 w 1556004"/>
                <a:gd name="connsiteY23" fmla="*/ 0 h 176784"/>
                <a:gd name="connsiteX24" fmla="*/ 1098804 w 1556004"/>
                <a:gd name="connsiteY24" fmla="*/ 6096 h 176784"/>
                <a:gd name="connsiteX25" fmla="*/ 1129284 w 1556004"/>
                <a:gd name="connsiteY25" fmla="*/ 12192 h 176784"/>
                <a:gd name="connsiteX26" fmla="*/ 1165860 w 1556004"/>
                <a:gd name="connsiteY26" fmla="*/ 24384 h 176784"/>
                <a:gd name="connsiteX27" fmla="*/ 1208532 w 1556004"/>
                <a:gd name="connsiteY27" fmla="*/ 60960 h 176784"/>
                <a:gd name="connsiteX28" fmla="*/ 1251204 w 1556004"/>
                <a:gd name="connsiteY28" fmla="*/ 91440 h 176784"/>
                <a:gd name="connsiteX29" fmla="*/ 1287780 w 1556004"/>
                <a:gd name="connsiteY29" fmla="*/ 109728 h 176784"/>
                <a:gd name="connsiteX30" fmla="*/ 1421892 w 1556004"/>
                <a:gd name="connsiteY30" fmla="*/ 97536 h 176784"/>
                <a:gd name="connsiteX31" fmla="*/ 1470660 w 1556004"/>
                <a:gd name="connsiteY31" fmla="*/ 79248 h 176784"/>
                <a:gd name="connsiteX32" fmla="*/ 1495044 w 1556004"/>
                <a:gd name="connsiteY32" fmla="*/ 60960 h 176784"/>
                <a:gd name="connsiteX33" fmla="*/ 1525524 w 1556004"/>
                <a:gd name="connsiteY33" fmla="*/ 54864 h 176784"/>
                <a:gd name="connsiteX34" fmla="*/ 1556004 w 1556004"/>
                <a:gd name="connsiteY34" fmla="*/ 30480 h 176784"/>
                <a:gd name="connsiteX0" fmla="*/ 0 w 1550289"/>
                <a:gd name="connsiteY0" fmla="*/ 85344 h 176784"/>
                <a:gd name="connsiteX1" fmla="*/ 62484 w 1550289"/>
                <a:gd name="connsiteY1" fmla="*/ 54864 h 176784"/>
                <a:gd name="connsiteX2" fmla="*/ 111252 w 1550289"/>
                <a:gd name="connsiteY2" fmla="*/ 36576 h 176784"/>
                <a:gd name="connsiteX3" fmla="*/ 135636 w 1550289"/>
                <a:gd name="connsiteY3" fmla="*/ 24384 h 176784"/>
                <a:gd name="connsiteX4" fmla="*/ 160020 w 1550289"/>
                <a:gd name="connsiteY4" fmla="*/ 18288 h 176784"/>
                <a:gd name="connsiteX5" fmla="*/ 227076 w 1550289"/>
                <a:gd name="connsiteY5" fmla="*/ 6096 h 176784"/>
                <a:gd name="connsiteX6" fmla="*/ 294132 w 1550289"/>
                <a:gd name="connsiteY6" fmla="*/ 12192 h 176784"/>
                <a:gd name="connsiteX7" fmla="*/ 330708 w 1550289"/>
                <a:gd name="connsiteY7" fmla="*/ 36576 h 176784"/>
                <a:gd name="connsiteX8" fmla="*/ 397764 w 1550289"/>
                <a:gd name="connsiteY8" fmla="*/ 85344 h 176784"/>
                <a:gd name="connsiteX9" fmla="*/ 434340 w 1550289"/>
                <a:gd name="connsiteY9" fmla="*/ 121920 h 176784"/>
                <a:gd name="connsiteX10" fmla="*/ 452628 w 1550289"/>
                <a:gd name="connsiteY10" fmla="*/ 140208 h 176784"/>
                <a:gd name="connsiteX11" fmla="*/ 495300 w 1550289"/>
                <a:gd name="connsiteY11" fmla="*/ 158496 h 176784"/>
                <a:gd name="connsiteX12" fmla="*/ 519684 w 1550289"/>
                <a:gd name="connsiteY12" fmla="*/ 170688 h 176784"/>
                <a:gd name="connsiteX13" fmla="*/ 537972 w 1550289"/>
                <a:gd name="connsiteY13" fmla="*/ 176784 h 176784"/>
                <a:gd name="connsiteX14" fmla="*/ 623316 w 1550289"/>
                <a:gd name="connsiteY14" fmla="*/ 170688 h 176784"/>
                <a:gd name="connsiteX15" fmla="*/ 659892 w 1550289"/>
                <a:gd name="connsiteY15" fmla="*/ 146304 h 176784"/>
                <a:gd name="connsiteX16" fmla="*/ 696468 w 1550289"/>
                <a:gd name="connsiteY16" fmla="*/ 140208 h 176784"/>
                <a:gd name="connsiteX17" fmla="*/ 739140 w 1550289"/>
                <a:gd name="connsiteY17" fmla="*/ 109728 h 176784"/>
                <a:gd name="connsiteX18" fmla="*/ 787908 w 1550289"/>
                <a:gd name="connsiteY18" fmla="*/ 85344 h 176784"/>
                <a:gd name="connsiteX19" fmla="*/ 842772 w 1550289"/>
                <a:gd name="connsiteY19" fmla="*/ 54864 h 176784"/>
                <a:gd name="connsiteX20" fmla="*/ 861060 w 1550289"/>
                <a:gd name="connsiteY20" fmla="*/ 42672 h 176784"/>
                <a:gd name="connsiteX21" fmla="*/ 897636 w 1550289"/>
                <a:gd name="connsiteY21" fmla="*/ 30480 h 176784"/>
                <a:gd name="connsiteX22" fmla="*/ 952500 w 1550289"/>
                <a:gd name="connsiteY22" fmla="*/ 12192 h 176784"/>
                <a:gd name="connsiteX23" fmla="*/ 1001268 w 1550289"/>
                <a:gd name="connsiteY23" fmla="*/ 0 h 176784"/>
                <a:gd name="connsiteX24" fmla="*/ 1098804 w 1550289"/>
                <a:gd name="connsiteY24" fmla="*/ 6096 h 176784"/>
                <a:gd name="connsiteX25" fmla="*/ 1129284 w 1550289"/>
                <a:gd name="connsiteY25" fmla="*/ 12192 h 176784"/>
                <a:gd name="connsiteX26" fmla="*/ 1165860 w 1550289"/>
                <a:gd name="connsiteY26" fmla="*/ 24384 h 176784"/>
                <a:gd name="connsiteX27" fmla="*/ 1208532 w 1550289"/>
                <a:gd name="connsiteY27" fmla="*/ 60960 h 176784"/>
                <a:gd name="connsiteX28" fmla="*/ 1251204 w 1550289"/>
                <a:gd name="connsiteY28" fmla="*/ 91440 h 176784"/>
                <a:gd name="connsiteX29" fmla="*/ 1287780 w 1550289"/>
                <a:gd name="connsiteY29" fmla="*/ 109728 h 176784"/>
                <a:gd name="connsiteX30" fmla="*/ 1421892 w 1550289"/>
                <a:gd name="connsiteY30" fmla="*/ 97536 h 176784"/>
                <a:gd name="connsiteX31" fmla="*/ 1470660 w 1550289"/>
                <a:gd name="connsiteY31" fmla="*/ 79248 h 176784"/>
                <a:gd name="connsiteX32" fmla="*/ 1495044 w 1550289"/>
                <a:gd name="connsiteY32" fmla="*/ 60960 h 176784"/>
                <a:gd name="connsiteX33" fmla="*/ 1525524 w 1550289"/>
                <a:gd name="connsiteY33" fmla="*/ 54864 h 176784"/>
                <a:gd name="connsiteX34" fmla="*/ 1550289 w 1550289"/>
                <a:gd name="connsiteY34" fmla="*/ 32385 h 176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550289" h="176784">
                  <a:moveTo>
                    <a:pt x="0" y="85344"/>
                  </a:moveTo>
                  <a:cubicBezTo>
                    <a:pt x="72823" y="58035"/>
                    <a:pt x="43942" y="62992"/>
                    <a:pt x="62484" y="54864"/>
                  </a:cubicBezTo>
                  <a:cubicBezTo>
                    <a:pt x="81026" y="46736"/>
                    <a:pt x="87298" y="46842"/>
                    <a:pt x="111252" y="36576"/>
                  </a:cubicBezTo>
                  <a:cubicBezTo>
                    <a:pt x="119605" y="32996"/>
                    <a:pt x="127127" y="27575"/>
                    <a:pt x="135636" y="24384"/>
                  </a:cubicBezTo>
                  <a:cubicBezTo>
                    <a:pt x="143481" y="21442"/>
                    <a:pt x="151964" y="20590"/>
                    <a:pt x="160020" y="18288"/>
                  </a:cubicBezTo>
                  <a:cubicBezTo>
                    <a:pt x="203873" y="5758"/>
                    <a:pt x="146376" y="16183"/>
                    <a:pt x="227076" y="6096"/>
                  </a:cubicBezTo>
                  <a:cubicBezTo>
                    <a:pt x="249428" y="8128"/>
                    <a:pt x="272600" y="5859"/>
                    <a:pt x="294132" y="12192"/>
                  </a:cubicBezTo>
                  <a:cubicBezTo>
                    <a:pt x="308190" y="16327"/>
                    <a:pt x="318346" y="28709"/>
                    <a:pt x="330708" y="36576"/>
                  </a:cubicBezTo>
                  <a:cubicBezTo>
                    <a:pt x="370378" y="61820"/>
                    <a:pt x="358005" y="48898"/>
                    <a:pt x="397764" y="85344"/>
                  </a:cubicBezTo>
                  <a:cubicBezTo>
                    <a:pt x="410474" y="96995"/>
                    <a:pt x="422148" y="109728"/>
                    <a:pt x="434340" y="121920"/>
                  </a:cubicBezTo>
                  <a:cubicBezTo>
                    <a:pt x="440436" y="128016"/>
                    <a:pt x="445455" y="135426"/>
                    <a:pt x="452628" y="140208"/>
                  </a:cubicBezTo>
                  <a:cubicBezTo>
                    <a:pt x="489689" y="164916"/>
                    <a:pt x="450312" y="141625"/>
                    <a:pt x="495300" y="158496"/>
                  </a:cubicBezTo>
                  <a:cubicBezTo>
                    <a:pt x="503809" y="161687"/>
                    <a:pt x="511331" y="167108"/>
                    <a:pt x="519684" y="170688"/>
                  </a:cubicBezTo>
                  <a:cubicBezTo>
                    <a:pt x="525590" y="173219"/>
                    <a:pt x="531876" y="174752"/>
                    <a:pt x="537972" y="176784"/>
                  </a:cubicBezTo>
                  <a:cubicBezTo>
                    <a:pt x="566420" y="174752"/>
                    <a:pt x="594991" y="174020"/>
                    <a:pt x="623316" y="170688"/>
                  </a:cubicBezTo>
                  <a:cubicBezTo>
                    <a:pt x="661245" y="166226"/>
                    <a:pt x="621682" y="163286"/>
                    <a:pt x="659892" y="146304"/>
                  </a:cubicBezTo>
                  <a:cubicBezTo>
                    <a:pt x="671187" y="141284"/>
                    <a:pt x="684276" y="142240"/>
                    <a:pt x="696468" y="140208"/>
                  </a:cubicBezTo>
                  <a:cubicBezTo>
                    <a:pt x="704737" y="134006"/>
                    <a:pt x="728245" y="115671"/>
                    <a:pt x="739140" y="109728"/>
                  </a:cubicBezTo>
                  <a:cubicBezTo>
                    <a:pt x="755096" y="101025"/>
                    <a:pt x="772786" y="95426"/>
                    <a:pt x="787908" y="85344"/>
                  </a:cubicBezTo>
                  <a:cubicBezTo>
                    <a:pt x="829128" y="57864"/>
                    <a:pt x="778078" y="90805"/>
                    <a:pt x="842772" y="54864"/>
                  </a:cubicBezTo>
                  <a:cubicBezTo>
                    <a:pt x="849176" y="51306"/>
                    <a:pt x="854365" y="45648"/>
                    <a:pt x="861060" y="42672"/>
                  </a:cubicBezTo>
                  <a:cubicBezTo>
                    <a:pt x="872804" y="37453"/>
                    <a:pt x="885444" y="34544"/>
                    <a:pt x="897636" y="30480"/>
                  </a:cubicBezTo>
                  <a:lnTo>
                    <a:pt x="952500" y="12192"/>
                  </a:lnTo>
                  <a:lnTo>
                    <a:pt x="1001268" y="0"/>
                  </a:lnTo>
                  <a:cubicBezTo>
                    <a:pt x="1033780" y="2032"/>
                    <a:pt x="1066375" y="3008"/>
                    <a:pt x="1098804" y="6096"/>
                  </a:cubicBezTo>
                  <a:cubicBezTo>
                    <a:pt x="1109119" y="7078"/>
                    <a:pt x="1119288" y="9466"/>
                    <a:pt x="1129284" y="12192"/>
                  </a:cubicBezTo>
                  <a:cubicBezTo>
                    <a:pt x="1141683" y="15573"/>
                    <a:pt x="1165860" y="24384"/>
                    <a:pt x="1165860" y="24384"/>
                  </a:cubicBezTo>
                  <a:cubicBezTo>
                    <a:pt x="1202708" y="61232"/>
                    <a:pt x="1176038" y="37750"/>
                    <a:pt x="1208532" y="60960"/>
                  </a:cubicBezTo>
                  <a:cubicBezTo>
                    <a:pt x="1214975" y="65562"/>
                    <a:pt x="1241626" y="86651"/>
                    <a:pt x="1251204" y="91440"/>
                  </a:cubicBezTo>
                  <a:cubicBezTo>
                    <a:pt x="1301681" y="116679"/>
                    <a:pt x="1235369" y="74787"/>
                    <a:pt x="1287780" y="109728"/>
                  </a:cubicBezTo>
                  <a:cubicBezTo>
                    <a:pt x="1365217" y="105426"/>
                    <a:pt x="1371268" y="112000"/>
                    <a:pt x="1421892" y="97536"/>
                  </a:cubicBezTo>
                  <a:cubicBezTo>
                    <a:pt x="1433164" y="94315"/>
                    <a:pt x="1463840" y="83037"/>
                    <a:pt x="1470660" y="79248"/>
                  </a:cubicBezTo>
                  <a:cubicBezTo>
                    <a:pt x="1479541" y="74314"/>
                    <a:pt x="1485760" y="65086"/>
                    <a:pt x="1495044" y="60960"/>
                  </a:cubicBezTo>
                  <a:cubicBezTo>
                    <a:pt x="1504512" y="56752"/>
                    <a:pt x="1515364" y="56896"/>
                    <a:pt x="1525524" y="54864"/>
                  </a:cubicBezTo>
                  <a:cubicBezTo>
                    <a:pt x="1535684" y="46736"/>
                    <a:pt x="1538867" y="38615"/>
                    <a:pt x="1550289" y="32385"/>
                  </a:cubicBezTo>
                </a:path>
              </a:pathLst>
            </a:custGeom>
            <a:noFill/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7529BC99-E864-C5CC-919B-8B9323A5C904}"/>
                </a:ext>
              </a:extLst>
            </p:cNvPr>
            <p:cNvSpPr/>
            <p:nvPr/>
          </p:nvSpPr>
          <p:spPr>
            <a:xfrm>
              <a:off x="9708096" y="2075082"/>
              <a:ext cx="1554861" cy="213360"/>
            </a:xfrm>
            <a:custGeom>
              <a:avLst/>
              <a:gdLst>
                <a:gd name="connsiteX0" fmla="*/ 0 w 2054352"/>
                <a:gd name="connsiteY0" fmla="*/ 12192 h 213360"/>
                <a:gd name="connsiteX1" fmla="*/ 158496 w 2054352"/>
                <a:gd name="connsiteY1" fmla="*/ 158496 h 213360"/>
                <a:gd name="connsiteX2" fmla="*/ 176784 w 2054352"/>
                <a:gd name="connsiteY2" fmla="*/ 170688 h 213360"/>
                <a:gd name="connsiteX3" fmla="*/ 195072 w 2054352"/>
                <a:gd name="connsiteY3" fmla="*/ 188976 h 213360"/>
                <a:gd name="connsiteX4" fmla="*/ 219456 w 2054352"/>
                <a:gd name="connsiteY4" fmla="*/ 201168 h 213360"/>
                <a:gd name="connsiteX5" fmla="*/ 237744 w 2054352"/>
                <a:gd name="connsiteY5" fmla="*/ 213360 h 213360"/>
                <a:gd name="connsiteX6" fmla="*/ 316992 w 2054352"/>
                <a:gd name="connsiteY6" fmla="*/ 201168 h 213360"/>
                <a:gd name="connsiteX7" fmla="*/ 353568 w 2054352"/>
                <a:gd name="connsiteY7" fmla="*/ 188976 h 213360"/>
                <a:gd name="connsiteX8" fmla="*/ 396240 w 2054352"/>
                <a:gd name="connsiteY8" fmla="*/ 152400 h 213360"/>
                <a:gd name="connsiteX9" fmla="*/ 445008 w 2054352"/>
                <a:gd name="connsiteY9" fmla="*/ 140208 h 213360"/>
                <a:gd name="connsiteX10" fmla="*/ 463296 w 2054352"/>
                <a:gd name="connsiteY10" fmla="*/ 134112 h 213360"/>
                <a:gd name="connsiteX11" fmla="*/ 487680 w 2054352"/>
                <a:gd name="connsiteY11" fmla="*/ 128016 h 213360"/>
                <a:gd name="connsiteX12" fmla="*/ 505968 w 2054352"/>
                <a:gd name="connsiteY12" fmla="*/ 121920 h 213360"/>
                <a:gd name="connsiteX13" fmla="*/ 597408 w 2054352"/>
                <a:gd name="connsiteY13" fmla="*/ 115824 h 213360"/>
                <a:gd name="connsiteX14" fmla="*/ 615696 w 2054352"/>
                <a:gd name="connsiteY14" fmla="*/ 109728 h 213360"/>
                <a:gd name="connsiteX15" fmla="*/ 652272 w 2054352"/>
                <a:gd name="connsiteY15" fmla="*/ 85344 h 213360"/>
                <a:gd name="connsiteX16" fmla="*/ 670560 w 2054352"/>
                <a:gd name="connsiteY16" fmla="*/ 79248 h 213360"/>
                <a:gd name="connsiteX17" fmla="*/ 713232 w 2054352"/>
                <a:gd name="connsiteY17" fmla="*/ 48768 h 213360"/>
                <a:gd name="connsiteX18" fmla="*/ 743712 w 2054352"/>
                <a:gd name="connsiteY18" fmla="*/ 42672 h 213360"/>
                <a:gd name="connsiteX19" fmla="*/ 798576 w 2054352"/>
                <a:gd name="connsiteY19" fmla="*/ 24384 h 213360"/>
                <a:gd name="connsiteX20" fmla="*/ 847344 w 2054352"/>
                <a:gd name="connsiteY20" fmla="*/ 30480 h 213360"/>
                <a:gd name="connsiteX21" fmla="*/ 865632 w 2054352"/>
                <a:gd name="connsiteY21" fmla="*/ 42672 h 213360"/>
                <a:gd name="connsiteX22" fmla="*/ 920496 w 2054352"/>
                <a:gd name="connsiteY22" fmla="*/ 85344 h 213360"/>
                <a:gd name="connsiteX23" fmla="*/ 950976 w 2054352"/>
                <a:gd name="connsiteY23" fmla="*/ 121920 h 213360"/>
                <a:gd name="connsiteX24" fmla="*/ 975360 w 2054352"/>
                <a:gd name="connsiteY24" fmla="*/ 158496 h 213360"/>
                <a:gd name="connsiteX25" fmla="*/ 987552 w 2054352"/>
                <a:gd name="connsiteY25" fmla="*/ 176784 h 213360"/>
                <a:gd name="connsiteX26" fmla="*/ 1152144 w 2054352"/>
                <a:gd name="connsiteY26" fmla="*/ 170688 h 213360"/>
                <a:gd name="connsiteX27" fmla="*/ 1176528 w 2054352"/>
                <a:gd name="connsiteY27" fmla="*/ 158496 h 213360"/>
                <a:gd name="connsiteX28" fmla="*/ 1194816 w 2054352"/>
                <a:gd name="connsiteY28" fmla="*/ 152400 h 213360"/>
                <a:gd name="connsiteX29" fmla="*/ 1255776 w 2054352"/>
                <a:gd name="connsiteY29" fmla="*/ 134112 h 213360"/>
                <a:gd name="connsiteX30" fmla="*/ 1274064 w 2054352"/>
                <a:gd name="connsiteY30" fmla="*/ 128016 h 213360"/>
                <a:gd name="connsiteX31" fmla="*/ 1292352 w 2054352"/>
                <a:gd name="connsiteY31" fmla="*/ 115824 h 213360"/>
                <a:gd name="connsiteX32" fmla="*/ 1316736 w 2054352"/>
                <a:gd name="connsiteY32" fmla="*/ 103632 h 213360"/>
                <a:gd name="connsiteX33" fmla="*/ 1335024 w 2054352"/>
                <a:gd name="connsiteY33" fmla="*/ 85344 h 213360"/>
                <a:gd name="connsiteX34" fmla="*/ 1438656 w 2054352"/>
                <a:gd name="connsiteY34" fmla="*/ 18288 h 213360"/>
                <a:gd name="connsiteX35" fmla="*/ 1475232 w 2054352"/>
                <a:gd name="connsiteY35" fmla="*/ 0 h 213360"/>
                <a:gd name="connsiteX36" fmla="*/ 1530096 w 2054352"/>
                <a:gd name="connsiteY36" fmla="*/ 6096 h 213360"/>
                <a:gd name="connsiteX37" fmla="*/ 1554480 w 2054352"/>
                <a:gd name="connsiteY37" fmla="*/ 18288 h 213360"/>
                <a:gd name="connsiteX38" fmla="*/ 1578864 w 2054352"/>
                <a:gd name="connsiteY38" fmla="*/ 24384 h 213360"/>
                <a:gd name="connsiteX39" fmla="*/ 1621536 w 2054352"/>
                <a:gd name="connsiteY39" fmla="*/ 42672 h 213360"/>
                <a:gd name="connsiteX40" fmla="*/ 1676400 w 2054352"/>
                <a:gd name="connsiteY40" fmla="*/ 60960 h 213360"/>
                <a:gd name="connsiteX41" fmla="*/ 1719072 w 2054352"/>
                <a:gd name="connsiteY41" fmla="*/ 91440 h 213360"/>
                <a:gd name="connsiteX42" fmla="*/ 1737360 w 2054352"/>
                <a:gd name="connsiteY42" fmla="*/ 97536 h 213360"/>
                <a:gd name="connsiteX43" fmla="*/ 1853184 w 2054352"/>
                <a:gd name="connsiteY43" fmla="*/ 85344 h 213360"/>
                <a:gd name="connsiteX44" fmla="*/ 1883664 w 2054352"/>
                <a:gd name="connsiteY44" fmla="*/ 73152 h 213360"/>
                <a:gd name="connsiteX45" fmla="*/ 1901952 w 2054352"/>
                <a:gd name="connsiteY45" fmla="*/ 67056 h 213360"/>
                <a:gd name="connsiteX46" fmla="*/ 1956816 w 2054352"/>
                <a:gd name="connsiteY46" fmla="*/ 48768 h 213360"/>
                <a:gd name="connsiteX47" fmla="*/ 1975104 w 2054352"/>
                <a:gd name="connsiteY47" fmla="*/ 36576 h 213360"/>
                <a:gd name="connsiteX48" fmla="*/ 2017776 w 2054352"/>
                <a:gd name="connsiteY48" fmla="*/ 24384 h 213360"/>
                <a:gd name="connsiteX49" fmla="*/ 2054352 w 2054352"/>
                <a:gd name="connsiteY49" fmla="*/ 12192 h 213360"/>
                <a:gd name="connsiteX0" fmla="*/ 0 w 1987677"/>
                <a:gd name="connsiteY0" fmla="*/ 78867 h 213360"/>
                <a:gd name="connsiteX1" fmla="*/ 91821 w 1987677"/>
                <a:gd name="connsiteY1" fmla="*/ 158496 h 213360"/>
                <a:gd name="connsiteX2" fmla="*/ 110109 w 1987677"/>
                <a:gd name="connsiteY2" fmla="*/ 170688 h 213360"/>
                <a:gd name="connsiteX3" fmla="*/ 128397 w 1987677"/>
                <a:gd name="connsiteY3" fmla="*/ 188976 h 213360"/>
                <a:gd name="connsiteX4" fmla="*/ 152781 w 1987677"/>
                <a:gd name="connsiteY4" fmla="*/ 201168 h 213360"/>
                <a:gd name="connsiteX5" fmla="*/ 171069 w 1987677"/>
                <a:gd name="connsiteY5" fmla="*/ 213360 h 213360"/>
                <a:gd name="connsiteX6" fmla="*/ 250317 w 1987677"/>
                <a:gd name="connsiteY6" fmla="*/ 201168 h 213360"/>
                <a:gd name="connsiteX7" fmla="*/ 286893 w 1987677"/>
                <a:gd name="connsiteY7" fmla="*/ 188976 h 213360"/>
                <a:gd name="connsiteX8" fmla="*/ 329565 w 1987677"/>
                <a:gd name="connsiteY8" fmla="*/ 152400 h 213360"/>
                <a:gd name="connsiteX9" fmla="*/ 378333 w 1987677"/>
                <a:gd name="connsiteY9" fmla="*/ 140208 h 213360"/>
                <a:gd name="connsiteX10" fmla="*/ 396621 w 1987677"/>
                <a:gd name="connsiteY10" fmla="*/ 134112 h 213360"/>
                <a:gd name="connsiteX11" fmla="*/ 421005 w 1987677"/>
                <a:gd name="connsiteY11" fmla="*/ 128016 h 213360"/>
                <a:gd name="connsiteX12" fmla="*/ 439293 w 1987677"/>
                <a:gd name="connsiteY12" fmla="*/ 121920 h 213360"/>
                <a:gd name="connsiteX13" fmla="*/ 530733 w 1987677"/>
                <a:gd name="connsiteY13" fmla="*/ 115824 h 213360"/>
                <a:gd name="connsiteX14" fmla="*/ 549021 w 1987677"/>
                <a:gd name="connsiteY14" fmla="*/ 109728 h 213360"/>
                <a:gd name="connsiteX15" fmla="*/ 585597 w 1987677"/>
                <a:gd name="connsiteY15" fmla="*/ 85344 h 213360"/>
                <a:gd name="connsiteX16" fmla="*/ 603885 w 1987677"/>
                <a:gd name="connsiteY16" fmla="*/ 79248 h 213360"/>
                <a:gd name="connsiteX17" fmla="*/ 646557 w 1987677"/>
                <a:gd name="connsiteY17" fmla="*/ 48768 h 213360"/>
                <a:gd name="connsiteX18" fmla="*/ 677037 w 1987677"/>
                <a:gd name="connsiteY18" fmla="*/ 42672 h 213360"/>
                <a:gd name="connsiteX19" fmla="*/ 731901 w 1987677"/>
                <a:gd name="connsiteY19" fmla="*/ 24384 h 213360"/>
                <a:gd name="connsiteX20" fmla="*/ 780669 w 1987677"/>
                <a:gd name="connsiteY20" fmla="*/ 30480 h 213360"/>
                <a:gd name="connsiteX21" fmla="*/ 798957 w 1987677"/>
                <a:gd name="connsiteY21" fmla="*/ 42672 h 213360"/>
                <a:gd name="connsiteX22" fmla="*/ 853821 w 1987677"/>
                <a:gd name="connsiteY22" fmla="*/ 85344 h 213360"/>
                <a:gd name="connsiteX23" fmla="*/ 884301 w 1987677"/>
                <a:gd name="connsiteY23" fmla="*/ 121920 h 213360"/>
                <a:gd name="connsiteX24" fmla="*/ 908685 w 1987677"/>
                <a:gd name="connsiteY24" fmla="*/ 158496 h 213360"/>
                <a:gd name="connsiteX25" fmla="*/ 920877 w 1987677"/>
                <a:gd name="connsiteY25" fmla="*/ 176784 h 213360"/>
                <a:gd name="connsiteX26" fmla="*/ 1085469 w 1987677"/>
                <a:gd name="connsiteY26" fmla="*/ 170688 h 213360"/>
                <a:gd name="connsiteX27" fmla="*/ 1109853 w 1987677"/>
                <a:gd name="connsiteY27" fmla="*/ 158496 h 213360"/>
                <a:gd name="connsiteX28" fmla="*/ 1128141 w 1987677"/>
                <a:gd name="connsiteY28" fmla="*/ 152400 h 213360"/>
                <a:gd name="connsiteX29" fmla="*/ 1189101 w 1987677"/>
                <a:gd name="connsiteY29" fmla="*/ 134112 h 213360"/>
                <a:gd name="connsiteX30" fmla="*/ 1207389 w 1987677"/>
                <a:gd name="connsiteY30" fmla="*/ 128016 h 213360"/>
                <a:gd name="connsiteX31" fmla="*/ 1225677 w 1987677"/>
                <a:gd name="connsiteY31" fmla="*/ 115824 h 213360"/>
                <a:gd name="connsiteX32" fmla="*/ 1250061 w 1987677"/>
                <a:gd name="connsiteY32" fmla="*/ 103632 h 213360"/>
                <a:gd name="connsiteX33" fmla="*/ 1268349 w 1987677"/>
                <a:gd name="connsiteY33" fmla="*/ 85344 h 213360"/>
                <a:gd name="connsiteX34" fmla="*/ 1371981 w 1987677"/>
                <a:gd name="connsiteY34" fmla="*/ 18288 h 213360"/>
                <a:gd name="connsiteX35" fmla="*/ 1408557 w 1987677"/>
                <a:gd name="connsiteY35" fmla="*/ 0 h 213360"/>
                <a:gd name="connsiteX36" fmla="*/ 1463421 w 1987677"/>
                <a:gd name="connsiteY36" fmla="*/ 6096 h 213360"/>
                <a:gd name="connsiteX37" fmla="*/ 1487805 w 1987677"/>
                <a:gd name="connsiteY37" fmla="*/ 18288 h 213360"/>
                <a:gd name="connsiteX38" fmla="*/ 1512189 w 1987677"/>
                <a:gd name="connsiteY38" fmla="*/ 24384 h 213360"/>
                <a:gd name="connsiteX39" fmla="*/ 1554861 w 1987677"/>
                <a:gd name="connsiteY39" fmla="*/ 42672 h 213360"/>
                <a:gd name="connsiteX40" fmla="*/ 1609725 w 1987677"/>
                <a:gd name="connsiteY40" fmla="*/ 60960 h 213360"/>
                <a:gd name="connsiteX41" fmla="*/ 1652397 w 1987677"/>
                <a:gd name="connsiteY41" fmla="*/ 91440 h 213360"/>
                <a:gd name="connsiteX42" fmla="*/ 1670685 w 1987677"/>
                <a:gd name="connsiteY42" fmla="*/ 97536 h 213360"/>
                <a:gd name="connsiteX43" fmla="*/ 1786509 w 1987677"/>
                <a:gd name="connsiteY43" fmla="*/ 85344 h 213360"/>
                <a:gd name="connsiteX44" fmla="*/ 1816989 w 1987677"/>
                <a:gd name="connsiteY44" fmla="*/ 73152 h 213360"/>
                <a:gd name="connsiteX45" fmla="*/ 1835277 w 1987677"/>
                <a:gd name="connsiteY45" fmla="*/ 67056 h 213360"/>
                <a:gd name="connsiteX46" fmla="*/ 1890141 w 1987677"/>
                <a:gd name="connsiteY46" fmla="*/ 48768 h 213360"/>
                <a:gd name="connsiteX47" fmla="*/ 1908429 w 1987677"/>
                <a:gd name="connsiteY47" fmla="*/ 36576 h 213360"/>
                <a:gd name="connsiteX48" fmla="*/ 1951101 w 1987677"/>
                <a:gd name="connsiteY48" fmla="*/ 24384 h 213360"/>
                <a:gd name="connsiteX49" fmla="*/ 1987677 w 1987677"/>
                <a:gd name="connsiteY49" fmla="*/ 12192 h 213360"/>
                <a:gd name="connsiteX0" fmla="*/ 0 w 1951101"/>
                <a:gd name="connsiteY0" fmla="*/ 78867 h 213360"/>
                <a:gd name="connsiteX1" fmla="*/ 91821 w 1951101"/>
                <a:gd name="connsiteY1" fmla="*/ 158496 h 213360"/>
                <a:gd name="connsiteX2" fmla="*/ 110109 w 1951101"/>
                <a:gd name="connsiteY2" fmla="*/ 170688 h 213360"/>
                <a:gd name="connsiteX3" fmla="*/ 128397 w 1951101"/>
                <a:gd name="connsiteY3" fmla="*/ 188976 h 213360"/>
                <a:gd name="connsiteX4" fmla="*/ 152781 w 1951101"/>
                <a:gd name="connsiteY4" fmla="*/ 201168 h 213360"/>
                <a:gd name="connsiteX5" fmla="*/ 171069 w 1951101"/>
                <a:gd name="connsiteY5" fmla="*/ 213360 h 213360"/>
                <a:gd name="connsiteX6" fmla="*/ 250317 w 1951101"/>
                <a:gd name="connsiteY6" fmla="*/ 201168 h 213360"/>
                <a:gd name="connsiteX7" fmla="*/ 286893 w 1951101"/>
                <a:gd name="connsiteY7" fmla="*/ 188976 h 213360"/>
                <a:gd name="connsiteX8" fmla="*/ 329565 w 1951101"/>
                <a:gd name="connsiteY8" fmla="*/ 152400 h 213360"/>
                <a:gd name="connsiteX9" fmla="*/ 378333 w 1951101"/>
                <a:gd name="connsiteY9" fmla="*/ 140208 h 213360"/>
                <a:gd name="connsiteX10" fmla="*/ 396621 w 1951101"/>
                <a:gd name="connsiteY10" fmla="*/ 134112 h 213360"/>
                <a:gd name="connsiteX11" fmla="*/ 421005 w 1951101"/>
                <a:gd name="connsiteY11" fmla="*/ 128016 h 213360"/>
                <a:gd name="connsiteX12" fmla="*/ 439293 w 1951101"/>
                <a:gd name="connsiteY12" fmla="*/ 121920 h 213360"/>
                <a:gd name="connsiteX13" fmla="*/ 530733 w 1951101"/>
                <a:gd name="connsiteY13" fmla="*/ 115824 h 213360"/>
                <a:gd name="connsiteX14" fmla="*/ 549021 w 1951101"/>
                <a:gd name="connsiteY14" fmla="*/ 109728 h 213360"/>
                <a:gd name="connsiteX15" fmla="*/ 585597 w 1951101"/>
                <a:gd name="connsiteY15" fmla="*/ 85344 h 213360"/>
                <a:gd name="connsiteX16" fmla="*/ 603885 w 1951101"/>
                <a:gd name="connsiteY16" fmla="*/ 79248 h 213360"/>
                <a:gd name="connsiteX17" fmla="*/ 646557 w 1951101"/>
                <a:gd name="connsiteY17" fmla="*/ 48768 h 213360"/>
                <a:gd name="connsiteX18" fmla="*/ 677037 w 1951101"/>
                <a:gd name="connsiteY18" fmla="*/ 42672 h 213360"/>
                <a:gd name="connsiteX19" fmla="*/ 731901 w 1951101"/>
                <a:gd name="connsiteY19" fmla="*/ 24384 h 213360"/>
                <a:gd name="connsiteX20" fmla="*/ 780669 w 1951101"/>
                <a:gd name="connsiteY20" fmla="*/ 30480 h 213360"/>
                <a:gd name="connsiteX21" fmla="*/ 798957 w 1951101"/>
                <a:gd name="connsiteY21" fmla="*/ 42672 h 213360"/>
                <a:gd name="connsiteX22" fmla="*/ 853821 w 1951101"/>
                <a:gd name="connsiteY22" fmla="*/ 85344 h 213360"/>
                <a:gd name="connsiteX23" fmla="*/ 884301 w 1951101"/>
                <a:gd name="connsiteY23" fmla="*/ 121920 h 213360"/>
                <a:gd name="connsiteX24" fmla="*/ 908685 w 1951101"/>
                <a:gd name="connsiteY24" fmla="*/ 158496 h 213360"/>
                <a:gd name="connsiteX25" fmla="*/ 920877 w 1951101"/>
                <a:gd name="connsiteY25" fmla="*/ 176784 h 213360"/>
                <a:gd name="connsiteX26" fmla="*/ 1085469 w 1951101"/>
                <a:gd name="connsiteY26" fmla="*/ 170688 h 213360"/>
                <a:gd name="connsiteX27" fmla="*/ 1109853 w 1951101"/>
                <a:gd name="connsiteY27" fmla="*/ 158496 h 213360"/>
                <a:gd name="connsiteX28" fmla="*/ 1128141 w 1951101"/>
                <a:gd name="connsiteY28" fmla="*/ 152400 h 213360"/>
                <a:gd name="connsiteX29" fmla="*/ 1189101 w 1951101"/>
                <a:gd name="connsiteY29" fmla="*/ 134112 h 213360"/>
                <a:gd name="connsiteX30" fmla="*/ 1207389 w 1951101"/>
                <a:gd name="connsiteY30" fmla="*/ 128016 h 213360"/>
                <a:gd name="connsiteX31" fmla="*/ 1225677 w 1951101"/>
                <a:gd name="connsiteY31" fmla="*/ 115824 h 213360"/>
                <a:gd name="connsiteX32" fmla="*/ 1250061 w 1951101"/>
                <a:gd name="connsiteY32" fmla="*/ 103632 h 213360"/>
                <a:gd name="connsiteX33" fmla="*/ 1268349 w 1951101"/>
                <a:gd name="connsiteY33" fmla="*/ 85344 h 213360"/>
                <a:gd name="connsiteX34" fmla="*/ 1371981 w 1951101"/>
                <a:gd name="connsiteY34" fmla="*/ 18288 h 213360"/>
                <a:gd name="connsiteX35" fmla="*/ 1408557 w 1951101"/>
                <a:gd name="connsiteY35" fmla="*/ 0 h 213360"/>
                <a:gd name="connsiteX36" fmla="*/ 1463421 w 1951101"/>
                <a:gd name="connsiteY36" fmla="*/ 6096 h 213360"/>
                <a:gd name="connsiteX37" fmla="*/ 1487805 w 1951101"/>
                <a:gd name="connsiteY37" fmla="*/ 18288 h 213360"/>
                <a:gd name="connsiteX38" fmla="*/ 1512189 w 1951101"/>
                <a:gd name="connsiteY38" fmla="*/ 24384 h 213360"/>
                <a:gd name="connsiteX39" fmla="*/ 1554861 w 1951101"/>
                <a:gd name="connsiteY39" fmla="*/ 42672 h 213360"/>
                <a:gd name="connsiteX40" fmla="*/ 1609725 w 1951101"/>
                <a:gd name="connsiteY40" fmla="*/ 60960 h 213360"/>
                <a:gd name="connsiteX41" fmla="*/ 1652397 w 1951101"/>
                <a:gd name="connsiteY41" fmla="*/ 91440 h 213360"/>
                <a:gd name="connsiteX42" fmla="*/ 1670685 w 1951101"/>
                <a:gd name="connsiteY42" fmla="*/ 97536 h 213360"/>
                <a:gd name="connsiteX43" fmla="*/ 1786509 w 1951101"/>
                <a:gd name="connsiteY43" fmla="*/ 85344 h 213360"/>
                <a:gd name="connsiteX44" fmla="*/ 1816989 w 1951101"/>
                <a:gd name="connsiteY44" fmla="*/ 73152 h 213360"/>
                <a:gd name="connsiteX45" fmla="*/ 1835277 w 1951101"/>
                <a:gd name="connsiteY45" fmla="*/ 67056 h 213360"/>
                <a:gd name="connsiteX46" fmla="*/ 1890141 w 1951101"/>
                <a:gd name="connsiteY46" fmla="*/ 48768 h 213360"/>
                <a:gd name="connsiteX47" fmla="*/ 1908429 w 1951101"/>
                <a:gd name="connsiteY47" fmla="*/ 36576 h 213360"/>
                <a:gd name="connsiteX48" fmla="*/ 1951101 w 1951101"/>
                <a:gd name="connsiteY48" fmla="*/ 24384 h 213360"/>
                <a:gd name="connsiteX0" fmla="*/ 0 w 1908429"/>
                <a:gd name="connsiteY0" fmla="*/ 78867 h 213360"/>
                <a:gd name="connsiteX1" fmla="*/ 91821 w 1908429"/>
                <a:gd name="connsiteY1" fmla="*/ 158496 h 213360"/>
                <a:gd name="connsiteX2" fmla="*/ 110109 w 1908429"/>
                <a:gd name="connsiteY2" fmla="*/ 170688 h 213360"/>
                <a:gd name="connsiteX3" fmla="*/ 128397 w 1908429"/>
                <a:gd name="connsiteY3" fmla="*/ 188976 h 213360"/>
                <a:gd name="connsiteX4" fmla="*/ 152781 w 1908429"/>
                <a:gd name="connsiteY4" fmla="*/ 201168 h 213360"/>
                <a:gd name="connsiteX5" fmla="*/ 171069 w 1908429"/>
                <a:gd name="connsiteY5" fmla="*/ 213360 h 213360"/>
                <a:gd name="connsiteX6" fmla="*/ 250317 w 1908429"/>
                <a:gd name="connsiteY6" fmla="*/ 201168 h 213360"/>
                <a:gd name="connsiteX7" fmla="*/ 286893 w 1908429"/>
                <a:gd name="connsiteY7" fmla="*/ 188976 h 213360"/>
                <a:gd name="connsiteX8" fmla="*/ 329565 w 1908429"/>
                <a:gd name="connsiteY8" fmla="*/ 152400 h 213360"/>
                <a:gd name="connsiteX9" fmla="*/ 378333 w 1908429"/>
                <a:gd name="connsiteY9" fmla="*/ 140208 h 213360"/>
                <a:gd name="connsiteX10" fmla="*/ 396621 w 1908429"/>
                <a:gd name="connsiteY10" fmla="*/ 134112 h 213360"/>
                <a:gd name="connsiteX11" fmla="*/ 421005 w 1908429"/>
                <a:gd name="connsiteY11" fmla="*/ 128016 h 213360"/>
                <a:gd name="connsiteX12" fmla="*/ 439293 w 1908429"/>
                <a:gd name="connsiteY12" fmla="*/ 121920 h 213360"/>
                <a:gd name="connsiteX13" fmla="*/ 530733 w 1908429"/>
                <a:gd name="connsiteY13" fmla="*/ 115824 h 213360"/>
                <a:gd name="connsiteX14" fmla="*/ 549021 w 1908429"/>
                <a:gd name="connsiteY14" fmla="*/ 109728 h 213360"/>
                <a:gd name="connsiteX15" fmla="*/ 585597 w 1908429"/>
                <a:gd name="connsiteY15" fmla="*/ 85344 h 213360"/>
                <a:gd name="connsiteX16" fmla="*/ 603885 w 1908429"/>
                <a:gd name="connsiteY16" fmla="*/ 79248 h 213360"/>
                <a:gd name="connsiteX17" fmla="*/ 646557 w 1908429"/>
                <a:gd name="connsiteY17" fmla="*/ 48768 h 213360"/>
                <a:gd name="connsiteX18" fmla="*/ 677037 w 1908429"/>
                <a:gd name="connsiteY18" fmla="*/ 42672 h 213360"/>
                <a:gd name="connsiteX19" fmla="*/ 731901 w 1908429"/>
                <a:gd name="connsiteY19" fmla="*/ 24384 h 213360"/>
                <a:gd name="connsiteX20" fmla="*/ 780669 w 1908429"/>
                <a:gd name="connsiteY20" fmla="*/ 30480 h 213360"/>
                <a:gd name="connsiteX21" fmla="*/ 798957 w 1908429"/>
                <a:gd name="connsiteY21" fmla="*/ 42672 h 213360"/>
                <a:gd name="connsiteX22" fmla="*/ 853821 w 1908429"/>
                <a:gd name="connsiteY22" fmla="*/ 85344 h 213360"/>
                <a:gd name="connsiteX23" fmla="*/ 884301 w 1908429"/>
                <a:gd name="connsiteY23" fmla="*/ 121920 h 213360"/>
                <a:gd name="connsiteX24" fmla="*/ 908685 w 1908429"/>
                <a:gd name="connsiteY24" fmla="*/ 158496 h 213360"/>
                <a:gd name="connsiteX25" fmla="*/ 920877 w 1908429"/>
                <a:gd name="connsiteY25" fmla="*/ 176784 h 213360"/>
                <a:gd name="connsiteX26" fmla="*/ 1085469 w 1908429"/>
                <a:gd name="connsiteY26" fmla="*/ 170688 h 213360"/>
                <a:gd name="connsiteX27" fmla="*/ 1109853 w 1908429"/>
                <a:gd name="connsiteY27" fmla="*/ 158496 h 213360"/>
                <a:gd name="connsiteX28" fmla="*/ 1128141 w 1908429"/>
                <a:gd name="connsiteY28" fmla="*/ 152400 h 213360"/>
                <a:gd name="connsiteX29" fmla="*/ 1189101 w 1908429"/>
                <a:gd name="connsiteY29" fmla="*/ 134112 h 213360"/>
                <a:gd name="connsiteX30" fmla="*/ 1207389 w 1908429"/>
                <a:gd name="connsiteY30" fmla="*/ 128016 h 213360"/>
                <a:gd name="connsiteX31" fmla="*/ 1225677 w 1908429"/>
                <a:gd name="connsiteY31" fmla="*/ 115824 h 213360"/>
                <a:gd name="connsiteX32" fmla="*/ 1250061 w 1908429"/>
                <a:gd name="connsiteY32" fmla="*/ 103632 h 213360"/>
                <a:gd name="connsiteX33" fmla="*/ 1268349 w 1908429"/>
                <a:gd name="connsiteY33" fmla="*/ 85344 h 213360"/>
                <a:gd name="connsiteX34" fmla="*/ 1371981 w 1908429"/>
                <a:gd name="connsiteY34" fmla="*/ 18288 h 213360"/>
                <a:gd name="connsiteX35" fmla="*/ 1408557 w 1908429"/>
                <a:gd name="connsiteY35" fmla="*/ 0 h 213360"/>
                <a:gd name="connsiteX36" fmla="*/ 1463421 w 1908429"/>
                <a:gd name="connsiteY36" fmla="*/ 6096 h 213360"/>
                <a:gd name="connsiteX37" fmla="*/ 1487805 w 1908429"/>
                <a:gd name="connsiteY37" fmla="*/ 18288 h 213360"/>
                <a:gd name="connsiteX38" fmla="*/ 1512189 w 1908429"/>
                <a:gd name="connsiteY38" fmla="*/ 24384 h 213360"/>
                <a:gd name="connsiteX39" fmla="*/ 1554861 w 1908429"/>
                <a:gd name="connsiteY39" fmla="*/ 42672 h 213360"/>
                <a:gd name="connsiteX40" fmla="*/ 1609725 w 1908429"/>
                <a:gd name="connsiteY40" fmla="*/ 60960 h 213360"/>
                <a:gd name="connsiteX41" fmla="*/ 1652397 w 1908429"/>
                <a:gd name="connsiteY41" fmla="*/ 91440 h 213360"/>
                <a:gd name="connsiteX42" fmla="*/ 1670685 w 1908429"/>
                <a:gd name="connsiteY42" fmla="*/ 97536 h 213360"/>
                <a:gd name="connsiteX43" fmla="*/ 1786509 w 1908429"/>
                <a:gd name="connsiteY43" fmla="*/ 85344 h 213360"/>
                <a:gd name="connsiteX44" fmla="*/ 1816989 w 1908429"/>
                <a:gd name="connsiteY44" fmla="*/ 73152 h 213360"/>
                <a:gd name="connsiteX45" fmla="*/ 1835277 w 1908429"/>
                <a:gd name="connsiteY45" fmla="*/ 67056 h 213360"/>
                <a:gd name="connsiteX46" fmla="*/ 1890141 w 1908429"/>
                <a:gd name="connsiteY46" fmla="*/ 48768 h 213360"/>
                <a:gd name="connsiteX47" fmla="*/ 1908429 w 1908429"/>
                <a:gd name="connsiteY47" fmla="*/ 36576 h 213360"/>
                <a:gd name="connsiteX0" fmla="*/ 0 w 1890141"/>
                <a:gd name="connsiteY0" fmla="*/ 78867 h 213360"/>
                <a:gd name="connsiteX1" fmla="*/ 91821 w 1890141"/>
                <a:gd name="connsiteY1" fmla="*/ 158496 h 213360"/>
                <a:gd name="connsiteX2" fmla="*/ 110109 w 1890141"/>
                <a:gd name="connsiteY2" fmla="*/ 170688 h 213360"/>
                <a:gd name="connsiteX3" fmla="*/ 128397 w 1890141"/>
                <a:gd name="connsiteY3" fmla="*/ 188976 h 213360"/>
                <a:gd name="connsiteX4" fmla="*/ 152781 w 1890141"/>
                <a:gd name="connsiteY4" fmla="*/ 201168 h 213360"/>
                <a:gd name="connsiteX5" fmla="*/ 171069 w 1890141"/>
                <a:gd name="connsiteY5" fmla="*/ 213360 h 213360"/>
                <a:gd name="connsiteX6" fmla="*/ 250317 w 1890141"/>
                <a:gd name="connsiteY6" fmla="*/ 201168 h 213360"/>
                <a:gd name="connsiteX7" fmla="*/ 286893 w 1890141"/>
                <a:gd name="connsiteY7" fmla="*/ 188976 h 213360"/>
                <a:gd name="connsiteX8" fmla="*/ 329565 w 1890141"/>
                <a:gd name="connsiteY8" fmla="*/ 152400 h 213360"/>
                <a:gd name="connsiteX9" fmla="*/ 378333 w 1890141"/>
                <a:gd name="connsiteY9" fmla="*/ 140208 h 213360"/>
                <a:gd name="connsiteX10" fmla="*/ 396621 w 1890141"/>
                <a:gd name="connsiteY10" fmla="*/ 134112 h 213360"/>
                <a:gd name="connsiteX11" fmla="*/ 421005 w 1890141"/>
                <a:gd name="connsiteY11" fmla="*/ 128016 h 213360"/>
                <a:gd name="connsiteX12" fmla="*/ 439293 w 1890141"/>
                <a:gd name="connsiteY12" fmla="*/ 121920 h 213360"/>
                <a:gd name="connsiteX13" fmla="*/ 530733 w 1890141"/>
                <a:gd name="connsiteY13" fmla="*/ 115824 h 213360"/>
                <a:gd name="connsiteX14" fmla="*/ 549021 w 1890141"/>
                <a:gd name="connsiteY14" fmla="*/ 109728 h 213360"/>
                <a:gd name="connsiteX15" fmla="*/ 585597 w 1890141"/>
                <a:gd name="connsiteY15" fmla="*/ 85344 h 213360"/>
                <a:gd name="connsiteX16" fmla="*/ 603885 w 1890141"/>
                <a:gd name="connsiteY16" fmla="*/ 79248 h 213360"/>
                <a:gd name="connsiteX17" fmla="*/ 646557 w 1890141"/>
                <a:gd name="connsiteY17" fmla="*/ 48768 h 213360"/>
                <a:gd name="connsiteX18" fmla="*/ 677037 w 1890141"/>
                <a:gd name="connsiteY18" fmla="*/ 42672 h 213360"/>
                <a:gd name="connsiteX19" fmla="*/ 731901 w 1890141"/>
                <a:gd name="connsiteY19" fmla="*/ 24384 h 213360"/>
                <a:gd name="connsiteX20" fmla="*/ 780669 w 1890141"/>
                <a:gd name="connsiteY20" fmla="*/ 30480 h 213360"/>
                <a:gd name="connsiteX21" fmla="*/ 798957 w 1890141"/>
                <a:gd name="connsiteY21" fmla="*/ 42672 h 213360"/>
                <a:gd name="connsiteX22" fmla="*/ 853821 w 1890141"/>
                <a:gd name="connsiteY22" fmla="*/ 85344 h 213360"/>
                <a:gd name="connsiteX23" fmla="*/ 884301 w 1890141"/>
                <a:gd name="connsiteY23" fmla="*/ 121920 h 213360"/>
                <a:gd name="connsiteX24" fmla="*/ 908685 w 1890141"/>
                <a:gd name="connsiteY24" fmla="*/ 158496 h 213360"/>
                <a:gd name="connsiteX25" fmla="*/ 920877 w 1890141"/>
                <a:gd name="connsiteY25" fmla="*/ 176784 h 213360"/>
                <a:gd name="connsiteX26" fmla="*/ 1085469 w 1890141"/>
                <a:gd name="connsiteY26" fmla="*/ 170688 h 213360"/>
                <a:gd name="connsiteX27" fmla="*/ 1109853 w 1890141"/>
                <a:gd name="connsiteY27" fmla="*/ 158496 h 213360"/>
                <a:gd name="connsiteX28" fmla="*/ 1128141 w 1890141"/>
                <a:gd name="connsiteY28" fmla="*/ 152400 h 213360"/>
                <a:gd name="connsiteX29" fmla="*/ 1189101 w 1890141"/>
                <a:gd name="connsiteY29" fmla="*/ 134112 h 213360"/>
                <a:gd name="connsiteX30" fmla="*/ 1207389 w 1890141"/>
                <a:gd name="connsiteY30" fmla="*/ 128016 h 213360"/>
                <a:gd name="connsiteX31" fmla="*/ 1225677 w 1890141"/>
                <a:gd name="connsiteY31" fmla="*/ 115824 h 213360"/>
                <a:gd name="connsiteX32" fmla="*/ 1250061 w 1890141"/>
                <a:gd name="connsiteY32" fmla="*/ 103632 h 213360"/>
                <a:gd name="connsiteX33" fmla="*/ 1268349 w 1890141"/>
                <a:gd name="connsiteY33" fmla="*/ 85344 h 213360"/>
                <a:gd name="connsiteX34" fmla="*/ 1371981 w 1890141"/>
                <a:gd name="connsiteY34" fmla="*/ 18288 h 213360"/>
                <a:gd name="connsiteX35" fmla="*/ 1408557 w 1890141"/>
                <a:gd name="connsiteY35" fmla="*/ 0 h 213360"/>
                <a:gd name="connsiteX36" fmla="*/ 1463421 w 1890141"/>
                <a:gd name="connsiteY36" fmla="*/ 6096 h 213360"/>
                <a:gd name="connsiteX37" fmla="*/ 1487805 w 1890141"/>
                <a:gd name="connsiteY37" fmla="*/ 18288 h 213360"/>
                <a:gd name="connsiteX38" fmla="*/ 1512189 w 1890141"/>
                <a:gd name="connsiteY38" fmla="*/ 24384 h 213360"/>
                <a:gd name="connsiteX39" fmla="*/ 1554861 w 1890141"/>
                <a:gd name="connsiteY39" fmla="*/ 42672 h 213360"/>
                <a:gd name="connsiteX40" fmla="*/ 1609725 w 1890141"/>
                <a:gd name="connsiteY40" fmla="*/ 60960 h 213360"/>
                <a:gd name="connsiteX41" fmla="*/ 1652397 w 1890141"/>
                <a:gd name="connsiteY41" fmla="*/ 91440 h 213360"/>
                <a:gd name="connsiteX42" fmla="*/ 1670685 w 1890141"/>
                <a:gd name="connsiteY42" fmla="*/ 97536 h 213360"/>
                <a:gd name="connsiteX43" fmla="*/ 1786509 w 1890141"/>
                <a:gd name="connsiteY43" fmla="*/ 85344 h 213360"/>
                <a:gd name="connsiteX44" fmla="*/ 1816989 w 1890141"/>
                <a:gd name="connsiteY44" fmla="*/ 73152 h 213360"/>
                <a:gd name="connsiteX45" fmla="*/ 1835277 w 1890141"/>
                <a:gd name="connsiteY45" fmla="*/ 67056 h 213360"/>
                <a:gd name="connsiteX46" fmla="*/ 1890141 w 1890141"/>
                <a:gd name="connsiteY46" fmla="*/ 48768 h 213360"/>
                <a:gd name="connsiteX0" fmla="*/ 0 w 1835277"/>
                <a:gd name="connsiteY0" fmla="*/ 78867 h 213360"/>
                <a:gd name="connsiteX1" fmla="*/ 91821 w 1835277"/>
                <a:gd name="connsiteY1" fmla="*/ 158496 h 213360"/>
                <a:gd name="connsiteX2" fmla="*/ 110109 w 1835277"/>
                <a:gd name="connsiteY2" fmla="*/ 170688 h 213360"/>
                <a:gd name="connsiteX3" fmla="*/ 128397 w 1835277"/>
                <a:gd name="connsiteY3" fmla="*/ 188976 h 213360"/>
                <a:gd name="connsiteX4" fmla="*/ 152781 w 1835277"/>
                <a:gd name="connsiteY4" fmla="*/ 201168 h 213360"/>
                <a:gd name="connsiteX5" fmla="*/ 171069 w 1835277"/>
                <a:gd name="connsiteY5" fmla="*/ 213360 h 213360"/>
                <a:gd name="connsiteX6" fmla="*/ 250317 w 1835277"/>
                <a:gd name="connsiteY6" fmla="*/ 201168 h 213360"/>
                <a:gd name="connsiteX7" fmla="*/ 286893 w 1835277"/>
                <a:gd name="connsiteY7" fmla="*/ 188976 h 213360"/>
                <a:gd name="connsiteX8" fmla="*/ 329565 w 1835277"/>
                <a:gd name="connsiteY8" fmla="*/ 152400 h 213360"/>
                <a:gd name="connsiteX9" fmla="*/ 378333 w 1835277"/>
                <a:gd name="connsiteY9" fmla="*/ 140208 h 213360"/>
                <a:gd name="connsiteX10" fmla="*/ 396621 w 1835277"/>
                <a:gd name="connsiteY10" fmla="*/ 134112 h 213360"/>
                <a:gd name="connsiteX11" fmla="*/ 421005 w 1835277"/>
                <a:gd name="connsiteY11" fmla="*/ 128016 h 213360"/>
                <a:gd name="connsiteX12" fmla="*/ 439293 w 1835277"/>
                <a:gd name="connsiteY12" fmla="*/ 121920 h 213360"/>
                <a:gd name="connsiteX13" fmla="*/ 530733 w 1835277"/>
                <a:gd name="connsiteY13" fmla="*/ 115824 h 213360"/>
                <a:gd name="connsiteX14" fmla="*/ 549021 w 1835277"/>
                <a:gd name="connsiteY14" fmla="*/ 109728 h 213360"/>
                <a:gd name="connsiteX15" fmla="*/ 585597 w 1835277"/>
                <a:gd name="connsiteY15" fmla="*/ 85344 h 213360"/>
                <a:gd name="connsiteX16" fmla="*/ 603885 w 1835277"/>
                <a:gd name="connsiteY16" fmla="*/ 79248 h 213360"/>
                <a:gd name="connsiteX17" fmla="*/ 646557 w 1835277"/>
                <a:gd name="connsiteY17" fmla="*/ 48768 h 213360"/>
                <a:gd name="connsiteX18" fmla="*/ 677037 w 1835277"/>
                <a:gd name="connsiteY18" fmla="*/ 42672 h 213360"/>
                <a:gd name="connsiteX19" fmla="*/ 731901 w 1835277"/>
                <a:gd name="connsiteY19" fmla="*/ 24384 h 213360"/>
                <a:gd name="connsiteX20" fmla="*/ 780669 w 1835277"/>
                <a:gd name="connsiteY20" fmla="*/ 30480 h 213360"/>
                <a:gd name="connsiteX21" fmla="*/ 798957 w 1835277"/>
                <a:gd name="connsiteY21" fmla="*/ 42672 h 213360"/>
                <a:gd name="connsiteX22" fmla="*/ 853821 w 1835277"/>
                <a:gd name="connsiteY22" fmla="*/ 85344 h 213360"/>
                <a:gd name="connsiteX23" fmla="*/ 884301 w 1835277"/>
                <a:gd name="connsiteY23" fmla="*/ 121920 h 213360"/>
                <a:gd name="connsiteX24" fmla="*/ 908685 w 1835277"/>
                <a:gd name="connsiteY24" fmla="*/ 158496 h 213360"/>
                <a:gd name="connsiteX25" fmla="*/ 920877 w 1835277"/>
                <a:gd name="connsiteY25" fmla="*/ 176784 h 213360"/>
                <a:gd name="connsiteX26" fmla="*/ 1085469 w 1835277"/>
                <a:gd name="connsiteY26" fmla="*/ 170688 h 213360"/>
                <a:gd name="connsiteX27" fmla="*/ 1109853 w 1835277"/>
                <a:gd name="connsiteY27" fmla="*/ 158496 h 213360"/>
                <a:gd name="connsiteX28" fmla="*/ 1128141 w 1835277"/>
                <a:gd name="connsiteY28" fmla="*/ 152400 h 213360"/>
                <a:gd name="connsiteX29" fmla="*/ 1189101 w 1835277"/>
                <a:gd name="connsiteY29" fmla="*/ 134112 h 213360"/>
                <a:gd name="connsiteX30" fmla="*/ 1207389 w 1835277"/>
                <a:gd name="connsiteY30" fmla="*/ 128016 h 213360"/>
                <a:gd name="connsiteX31" fmla="*/ 1225677 w 1835277"/>
                <a:gd name="connsiteY31" fmla="*/ 115824 h 213360"/>
                <a:gd name="connsiteX32" fmla="*/ 1250061 w 1835277"/>
                <a:gd name="connsiteY32" fmla="*/ 103632 h 213360"/>
                <a:gd name="connsiteX33" fmla="*/ 1268349 w 1835277"/>
                <a:gd name="connsiteY33" fmla="*/ 85344 h 213360"/>
                <a:gd name="connsiteX34" fmla="*/ 1371981 w 1835277"/>
                <a:gd name="connsiteY34" fmla="*/ 18288 h 213360"/>
                <a:gd name="connsiteX35" fmla="*/ 1408557 w 1835277"/>
                <a:gd name="connsiteY35" fmla="*/ 0 h 213360"/>
                <a:gd name="connsiteX36" fmla="*/ 1463421 w 1835277"/>
                <a:gd name="connsiteY36" fmla="*/ 6096 h 213360"/>
                <a:gd name="connsiteX37" fmla="*/ 1487805 w 1835277"/>
                <a:gd name="connsiteY37" fmla="*/ 18288 h 213360"/>
                <a:gd name="connsiteX38" fmla="*/ 1512189 w 1835277"/>
                <a:gd name="connsiteY38" fmla="*/ 24384 h 213360"/>
                <a:gd name="connsiteX39" fmla="*/ 1554861 w 1835277"/>
                <a:gd name="connsiteY39" fmla="*/ 42672 h 213360"/>
                <a:gd name="connsiteX40" fmla="*/ 1609725 w 1835277"/>
                <a:gd name="connsiteY40" fmla="*/ 60960 h 213360"/>
                <a:gd name="connsiteX41" fmla="*/ 1652397 w 1835277"/>
                <a:gd name="connsiteY41" fmla="*/ 91440 h 213360"/>
                <a:gd name="connsiteX42" fmla="*/ 1670685 w 1835277"/>
                <a:gd name="connsiteY42" fmla="*/ 97536 h 213360"/>
                <a:gd name="connsiteX43" fmla="*/ 1786509 w 1835277"/>
                <a:gd name="connsiteY43" fmla="*/ 85344 h 213360"/>
                <a:gd name="connsiteX44" fmla="*/ 1816989 w 1835277"/>
                <a:gd name="connsiteY44" fmla="*/ 73152 h 213360"/>
                <a:gd name="connsiteX45" fmla="*/ 1835277 w 1835277"/>
                <a:gd name="connsiteY45" fmla="*/ 67056 h 213360"/>
                <a:gd name="connsiteX0" fmla="*/ 0 w 1816989"/>
                <a:gd name="connsiteY0" fmla="*/ 78867 h 213360"/>
                <a:gd name="connsiteX1" fmla="*/ 91821 w 1816989"/>
                <a:gd name="connsiteY1" fmla="*/ 158496 h 213360"/>
                <a:gd name="connsiteX2" fmla="*/ 110109 w 1816989"/>
                <a:gd name="connsiteY2" fmla="*/ 170688 h 213360"/>
                <a:gd name="connsiteX3" fmla="*/ 128397 w 1816989"/>
                <a:gd name="connsiteY3" fmla="*/ 188976 h 213360"/>
                <a:gd name="connsiteX4" fmla="*/ 152781 w 1816989"/>
                <a:gd name="connsiteY4" fmla="*/ 201168 h 213360"/>
                <a:gd name="connsiteX5" fmla="*/ 171069 w 1816989"/>
                <a:gd name="connsiteY5" fmla="*/ 213360 h 213360"/>
                <a:gd name="connsiteX6" fmla="*/ 250317 w 1816989"/>
                <a:gd name="connsiteY6" fmla="*/ 201168 h 213360"/>
                <a:gd name="connsiteX7" fmla="*/ 286893 w 1816989"/>
                <a:gd name="connsiteY7" fmla="*/ 188976 h 213360"/>
                <a:gd name="connsiteX8" fmla="*/ 329565 w 1816989"/>
                <a:gd name="connsiteY8" fmla="*/ 152400 h 213360"/>
                <a:gd name="connsiteX9" fmla="*/ 378333 w 1816989"/>
                <a:gd name="connsiteY9" fmla="*/ 140208 h 213360"/>
                <a:gd name="connsiteX10" fmla="*/ 396621 w 1816989"/>
                <a:gd name="connsiteY10" fmla="*/ 134112 h 213360"/>
                <a:gd name="connsiteX11" fmla="*/ 421005 w 1816989"/>
                <a:gd name="connsiteY11" fmla="*/ 128016 h 213360"/>
                <a:gd name="connsiteX12" fmla="*/ 439293 w 1816989"/>
                <a:gd name="connsiteY12" fmla="*/ 121920 h 213360"/>
                <a:gd name="connsiteX13" fmla="*/ 530733 w 1816989"/>
                <a:gd name="connsiteY13" fmla="*/ 115824 h 213360"/>
                <a:gd name="connsiteX14" fmla="*/ 549021 w 1816989"/>
                <a:gd name="connsiteY14" fmla="*/ 109728 h 213360"/>
                <a:gd name="connsiteX15" fmla="*/ 585597 w 1816989"/>
                <a:gd name="connsiteY15" fmla="*/ 85344 h 213360"/>
                <a:gd name="connsiteX16" fmla="*/ 603885 w 1816989"/>
                <a:gd name="connsiteY16" fmla="*/ 79248 h 213360"/>
                <a:gd name="connsiteX17" fmla="*/ 646557 w 1816989"/>
                <a:gd name="connsiteY17" fmla="*/ 48768 h 213360"/>
                <a:gd name="connsiteX18" fmla="*/ 677037 w 1816989"/>
                <a:gd name="connsiteY18" fmla="*/ 42672 h 213360"/>
                <a:gd name="connsiteX19" fmla="*/ 731901 w 1816989"/>
                <a:gd name="connsiteY19" fmla="*/ 24384 h 213360"/>
                <a:gd name="connsiteX20" fmla="*/ 780669 w 1816989"/>
                <a:gd name="connsiteY20" fmla="*/ 30480 h 213360"/>
                <a:gd name="connsiteX21" fmla="*/ 798957 w 1816989"/>
                <a:gd name="connsiteY21" fmla="*/ 42672 h 213360"/>
                <a:gd name="connsiteX22" fmla="*/ 853821 w 1816989"/>
                <a:gd name="connsiteY22" fmla="*/ 85344 h 213360"/>
                <a:gd name="connsiteX23" fmla="*/ 884301 w 1816989"/>
                <a:gd name="connsiteY23" fmla="*/ 121920 h 213360"/>
                <a:gd name="connsiteX24" fmla="*/ 908685 w 1816989"/>
                <a:gd name="connsiteY24" fmla="*/ 158496 h 213360"/>
                <a:gd name="connsiteX25" fmla="*/ 920877 w 1816989"/>
                <a:gd name="connsiteY25" fmla="*/ 176784 h 213360"/>
                <a:gd name="connsiteX26" fmla="*/ 1085469 w 1816989"/>
                <a:gd name="connsiteY26" fmla="*/ 170688 h 213360"/>
                <a:gd name="connsiteX27" fmla="*/ 1109853 w 1816989"/>
                <a:gd name="connsiteY27" fmla="*/ 158496 h 213360"/>
                <a:gd name="connsiteX28" fmla="*/ 1128141 w 1816989"/>
                <a:gd name="connsiteY28" fmla="*/ 152400 h 213360"/>
                <a:gd name="connsiteX29" fmla="*/ 1189101 w 1816989"/>
                <a:gd name="connsiteY29" fmla="*/ 134112 h 213360"/>
                <a:gd name="connsiteX30" fmla="*/ 1207389 w 1816989"/>
                <a:gd name="connsiteY30" fmla="*/ 128016 h 213360"/>
                <a:gd name="connsiteX31" fmla="*/ 1225677 w 1816989"/>
                <a:gd name="connsiteY31" fmla="*/ 115824 h 213360"/>
                <a:gd name="connsiteX32" fmla="*/ 1250061 w 1816989"/>
                <a:gd name="connsiteY32" fmla="*/ 103632 h 213360"/>
                <a:gd name="connsiteX33" fmla="*/ 1268349 w 1816989"/>
                <a:gd name="connsiteY33" fmla="*/ 85344 h 213360"/>
                <a:gd name="connsiteX34" fmla="*/ 1371981 w 1816989"/>
                <a:gd name="connsiteY34" fmla="*/ 18288 h 213360"/>
                <a:gd name="connsiteX35" fmla="*/ 1408557 w 1816989"/>
                <a:gd name="connsiteY35" fmla="*/ 0 h 213360"/>
                <a:gd name="connsiteX36" fmla="*/ 1463421 w 1816989"/>
                <a:gd name="connsiteY36" fmla="*/ 6096 h 213360"/>
                <a:gd name="connsiteX37" fmla="*/ 1487805 w 1816989"/>
                <a:gd name="connsiteY37" fmla="*/ 18288 h 213360"/>
                <a:gd name="connsiteX38" fmla="*/ 1512189 w 1816989"/>
                <a:gd name="connsiteY38" fmla="*/ 24384 h 213360"/>
                <a:gd name="connsiteX39" fmla="*/ 1554861 w 1816989"/>
                <a:gd name="connsiteY39" fmla="*/ 42672 h 213360"/>
                <a:gd name="connsiteX40" fmla="*/ 1609725 w 1816989"/>
                <a:gd name="connsiteY40" fmla="*/ 60960 h 213360"/>
                <a:gd name="connsiteX41" fmla="*/ 1652397 w 1816989"/>
                <a:gd name="connsiteY41" fmla="*/ 91440 h 213360"/>
                <a:gd name="connsiteX42" fmla="*/ 1670685 w 1816989"/>
                <a:gd name="connsiteY42" fmla="*/ 97536 h 213360"/>
                <a:gd name="connsiteX43" fmla="*/ 1786509 w 1816989"/>
                <a:gd name="connsiteY43" fmla="*/ 85344 h 213360"/>
                <a:gd name="connsiteX44" fmla="*/ 1816989 w 1816989"/>
                <a:gd name="connsiteY44" fmla="*/ 73152 h 213360"/>
                <a:gd name="connsiteX0" fmla="*/ 0 w 1786509"/>
                <a:gd name="connsiteY0" fmla="*/ 78867 h 213360"/>
                <a:gd name="connsiteX1" fmla="*/ 91821 w 1786509"/>
                <a:gd name="connsiteY1" fmla="*/ 158496 h 213360"/>
                <a:gd name="connsiteX2" fmla="*/ 110109 w 1786509"/>
                <a:gd name="connsiteY2" fmla="*/ 170688 h 213360"/>
                <a:gd name="connsiteX3" fmla="*/ 128397 w 1786509"/>
                <a:gd name="connsiteY3" fmla="*/ 188976 h 213360"/>
                <a:gd name="connsiteX4" fmla="*/ 152781 w 1786509"/>
                <a:gd name="connsiteY4" fmla="*/ 201168 h 213360"/>
                <a:gd name="connsiteX5" fmla="*/ 171069 w 1786509"/>
                <a:gd name="connsiteY5" fmla="*/ 213360 h 213360"/>
                <a:gd name="connsiteX6" fmla="*/ 250317 w 1786509"/>
                <a:gd name="connsiteY6" fmla="*/ 201168 h 213360"/>
                <a:gd name="connsiteX7" fmla="*/ 286893 w 1786509"/>
                <a:gd name="connsiteY7" fmla="*/ 188976 h 213360"/>
                <a:gd name="connsiteX8" fmla="*/ 329565 w 1786509"/>
                <a:gd name="connsiteY8" fmla="*/ 152400 h 213360"/>
                <a:gd name="connsiteX9" fmla="*/ 378333 w 1786509"/>
                <a:gd name="connsiteY9" fmla="*/ 140208 h 213360"/>
                <a:gd name="connsiteX10" fmla="*/ 396621 w 1786509"/>
                <a:gd name="connsiteY10" fmla="*/ 134112 h 213360"/>
                <a:gd name="connsiteX11" fmla="*/ 421005 w 1786509"/>
                <a:gd name="connsiteY11" fmla="*/ 128016 h 213360"/>
                <a:gd name="connsiteX12" fmla="*/ 439293 w 1786509"/>
                <a:gd name="connsiteY12" fmla="*/ 121920 h 213360"/>
                <a:gd name="connsiteX13" fmla="*/ 530733 w 1786509"/>
                <a:gd name="connsiteY13" fmla="*/ 115824 h 213360"/>
                <a:gd name="connsiteX14" fmla="*/ 549021 w 1786509"/>
                <a:gd name="connsiteY14" fmla="*/ 109728 h 213360"/>
                <a:gd name="connsiteX15" fmla="*/ 585597 w 1786509"/>
                <a:gd name="connsiteY15" fmla="*/ 85344 h 213360"/>
                <a:gd name="connsiteX16" fmla="*/ 603885 w 1786509"/>
                <a:gd name="connsiteY16" fmla="*/ 79248 h 213360"/>
                <a:gd name="connsiteX17" fmla="*/ 646557 w 1786509"/>
                <a:gd name="connsiteY17" fmla="*/ 48768 h 213360"/>
                <a:gd name="connsiteX18" fmla="*/ 677037 w 1786509"/>
                <a:gd name="connsiteY18" fmla="*/ 42672 h 213360"/>
                <a:gd name="connsiteX19" fmla="*/ 731901 w 1786509"/>
                <a:gd name="connsiteY19" fmla="*/ 24384 h 213360"/>
                <a:gd name="connsiteX20" fmla="*/ 780669 w 1786509"/>
                <a:gd name="connsiteY20" fmla="*/ 30480 h 213360"/>
                <a:gd name="connsiteX21" fmla="*/ 798957 w 1786509"/>
                <a:gd name="connsiteY21" fmla="*/ 42672 h 213360"/>
                <a:gd name="connsiteX22" fmla="*/ 853821 w 1786509"/>
                <a:gd name="connsiteY22" fmla="*/ 85344 h 213360"/>
                <a:gd name="connsiteX23" fmla="*/ 884301 w 1786509"/>
                <a:gd name="connsiteY23" fmla="*/ 121920 h 213360"/>
                <a:gd name="connsiteX24" fmla="*/ 908685 w 1786509"/>
                <a:gd name="connsiteY24" fmla="*/ 158496 h 213360"/>
                <a:gd name="connsiteX25" fmla="*/ 920877 w 1786509"/>
                <a:gd name="connsiteY25" fmla="*/ 176784 h 213360"/>
                <a:gd name="connsiteX26" fmla="*/ 1085469 w 1786509"/>
                <a:gd name="connsiteY26" fmla="*/ 170688 h 213360"/>
                <a:gd name="connsiteX27" fmla="*/ 1109853 w 1786509"/>
                <a:gd name="connsiteY27" fmla="*/ 158496 h 213360"/>
                <a:gd name="connsiteX28" fmla="*/ 1128141 w 1786509"/>
                <a:gd name="connsiteY28" fmla="*/ 152400 h 213360"/>
                <a:gd name="connsiteX29" fmla="*/ 1189101 w 1786509"/>
                <a:gd name="connsiteY29" fmla="*/ 134112 h 213360"/>
                <a:gd name="connsiteX30" fmla="*/ 1207389 w 1786509"/>
                <a:gd name="connsiteY30" fmla="*/ 128016 h 213360"/>
                <a:gd name="connsiteX31" fmla="*/ 1225677 w 1786509"/>
                <a:gd name="connsiteY31" fmla="*/ 115824 h 213360"/>
                <a:gd name="connsiteX32" fmla="*/ 1250061 w 1786509"/>
                <a:gd name="connsiteY32" fmla="*/ 103632 h 213360"/>
                <a:gd name="connsiteX33" fmla="*/ 1268349 w 1786509"/>
                <a:gd name="connsiteY33" fmla="*/ 85344 h 213360"/>
                <a:gd name="connsiteX34" fmla="*/ 1371981 w 1786509"/>
                <a:gd name="connsiteY34" fmla="*/ 18288 h 213360"/>
                <a:gd name="connsiteX35" fmla="*/ 1408557 w 1786509"/>
                <a:gd name="connsiteY35" fmla="*/ 0 h 213360"/>
                <a:gd name="connsiteX36" fmla="*/ 1463421 w 1786509"/>
                <a:gd name="connsiteY36" fmla="*/ 6096 h 213360"/>
                <a:gd name="connsiteX37" fmla="*/ 1487805 w 1786509"/>
                <a:gd name="connsiteY37" fmla="*/ 18288 h 213360"/>
                <a:gd name="connsiteX38" fmla="*/ 1512189 w 1786509"/>
                <a:gd name="connsiteY38" fmla="*/ 24384 h 213360"/>
                <a:gd name="connsiteX39" fmla="*/ 1554861 w 1786509"/>
                <a:gd name="connsiteY39" fmla="*/ 42672 h 213360"/>
                <a:gd name="connsiteX40" fmla="*/ 1609725 w 1786509"/>
                <a:gd name="connsiteY40" fmla="*/ 60960 h 213360"/>
                <a:gd name="connsiteX41" fmla="*/ 1652397 w 1786509"/>
                <a:gd name="connsiteY41" fmla="*/ 91440 h 213360"/>
                <a:gd name="connsiteX42" fmla="*/ 1670685 w 1786509"/>
                <a:gd name="connsiteY42" fmla="*/ 97536 h 213360"/>
                <a:gd name="connsiteX43" fmla="*/ 1786509 w 1786509"/>
                <a:gd name="connsiteY43" fmla="*/ 85344 h 213360"/>
                <a:gd name="connsiteX0" fmla="*/ 0 w 1670685"/>
                <a:gd name="connsiteY0" fmla="*/ 78867 h 213360"/>
                <a:gd name="connsiteX1" fmla="*/ 91821 w 1670685"/>
                <a:gd name="connsiteY1" fmla="*/ 158496 h 213360"/>
                <a:gd name="connsiteX2" fmla="*/ 110109 w 1670685"/>
                <a:gd name="connsiteY2" fmla="*/ 170688 h 213360"/>
                <a:gd name="connsiteX3" fmla="*/ 128397 w 1670685"/>
                <a:gd name="connsiteY3" fmla="*/ 188976 h 213360"/>
                <a:gd name="connsiteX4" fmla="*/ 152781 w 1670685"/>
                <a:gd name="connsiteY4" fmla="*/ 201168 h 213360"/>
                <a:gd name="connsiteX5" fmla="*/ 171069 w 1670685"/>
                <a:gd name="connsiteY5" fmla="*/ 213360 h 213360"/>
                <a:gd name="connsiteX6" fmla="*/ 250317 w 1670685"/>
                <a:gd name="connsiteY6" fmla="*/ 201168 h 213360"/>
                <a:gd name="connsiteX7" fmla="*/ 286893 w 1670685"/>
                <a:gd name="connsiteY7" fmla="*/ 188976 h 213360"/>
                <a:gd name="connsiteX8" fmla="*/ 329565 w 1670685"/>
                <a:gd name="connsiteY8" fmla="*/ 152400 h 213360"/>
                <a:gd name="connsiteX9" fmla="*/ 378333 w 1670685"/>
                <a:gd name="connsiteY9" fmla="*/ 140208 h 213360"/>
                <a:gd name="connsiteX10" fmla="*/ 396621 w 1670685"/>
                <a:gd name="connsiteY10" fmla="*/ 134112 h 213360"/>
                <a:gd name="connsiteX11" fmla="*/ 421005 w 1670685"/>
                <a:gd name="connsiteY11" fmla="*/ 128016 h 213360"/>
                <a:gd name="connsiteX12" fmla="*/ 439293 w 1670685"/>
                <a:gd name="connsiteY12" fmla="*/ 121920 h 213360"/>
                <a:gd name="connsiteX13" fmla="*/ 530733 w 1670685"/>
                <a:gd name="connsiteY13" fmla="*/ 115824 h 213360"/>
                <a:gd name="connsiteX14" fmla="*/ 549021 w 1670685"/>
                <a:gd name="connsiteY14" fmla="*/ 109728 h 213360"/>
                <a:gd name="connsiteX15" fmla="*/ 585597 w 1670685"/>
                <a:gd name="connsiteY15" fmla="*/ 85344 h 213360"/>
                <a:gd name="connsiteX16" fmla="*/ 603885 w 1670685"/>
                <a:gd name="connsiteY16" fmla="*/ 79248 h 213360"/>
                <a:gd name="connsiteX17" fmla="*/ 646557 w 1670685"/>
                <a:gd name="connsiteY17" fmla="*/ 48768 h 213360"/>
                <a:gd name="connsiteX18" fmla="*/ 677037 w 1670685"/>
                <a:gd name="connsiteY18" fmla="*/ 42672 h 213360"/>
                <a:gd name="connsiteX19" fmla="*/ 731901 w 1670685"/>
                <a:gd name="connsiteY19" fmla="*/ 24384 h 213360"/>
                <a:gd name="connsiteX20" fmla="*/ 780669 w 1670685"/>
                <a:gd name="connsiteY20" fmla="*/ 30480 h 213360"/>
                <a:gd name="connsiteX21" fmla="*/ 798957 w 1670685"/>
                <a:gd name="connsiteY21" fmla="*/ 42672 h 213360"/>
                <a:gd name="connsiteX22" fmla="*/ 853821 w 1670685"/>
                <a:gd name="connsiteY22" fmla="*/ 85344 h 213360"/>
                <a:gd name="connsiteX23" fmla="*/ 884301 w 1670685"/>
                <a:gd name="connsiteY23" fmla="*/ 121920 h 213360"/>
                <a:gd name="connsiteX24" fmla="*/ 908685 w 1670685"/>
                <a:gd name="connsiteY24" fmla="*/ 158496 h 213360"/>
                <a:gd name="connsiteX25" fmla="*/ 920877 w 1670685"/>
                <a:gd name="connsiteY25" fmla="*/ 176784 h 213360"/>
                <a:gd name="connsiteX26" fmla="*/ 1085469 w 1670685"/>
                <a:gd name="connsiteY26" fmla="*/ 170688 h 213360"/>
                <a:gd name="connsiteX27" fmla="*/ 1109853 w 1670685"/>
                <a:gd name="connsiteY27" fmla="*/ 158496 h 213360"/>
                <a:gd name="connsiteX28" fmla="*/ 1128141 w 1670685"/>
                <a:gd name="connsiteY28" fmla="*/ 152400 h 213360"/>
                <a:gd name="connsiteX29" fmla="*/ 1189101 w 1670685"/>
                <a:gd name="connsiteY29" fmla="*/ 134112 h 213360"/>
                <a:gd name="connsiteX30" fmla="*/ 1207389 w 1670685"/>
                <a:gd name="connsiteY30" fmla="*/ 128016 h 213360"/>
                <a:gd name="connsiteX31" fmla="*/ 1225677 w 1670685"/>
                <a:gd name="connsiteY31" fmla="*/ 115824 h 213360"/>
                <a:gd name="connsiteX32" fmla="*/ 1250061 w 1670685"/>
                <a:gd name="connsiteY32" fmla="*/ 103632 h 213360"/>
                <a:gd name="connsiteX33" fmla="*/ 1268349 w 1670685"/>
                <a:gd name="connsiteY33" fmla="*/ 85344 h 213360"/>
                <a:gd name="connsiteX34" fmla="*/ 1371981 w 1670685"/>
                <a:gd name="connsiteY34" fmla="*/ 18288 h 213360"/>
                <a:gd name="connsiteX35" fmla="*/ 1408557 w 1670685"/>
                <a:gd name="connsiteY35" fmla="*/ 0 h 213360"/>
                <a:gd name="connsiteX36" fmla="*/ 1463421 w 1670685"/>
                <a:gd name="connsiteY36" fmla="*/ 6096 h 213360"/>
                <a:gd name="connsiteX37" fmla="*/ 1487805 w 1670685"/>
                <a:gd name="connsiteY37" fmla="*/ 18288 h 213360"/>
                <a:gd name="connsiteX38" fmla="*/ 1512189 w 1670685"/>
                <a:gd name="connsiteY38" fmla="*/ 24384 h 213360"/>
                <a:gd name="connsiteX39" fmla="*/ 1554861 w 1670685"/>
                <a:gd name="connsiteY39" fmla="*/ 42672 h 213360"/>
                <a:gd name="connsiteX40" fmla="*/ 1609725 w 1670685"/>
                <a:gd name="connsiteY40" fmla="*/ 60960 h 213360"/>
                <a:gd name="connsiteX41" fmla="*/ 1652397 w 1670685"/>
                <a:gd name="connsiteY41" fmla="*/ 91440 h 213360"/>
                <a:gd name="connsiteX42" fmla="*/ 1670685 w 1670685"/>
                <a:gd name="connsiteY42" fmla="*/ 97536 h 213360"/>
                <a:gd name="connsiteX0" fmla="*/ 0 w 1652397"/>
                <a:gd name="connsiteY0" fmla="*/ 78867 h 213360"/>
                <a:gd name="connsiteX1" fmla="*/ 91821 w 1652397"/>
                <a:gd name="connsiteY1" fmla="*/ 158496 h 213360"/>
                <a:gd name="connsiteX2" fmla="*/ 110109 w 1652397"/>
                <a:gd name="connsiteY2" fmla="*/ 170688 h 213360"/>
                <a:gd name="connsiteX3" fmla="*/ 128397 w 1652397"/>
                <a:gd name="connsiteY3" fmla="*/ 188976 h 213360"/>
                <a:gd name="connsiteX4" fmla="*/ 152781 w 1652397"/>
                <a:gd name="connsiteY4" fmla="*/ 201168 h 213360"/>
                <a:gd name="connsiteX5" fmla="*/ 171069 w 1652397"/>
                <a:gd name="connsiteY5" fmla="*/ 213360 h 213360"/>
                <a:gd name="connsiteX6" fmla="*/ 250317 w 1652397"/>
                <a:gd name="connsiteY6" fmla="*/ 201168 h 213360"/>
                <a:gd name="connsiteX7" fmla="*/ 286893 w 1652397"/>
                <a:gd name="connsiteY7" fmla="*/ 188976 h 213360"/>
                <a:gd name="connsiteX8" fmla="*/ 329565 w 1652397"/>
                <a:gd name="connsiteY8" fmla="*/ 152400 h 213360"/>
                <a:gd name="connsiteX9" fmla="*/ 378333 w 1652397"/>
                <a:gd name="connsiteY9" fmla="*/ 140208 h 213360"/>
                <a:gd name="connsiteX10" fmla="*/ 396621 w 1652397"/>
                <a:gd name="connsiteY10" fmla="*/ 134112 h 213360"/>
                <a:gd name="connsiteX11" fmla="*/ 421005 w 1652397"/>
                <a:gd name="connsiteY11" fmla="*/ 128016 h 213360"/>
                <a:gd name="connsiteX12" fmla="*/ 439293 w 1652397"/>
                <a:gd name="connsiteY12" fmla="*/ 121920 h 213360"/>
                <a:gd name="connsiteX13" fmla="*/ 530733 w 1652397"/>
                <a:gd name="connsiteY13" fmla="*/ 115824 h 213360"/>
                <a:gd name="connsiteX14" fmla="*/ 549021 w 1652397"/>
                <a:gd name="connsiteY14" fmla="*/ 109728 h 213360"/>
                <a:gd name="connsiteX15" fmla="*/ 585597 w 1652397"/>
                <a:gd name="connsiteY15" fmla="*/ 85344 h 213360"/>
                <a:gd name="connsiteX16" fmla="*/ 603885 w 1652397"/>
                <a:gd name="connsiteY16" fmla="*/ 79248 h 213360"/>
                <a:gd name="connsiteX17" fmla="*/ 646557 w 1652397"/>
                <a:gd name="connsiteY17" fmla="*/ 48768 h 213360"/>
                <a:gd name="connsiteX18" fmla="*/ 677037 w 1652397"/>
                <a:gd name="connsiteY18" fmla="*/ 42672 h 213360"/>
                <a:gd name="connsiteX19" fmla="*/ 731901 w 1652397"/>
                <a:gd name="connsiteY19" fmla="*/ 24384 h 213360"/>
                <a:gd name="connsiteX20" fmla="*/ 780669 w 1652397"/>
                <a:gd name="connsiteY20" fmla="*/ 30480 h 213360"/>
                <a:gd name="connsiteX21" fmla="*/ 798957 w 1652397"/>
                <a:gd name="connsiteY21" fmla="*/ 42672 h 213360"/>
                <a:gd name="connsiteX22" fmla="*/ 853821 w 1652397"/>
                <a:gd name="connsiteY22" fmla="*/ 85344 h 213360"/>
                <a:gd name="connsiteX23" fmla="*/ 884301 w 1652397"/>
                <a:gd name="connsiteY23" fmla="*/ 121920 h 213360"/>
                <a:gd name="connsiteX24" fmla="*/ 908685 w 1652397"/>
                <a:gd name="connsiteY24" fmla="*/ 158496 h 213360"/>
                <a:gd name="connsiteX25" fmla="*/ 920877 w 1652397"/>
                <a:gd name="connsiteY25" fmla="*/ 176784 h 213360"/>
                <a:gd name="connsiteX26" fmla="*/ 1085469 w 1652397"/>
                <a:gd name="connsiteY26" fmla="*/ 170688 h 213360"/>
                <a:gd name="connsiteX27" fmla="*/ 1109853 w 1652397"/>
                <a:gd name="connsiteY27" fmla="*/ 158496 h 213360"/>
                <a:gd name="connsiteX28" fmla="*/ 1128141 w 1652397"/>
                <a:gd name="connsiteY28" fmla="*/ 152400 h 213360"/>
                <a:gd name="connsiteX29" fmla="*/ 1189101 w 1652397"/>
                <a:gd name="connsiteY29" fmla="*/ 134112 h 213360"/>
                <a:gd name="connsiteX30" fmla="*/ 1207389 w 1652397"/>
                <a:gd name="connsiteY30" fmla="*/ 128016 h 213360"/>
                <a:gd name="connsiteX31" fmla="*/ 1225677 w 1652397"/>
                <a:gd name="connsiteY31" fmla="*/ 115824 h 213360"/>
                <a:gd name="connsiteX32" fmla="*/ 1250061 w 1652397"/>
                <a:gd name="connsiteY32" fmla="*/ 103632 h 213360"/>
                <a:gd name="connsiteX33" fmla="*/ 1268349 w 1652397"/>
                <a:gd name="connsiteY33" fmla="*/ 85344 h 213360"/>
                <a:gd name="connsiteX34" fmla="*/ 1371981 w 1652397"/>
                <a:gd name="connsiteY34" fmla="*/ 18288 h 213360"/>
                <a:gd name="connsiteX35" fmla="*/ 1408557 w 1652397"/>
                <a:gd name="connsiteY35" fmla="*/ 0 h 213360"/>
                <a:gd name="connsiteX36" fmla="*/ 1463421 w 1652397"/>
                <a:gd name="connsiteY36" fmla="*/ 6096 h 213360"/>
                <a:gd name="connsiteX37" fmla="*/ 1487805 w 1652397"/>
                <a:gd name="connsiteY37" fmla="*/ 18288 h 213360"/>
                <a:gd name="connsiteX38" fmla="*/ 1512189 w 1652397"/>
                <a:gd name="connsiteY38" fmla="*/ 24384 h 213360"/>
                <a:gd name="connsiteX39" fmla="*/ 1554861 w 1652397"/>
                <a:gd name="connsiteY39" fmla="*/ 42672 h 213360"/>
                <a:gd name="connsiteX40" fmla="*/ 1609725 w 1652397"/>
                <a:gd name="connsiteY40" fmla="*/ 60960 h 213360"/>
                <a:gd name="connsiteX41" fmla="*/ 1652397 w 1652397"/>
                <a:gd name="connsiteY41" fmla="*/ 91440 h 213360"/>
                <a:gd name="connsiteX0" fmla="*/ 0 w 1609725"/>
                <a:gd name="connsiteY0" fmla="*/ 78867 h 213360"/>
                <a:gd name="connsiteX1" fmla="*/ 91821 w 1609725"/>
                <a:gd name="connsiteY1" fmla="*/ 158496 h 213360"/>
                <a:gd name="connsiteX2" fmla="*/ 110109 w 1609725"/>
                <a:gd name="connsiteY2" fmla="*/ 170688 h 213360"/>
                <a:gd name="connsiteX3" fmla="*/ 128397 w 1609725"/>
                <a:gd name="connsiteY3" fmla="*/ 188976 h 213360"/>
                <a:gd name="connsiteX4" fmla="*/ 152781 w 1609725"/>
                <a:gd name="connsiteY4" fmla="*/ 201168 h 213360"/>
                <a:gd name="connsiteX5" fmla="*/ 171069 w 1609725"/>
                <a:gd name="connsiteY5" fmla="*/ 213360 h 213360"/>
                <a:gd name="connsiteX6" fmla="*/ 250317 w 1609725"/>
                <a:gd name="connsiteY6" fmla="*/ 201168 h 213360"/>
                <a:gd name="connsiteX7" fmla="*/ 286893 w 1609725"/>
                <a:gd name="connsiteY7" fmla="*/ 188976 h 213360"/>
                <a:gd name="connsiteX8" fmla="*/ 329565 w 1609725"/>
                <a:gd name="connsiteY8" fmla="*/ 152400 h 213360"/>
                <a:gd name="connsiteX9" fmla="*/ 378333 w 1609725"/>
                <a:gd name="connsiteY9" fmla="*/ 140208 h 213360"/>
                <a:gd name="connsiteX10" fmla="*/ 396621 w 1609725"/>
                <a:gd name="connsiteY10" fmla="*/ 134112 h 213360"/>
                <a:gd name="connsiteX11" fmla="*/ 421005 w 1609725"/>
                <a:gd name="connsiteY11" fmla="*/ 128016 h 213360"/>
                <a:gd name="connsiteX12" fmla="*/ 439293 w 1609725"/>
                <a:gd name="connsiteY12" fmla="*/ 121920 h 213360"/>
                <a:gd name="connsiteX13" fmla="*/ 530733 w 1609725"/>
                <a:gd name="connsiteY13" fmla="*/ 115824 h 213360"/>
                <a:gd name="connsiteX14" fmla="*/ 549021 w 1609725"/>
                <a:gd name="connsiteY14" fmla="*/ 109728 h 213360"/>
                <a:gd name="connsiteX15" fmla="*/ 585597 w 1609725"/>
                <a:gd name="connsiteY15" fmla="*/ 85344 h 213360"/>
                <a:gd name="connsiteX16" fmla="*/ 603885 w 1609725"/>
                <a:gd name="connsiteY16" fmla="*/ 79248 h 213360"/>
                <a:gd name="connsiteX17" fmla="*/ 646557 w 1609725"/>
                <a:gd name="connsiteY17" fmla="*/ 48768 h 213360"/>
                <a:gd name="connsiteX18" fmla="*/ 677037 w 1609725"/>
                <a:gd name="connsiteY18" fmla="*/ 42672 h 213360"/>
                <a:gd name="connsiteX19" fmla="*/ 731901 w 1609725"/>
                <a:gd name="connsiteY19" fmla="*/ 24384 h 213360"/>
                <a:gd name="connsiteX20" fmla="*/ 780669 w 1609725"/>
                <a:gd name="connsiteY20" fmla="*/ 30480 h 213360"/>
                <a:gd name="connsiteX21" fmla="*/ 798957 w 1609725"/>
                <a:gd name="connsiteY21" fmla="*/ 42672 h 213360"/>
                <a:gd name="connsiteX22" fmla="*/ 853821 w 1609725"/>
                <a:gd name="connsiteY22" fmla="*/ 85344 h 213360"/>
                <a:gd name="connsiteX23" fmla="*/ 884301 w 1609725"/>
                <a:gd name="connsiteY23" fmla="*/ 121920 h 213360"/>
                <a:gd name="connsiteX24" fmla="*/ 908685 w 1609725"/>
                <a:gd name="connsiteY24" fmla="*/ 158496 h 213360"/>
                <a:gd name="connsiteX25" fmla="*/ 920877 w 1609725"/>
                <a:gd name="connsiteY25" fmla="*/ 176784 h 213360"/>
                <a:gd name="connsiteX26" fmla="*/ 1085469 w 1609725"/>
                <a:gd name="connsiteY26" fmla="*/ 170688 h 213360"/>
                <a:gd name="connsiteX27" fmla="*/ 1109853 w 1609725"/>
                <a:gd name="connsiteY27" fmla="*/ 158496 h 213360"/>
                <a:gd name="connsiteX28" fmla="*/ 1128141 w 1609725"/>
                <a:gd name="connsiteY28" fmla="*/ 152400 h 213360"/>
                <a:gd name="connsiteX29" fmla="*/ 1189101 w 1609725"/>
                <a:gd name="connsiteY29" fmla="*/ 134112 h 213360"/>
                <a:gd name="connsiteX30" fmla="*/ 1207389 w 1609725"/>
                <a:gd name="connsiteY30" fmla="*/ 128016 h 213360"/>
                <a:gd name="connsiteX31" fmla="*/ 1225677 w 1609725"/>
                <a:gd name="connsiteY31" fmla="*/ 115824 h 213360"/>
                <a:gd name="connsiteX32" fmla="*/ 1250061 w 1609725"/>
                <a:gd name="connsiteY32" fmla="*/ 103632 h 213360"/>
                <a:gd name="connsiteX33" fmla="*/ 1268349 w 1609725"/>
                <a:gd name="connsiteY33" fmla="*/ 85344 h 213360"/>
                <a:gd name="connsiteX34" fmla="*/ 1371981 w 1609725"/>
                <a:gd name="connsiteY34" fmla="*/ 18288 h 213360"/>
                <a:gd name="connsiteX35" fmla="*/ 1408557 w 1609725"/>
                <a:gd name="connsiteY35" fmla="*/ 0 h 213360"/>
                <a:gd name="connsiteX36" fmla="*/ 1463421 w 1609725"/>
                <a:gd name="connsiteY36" fmla="*/ 6096 h 213360"/>
                <a:gd name="connsiteX37" fmla="*/ 1487805 w 1609725"/>
                <a:gd name="connsiteY37" fmla="*/ 18288 h 213360"/>
                <a:gd name="connsiteX38" fmla="*/ 1512189 w 1609725"/>
                <a:gd name="connsiteY38" fmla="*/ 24384 h 213360"/>
                <a:gd name="connsiteX39" fmla="*/ 1554861 w 1609725"/>
                <a:gd name="connsiteY39" fmla="*/ 42672 h 213360"/>
                <a:gd name="connsiteX40" fmla="*/ 1609725 w 1609725"/>
                <a:gd name="connsiteY40" fmla="*/ 60960 h 213360"/>
                <a:gd name="connsiteX0" fmla="*/ 0 w 1554861"/>
                <a:gd name="connsiteY0" fmla="*/ 78867 h 213360"/>
                <a:gd name="connsiteX1" fmla="*/ 91821 w 1554861"/>
                <a:gd name="connsiteY1" fmla="*/ 158496 h 213360"/>
                <a:gd name="connsiteX2" fmla="*/ 110109 w 1554861"/>
                <a:gd name="connsiteY2" fmla="*/ 170688 h 213360"/>
                <a:gd name="connsiteX3" fmla="*/ 128397 w 1554861"/>
                <a:gd name="connsiteY3" fmla="*/ 188976 h 213360"/>
                <a:gd name="connsiteX4" fmla="*/ 152781 w 1554861"/>
                <a:gd name="connsiteY4" fmla="*/ 201168 h 213360"/>
                <a:gd name="connsiteX5" fmla="*/ 171069 w 1554861"/>
                <a:gd name="connsiteY5" fmla="*/ 213360 h 213360"/>
                <a:gd name="connsiteX6" fmla="*/ 250317 w 1554861"/>
                <a:gd name="connsiteY6" fmla="*/ 201168 h 213360"/>
                <a:gd name="connsiteX7" fmla="*/ 286893 w 1554861"/>
                <a:gd name="connsiteY7" fmla="*/ 188976 h 213360"/>
                <a:gd name="connsiteX8" fmla="*/ 329565 w 1554861"/>
                <a:gd name="connsiteY8" fmla="*/ 152400 h 213360"/>
                <a:gd name="connsiteX9" fmla="*/ 378333 w 1554861"/>
                <a:gd name="connsiteY9" fmla="*/ 140208 h 213360"/>
                <a:gd name="connsiteX10" fmla="*/ 396621 w 1554861"/>
                <a:gd name="connsiteY10" fmla="*/ 134112 h 213360"/>
                <a:gd name="connsiteX11" fmla="*/ 421005 w 1554861"/>
                <a:gd name="connsiteY11" fmla="*/ 128016 h 213360"/>
                <a:gd name="connsiteX12" fmla="*/ 439293 w 1554861"/>
                <a:gd name="connsiteY12" fmla="*/ 121920 h 213360"/>
                <a:gd name="connsiteX13" fmla="*/ 530733 w 1554861"/>
                <a:gd name="connsiteY13" fmla="*/ 115824 h 213360"/>
                <a:gd name="connsiteX14" fmla="*/ 549021 w 1554861"/>
                <a:gd name="connsiteY14" fmla="*/ 109728 h 213360"/>
                <a:gd name="connsiteX15" fmla="*/ 585597 w 1554861"/>
                <a:gd name="connsiteY15" fmla="*/ 85344 h 213360"/>
                <a:gd name="connsiteX16" fmla="*/ 603885 w 1554861"/>
                <a:gd name="connsiteY16" fmla="*/ 79248 h 213360"/>
                <a:gd name="connsiteX17" fmla="*/ 646557 w 1554861"/>
                <a:gd name="connsiteY17" fmla="*/ 48768 h 213360"/>
                <a:gd name="connsiteX18" fmla="*/ 677037 w 1554861"/>
                <a:gd name="connsiteY18" fmla="*/ 42672 h 213360"/>
                <a:gd name="connsiteX19" fmla="*/ 731901 w 1554861"/>
                <a:gd name="connsiteY19" fmla="*/ 24384 h 213360"/>
                <a:gd name="connsiteX20" fmla="*/ 780669 w 1554861"/>
                <a:gd name="connsiteY20" fmla="*/ 30480 h 213360"/>
                <a:gd name="connsiteX21" fmla="*/ 798957 w 1554861"/>
                <a:gd name="connsiteY21" fmla="*/ 42672 h 213360"/>
                <a:gd name="connsiteX22" fmla="*/ 853821 w 1554861"/>
                <a:gd name="connsiteY22" fmla="*/ 85344 h 213360"/>
                <a:gd name="connsiteX23" fmla="*/ 884301 w 1554861"/>
                <a:gd name="connsiteY23" fmla="*/ 121920 h 213360"/>
                <a:gd name="connsiteX24" fmla="*/ 908685 w 1554861"/>
                <a:gd name="connsiteY24" fmla="*/ 158496 h 213360"/>
                <a:gd name="connsiteX25" fmla="*/ 920877 w 1554861"/>
                <a:gd name="connsiteY25" fmla="*/ 176784 h 213360"/>
                <a:gd name="connsiteX26" fmla="*/ 1085469 w 1554861"/>
                <a:gd name="connsiteY26" fmla="*/ 170688 h 213360"/>
                <a:gd name="connsiteX27" fmla="*/ 1109853 w 1554861"/>
                <a:gd name="connsiteY27" fmla="*/ 158496 h 213360"/>
                <a:gd name="connsiteX28" fmla="*/ 1128141 w 1554861"/>
                <a:gd name="connsiteY28" fmla="*/ 152400 h 213360"/>
                <a:gd name="connsiteX29" fmla="*/ 1189101 w 1554861"/>
                <a:gd name="connsiteY29" fmla="*/ 134112 h 213360"/>
                <a:gd name="connsiteX30" fmla="*/ 1207389 w 1554861"/>
                <a:gd name="connsiteY30" fmla="*/ 128016 h 213360"/>
                <a:gd name="connsiteX31" fmla="*/ 1225677 w 1554861"/>
                <a:gd name="connsiteY31" fmla="*/ 115824 h 213360"/>
                <a:gd name="connsiteX32" fmla="*/ 1250061 w 1554861"/>
                <a:gd name="connsiteY32" fmla="*/ 103632 h 213360"/>
                <a:gd name="connsiteX33" fmla="*/ 1268349 w 1554861"/>
                <a:gd name="connsiteY33" fmla="*/ 85344 h 213360"/>
                <a:gd name="connsiteX34" fmla="*/ 1371981 w 1554861"/>
                <a:gd name="connsiteY34" fmla="*/ 18288 h 213360"/>
                <a:gd name="connsiteX35" fmla="*/ 1408557 w 1554861"/>
                <a:gd name="connsiteY35" fmla="*/ 0 h 213360"/>
                <a:gd name="connsiteX36" fmla="*/ 1463421 w 1554861"/>
                <a:gd name="connsiteY36" fmla="*/ 6096 h 213360"/>
                <a:gd name="connsiteX37" fmla="*/ 1487805 w 1554861"/>
                <a:gd name="connsiteY37" fmla="*/ 18288 h 213360"/>
                <a:gd name="connsiteX38" fmla="*/ 1512189 w 1554861"/>
                <a:gd name="connsiteY38" fmla="*/ 24384 h 213360"/>
                <a:gd name="connsiteX39" fmla="*/ 1554861 w 1554861"/>
                <a:gd name="connsiteY39" fmla="*/ 42672 h 213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554861" h="213360">
                  <a:moveTo>
                    <a:pt x="0" y="78867"/>
                  </a:moveTo>
                  <a:cubicBezTo>
                    <a:pt x="52832" y="127635"/>
                    <a:pt x="73470" y="143193"/>
                    <a:pt x="91821" y="158496"/>
                  </a:cubicBezTo>
                  <a:cubicBezTo>
                    <a:pt x="110173" y="173800"/>
                    <a:pt x="104481" y="165998"/>
                    <a:pt x="110109" y="170688"/>
                  </a:cubicBezTo>
                  <a:cubicBezTo>
                    <a:pt x="116732" y="176207"/>
                    <a:pt x="121382" y="183965"/>
                    <a:pt x="128397" y="188976"/>
                  </a:cubicBezTo>
                  <a:cubicBezTo>
                    <a:pt x="135792" y="194258"/>
                    <a:pt x="144891" y="196659"/>
                    <a:pt x="152781" y="201168"/>
                  </a:cubicBezTo>
                  <a:cubicBezTo>
                    <a:pt x="159142" y="204803"/>
                    <a:pt x="164973" y="209296"/>
                    <a:pt x="171069" y="213360"/>
                  </a:cubicBezTo>
                  <a:cubicBezTo>
                    <a:pt x="180092" y="212071"/>
                    <a:pt x="239039" y="203987"/>
                    <a:pt x="250317" y="201168"/>
                  </a:cubicBezTo>
                  <a:cubicBezTo>
                    <a:pt x="262785" y="198051"/>
                    <a:pt x="286893" y="188976"/>
                    <a:pt x="286893" y="188976"/>
                  </a:cubicBezTo>
                  <a:cubicBezTo>
                    <a:pt x="301306" y="174563"/>
                    <a:pt x="311318" y="162827"/>
                    <a:pt x="329565" y="152400"/>
                  </a:cubicBezTo>
                  <a:cubicBezTo>
                    <a:pt x="340403" y="146207"/>
                    <a:pt x="369414" y="142438"/>
                    <a:pt x="378333" y="140208"/>
                  </a:cubicBezTo>
                  <a:cubicBezTo>
                    <a:pt x="384567" y="138650"/>
                    <a:pt x="390442" y="135877"/>
                    <a:pt x="396621" y="134112"/>
                  </a:cubicBezTo>
                  <a:cubicBezTo>
                    <a:pt x="404677" y="131810"/>
                    <a:pt x="412949" y="130318"/>
                    <a:pt x="421005" y="128016"/>
                  </a:cubicBezTo>
                  <a:cubicBezTo>
                    <a:pt x="427184" y="126251"/>
                    <a:pt x="432907" y="122630"/>
                    <a:pt x="439293" y="121920"/>
                  </a:cubicBezTo>
                  <a:cubicBezTo>
                    <a:pt x="469654" y="118547"/>
                    <a:pt x="500253" y="117856"/>
                    <a:pt x="530733" y="115824"/>
                  </a:cubicBezTo>
                  <a:cubicBezTo>
                    <a:pt x="536829" y="113792"/>
                    <a:pt x="543404" y="112849"/>
                    <a:pt x="549021" y="109728"/>
                  </a:cubicBezTo>
                  <a:cubicBezTo>
                    <a:pt x="561830" y="102612"/>
                    <a:pt x="571696" y="89978"/>
                    <a:pt x="585597" y="85344"/>
                  </a:cubicBezTo>
                  <a:lnTo>
                    <a:pt x="603885" y="79248"/>
                  </a:lnTo>
                  <a:cubicBezTo>
                    <a:pt x="605287" y="78196"/>
                    <a:pt x="640614" y="50996"/>
                    <a:pt x="646557" y="48768"/>
                  </a:cubicBezTo>
                  <a:cubicBezTo>
                    <a:pt x="656259" y="45130"/>
                    <a:pt x="666877" y="44704"/>
                    <a:pt x="677037" y="42672"/>
                  </a:cubicBezTo>
                  <a:cubicBezTo>
                    <a:pt x="696869" y="32756"/>
                    <a:pt x="708266" y="24384"/>
                    <a:pt x="731901" y="24384"/>
                  </a:cubicBezTo>
                  <a:cubicBezTo>
                    <a:pt x="748284" y="24384"/>
                    <a:pt x="764413" y="28448"/>
                    <a:pt x="780669" y="30480"/>
                  </a:cubicBezTo>
                  <a:cubicBezTo>
                    <a:pt x="786765" y="34544"/>
                    <a:pt x="793096" y="38276"/>
                    <a:pt x="798957" y="42672"/>
                  </a:cubicBezTo>
                  <a:cubicBezTo>
                    <a:pt x="817492" y="56573"/>
                    <a:pt x="853821" y="85344"/>
                    <a:pt x="853821" y="85344"/>
                  </a:cubicBezTo>
                  <a:cubicBezTo>
                    <a:pt x="887102" y="151905"/>
                    <a:pt x="844091" y="75966"/>
                    <a:pt x="884301" y="121920"/>
                  </a:cubicBezTo>
                  <a:cubicBezTo>
                    <a:pt x="893950" y="132947"/>
                    <a:pt x="900557" y="146304"/>
                    <a:pt x="908685" y="158496"/>
                  </a:cubicBezTo>
                  <a:lnTo>
                    <a:pt x="920877" y="176784"/>
                  </a:lnTo>
                  <a:cubicBezTo>
                    <a:pt x="975741" y="174752"/>
                    <a:pt x="1030823" y="175976"/>
                    <a:pt x="1085469" y="170688"/>
                  </a:cubicBezTo>
                  <a:cubicBezTo>
                    <a:pt x="1094514" y="169813"/>
                    <a:pt x="1101500" y="162076"/>
                    <a:pt x="1109853" y="158496"/>
                  </a:cubicBezTo>
                  <a:cubicBezTo>
                    <a:pt x="1115759" y="155965"/>
                    <a:pt x="1121962" y="154165"/>
                    <a:pt x="1128141" y="152400"/>
                  </a:cubicBezTo>
                  <a:cubicBezTo>
                    <a:pt x="1192632" y="133974"/>
                    <a:pt x="1102181" y="163085"/>
                    <a:pt x="1189101" y="134112"/>
                  </a:cubicBezTo>
                  <a:cubicBezTo>
                    <a:pt x="1195197" y="132080"/>
                    <a:pt x="1202042" y="131580"/>
                    <a:pt x="1207389" y="128016"/>
                  </a:cubicBezTo>
                  <a:cubicBezTo>
                    <a:pt x="1213485" y="123952"/>
                    <a:pt x="1219316" y="119459"/>
                    <a:pt x="1225677" y="115824"/>
                  </a:cubicBezTo>
                  <a:cubicBezTo>
                    <a:pt x="1233567" y="111315"/>
                    <a:pt x="1242666" y="108914"/>
                    <a:pt x="1250061" y="103632"/>
                  </a:cubicBezTo>
                  <a:cubicBezTo>
                    <a:pt x="1257076" y="98621"/>
                    <a:pt x="1261286" y="90288"/>
                    <a:pt x="1268349" y="85344"/>
                  </a:cubicBezTo>
                  <a:cubicBezTo>
                    <a:pt x="1302056" y="61749"/>
                    <a:pt x="1337483" y="40711"/>
                    <a:pt x="1371981" y="18288"/>
                  </a:cubicBezTo>
                  <a:cubicBezTo>
                    <a:pt x="1396859" y="2117"/>
                    <a:pt x="1382227" y="8777"/>
                    <a:pt x="1408557" y="0"/>
                  </a:cubicBezTo>
                  <a:cubicBezTo>
                    <a:pt x="1426845" y="2032"/>
                    <a:pt x="1445492" y="1958"/>
                    <a:pt x="1463421" y="6096"/>
                  </a:cubicBezTo>
                  <a:cubicBezTo>
                    <a:pt x="1472276" y="8139"/>
                    <a:pt x="1479296" y="15097"/>
                    <a:pt x="1487805" y="18288"/>
                  </a:cubicBezTo>
                  <a:cubicBezTo>
                    <a:pt x="1495650" y="21230"/>
                    <a:pt x="1504061" y="22352"/>
                    <a:pt x="1512189" y="24384"/>
                  </a:cubicBezTo>
                  <a:cubicBezTo>
                    <a:pt x="1544333" y="45813"/>
                    <a:pt x="1515496" y="29550"/>
                    <a:pt x="1554861" y="42672"/>
                  </a:cubicBezTo>
                </a:path>
              </a:pathLst>
            </a:custGeom>
            <a:noFill/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85ADAE0-7DF7-3BBD-0214-A53D64E0B493}"/>
                    </a:ext>
                  </a:extLst>
                </p:cNvPr>
                <p:cNvSpPr txBox="1"/>
                <p:nvPr/>
              </p:nvSpPr>
              <p:spPr>
                <a:xfrm>
                  <a:off x="10242810" y="2165723"/>
                  <a:ext cx="3679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85ADAE0-7DF7-3BBD-0214-A53D64E0B4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42810" y="2165723"/>
                  <a:ext cx="367986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E786F4C5-F33C-BCC9-9989-04FA3BC8BA82}"/>
                </a:ext>
              </a:extLst>
            </p:cNvPr>
            <p:cNvSpPr/>
            <p:nvPr/>
          </p:nvSpPr>
          <p:spPr>
            <a:xfrm>
              <a:off x="10297317" y="2287310"/>
              <a:ext cx="45719" cy="4571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A6C4A01-3B71-322F-7D08-824F7625162D}"/>
              </a:ext>
            </a:extLst>
          </p:cNvPr>
          <p:cNvGrpSpPr/>
          <p:nvPr/>
        </p:nvGrpSpPr>
        <p:grpSpPr>
          <a:xfrm>
            <a:off x="5586991" y="1862434"/>
            <a:ext cx="3268754" cy="2253494"/>
            <a:chOff x="1679454" y="-461092"/>
            <a:chExt cx="5572540" cy="3841734"/>
          </a:xfrm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E842CB8-0EDA-075D-EBA6-C201F7CB6EEF}"/>
                </a:ext>
              </a:extLst>
            </p:cNvPr>
            <p:cNvSpPr/>
            <p:nvPr/>
          </p:nvSpPr>
          <p:spPr>
            <a:xfrm>
              <a:off x="1833188" y="1071197"/>
              <a:ext cx="1109356" cy="613848"/>
            </a:xfrm>
            <a:custGeom>
              <a:avLst/>
              <a:gdLst>
                <a:gd name="connsiteX0" fmla="*/ 0 w 9433249"/>
                <a:gd name="connsiteY0" fmla="*/ 0 h 524408"/>
                <a:gd name="connsiteX1" fmla="*/ 1101013 w 9433249"/>
                <a:gd name="connsiteY1" fmla="*/ 485191 h 524408"/>
                <a:gd name="connsiteX2" fmla="*/ 4646645 w 9433249"/>
                <a:gd name="connsiteY2" fmla="*/ 494522 h 524408"/>
                <a:gd name="connsiteX3" fmla="*/ 8192278 w 9433249"/>
                <a:gd name="connsiteY3" fmla="*/ 494522 h 524408"/>
                <a:gd name="connsiteX4" fmla="*/ 9433249 w 9433249"/>
                <a:gd name="connsiteY4" fmla="*/ 494522 h 524408"/>
                <a:gd name="connsiteX0" fmla="*/ 0 w 9433249"/>
                <a:gd name="connsiteY0" fmla="*/ 0 h 524408"/>
                <a:gd name="connsiteX1" fmla="*/ 1101013 w 9433249"/>
                <a:gd name="connsiteY1" fmla="*/ 485191 h 524408"/>
                <a:gd name="connsiteX2" fmla="*/ 4646645 w 9433249"/>
                <a:gd name="connsiteY2" fmla="*/ 494522 h 524408"/>
                <a:gd name="connsiteX3" fmla="*/ 9433249 w 9433249"/>
                <a:gd name="connsiteY3" fmla="*/ 494522 h 524408"/>
                <a:gd name="connsiteX0" fmla="*/ 0 w 9433249"/>
                <a:gd name="connsiteY0" fmla="*/ 0 h 523927"/>
                <a:gd name="connsiteX1" fmla="*/ 1101013 w 9433249"/>
                <a:gd name="connsiteY1" fmla="*/ 485191 h 523927"/>
                <a:gd name="connsiteX2" fmla="*/ 9433249 w 9433249"/>
                <a:gd name="connsiteY2" fmla="*/ 494522 h 523927"/>
                <a:gd name="connsiteX0" fmla="*/ 0 w 2475604"/>
                <a:gd name="connsiteY0" fmla="*/ 120944 h 607088"/>
                <a:gd name="connsiteX1" fmla="*/ 1101013 w 2475604"/>
                <a:gd name="connsiteY1" fmla="*/ 606135 h 607088"/>
                <a:gd name="connsiteX2" fmla="*/ 2475604 w 2475604"/>
                <a:gd name="connsiteY2" fmla="*/ 4 h 607088"/>
                <a:gd name="connsiteX0" fmla="*/ 0 w 2475604"/>
                <a:gd name="connsiteY0" fmla="*/ 120940 h 607084"/>
                <a:gd name="connsiteX1" fmla="*/ 1101013 w 2475604"/>
                <a:gd name="connsiteY1" fmla="*/ 606131 h 607084"/>
                <a:gd name="connsiteX2" fmla="*/ 2475604 w 2475604"/>
                <a:gd name="connsiteY2" fmla="*/ 0 h 607084"/>
                <a:gd name="connsiteX0" fmla="*/ 0 w 2305619"/>
                <a:gd name="connsiteY0" fmla="*/ 296787 h 786921"/>
                <a:gd name="connsiteX1" fmla="*/ 1101013 w 2305619"/>
                <a:gd name="connsiteY1" fmla="*/ 781978 h 786921"/>
                <a:gd name="connsiteX2" fmla="*/ 2305619 w 2305619"/>
                <a:gd name="connsiteY2" fmla="*/ 0 h 786921"/>
                <a:gd name="connsiteX0" fmla="*/ 0 w 2405266"/>
                <a:gd name="connsiteY0" fmla="*/ 367125 h 790677"/>
                <a:gd name="connsiteX1" fmla="*/ 1200660 w 2405266"/>
                <a:gd name="connsiteY1" fmla="*/ 781978 h 790677"/>
                <a:gd name="connsiteX2" fmla="*/ 2405266 w 2405266"/>
                <a:gd name="connsiteY2" fmla="*/ 0 h 790677"/>
                <a:gd name="connsiteX0" fmla="*/ 0 w 2405266"/>
                <a:gd name="connsiteY0" fmla="*/ 367125 h 678116"/>
                <a:gd name="connsiteX1" fmla="*/ 1106876 w 2405266"/>
                <a:gd name="connsiteY1" fmla="*/ 664748 h 678116"/>
                <a:gd name="connsiteX2" fmla="*/ 2405266 w 2405266"/>
                <a:gd name="connsiteY2" fmla="*/ 0 h 678116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683586"/>
                <a:gd name="connsiteX1" fmla="*/ 960337 w 1608096"/>
                <a:gd name="connsiteY1" fmla="*/ 664749 h 683586"/>
                <a:gd name="connsiteX2" fmla="*/ 1608096 w 1608096"/>
                <a:gd name="connsiteY2" fmla="*/ 0 h 683586"/>
                <a:gd name="connsiteX0" fmla="*/ 0 w 1608096"/>
                <a:gd name="connsiteY0" fmla="*/ 408156 h 408156"/>
                <a:gd name="connsiteX1" fmla="*/ 1608096 w 1608096"/>
                <a:gd name="connsiteY1" fmla="*/ 0 h 408156"/>
                <a:gd name="connsiteX0" fmla="*/ 0 w 1461557"/>
                <a:gd name="connsiteY0" fmla="*/ 683648 h 683648"/>
                <a:gd name="connsiteX1" fmla="*/ 1461557 w 1461557"/>
                <a:gd name="connsiteY1" fmla="*/ 0 h 683648"/>
                <a:gd name="connsiteX0" fmla="*/ 0 w 1520172"/>
                <a:gd name="connsiteY0" fmla="*/ 736403 h 736403"/>
                <a:gd name="connsiteX1" fmla="*/ 1520172 w 1520172"/>
                <a:gd name="connsiteY1" fmla="*/ 0 h 736403"/>
                <a:gd name="connsiteX0" fmla="*/ 0 w 1479141"/>
                <a:gd name="connsiteY0" fmla="*/ 818464 h 818464"/>
                <a:gd name="connsiteX1" fmla="*/ 1479141 w 1479141"/>
                <a:gd name="connsiteY1" fmla="*/ 0 h 818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79141" h="818464">
                  <a:moveTo>
                    <a:pt x="0" y="818464"/>
                  </a:moveTo>
                  <a:lnTo>
                    <a:pt x="1479141" y="0"/>
                  </a:ln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8F1BE7A7-A59D-A58B-FEEE-E7B2ECBB4213}"/>
                </a:ext>
              </a:extLst>
            </p:cNvPr>
            <p:cNvSpPr/>
            <p:nvPr/>
          </p:nvSpPr>
          <p:spPr>
            <a:xfrm>
              <a:off x="1819999" y="464532"/>
              <a:ext cx="1122545" cy="741308"/>
            </a:xfrm>
            <a:custGeom>
              <a:avLst/>
              <a:gdLst>
                <a:gd name="connsiteX0" fmla="*/ 0 w 9433249"/>
                <a:gd name="connsiteY0" fmla="*/ 0 h 524408"/>
                <a:gd name="connsiteX1" fmla="*/ 1101013 w 9433249"/>
                <a:gd name="connsiteY1" fmla="*/ 485191 h 524408"/>
                <a:gd name="connsiteX2" fmla="*/ 4646645 w 9433249"/>
                <a:gd name="connsiteY2" fmla="*/ 494522 h 524408"/>
                <a:gd name="connsiteX3" fmla="*/ 8192278 w 9433249"/>
                <a:gd name="connsiteY3" fmla="*/ 494522 h 524408"/>
                <a:gd name="connsiteX4" fmla="*/ 9433249 w 9433249"/>
                <a:gd name="connsiteY4" fmla="*/ 494522 h 524408"/>
                <a:gd name="connsiteX0" fmla="*/ 0 w 9433249"/>
                <a:gd name="connsiteY0" fmla="*/ 0 h 524408"/>
                <a:gd name="connsiteX1" fmla="*/ 1101013 w 9433249"/>
                <a:gd name="connsiteY1" fmla="*/ 485191 h 524408"/>
                <a:gd name="connsiteX2" fmla="*/ 4646645 w 9433249"/>
                <a:gd name="connsiteY2" fmla="*/ 494522 h 524408"/>
                <a:gd name="connsiteX3" fmla="*/ 9433249 w 9433249"/>
                <a:gd name="connsiteY3" fmla="*/ 494522 h 524408"/>
                <a:gd name="connsiteX0" fmla="*/ 0 w 9433249"/>
                <a:gd name="connsiteY0" fmla="*/ 0 h 523927"/>
                <a:gd name="connsiteX1" fmla="*/ 1101013 w 9433249"/>
                <a:gd name="connsiteY1" fmla="*/ 485191 h 523927"/>
                <a:gd name="connsiteX2" fmla="*/ 9433249 w 9433249"/>
                <a:gd name="connsiteY2" fmla="*/ 494522 h 523927"/>
                <a:gd name="connsiteX0" fmla="*/ 0 w 2475604"/>
                <a:gd name="connsiteY0" fmla="*/ 120944 h 607088"/>
                <a:gd name="connsiteX1" fmla="*/ 1101013 w 2475604"/>
                <a:gd name="connsiteY1" fmla="*/ 606135 h 607088"/>
                <a:gd name="connsiteX2" fmla="*/ 2475604 w 2475604"/>
                <a:gd name="connsiteY2" fmla="*/ 4 h 607088"/>
                <a:gd name="connsiteX0" fmla="*/ 0 w 2475604"/>
                <a:gd name="connsiteY0" fmla="*/ 120940 h 607084"/>
                <a:gd name="connsiteX1" fmla="*/ 1101013 w 2475604"/>
                <a:gd name="connsiteY1" fmla="*/ 606131 h 607084"/>
                <a:gd name="connsiteX2" fmla="*/ 2475604 w 2475604"/>
                <a:gd name="connsiteY2" fmla="*/ 0 h 607084"/>
                <a:gd name="connsiteX0" fmla="*/ 0 w 2305619"/>
                <a:gd name="connsiteY0" fmla="*/ 296787 h 786921"/>
                <a:gd name="connsiteX1" fmla="*/ 1101013 w 2305619"/>
                <a:gd name="connsiteY1" fmla="*/ 781978 h 786921"/>
                <a:gd name="connsiteX2" fmla="*/ 2305619 w 2305619"/>
                <a:gd name="connsiteY2" fmla="*/ 0 h 786921"/>
                <a:gd name="connsiteX0" fmla="*/ 0 w 2405266"/>
                <a:gd name="connsiteY0" fmla="*/ 367125 h 790677"/>
                <a:gd name="connsiteX1" fmla="*/ 1200660 w 2405266"/>
                <a:gd name="connsiteY1" fmla="*/ 781978 h 790677"/>
                <a:gd name="connsiteX2" fmla="*/ 2405266 w 2405266"/>
                <a:gd name="connsiteY2" fmla="*/ 0 h 790677"/>
                <a:gd name="connsiteX0" fmla="*/ 0 w 2405266"/>
                <a:gd name="connsiteY0" fmla="*/ 367125 h 678116"/>
                <a:gd name="connsiteX1" fmla="*/ 1106876 w 2405266"/>
                <a:gd name="connsiteY1" fmla="*/ 664748 h 678116"/>
                <a:gd name="connsiteX2" fmla="*/ 2405266 w 2405266"/>
                <a:gd name="connsiteY2" fmla="*/ 0 h 678116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683586"/>
                <a:gd name="connsiteX1" fmla="*/ 960337 w 1608096"/>
                <a:gd name="connsiteY1" fmla="*/ 664749 h 683586"/>
                <a:gd name="connsiteX2" fmla="*/ 1608096 w 1608096"/>
                <a:gd name="connsiteY2" fmla="*/ 0 h 683586"/>
                <a:gd name="connsiteX0" fmla="*/ 0 w 1608096"/>
                <a:gd name="connsiteY0" fmla="*/ 837225 h 864760"/>
                <a:gd name="connsiteX1" fmla="*/ 813799 w 1608096"/>
                <a:gd name="connsiteY1" fmla="*/ 3572 h 864760"/>
                <a:gd name="connsiteX2" fmla="*/ 1608096 w 1608096"/>
                <a:gd name="connsiteY2" fmla="*/ 429069 h 864760"/>
                <a:gd name="connsiteX0" fmla="*/ 0 w 1608096"/>
                <a:gd name="connsiteY0" fmla="*/ 837225 h 837225"/>
                <a:gd name="connsiteX1" fmla="*/ 813799 w 1608096"/>
                <a:gd name="connsiteY1" fmla="*/ 3572 h 837225"/>
                <a:gd name="connsiteX2" fmla="*/ 1608096 w 1608096"/>
                <a:gd name="connsiteY2" fmla="*/ 429069 h 837225"/>
                <a:gd name="connsiteX0" fmla="*/ 0 w 1608096"/>
                <a:gd name="connsiteY0" fmla="*/ 847908 h 847908"/>
                <a:gd name="connsiteX1" fmla="*/ 813799 w 1608096"/>
                <a:gd name="connsiteY1" fmla="*/ 14255 h 847908"/>
                <a:gd name="connsiteX2" fmla="*/ 1608096 w 1608096"/>
                <a:gd name="connsiteY2" fmla="*/ 439752 h 847908"/>
                <a:gd name="connsiteX0" fmla="*/ 0 w 1496727"/>
                <a:gd name="connsiteY0" fmla="*/ 1101757 h 1101757"/>
                <a:gd name="connsiteX1" fmla="*/ 702430 w 1496727"/>
                <a:gd name="connsiteY1" fmla="*/ 27782 h 1101757"/>
                <a:gd name="connsiteX2" fmla="*/ 1496727 w 1496727"/>
                <a:gd name="connsiteY2" fmla="*/ 453279 h 1101757"/>
                <a:gd name="connsiteX0" fmla="*/ 0 w 1496727"/>
                <a:gd name="connsiteY0" fmla="*/ 1101757 h 1101757"/>
                <a:gd name="connsiteX1" fmla="*/ 702430 w 1496727"/>
                <a:gd name="connsiteY1" fmla="*/ 27782 h 1101757"/>
                <a:gd name="connsiteX2" fmla="*/ 1496727 w 1496727"/>
                <a:gd name="connsiteY2" fmla="*/ 453279 h 1101757"/>
                <a:gd name="connsiteX0" fmla="*/ 0 w 1496727"/>
                <a:gd name="connsiteY0" fmla="*/ 998154 h 998154"/>
                <a:gd name="connsiteX1" fmla="*/ 761044 w 1496727"/>
                <a:gd name="connsiteY1" fmla="*/ 41410 h 998154"/>
                <a:gd name="connsiteX2" fmla="*/ 1496727 w 1496727"/>
                <a:gd name="connsiteY2" fmla="*/ 349676 h 998154"/>
                <a:gd name="connsiteX0" fmla="*/ 0 w 1496727"/>
                <a:gd name="connsiteY0" fmla="*/ 988409 h 988409"/>
                <a:gd name="connsiteX1" fmla="*/ 702429 w 1496727"/>
                <a:gd name="connsiteY1" fmla="*/ 43388 h 988409"/>
                <a:gd name="connsiteX2" fmla="*/ 1496727 w 1496727"/>
                <a:gd name="connsiteY2" fmla="*/ 339931 h 988409"/>
                <a:gd name="connsiteX0" fmla="*/ 0 w 1496727"/>
                <a:gd name="connsiteY0" fmla="*/ 988409 h 988409"/>
                <a:gd name="connsiteX1" fmla="*/ 702429 w 1496727"/>
                <a:gd name="connsiteY1" fmla="*/ 43388 h 988409"/>
                <a:gd name="connsiteX2" fmla="*/ 1496727 w 1496727"/>
                <a:gd name="connsiteY2" fmla="*/ 339931 h 9884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96727" h="988409">
                  <a:moveTo>
                    <a:pt x="0" y="988409"/>
                  </a:moveTo>
                  <a:cubicBezTo>
                    <a:pt x="28472" y="486410"/>
                    <a:pt x="452975" y="151468"/>
                    <a:pt x="702429" y="43388"/>
                  </a:cubicBezTo>
                  <a:cubicBezTo>
                    <a:pt x="951883" y="-64692"/>
                    <a:pt x="1355184" y="27328"/>
                    <a:pt x="1496727" y="33993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86F5DBD7-2B98-51FD-983E-5E1F4197232D}"/>
                </a:ext>
              </a:extLst>
            </p:cNvPr>
            <p:cNvSpPr/>
            <p:nvPr/>
          </p:nvSpPr>
          <p:spPr>
            <a:xfrm>
              <a:off x="1833188" y="1557505"/>
              <a:ext cx="1122545" cy="765400"/>
            </a:xfrm>
            <a:custGeom>
              <a:avLst/>
              <a:gdLst>
                <a:gd name="connsiteX0" fmla="*/ 0 w 9433249"/>
                <a:gd name="connsiteY0" fmla="*/ 0 h 524408"/>
                <a:gd name="connsiteX1" fmla="*/ 1101013 w 9433249"/>
                <a:gd name="connsiteY1" fmla="*/ 485191 h 524408"/>
                <a:gd name="connsiteX2" fmla="*/ 4646645 w 9433249"/>
                <a:gd name="connsiteY2" fmla="*/ 494522 h 524408"/>
                <a:gd name="connsiteX3" fmla="*/ 8192278 w 9433249"/>
                <a:gd name="connsiteY3" fmla="*/ 494522 h 524408"/>
                <a:gd name="connsiteX4" fmla="*/ 9433249 w 9433249"/>
                <a:gd name="connsiteY4" fmla="*/ 494522 h 524408"/>
                <a:gd name="connsiteX0" fmla="*/ 0 w 9433249"/>
                <a:gd name="connsiteY0" fmla="*/ 0 h 524408"/>
                <a:gd name="connsiteX1" fmla="*/ 1101013 w 9433249"/>
                <a:gd name="connsiteY1" fmla="*/ 485191 h 524408"/>
                <a:gd name="connsiteX2" fmla="*/ 4646645 w 9433249"/>
                <a:gd name="connsiteY2" fmla="*/ 494522 h 524408"/>
                <a:gd name="connsiteX3" fmla="*/ 9433249 w 9433249"/>
                <a:gd name="connsiteY3" fmla="*/ 494522 h 524408"/>
                <a:gd name="connsiteX0" fmla="*/ 0 w 9433249"/>
                <a:gd name="connsiteY0" fmla="*/ 0 h 523927"/>
                <a:gd name="connsiteX1" fmla="*/ 1101013 w 9433249"/>
                <a:gd name="connsiteY1" fmla="*/ 485191 h 523927"/>
                <a:gd name="connsiteX2" fmla="*/ 9433249 w 9433249"/>
                <a:gd name="connsiteY2" fmla="*/ 494522 h 523927"/>
                <a:gd name="connsiteX0" fmla="*/ 0 w 2475604"/>
                <a:gd name="connsiteY0" fmla="*/ 120944 h 607088"/>
                <a:gd name="connsiteX1" fmla="*/ 1101013 w 2475604"/>
                <a:gd name="connsiteY1" fmla="*/ 606135 h 607088"/>
                <a:gd name="connsiteX2" fmla="*/ 2475604 w 2475604"/>
                <a:gd name="connsiteY2" fmla="*/ 4 h 607088"/>
                <a:gd name="connsiteX0" fmla="*/ 0 w 2475604"/>
                <a:gd name="connsiteY0" fmla="*/ 120940 h 607084"/>
                <a:gd name="connsiteX1" fmla="*/ 1101013 w 2475604"/>
                <a:gd name="connsiteY1" fmla="*/ 606131 h 607084"/>
                <a:gd name="connsiteX2" fmla="*/ 2475604 w 2475604"/>
                <a:gd name="connsiteY2" fmla="*/ 0 h 607084"/>
                <a:gd name="connsiteX0" fmla="*/ 0 w 2305619"/>
                <a:gd name="connsiteY0" fmla="*/ 296787 h 786921"/>
                <a:gd name="connsiteX1" fmla="*/ 1101013 w 2305619"/>
                <a:gd name="connsiteY1" fmla="*/ 781978 h 786921"/>
                <a:gd name="connsiteX2" fmla="*/ 2305619 w 2305619"/>
                <a:gd name="connsiteY2" fmla="*/ 0 h 786921"/>
                <a:gd name="connsiteX0" fmla="*/ 0 w 2405266"/>
                <a:gd name="connsiteY0" fmla="*/ 367125 h 790677"/>
                <a:gd name="connsiteX1" fmla="*/ 1200660 w 2405266"/>
                <a:gd name="connsiteY1" fmla="*/ 781978 h 790677"/>
                <a:gd name="connsiteX2" fmla="*/ 2405266 w 2405266"/>
                <a:gd name="connsiteY2" fmla="*/ 0 h 790677"/>
                <a:gd name="connsiteX0" fmla="*/ 0 w 2405266"/>
                <a:gd name="connsiteY0" fmla="*/ 367125 h 678116"/>
                <a:gd name="connsiteX1" fmla="*/ 1106876 w 2405266"/>
                <a:gd name="connsiteY1" fmla="*/ 664748 h 678116"/>
                <a:gd name="connsiteX2" fmla="*/ 2405266 w 2405266"/>
                <a:gd name="connsiteY2" fmla="*/ 0 h 678116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683586"/>
                <a:gd name="connsiteX1" fmla="*/ 960337 w 1608096"/>
                <a:gd name="connsiteY1" fmla="*/ 664749 h 683586"/>
                <a:gd name="connsiteX2" fmla="*/ 1608096 w 1608096"/>
                <a:gd name="connsiteY2" fmla="*/ 0 h 683586"/>
                <a:gd name="connsiteX0" fmla="*/ 0 w 1608096"/>
                <a:gd name="connsiteY0" fmla="*/ 837225 h 864760"/>
                <a:gd name="connsiteX1" fmla="*/ 813799 w 1608096"/>
                <a:gd name="connsiteY1" fmla="*/ 3572 h 864760"/>
                <a:gd name="connsiteX2" fmla="*/ 1608096 w 1608096"/>
                <a:gd name="connsiteY2" fmla="*/ 429069 h 864760"/>
                <a:gd name="connsiteX0" fmla="*/ 0 w 1608096"/>
                <a:gd name="connsiteY0" fmla="*/ 837225 h 837225"/>
                <a:gd name="connsiteX1" fmla="*/ 813799 w 1608096"/>
                <a:gd name="connsiteY1" fmla="*/ 3572 h 837225"/>
                <a:gd name="connsiteX2" fmla="*/ 1608096 w 1608096"/>
                <a:gd name="connsiteY2" fmla="*/ 429069 h 837225"/>
                <a:gd name="connsiteX0" fmla="*/ 0 w 1608096"/>
                <a:gd name="connsiteY0" fmla="*/ 847908 h 847908"/>
                <a:gd name="connsiteX1" fmla="*/ 813799 w 1608096"/>
                <a:gd name="connsiteY1" fmla="*/ 14255 h 847908"/>
                <a:gd name="connsiteX2" fmla="*/ 1608096 w 1608096"/>
                <a:gd name="connsiteY2" fmla="*/ 439752 h 847908"/>
                <a:gd name="connsiteX0" fmla="*/ 0 w 1496727"/>
                <a:gd name="connsiteY0" fmla="*/ 1101757 h 1101757"/>
                <a:gd name="connsiteX1" fmla="*/ 702430 w 1496727"/>
                <a:gd name="connsiteY1" fmla="*/ 27782 h 1101757"/>
                <a:gd name="connsiteX2" fmla="*/ 1496727 w 1496727"/>
                <a:gd name="connsiteY2" fmla="*/ 453279 h 1101757"/>
                <a:gd name="connsiteX0" fmla="*/ 0 w 1496727"/>
                <a:gd name="connsiteY0" fmla="*/ 1101757 h 1101757"/>
                <a:gd name="connsiteX1" fmla="*/ 702430 w 1496727"/>
                <a:gd name="connsiteY1" fmla="*/ 27782 h 1101757"/>
                <a:gd name="connsiteX2" fmla="*/ 1496727 w 1496727"/>
                <a:gd name="connsiteY2" fmla="*/ 453279 h 1101757"/>
                <a:gd name="connsiteX0" fmla="*/ 0 w 1496727"/>
                <a:gd name="connsiteY0" fmla="*/ 998154 h 998154"/>
                <a:gd name="connsiteX1" fmla="*/ 761044 w 1496727"/>
                <a:gd name="connsiteY1" fmla="*/ 41410 h 998154"/>
                <a:gd name="connsiteX2" fmla="*/ 1496727 w 1496727"/>
                <a:gd name="connsiteY2" fmla="*/ 349676 h 998154"/>
                <a:gd name="connsiteX0" fmla="*/ 0 w 1496727"/>
                <a:gd name="connsiteY0" fmla="*/ 988409 h 988409"/>
                <a:gd name="connsiteX1" fmla="*/ 702429 w 1496727"/>
                <a:gd name="connsiteY1" fmla="*/ 43388 h 988409"/>
                <a:gd name="connsiteX2" fmla="*/ 1496727 w 1496727"/>
                <a:gd name="connsiteY2" fmla="*/ 339931 h 988409"/>
                <a:gd name="connsiteX0" fmla="*/ 0 w 1496727"/>
                <a:gd name="connsiteY0" fmla="*/ 988409 h 988409"/>
                <a:gd name="connsiteX1" fmla="*/ 702429 w 1496727"/>
                <a:gd name="connsiteY1" fmla="*/ 43388 h 988409"/>
                <a:gd name="connsiteX2" fmla="*/ 1496727 w 1496727"/>
                <a:gd name="connsiteY2" fmla="*/ 339931 h 988409"/>
                <a:gd name="connsiteX0" fmla="*/ 0 w 1496727"/>
                <a:gd name="connsiteY0" fmla="*/ 700797 h 1042301"/>
                <a:gd name="connsiteX1" fmla="*/ 784491 w 1496727"/>
                <a:gd name="connsiteY1" fmla="*/ 1033590 h 1042301"/>
                <a:gd name="connsiteX2" fmla="*/ 1496727 w 1496727"/>
                <a:gd name="connsiteY2" fmla="*/ 52319 h 1042301"/>
                <a:gd name="connsiteX0" fmla="*/ 0 w 1496727"/>
                <a:gd name="connsiteY0" fmla="*/ 700797 h 1072850"/>
                <a:gd name="connsiteX1" fmla="*/ 784491 w 1496727"/>
                <a:gd name="connsiteY1" fmla="*/ 1033590 h 1072850"/>
                <a:gd name="connsiteX2" fmla="*/ 1496727 w 1496727"/>
                <a:gd name="connsiteY2" fmla="*/ 52319 h 1072850"/>
                <a:gd name="connsiteX0" fmla="*/ 0 w 1496727"/>
                <a:gd name="connsiteY0" fmla="*/ 648478 h 1020531"/>
                <a:gd name="connsiteX1" fmla="*/ 784491 w 1496727"/>
                <a:gd name="connsiteY1" fmla="*/ 981271 h 1020531"/>
                <a:gd name="connsiteX2" fmla="*/ 1496727 w 1496727"/>
                <a:gd name="connsiteY2" fmla="*/ 0 h 1020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96727" h="1020531">
                  <a:moveTo>
                    <a:pt x="0" y="648478"/>
                  </a:moveTo>
                  <a:cubicBezTo>
                    <a:pt x="104672" y="972955"/>
                    <a:pt x="535037" y="1089351"/>
                    <a:pt x="784491" y="981271"/>
                  </a:cubicBezTo>
                  <a:cubicBezTo>
                    <a:pt x="1033945" y="873191"/>
                    <a:pt x="1378631" y="431812"/>
                    <a:pt x="1496727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50801052-7AB2-6C51-473A-568C10212B05}"/>
                    </a:ext>
                  </a:extLst>
                </p:cNvPr>
                <p:cNvSpPr txBox="1"/>
                <p:nvPr/>
              </p:nvSpPr>
              <p:spPr>
                <a:xfrm>
                  <a:off x="2006215" y="2662238"/>
                  <a:ext cx="851209" cy="47222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50801052-7AB2-6C51-473A-568C10212B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6215" y="2662238"/>
                  <a:ext cx="851209" cy="472225"/>
                </a:xfrm>
                <a:prstGeom prst="rect">
                  <a:avLst/>
                </a:prstGeom>
                <a:blipFill>
                  <a:blip r:embed="rId6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B6FB9898-AC0E-4727-B99B-0BEE98490D06}"/>
                </a:ext>
              </a:extLst>
            </p:cNvPr>
            <p:cNvSpPr/>
            <p:nvPr/>
          </p:nvSpPr>
          <p:spPr>
            <a:xfrm>
              <a:off x="3913984" y="2712426"/>
              <a:ext cx="548740" cy="572961"/>
            </a:xfrm>
            <a:custGeom>
              <a:avLst/>
              <a:gdLst>
                <a:gd name="connsiteX0" fmla="*/ 0 w 9433249"/>
                <a:gd name="connsiteY0" fmla="*/ 0 h 524408"/>
                <a:gd name="connsiteX1" fmla="*/ 1101013 w 9433249"/>
                <a:gd name="connsiteY1" fmla="*/ 485191 h 524408"/>
                <a:gd name="connsiteX2" fmla="*/ 4646645 w 9433249"/>
                <a:gd name="connsiteY2" fmla="*/ 494522 h 524408"/>
                <a:gd name="connsiteX3" fmla="*/ 8192278 w 9433249"/>
                <a:gd name="connsiteY3" fmla="*/ 494522 h 524408"/>
                <a:gd name="connsiteX4" fmla="*/ 9433249 w 9433249"/>
                <a:gd name="connsiteY4" fmla="*/ 494522 h 524408"/>
                <a:gd name="connsiteX0" fmla="*/ 0 w 9433249"/>
                <a:gd name="connsiteY0" fmla="*/ 0 h 524408"/>
                <a:gd name="connsiteX1" fmla="*/ 1101013 w 9433249"/>
                <a:gd name="connsiteY1" fmla="*/ 485191 h 524408"/>
                <a:gd name="connsiteX2" fmla="*/ 4646645 w 9433249"/>
                <a:gd name="connsiteY2" fmla="*/ 494522 h 524408"/>
                <a:gd name="connsiteX3" fmla="*/ 9433249 w 9433249"/>
                <a:gd name="connsiteY3" fmla="*/ 494522 h 524408"/>
                <a:gd name="connsiteX0" fmla="*/ 0 w 9433249"/>
                <a:gd name="connsiteY0" fmla="*/ 0 h 523927"/>
                <a:gd name="connsiteX1" fmla="*/ 1101013 w 9433249"/>
                <a:gd name="connsiteY1" fmla="*/ 485191 h 523927"/>
                <a:gd name="connsiteX2" fmla="*/ 9433249 w 9433249"/>
                <a:gd name="connsiteY2" fmla="*/ 494522 h 523927"/>
                <a:gd name="connsiteX0" fmla="*/ 0 w 2475604"/>
                <a:gd name="connsiteY0" fmla="*/ 120944 h 607088"/>
                <a:gd name="connsiteX1" fmla="*/ 1101013 w 2475604"/>
                <a:gd name="connsiteY1" fmla="*/ 606135 h 607088"/>
                <a:gd name="connsiteX2" fmla="*/ 2475604 w 2475604"/>
                <a:gd name="connsiteY2" fmla="*/ 4 h 607088"/>
                <a:gd name="connsiteX0" fmla="*/ 0 w 2475604"/>
                <a:gd name="connsiteY0" fmla="*/ 120940 h 607084"/>
                <a:gd name="connsiteX1" fmla="*/ 1101013 w 2475604"/>
                <a:gd name="connsiteY1" fmla="*/ 606131 h 607084"/>
                <a:gd name="connsiteX2" fmla="*/ 2475604 w 2475604"/>
                <a:gd name="connsiteY2" fmla="*/ 0 h 607084"/>
                <a:gd name="connsiteX0" fmla="*/ 0 w 2305619"/>
                <a:gd name="connsiteY0" fmla="*/ 296787 h 786921"/>
                <a:gd name="connsiteX1" fmla="*/ 1101013 w 2305619"/>
                <a:gd name="connsiteY1" fmla="*/ 781978 h 786921"/>
                <a:gd name="connsiteX2" fmla="*/ 2305619 w 2305619"/>
                <a:gd name="connsiteY2" fmla="*/ 0 h 786921"/>
                <a:gd name="connsiteX0" fmla="*/ 0 w 2405266"/>
                <a:gd name="connsiteY0" fmla="*/ 367125 h 790677"/>
                <a:gd name="connsiteX1" fmla="*/ 1200660 w 2405266"/>
                <a:gd name="connsiteY1" fmla="*/ 781978 h 790677"/>
                <a:gd name="connsiteX2" fmla="*/ 2405266 w 2405266"/>
                <a:gd name="connsiteY2" fmla="*/ 0 h 790677"/>
                <a:gd name="connsiteX0" fmla="*/ 0 w 2405266"/>
                <a:gd name="connsiteY0" fmla="*/ 367125 h 678116"/>
                <a:gd name="connsiteX1" fmla="*/ 1106876 w 2405266"/>
                <a:gd name="connsiteY1" fmla="*/ 664748 h 678116"/>
                <a:gd name="connsiteX2" fmla="*/ 2405266 w 2405266"/>
                <a:gd name="connsiteY2" fmla="*/ 0 h 678116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683586"/>
                <a:gd name="connsiteX1" fmla="*/ 960337 w 1608096"/>
                <a:gd name="connsiteY1" fmla="*/ 664749 h 683586"/>
                <a:gd name="connsiteX2" fmla="*/ 1608096 w 1608096"/>
                <a:gd name="connsiteY2" fmla="*/ 0 h 683586"/>
                <a:gd name="connsiteX0" fmla="*/ 0 w 1608096"/>
                <a:gd name="connsiteY0" fmla="*/ 408156 h 408156"/>
                <a:gd name="connsiteX1" fmla="*/ 1608096 w 1608096"/>
                <a:gd name="connsiteY1" fmla="*/ 0 h 408156"/>
                <a:gd name="connsiteX0" fmla="*/ 0 w 1461557"/>
                <a:gd name="connsiteY0" fmla="*/ 683648 h 683648"/>
                <a:gd name="connsiteX1" fmla="*/ 1461557 w 1461557"/>
                <a:gd name="connsiteY1" fmla="*/ 0 h 683648"/>
                <a:gd name="connsiteX0" fmla="*/ 0 w 1520172"/>
                <a:gd name="connsiteY0" fmla="*/ 736403 h 736403"/>
                <a:gd name="connsiteX1" fmla="*/ 1520172 w 1520172"/>
                <a:gd name="connsiteY1" fmla="*/ 0 h 736403"/>
                <a:gd name="connsiteX0" fmla="*/ 0 w 1479141"/>
                <a:gd name="connsiteY0" fmla="*/ 818464 h 818464"/>
                <a:gd name="connsiteX1" fmla="*/ 1479141 w 1479141"/>
                <a:gd name="connsiteY1" fmla="*/ 0 h 818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79141" h="818464">
                  <a:moveTo>
                    <a:pt x="0" y="818464"/>
                  </a:moveTo>
                  <a:lnTo>
                    <a:pt x="1479141" y="0"/>
                  </a:ln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6FB48040-DC8F-3B2C-5745-73693624D0AF}"/>
                </a:ext>
              </a:extLst>
            </p:cNvPr>
            <p:cNvSpPr/>
            <p:nvPr/>
          </p:nvSpPr>
          <p:spPr>
            <a:xfrm>
              <a:off x="4939703" y="2712425"/>
              <a:ext cx="252155" cy="572961"/>
            </a:xfrm>
            <a:custGeom>
              <a:avLst/>
              <a:gdLst>
                <a:gd name="connsiteX0" fmla="*/ 0 w 9433249"/>
                <a:gd name="connsiteY0" fmla="*/ 0 h 524408"/>
                <a:gd name="connsiteX1" fmla="*/ 1101013 w 9433249"/>
                <a:gd name="connsiteY1" fmla="*/ 485191 h 524408"/>
                <a:gd name="connsiteX2" fmla="*/ 4646645 w 9433249"/>
                <a:gd name="connsiteY2" fmla="*/ 494522 h 524408"/>
                <a:gd name="connsiteX3" fmla="*/ 8192278 w 9433249"/>
                <a:gd name="connsiteY3" fmla="*/ 494522 h 524408"/>
                <a:gd name="connsiteX4" fmla="*/ 9433249 w 9433249"/>
                <a:gd name="connsiteY4" fmla="*/ 494522 h 524408"/>
                <a:gd name="connsiteX0" fmla="*/ 0 w 9433249"/>
                <a:gd name="connsiteY0" fmla="*/ 0 h 524408"/>
                <a:gd name="connsiteX1" fmla="*/ 1101013 w 9433249"/>
                <a:gd name="connsiteY1" fmla="*/ 485191 h 524408"/>
                <a:gd name="connsiteX2" fmla="*/ 4646645 w 9433249"/>
                <a:gd name="connsiteY2" fmla="*/ 494522 h 524408"/>
                <a:gd name="connsiteX3" fmla="*/ 9433249 w 9433249"/>
                <a:gd name="connsiteY3" fmla="*/ 494522 h 524408"/>
                <a:gd name="connsiteX0" fmla="*/ 0 w 9433249"/>
                <a:gd name="connsiteY0" fmla="*/ 0 h 523927"/>
                <a:gd name="connsiteX1" fmla="*/ 1101013 w 9433249"/>
                <a:gd name="connsiteY1" fmla="*/ 485191 h 523927"/>
                <a:gd name="connsiteX2" fmla="*/ 9433249 w 9433249"/>
                <a:gd name="connsiteY2" fmla="*/ 494522 h 523927"/>
                <a:gd name="connsiteX0" fmla="*/ 0 w 2475604"/>
                <a:gd name="connsiteY0" fmla="*/ 120944 h 607088"/>
                <a:gd name="connsiteX1" fmla="*/ 1101013 w 2475604"/>
                <a:gd name="connsiteY1" fmla="*/ 606135 h 607088"/>
                <a:gd name="connsiteX2" fmla="*/ 2475604 w 2475604"/>
                <a:gd name="connsiteY2" fmla="*/ 4 h 607088"/>
                <a:gd name="connsiteX0" fmla="*/ 0 w 2475604"/>
                <a:gd name="connsiteY0" fmla="*/ 120940 h 607084"/>
                <a:gd name="connsiteX1" fmla="*/ 1101013 w 2475604"/>
                <a:gd name="connsiteY1" fmla="*/ 606131 h 607084"/>
                <a:gd name="connsiteX2" fmla="*/ 2475604 w 2475604"/>
                <a:gd name="connsiteY2" fmla="*/ 0 h 607084"/>
                <a:gd name="connsiteX0" fmla="*/ 0 w 2305619"/>
                <a:gd name="connsiteY0" fmla="*/ 296787 h 786921"/>
                <a:gd name="connsiteX1" fmla="*/ 1101013 w 2305619"/>
                <a:gd name="connsiteY1" fmla="*/ 781978 h 786921"/>
                <a:gd name="connsiteX2" fmla="*/ 2305619 w 2305619"/>
                <a:gd name="connsiteY2" fmla="*/ 0 h 786921"/>
                <a:gd name="connsiteX0" fmla="*/ 0 w 2405266"/>
                <a:gd name="connsiteY0" fmla="*/ 367125 h 790677"/>
                <a:gd name="connsiteX1" fmla="*/ 1200660 w 2405266"/>
                <a:gd name="connsiteY1" fmla="*/ 781978 h 790677"/>
                <a:gd name="connsiteX2" fmla="*/ 2405266 w 2405266"/>
                <a:gd name="connsiteY2" fmla="*/ 0 h 790677"/>
                <a:gd name="connsiteX0" fmla="*/ 0 w 2405266"/>
                <a:gd name="connsiteY0" fmla="*/ 367125 h 678116"/>
                <a:gd name="connsiteX1" fmla="*/ 1106876 w 2405266"/>
                <a:gd name="connsiteY1" fmla="*/ 664748 h 678116"/>
                <a:gd name="connsiteX2" fmla="*/ 2405266 w 2405266"/>
                <a:gd name="connsiteY2" fmla="*/ 0 h 678116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683586"/>
                <a:gd name="connsiteX1" fmla="*/ 960337 w 1608096"/>
                <a:gd name="connsiteY1" fmla="*/ 664749 h 683586"/>
                <a:gd name="connsiteX2" fmla="*/ 1608096 w 1608096"/>
                <a:gd name="connsiteY2" fmla="*/ 0 h 683586"/>
                <a:gd name="connsiteX0" fmla="*/ 0 w 1608096"/>
                <a:gd name="connsiteY0" fmla="*/ 408156 h 408156"/>
                <a:gd name="connsiteX1" fmla="*/ 1608096 w 1608096"/>
                <a:gd name="connsiteY1" fmla="*/ 0 h 408156"/>
                <a:gd name="connsiteX0" fmla="*/ 0 w 1461557"/>
                <a:gd name="connsiteY0" fmla="*/ 683648 h 683648"/>
                <a:gd name="connsiteX1" fmla="*/ 1461557 w 1461557"/>
                <a:gd name="connsiteY1" fmla="*/ 0 h 683648"/>
                <a:gd name="connsiteX0" fmla="*/ 0 w 1520172"/>
                <a:gd name="connsiteY0" fmla="*/ 736403 h 736403"/>
                <a:gd name="connsiteX1" fmla="*/ 1520172 w 1520172"/>
                <a:gd name="connsiteY1" fmla="*/ 0 h 736403"/>
                <a:gd name="connsiteX0" fmla="*/ 0 w 1479141"/>
                <a:gd name="connsiteY0" fmla="*/ 818464 h 818464"/>
                <a:gd name="connsiteX1" fmla="*/ 1479141 w 1479141"/>
                <a:gd name="connsiteY1" fmla="*/ 0 h 818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79141" h="818464">
                  <a:moveTo>
                    <a:pt x="0" y="818464"/>
                  </a:moveTo>
                  <a:lnTo>
                    <a:pt x="1479141" y="0"/>
                  </a:ln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32A05A43-7031-3A5E-8172-D0335CEC0057}"/>
                </a:ext>
              </a:extLst>
            </p:cNvPr>
            <p:cNvSpPr/>
            <p:nvPr/>
          </p:nvSpPr>
          <p:spPr>
            <a:xfrm flipH="1">
              <a:off x="5713266" y="2712424"/>
              <a:ext cx="330819" cy="572961"/>
            </a:xfrm>
            <a:custGeom>
              <a:avLst/>
              <a:gdLst>
                <a:gd name="connsiteX0" fmla="*/ 0 w 9433249"/>
                <a:gd name="connsiteY0" fmla="*/ 0 h 524408"/>
                <a:gd name="connsiteX1" fmla="*/ 1101013 w 9433249"/>
                <a:gd name="connsiteY1" fmla="*/ 485191 h 524408"/>
                <a:gd name="connsiteX2" fmla="*/ 4646645 w 9433249"/>
                <a:gd name="connsiteY2" fmla="*/ 494522 h 524408"/>
                <a:gd name="connsiteX3" fmla="*/ 8192278 w 9433249"/>
                <a:gd name="connsiteY3" fmla="*/ 494522 h 524408"/>
                <a:gd name="connsiteX4" fmla="*/ 9433249 w 9433249"/>
                <a:gd name="connsiteY4" fmla="*/ 494522 h 524408"/>
                <a:gd name="connsiteX0" fmla="*/ 0 w 9433249"/>
                <a:gd name="connsiteY0" fmla="*/ 0 h 524408"/>
                <a:gd name="connsiteX1" fmla="*/ 1101013 w 9433249"/>
                <a:gd name="connsiteY1" fmla="*/ 485191 h 524408"/>
                <a:gd name="connsiteX2" fmla="*/ 4646645 w 9433249"/>
                <a:gd name="connsiteY2" fmla="*/ 494522 h 524408"/>
                <a:gd name="connsiteX3" fmla="*/ 9433249 w 9433249"/>
                <a:gd name="connsiteY3" fmla="*/ 494522 h 524408"/>
                <a:gd name="connsiteX0" fmla="*/ 0 w 9433249"/>
                <a:gd name="connsiteY0" fmla="*/ 0 h 523927"/>
                <a:gd name="connsiteX1" fmla="*/ 1101013 w 9433249"/>
                <a:gd name="connsiteY1" fmla="*/ 485191 h 523927"/>
                <a:gd name="connsiteX2" fmla="*/ 9433249 w 9433249"/>
                <a:gd name="connsiteY2" fmla="*/ 494522 h 523927"/>
                <a:gd name="connsiteX0" fmla="*/ 0 w 2475604"/>
                <a:gd name="connsiteY0" fmla="*/ 120944 h 607088"/>
                <a:gd name="connsiteX1" fmla="*/ 1101013 w 2475604"/>
                <a:gd name="connsiteY1" fmla="*/ 606135 h 607088"/>
                <a:gd name="connsiteX2" fmla="*/ 2475604 w 2475604"/>
                <a:gd name="connsiteY2" fmla="*/ 4 h 607088"/>
                <a:gd name="connsiteX0" fmla="*/ 0 w 2475604"/>
                <a:gd name="connsiteY0" fmla="*/ 120940 h 607084"/>
                <a:gd name="connsiteX1" fmla="*/ 1101013 w 2475604"/>
                <a:gd name="connsiteY1" fmla="*/ 606131 h 607084"/>
                <a:gd name="connsiteX2" fmla="*/ 2475604 w 2475604"/>
                <a:gd name="connsiteY2" fmla="*/ 0 h 607084"/>
                <a:gd name="connsiteX0" fmla="*/ 0 w 2305619"/>
                <a:gd name="connsiteY0" fmla="*/ 296787 h 786921"/>
                <a:gd name="connsiteX1" fmla="*/ 1101013 w 2305619"/>
                <a:gd name="connsiteY1" fmla="*/ 781978 h 786921"/>
                <a:gd name="connsiteX2" fmla="*/ 2305619 w 2305619"/>
                <a:gd name="connsiteY2" fmla="*/ 0 h 786921"/>
                <a:gd name="connsiteX0" fmla="*/ 0 w 2405266"/>
                <a:gd name="connsiteY0" fmla="*/ 367125 h 790677"/>
                <a:gd name="connsiteX1" fmla="*/ 1200660 w 2405266"/>
                <a:gd name="connsiteY1" fmla="*/ 781978 h 790677"/>
                <a:gd name="connsiteX2" fmla="*/ 2405266 w 2405266"/>
                <a:gd name="connsiteY2" fmla="*/ 0 h 790677"/>
                <a:gd name="connsiteX0" fmla="*/ 0 w 2405266"/>
                <a:gd name="connsiteY0" fmla="*/ 367125 h 678116"/>
                <a:gd name="connsiteX1" fmla="*/ 1106876 w 2405266"/>
                <a:gd name="connsiteY1" fmla="*/ 664748 h 678116"/>
                <a:gd name="connsiteX2" fmla="*/ 2405266 w 2405266"/>
                <a:gd name="connsiteY2" fmla="*/ 0 h 678116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683586"/>
                <a:gd name="connsiteX1" fmla="*/ 960337 w 1608096"/>
                <a:gd name="connsiteY1" fmla="*/ 664749 h 683586"/>
                <a:gd name="connsiteX2" fmla="*/ 1608096 w 1608096"/>
                <a:gd name="connsiteY2" fmla="*/ 0 h 683586"/>
                <a:gd name="connsiteX0" fmla="*/ 0 w 1608096"/>
                <a:gd name="connsiteY0" fmla="*/ 408156 h 408156"/>
                <a:gd name="connsiteX1" fmla="*/ 1608096 w 1608096"/>
                <a:gd name="connsiteY1" fmla="*/ 0 h 408156"/>
                <a:gd name="connsiteX0" fmla="*/ 0 w 1461557"/>
                <a:gd name="connsiteY0" fmla="*/ 683648 h 683648"/>
                <a:gd name="connsiteX1" fmla="*/ 1461557 w 1461557"/>
                <a:gd name="connsiteY1" fmla="*/ 0 h 683648"/>
                <a:gd name="connsiteX0" fmla="*/ 0 w 1520172"/>
                <a:gd name="connsiteY0" fmla="*/ 736403 h 736403"/>
                <a:gd name="connsiteX1" fmla="*/ 1520172 w 1520172"/>
                <a:gd name="connsiteY1" fmla="*/ 0 h 736403"/>
                <a:gd name="connsiteX0" fmla="*/ 0 w 1479141"/>
                <a:gd name="connsiteY0" fmla="*/ 818464 h 818464"/>
                <a:gd name="connsiteX1" fmla="*/ 1479141 w 1479141"/>
                <a:gd name="connsiteY1" fmla="*/ 0 h 818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79141" h="818464">
                  <a:moveTo>
                    <a:pt x="0" y="818464"/>
                  </a:moveTo>
                  <a:lnTo>
                    <a:pt x="1479141" y="0"/>
                  </a:ln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A9DEFCB-6228-3425-4F50-FF97AAEF903B}"/>
                    </a:ext>
                  </a:extLst>
                </p:cNvPr>
                <p:cNvSpPr txBox="1"/>
                <p:nvPr/>
              </p:nvSpPr>
              <p:spPr>
                <a:xfrm>
                  <a:off x="6396085" y="2895626"/>
                  <a:ext cx="855909" cy="47222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A9DEFCB-6228-3425-4F50-FF97AAEF90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6085" y="2895626"/>
                  <a:ext cx="855909" cy="472225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60837346-8CAC-E60E-AAF2-EF1E777D2069}"/>
                </a:ext>
              </a:extLst>
            </p:cNvPr>
            <p:cNvSpPr/>
            <p:nvPr/>
          </p:nvSpPr>
          <p:spPr>
            <a:xfrm>
              <a:off x="3908046" y="1071197"/>
              <a:ext cx="580427" cy="613848"/>
            </a:xfrm>
            <a:custGeom>
              <a:avLst/>
              <a:gdLst>
                <a:gd name="connsiteX0" fmla="*/ 0 w 9433249"/>
                <a:gd name="connsiteY0" fmla="*/ 0 h 524408"/>
                <a:gd name="connsiteX1" fmla="*/ 1101013 w 9433249"/>
                <a:gd name="connsiteY1" fmla="*/ 485191 h 524408"/>
                <a:gd name="connsiteX2" fmla="*/ 4646645 w 9433249"/>
                <a:gd name="connsiteY2" fmla="*/ 494522 h 524408"/>
                <a:gd name="connsiteX3" fmla="*/ 8192278 w 9433249"/>
                <a:gd name="connsiteY3" fmla="*/ 494522 h 524408"/>
                <a:gd name="connsiteX4" fmla="*/ 9433249 w 9433249"/>
                <a:gd name="connsiteY4" fmla="*/ 494522 h 524408"/>
                <a:gd name="connsiteX0" fmla="*/ 0 w 9433249"/>
                <a:gd name="connsiteY0" fmla="*/ 0 h 524408"/>
                <a:gd name="connsiteX1" fmla="*/ 1101013 w 9433249"/>
                <a:gd name="connsiteY1" fmla="*/ 485191 h 524408"/>
                <a:gd name="connsiteX2" fmla="*/ 4646645 w 9433249"/>
                <a:gd name="connsiteY2" fmla="*/ 494522 h 524408"/>
                <a:gd name="connsiteX3" fmla="*/ 9433249 w 9433249"/>
                <a:gd name="connsiteY3" fmla="*/ 494522 h 524408"/>
                <a:gd name="connsiteX0" fmla="*/ 0 w 9433249"/>
                <a:gd name="connsiteY0" fmla="*/ 0 h 523927"/>
                <a:gd name="connsiteX1" fmla="*/ 1101013 w 9433249"/>
                <a:gd name="connsiteY1" fmla="*/ 485191 h 523927"/>
                <a:gd name="connsiteX2" fmla="*/ 9433249 w 9433249"/>
                <a:gd name="connsiteY2" fmla="*/ 494522 h 523927"/>
                <a:gd name="connsiteX0" fmla="*/ 0 w 2475604"/>
                <a:gd name="connsiteY0" fmla="*/ 120944 h 607088"/>
                <a:gd name="connsiteX1" fmla="*/ 1101013 w 2475604"/>
                <a:gd name="connsiteY1" fmla="*/ 606135 h 607088"/>
                <a:gd name="connsiteX2" fmla="*/ 2475604 w 2475604"/>
                <a:gd name="connsiteY2" fmla="*/ 4 h 607088"/>
                <a:gd name="connsiteX0" fmla="*/ 0 w 2475604"/>
                <a:gd name="connsiteY0" fmla="*/ 120940 h 607084"/>
                <a:gd name="connsiteX1" fmla="*/ 1101013 w 2475604"/>
                <a:gd name="connsiteY1" fmla="*/ 606131 h 607084"/>
                <a:gd name="connsiteX2" fmla="*/ 2475604 w 2475604"/>
                <a:gd name="connsiteY2" fmla="*/ 0 h 607084"/>
                <a:gd name="connsiteX0" fmla="*/ 0 w 2305619"/>
                <a:gd name="connsiteY0" fmla="*/ 296787 h 786921"/>
                <a:gd name="connsiteX1" fmla="*/ 1101013 w 2305619"/>
                <a:gd name="connsiteY1" fmla="*/ 781978 h 786921"/>
                <a:gd name="connsiteX2" fmla="*/ 2305619 w 2305619"/>
                <a:gd name="connsiteY2" fmla="*/ 0 h 786921"/>
                <a:gd name="connsiteX0" fmla="*/ 0 w 2405266"/>
                <a:gd name="connsiteY0" fmla="*/ 367125 h 790677"/>
                <a:gd name="connsiteX1" fmla="*/ 1200660 w 2405266"/>
                <a:gd name="connsiteY1" fmla="*/ 781978 h 790677"/>
                <a:gd name="connsiteX2" fmla="*/ 2405266 w 2405266"/>
                <a:gd name="connsiteY2" fmla="*/ 0 h 790677"/>
                <a:gd name="connsiteX0" fmla="*/ 0 w 2405266"/>
                <a:gd name="connsiteY0" fmla="*/ 367125 h 678116"/>
                <a:gd name="connsiteX1" fmla="*/ 1106876 w 2405266"/>
                <a:gd name="connsiteY1" fmla="*/ 664748 h 678116"/>
                <a:gd name="connsiteX2" fmla="*/ 2405266 w 2405266"/>
                <a:gd name="connsiteY2" fmla="*/ 0 h 678116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683586"/>
                <a:gd name="connsiteX1" fmla="*/ 960337 w 1608096"/>
                <a:gd name="connsiteY1" fmla="*/ 664749 h 683586"/>
                <a:gd name="connsiteX2" fmla="*/ 1608096 w 1608096"/>
                <a:gd name="connsiteY2" fmla="*/ 0 h 683586"/>
                <a:gd name="connsiteX0" fmla="*/ 0 w 1608096"/>
                <a:gd name="connsiteY0" fmla="*/ 408156 h 408156"/>
                <a:gd name="connsiteX1" fmla="*/ 1608096 w 1608096"/>
                <a:gd name="connsiteY1" fmla="*/ 0 h 408156"/>
                <a:gd name="connsiteX0" fmla="*/ 0 w 1461557"/>
                <a:gd name="connsiteY0" fmla="*/ 683648 h 683648"/>
                <a:gd name="connsiteX1" fmla="*/ 1461557 w 1461557"/>
                <a:gd name="connsiteY1" fmla="*/ 0 h 683648"/>
                <a:gd name="connsiteX0" fmla="*/ 0 w 1520172"/>
                <a:gd name="connsiteY0" fmla="*/ 736403 h 736403"/>
                <a:gd name="connsiteX1" fmla="*/ 1520172 w 1520172"/>
                <a:gd name="connsiteY1" fmla="*/ 0 h 736403"/>
                <a:gd name="connsiteX0" fmla="*/ 0 w 1479141"/>
                <a:gd name="connsiteY0" fmla="*/ 818464 h 818464"/>
                <a:gd name="connsiteX1" fmla="*/ 1479141 w 1479141"/>
                <a:gd name="connsiteY1" fmla="*/ 0 h 818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79141" h="818464">
                  <a:moveTo>
                    <a:pt x="0" y="818464"/>
                  </a:moveTo>
                  <a:lnTo>
                    <a:pt x="1479141" y="0"/>
                  </a:ln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9085741-1D07-59D9-0C03-35A715FE23AD}"/>
                </a:ext>
              </a:extLst>
            </p:cNvPr>
            <p:cNvSpPr/>
            <p:nvPr/>
          </p:nvSpPr>
          <p:spPr>
            <a:xfrm>
              <a:off x="3894858" y="464532"/>
              <a:ext cx="587328" cy="741308"/>
            </a:xfrm>
            <a:custGeom>
              <a:avLst/>
              <a:gdLst>
                <a:gd name="connsiteX0" fmla="*/ 0 w 9433249"/>
                <a:gd name="connsiteY0" fmla="*/ 0 h 524408"/>
                <a:gd name="connsiteX1" fmla="*/ 1101013 w 9433249"/>
                <a:gd name="connsiteY1" fmla="*/ 485191 h 524408"/>
                <a:gd name="connsiteX2" fmla="*/ 4646645 w 9433249"/>
                <a:gd name="connsiteY2" fmla="*/ 494522 h 524408"/>
                <a:gd name="connsiteX3" fmla="*/ 8192278 w 9433249"/>
                <a:gd name="connsiteY3" fmla="*/ 494522 h 524408"/>
                <a:gd name="connsiteX4" fmla="*/ 9433249 w 9433249"/>
                <a:gd name="connsiteY4" fmla="*/ 494522 h 524408"/>
                <a:gd name="connsiteX0" fmla="*/ 0 w 9433249"/>
                <a:gd name="connsiteY0" fmla="*/ 0 h 524408"/>
                <a:gd name="connsiteX1" fmla="*/ 1101013 w 9433249"/>
                <a:gd name="connsiteY1" fmla="*/ 485191 h 524408"/>
                <a:gd name="connsiteX2" fmla="*/ 4646645 w 9433249"/>
                <a:gd name="connsiteY2" fmla="*/ 494522 h 524408"/>
                <a:gd name="connsiteX3" fmla="*/ 9433249 w 9433249"/>
                <a:gd name="connsiteY3" fmla="*/ 494522 h 524408"/>
                <a:gd name="connsiteX0" fmla="*/ 0 w 9433249"/>
                <a:gd name="connsiteY0" fmla="*/ 0 h 523927"/>
                <a:gd name="connsiteX1" fmla="*/ 1101013 w 9433249"/>
                <a:gd name="connsiteY1" fmla="*/ 485191 h 523927"/>
                <a:gd name="connsiteX2" fmla="*/ 9433249 w 9433249"/>
                <a:gd name="connsiteY2" fmla="*/ 494522 h 523927"/>
                <a:gd name="connsiteX0" fmla="*/ 0 w 2475604"/>
                <a:gd name="connsiteY0" fmla="*/ 120944 h 607088"/>
                <a:gd name="connsiteX1" fmla="*/ 1101013 w 2475604"/>
                <a:gd name="connsiteY1" fmla="*/ 606135 h 607088"/>
                <a:gd name="connsiteX2" fmla="*/ 2475604 w 2475604"/>
                <a:gd name="connsiteY2" fmla="*/ 4 h 607088"/>
                <a:gd name="connsiteX0" fmla="*/ 0 w 2475604"/>
                <a:gd name="connsiteY0" fmla="*/ 120940 h 607084"/>
                <a:gd name="connsiteX1" fmla="*/ 1101013 w 2475604"/>
                <a:gd name="connsiteY1" fmla="*/ 606131 h 607084"/>
                <a:gd name="connsiteX2" fmla="*/ 2475604 w 2475604"/>
                <a:gd name="connsiteY2" fmla="*/ 0 h 607084"/>
                <a:gd name="connsiteX0" fmla="*/ 0 w 2305619"/>
                <a:gd name="connsiteY0" fmla="*/ 296787 h 786921"/>
                <a:gd name="connsiteX1" fmla="*/ 1101013 w 2305619"/>
                <a:gd name="connsiteY1" fmla="*/ 781978 h 786921"/>
                <a:gd name="connsiteX2" fmla="*/ 2305619 w 2305619"/>
                <a:gd name="connsiteY2" fmla="*/ 0 h 786921"/>
                <a:gd name="connsiteX0" fmla="*/ 0 w 2405266"/>
                <a:gd name="connsiteY0" fmla="*/ 367125 h 790677"/>
                <a:gd name="connsiteX1" fmla="*/ 1200660 w 2405266"/>
                <a:gd name="connsiteY1" fmla="*/ 781978 h 790677"/>
                <a:gd name="connsiteX2" fmla="*/ 2405266 w 2405266"/>
                <a:gd name="connsiteY2" fmla="*/ 0 h 790677"/>
                <a:gd name="connsiteX0" fmla="*/ 0 w 2405266"/>
                <a:gd name="connsiteY0" fmla="*/ 367125 h 678116"/>
                <a:gd name="connsiteX1" fmla="*/ 1106876 w 2405266"/>
                <a:gd name="connsiteY1" fmla="*/ 664748 h 678116"/>
                <a:gd name="connsiteX2" fmla="*/ 2405266 w 2405266"/>
                <a:gd name="connsiteY2" fmla="*/ 0 h 678116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683586"/>
                <a:gd name="connsiteX1" fmla="*/ 960337 w 1608096"/>
                <a:gd name="connsiteY1" fmla="*/ 664749 h 683586"/>
                <a:gd name="connsiteX2" fmla="*/ 1608096 w 1608096"/>
                <a:gd name="connsiteY2" fmla="*/ 0 h 683586"/>
                <a:gd name="connsiteX0" fmla="*/ 0 w 1608096"/>
                <a:gd name="connsiteY0" fmla="*/ 837225 h 864760"/>
                <a:gd name="connsiteX1" fmla="*/ 813799 w 1608096"/>
                <a:gd name="connsiteY1" fmla="*/ 3572 h 864760"/>
                <a:gd name="connsiteX2" fmla="*/ 1608096 w 1608096"/>
                <a:gd name="connsiteY2" fmla="*/ 429069 h 864760"/>
                <a:gd name="connsiteX0" fmla="*/ 0 w 1608096"/>
                <a:gd name="connsiteY0" fmla="*/ 837225 h 837225"/>
                <a:gd name="connsiteX1" fmla="*/ 813799 w 1608096"/>
                <a:gd name="connsiteY1" fmla="*/ 3572 h 837225"/>
                <a:gd name="connsiteX2" fmla="*/ 1608096 w 1608096"/>
                <a:gd name="connsiteY2" fmla="*/ 429069 h 837225"/>
                <a:gd name="connsiteX0" fmla="*/ 0 w 1608096"/>
                <a:gd name="connsiteY0" fmla="*/ 847908 h 847908"/>
                <a:gd name="connsiteX1" fmla="*/ 813799 w 1608096"/>
                <a:gd name="connsiteY1" fmla="*/ 14255 h 847908"/>
                <a:gd name="connsiteX2" fmla="*/ 1608096 w 1608096"/>
                <a:gd name="connsiteY2" fmla="*/ 439752 h 847908"/>
                <a:gd name="connsiteX0" fmla="*/ 0 w 1496727"/>
                <a:gd name="connsiteY0" fmla="*/ 1101757 h 1101757"/>
                <a:gd name="connsiteX1" fmla="*/ 702430 w 1496727"/>
                <a:gd name="connsiteY1" fmla="*/ 27782 h 1101757"/>
                <a:gd name="connsiteX2" fmla="*/ 1496727 w 1496727"/>
                <a:gd name="connsiteY2" fmla="*/ 453279 h 1101757"/>
                <a:gd name="connsiteX0" fmla="*/ 0 w 1496727"/>
                <a:gd name="connsiteY0" fmla="*/ 1101757 h 1101757"/>
                <a:gd name="connsiteX1" fmla="*/ 702430 w 1496727"/>
                <a:gd name="connsiteY1" fmla="*/ 27782 h 1101757"/>
                <a:gd name="connsiteX2" fmla="*/ 1496727 w 1496727"/>
                <a:gd name="connsiteY2" fmla="*/ 453279 h 1101757"/>
                <a:gd name="connsiteX0" fmla="*/ 0 w 1496727"/>
                <a:gd name="connsiteY0" fmla="*/ 998154 h 998154"/>
                <a:gd name="connsiteX1" fmla="*/ 761044 w 1496727"/>
                <a:gd name="connsiteY1" fmla="*/ 41410 h 998154"/>
                <a:gd name="connsiteX2" fmla="*/ 1496727 w 1496727"/>
                <a:gd name="connsiteY2" fmla="*/ 349676 h 998154"/>
                <a:gd name="connsiteX0" fmla="*/ 0 w 1496727"/>
                <a:gd name="connsiteY0" fmla="*/ 988409 h 988409"/>
                <a:gd name="connsiteX1" fmla="*/ 702429 w 1496727"/>
                <a:gd name="connsiteY1" fmla="*/ 43388 h 988409"/>
                <a:gd name="connsiteX2" fmla="*/ 1496727 w 1496727"/>
                <a:gd name="connsiteY2" fmla="*/ 339931 h 988409"/>
                <a:gd name="connsiteX0" fmla="*/ 0 w 1496727"/>
                <a:gd name="connsiteY0" fmla="*/ 988409 h 988409"/>
                <a:gd name="connsiteX1" fmla="*/ 702429 w 1496727"/>
                <a:gd name="connsiteY1" fmla="*/ 43388 h 988409"/>
                <a:gd name="connsiteX2" fmla="*/ 1496727 w 1496727"/>
                <a:gd name="connsiteY2" fmla="*/ 339931 h 9884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96727" h="988409">
                  <a:moveTo>
                    <a:pt x="0" y="988409"/>
                  </a:moveTo>
                  <a:cubicBezTo>
                    <a:pt x="28472" y="486410"/>
                    <a:pt x="452975" y="151468"/>
                    <a:pt x="702429" y="43388"/>
                  </a:cubicBezTo>
                  <a:cubicBezTo>
                    <a:pt x="951883" y="-64692"/>
                    <a:pt x="1355184" y="27328"/>
                    <a:pt x="1496727" y="33993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CE5EDCEC-654C-861E-FA92-707AEA6372EE}"/>
                </a:ext>
              </a:extLst>
            </p:cNvPr>
            <p:cNvSpPr/>
            <p:nvPr/>
          </p:nvSpPr>
          <p:spPr>
            <a:xfrm>
              <a:off x="3908047" y="1557505"/>
              <a:ext cx="587328" cy="765400"/>
            </a:xfrm>
            <a:custGeom>
              <a:avLst/>
              <a:gdLst>
                <a:gd name="connsiteX0" fmla="*/ 0 w 9433249"/>
                <a:gd name="connsiteY0" fmla="*/ 0 h 524408"/>
                <a:gd name="connsiteX1" fmla="*/ 1101013 w 9433249"/>
                <a:gd name="connsiteY1" fmla="*/ 485191 h 524408"/>
                <a:gd name="connsiteX2" fmla="*/ 4646645 w 9433249"/>
                <a:gd name="connsiteY2" fmla="*/ 494522 h 524408"/>
                <a:gd name="connsiteX3" fmla="*/ 8192278 w 9433249"/>
                <a:gd name="connsiteY3" fmla="*/ 494522 h 524408"/>
                <a:gd name="connsiteX4" fmla="*/ 9433249 w 9433249"/>
                <a:gd name="connsiteY4" fmla="*/ 494522 h 524408"/>
                <a:gd name="connsiteX0" fmla="*/ 0 w 9433249"/>
                <a:gd name="connsiteY0" fmla="*/ 0 h 524408"/>
                <a:gd name="connsiteX1" fmla="*/ 1101013 w 9433249"/>
                <a:gd name="connsiteY1" fmla="*/ 485191 h 524408"/>
                <a:gd name="connsiteX2" fmla="*/ 4646645 w 9433249"/>
                <a:gd name="connsiteY2" fmla="*/ 494522 h 524408"/>
                <a:gd name="connsiteX3" fmla="*/ 9433249 w 9433249"/>
                <a:gd name="connsiteY3" fmla="*/ 494522 h 524408"/>
                <a:gd name="connsiteX0" fmla="*/ 0 w 9433249"/>
                <a:gd name="connsiteY0" fmla="*/ 0 h 523927"/>
                <a:gd name="connsiteX1" fmla="*/ 1101013 w 9433249"/>
                <a:gd name="connsiteY1" fmla="*/ 485191 h 523927"/>
                <a:gd name="connsiteX2" fmla="*/ 9433249 w 9433249"/>
                <a:gd name="connsiteY2" fmla="*/ 494522 h 523927"/>
                <a:gd name="connsiteX0" fmla="*/ 0 w 2475604"/>
                <a:gd name="connsiteY0" fmla="*/ 120944 h 607088"/>
                <a:gd name="connsiteX1" fmla="*/ 1101013 w 2475604"/>
                <a:gd name="connsiteY1" fmla="*/ 606135 h 607088"/>
                <a:gd name="connsiteX2" fmla="*/ 2475604 w 2475604"/>
                <a:gd name="connsiteY2" fmla="*/ 4 h 607088"/>
                <a:gd name="connsiteX0" fmla="*/ 0 w 2475604"/>
                <a:gd name="connsiteY0" fmla="*/ 120940 h 607084"/>
                <a:gd name="connsiteX1" fmla="*/ 1101013 w 2475604"/>
                <a:gd name="connsiteY1" fmla="*/ 606131 h 607084"/>
                <a:gd name="connsiteX2" fmla="*/ 2475604 w 2475604"/>
                <a:gd name="connsiteY2" fmla="*/ 0 h 607084"/>
                <a:gd name="connsiteX0" fmla="*/ 0 w 2305619"/>
                <a:gd name="connsiteY0" fmla="*/ 296787 h 786921"/>
                <a:gd name="connsiteX1" fmla="*/ 1101013 w 2305619"/>
                <a:gd name="connsiteY1" fmla="*/ 781978 h 786921"/>
                <a:gd name="connsiteX2" fmla="*/ 2305619 w 2305619"/>
                <a:gd name="connsiteY2" fmla="*/ 0 h 786921"/>
                <a:gd name="connsiteX0" fmla="*/ 0 w 2405266"/>
                <a:gd name="connsiteY0" fmla="*/ 367125 h 790677"/>
                <a:gd name="connsiteX1" fmla="*/ 1200660 w 2405266"/>
                <a:gd name="connsiteY1" fmla="*/ 781978 h 790677"/>
                <a:gd name="connsiteX2" fmla="*/ 2405266 w 2405266"/>
                <a:gd name="connsiteY2" fmla="*/ 0 h 790677"/>
                <a:gd name="connsiteX0" fmla="*/ 0 w 2405266"/>
                <a:gd name="connsiteY0" fmla="*/ 367125 h 678116"/>
                <a:gd name="connsiteX1" fmla="*/ 1106876 w 2405266"/>
                <a:gd name="connsiteY1" fmla="*/ 664748 h 678116"/>
                <a:gd name="connsiteX2" fmla="*/ 2405266 w 2405266"/>
                <a:gd name="connsiteY2" fmla="*/ 0 h 678116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683586"/>
                <a:gd name="connsiteX1" fmla="*/ 960337 w 1608096"/>
                <a:gd name="connsiteY1" fmla="*/ 664749 h 683586"/>
                <a:gd name="connsiteX2" fmla="*/ 1608096 w 1608096"/>
                <a:gd name="connsiteY2" fmla="*/ 0 h 683586"/>
                <a:gd name="connsiteX0" fmla="*/ 0 w 1608096"/>
                <a:gd name="connsiteY0" fmla="*/ 837225 h 864760"/>
                <a:gd name="connsiteX1" fmla="*/ 813799 w 1608096"/>
                <a:gd name="connsiteY1" fmla="*/ 3572 h 864760"/>
                <a:gd name="connsiteX2" fmla="*/ 1608096 w 1608096"/>
                <a:gd name="connsiteY2" fmla="*/ 429069 h 864760"/>
                <a:gd name="connsiteX0" fmla="*/ 0 w 1608096"/>
                <a:gd name="connsiteY0" fmla="*/ 837225 h 837225"/>
                <a:gd name="connsiteX1" fmla="*/ 813799 w 1608096"/>
                <a:gd name="connsiteY1" fmla="*/ 3572 h 837225"/>
                <a:gd name="connsiteX2" fmla="*/ 1608096 w 1608096"/>
                <a:gd name="connsiteY2" fmla="*/ 429069 h 837225"/>
                <a:gd name="connsiteX0" fmla="*/ 0 w 1608096"/>
                <a:gd name="connsiteY0" fmla="*/ 847908 h 847908"/>
                <a:gd name="connsiteX1" fmla="*/ 813799 w 1608096"/>
                <a:gd name="connsiteY1" fmla="*/ 14255 h 847908"/>
                <a:gd name="connsiteX2" fmla="*/ 1608096 w 1608096"/>
                <a:gd name="connsiteY2" fmla="*/ 439752 h 847908"/>
                <a:gd name="connsiteX0" fmla="*/ 0 w 1496727"/>
                <a:gd name="connsiteY0" fmla="*/ 1101757 h 1101757"/>
                <a:gd name="connsiteX1" fmla="*/ 702430 w 1496727"/>
                <a:gd name="connsiteY1" fmla="*/ 27782 h 1101757"/>
                <a:gd name="connsiteX2" fmla="*/ 1496727 w 1496727"/>
                <a:gd name="connsiteY2" fmla="*/ 453279 h 1101757"/>
                <a:gd name="connsiteX0" fmla="*/ 0 w 1496727"/>
                <a:gd name="connsiteY0" fmla="*/ 1101757 h 1101757"/>
                <a:gd name="connsiteX1" fmla="*/ 702430 w 1496727"/>
                <a:gd name="connsiteY1" fmla="*/ 27782 h 1101757"/>
                <a:gd name="connsiteX2" fmla="*/ 1496727 w 1496727"/>
                <a:gd name="connsiteY2" fmla="*/ 453279 h 1101757"/>
                <a:gd name="connsiteX0" fmla="*/ 0 w 1496727"/>
                <a:gd name="connsiteY0" fmla="*/ 998154 h 998154"/>
                <a:gd name="connsiteX1" fmla="*/ 761044 w 1496727"/>
                <a:gd name="connsiteY1" fmla="*/ 41410 h 998154"/>
                <a:gd name="connsiteX2" fmla="*/ 1496727 w 1496727"/>
                <a:gd name="connsiteY2" fmla="*/ 349676 h 998154"/>
                <a:gd name="connsiteX0" fmla="*/ 0 w 1496727"/>
                <a:gd name="connsiteY0" fmla="*/ 988409 h 988409"/>
                <a:gd name="connsiteX1" fmla="*/ 702429 w 1496727"/>
                <a:gd name="connsiteY1" fmla="*/ 43388 h 988409"/>
                <a:gd name="connsiteX2" fmla="*/ 1496727 w 1496727"/>
                <a:gd name="connsiteY2" fmla="*/ 339931 h 988409"/>
                <a:gd name="connsiteX0" fmla="*/ 0 w 1496727"/>
                <a:gd name="connsiteY0" fmla="*/ 988409 h 988409"/>
                <a:gd name="connsiteX1" fmla="*/ 702429 w 1496727"/>
                <a:gd name="connsiteY1" fmla="*/ 43388 h 988409"/>
                <a:gd name="connsiteX2" fmla="*/ 1496727 w 1496727"/>
                <a:gd name="connsiteY2" fmla="*/ 339931 h 988409"/>
                <a:gd name="connsiteX0" fmla="*/ 0 w 1496727"/>
                <a:gd name="connsiteY0" fmla="*/ 700797 h 1042301"/>
                <a:gd name="connsiteX1" fmla="*/ 784491 w 1496727"/>
                <a:gd name="connsiteY1" fmla="*/ 1033590 h 1042301"/>
                <a:gd name="connsiteX2" fmla="*/ 1496727 w 1496727"/>
                <a:gd name="connsiteY2" fmla="*/ 52319 h 1042301"/>
                <a:gd name="connsiteX0" fmla="*/ 0 w 1496727"/>
                <a:gd name="connsiteY0" fmla="*/ 700797 h 1072850"/>
                <a:gd name="connsiteX1" fmla="*/ 784491 w 1496727"/>
                <a:gd name="connsiteY1" fmla="*/ 1033590 h 1072850"/>
                <a:gd name="connsiteX2" fmla="*/ 1496727 w 1496727"/>
                <a:gd name="connsiteY2" fmla="*/ 52319 h 1072850"/>
                <a:gd name="connsiteX0" fmla="*/ 0 w 1496727"/>
                <a:gd name="connsiteY0" fmla="*/ 648478 h 1020531"/>
                <a:gd name="connsiteX1" fmla="*/ 784491 w 1496727"/>
                <a:gd name="connsiteY1" fmla="*/ 981271 h 1020531"/>
                <a:gd name="connsiteX2" fmla="*/ 1496727 w 1496727"/>
                <a:gd name="connsiteY2" fmla="*/ 0 h 1020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96727" h="1020531">
                  <a:moveTo>
                    <a:pt x="0" y="648478"/>
                  </a:moveTo>
                  <a:cubicBezTo>
                    <a:pt x="104672" y="972955"/>
                    <a:pt x="535037" y="1089351"/>
                    <a:pt x="784491" y="981271"/>
                  </a:cubicBezTo>
                  <a:cubicBezTo>
                    <a:pt x="1033945" y="873191"/>
                    <a:pt x="1378631" y="431812"/>
                    <a:pt x="1496727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D2AE441-9B63-05DA-D012-9648A20B27B1}"/>
                </a:ext>
              </a:extLst>
            </p:cNvPr>
            <p:cNvSpPr/>
            <p:nvPr/>
          </p:nvSpPr>
          <p:spPr>
            <a:xfrm>
              <a:off x="4939703" y="1071197"/>
              <a:ext cx="252155" cy="613848"/>
            </a:xfrm>
            <a:custGeom>
              <a:avLst/>
              <a:gdLst>
                <a:gd name="connsiteX0" fmla="*/ 0 w 9433249"/>
                <a:gd name="connsiteY0" fmla="*/ 0 h 524408"/>
                <a:gd name="connsiteX1" fmla="*/ 1101013 w 9433249"/>
                <a:gd name="connsiteY1" fmla="*/ 485191 h 524408"/>
                <a:gd name="connsiteX2" fmla="*/ 4646645 w 9433249"/>
                <a:gd name="connsiteY2" fmla="*/ 494522 h 524408"/>
                <a:gd name="connsiteX3" fmla="*/ 8192278 w 9433249"/>
                <a:gd name="connsiteY3" fmla="*/ 494522 h 524408"/>
                <a:gd name="connsiteX4" fmla="*/ 9433249 w 9433249"/>
                <a:gd name="connsiteY4" fmla="*/ 494522 h 524408"/>
                <a:gd name="connsiteX0" fmla="*/ 0 w 9433249"/>
                <a:gd name="connsiteY0" fmla="*/ 0 h 524408"/>
                <a:gd name="connsiteX1" fmla="*/ 1101013 w 9433249"/>
                <a:gd name="connsiteY1" fmla="*/ 485191 h 524408"/>
                <a:gd name="connsiteX2" fmla="*/ 4646645 w 9433249"/>
                <a:gd name="connsiteY2" fmla="*/ 494522 h 524408"/>
                <a:gd name="connsiteX3" fmla="*/ 9433249 w 9433249"/>
                <a:gd name="connsiteY3" fmla="*/ 494522 h 524408"/>
                <a:gd name="connsiteX0" fmla="*/ 0 w 9433249"/>
                <a:gd name="connsiteY0" fmla="*/ 0 h 523927"/>
                <a:gd name="connsiteX1" fmla="*/ 1101013 w 9433249"/>
                <a:gd name="connsiteY1" fmla="*/ 485191 h 523927"/>
                <a:gd name="connsiteX2" fmla="*/ 9433249 w 9433249"/>
                <a:gd name="connsiteY2" fmla="*/ 494522 h 523927"/>
                <a:gd name="connsiteX0" fmla="*/ 0 w 2475604"/>
                <a:gd name="connsiteY0" fmla="*/ 120944 h 607088"/>
                <a:gd name="connsiteX1" fmla="*/ 1101013 w 2475604"/>
                <a:gd name="connsiteY1" fmla="*/ 606135 h 607088"/>
                <a:gd name="connsiteX2" fmla="*/ 2475604 w 2475604"/>
                <a:gd name="connsiteY2" fmla="*/ 4 h 607088"/>
                <a:gd name="connsiteX0" fmla="*/ 0 w 2475604"/>
                <a:gd name="connsiteY0" fmla="*/ 120940 h 607084"/>
                <a:gd name="connsiteX1" fmla="*/ 1101013 w 2475604"/>
                <a:gd name="connsiteY1" fmla="*/ 606131 h 607084"/>
                <a:gd name="connsiteX2" fmla="*/ 2475604 w 2475604"/>
                <a:gd name="connsiteY2" fmla="*/ 0 h 607084"/>
                <a:gd name="connsiteX0" fmla="*/ 0 w 2305619"/>
                <a:gd name="connsiteY0" fmla="*/ 296787 h 786921"/>
                <a:gd name="connsiteX1" fmla="*/ 1101013 w 2305619"/>
                <a:gd name="connsiteY1" fmla="*/ 781978 h 786921"/>
                <a:gd name="connsiteX2" fmla="*/ 2305619 w 2305619"/>
                <a:gd name="connsiteY2" fmla="*/ 0 h 786921"/>
                <a:gd name="connsiteX0" fmla="*/ 0 w 2405266"/>
                <a:gd name="connsiteY0" fmla="*/ 367125 h 790677"/>
                <a:gd name="connsiteX1" fmla="*/ 1200660 w 2405266"/>
                <a:gd name="connsiteY1" fmla="*/ 781978 h 790677"/>
                <a:gd name="connsiteX2" fmla="*/ 2405266 w 2405266"/>
                <a:gd name="connsiteY2" fmla="*/ 0 h 790677"/>
                <a:gd name="connsiteX0" fmla="*/ 0 w 2405266"/>
                <a:gd name="connsiteY0" fmla="*/ 367125 h 678116"/>
                <a:gd name="connsiteX1" fmla="*/ 1106876 w 2405266"/>
                <a:gd name="connsiteY1" fmla="*/ 664748 h 678116"/>
                <a:gd name="connsiteX2" fmla="*/ 2405266 w 2405266"/>
                <a:gd name="connsiteY2" fmla="*/ 0 h 678116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683586"/>
                <a:gd name="connsiteX1" fmla="*/ 960337 w 1608096"/>
                <a:gd name="connsiteY1" fmla="*/ 664749 h 683586"/>
                <a:gd name="connsiteX2" fmla="*/ 1608096 w 1608096"/>
                <a:gd name="connsiteY2" fmla="*/ 0 h 683586"/>
                <a:gd name="connsiteX0" fmla="*/ 0 w 1608096"/>
                <a:gd name="connsiteY0" fmla="*/ 408156 h 408156"/>
                <a:gd name="connsiteX1" fmla="*/ 1608096 w 1608096"/>
                <a:gd name="connsiteY1" fmla="*/ 0 h 408156"/>
                <a:gd name="connsiteX0" fmla="*/ 0 w 1461557"/>
                <a:gd name="connsiteY0" fmla="*/ 683648 h 683648"/>
                <a:gd name="connsiteX1" fmla="*/ 1461557 w 1461557"/>
                <a:gd name="connsiteY1" fmla="*/ 0 h 683648"/>
                <a:gd name="connsiteX0" fmla="*/ 0 w 1520172"/>
                <a:gd name="connsiteY0" fmla="*/ 736403 h 736403"/>
                <a:gd name="connsiteX1" fmla="*/ 1520172 w 1520172"/>
                <a:gd name="connsiteY1" fmla="*/ 0 h 736403"/>
                <a:gd name="connsiteX0" fmla="*/ 0 w 1479141"/>
                <a:gd name="connsiteY0" fmla="*/ 818464 h 818464"/>
                <a:gd name="connsiteX1" fmla="*/ 1479141 w 1479141"/>
                <a:gd name="connsiteY1" fmla="*/ 0 h 818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79141" h="818464">
                  <a:moveTo>
                    <a:pt x="0" y="818464"/>
                  </a:moveTo>
                  <a:lnTo>
                    <a:pt x="1479141" y="0"/>
                  </a:ln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94A0D070-EC9A-B3E0-0DDA-0C751D59376D}"/>
                </a:ext>
              </a:extLst>
            </p:cNvPr>
            <p:cNvSpPr/>
            <p:nvPr/>
          </p:nvSpPr>
          <p:spPr>
            <a:xfrm>
              <a:off x="4926515" y="464532"/>
              <a:ext cx="255153" cy="741308"/>
            </a:xfrm>
            <a:custGeom>
              <a:avLst/>
              <a:gdLst>
                <a:gd name="connsiteX0" fmla="*/ 0 w 9433249"/>
                <a:gd name="connsiteY0" fmla="*/ 0 h 524408"/>
                <a:gd name="connsiteX1" fmla="*/ 1101013 w 9433249"/>
                <a:gd name="connsiteY1" fmla="*/ 485191 h 524408"/>
                <a:gd name="connsiteX2" fmla="*/ 4646645 w 9433249"/>
                <a:gd name="connsiteY2" fmla="*/ 494522 h 524408"/>
                <a:gd name="connsiteX3" fmla="*/ 8192278 w 9433249"/>
                <a:gd name="connsiteY3" fmla="*/ 494522 h 524408"/>
                <a:gd name="connsiteX4" fmla="*/ 9433249 w 9433249"/>
                <a:gd name="connsiteY4" fmla="*/ 494522 h 524408"/>
                <a:gd name="connsiteX0" fmla="*/ 0 w 9433249"/>
                <a:gd name="connsiteY0" fmla="*/ 0 h 524408"/>
                <a:gd name="connsiteX1" fmla="*/ 1101013 w 9433249"/>
                <a:gd name="connsiteY1" fmla="*/ 485191 h 524408"/>
                <a:gd name="connsiteX2" fmla="*/ 4646645 w 9433249"/>
                <a:gd name="connsiteY2" fmla="*/ 494522 h 524408"/>
                <a:gd name="connsiteX3" fmla="*/ 9433249 w 9433249"/>
                <a:gd name="connsiteY3" fmla="*/ 494522 h 524408"/>
                <a:gd name="connsiteX0" fmla="*/ 0 w 9433249"/>
                <a:gd name="connsiteY0" fmla="*/ 0 h 523927"/>
                <a:gd name="connsiteX1" fmla="*/ 1101013 w 9433249"/>
                <a:gd name="connsiteY1" fmla="*/ 485191 h 523927"/>
                <a:gd name="connsiteX2" fmla="*/ 9433249 w 9433249"/>
                <a:gd name="connsiteY2" fmla="*/ 494522 h 523927"/>
                <a:gd name="connsiteX0" fmla="*/ 0 w 2475604"/>
                <a:gd name="connsiteY0" fmla="*/ 120944 h 607088"/>
                <a:gd name="connsiteX1" fmla="*/ 1101013 w 2475604"/>
                <a:gd name="connsiteY1" fmla="*/ 606135 h 607088"/>
                <a:gd name="connsiteX2" fmla="*/ 2475604 w 2475604"/>
                <a:gd name="connsiteY2" fmla="*/ 4 h 607088"/>
                <a:gd name="connsiteX0" fmla="*/ 0 w 2475604"/>
                <a:gd name="connsiteY0" fmla="*/ 120940 h 607084"/>
                <a:gd name="connsiteX1" fmla="*/ 1101013 w 2475604"/>
                <a:gd name="connsiteY1" fmla="*/ 606131 h 607084"/>
                <a:gd name="connsiteX2" fmla="*/ 2475604 w 2475604"/>
                <a:gd name="connsiteY2" fmla="*/ 0 h 607084"/>
                <a:gd name="connsiteX0" fmla="*/ 0 w 2305619"/>
                <a:gd name="connsiteY0" fmla="*/ 296787 h 786921"/>
                <a:gd name="connsiteX1" fmla="*/ 1101013 w 2305619"/>
                <a:gd name="connsiteY1" fmla="*/ 781978 h 786921"/>
                <a:gd name="connsiteX2" fmla="*/ 2305619 w 2305619"/>
                <a:gd name="connsiteY2" fmla="*/ 0 h 786921"/>
                <a:gd name="connsiteX0" fmla="*/ 0 w 2405266"/>
                <a:gd name="connsiteY0" fmla="*/ 367125 h 790677"/>
                <a:gd name="connsiteX1" fmla="*/ 1200660 w 2405266"/>
                <a:gd name="connsiteY1" fmla="*/ 781978 h 790677"/>
                <a:gd name="connsiteX2" fmla="*/ 2405266 w 2405266"/>
                <a:gd name="connsiteY2" fmla="*/ 0 h 790677"/>
                <a:gd name="connsiteX0" fmla="*/ 0 w 2405266"/>
                <a:gd name="connsiteY0" fmla="*/ 367125 h 678116"/>
                <a:gd name="connsiteX1" fmla="*/ 1106876 w 2405266"/>
                <a:gd name="connsiteY1" fmla="*/ 664748 h 678116"/>
                <a:gd name="connsiteX2" fmla="*/ 2405266 w 2405266"/>
                <a:gd name="connsiteY2" fmla="*/ 0 h 678116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683586"/>
                <a:gd name="connsiteX1" fmla="*/ 960337 w 1608096"/>
                <a:gd name="connsiteY1" fmla="*/ 664749 h 683586"/>
                <a:gd name="connsiteX2" fmla="*/ 1608096 w 1608096"/>
                <a:gd name="connsiteY2" fmla="*/ 0 h 683586"/>
                <a:gd name="connsiteX0" fmla="*/ 0 w 1608096"/>
                <a:gd name="connsiteY0" fmla="*/ 837225 h 864760"/>
                <a:gd name="connsiteX1" fmla="*/ 813799 w 1608096"/>
                <a:gd name="connsiteY1" fmla="*/ 3572 h 864760"/>
                <a:gd name="connsiteX2" fmla="*/ 1608096 w 1608096"/>
                <a:gd name="connsiteY2" fmla="*/ 429069 h 864760"/>
                <a:gd name="connsiteX0" fmla="*/ 0 w 1608096"/>
                <a:gd name="connsiteY0" fmla="*/ 837225 h 837225"/>
                <a:gd name="connsiteX1" fmla="*/ 813799 w 1608096"/>
                <a:gd name="connsiteY1" fmla="*/ 3572 h 837225"/>
                <a:gd name="connsiteX2" fmla="*/ 1608096 w 1608096"/>
                <a:gd name="connsiteY2" fmla="*/ 429069 h 837225"/>
                <a:gd name="connsiteX0" fmla="*/ 0 w 1608096"/>
                <a:gd name="connsiteY0" fmla="*/ 847908 h 847908"/>
                <a:gd name="connsiteX1" fmla="*/ 813799 w 1608096"/>
                <a:gd name="connsiteY1" fmla="*/ 14255 h 847908"/>
                <a:gd name="connsiteX2" fmla="*/ 1608096 w 1608096"/>
                <a:gd name="connsiteY2" fmla="*/ 439752 h 847908"/>
                <a:gd name="connsiteX0" fmla="*/ 0 w 1496727"/>
                <a:gd name="connsiteY0" fmla="*/ 1101757 h 1101757"/>
                <a:gd name="connsiteX1" fmla="*/ 702430 w 1496727"/>
                <a:gd name="connsiteY1" fmla="*/ 27782 h 1101757"/>
                <a:gd name="connsiteX2" fmla="*/ 1496727 w 1496727"/>
                <a:gd name="connsiteY2" fmla="*/ 453279 h 1101757"/>
                <a:gd name="connsiteX0" fmla="*/ 0 w 1496727"/>
                <a:gd name="connsiteY0" fmla="*/ 1101757 h 1101757"/>
                <a:gd name="connsiteX1" fmla="*/ 702430 w 1496727"/>
                <a:gd name="connsiteY1" fmla="*/ 27782 h 1101757"/>
                <a:gd name="connsiteX2" fmla="*/ 1496727 w 1496727"/>
                <a:gd name="connsiteY2" fmla="*/ 453279 h 1101757"/>
                <a:gd name="connsiteX0" fmla="*/ 0 w 1496727"/>
                <a:gd name="connsiteY0" fmla="*/ 998154 h 998154"/>
                <a:gd name="connsiteX1" fmla="*/ 761044 w 1496727"/>
                <a:gd name="connsiteY1" fmla="*/ 41410 h 998154"/>
                <a:gd name="connsiteX2" fmla="*/ 1496727 w 1496727"/>
                <a:gd name="connsiteY2" fmla="*/ 349676 h 998154"/>
                <a:gd name="connsiteX0" fmla="*/ 0 w 1496727"/>
                <a:gd name="connsiteY0" fmla="*/ 988409 h 988409"/>
                <a:gd name="connsiteX1" fmla="*/ 702429 w 1496727"/>
                <a:gd name="connsiteY1" fmla="*/ 43388 h 988409"/>
                <a:gd name="connsiteX2" fmla="*/ 1496727 w 1496727"/>
                <a:gd name="connsiteY2" fmla="*/ 339931 h 988409"/>
                <a:gd name="connsiteX0" fmla="*/ 0 w 1496727"/>
                <a:gd name="connsiteY0" fmla="*/ 988409 h 988409"/>
                <a:gd name="connsiteX1" fmla="*/ 702429 w 1496727"/>
                <a:gd name="connsiteY1" fmla="*/ 43388 h 988409"/>
                <a:gd name="connsiteX2" fmla="*/ 1496727 w 1496727"/>
                <a:gd name="connsiteY2" fmla="*/ 339931 h 9884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96727" h="988409">
                  <a:moveTo>
                    <a:pt x="0" y="988409"/>
                  </a:moveTo>
                  <a:cubicBezTo>
                    <a:pt x="28472" y="486410"/>
                    <a:pt x="452975" y="151468"/>
                    <a:pt x="702429" y="43388"/>
                  </a:cubicBezTo>
                  <a:cubicBezTo>
                    <a:pt x="951883" y="-64692"/>
                    <a:pt x="1355184" y="27328"/>
                    <a:pt x="1496727" y="33993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1522D75A-5302-0878-5FA0-4AE6AEAA0841}"/>
                </a:ext>
              </a:extLst>
            </p:cNvPr>
            <p:cNvSpPr/>
            <p:nvPr/>
          </p:nvSpPr>
          <p:spPr>
            <a:xfrm>
              <a:off x="4939704" y="1557505"/>
              <a:ext cx="255153" cy="765400"/>
            </a:xfrm>
            <a:custGeom>
              <a:avLst/>
              <a:gdLst>
                <a:gd name="connsiteX0" fmla="*/ 0 w 9433249"/>
                <a:gd name="connsiteY0" fmla="*/ 0 h 524408"/>
                <a:gd name="connsiteX1" fmla="*/ 1101013 w 9433249"/>
                <a:gd name="connsiteY1" fmla="*/ 485191 h 524408"/>
                <a:gd name="connsiteX2" fmla="*/ 4646645 w 9433249"/>
                <a:gd name="connsiteY2" fmla="*/ 494522 h 524408"/>
                <a:gd name="connsiteX3" fmla="*/ 8192278 w 9433249"/>
                <a:gd name="connsiteY3" fmla="*/ 494522 h 524408"/>
                <a:gd name="connsiteX4" fmla="*/ 9433249 w 9433249"/>
                <a:gd name="connsiteY4" fmla="*/ 494522 h 524408"/>
                <a:gd name="connsiteX0" fmla="*/ 0 w 9433249"/>
                <a:gd name="connsiteY0" fmla="*/ 0 h 524408"/>
                <a:gd name="connsiteX1" fmla="*/ 1101013 w 9433249"/>
                <a:gd name="connsiteY1" fmla="*/ 485191 h 524408"/>
                <a:gd name="connsiteX2" fmla="*/ 4646645 w 9433249"/>
                <a:gd name="connsiteY2" fmla="*/ 494522 h 524408"/>
                <a:gd name="connsiteX3" fmla="*/ 9433249 w 9433249"/>
                <a:gd name="connsiteY3" fmla="*/ 494522 h 524408"/>
                <a:gd name="connsiteX0" fmla="*/ 0 w 9433249"/>
                <a:gd name="connsiteY0" fmla="*/ 0 h 523927"/>
                <a:gd name="connsiteX1" fmla="*/ 1101013 w 9433249"/>
                <a:gd name="connsiteY1" fmla="*/ 485191 h 523927"/>
                <a:gd name="connsiteX2" fmla="*/ 9433249 w 9433249"/>
                <a:gd name="connsiteY2" fmla="*/ 494522 h 523927"/>
                <a:gd name="connsiteX0" fmla="*/ 0 w 2475604"/>
                <a:gd name="connsiteY0" fmla="*/ 120944 h 607088"/>
                <a:gd name="connsiteX1" fmla="*/ 1101013 w 2475604"/>
                <a:gd name="connsiteY1" fmla="*/ 606135 h 607088"/>
                <a:gd name="connsiteX2" fmla="*/ 2475604 w 2475604"/>
                <a:gd name="connsiteY2" fmla="*/ 4 h 607088"/>
                <a:gd name="connsiteX0" fmla="*/ 0 w 2475604"/>
                <a:gd name="connsiteY0" fmla="*/ 120940 h 607084"/>
                <a:gd name="connsiteX1" fmla="*/ 1101013 w 2475604"/>
                <a:gd name="connsiteY1" fmla="*/ 606131 h 607084"/>
                <a:gd name="connsiteX2" fmla="*/ 2475604 w 2475604"/>
                <a:gd name="connsiteY2" fmla="*/ 0 h 607084"/>
                <a:gd name="connsiteX0" fmla="*/ 0 w 2305619"/>
                <a:gd name="connsiteY0" fmla="*/ 296787 h 786921"/>
                <a:gd name="connsiteX1" fmla="*/ 1101013 w 2305619"/>
                <a:gd name="connsiteY1" fmla="*/ 781978 h 786921"/>
                <a:gd name="connsiteX2" fmla="*/ 2305619 w 2305619"/>
                <a:gd name="connsiteY2" fmla="*/ 0 h 786921"/>
                <a:gd name="connsiteX0" fmla="*/ 0 w 2405266"/>
                <a:gd name="connsiteY0" fmla="*/ 367125 h 790677"/>
                <a:gd name="connsiteX1" fmla="*/ 1200660 w 2405266"/>
                <a:gd name="connsiteY1" fmla="*/ 781978 h 790677"/>
                <a:gd name="connsiteX2" fmla="*/ 2405266 w 2405266"/>
                <a:gd name="connsiteY2" fmla="*/ 0 h 790677"/>
                <a:gd name="connsiteX0" fmla="*/ 0 w 2405266"/>
                <a:gd name="connsiteY0" fmla="*/ 367125 h 678116"/>
                <a:gd name="connsiteX1" fmla="*/ 1106876 w 2405266"/>
                <a:gd name="connsiteY1" fmla="*/ 664748 h 678116"/>
                <a:gd name="connsiteX2" fmla="*/ 2405266 w 2405266"/>
                <a:gd name="connsiteY2" fmla="*/ 0 h 678116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683586"/>
                <a:gd name="connsiteX1" fmla="*/ 960337 w 1608096"/>
                <a:gd name="connsiteY1" fmla="*/ 664749 h 683586"/>
                <a:gd name="connsiteX2" fmla="*/ 1608096 w 1608096"/>
                <a:gd name="connsiteY2" fmla="*/ 0 h 683586"/>
                <a:gd name="connsiteX0" fmla="*/ 0 w 1608096"/>
                <a:gd name="connsiteY0" fmla="*/ 837225 h 864760"/>
                <a:gd name="connsiteX1" fmla="*/ 813799 w 1608096"/>
                <a:gd name="connsiteY1" fmla="*/ 3572 h 864760"/>
                <a:gd name="connsiteX2" fmla="*/ 1608096 w 1608096"/>
                <a:gd name="connsiteY2" fmla="*/ 429069 h 864760"/>
                <a:gd name="connsiteX0" fmla="*/ 0 w 1608096"/>
                <a:gd name="connsiteY0" fmla="*/ 837225 h 837225"/>
                <a:gd name="connsiteX1" fmla="*/ 813799 w 1608096"/>
                <a:gd name="connsiteY1" fmla="*/ 3572 h 837225"/>
                <a:gd name="connsiteX2" fmla="*/ 1608096 w 1608096"/>
                <a:gd name="connsiteY2" fmla="*/ 429069 h 837225"/>
                <a:gd name="connsiteX0" fmla="*/ 0 w 1608096"/>
                <a:gd name="connsiteY0" fmla="*/ 847908 h 847908"/>
                <a:gd name="connsiteX1" fmla="*/ 813799 w 1608096"/>
                <a:gd name="connsiteY1" fmla="*/ 14255 h 847908"/>
                <a:gd name="connsiteX2" fmla="*/ 1608096 w 1608096"/>
                <a:gd name="connsiteY2" fmla="*/ 439752 h 847908"/>
                <a:gd name="connsiteX0" fmla="*/ 0 w 1496727"/>
                <a:gd name="connsiteY0" fmla="*/ 1101757 h 1101757"/>
                <a:gd name="connsiteX1" fmla="*/ 702430 w 1496727"/>
                <a:gd name="connsiteY1" fmla="*/ 27782 h 1101757"/>
                <a:gd name="connsiteX2" fmla="*/ 1496727 w 1496727"/>
                <a:gd name="connsiteY2" fmla="*/ 453279 h 1101757"/>
                <a:gd name="connsiteX0" fmla="*/ 0 w 1496727"/>
                <a:gd name="connsiteY0" fmla="*/ 1101757 h 1101757"/>
                <a:gd name="connsiteX1" fmla="*/ 702430 w 1496727"/>
                <a:gd name="connsiteY1" fmla="*/ 27782 h 1101757"/>
                <a:gd name="connsiteX2" fmla="*/ 1496727 w 1496727"/>
                <a:gd name="connsiteY2" fmla="*/ 453279 h 1101757"/>
                <a:gd name="connsiteX0" fmla="*/ 0 w 1496727"/>
                <a:gd name="connsiteY0" fmla="*/ 998154 h 998154"/>
                <a:gd name="connsiteX1" fmla="*/ 761044 w 1496727"/>
                <a:gd name="connsiteY1" fmla="*/ 41410 h 998154"/>
                <a:gd name="connsiteX2" fmla="*/ 1496727 w 1496727"/>
                <a:gd name="connsiteY2" fmla="*/ 349676 h 998154"/>
                <a:gd name="connsiteX0" fmla="*/ 0 w 1496727"/>
                <a:gd name="connsiteY0" fmla="*/ 988409 h 988409"/>
                <a:gd name="connsiteX1" fmla="*/ 702429 w 1496727"/>
                <a:gd name="connsiteY1" fmla="*/ 43388 h 988409"/>
                <a:gd name="connsiteX2" fmla="*/ 1496727 w 1496727"/>
                <a:gd name="connsiteY2" fmla="*/ 339931 h 988409"/>
                <a:gd name="connsiteX0" fmla="*/ 0 w 1496727"/>
                <a:gd name="connsiteY0" fmla="*/ 988409 h 988409"/>
                <a:gd name="connsiteX1" fmla="*/ 702429 w 1496727"/>
                <a:gd name="connsiteY1" fmla="*/ 43388 h 988409"/>
                <a:gd name="connsiteX2" fmla="*/ 1496727 w 1496727"/>
                <a:gd name="connsiteY2" fmla="*/ 339931 h 988409"/>
                <a:gd name="connsiteX0" fmla="*/ 0 w 1496727"/>
                <a:gd name="connsiteY0" fmla="*/ 700797 h 1042301"/>
                <a:gd name="connsiteX1" fmla="*/ 784491 w 1496727"/>
                <a:gd name="connsiteY1" fmla="*/ 1033590 h 1042301"/>
                <a:gd name="connsiteX2" fmla="*/ 1496727 w 1496727"/>
                <a:gd name="connsiteY2" fmla="*/ 52319 h 1042301"/>
                <a:gd name="connsiteX0" fmla="*/ 0 w 1496727"/>
                <a:gd name="connsiteY0" fmla="*/ 700797 h 1072850"/>
                <a:gd name="connsiteX1" fmla="*/ 784491 w 1496727"/>
                <a:gd name="connsiteY1" fmla="*/ 1033590 h 1072850"/>
                <a:gd name="connsiteX2" fmla="*/ 1496727 w 1496727"/>
                <a:gd name="connsiteY2" fmla="*/ 52319 h 1072850"/>
                <a:gd name="connsiteX0" fmla="*/ 0 w 1496727"/>
                <a:gd name="connsiteY0" fmla="*/ 648478 h 1020531"/>
                <a:gd name="connsiteX1" fmla="*/ 784491 w 1496727"/>
                <a:gd name="connsiteY1" fmla="*/ 981271 h 1020531"/>
                <a:gd name="connsiteX2" fmla="*/ 1496727 w 1496727"/>
                <a:gd name="connsiteY2" fmla="*/ 0 h 1020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96727" h="1020531">
                  <a:moveTo>
                    <a:pt x="0" y="648478"/>
                  </a:moveTo>
                  <a:cubicBezTo>
                    <a:pt x="104672" y="972955"/>
                    <a:pt x="535037" y="1089351"/>
                    <a:pt x="784491" y="981271"/>
                  </a:cubicBezTo>
                  <a:cubicBezTo>
                    <a:pt x="1033945" y="873191"/>
                    <a:pt x="1378631" y="431812"/>
                    <a:pt x="1496727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1C9A0735-CCA8-A28E-496D-BDEBA4CB1308}"/>
                </a:ext>
              </a:extLst>
            </p:cNvPr>
            <p:cNvSpPr/>
            <p:nvPr/>
          </p:nvSpPr>
          <p:spPr>
            <a:xfrm flipH="1">
              <a:off x="5713266" y="1153259"/>
              <a:ext cx="349803" cy="613848"/>
            </a:xfrm>
            <a:custGeom>
              <a:avLst/>
              <a:gdLst>
                <a:gd name="connsiteX0" fmla="*/ 0 w 9433249"/>
                <a:gd name="connsiteY0" fmla="*/ 0 h 524408"/>
                <a:gd name="connsiteX1" fmla="*/ 1101013 w 9433249"/>
                <a:gd name="connsiteY1" fmla="*/ 485191 h 524408"/>
                <a:gd name="connsiteX2" fmla="*/ 4646645 w 9433249"/>
                <a:gd name="connsiteY2" fmla="*/ 494522 h 524408"/>
                <a:gd name="connsiteX3" fmla="*/ 8192278 w 9433249"/>
                <a:gd name="connsiteY3" fmla="*/ 494522 h 524408"/>
                <a:gd name="connsiteX4" fmla="*/ 9433249 w 9433249"/>
                <a:gd name="connsiteY4" fmla="*/ 494522 h 524408"/>
                <a:gd name="connsiteX0" fmla="*/ 0 w 9433249"/>
                <a:gd name="connsiteY0" fmla="*/ 0 h 524408"/>
                <a:gd name="connsiteX1" fmla="*/ 1101013 w 9433249"/>
                <a:gd name="connsiteY1" fmla="*/ 485191 h 524408"/>
                <a:gd name="connsiteX2" fmla="*/ 4646645 w 9433249"/>
                <a:gd name="connsiteY2" fmla="*/ 494522 h 524408"/>
                <a:gd name="connsiteX3" fmla="*/ 9433249 w 9433249"/>
                <a:gd name="connsiteY3" fmla="*/ 494522 h 524408"/>
                <a:gd name="connsiteX0" fmla="*/ 0 w 9433249"/>
                <a:gd name="connsiteY0" fmla="*/ 0 h 523927"/>
                <a:gd name="connsiteX1" fmla="*/ 1101013 w 9433249"/>
                <a:gd name="connsiteY1" fmla="*/ 485191 h 523927"/>
                <a:gd name="connsiteX2" fmla="*/ 9433249 w 9433249"/>
                <a:gd name="connsiteY2" fmla="*/ 494522 h 523927"/>
                <a:gd name="connsiteX0" fmla="*/ 0 w 2475604"/>
                <a:gd name="connsiteY0" fmla="*/ 120944 h 607088"/>
                <a:gd name="connsiteX1" fmla="*/ 1101013 w 2475604"/>
                <a:gd name="connsiteY1" fmla="*/ 606135 h 607088"/>
                <a:gd name="connsiteX2" fmla="*/ 2475604 w 2475604"/>
                <a:gd name="connsiteY2" fmla="*/ 4 h 607088"/>
                <a:gd name="connsiteX0" fmla="*/ 0 w 2475604"/>
                <a:gd name="connsiteY0" fmla="*/ 120940 h 607084"/>
                <a:gd name="connsiteX1" fmla="*/ 1101013 w 2475604"/>
                <a:gd name="connsiteY1" fmla="*/ 606131 h 607084"/>
                <a:gd name="connsiteX2" fmla="*/ 2475604 w 2475604"/>
                <a:gd name="connsiteY2" fmla="*/ 0 h 607084"/>
                <a:gd name="connsiteX0" fmla="*/ 0 w 2305619"/>
                <a:gd name="connsiteY0" fmla="*/ 296787 h 786921"/>
                <a:gd name="connsiteX1" fmla="*/ 1101013 w 2305619"/>
                <a:gd name="connsiteY1" fmla="*/ 781978 h 786921"/>
                <a:gd name="connsiteX2" fmla="*/ 2305619 w 2305619"/>
                <a:gd name="connsiteY2" fmla="*/ 0 h 786921"/>
                <a:gd name="connsiteX0" fmla="*/ 0 w 2405266"/>
                <a:gd name="connsiteY0" fmla="*/ 367125 h 790677"/>
                <a:gd name="connsiteX1" fmla="*/ 1200660 w 2405266"/>
                <a:gd name="connsiteY1" fmla="*/ 781978 h 790677"/>
                <a:gd name="connsiteX2" fmla="*/ 2405266 w 2405266"/>
                <a:gd name="connsiteY2" fmla="*/ 0 h 790677"/>
                <a:gd name="connsiteX0" fmla="*/ 0 w 2405266"/>
                <a:gd name="connsiteY0" fmla="*/ 367125 h 678116"/>
                <a:gd name="connsiteX1" fmla="*/ 1106876 w 2405266"/>
                <a:gd name="connsiteY1" fmla="*/ 664748 h 678116"/>
                <a:gd name="connsiteX2" fmla="*/ 2405266 w 2405266"/>
                <a:gd name="connsiteY2" fmla="*/ 0 h 678116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683586"/>
                <a:gd name="connsiteX1" fmla="*/ 960337 w 1608096"/>
                <a:gd name="connsiteY1" fmla="*/ 664749 h 683586"/>
                <a:gd name="connsiteX2" fmla="*/ 1608096 w 1608096"/>
                <a:gd name="connsiteY2" fmla="*/ 0 h 683586"/>
                <a:gd name="connsiteX0" fmla="*/ 0 w 1608096"/>
                <a:gd name="connsiteY0" fmla="*/ 408156 h 408156"/>
                <a:gd name="connsiteX1" fmla="*/ 1608096 w 1608096"/>
                <a:gd name="connsiteY1" fmla="*/ 0 h 408156"/>
                <a:gd name="connsiteX0" fmla="*/ 0 w 1461557"/>
                <a:gd name="connsiteY0" fmla="*/ 683648 h 683648"/>
                <a:gd name="connsiteX1" fmla="*/ 1461557 w 1461557"/>
                <a:gd name="connsiteY1" fmla="*/ 0 h 683648"/>
                <a:gd name="connsiteX0" fmla="*/ 0 w 1520172"/>
                <a:gd name="connsiteY0" fmla="*/ 736403 h 736403"/>
                <a:gd name="connsiteX1" fmla="*/ 1520172 w 1520172"/>
                <a:gd name="connsiteY1" fmla="*/ 0 h 736403"/>
                <a:gd name="connsiteX0" fmla="*/ 0 w 1479141"/>
                <a:gd name="connsiteY0" fmla="*/ 818464 h 818464"/>
                <a:gd name="connsiteX1" fmla="*/ 1479141 w 1479141"/>
                <a:gd name="connsiteY1" fmla="*/ 0 h 818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79141" h="818464">
                  <a:moveTo>
                    <a:pt x="0" y="818464"/>
                  </a:moveTo>
                  <a:lnTo>
                    <a:pt x="1479141" y="0"/>
                  </a:ln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B3BDBD39-F2B2-1595-7C04-E135F82AD3B2}"/>
                </a:ext>
              </a:extLst>
            </p:cNvPr>
            <p:cNvSpPr/>
            <p:nvPr/>
          </p:nvSpPr>
          <p:spPr>
            <a:xfrm flipH="1">
              <a:off x="5695920" y="546594"/>
              <a:ext cx="353962" cy="741308"/>
            </a:xfrm>
            <a:custGeom>
              <a:avLst/>
              <a:gdLst>
                <a:gd name="connsiteX0" fmla="*/ 0 w 9433249"/>
                <a:gd name="connsiteY0" fmla="*/ 0 h 524408"/>
                <a:gd name="connsiteX1" fmla="*/ 1101013 w 9433249"/>
                <a:gd name="connsiteY1" fmla="*/ 485191 h 524408"/>
                <a:gd name="connsiteX2" fmla="*/ 4646645 w 9433249"/>
                <a:gd name="connsiteY2" fmla="*/ 494522 h 524408"/>
                <a:gd name="connsiteX3" fmla="*/ 8192278 w 9433249"/>
                <a:gd name="connsiteY3" fmla="*/ 494522 h 524408"/>
                <a:gd name="connsiteX4" fmla="*/ 9433249 w 9433249"/>
                <a:gd name="connsiteY4" fmla="*/ 494522 h 524408"/>
                <a:gd name="connsiteX0" fmla="*/ 0 w 9433249"/>
                <a:gd name="connsiteY0" fmla="*/ 0 h 524408"/>
                <a:gd name="connsiteX1" fmla="*/ 1101013 w 9433249"/>
                <a:gd name="connsiteY1" fmla="*/ 485191 h 524408"/>
                <a:gd name="connsiteX2" fmla="*/ 4646645 w 9433249"/>
                <a:gd name="connsiteY2" fmla="*/ 494522 h 524408"/>
                <a:gd name="connsiteX3" fmla="*/ 9433249 w 9433249"/>
                <a:gd name="connsiteY3" fmla="*/ 494522 h 524408"/>
                <a:gd name="connsiteX0" fmla="*/ 0 w 9433249"/>
                <a:gd name="connsiteY0" fmla="*/ 0 h 523927"/>
                <a:gd name="connsiteX1" fmla="*/ 1101013 w 9433249"/>
                <a:gd name="connsiteY1" fmla="*/ 485191 h 523927"/>
                <a:gd name="connsiteX2" fmla="*/ 9433249 w 9433249"/>
                <a:gd name="connsiteY2" fmla="*/ 494522 h 523927"/>
                <a:gd name="connsiteX0" fmla="*/ 0 w 2475604"/>
                <a:gd name="connsiteY0" fmla="*/ 120944 h 607088"/>
                <a:gd name="connsiteX1" fmla="*/ 1101013 w 2475604"/>
                <a:gd name="connsiteY1" fmla="*/ 606135 h 607088"/>
                <a:gd name="connsiteX2" fmla="*/ 2475604 w 2475604"/>
                <a:gd name="connsiteY2" fmla="*/ 4 h 607088"/>
                <a:gd name="connsiteX0" fmla="*/ 0 w 2475604"/>
                <a:gd name="connsiteY0" fmla="*/ 120940 h 607084"/>
                <a:gd name="connsiteX1" fmla="*/ 1101013 w 2475604"/>
                <a:gd name="connsiteY1" fmla="*/ 606131 h 607084"/>
                <a:gd name="connsiteX2" fmla="*/ 2475604 w 2475604"/>
                <a:gd name="connsiteY2" fmla="*/ 0 h 607084"/>
                <a:gd name="connsiteX0" fmla="*/ 0 w 2305619"/>
                <a:gd name="connsiteY0" fmla="*/ 296787 h 786921"/>
                <a:gd name="connsiteX1" fmla="*/ 1101013 w 2305619"/>
                <a:gd name="connsiteY1" fmla="*/ 781978 h 786921"/>
                <a:gd name="connsiteX2" fmla="*/ 2305619 w 2305619"/>
                <a:gd name="connsiteY2" fmla="*/ 0 h 786921"/>
                <a:gd name="connsiteX0" fmla="*/ 0 w 2405266"/>
                <a:gd name="connsiteY0" fmla="*/ 367125 h 790677"/>
                <a:gd name="connsiteX1" fmla="*/ 1200660 w 2405266"/>
                <a:gd name="connsiteY1" fmla="*/ 781978 h 790677"/>
                <a:gd name="connsiteX2" fmla="*/ 2405266 w 2405266"/>
                <a:gd name="connsiteY2" fmla="*/ 0 h 790677"/>
                <a:gd name="connsiteX0" fmla="*/ 0 w 2405266"/>
                <a:gd name="connsiteY0" fmla="*/ 367125 h 678116"/>
                <a:gd name="connsiteX1" fmla="*/ 1106876 w 2405266"/>
                <a:gd name="connsiteY1" fmla="*/ 664748 h 678116"/>
                <a:gd name="connsiteX2" fmla="*/ 2405266 w 2405266"/>
                <a:gd name="connsiteY2" fmla="*/ 0 h 678116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683586"/>
                <a:gd name="connsiteX1" fmla="*/ 960337 w 1608096"/>
                <a:gd name="connsiteY1" fmla="*/ 664749 h 683586"/>
                <a:gd name="connsiteX2" fmla="*/ 1608096 w 1608096"/>
                <a:gd name="connsiteY2" fmla="*/ 0 h 683586"/>
                <a:gd name="connsiteX0" fmla="*/ 0 w 1608096"/>
                <a:gd name="connsiteY0" fmla="*/ 837225 h 864760"/>
                <a:gd name="connsiteX1" fmla="*/ 813799 w 1608096"/>
                <a:gd name="connsiteY1" fmla="*/ 3572 h 864760"/>
                <a:gd name="connsiteX2" fmla="*/ 1608096 w 1608096"/>
                <a:gd name="connsiteY2" fmla="*/ 429069 h 864760"/>
                <a:gd name="connsiteX0" fmla="*/ 0 w 1608096"/>
                <a:gd name="connsiteY0" fmla="*/ 837225 h 837225"/>
                <a:gd name="connsiteX1" fmla="*/ 813799 w 1608096"/>
                <a:gd name="connsiteY1" fmla="*/ 3572 h 837225"/>
                <a:gd name="connsiteX2" fmla="*/ 1608096 w 1608096"/>
                <a:gd name="connsiteY2" fmla="*/ 429069 h 837225"/>
                <a:gd name="connsiteX0" fmla="*/ 0 w 1608096"/>
                <a:gd name="connsiteY0" fmla="*/ 847908 h 847908"/>
                <a:gd name="connsiteX1" fmla="*/ 813799 w 1608096"/>
                <a:gd name="connsiteY1" fmla="*/ 14255 h 847908"/>
                <a:gd name="connsiteX2" fmla="*/ 1608096 w 1608096"/>
                <a:gd name="connsiteY2" fmla="*/ 439752 h 847908"/>
                <a:gd name="connsiteX0" fmla="*/ 0 w 1496727"/>
                <a:gd name="connsiteY0" fmla="*/ 1101757 h 1101757"/>
                <a:gd name="connsiteX1" fmla="*/ 702430 w 1496727"/>
                <a:gd name="connsiteY1" fmla="*/ 27782 h 1101757"/>
                <a:gd name="connsiteX2" fmla="*/ 1496727 w 1496727"/>
                <a:gd name="connsiteY2" fmla="*/ 453279 h 1101757"/>
                <a:gd name="connsiteX0" fmla="*/ 0 w 1496727"/>
                <a:gd name="connsiteY0" fmla="*/ 1101757 h 1101757"/>
                <a:gd name="connsiteX1" fmla="*/ 702430 w 1496727"/>
                <a:gd name="connsiteY1" fmla="*/ 27782 h 1101757"/>
                <a:gd name="connsiteX2" fmla="*/ 1496727 w 1496727"/>
                <a:gd name="connsiteY2" fmla="*/ 453279 h 1101757"/>
                <a:gd name="connsiteX0" fmla="*/ 0 w 1496727"/>
                <a:gd name="connsiteY0" fmla="*/ 998154 h 998154"/>
                <a:gd name="connsiteX1" fmla="*/ 761044 w 1496727"/>
                <a:gd name="connsiteY1" fmla="*/ 41410 h 998154"/>
                <a:gd name="connsiteX2" fmla="*/ 1496727 w 1496727"/>
                <a:gd name="connsiteY2" fmla="*/ 349676 h 998154"/>
                <a:gd name="connsiteX0" fmla="*/ 0 w 1496727"/>
                <a:gd name="connsiteY0" fmla="*/ 988409 h 988409"/>
                <a:gd name="connsiteX1" fmla="*/ 702429 w 1496727"/>
                <a:gd name="connsiteY1" fmla="*/ 43388 h 988409"/>
                <a:gd name="connsiteX2" fmla="*/ 1496727 w 1496727"/>
                <a:gd name="connsiteY2" fmla="*/ 339931 h 988409"/>
                <a:gd name="connsiteX0" fmla="*/ 0 w 1496727"/>
                <a:gd name="connsiteY0" fmla="*/ 988409 h 988409"/>
                <a:gd name="connsiteX1" fmla="*/ 702429 w 1496727"/>
                <a:gd name="connsiteY1" fmla="*/ 43388 h 988409"/>
                <a:gd name="connsiteX2" fmla="*/ 1496727 w 1496727"/>
                <a:gd name="connsiteY2" fmla="*/ 339931 h 9884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96727" h="988409">
                  <a:moveTo>
                    <a:pt x="0" y="988409"/>
                  </a:moveTo>
                  <a:cubicBezTo>
                    <a:pt x="28472" y="486410"/>
                    <a:pt x="452975" y="151468"/>
                    <a:pt x="702429" y="43388"/>
                  </a:cubicBezTo>
                  <a:cubicBezTo>
                    <a:pt x="951883" y="-64692"/>
                    <a:pt x="1355184" y="27328"/>
                    <a:pt x="1496727" y="33993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55122E44-A429-8F27-7966-456642ADAB9D}"/>
                </a:ext>
              </a:extLst>
            </p:cNvPr>
            <p:cNvSpPr/>
            <p:nvPr/>
          </p:nvSpPr>
          <p:spPr>
            <a:xfrm flipH="1">
              <a:off x="5709109" y="1639567"/>
              <a:ext cx="353962" cy="765400"/>
            </a:xfrm>
            <a:custGeom>
              <a:avLst/>
              <a:gdLst>
                <a:gd name="connsiteX0" fmla="*/ 0 w 9433249"/>
                <a:gd name="connsiteY0" fmla="*/ 0 h 524408"/>
                <a:gd name="connsiteX1" fmla="*/ 1101013 w 9433249"/>
                <a:gd name="connsiteY1" fmla="*/ 485191 h 524408"/>
                <a:gd name="connsiteX2" fmla="*/ 4646645 w 9433249"/>
                <a:gd name="connsiteY2" fmla="*/ 494522 h 524408"/>
                <a:gd name="connsiteX3" fmla="*/ 8192278 w 9433249"/>
                <a:gd name="connsiteY3" fmla="*/ 494522 h 524408"/>
                <a:gd name="connsiteX4" fmla="*/ 9433249 w 9433249"/>
                <a:gd name="connsiteY4" fmla="*/ 494522 h 524408"/>
                <a:gd name="connsiteX0" fmla="*/ 0 w 9433249"/>
                <a:gd name="connsiteY0" fmla="*/ 0 h 524408"/>
                <a:gd name="connsiteX1" fmla="*/ 1101013 w 9433249"/>
                <a:gd name="connsiteY1" fmla="*/ 485191 h 524408"/>
                <a:gd name="connsiteX2" fmla="*/ 4646645 w 9433249"/>
                <a:gd name="connsiteY2" fmla="*/ 494522 h 524408"/>
                <a:gd name="connsiteX3" fmla="*/ 9433249 w 9433249"/>
                <a:gd name="connsiteY3" fmla="*/ 494522 h 524408"/>
                <a:gd name="connsiteX0" fmla="*/ 0 w 9433249"/>
                <a:gd name="connsiteY0" fmla="*/ 0 h 523927"/>
                <a:gd name="connsiteX1" fmla="*/ 1101013 w 9433249"/>
                <a:gd name="connsiteY1" fmla="*/ 485191 h 523927"/>
                <a:gd name="connsiteX2" fmla="*/ 9433249 w 9433249"/>
                <a:gd name="connsiteY2" fmla="*/ 494522 h 523927"/>
                <a:gd name="connsiteX0" fmla="*/ 0 w 2475604"/>
                <a:gd name="connsiteY0" fmla="*/ 120944 h 607088"/>
                <a:gd name="connsiteX1" fmla="*/ 1101013 w 2475604"/>
                <a:gd name="connsiteY1" fmla="*/ 606135 h 607088"/>
                <a:gd name="connsiteX2" fmla="*/ 2475604 w 2475604"/>
                <a:gd name="connsiteY2" fmla="*/ 4 h 607088"/>
                <a:gd name="connsiteX0" fmla="*/ 0 w 2475604"/>
                <a:gd name="connsiteY0" fmla="*/ 120940 h 607084"/>
                <a:gd name="connsiteX1" fmla="*/ 1101013 w 2475604"/>
                <a:gd name="connsiteY1" fmla="*/ 606131 h 607084"/>
                <a:gd name="connsiteX2" fmla="*/ 2475604 w 2475604"/>
                <a:gd name="connsiteY2" fmla="*/ 0 h 607084"/>
                <a:gd name="connsiteX0" fmla="*/ 0 w 2305619"/>
                <a:gd name="connsiteY0" fmla="*/ 296787 h 786921"/>
                <a:gd name="connsiteX1" fmla="*/ 1101013 w 2305619"/>
                <a:gd name="connsiteY1" fmla="*/ 781978 h 786921"/>
                <a:gd name="connsiteX2" fmla="*/ 2305619 w 2305619"/>
                <a:gd name="connsiteY2" fmla="*/ 0 h 786921"/>
                <a:gd name="connsiteX0" fmla="*/ 0 w 2405266"/>
                <a:gd name="connsiteY0" fmla="*/ 367125 h 790677"/>
                <a:gd name="connsiteX1" fmla="*/ 1200660 w 2405266"/>
                <a:gd name="connsiteY1" fmla="*/ 781978 h 790677"/>
                <a:gd name="connsiteX2" fmla="*/ 2405266 w 2405266"/>
                <a:gd name="connsiteY2" fmla="*/ 0 h 790677"/>
                <a:gd name="connsiteX0" fmla="*/ 0 w 2405266"/>
                <a:gd name="connsiteY0" fmla="*/ 367125 h 678116"/>
                <a:gd name="connsiteX1" fmla="*/ 1106876 w 2405266"/>
                <a:gd name="connsiteY1" fmla="*/ 664748 h 678116"/>
                <a:gd name="connsiteX2" fmla="*/ 2405266 w 2405266"/>
                <a:gd name="connsiteY2" fmla="*/ 0 h 678116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721397"/>
                <a:gd name="connsiteX1" fmla="*/ 1106876 w 1608096"/>
                <a:gd name="connsiteY1" fmla="*/ 705779 h 721397"/>
                <a:gd name="connsiteX2" fmla="*/ 1608096 w 1608096"/>
                <a:gd name="connsiteY2" fmla="*/ 0 h 721397"/>
                <a:gd name="connsiteX0" fmla="*/ 0 w 1608096"/>
                <a:gd name="connsiteY0" fmla="*/ 408156 h 683586"/>
                <a:gd name="connsiteX1" fmla="*/ 960337 w 1608096"/>
                <a:gd name="connsiteY1" fmla="*/ 664749 h 683586"/>
                <a:gd name="connsiteX2" fmla="*/ 1608096 w 1608096"/>
                <a:gd name="connsiteY2" fmla="*/ 0 h 683586"/>
                <a:gd name="connsiteX0" fmla="*/ 0 w 1608096"/>
                <a:gd name="connsiteY0" fmla="*/ 837225 h 864760"/>
                <a:gd name="connsiteX1" fmla="*/ 813799 w 1608096"/>
                <a:gd name="connsiteY1" fmla="*/ 3572 h 864760"/>
                <a:gd name="connsiteX2" fmla="*/ 1608096 w 1608096"/>
                <a:gd name="connsiteY2" fmla="*/ 429069 h 864760"/>
                <a:gd name="connsiteX0" fmla="*/ 0 w 1608096"/>
                <a:gd name="connsiteY0" fmla="*/ 837225 h 837225"/>
                <a:gd name="connsiteX1" fmla="*/ 813799 w 1608096"/>
                <a:gd name="connsiteY1" fmla="*/ 3572 h 837225"/>
                <a:gd name="connsiteX2" fmla="*/ 1608096 w 1608096"/>
                <a:gd name="connsiteY2" fmla="*/ 429069 h 837225"/>
                <a:gd name="connsiteX0" fmla="*/ 0 w 1608096"/>
                <a:gd name="connsiteY0" fmla="*/ 847908 h 847908"/>
                <a:gd name="connsiteX1" fmla="*/ 813799 w 1608096"/>
                <a:gd name="connsiteY1" fmla="*/ 14255 h 847908"/>
                <a:gd name="connsiteX2" fmla="*/ 1608096 w 1608096"/>
                <a:gd name="connsiteY2" fmla="*/ 439752 h 847908"/>
                <a:gd name="connsiteX0" fmla="*/ 0 w 1496727"/>
                <a:gd name="connsiteY0" fmla="*/ 1101757 h 1101757"/>
                <a:gd name="connsiteX1" fmla="*/ 702430 w 1496727"/>
                <a:gd name="connsiteY1" fmla="*/ 27782 h 1101757"/>
                <a:gd name="connsiteX2" fmla="*/ 1496727 w 1496727"/>
                <a:gd name="connsiteY2" fmla="*/ 453279 h 1101757"/>
                <a:gd name="connsiteX0" fmla="*/ 0 w 1496727"/>
                <a:gd name="connsiteY0" fmla="*/ 1101757 h 1101757"/>
                <a:gd name="connsiteX1" fmla="*/ 702430 w 1496727"/>
                <a:gd name="connsiteY1" fmla="*/ 27782 h 1101757"/>
                <a:gd name="connsiteX2" fmla="*/ 1496727 w 1496727"/>
                <a:gd name="connsiteY2" fmla="*/ 453279 h 1101757"/>
                <a:gd name="connsiteX0" fmla="*/ 0 w 1496727"/>
                <a:gd name="connsiteY0" fmla="*/ 998154 h 998154"/>
                <a:gd name="connsiteX1" fmla="*/ 761044 w 1496727"/>
                <a:gd name="connsiteY1" fmla="*/ 41410 h 998154"/>
                <a:gd name="connsiteX2" fmla="*/ 1496727 w 1496727"/>
                <a:gd name="connsiteY2" fmla="*/ 349676 h 998154"/>
                <a:gd name="connsiteX0" fmla="*/ 0 w 1496727"/>
                <a:gd name="connsiteY0" fmla="*/ 988409 h 988409"/>
                <a:gd name="connsiteX1" fmla="*/ 702429 w 1496727"/>
                <a:gd name="connsiteY1" fmla="*/ 43388 h 988409"/>
                <a:gd name="connsiteX2" fmla="*/ 1496727 w 1496727"/>
                <a:gd name="connsiteY2" fmla="*/ 339931 h 988409"/>
                <a:gd name="connsiteX0" fmla="*/ 0 w 1496727"/>
                <a:gd name="connsiteY0" fmla="*/ 988409 h 988409"/>
                <a:gd name="connsiteX1" fmla="*/ 702429 w 1496727"/>
                <a:gd name="connsiteY1" fmla="*/ 43388 h 988409"/>
                <a:gd name="connsiteX2" fmla="*/ 1496727 w 1496727"/>
                <a:gd name="connsiteY2" fmla="*/ 339931 h 988409"/>
                <a:gd name="connsiteX0" fmla="*/ 0 w 1496727"/>
                <a:gd name="connsiteY0" fmla="*/ 700797 h 1042301"/>
                <a:gd name="connsiteX1" fmla="*/ 784491 w 1496727"/>
                <a:gd name="connsiteY1" fmla="*/ 1033590 h 1042301"/>
                <a:gd name="connsiteX2" fmla="*/ 1496727 w 1496727"/>
                <a:gd name="connsiteY2" fmla="*/ 52319 h 1042301"/>
                <a:gd name="connsiteX0" fmla="*/ 0 w 1496727"/>
                <a:gd name="connsiteY0" fmla="*/ 700797 h 1072850"/>
                <a:gd name="connsiteX1" fmla="*/ 784491 w 1496727"/>
                <a:gd name="connsiteY1" fmla="*/ 1033590 h 1072850"/>
                <a:gd name="connsiteX2" fmla="*/ 1496727 w 1496727"/>
                <a:gd name="connsiteY2" fmla="*/ 52319 h 1072850"/>
                <a:gd name="connsiteX0" fmla="*/ 0 w 1496727"/>
                <a:gd name="connsiteY0" fmla="*/ 648478 h 1020531"/>
                <a:gd name="connsiteX1" fmla="*/ 784491 w 1496727"/>
                <a:gd name="connsiteY1" fmla="*/ 981271 h 1020531"/>
                <a:gd name="connsiteX2" fmla="*/ 1496727 w 1496727"/>
                <a:gd name="connsiteY2" fmla="*/ 0 h 1020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96727" h="1020531">
                  <a:moveTo>
                    <a:pt x="0" y="648478"/>
                  </a:moveTo>
                  <a:cubicBezTo>
                    <a:pt x="104672" y="972955"/>
                    <a:pt x="535037" y="1089351"/>
                    <a:pt x="784491" y="981271"/>
                  </a:cubicBezTo>
                  <a:cubicBezTo>
                    <a:pt x="1033945" y="873191"/>
                    <a:pt x="1378631" y="431812"/>
                    <a:pt x="1496727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F07AF153-B27A-8876-2010-0FB30236BB60}"/>
                    </a:ext>
                  </a:extLst>
                </p:cNvPr>
                <p:cNvSpPr txBox="1"/>
                <p:nvPr/>
              </p:nvSpPr>
              <p:spPr>
                <a:xfrm>
                  <a:off x="4512628" y="-461092"/>
                  <a:ext cx="1631910" cy="47222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{"/>
                            <m:endChr m:val="}"/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d>
                              <m:d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d>
                              <m:dPr>
                                <m:ctrlP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2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F07AF153-B27A-8876-2010-0FB30236BB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12628" y="-461092"/>
                  <a:ext cx="1631910" cy="47222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Trapezoid 44">
              <a:extLst>
                <a:ext uri="{FF2B5EF4-FFF2-40B4-BE49-F238E27FC236}">
                  <a16:creationId xmlns:a16="http://schemas.microsoft.com/office/drawing/2014/main" id="{E7DE360A-6948-65A2-1BBA-09A8C6655263}"/>
                </a:ext>
              </a:extLst>
            </p:cNvPr>
            <p:cNvSpPr/>
            <p:nvPr/>
          </p:nvSpPr>
          <p:spPr>
            <a:xfrm>
              <a:off x="3349870" y="2576146"/>
              <a:ext cx="3239966" cy="804496"/>
            </a:xfrm>
            <a:prstGeom prst="trapezoid">
              <a:avLst>
                <a:gd name="adj" fmla="val 59973"/>
              </a:avLst>
            </a:prstGeom>
            <a:noFill/>
            <a:ln w="19050">
              <a:solidFill>
                <a:schemeClr val="tx1">
                  <a:lumMod val="75000"/>
                  <a:lumOff val="25000"/>
                </a:schemeClr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46" name="Trapezoid 45">
              <a:extLst>
                <a:ext uri="{FF2B5EF4-FFF2-40B4-BE49-F238E27FC236}">
                  <a16:creationId xmlns:a16="http://schemas.microsoft.com/office/drawing/2014/main" id="{6D1F731B-3B09-A9F0-BBBC-7272F2B5EB0E}"/>
                </a:ext>
              </a:extLst>
            </p:cNvPr>
            <p:cNvSpPr/>
            <p:nvPr/>
          </p:nvSpPr>
          <p:spPr>
            <a:xfrm rot="5400000">
              <a:off x="1084992" y="695569"/>
              <a:ext cx="2611317" cy="1422394"/>
            </a:xfrm>
            <a:prstGeom prst="trapezoid">
              <a:avLst>
                <a:gd name="adj" fmla="val 24581"/>
              </a:avLst>
            </a:prstGeom>
            <a:noFill/>
            <a:ln w="19050">
              <a:solidFill>
                <a:schemeClr val="tx1">
                  <a:lumMod val="75000"/>
                  <a:lumOff val="25000"/>
                </a:schemeClr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510B4903-FA7A-396D-A6C8-91B2EE5FEF5E}"/>
                </a:ext>
              </a:extLst>
            </p:cNvPr>
            <p:cNvGrpSpPr/>
            <p:nvPr/>
          </p:nvGrpSpPr>
          <p:grpSpPr>
            <a:xfrm>
              <a:off x="3343049" y="101108"/>
              <a:ext cx="3246786" cy="2614247"/>
              <a:chOff x="3343049" y="101108"/>
              <a:chExt cx="3246786" cy="2614247"/>
            </a:xfrm>
          </p:grpSpPr>
          <p:sp>
            <p:nvSpPr>
              <p:cNvPr id="48" name="Trapezoid 47">
                <a:extLst>
                  <a:ext uri="{FF2B5EF4-FFF2-40B4-BE49-F238E27FC236}">
                    <a16:creationId xmlns:a16="http://schemas.microsoft.com/office/drawing/2014/main" id="{90B85838-8733-5CB5-AC82-EECC9E09D02A}"/>
                  </a:ext>
                </a:extLst>
              </p:cNvPr>
              <p:cNvSpPr/>
              <p:nvPr/>
            </p:nvSpPr>
            <p:spPr>
              <a:xfrm rot="5400000" flipV="1">
                <a:off x="5041386" y="1163976"/>
                <a:ext cx="2611317" cy="485581"/>
              </a:xfrm>
              <a:prstGeom prst="trapezoid">
                <a:avLst>
                  <a:gd name="adj" fmla="val 68942"/>
                </a:avLst>
              </a:prstGeom>
              <a:noFill/>
              <a:ln w="19050">
                <a:solidFill>
                  <a:schemeClr val="tx1">
                    <a:lumMod val="75000"/>
                    <a:lumOff val="25000"/>
                  </a:schemeClr>
                </a:solidFill>
                <a:prstDash val="lg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p:sp>
            <p:nvSpPr>
              <p:cNvPr id="49" name="Trapezoid 48">
                <a:extLst>
                  <a:ext uri="{FF2B5EF4-FFF2-40B4-BE49-F238E27FC236}">
                    <a16:creationId xmlns:a16="http://schemas.microsoft.com/office/drawing/2014/main" id="{A0724855-CE77-45DB-8584-3C413E018746}"/>
                  </a:ext>
                </a:extLst>
              </p:cNvPr>
              <p:cNvSpPr/>
              <p:nvPr/>
            </p:nvSpPr>
            <p:spPr>
              <a:xfrm rot="5400000">
                <a:off x="2278753" y="1172225"/>
                <a:ext cx="2611317" cy="469084"/>
              </a:xfrm>
              <a:prstGeom prst="trapezoid">
                <a:avLst>
                  <a:gd name="adj" fmla="val 71440"/>
                </a:avLst>
              </a:prstGeom>
              <a:noFill/>
              <a:ln w="19050">
                <a:solidFill>
                  <a:schemeClr val="tx1">
                    <a:lumMod val="75000"/>
                    <a:lumOff val="25000"/>
                  </a:schemeClr>
                </a:solidFill>
                <a:prstDash val="lg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29E28CAD-6CC7-9C20-F0F7-D1E20BBB0B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18954" y="441091"/>
                <a:ext cx="2285300" cy="0"/>
              </a:xfrm>
              <a:prstGeom prst="line">
                <a:avLst/>
              </a:prstGeom>
              <a:noFill/>
              <a:ln w="19050">
                <a:solidFill>
                  <a:schemeClr val="tx1">
                    <a:lumMod val="75000"/>
                    <a:lumOff val="25000"/>
                  </a:schemeClr>
                </a:solidFill>
                <a:prstDash val="lg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B8128DD1-BDCD-7921-92B4-F39DC768833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35073" y="2373934"/>
                <a:ext cx="2285300" cy="0"/>
              </a:xfrm>
              <a:prstGeom prst="line">
                <a:avLst/>
              </a:prstGeom>
              <a:noFill/>
              <a:ln w="19050">
                <a:solidFill>
                  <a:schemeClr val="tx1">
                    <a:lumMod val="75000"/>
                    <a:lumOff val="25000"/>
                  </a:schemeClr>
                </a:solidFill>
                <a:prstDash val="lg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86EEE2E2-C9C5-F784-39DD-10D8752446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52725" y="101117"/>
                <a:ext cx="3237110" cy="0"/>
              </a:xfrm>
              <a:prstGeom prst="line">
                <a:avLst/>
              </a:prstGeom>
              <a:noFill/>
              <a:ln w="19050">
                <a:solidFill>
                  <a:schemeClr val="tx1">
                    <a:lumMod val="75000"/>
                    <a:lumOff val="25000"/>
                  </a:schemeClr>
                </a:solidFill>
                <a:prstDash val="lg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5E8B517E-F9D5-8B78-83EC-ACDE015119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43049" y="2715355"/>
                <a:ext cx="3237110" cy="0"/>
              </a:xfrm>
              <a:prstGeom prst="line">
                <a:avLst/>
              </a:prstGeom>
              <a:noFill/>
              <a:ln w="19050">
                <a:solidFill>
                  <a:schemeClr val="tx1">
                    <a:lumMod val="75000"/>
                    <a:lumOff val="25000"/>
                  </a:schemeClr>
                </a:solidFill>
                <a:prstDash val="lg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D8E9002-7A4E-7A75-AFA9-CFC1E29E5C7B}"/>
                  </a:ext>
                </a:extLst>
              </p:cNvPr>
              <p:cNvSpPr txBox="1"/>
              <p:nvPr/>
            </p:nvSpPr>
            <p:spPr>
              <a:xfrm>
                <a:off x="2953995" y="4369799"/>
                <a:ext cx="4676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D8E9002-7A4E-7A75-AFA9-CFC1E29E5C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3995" y="4369799"/>
                <a:ext cx="467629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TextBox 55">
            <a:extLst>
              <a:ext uri="{FF2B5EF4-FFF2-40B4-BE49-F238E27FC236}">
                <a16:creationId xmlns:a16="http://schemas.microsoft.com/office/drawing/2014/main" id="{064CD4D7-4AFB-BAB8-A6C7-74ED5357BAFC}"/>
              </a:ext>
            </a:extLst>
          </p:cNvPr>
          <p:cNvSpPr txBox="1"/>
          <p:nvPr/>
        </p:nvSpPr>
        <p:spPr>
          <a:xfrm>
            <a:off x="1265879" y="4823422"/>
            <a:ext cx="7190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This requirement allows us to properly talk about different physical objects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D9749A-5AFE-3093-0757-0B7EC316B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</p:spTree>
    <p:extLst>
      <p:ext uri="{BB962C8B-B14F-4D97-AF65-F5344CB8AC3E}">
        <p14:creationId xmlns:p14="http://schemas.microsoft.com/office/powerpoint/2010/main" val="9778119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61195C-B066-71C6-5B15-17F6FB02785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32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4DFDCC-5EC1-8043-7803-4373F00FF37B}"/>
              </a:ext>
            </a:extLst>
          </p:cNvPr>
          <p:cNvSpPr txBox="1"/>
          <p:nvPr/>
        </p:nvSpPr>
        <p:spPr>
          <a:xfrm>
            <a:off x="831546" y="445460"/>
            <a:ext cx="105289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The foundations of physics has a methodology problem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53AF6D-C8E0-E10A-D106-BA0116CA62AC}"/>
              </a:ext>
            </a:extLst>
          </p:cNvPr>
          <p:cNvSpPr txBox="1"/>
          <p:nvPr/>
        </p:nvSpPr>
        <p:spPr>
          <a:xfrm>
            <a:off x="371475" y="1830876"/>
            <a:ext cx="1172461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Reverse Physics gives us a powerful methodology, more in line with foundational approaches of other disciplines, that gives us a lot more and more precise insights and opens new avenues of research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F653799-F513-B6ED-C214-26C0CBF0E5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4073989"/>
            <a:ext cx="4956056" cy="1833037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39FE739-6CBD-E981-54D1-CD47BDB36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</p:spTree>
    <p:extLst>
      <p:ext uri="{BB962C8B-B14F-4D97-AF65-F5344CB8AC3E}">
        <p14:creationId xmlns:p14="http://schemas.microsoft.com/office/powerpoint/2010/main" val="8745204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CA5E513-7F4F-3C2C-686B-9E7E858F78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C3C3F6-14DC-AB76-11E8-4E52DC182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1613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oP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89224</TotalTime>
  <Words>2139</Words>
  <Application>Microsoft Office PowerPoint</Application>
  <PresentationFormat>Widescreen</PresentationFormat>
  <Paragraphs>396</Paragraphs>
  <Slides>33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Arial</vt:lpstr>
      <vt:lpstr>Calibri</vt:lpstr>
      <vt:lpstr>Calibri Light</vt:lpstr>
      <vt:lpstr>Cambria Math</vt:lpstr>
      <vt:lpstr>Wingdings</vt:lpstr>
      <vt:lpstr>Office Theme</vt:lpstr>
      <vt:lpstr>PowerPoint Presentation</vt:lpstr>
      <vt:lpstr>PowerPoint Presentation</vt:lpstr>
      <vt:lpstr>Goals of Reverse Physics</vt:lpstr>
      <vt:lpstr>PowerPoint Presentation</vt:lpstr>
      <vt:lpstr>The actual content of mathematical structures </vt:lpstr>
      <vt:lpstr>PowerPoint Presentation</vt:lpstr>
      <vt:lpstr>PowerPoint Presentation</vt:lpstr>
      <vt:lpstr>Reversing the principle of stationary action</vt:lpstr>
      <vt:lpstr>Reversing phase-space</vt:lpstr>
      <vt:lpstr>Geometry is entropy</vt:lpstr>
      <vt:lpstr>Classical uncertainty principle</vt:lpstr>
      <vt:lpstr>Classical mechanics as high entropy limit</vt:lpstr>
      <vt:lpstr>PowerPoint Presentation</vt:lpstr>
      <vt:lpstr>PowerPoint Presentation</vt:lpstr>
      <vt:lpstr>Paradoxes and standards of rigor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Born rule is equivalent to the von Neumann entropy</vt:lpstr>
      <vt:lpstr>Logical dependencies and base theories </vt:lpstr>
      <vt:lpstr>Classical conditions and their relationships</vt:lpstr>
      <vt:lpstr>Quantum pure states are not enough</vt:lpstr>
      <vt:lpstr>Quantum ensembles rule out classical mechanics</vt:lpstr>
      <vt:lpstr>Base theory for all of physics</vt:lpstr>
      <vt:lpstr>Foundational pillars </vt:lpstr>
      <vt:lpstr>Experimental verifiability</vt:lpstr>
      <vt:lpstr>Reproducibility and ensembles</vt:lpstr>
      <vt:lpstr>Ensemble variability</vt:lpstr>
      <vt:lpstr>Equilibria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Gabriele Carcassi</dc:creator>
  <cp:lastModifiedBy>Gabriele Carcassi</cp:lastModifiedBy>
  <cp:revision>298</cp:revision>
  <dcterms:created xsi:type="dcterms:W3CDTF">2021-04-07T15:17:47Z</dcterms:created>
  <dcterms:modified xsi:type="dcterms:W3CDTF">2026-06-18T14:51:17Z</dcterms:modified>
</cp:coreProperties>
</file>