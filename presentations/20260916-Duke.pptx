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1"/>
  </p:notesMasterIdLst>
  <p:sldIdLst>
    <p:sldId id="1286" r:id="rId2"/>
    <p:sldId id="1091" r:id="rId3"/>
    <p:sldId id="1095" r:id="rId4"/>
    <p:sldId id="1014" r:id="rId5"/>
    <p:sldId id="1015" r:id="rId6"/>
    <p:sldId id="986" r:id="rId7"/>
    <p:sldId id="1452" r:id="rId8"/>
    <p:sldId id="1426" r:id="rId9"/>
    <p:sldId id="1427" r:id="rId10"/>
    <p:sldId id="1428" r:id="rId11"/>
    <p:sldId id="1412" r:id="rId12"/>
    <p:sldId id="1097" r:id="rId13"/>
    <p:sldId id="1422" r:id="rId14"/>
    <p:sldId id="1434" r:id="rId15"/>
    <p:sldId id="1103" r:id="rId16"/>
    <p:sldId id="1105" r:id="rId17"/>
    <p:sldId id="1104" r:id="rId18"/>
    <p:sldId id="1275" r:id="rId19"/>
    <p:sldId id="1106" r:id="rId20"/>
    <p:sldId id="1462" r:id="rId21"/>
    <p:sldId id="1330" r:id="rId22"/>
    <p:sldId id="1435" r:id="rId23"/>
    <p:sldId id="1107" r:id="rId24"/>
    <p:sldId id="1277" r:id="rId25"/>
    <p:sldId id="894" r:id="rId26"/>
    <p:sldId id="1440" r:id="rId27"/>
    <p:sldId id="1436" r:id="rId28"/>
    <p:sldId id="1437" r:id="rId29"/>
    <p:sldId id="1438" r:id="rId30"/>
    <p:sldId id="1441" r:id="rId31"/>
    <p:sldId id="984" r:id="rId32"/>
    <p:sldId id="1433" r:id="rId33"/>
    <p:sldId id="1467" r:id="rId34"/>
    <p:sldId id="1468" r:id="rId35"/>
    <p:sldId id="1466" r:id="rId36"/>
    <p:sldId id="1442" r:id="rId37"/>
    <p:sldId id="1443" r:id="rId38"/>
    <p:sldId id="1444" r:id="rId39"/>
    <p:sldId id="1445" r:id="rId40"/>
    <p:sldId id="1446" r:id="rId41"/>
    <p:sldId id="1289" r:id="rId42"/>
    <p:sldId id="1108" r:id="rId43"/>
    <p:sldId id="1270" r:id="rId44"/>
    <p:sldId id="1425" r:id="rId45"/>
    <p:sldId id="1011" r:id="rId46"/>
    <p:sldId id="1239" r:id="rId47"/>
    <p:sldId id="1240" r:id="rId48"/>
    <p:sldId id="1432" r:id="rId49"/>
    <p:sldId id="1394" r:id="rId50"/>
    <p:sldId id="1407" r:id="rId51"/>
    <p:sldId id="1459" r:id="rId52"/>
    <p:sldId id="1279" r:id="rId53"/>
    <p:sldId id="1448" r:id="rId54"/>
    <p:sldId id="1449" r:id="rId55"/>
    <p:sldId id="1093" r:id="rId56"/>
    <p:sldId id="1460" r:id="rId57"/>
    <p:sldId id="1324" r:id="rId58"/>
    <p:sldId id="1325" r:id="rId59"/>
    <p:sldId id="1326" r:id="rId60"/>
    <p:sldId id="1327" r:id="rId61"/>
    <p:sldId id="1328" r:id="rId62"/>
    <p:sldId id="1329" r:id="rId63"/>
    <p:sldId id="1461" r:id="rId64"/>
    <p:sldId id="1418" r:id="rId65"/>
    <p:sldId id="1451" r:id="rId66"/>
    <p:sldId id="1464" r:id="rId67"/>
    <p:sldId id="1431" r:id="rId68"/>
    <p:sldId id="1293" r:id="rId69"/>
    <p:sldId id="1295" r:id="rId70"/>
    <p:sldId id="888" r:id="rId71"/>
    <p:sldId id="898" r:id="rId72"/>
    <p:sldId id="889" r:id="rId73"/>
    <p:sldId id="891" r:id="rId74"/>
    <p:sldId id="890" r:id="rId75"/>
    <p:sldId id="1296" r:id="rId76"/>
    <p:sldId id="1294" r:id="rId77"/>
    <p:sldId id="903" r:id="rId78"/>
    <p:sldId id="1297" r:id="rId79"/>
    <p:sldId id="1033" r:id="rId80"/>
    <p:sldId id="1309" r:id="rId81"/>
    <p:sldId id="1310" r:id="rId82"/>
    <p:sldId id="983" r:id="rId83"/>
    <p:sldId id="1311" r:id="rId84"/>
    <p:sldId id="1312" r:id="rId85"/>
    <p:sldId id="1064" r:id="rId86"/>
    <p:sldId id="1439" r:id="rId87"/>
    <p:sldId id="1331" r:id="rId88"/>
    <p:sldId id="1094" r:id="rId89"/>
    <p:sldId id="1284" r:id="rId90"/>
    <p:sldId id="1453" r:id="rId91"/>
    <p:sldId id="1454" r:id="rId92"/>
    <p:sldId id="1455" r:id="rId93"/>
    <p:sldId id="1319" r:id="rId94"/>
    <p:sldId id="1109" r:id="rId95"/>
    <p:sldId id="1456" r:id="rId96"/>
    <p:sldId id="1457" r:id="rId97"/>
    <p:sldId id="1110" r:id="rId98"/>
    <p:sldId id="1320" r:id="rId99"/>
    <p:sldId id="1458"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9A1E"/>
    <a:srgbClr val="E4E82C"/>
    <a:srgbClr val="999C1C"/>
    <a:srgbClr val="847A34"/>
    <a:srgbClr val="D0F204"/>
    <a:srgbClr val="820000"/>
    <a:srgbClr val="F4E802"/>
    <a:srgbClr val="CCCC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9903" autoAdjust="0"/>
  </p:normalViewPr>
  <p:slideViewPr>
    <p:cSldViewPr snapToGrid="0">
      <p:cViewPr varScale="1">
        <p:scale>
          <a:sx n="65" d="100"/>
          <a:sy n="65" d="100"/>
        </p:scale>
        <p:origin x="48" y="84"/>
      </p:cViewPr>
      <p:guideLst/>
    </p:cSldViewPr>
  </p:slideViewPr>
  <p:outlineViewPr>
    <p:cViewPr>
      <p:scale>
        <a:sx n="33" d="100"/>
        <a:sy n="33" d="100"/>
      </p:scale>
      <p:origin x="0" y="-3020"/>
    </p:cViewPr>
  </p:outlineViewPr>
  <p:notesTextViewPr>
    <p:cViewPr>
      <p:scale>
        <a:sx n="3" d="2"/>
        <a:sy n="3" d="2"/>
      </p:scale>
      <p:origin x="0" y="0"/>
    </p:cViewPr>
  </p:notesTextViewPr>
  <p:sorterViewPr>
    <p:cViewPr>
      <p:scale>
        <a:sx n="100" d="100"/>
        <a:sy n="100" d="100"/>
      </p:scale>
      <p:origin x="0" y="-19196"/>
    </p:cViewPr>
  </p:sorterViewPr>
  <p:notesViewPr>
    <p:cSldViewPr snapToGrid="0">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9C704-B8F9-449B-B828-36D786A1FE73}"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F452-85BD-4268-B680-C313DBFDCEB3}" type="slidenum">
              <a:rPr lang="en-US" smtClean="0"/>
              <a:t>‹#›</a:t>
            </a:fld>
            <a:endParaRPr lang="en-US"/>
          </a:p>
        </p:txBody>
      </p:sp>
    </p:spTree>
    <p:extLst>
      <p:ext uri="{BB962C8B-B14F-4D97-AF65-F5344CB8AC3E}">
        <p14:creationId xmlns:p14="http://schemas.microsoft.com/office/powerpoint/2010/main" val="8434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9C1E-D735-15C5-B713-E90CDBF3C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F0499-77BE-AE08-F70C-E0854992D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828CE-F554-C978-CC7B-9A2BD87F15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62ABC-F824-304F-19A1-61F44E1A8F57}"/>
              </a:ext>
            </a:extLst>
          </p:cNvPr>
          <p:cNvSpPr>
            <a:spLocks noGrp="1"/>
          </p:cNvSpPr>
          <p:nvPr>
            <p:ph type="sldNum" sz="quarter" idx="5"/>
          </p:nvPr>
        </p:nvSpPr>
        <p:spPr/>
        <p:txBody>
          <a:bodyPr/>
          <a:lstStyle/>
          <a:p>
            <a:fld id="{A154F452-85BD-4268-B680-C313DBFDCEB3}" type="slidenum">
              <a:rPr lang="en-US" smtClean="0"/>
              <a:t>7</a:t>
            </a:fld>
            <a:endParaRPr lang="en-US"/>
          </a:p>
        </p:txBody>
      </p:sp>
    </p:spTree>
    <p:extLst>
      <p:ext uri="{BB962C8B-B14F-4D97-AF65-F5344CB8AC3E}">
        <p14:creationId xmlns:p14="http://schemas.microsoft.com/office/powerpoint/2010/main" val="75348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this base theory, all these conditions are equivalent</a:t>
            </a:r>
          </a:p>
        </p:txBody>
      </p:sp>
      <p:sp>
        <p:nvSpPr>
          <p:cNvPr id="4" name="Slide Number Placeholder 3"/>
          <p:cNvSpPr>
            <a:spLocks noGrp="1"/>
          </p:cNvSpPr>
          <p:nvPr>
            <p:ph type="sldNum" sz="quarter" idx="5"/>
          </p:nvPr>
        </p:nvSpPr>
        <p:spPr/>
        <p:txBody>
          <a:bodyPr/>
          <a:lstStyle/>
          <a:p>
            <a:fld id="{A154F452-85BD-4268-B680-C313DBFDCEB3}" type="slidenum">
              <a:rPr lang="en-US" smtClean="0"/>
              <a:t>10</a:t>
            </a:fld>
            <a:endParaRPr lang="en-US"/>
          </a:p>
        </p:txBody>
      </p:sp>
    </p:spTree>
    <p:extLst>
      <p:ext uri="{BB962C8B-B14F-4D97-AF65-F5344CB8AC3E}">
        <p14:creationId xmlns:p14="http://schemas.microsoft.com/office/powerpoint/2010/main" val="3001890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entropy of a Gaussian mixed state as a </a:t>
            </a:r>
            <a:r>
              <a:rPr lang="en-US" dirty="0" err="1"/>
              <a:t>fcn</a:t>
            </a:r>
            <a:r>
              <a:rPr lang="en-US" dirty="0"/>
              <a:t> of the uncertainty </a:t>
            </a:r>
            <a:r>
              <a:rPr lang="en-US" dirty="0" err="1"/>
              <a:t>sigma_q</a:t>
            </a:r>
            <a:r>
              <a:rPr lang="en-US" dirty="0"/>
              <a:t>*</a:t>
            </a:r>
            <a:r>
              <a:rPr lang="en-US" dirty="0" err="1"/>
              <a:t>sigma_p</a:t>
            </a:r>
            <a:r>
              <a:rPr lang="en-US" dirty="0"/>
              <a:t>/</a:t>
            </a:r>
            <a:r>
              <a:rPr lang="en-US" dirty="0" err="1"/>
              <a:t>hbar</a:t>
            </a:r>
            <a:endParaRPr lang="en-US" dirty="0"/>
          </a:p>
        </p:txBody>
      </p:sp>
      <p:sp>
        <p:nvSpPr>
          <p:cNvPr id="4" name="Slide Number Placeholder 3"/>
          <p:cNvSpPr>
            <a:spLocks noGrp="1"/>
          </p:cNvSpPr>
          <p:nvPr>
            <p:ph type="sldNum" sz="quarter" idx="5"/>
          </p:nvPr>
        </p:nvSpPr>
        <p:spPr/>
        <p:txBody>
          <a:bodyPr/>
          <a:lstStyle/>
          <a:p>
            <a:fld id="{A154F452-85BD-4268-B680-C313DBFDCEB3}" type="slidenum">
              <a:rPr lang="en-US" smtClean="0"/>
              <a:t>15</a:t>
            </a:fld>
            <a:endParaRPr lang="en-US"/>
          </a:p>
        </p:txBody>
      </p:sp>
    </p:spTree>
    <p:extLst>
      <p:ext uri="{BB962C8B-B14F-4D97-AF65-F5344CB8AC3E}">
        <p14:creationId xmlns:p14="http://schemas.microsoft.com/office/powerpoint/2010/main" val="2757965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two coherent states of a single optical mode of light</a:t>
            </a:r>
          </a:p>
        </p:txBody>
      </p:sp>
      <p:sp>
        <p:nvSpPr>
          <p:cNvPr id="4" name="Slide Number Placeholder 3"/>
          <p:cNvSpPr>
            <a:spLocks noGrp="1"/>
          </p:cNvSpPr>
          <p:nvPr>
            <p:ph type="sldNum" sz="quarter" idx="5"/>
          </p:nvPr>
        </p:nvSpPr>
        <p:spPr/>
        <p:txBody>
          <a:bodyPr/>
          <a:lstStyle/>
          <a:p>
            <a:fld id="{A154F452-85BD-4268-B680-C313DBFDCEB3}" type="slidenum">
              <a:rPr lang="en-US" smtClean="0"/>
              <a:t>21</a:t>
            </a:fld>
            <a:endParaRPr lang="en-US"/>
          </a:p>
        </p:txBody>
      </p:sp>
    </p:spTree>
    <p:extLst>
      <p:ext uri="{BB962C8B-B14F-4D97-AF65-F5344CB8AC3E}">
        <p14:creationId xmlns:p14="http://schemas.microsoft.com/office/powerpoint/2010/main" val="844372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u="none" strike="noStrike" kern="1200" baseline="0" dirty="0">
                <a:solidFill>
                  <a:schemeClr val="tx1"/>
                </a:solidFill>
                <a:latin typeface="+mn-lt"/>
                <a:ea typeface="+mn-ea"/>
                <a:cs typeface="+mn-cs"/>
              </a:rPr>
              <a:t>In the Weyl–Wigner representation, the quantum commutator is represented by the</a:t>
            </a:r>
          </a:p>
          <a:p>
            <a:r>
              <a:rPr lang="en-US" sz="1000" b="0" i="0" u="none" strike="noStrike" kern="1200" baseline="0" dirty="0">
                <a:solidFill>
                  <a:schemeClr val="tx1"/>
                </a:solidFill>
                <a:latin typeface="+mn-lt"/>
                <a:ea typeface="+mn-ea"/>
                <a:cs typeface="+mn-cs"/>
              </a:rPr>
              <a:t>Moyal bracket. A result from deformation theory states that, up to a change of representation, the Moyal bracket is the unique non-trivial formal differentiable deformation of the Poisson bracket on canonical phase space. Moreover, it reduces to the Poisson bracket when </a:t>
            </a:r>
            <a:r>
              <a:rPr lang="en-US" sz="1000" b="0" i="0" u="none" strike="noStrike" kern="1200" baseline="0" dirty="0" err="1">
                <a:solidFill>
                  <a:schemeClr val="tx1"/>
                </a:solidFill>
                <a:latin typeface="+mn-lt"/>
                <a:ea typeface="+mn-ea"/>
                <a:cs typeface="+mn-cs"/>
              </a:rPr>
              <a:t>hbar</a:t>
            </a:r>
            <a:r>
              <a:rPr lang="en-US" sz="1000" b="0" i="1" u="none" strike="noStrike" kern="1200" baseline="0" dirty="0">
                <a:solidFill>
                  <a:schemeClr val="tx1"/>
                </a:solidFill>
                <a:latin typeface="+mn-lt"/>
                <a:ea typeface="+mn-ea"/>
                <a:cs typeface="+mn-cs"/>
              </a:rPr>
              <a:t> </a:t>
            </a:r>
            <a:r>
              <a:rPr lang="en-US" sz="1000" b="0" i="0" u="none" strike="noStrike" kern="1200" baseline="0" dirty="0">
                <a:solidFill>
                  <a:schemeClr val="tx1"/>
                </a:solidFill>
                <a:latin typeface="+mn-lt"/>
                <a:ea typeface="+mn-ea"/>
                <a:cs typeface="+mn-cs"/>
              </a:rPr>
              <a:t>becomes negligible</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A154F452-85BD-4268-B680-C313DBFDCEB3}" type="slidenum">
              <a:rPr lang="en-US" smtClean="0"/>
              <a:t>24</a:t>
            </a:fld>
            <a:endParaRPr lang="en-US"/>
          </a:p>
        </p:txBody>
      </p:sp>
    </p:spTree>
    <p:extLst>
      <p:ext uri="{BB962C8B-B14F-4D97-AF65-F5344CB8AC3E}">
        <p14:creationId xmlns:p14="http://schemas.microsoft.com/office/powerpoint/2010/main" val="3986296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54F452-85BD-4268-B680-C313DBFDCEB3}" type="slidenum">
              <a:rPr lang="en-US" smtClean="0"/>
              <a:t>26</a:t>
            </a:fld>
            <a:endParaRPr lang="en-US"/>
          </a:p>
        </p:txBody>
      </p:sp>
    </p:spTree>
    <p:extLst>
      <p:ext uri="{BB962C8B-B14F-4D97-AF65-F5344CB8AC3E}">
        <p14:creationId xmlns:p14="http://schemas.microsoft.com/office/powerpoint/2010/main" val="474834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54F452-85BD-4268-B680-C313DBFDCEB3}" type="slidenum">
              <a:rPr lang="en-US" smtClean="0"/>
              <a:t>31</a:t>
            </a:fld>
            <a:endParaRPr lang="en-US"/>
          </a:p>
        </p:txBody>
      </p:sp>
    </p:spTree>
    <p:extLst>
      <p:ext uri="{BB962C8B-B14F-4D97-AF65-F5344CB8AC3E}">
        <p14:creationId xmlns:p14="http://schemas.microsoft.com/office/powerpoint/2010/main" val="20554973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FB9D-FE32-4608-A322-879EB604C4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BEF24-38DB-414B-9143-835F94C54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49D3D-74DA-4CF4-9D8A-35BEC589E886}"/>
              </a:ext>
            </a:extLst>
          </p:cNvPr>
          <p:cNvSpPr>
            <a:spLocks noGrp="1"/>
          </p:cNvSpPr>
          <p:nvPr>
            <p:ph type="dt" sz="half" idx="10"/>
          </p:nvPr>
        </p:nvSpPr>
        <p:spPr/>
        <p:txBody>
          <a:bodyPr/>
          <a:lstStyle/>
          <a:p>
            <a:fld id="{34FA7134-3596-411C-8132-F2DFD98675EB}" type="datetime1">
              <a:rPr lang="en-US" smtClean="0"/>
              <a:t>9/15/2026</a:t>
            </a:fld>
            <a:endParaRPr lang="en-US"/>
          </a:p>
        </p:txBody>
      </p:sp>
      <p:sp>
        <p:nvSpPr>
          <p:cNvPr id="5" name="Footer Placeholder 4">
            <a:extLst>
              <a:ext uri="{FF2B5EF4-FFF2-40B4-BE49-F238E27FC236}">
                <a16:creationId xmlns:a16="http://schemas.microsoft.com/office/drawing/2014/main" id="{C3B2A6A3-4127-48D5-9784-9FE0EA9F2B0E}"/>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747A031F-D251-4900-90B5-0DBC5EEB8B53}"/>
              </a:ext>
            </a:extLst>
          </p:cNvPr>
          <p:cNvSpPr>
            <a:spLocks noGrp="1"/>
          </p:cNvSpPr>
          <p:nvPr>
            <p:ph type="sldNum" sz="quarter" idx="12"/>
          </p:nvPr>
        </p:nvSpPr>
        <p:spPr/>
        <p:txBody>
          <a:bodyPr/>
          <a:lstStyle/>
          <a:p>
            <a:fld id="{F47845EA-7733-40EE-B074-20032348B727}" type="slidenum">
              <a:rPr lang="en-US" smtClean="0"/>
              <a:t>‹#›</a:t>
            </a:fld>
            <a:endParaRPr lang="en-US"/>
          </a:p>
        </p:txBody>
      </p:sp>
      <p:pic>
        <p:nvPicPr>
          <p:cNvPr id="7" name="Picture 6">
            <a:extLst>
              <a:ext uri="{FF2B5EF4-FFF2-40B4-BE49-F238E27FC236}">
                <a16:creationId xmlns:a16="http://schemas.microsoft.com/office/drawing/2014/main" id="{557EBE43-81C5-C3A7-19B2-4AEF320C7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41405" y="4369993"/>
            <a:ext cx="1676403" cy="1524003"/>
          </a:xfrm>
          <a:prstGeom prst="rect">
            <a:avLst/>
          </a:prstGeom>
        </p:spPr>
      </p:pic>
      <p:pic>
        <p:nvPicPr>
          <p:cNvPr id="8" name="Picture 7">
            <a:extLst>
              <a:ext uri="{FF2B5EF4-FFF2-40B4-BE49-F238E27FC236}">
                <a16:creationId xmlns:a16="http://schemas.microsoft.com/office/drawing/2014/main" id="{ED5FB429-4DC1-9EA8-5594-36E9029DC11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64754" y="5936692"/>
            <a:ext cx="2229706" cy="757858"/>
          </a:xfrm>
          <a:prstGeom prst="rect">
            <a:avLst/>
          </a:prstGeom>
        </p:spPr>
      </p:pic>
      <p:sp>
        <p:nvSpPr>
          <p:cNvPr id="9" name="Oval 8">
            <a:extLst>
              <a:ext uri="{FF2B5EF4-FFF2-40B4-BE49-F238E27FC236}">
                <a16:creationId xmlns:a16="http://schemas.microsoft.com/office/drawing/2014/main" id="{3AF2D39E-1CF2-6C35-A74E-C2E85F817FF0}"/>
              </a:ext>
            </a:extLst>
          </p:cNvPr>
          <p:cNvSpPr/>
          <p:nvPr userDrawn="1"/>
        </p:nvSpPr>
        <p:spPr>
          <a:xfrm>
            <a:off x="9442580" y="4170784"/>
            <a:ext cx="2674054" cy="2668555"/>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1453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3A-4E98-4B0F-9BE9-89B3801C5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EDFED-B2F5-4E8E-B7CC-56CC10C1C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65BC790-453E-4FDF-8576-041B1DF9865E}"/>
              </a:ext>
            </a:extLst>
          </p:cNvPr>
          <p:cNvSpPr>
            <a:spLocks noGrp="1"/>
          </p:cNvSpPr>
          <p:nvPr>
            <p:ph type="ftr" sz="quarter" idx="11"/>
          </p:nvPr>
        </p:nvSpPr>
        <p:spPr/>
        <p:txBody>
          <a:bodyPr/>
          <a:lstStyle/>
          <a:p>
            <a:r>
              <a:rPr lang="en-US"/>
              <a:t>Christine Aidala - University of Michigan</a:t>
            </a:r>
          </a:p>
        </p:txBody>
      </p:sp>
      <p:sp>
        <p:nvSpPr>
          <p:cNvPr id="9" name="Date Placeholder 8">
            <a:extLst>
              <a:ext uri="{FF2B5EF4-FFF2-40B4-BE49-F238E27FC236}">
                <a16:creationId xmlns:a16="http://schemas.microsoft.com/office/drawing/2014/main" id="{0BC8FBAB-8131-440B-982D-5FFA7A53024B}"/>
              </a:ext>
            </a:extLst>
          </p:cNvPr>
          <p:cNvSpPr>
            <a:spLocks noGrp="1"/>
          </p:cNvSpPr>
          <p:nvPr>
            <p:ph type="dt" sz="half" idx="12"/>
          </p:nvPr>
        </p:nvSpPr>
        <p:spPr/>
        <p:txBody>
          <a:bodyPr/>
          <a:lstStyle/>
          <a:p>
            <a:fld id="{B14A707F-2F3B-422B-8D79-DCC56C3D0727}" type="datetime1">
              <a:rPr lang="en-US" smtClean="0"/>
              <a:t>9/15/2026</a:t>
            </a:fld>
            <a:endParaRPr lang="en-US" dirty="0"/>
          </a:p>
        </p:txBody>
      </p:sp>
      <p:sp>
        <p:nvSpPr>
          <p:cNvPr id="10" name="Slide Number Placeholder 9">
            <a:extLst>
              <a:ext uri="{FF2B5EF4-FFF2-40B4-BE49-F238E27FC236}">
                <a16:creationId xmlns:a16="http://schemas.microsoft.com/office/drawing/2014/main" id="{2CD6FF50-33B5-48AA-9106-E41AD3A7C711}"/>
              </a:ext>
            </a:extLst>
          </p:cNvPr>
          <p:cNvSpPr>
            <a:spLocks noGrp="1"/>
          </p:cNvSpPr>
          <p:nvPr>
            <p:ph type="sldNum" sz="quarter" idx="13"/>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2789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CB5C-4D91-4CEE-A37D-A6D6EA77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72FF89-CC5E-4ECF-8587-C5477617EC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5818F-79A2-4B99-9E93-0A0D3450941C}"/>
              </a:ext>
            </a:extLst>
          </p:cNvPr>
          <p:cNvSpPr>
            <a:spLocks noGrp="1"/>
          </p:cNvSpPr>
          <p:nvPr>
            <p:ph type="dt" sz="half" idx="10"/>
          </p:nvPr>
        </p:nvSpPr>
        <p:spPr/>
        <p:txBody>
          <a:bodyPr/>
          <a:lstStyle/>
          <a:p>
            <a:fld id="{9D5868B7-AAF8-46C7-8D6F-409668C3F543}" type="datetime1">
              <a:rPr lang="en-US" smtClean="0"/>
              <a:t>9/15/2026</a:t>
            </a:fld>
            <a:endParaRPr lang="en-US"/>
          </a:p>
        </p:txBody>
      </p:sp>
      <p:sp>
        <p:nvSpPr>
          <p:cNvPr id="5" name="Footer Placeholder 4">
            <a:extLst>
              <a:ext uri="{FF2B5EF4-FFF2-40B4-BE49-F238E27FC236}">
                <a16:creationId xmlns:a16="http://schemas.microsoft.com/office/drawing/2014/main" id="{A0A0A171-786D-4212-94DA-A3B5DDCBE8FE}"/>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F90C80CF-897E-4A36-9214-10EE125C5239}"/>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87864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B1A4-D1EF-45A3-9791-016116AFC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0615B-3F88-41CF-8B1F-20FB3C7BE2C0}"/>
              </a:ext>
            </a:extLst>
          </p:cNvPr>
          <p:cNvSpPr>
            <a:spLocks noGrp="1"/>
          </p:cNvSpPr>
          <p:nvPr>
            <p:ph sz="half" idx="1"/>
          </p:nvPr>
        </p:nvSpPr>
        <p:spPr>
          <a:xfrm>
            <a:off x="103955"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7195-09DC-40DF-8642-91B5CEAE2EB1}"/>
              </a:ext>
            </a:extLst>
          </p:cNvPr>
          <p:cNvSpPr>
            <a:spLocks noGrp="1"/>
          </p:cNvSpPr>
          <p:nvPr>
            <p:ph sz="half" idx="2"/>
          </p:nvPr>
        </p:nvSpPr>
        <p:spPr>
          <a:xfrm>
            <a:off x="6172199"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77FD46-DF3C-4CF1-8DB8-AE555EDA6094}"/>
              </a:ext>
            </a:extLst>
          </p:cNvPr>
          <p:cNvSpPr>
            <a:spLocks noGrp="1"/>
          </p:cNvSpPr>
          <p:nvPr>
            <p:ph type="dt" sz="half" idx="10"/>
          </p:nvPr>
        </p:nvSpPr>
        <p:spPr/>
        <p:txBody>
          <a:bodyPr/>
          <a:lstStyle/>
          <a:p>
            <a:fld id="{BBD13271-06CD-444A-B184-454D011AC0A9}" type="datetime1">
              <a:rPr lang="en-US" smtClean="0"/>
              <a:t>9/15/2026</a:t>
            </a:fld>
            <a:endParaRPr lang="en-US"/>
          </a:p>
        </p:txBody>
      </p:sp>
      <p:sp>
        <p:nvSpPr>
          <p:cNvPr id="6" name="Footer Placeholder 5">
            <a:extLst>
              <a:ext uri="{FF2B5EF4-FFF2-40B4-BE49-F238E27FC236}">
                <a16:creationId xmlns:a16="http://schemas.microsoft.com/office/drawing/2014/main" id="{32AA3C63-BDA7-4CD1-98D2-7B44F82B1548}"/>
              </a:ext>
            </a:extLst>
          </p:cNvPr>
          <p:cNvSpPr>
            <a:spLocks noGrp="1"/>
          </p:cNvSpPr>
          <p:nvPr>
            <p:ph type="ftr" sz="quarter" idx="11"/>
          </p:nvPr>
        </p:nvSpPr>
        <p:spPr/>
        <p:txBody>
          <a:bodyPr/>
          <a:lstStyle/>
          <a:p>
            <a:r>
              <a:rPr lang="en-US"/>
              <a:t>Christine Aidala - University of Michigan</a:t>
            </a:r>
          </a:p>
        </p:txBody>
      </p:sp>
      <p:sp>
        <p:nvSpPr>
          <p:cNvPr id="7" name="Slide Number Placeholder 6">
            <a:extLst>
              <a:ext uri="{FF2B5EF4-FFF2-40B4-BE49-F238E27FC236}">
                <a16:creationId xmlns:a16="http://schemas.microsoft.com/office/drawing/2014/main" id="{C09C5504-0686-44F8-A23D-45B91F88ED2C}"/>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5862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77B-A747-42FD-8F29-D1361B4E2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DEB389-9A95-4143-B34D-74A157C3E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FF914-FCFA-477B-964A-C59B91251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C335-A7AE-4EBC-A953-CD7B08744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6B780-1F08-4E36-968D-D083275A4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AC007B-DA08-41DC-96BA-9EDC62C18742}"/>
              </a:ext>
            </a:extLst>
          </p:cNvPr>
          <p:cNvSpPr>
            <a:spLocks noGrp="1"/>
          </p:cNvSpPr>
          <p:nvPr>
            <p:ph type="dt" sz="half" idx="10"/>
          </p:nvPr>
        </p:nvSpPr>
        <p:spPr/>
        <p:txBody>
          <a:bodyPr/>
          <a:lstStyle/>
          <a:p>
            <a:fld id="{32D566D9-D1D7-4E17-B37A-1066916FF7BF}" type="datetime1">
              <a:rPr lang="en-US" smtClean="0"/>
              <a:t>9/15/2026</a:t>
            </a:fld>
            <a:endParaRPr lang="en-US"/>
          </a:p>
        </p:txBody>
      </p:sp>
      <p:sp>
        <p:nvSpPr>
          <p:cNvPr id="8" name="Footer Placeholder 7">
            <a:extLst>
              <a:ext uri="{FF2B5EF4-FFF2-40B4-BE49-F238E27FC236}">
                <a16:creationId xmlns:a16="http://schemas.microsoft.com/office/drawing/2014/main" id="{29F2FD71-2584-48F8-992F-EBA7CFFACF44}"/>
              </a:ext>
            </a:extLst>
          </p:cNvPr>
          <p:cNvSpPr>
            <a:spLocks noGrp="1"/>
          </p:cNvSpPr>
          <p:nvPr>
            <p:ph type="ftr" sz="quarter" idx="11"/>
          </p:nvPr>
        </p:nvSpPr>
        <p:spPr/>
        <p:txBody>
          <a:bodyPr/>
          <a:lstStyle/>
          <a:p>
            <a:r>
              <a:rPr lang="en-US"/>
              <a:t>Christine Aidala - University of Michigan</a:t>
            </a:r>
          </a:p>
        </p:txBody>
      </p:sp>
      <p:sp>
        <p:nvSpPr>
          <p:cNvPr id="9" name="Slide Number Placeholder 8">
            <a:extLst>
              <a:ext uri="{FF2B5EF4-FFF2-40B4-BE49-F238E27FC236}">
                <a16:creationId xmlns:a16="http://schemas.microsoft.com/office/drawing/2014/main" id="{51FB88B5-3CD1-407E-B5B5-2FDF80D2DBD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287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D30F-053D-46F9-9A37-D1DA8923C9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A0CFC-E613-4829-BB1E-23DC17F1F460}"/>
              </a:ext>
            </a:extLst>
          </p:cNvPr>
          <p:cNvSpPr>
            <a:spLocks noGrp="1"/>
          </p:cNvSpPr>
          <p:nvPr>
            <p:ph type="dt" sz="half" idx="10"/>
          </p:nvPr>
        </p:nvSpPr>
        <p:spPr/>
        <p:txBody>
          <a:bodyPr/>
          <a:lstStyle/>
          <a:p>
            <a:fld id="{09A02DF1-5B20-4D9E-A849-9C94566B6591}" type="datetime1">
              <a:rPr lang="en-US" smtClean="0"/>
              <a:t>9/15/2026</a:t>
            </a:fld>
            <a:endParaRPr lang="en-US"/>
          </a:p>
        </p:txBody>
      </p:sp>
      <p:sp>
        <p:nvSpPr>
          <p:cNvPr id="4" name="Footer Placeholder 3">
            <a:extLst>
              <a:ext uri="{FF2B5EF4-FFF2-40B4-BE49-F238E27FC236}">
                <a16:creationId xmlns:a16="http://schemas.microsoft.com/office/drawing/2014/main" id="{B344F9ED-0DC1-499C-966A-67FA83690F04}"/>
              </a:ext>
            </a:extLst>
          </p:cNvPr>
          <p:cNvSpPr>
            <a:spLocks noGrp="1"/>
          </p:cNvSpPr>
          <p:nvPr>
            <p:ph type="ftr" sz="quarter" idx="11"/>
          </p:nvPr>
        </p:nvSpPr>
        <p:spPr/>
        <p:txBody>
          <a:bodyPr/>
          <a:lstStyle/>
          <a:p>
            <a:r>
              <a:rPr lang="en-US"/>
              <a:t>Christine Aidala - University of Michigan</a:t>
            </a:r>
          </a:p>
        </p:txBody>
      </p:sp>
      <p:sp>
        <p:nvSpPr>
          <p:cNvPr id="5" name="Slide Number Placeholder 4">
            <a:extLst>
              <a:ext uri="{FF2B5EF4-FFF2-40B4-BE49-F238E27FC236}">
                <a16:creationId xmlns:a16="http://schemas.microsoft.com/office/drawing/2014/main" id="{5E2F0D14-ECEA-4749-973A-35A78F792B4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56213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97A8DE-26FB-44D4-A9F1-CB9FF4220695}"/>
              </a:ext>
            </a:extLst>
          </p:cNvPr>
          <p:cNvSpPr>
            <a:spLocks noGrp="1"/>
          </p:cNvSpPr>
          <p:nvPr>
            <p:ph type="dt" sz="half" idx="10"/>
          </p:nvPr>
        </p:nvSpPr>
        <p:spPr/>
        <p:txBody>
          <a:bodyPr/>
          <a:lstStyle/>
          <a:p>
            <a:fld id="{87D0A529-888F-41E4-9D7E-F403B28AD37C}" type="datetime1">
              <a:rPr lang="en-US" smtClean="0"/>
              <a:t>9/15/2026</a:t>
            </a:fld>
            <a:endParaRPr lang="en-US" dirty="0"/>
          </a:p>
        </p:txBody>
      </p:sp>
      <p:sp>
        <p:nvSpPr>
          <p:cNvPr id="6" name="Footer Placeholder 5">
            <a:extLst>
              <a:ext uri="{FF2B5EF4-FFF2-40B4-BE49-F238E27FC236}">
                <a16:creationId xmlns:a16="http://schemas.microsoft.com/office/drawing/2014/main" id="{AB56CC65-9693-4336-8892-7DBB0D428480}"/>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01092D98-AE7E-447E-AA93-A2032A1FEC20}"/>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85832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36F1-9482-436E-9974-452FA8C03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3F32D-85F2-44AA-81B0-6B60F5AE6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3A79-53E7-4E9B-A70E-77106E56C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D5672-F891-4ED6-8D9F-0B8771B5CE5E}"/>
              </a:ext>
            </a:extLst>
          </p:cNvPr>
          <p:cNvSpPr>
            <a:spLocks noGrp="1"/>
          </p:cNvSpPr>
          <p:nvPr>
            <p:ph type="dt" sz="half" idx="10"/>
          </p:nvPr>
        </p:nvSpPr>
        <p:spPr/>
        <p:txBody>
          <a:bodyPr/>
          <a:lstStyle/>
          <a:p>
            <a:fld id="{19DC3D94-24AA-4724-A586-074F972A876F}" type="datetime1">
              <a:rPr lang="en-US" smtClean="0"/>
              <a:t>9/15/2026</a:t>
            </a:fld>
            <a:endParaRPr lang="en-US"/>
          </a:p>
        </p:txBody>
      </p:sp>
      <p:sp>
        <p:nvSpPr>
          <p:cNvPr id="6" name="Footer Placeholder 5">
            <a:extLst>
              <a:ext uri="{FF2B5EF4-FFF2-40B4-BE49-F238E27FC236}">
                <a16:creationId xmlns:a16="http://schemas.microsoft.com/office/drawing/2014/main" id="{11272739-2C05-4A24-88F6-82BBE08FDB25}"/>
              </a:ext>
            </a:extLst>
          </p:cNvPr>
          <p:cNvSpPr>
            <a:spLocks noGrp="1"/>
          </p:cNvSpPr>
          <p:nvPr>
            <p:ph type="ftr" sz="quarter" idx="11"/>
          </p:nvPr>
        </p:nvSpPr>
        <p:spPr/>
        <p:txBody>
          <a:bodyPr/>
          <a:lstStyle/>
          <a:p>
            <a:r>
              <a:rPr lang="en-US"/>
              <a:t>Christine Aidala - University of Michigan</a:t>
            </a:r>
          </a:p>
        </p:txBody>
      </p:sp>
      <p:sp>
        <p:nvSpPr>
          <p:cNvPr id="7" name="Slide Number Placeholder 6">
            <a:extLst>
              <a:ext uri="{FF2B5EF4-FFF2-40B4-BE49-F238E27FC236}">
                <a16:creationId xmlns:a16="http://schemas.microsoft.com/office/drawing/2014/main" id="{62675969-E211-4DE2-B886-5934860C36F7}"/>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1226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7BCD-8167-44E1-825E-012B66377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72A2AE-5BB8-4C31-9C94-6EDE7D578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1A6C8-B63C-47F8-8C8C-4DB028D4B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6164-D348-4A71-AE1D-E22897D3C6B4}"/>
              </a:ext>
            </a:extLst>
          </p:cNvPr>
          <p:cNvSpPr>
            <a:spLocks noGrp="1"/>
          </p:cNvSpPr>
          <p:nvPr>
            <p:ph type="dt" sz="half" idx="10"/>
          </p:nvPr>
        </p:nvSpPr>
        <p:spPr/>
        <p:txBody>
          <a:bodyPr/>
          <a:lstStyle/>
          <a:p>
            <a:fld id="{47EB11A3-68FA-4906-BBB6-3344817FF693}" type="datetime1">
              <a:rPr lang="en-US" smtClean="0"/>
              <a:t>9/15/2026</a:t>
            </a:fld>
            <a:endParaRPr lang="en-US"/>
          </a:p>
        </p:txBody>
      </p:sp>
      <p:sp>
        <p:nvSpPr>
          <p:cNvPr id="6" name="Footer Placeholder 5">
            <a:extLst>
              <a:ext uri="{FF2B5EF4-FFF2-40B4-BE49-F238E27FC236}">
                <a16:creationId xmlns:a16="http://schemas.microsoft.com/office/drawing/2014/main" id="{91F6AADB-3A05-424C-9F43-41572E843641}"/>
              </a:ext>
            </a:extLst>
          </p:cNvPr>
          <p:cNvSpPr>
            <a:spLocks noGrp="1"/>
          </p:cNvSpPr>
          <p:nvPr>
            <p:ph type="ftr" sz="quarter" idx="11"/>
          </p:nvPr>
        </p:nvSpPr>
        <p:spPr/>
        <p:txBody>
          <a:bodyPr/>
          <a:lstStyle/>
          <a:p>
            <a:r>
              <a:rPr lang="en-US"/>
              <a:t>Christine Aidala - University of Michigan</a:t>
            </a:r>
          </a:p>
        </p:txBody>
      </p:sp>
      <p:sp>
        <p:nvSpPr>
          <p:cNvPr id="7" name="Slide Number Placeholder 6">
            <a:extLst>
              <a:ext uri="{FF2B5EF4-FFF2-40B4-BE49-F238E27FC236}">
                <a16:creationId xmlns:a16="http://schemas.microsoft.com/office/drawing/2014/main" id="{A6B28A14-221B-4635-AA55-72AC789D4FBE}"/>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955683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1A85-F374-4F3F-BA0C-52075B074A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497C3-0A16-4208-BEB3-607737FDD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ED635-7E11-4664-8FBC-36FEBFF2DC4C}"/>
              </a:ext>
            </a:extLst>
          </p:cNvPr>
          <p:cNvSpPr>
            <a:spLocks noGrp="1"/>
          </p:cNvSpPr>
          <p:nvPr>
            <p:ph type="dt" sz="half" idx="10"/>
          </p:nvPr>
        </p:nvSpPr>
        <p:spPr/>
        <p:txBody>
          <a:bodyPr/>
          <a:lstStyle/>
          <a:p>
            <a:fld id="{AB0CC1F8-0BF0-4353-9BE5-61B4A03BDAF6}" type="datetime1">
              <a:rPr lang="en-US" smtClean="0"/>
              <a:t>9/15/2026</a:t>
            </a:fld>
            <a:endParaRPr lang="en-US"/>
          </a:p>
        </p:txBody>
      </p:sp>
      <p:sp>
        <p:nvSpPr>
          <p:cNvPr id="5" name="Footer Placeholder 4">
            <a:extLst>
              <a:ext uri="{FF2B5EF4-FFF2-40B4-BE49-F238E27FC236}">
                <a16:creationId xmlns:a16="http://schemas.microsoft.com/office/drawing/2014/main" id="{C4B9DE0C-6D6F-4D42-817A-BBD09369DA60}"/>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E2E03EC4-334C-45C4-A174-AFF5497F81A4}"/>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7333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97DE0-D863-4430-924C-3EB271CE8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8BD85-A68E-409D-B87F-BAD203419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AA6CF-52A1-4471-AFF7-79B37FEF207B}"/>
              </a:ext>
            </a:extLst>
          </p:cNvPr>
          <p:cNvSpPr>
            <a:spLocks noGrp="1"/>
          </p:cNvSpPr>
          <p:nvPr>
            <p:ph type="dt" sz="half" idx="10"/>
          </p:nvPr>
        </p:nvSpPr>
        <p:spPr/>
        <p:txBody>
          <a:bodyPr/>
          <a:lstStyle/>
          <a:p>
            <a:fld id="{55C82AD9-7D57-4922-A691-663DA6EC277F}" type="datetime1">
              <a:rPr lang="en-US" smtClean="0"/>
              <a:t>9/15/2026</a:t>
            </a:fld>
            <a:endParaRPr lang="en-US"/>
          </a:p>
        </p:txBody>
      </p:sp>
      <p:sp>
        <p:nvSpPr>
          <p:cNvPr id="5" name="Footer Placeholder 4">
            <a:extLst>
              <a:ext uri="{FF2B5EF4-FFF2-40B4-BE49-F238E27FC236}">
                <a16:creationId xmlns:a16="http://schemas.microsoft.com/office/drawing/2014/main" id="{C9E4AF83-3843-42EB-A5A1-2BDCD43FA050}"/>
              </a:ext>
            </a:extLst>
          </p:cNvPr>
          <p:cNvSpPr>
            <a:spLocks noGrp="1"/>
          </p:cNvSpPr>
          <p:nvPr>
            <p:ph type="ftr" sz="quarter" idx="11"/>
          </p:nvPr>
        </p:nvSpPr>
        <p:spPr/>
        <p:txBody>
          <a:bodyPr/>
          <a:lstStyle/>
          <a:p>
            <a:r>
              <a:rPr lang="en-US"/>
              <a:t>Christine Aidala - University of Michigan</a:t>
            </a:r>
          </a:p>
        </p:txBody>
      </p:sp>
      <p:sp>
        <p:nvSpPr>
          <p:cNvPr id="6" name="Slide Number Placeholder 5">
            <a:extLst>
              <a:ext uri="{FF2B5EF4-FFF2-40B4-BE49-F238E27FC236}">
                <a16:creationId xmlns:a16="http://schemas.microsoft.com/office/drawing/2014/main" id="{15368DFD-8437-42AF-BA50-3290D8CDC27B}"/>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8859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AE79D-67AF-4A6E-B20E-A13E26034F0F}"/>
              </a:ext>
            </a:extLst>
          </p:cNvPr>
          <p:cNvSpPr>
            <a:spLocks noGrp="1"/>
          </p:cNvSpPr>
          <p:nvPr>
            <p:ph type="title"/>
          </p:nvPr>
        </p:nvSpPr>
        <p:spPr>
          <a:xfrm>
            <a:off x="103955" y="84779"/>
            <a:ext cx="11984090" cy="8974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DFF892-5903-470F-A479-331C39379FA1}"/>
              </a:ext>
            </a:extLst>
          </p:cNvPr>
          <p:cNvSpPr>
            <a:spLocks noGrp="1"/>
          </p:cNvSpPr>
          <p:nvPr>
            <p:ph type="body" idx="1"/>
          </p:nvPr>
        </p:nvSpPr>
        <p:spPr>
          <a:xfrm>
            <a:off x="103955" y="1075038"/>
            <a:ext cx="11984090" cy="53817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86424-CA87-4045-BC8B-6EDDC11B3217}"/>
              </a:ext>
            </a:extLst>
          </p:cNvPr>
          <p:cNvSpPr>
            <a:spLocks noGrp="1"/>
          </p:cNvSpPr>
          <p:nvPr>
            <p:ph type="dt" sz="half" idx="2"/>
          </p:nvPr>
        </p:nvSpPr>
        <p:spPr>
          <a:xfrm>
            <a:off x="7604759" y="6580246"/>
            <a:ext cx="2229706" cy="228609"/>
          </a:xfrm>
          <a:prstGeom prst="rect">
            <a:avLst/>
          </a:prstGeom>
        </p:spPr>
        <p:txBody>
          <a:bodyPr vert="horz" lIns="91440" tIns="45720" rIns="91440" bIns="45720" rtlCol="0" anchor="ctr"/>
          <a:lstStyle>
            <a:lvl1pPr algn="l">
              <a:defRPr sz="1200">
                <a:solidFill>
                  <a:schemeClr val="tx1">
                    <a:tint val="75000"/>
                  </a:schemeClr>
                </a:solidFill>
              </a:defRPr>
            </a:lvl1pPr>
          </a:lstStyle>
          <a:p>
            <a:fld id="{D074992B-9C13-432C-BCAB-2193D8A0FCC3}" type="datetime1">
              <a:rPr lang="en-US" smtClean="0"/>
              <a:t>9/15/2026</a:t>
            </a:fld>
            <a:endParaRPr lang="en-US" dirty="0"/>
          </a:p>
        </p:txBody>
      </p:sp>
      <p:sp>
        <p:nvSpPr>
          <p:cNvPr id="5" name="Footer Placeholder 4">
            <a:extLst>
              <a:ext uri="{FF2B5EF4-FFF2-40B4-BE49-F238E27FC236}">
                <a16:creationId xmlns:a16="http://schemas.microsoft.com/office/drawing/2014/main" id="{3A6D1E3F-305F-48EC-9661-A5555D6D9141}"/>
              </a:ext>
            </a:extLst>
          </p:cNvPr>
          <p:cNvSpPr>
            <a:spLocks noGrp="1"/>
          </p:cNvSpPr>
          <p:nvPr>
            <p:ph type="ftr" sz="quarter" idx="3"/>
          </p:nvPr>
        </p:nvSpPr>
        <p:spPr>
          <a:xfrm>
            <a:off x="119730" y="6565529"/>
            <a:ext cx="5967867" cy="235967"/>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1B9D7172-52C7-47AA-A8CB-03E0DDB3662E}"/>
              </a:ext>
            </a:extLst>
          </p:cNvPr>
          <p:cNvSpPr>
            <a:spLocks noGrp="1"/>
          </p:cNvSpPr>
          <p:nvPr>
            <p:ph type="sldNum" sz="quarter" idx="4"/>
          </p:nvPr>
        </p:nvSpPr>
        <p:spPr>
          <a:xfrm>
            <a:off x="11540178" y="6572888"/>
            <a:ext cx="555908" cy="228609"/>
          </a:xfrm>
          <a:prstGeom prst="rect">
            <a:avLst/>
          </a:prstGeom>
        </p:spPr>
        <p:txBody>
          <a:bodyPr vert="horz" lIns="91440" tIns="45720" rIns="91440" bIns="45720" rtlCol="0" anchor="ctr"/>
          <a:lstStyle>
            <a:lvl1pPr algn="r">
              <a:defRPr sz="1200">
                <a:solidFill>
                  <a:schemeClr val="tx1">
                    <a:tint val="75000"/>
                  </a:schemeClr>
                </a:solidFill>
              </a:defRPr>
            </a:lvl1pPr>
          </a:lstStyle>
          <a:p>
            <a:fld id="{F47845EA-7733-40EE-B074-20032348B727}" type="slidenum">
              <a:rPr lang="en-US" smtClean="0"/>
              <a:t>‹#›</a:t>
            </a:fld>
            <a:endParaRPr lang="en-US"/>
          </a:p>
        </p:txBody>
      </p:sp>
      <p:sp>
        <p:nvSpPr>
          <p:cNvPr id="7" name="Oval 6">
            <a:extLst>
              <a:ext uri="{FF2B5EF4-FFF2-40B4-BE49-F238E27FC236}">
                <a16:creationId xmlns:a16="http://schemas.microsoft.com/office/drawing/2014/main" id="{B1AA285D-1676-8476-E3FF-1782C3DC601F}"/>
              </a:ext>
            </a:extLst>
          </p:cNvPr>
          <p:cNvSpPr/>
          <p:nvPr userDrawn="1"/>
        </p:nvSpPr>
        <p:spPr>
          <a:xfrm>
            <a:off x="9442580" y="4170784"/>
            <a:ext cx="2674054" cy="2668555"/>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0" name="Picture 9">
            <a:extLst>
              <a:ext uri="{FF2B5EF4-FFF2-40B4-BE49-F238E27FC236}">
                <a16:creationId xmlns:a16="http://schemas.microsoft.com/office/drawing/2014/main" id="{8BC4DAF4-877C-B697-9F33-77BD3CFF038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21201" y="5161510"/>
            <a:ext cx="755810" cy="687101"/>
          </a:xfrm>
          <a:prstGeom prst="rect">
            <a:avLst/>
          </a:prstGeom>
        </p:spPr>
      </p:pic>
      <p:pic>
        <p:nvPicPr>
          <p:cNvPr id="11" name="Picture 10">
            <a:extLst>
              <a:ext uri="{FF2B5EF4-FFF2-40B4-BE49-F238E27FC236}">
                <a16:creationId xmlns:a16="http://schemas.microsoft.com/office/drawing/2014/main" id="{7689385B-0892-E7A3-350A-12FC896047C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2674" y="6273515"/>
            <a:ext cx="1313865" cy="446572"/>
          </a:xfrm>
          <a:prstGeom prst="rect">
            <a:avLst/>
          </a:prstGeom>
        </p:spPr>
      </p:pic>
      <p:sp>
        <p:nvSpPr>
          <p:cNvPr id="12" name="TextBox 11">
            <a:extLst>
              <a:ext uri="{FF2B5EF4-FFF2-40B4-BE49-F238E27FC236}">
                <a16:creationId xmlns:a16="http://schemas.microsoft.com/office/drawing/2014/main" id="{93C0152C-5722-D560-A1D1-83330A0E1841}"/>
              </a:ext>
            </a:extLst>
          </p:cNvPr>
          <p:cNvSpPr txBox="1"/>
          <p:nvPr userDrawn="1"/>
        </p:nvSpPr>
        <p:spPr>
          <a:xfrm>
            <a:off x="9723330" y="5954370"/>
            <a:ext cx="2151551" cy="261610"/>
          </a:xfrm>
          <a:prstGeom prst="rect">
            <a:avLst/>
          </a:prstGeom>
          <a:noFill/>
        </p:spPr>
        <p:txBody>
          <a:bodyPr wrap="none">
            <a:spAutoFit/>
          </a:bodyPr>
          <a:lstStyle/>
          <a:p>
            <a:r>
              <a:rPr lang="en-US" sz="1100" dirty="0"/>
              <a:t>https://assumptionsofphysics.org/</a:t>
            </a:r>
          </a:p>
        </p:txBody>
      </p:sp>
    </p:spTree>
    <p:extLst>
      <p:ext uri="{BB962C8B-B14F-4D97-AF65-F5344CB8AC3E}">
        <p14:creationId xmlns:p14="http://schemas.microsoft.com/office/powerpoint/2010/main" val="3603477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Lst>
  </p:timing>
  <p:hf hd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998/mpub.12204707" TargetMode="External"/><Relationship Id="rId2" Type="http://schemas.openxmlformats.org/officeDocument/2006/relationships/hyperlink" Target="https://link.springer.com/article/10.1007/s10701-022-00555-z" TargetMode="External"/><Relationship Id="rId1" Type="http://schemas.openxmlformats.org/officeDocument/2006/relationships/slideLayout" Target="../slideLayouts/slideLayout3.xml"/><Relationship Id="rId6" Type="http://schemas.openxmlformats.org/officeDocument/2006/relationships/hyperlink" Target="https://arxiv.org/abs/2608.27543" TargetMode="External"/><Relationship Id="rId5" Type="http://schemas.openxmlformats.org/officeDocument/2006/relationships/image" Target="../media/image4.png"/><Relationship Id="rId4" Type="http://schemas.openxmlformats.org/officeDocument/2006/relationships/hyperlink" Target="http://iopscience.iop.org/article/10.1088/2399-6528/aaba25"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26" Type="http://schemas.openxmlformats.org/officeDocument/2006/relationships/image" Target="../media/image9.png"/><Relationship Id="rId3" Type="http://schemas.openxmlformats.org/officeDocument/2006/relationships/image" Target="../media/image23.png"/><Relationship Id="rId21" Type="http://schemas.openxmlformats.org/officeDocument/2006/relationships/image" Target="../media/image43.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5" Type="http://schemas.openxmlformats.org/officeDocument/2006/relationships/hyperlink" Target="https://assumptionsofphysics.org/book/AssumptionsOfPhysicsV3.0.pdf#section.1.1.4" TargetMode="External"/><Relationship Id="rId2" Type="http://schemas.openxmlformats.org/officeDocument/2006/relationships/notesSlide" Target="../notesSlides/notesSlide2.xml"/><Relationship Id="rId16" Type="http://schemas.openxmlformats.org/officeDocument/2006/relationships/image" Target="../media/image37.png"/><Relationship Id="rId20"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27.png"/><Relationship Id="rId24" Type="http://schemas.openxmlformats.org/officeDocument/2006/relationships/image" Target="../media/image46.png"/><Relationship Id="rId5" Type="http://schemas.openxmlformats.org/officeDocument/2006/relationships/image" Target="../media/image25.png"/><Relationship Id="rId15" Type="http://schemas.openxmlformats.org/officeDocument/2006/relationships/image" Target="../media/image36.png"/><Relationship Id="rId23" Type="http://schemas.openxmlformats.org/officeDocument/2006/relationships/image" Target="../media/image45.png"/><Relationship Id="rId10" Type="http://schemas.openxmlformats.org/officeDocument/2006/relationships/image" Target="../media/image31.png"/><Relationship Id="rId19" Type="http://schemas.openxmlformats.org/officeDocument/2006/relationships/image" Target="../media/image41.png"/><Relationship Id="rId4" Type="http://schemas.openxmlformats.org/officeDocument/2006/relationships/image" Target="../media/image24.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image" Target="../media/image44.png"/></Relationships>
</file>

<file path=ppt/slides/_rels/slide11.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1.png"/><Relationship Id="rId21" Type="http://schemas.openxmlformats.org/officeDocument/2006/relationships/image" Target="../media/image10.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16" Type="http://schemas.openxmlformats.org/officeDocument/2006/relationships/image" Target="../media/image71.png"/><Relationship Id="rId20" Type="http://schemas.openxmlformats.org/officeDocument/2006/relationships/hyperlink" Target="https://assumptionsofphysics.org/autogen/briefs/009-UnitaryEntropy.pdf" TargetMode="External"/><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53.png"/><Relationship Id="rId15" Type="http://schemas.openxmlformats.org/officeDocument/2006/relationships/image" Target="../media/image70.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52.png"/><Relationship Id="rId9" Type="http://schemas.openxmlformats.org/officeDocument/2006/relationships/image" Target="../media/image64.png"/><Relationship Id="rId14" Type="http://schemas.openxmlformats.org/officeDocument/2006/relationships/image" Target="../media/image6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9100.png"/><Relationship Id="rId1" Type="http://schemas.openxmlformats.org/officeDocument/2006/relationships/slideLayout" Target="../slideLayouts/slideLayout7.xml"/><Relationship Id="rId6" Type="http://schemas.openxmlformats.org/officeDocument/2006/relationships/image" Target="../media/image1001.png"/><Relationship Id="rId9" Type="http://schemas.openxmlformats.org/officeDocument/2006/relationships/image" Target="../media/image131.png"/></Relationships>
</file>

<file path=ppt/slides/_rels/slide14.xml.rels><?xml version="1.0" encoding="UTF-8" standalone="yes"?>
<Relationships xmlns="http://schemas.openxmlformats.org/package/2006/relationships"><Relationship Id="rId8" Type="http://schemas.openxmlformats.org/officeDocument/2006/relationships/image" Target="../media/image912.png"/><Relationship Id="rId13" Type="http://schemas.openxmlformats.org/officeDocument/2006/relationships/image" Target="../media/image17.png"/><Relationship Id="rId3" Type="http://schemas.openxmlformats.org/officeDocument/2006/relationships/image" Target="../media/image262.png"/><Relationship Id="rId7" Type="http://schemas.openxmlformats.org/officeDocument/2006/relationships/image" Target="../media/image901.png"/><Relationship Id="rId12"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hyperlink" Target="https://link.springer.com/article/10.1007/s10701-022-00555-z" TargetMode="External"/><Relationship Id="rId5" Type="http://schemas.openxmlformats.org/officeDocument/2006/relationships/image" Target="../media/image880.png"/><Relationship Id="rId10" Type="http://schemas.openxmlformats.org/officeDocument/2006/relationships/hyperlink" Target="https://assumptionsofphysics.org/autogen/briefs/004-ClassicalUncertaintyPrinciple.pdf" TargetMode="External"/><Relationship Id="rId4" Type="http://schemas.openxmlformats.org/officeDocument/2006/relationships/image" Target="../media/image1412.png"/><Relationship Id="rId9" Type="http://schemas.openxmlformats.org/officeDocument/2006/relationships/image" Target="../media/image282.png"/></Relationships>
</file>

<file path=ppt/slides/_rels/slide15.xml.rels><?xml version="1.0" encoding="UTF-8" standalone="yes"?>
<Relationships xmlns="http://schemas.openxmlformats.org/package/2006/relationships"><Relationship Id="rId8" Type="http://schemas.openxmlformats.org/officeDocument/2006/relationships/image" Target="../media/image552.png"/><Relationship Id="rId3" Type="http://schemas.openxmlformats.org/officeDocument/2006/relationships/image" Target="../media/image18.png"/><Relationship Id="rId7" Type="http://schemas.openxmlformats.org/officeDocument/2006/relationships/image" Target="../media/image33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90.png"/><Relationship Id="rId5" Type="http://schemas.openxmlformats.org/officeDocument/2006/relationships/image" Target="../media/image521.png"/><Relationship Id="rId4" Type="http://schemas.openxmlformats.org/officeDocument/2006/relationships/image" Target="../media/image511.png"/><Relationship Id="rId9"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hyperlink" Target="https://arxiv.org/pdf/2411.00972" TargetMode="External"/><Relationship Id="rId3" Type="http://schemas.openxmlformats.org/officeDocument/2006/relationships/image" Target="../media/image291.png"/><Relationship Id="rId7" Type="http://schemas.openxmlformats.org/officeDocument/2006/relationships/image" Target="../media/image260.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50.png"/><Relationship Id="rId5" Type="http://schemas.openxmlformats.org/officeDocument/2006/relationships/image" Target="../media/image221.png"/><Relationship Id="rId10" Type="http://schemas.openxmlformats.org/officeDocument/2006/relationships/image" Target="../media/image26.png"/><Relationship Id="rId4" Type="http://schemas.openxmlformats.org/officeDocument/2006/relationships/image" Target="../media/image251.png"/><Relationship Id="rId9" Type="http://schemas.openxmlformats.org/officeDocument/2006/relationships/hyperlink" Target="https://iopscience.iop.org/article/10.1088/1402-4896/ae3a20"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3300.png"/><Relationship Id="rId3" Type="http://schemas.openxmlformats.org/officeDocument/2006/relationships/image" Target="../media/image32.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7.xml"/><Relationship Id="rId6" Type="http://schemas.openxmlformats.org/officeDocument/2006/relationships/image" Target="../media/image3100.png"/><Relationship Id="rId10" Type="http://schemas.openxmlformats.org/officeDocument/2006/relationships/image" Target="../media/image26.png"/><Relationship Id="rId4" Type="http://schemas.openxmlformats.org/officeDocument/2006/relationships/image" Target="../media/image40.png"/><Relationship Id="rId9" Type="http://schemas.openxmlformats.org/officeDocument/2006/relationships/image" Target="../media/image47.png"/></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8" Type="http://schemas.openxmlformats.org/officeDocument/2006/relationships/image" Target="../media/image4100.png"/><Relationship Id="rId3" Type="http://schemas.openxmlformats.org/officeDocument/2006/relationships/image" Target="../media/image3600.png"/><Relationship Id="rId7" Type="http://schemas.openxmlformats.org/officeDocument/2006/relationships/image" Target="../media/image400.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391.png"/><Relationship Id="rId5" Type="http://schemas.openxmlformats.org/officeDocument/2006/relationships/image" Target="../media/image382.png"/><Relationship Id="rId4" Type="http://schemas.openxmlformats.org/officeDocument/2006/relationships/image" Target="../media/image372.png"/><Relationship Id="rId9"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531.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57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8" Type="http://schemas.openxmlformats.org/officeDocument/2006/relationships/image" Target="../media/image921.png"/><Relationship Id="rId3" Type="http://schemas.openxmlformats.org/officeDocument/2006/relationships/image" Target="../media/image1200.png"/><Relationship Id="rId7" Type="http://schemas.openxmlformats.org/officeDocument/2006/relationships/image" Target="../media/image913.png"/><Relationship Id="rId2" Type="http://schemas.openxmlformats.org/officeDocument/2006/relationships/image" Target="../media/image501.png"/><Relationship Id="rId1" Type="http://schemas.openxmlformats.org/officeDocument/2006/relationships/slideLayout" Target="../slideLayouts/slideLayout6.xml"/><Relationship Id="rId6" Type="http://schemas.openxmlformats.org/officeDocument/2006/relationships/image" Target="../media/image900.png"/><Relationship Id="rId5" Type="http://schemas.openxmlformats.org/officeDocument/2006/relationships/image" Target="../media/image1221.png"/><Relationship Id="rId4" Type="http://schemas.openxmlformats.org/officeDocument/2006/relationships/image" Target="../media/image561.png"/><Relationship Id="rId9" Type="http://schemas.openxmlformats.org/officeDocument/2006/relationships/image" Target="../media/image5300.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56.png"/><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79.png"/><Relationship Id="rId18" Type="http://schemas.openxmlformats.org/officeDocument/2006/relationships/hyperlink" Target="https://link.springer.com/article/10.1007/s40509-024-00357-0" TargetMode="External"/><Relationship Id="rId21" Type="http://schemas.openxmlformats.org/officeDocument/2006/relationships/image" Target="../media/image84.png"/><Relationship Id="rId7" Type="http://schemas.openxmlformats.org/officeDocument/2006/relationships/image" Target="../media/image75.png"/><Relationship Id="rId12" Type="http://schemas.openxmlformats.org/officeDocument/2006/relationships/image" Target="../media/image78.png"/><Relationship Id="rId17" Type="http://schemas.openxmlformats.org/officeDocument/2006/relationships/hyperlink" Target="https://arxiv.org/pdf/2308.06669" TargetMode="External"/><Relationship Id="rId2" Type="http://schemas.openxmlformats.org/officeDocument/2006/relationships/image" Target="../media/image59.png"/><Relationship Id="rId16" Type="http://schemas.openxmlformats.org/officeDocument/2006/relationships/image" Target="../media/image850.png"/><Relationship Id="rId20"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60.png"/><Relationship Id="rId11" Type="http://schemas.openxmlformats.org/officeDocument/2006/relationships/image" Target="../media/image77.png"/><Relationship Id="rId5" Type="http://schemas.openxmlformats.org/officeDocument/2006/relationships/image" Target="../media/image740.png"/><Relationship Id="rId15" Type="http://schemas.openxmlformats.org/officeDocument/2006/relationships/image" Target="../media/image81.png"/><Relationship Id="rId10" Type="http://schemas.openxmlformats.org/officeDocument/2006/relationships/image" Target="../media/image790.png"/><Relationship Id="rId19" Type="http://schemas.openxmlformats.org/officeDocument/2006/relationships/image" Target="../media/image82.png"/><Relationship Id="rId4" Type="http://schemas.openxmlformats.org/officeDocument/2006/relationships/image" Target="../media/image730.png"/><Relationship Id="rId9" Type="http://schemas.openxmlformats.org/officeDocument/2006/relationships/image" Target="../media/image780.png"/><Relationship Id="rId14" Type="http://schemas.openxmlformats.org/officeDocument/2006/relationships/image" Target="../media/image80.png"/></Relationships>
</file>

<file path=ppt/slides/_rels/slide29.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89.png"/><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hyperlink" Target="https://assumptionsofphysics.org/autogen/briefs/006-InconsistentConvergence.pdf" TargetMode="External"/><Relationship Id="rId5" Type="http://schemas.openxmlformats.org/officeDocument/2006/relationships/image" Target="../media/image88.png"/><Relationship Id="rId4" Type="http://schemas.openxmlformats.org/officeDocument/2006/relationships/image" Target="../media/image87.png"/></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240.png"/><Relationship Id="rId13" Type="http://schemas.openxmlformats.org/officeDocument/2006/relationships/image" Target="../media/image630.png"/><Relationship Id="rId3" Type="http://schemas.openxmlformats.org/officeDocument/2006/relationships/image" Target="../media/image580.png"/><Relationship Id="rId7" Type="http://schemas.openxmlformats.org/officeDocument/2006/relationships/image" Target="../media/image230.png"/><Relationship Id="rId12" Type="http://schemas.openxmlformats.org/officeDocument/2006/relationships/image" Target="../media/image6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00.png"/><Relationship Id="rId11" Type="http://schemas.openxmlformats.org/officeDocument/2006/relationships/image" Target="../media/image613.png"/><Relationship Id="rId5" Type="http://schemas.openxmlformats.org/officeDocument/2006/relationships/image" Target="../media/image2100.png"/><Relationship Id="rId15" Type="http://schemas.openxmlformats.org/officeDocument/2006/relationships/image" Target="../media/image650.png"/><Relationship Id="rId10" Type="http://schemas.openxmlformats.org/officeDocument/2006/relationships/image" Target="../media/image601.png"/><Relationship Id="rId4" Type="http://schemas.openxmlformats.org/officeDocument/2006/relationships/image" Target="../media/image2010.png"/><Relationship Id="rId9" Type="http://schemas.openxmlformats.org/officeDocument/2006/relationships/image" Target="../media/image590.png"/><Relationship Id="rId14" Type="http://schemas.openxmlformats.org/officeDocument/2006/relationships/image" Target="../media/image640.png"/></Relationships>
</file>

<file path=ppt/slides/_rels/slide32.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10" Type="http://schemas.openxmlformats.org/officeDocument/2006/relationships/image" Target="../media/image97.png"/><Relationship Id="rId4" Type="http://schemas.openxmlformats.org/officeDocument/2006/relationships/image" Target="../media/image92.png"/><Relationship Id="rId9" Type="http://schemas.openxmlformats.org/officeDocument/2006/relationships/hyperlink" Target="https://assumptionsofphysics.org/book/AssumptionsOfPhysicsV3.0.pdf#section.1.1.4"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arxiv.org/pdf/2608.27543" TargetMode="External"/><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assumptionsofphysics.org/book/AssumptionsOfPhysicsV3.0.pdf#section.2.1.1" TargetMode="External"/><Relationship Id="rId3" Type="http://schemas.openxmlformats.org/officeDocument/2006/relationships/image" Target="../media/image114.png"/><Relationship Id="rId7" Type="http://schemas.openxmlformats.org/officeDocument/2006/relationships/image" Target="../media/image100.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5.png"/></Relationships>
</file>

<file path=ppt/slides/_rels/slide38.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26.png"/><Relationship Id="rId7" Type="http://schemas.openxmlformats.org/officeDocument/2006/relationships/image" Target="../media/image1310.png"/><Relationship Id="rId2"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image" Target="../media/image130.png"/><Relationship Id="rId11" Type="http://schemas.openxmlformats.org/officeDocument/2006/relationships/image" Target="../media/image101.png"/><Relationship Id="rId5" Type="http://schemas.openxmlformats.org/officeDocument/2006/relationships/image" Target="../media/image140.png"/><Relationship Id="rId10" Type="http://schemas.openxmlformats.org/officeDocument/2006/relationships/image" Target="../media/image147.png"/><Relationship Id="rId4" Type="http://schemas.openxmlformats.org/officeDocument/2006/relationships/image" Target="../media/image129.png"/><Relationship Id="rId9" Type="http://schemas.openxmlformats.org/officeDocument/2006/relationships/image" Target="../media/image137.png"/></Relationships>
</file>

<file path=ppt/slides/_rels/slide39.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9.png"/><Relationship Id="rId7" Type="http://schemas.openxmlformats.org/officeDocument/2006/relationships/image" Target="../media/image153.png"/><Relationship Id="rId12" Type="http://schemas.openxmlformats.org/officeDocument/2006/relationships/image" Target="../media/image101.png"/><Relationship Id="rId2"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52.png"/><Relationship Id="rId11" Type="http://schemas.openxmlformats.org/officeDocument/2006/relationships/image" Target="../media/image158.png"/><Relationship Id="rId5" Type="http://schemas.openxmlformats.org/officeDocument/2006/relationships/image" Target="../media/image151.png"/><Relationship Id="rId10" Type="http://schemas.openxmlformats.org/officeDocument/2006/relationships/image" Target="../media/image157.png"/><Relationship Id="rId4" Type="http://schemas.openxmlformats.org/officeDocument/2006/relationships/image" Target="../media/image150.png"/><Relationship Id="rId9" Type="http://schemas.openxmlformats.org/officeDocument/2006/relationships/image" Target="../media/image156.png"/></Relationships>
</file>

<file path=ppt/slides/_rels/slide40.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160.png"/><Relationship Id="rId7" Type="http://schemas.openxmlformats.org/officeDocument/2006/relationships/image" Target="../media/image164.png"/><Relationship Id="rId2" Type="http://schemas.openxmlformats.org/officeDocument/2006/relationships/image" Target="../media/image159.png"/><Relationship Id="rId1" Type="http://schemas.openxmlformats.org/officeDocument/2006/relationships/slideLayout" Target="../slideLayouts/slideLayout2.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 Id="rId9" Type="http://schemas.openxmlformats.org/officeDocument/2006/relationships/image" Target="../media/image1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assumptionsofphysics.org/book/" TargetMode="External"/><Relationship Id="rId2" Type="http://schemas.openxmlformats.org/officeDocument/2006/relationships/hyperlink" Target="mailto:info@assumptionsofphysics.org" TargetMode="External"/><Relationship Id="rId1" Type="http://schemas.openxmlformats.org/officeDocument/2006/relationships/slideLayout" Target="../slideLayouts/slideLayout7.xml"/><Relationship Id="rId6" Type="http://schemas.openxmlformats.org/officeDocument/2006/relationships/hyperlink" Target="https://www.youtube.com/@AssumptionsofPhysicsResearch" TargetMode="External"/><Relationship Id="rId5" Type="http://schemas.openxmlformats.org/officeDocument/2006/relationships/hyperlink" Target="https://www.youtube.com/user/gcarcassi" TargetMode="External"/><Relationship Id="rId4" Type="http://schemas.openxmlformats.org/officeDocument/2006/relationships/hyperlink" Target="https://github.com/assumptionsofphysic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11.png"/><Relationship Id="rId5" Type="http://schemas.openxmlformats.org/officeDocument/2006/relationships/image" Target="../media/image310.png"/><Relationship Id="rId4" Type="http://schemas.openxmlformats.org/officeDocument/2006/relationships/hyperlink" Target="https://assumptionsofphysics.org/"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160.png"/><Relationship Id="rId1" Type="http://schemas.openxmlformats.org/officeDocument/2006/relationships/slideLayout" Target="../slideLayouts/slideLayout7.xml"/><Relationship Id="rId6" Type="http://schemas.openxmlformats.org/officeDocument/2006/relationships/hyperlink" Target="https://assumptionsofphysics.org/autogen/briefs/002-SuperpositionAndMultipleMixtures.pdf" TargetMode="External"/><Relationship Id="rId5" Type="http://schemas.openxmlformats.org/officeDocument/2006/relationships/image" Target="../media/image118.png"/><Relationship Id="rId4" Type="http://schemas.openxmlformats.org/officeDocument/2006/relationships/image" Target="../media/image117.png"/></Relationships>
</file>

<file path=ppt/slides/_rels/slide4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7.xml"/><Relationship Id="rId5" Type="http://schemas.openxmlformats.org/officeDocument/2006/relationships/image" Target="../media/image102.png"/><Relationship Id="rId4" Type="http://schemas.openxmlformats.org/officeDocument/2006/relationships/image" Target="../media/image111.png"/></Relationships>
</file>

<file path=ppt/slides/_rels/slide50.xml.rels><?xml version="1.0" encoding="UTF-8" standalone="yes"?>
<Relationships xmlns="http://schemas.openxmlformats.org/package/2006/relationships"><Relationship Id="rId3" Type="http://schemas.openxmlformats.org/officeDocument/2006/relationships/image" Target="../media/image812.png"/><Relationship Id="rId2" Type="http://schemas.openxmlformats.org/officeDocument/2006/relationships/image" Target="../media/image800.png"/><Relationship Id="rId1" Type="http://schemas.openxmlformats.org/officeDocument/2006/relationships/slideLayout" Target="../slideLayouts/slideLayout2.xml"/><Relationship Id="rId6" Type="http://schemas.openxmlformats.org/officeDocument/2006/relationships/image" Target="../media/image1010.png"/><Relationship Id="rId5" Type="http://schemas.openxmlformats.org/officeDocument/2006/relationships/image" Target="../media/image830.png"/><Relationship Id="rId4" Type="http://schemas.openxmlformats.org/officeDocument/2006/relationships/image" Target="../media/image820.png"/></Relationships>
</file>

<file path=ppt/slides/_rels/slide51.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541.png"/><Relationship Id="rId1" Type="http://schemas.openxmlformats.org/officeDocument/2006/relationships/slideLayout" Target="../slideLayouts/slideLayout2.xml"/><Relationship Id="rId4" Type="http://schemas.openxmlformats.org/officeDocument/2006/relationships/image" Target="../media/image104.emf"/></Relationships>
</file>

<file path=ppt/slides/_rels/slide52.xml.rels><?xml version="1.0" encoding="UTF-8" standalone="yes"?>
<Relationships xmlns="http://schemas.openxmlformats.org/package/2006/relationships"><Relationship Id="rId8" Type="http://schemas.openxmlformats.org/officeDocument/2006/relationships/image" Target="../media/image293.png"/><Relationship Id="rId3" Type="http://schemas.openxmlformats.org/officeDocument/2006/relationships/image" Target="../media/image106.emf"/><Relationship Id="rId7" Type="http://schemas.openxmlformats.org/officeDocument/2006/relationships/image" Target="../media/image280.png"/><Relationship Id="rId2" Type="http://schemas.openxmlformats.org/officeDocument/2006/relationships/image" Target="../media/image105.emf"/><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8.emf"/><Relationship Id="rId4" Type="http://schemas.openxmlformats.org/officeDocument/2006/relationships/image" Target="../media/image107.emf"/></Relationships>
</file>

<file path=ppt/slides/_rels/slide53.x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image" Target="../media/image300.png"/><Relationship Id="rId1" Type="http://schemas.openxmlformats.org/officeDocument/2006/relationships/slideLayout" Target="../slideLayouts/slideLayout2.xml"/><Relationship Id="rId5" Type="http://schemas.openxmlformats.org/officeDocument/2006/relationships/image" Target="../media/image113.emf"/><Relationship Id="rId4" Type="http://schemas.openxmlformats.org/officeDocument/2006/relationships/image" Target="../media/image112.emf"/></Relationships>
</file>

<file path=ppt/slides/_rels/slide54.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image" Target="../media/image114.emf"/><Relationship Id="rId7" Type="http://schemas.openxmlformats.org/officeDocument/2006/relationships/image" Target="../media/image117.emf"/><Relationship Id="rId12" Type="http://schemas.openxmlformats.org/officeDocument/2006/relationships/image" Target="../media/image440.png"/><Relationship Id="rId2" Type="http://schemas.openxmlformats.org/officeDocument/2006/relationships/image" Target="../media/image341.png"/><Relationship Id="rId1" Type="http://schemas.openxmlformats.org/officeDocument/2006/relationships/slideLayout" Target="../slideLayouts/slideLayout2.xml"/><Relationship Id="rId6" Type="http://schemas.openxmlformats.org/officeDocument/2006/relationships/image" Target="../media/image116.emf"/><Relationship Id="rId11" Type="http://schemas.openxmlformats.org/officeDocument/2006/relationships/image" Target="../media/image119.emf"/><Relationship Id="rId5" Type="http://schemas.openxmlformats.org/officeDocument/2006/relationships/image" Target="../media/image115.emf"/><Relationship Id="rId10" Type="http://schemas.openxmlformats.org/officeDocument/2006/relationships/image" Target="../media/image420.png"/><Relationship Id="rId4" Type="http://schemas.openxmlformats.org/officeDocument/2006/relationships/image" Target="../media/image361.png"/><Relationship Id="rId9" Type="http://schemas.openxmlformats.org/officeDocument/2006/relationships/image" Target="../media/image412.png"/></Relationships>
</file>

<file path=ppt/slides/_rels/slide55.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image" Target="../media/image220.png"/><Relationship Id="rId3" Type="http://schemas.openxmlformats.org/officeDocument/2006/relationships/image" Target="../media/image122.png"/><Relationship Id="rId7" Type="http://schemas.openxmlformats.org/officeDocument/2006/relationships/image" Target="../media/image214.png"/><Relationship Id="rId12" Type="http://schemas.openxmlformats.org/officeDocument/2006/relationships/image" Target="../media/image219.png"/><Relationship Id="rId2" Type="http://schemas.openxmlformats.org/officeDocument/2006/relationships/image" Target="../media/image121.png"/><Relationship Id="rId1" Type="http://schemas.openxmlformats.org/officeDocument/2006/relationships/slideLayout" Target="../slideLayouts/slideLayout7.xml"/><Relationship Id="rId6" Type="http://schemas.openxmlformats.org/officeDocument/2006/relationships/image" Target="../media/image127.png"/><Relationship Id="rId11" Type="http://schemas.openxmlformats.org/officeDocument/2006/relationships/image" Target="../media/image218.png"/><Relationship Id="rId5" Type="http://schemas.openxmlformats.org/officeDocument/2006/relationships/image" Target="../media/image124.png"/><Relationship Id="rId10" Type="http://schemas.openxmlformats.org/officeDocument/2006/relationships/image" Target="../media/image217.png"/><Relationship Id="rId4" Type="http://schemas.openxmlformats.org/officeDocument/2006/relationships/image" Target="../media/image123.png"/><Relationship Id="rId9" Type="http://schemas.openxmlformats.org/officeDocument/2006/relationships/image" Target="../media/image216.png"/></Relationships>
</file>

<file path=ppt/slides/_rels/slide56.xml.rels><?xml version="1.0" encoding="UTF-8" standalone="yes"?>
<Relationships xmlns="http://schemas.openxmlformats.org/package/2006/relationships"><Relationship Id="rId2" Type="http://schemas.openxmlformats.org/officeDocument/2006/relationships/image" Target="../media/image65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660.png"/><Relationship Id="rId1" Type="http://schemas.openxmlformats.org/officeDocument/2006/relationships/slideLayout" Target="../slideLayouts/slideLayout7.xml"/><Relationship Id="rId5" Type="http://schemas.openxmlformats.org/officeDocument/2006/relationships/image" Target="../media/image551.png"/><Relationship Id="rId4" Type="http://schemas.openxmlformats.org/officeDocument/2006/relationships/image" Target="../media/image510.png"/></Relationships>
</file>

<file path=ppt/slides/_rels/slide5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28.png"/><Relationship Id="rId1" Type="http://schemas.openxmlformats.org/officeDocument/2006/relationships/slideLayout" Target="../slideLayouts/slideLayout7.xml"/><Relationship Id="rId5" Type="http://schemas.openxmlformats.org/officeDocument/2006/relationships/image" Target="../media/image133.png"/><Relationship Id="rId4" Type="http://schemas.openxmlformats.org/officeDocument/2006/relationships/image" Target="../media/image50.png"/></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134.png"/><Relationship Id="rId1" Type="http://schemas.openxmlformats.org/officeDocument/2006/relationships/slideLayout" Target="../slideLayouts/slideLayout7.xml"/><Relationship Id="rId5" Type="http://schemas.openxmlformats.org/officeDocument/2006/relationships/image" Target="../media/image721.png"/><Relationship Id="rId4" Type="http://schemas.openxmlformats.org/officeDocument/2006/relationships/image" Target="../media/image711.png"/></Relationships>
</file>

<file path=ppt/slides/_rels/slide61.xml.rels><?xml version="1.0" encoding="UTF-8" standalone="yes"?>
<Relationships xmlns="http://schemas.openxmlformats.org/package/2006/relationships"><Relationship Id="rId3" Type="http://schemas.openxmlformats.org/officeDocument/2006/relationships/image" Target="../media/image711.png"/><Relationship Id="rId7" Type="http://schemas.openxmlformats.org/officeDocument/2006/relationships/image" Target="../media/image760.png"/><Relationship Id="rId2" Type="http://schemas.openxmlformats.org/officeDocument/2006/relationships/image" Target="../media/image690.png"/><Relationship Id="rId1" Type="http://schemas.openxmlformats.org/officeDocument/2006/relationships/slideLayout" Target="../slideLayouts/slideLayout7.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5.png"/></Relationships>
</file>

<file path=ppt/slides/_rels/slide62.xml.rels><?xml version="1.0" encoding="UTF-8" standalone="yes"?>
<Relationships xmlns="http://schemas.openxmlformats.org/package/2006/relationships"><Relationship Id="rId8" Type="http://schemas.openxmlformats.org/officeDocument/2006/relationships/image" Target="../media/image821.png"/><Relationship Id="rId13" Type="http://schemas.openxmlformats.org/officeDocument/2006/relationships/image" Target="../media/image870.png"/><Relationship Id="rId3" Type="http://schemas.openxmlformats.org/officeDocument/2006/relationships/image" Target="../media/image770.png"/><Relationship Id="rId7" Type="http://schemas.openxmlformats.org/officeDocument/2006/relationships/image" Target="../media/image813.png"/><Relationship Id="rId12" Type="http://schemas.openxmlformats.org/officeDocument/2006/relationships/image" Target="../media/image860.png"/><Relationship Id="rId2" Type="http://schemas.openxmlformats.org/officeDocument/2006/relationships/image" Target="../media/image651.png"/><Relationship Id="rId1" Type="http://schemas.openxmlformats.org/officeDocument/2006/relationships/slideLayout" Target="../slideLayouts/slideLayout7.xml"/><Relationship Id="rId6" Type="http://schemas.openxmlformats.org/officeDocument/2006/relationships/image" Target="../media/image791.png"/><Relationship Id="rId11" Type="http://schemas.openxmlformats.org/officeDocument/2006/relationships/image" Target="../media/image851.png"/><Relationship Id="rId5" Type="http://schemas.openxmlformats.org/officeDocument/2006/relationships/image" Target="../media/image781.png"/><Relationship Id="rId10" Type="http://schemas.openxmlformats.org/officeDocument/2006/relationships/image" Target="../media/image840.png"/><Relationship Id="rId4" Type="http://schemas.openxmlformats.org/officeDocument/2006/relationships/image" Target="../media/image135.png"/><Relationship Id="rId9" Type="http://schemas.openxmlformats.org/officeDocument/2006/relationships/image" Target="../media/image831.png"/><Relationship Id="rId14" Type="http://schemas.openxmlformats.org/officeDocument/2006/relationships/image" Target="../media/image881.png"/></Relationships>
</file>

<file path=ppt/slides/_rels/slide6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89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hyperlink" Target="https://arxiv.org/pdf/2608.27543" TargetMode="External"/><Relationship Id="rId4" Type="http://schemas.openxmlformats.org/officeDocument/2006/relationships/hyperlink" Target="https://assumptionsofphysics.org/autogen/briefs/005-PureStatesNotEnough.pdf" TargetMode="External"/></Relationships>
</file>

<file path=ppt/slides/_rels/slide65.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7.xml"/><Relationship Id="rId4" Type="http://schemas.openxmlformats.org/officeDocument/2006/relationships/hyperlink" Target="https://arxiv.org/pdf/2608.27543" TargetMode="External"/></Relationships>
</file>

<file path=ppt/slides/_rels/slide67.xml.rels><?xml version="1.0" encoding="UTF-8" standalone="yes"?>
<Relationships xmlns="http://schemas.openxmlformats.org/package/2006/relationships"><Relationship Id="rId8" Type="http://schemas.openxmlformats.org/officeDocument/2006/relationships/image" Target="../media/image281.png"/><Relationship Id="rId18" Type="http://schemas.openxmlformats.org/officeDocument/2006/relationships/image" Target="../media/image155.png"/><Relationship Id="rId3" Type="http://schemas.openxmlformats.org/officeDocument/2006/relationships/image" Target="../media/image2330.png"/><Relationship Id="rId21" Type="http://schemas.openxmlformats.org/officeDocument/2006/relationships/hyperlink" Target="https://link.springer.com/article/10.1007/s10670-023-00708-0" TargetMode="External"/><Relationship Id="rId7" Type="http://schemas.openxmlformats.org/officeDocument/2006/relationships/image" Target="../media/image2700.png"/><Relationship Id="rId12" Type="http://schemas.openxmlformats.org/officeDocument/2006/relationships/image" Target="../media/image169.png"/><Relationship Id="rId17" Type="http://schemas.openxmlformats.org/officeDocument/2006/relationships/image" Target="../media/image370.png"/><Relationship Id="rId2" Type="http://schemas.openxmlformats.org/officeDocument/2006/relationships/image" Target="../media/image2230.png"/><Relationship Id="rId20" Type="http://schemas.openxmlformats.org/officeDocument/2006/relationships/hyperlink" Target="https://philsci-archive.pitt.edu/22202/1/Hamiltonian_Privilege_preprint.pdf" TargetMode="External"/><Relationship Id="rId1" Type="http://schemas.openxmlformats.org/officeDocument/2006/relationships/slideLayout" Target="../slideLayouts/slideLayout6.xml"/><Relationship Id="rId6" Type="http://schemas.openxmlformats.org/officeDocument/2006/relationships/image" Target="../media/image261.png"/><Relationship Id="rId11" Type="http://schemas.openxmlformats.org/officeDocument/2006/relationships/image" Target="../media/image313.png"/><Relationship Id="rId5" Type="http://schemas.openxmlformats.org/officeDocument/2006/relationships/image" Target="../media/image2511.png"/><Relationship Id="rId10" Type="http://schemas.openxmlformats.org/officeDocument/2006/relationships/image" Target="../media/image1700.png"/><Relationship Id="rId19" Type="http://schemas.openxmlformats.org/officeDocument/2006/relationships/image" Target="../media/image167.png"/><Relationship Id="rId4" Type="http://schemas.openxmlformats.org/officeDocument/2006/relationships/image" Target="../media/image2430.png"/><Relationship Id="rId9" Type="http://schemas.openxmlformats.org/officeDocument/2006/relationships/image" Target="../media/image292.png"/></Relationships>
</file>

<file path=ppt/slides/_rels/slide68.xml.rels><?xml version="1.0" encoding="UTF-8" standalone="yes"?>
<Relationships xmlns="http://schemas.openxmlformats.org/package/2006/relationships"><Relationship Id="rId3" Type="http://schemas.openxmlformats.org/officeDocument/2006/relationships/hyperlink" Target="https://www.nature.com/articles/s41598-023-39145-y" TargetMode="External"/><Relationship Id="rId2" Type="http://schemas.openxmlformats.org/officeDocument/2006/relationships/hyperlink" Target="https://arxiv.org/pdf/2208.06428" TargetMode="Externa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13.png"/><Relationship Id="rId2" Type="http://schemas.openxmlformats.org/officeDocument/2006/relationships/image" Target="../media/image2810.png"/><Relationship Id="rId1" Type="http://schemas.openxmlformats.org/officeDocument/2006/relationships/slideLayout" Target="../slideLayouts/slideLayout7.xml"/><Relationship Id="rId4" Type="http://schemas.openxmlformats.org/officeDocument/2006/relationships/image" Target="../media/image611.png"/></Relationships>
</file>

<file path=ppt/slides/_rels/slide71.xml.rels><?xml version="1.0" encoding="UTF-8" standalone="yes"?>
<Relationships xmlns="http://schemas.openxmlformats.org/package/2006/relationships"><Relationship Id="rId8" Type="http://schemas.openxmlformats.org/officeDocument/2006/relationships/image" Target="../media/image402.png"/><Relationship Id="rId3" Type="http://schemas.openxmlformats.org/officeDocument/2006/relationships/image" Target="../media/image710.png"/><Relationship Id="rId7" Type="http://schemas.openxmlformats.org/officeDocument/2006/relationships/image" Target="../media/image390.png"/><Relationship Id="rId2" Type="http://schemas.openxmlformats.org/officeDocument/2006/relationships/image" Target="../media/image610.png"/><Relationship Id="rId1" Type="http://schemas.openxmlformats.org/officeDocument/2006/relationships/slideLayout" Target="../slideLayouts/slideLayout7.xml"/><Relationship Id="rId6" Type="http://schemas.openxmlformats.org/officeDocument/2006/relationships/image" Target="../media/image381.png"/><Relationship Id="rId5" Type="http://schemas.openxmlformats.org/officeDocument/2006/relationships/image" Target="../media/image371.png"/><Relationship Id="rId10" Type="http://schemas.openxmlformats.org/officeDocument/2006/relationships/hyperlink" Target="https://www.nature.com/articles/s41598-023-39145-y" TargetMode="External"/><Relationship Id="rId4" Type="http://schemas.openxmlformats.org/officeDocument/2006/relationships/image" Target="../media/image910.png"/><Relationship Id="rId9" Type="http://schemas.openxmlformats.org/officeDocument/2006/relationships/hyperlink" Target="https://arxiv.org/pdf/2208.06428" TargetMode="External"/></Relationships>
</file>

<file path=ppt/slides/_rels/slide7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710.png"/><Relationship Id="rId7" Type="http://schemas.openxmlformats.org/officeDocument/2006/relationships/image" Target="../media/image620.png"/><Relationship Id="rId12" Type="http://schemas.openxmlformats.org/officeDocument/2006/relationships/image" Target="../media/image210.png"/><Relationship Id="rId2" Type="http://schemas.openxmlformats.org/officeDocument/2006/relationships/image" Target="../media/image610.png"/><Relationship Id="rId1" Type="http://schemas.openxmlformats.org/officeDocument/2006/relationships/slideLayout" Target="../slideLayouts/slideLayout7.xml"/><Relationship Id="rId6" Type="http://schemas.openxmlformats.org/officeDocument/2006/relationships/image" Target="../media/image381.png"/><Relationship Id="rId11" Type="http://schemas.openxmlformats.org/officeDocument/2006/relationships/image" Target="../media/image1270.png"/><Relationship Id="rId5" Type="http://schemas.openxmlformats.org/officeDocument/2006/relationships/image" Target="../media/image371.png"/><Relationship Id="rId10" Type="http://schemas.openxmlformats.org/officeDocument/2006/relationships/image" Target="../media/image1110.png"/><Relationship Id="rId4" Type="http://schemas.openxmlformats.org/officeDocument/2006/relationships/image" Target="../media/image910.png"/><Relationship Id="rId9" Type="http://schemas.openxmlformats.org/officeDocument/2006/relationships/image" Target="../media/image10100.png"/></Relationships>
</file>

<file path=ppt/slides/_rels/slide73.xml.rels><?xml version="1.0" encoding="UTF-8" standalone="yes"?>
<Relationships xmlns="http://schemas.openxmlformats.org/package/2006/relationships"><Relationship Id="rId13" Type="http://schemas.openxmlformats.org/officeDocument/2006/relationships/image" Target="../media/image413.png"/><Relationship Id="rId3" Type="http://schemas.openxmlformats.org/officeDocument/2006/relationships/image" Target="../media/image741.png"/><Relationship Id="rId12" Type="http://schemas.openxmlformats.org/officeDocument/2006/relationships/image" Target="../media/image1400.png"/><Relationship Id="rId2" Type="http://schemas.openxmlformats.org/officeDocument/2006/relationships/image" Target="../media/image731.png"/><Relationship Id="rId1" Type="http://schemas.openxmlformats.org/officeDocument/2006/relationships/slideLayout" Target="../slideLayouts/slideLayout7.xml"/><Relationship Id="rId6" Type="http://schemas.openxmlformats.org/officeDocument/2006/relationships/image" Target="../media/image761.png"/><Relationship Id="rId11" Type="http://schemas.openxmlformats.org/officeDocument/2006/relationships/image" Target="../media/image180.png"/><Relationship Id="rId5" Type="http://schemas.openxmlformats.org/officeDocument/2006/relationships/image" Target="../media/image750.png"/><Relationship Id="rId15" Type="http://schemas.openxmlformats.org/officeDocument/2006/relationships/image" Target="../media/image430.png"/><Relationship Id="rId4" Type="http://schemas.openxmlformats.org/officeDocument/2006/relationships/image" Target="../media/image1300.png"/><Relationship Id="rId14" Type="http://schemas.openxmlformats.org/officeDocument/2006/relationships/image" Target="../media/image421.png"/></Relationships>
</file>

<file path=ppt/slides/_rels/slide74.xml.rels><?xml version="1.0" encoding="UTF-8" standalone="yes"?>
<Relationships xmlns="http://schemas.openxmlformats.org/package/2006/relationships"><Relationship Id="rId3" Type="http://schemas.openxmlformats.org/officeDocument/2006/relationships/image" Target="../media/image450.png"/><Relationship Id="rId7" Type="http://schemas.openxmlformats.org/officeDocument/2006/relationships/image" Target="../media/image430.png"/><Relationship Id="rId2" Type="http://schemas.openxmlformats.org/officeDocument/2006/relationships/image" Target="../media/image441.png"/><Relationship Id="rId1" Type="http://schemas.openxmlformats.org/officeDocument/2006/relationships/slideLayout" Target="../slideLayouts/slideLayout7.xml"/><Relationship Id="rId6" Type="http://schemas.openxmlformats.org/officeDocument/2006/relationships/image" Target="../media/image481.png"/><Relationship Id="rId5" Type="http://schemas.openxmlformats.org/officeDocument/2006/relationships/image" Target="../media/image470.png"/><Relationship Id="rId4" Type="http://schemas.openxmlformats.org/officeDocument/2006/relationships/image" Target="../media/image461.png"/></Relationships>
</file>

<file path=ppt/slides/_rels/slide75.xml.rels><?xml version="1.0" encoding="UTF-8" standalone="yes"?>
<Relationships xmlns="http://schemas.openxmlformats.org/package/2006/relationships"><Relationship Id="rId8" Type="http://schemas.openxmlformats.org/officeDocument/2006/relationships/image" Target="../media/image1410.png"/><Relationship Id="rId3" Type="http://schemas.openxmlformats.org/officeDocument/2006/relationships/image" Target="../media/image811.png"/><Relationship Id="rId2" Type="http://schemas.openxmlformats.org/officeDocument/2006/relationships/image" Target="../media/image1710.png"/><Relationship Id="rId1" Type="http://schemas.openxmlformats.org/officeDocument/2006/relationships/slideLayout" Target="../slideLayouts/slideLayout7.xml"/><Relationship Id="rId6" Type="http://schemas.openxmlformats.org/officeDocument/2006/relationships/image" Target="../media/image1211.png"/><Relationship Id="rId5" Type="http://schemas.openxmlformats.org/officeDocument/2006/relationships/image" Target="../media/image1111.png"/><Relationship Id="rId10" Type="http://schemas.openxmlformats.org/officeDocument/2006/relationships/image" Target="../media/image200.png"/><Relationship Id="rId4" Type="http://schemas.openxmlformats.org/officeDocument/2006/relationships/image" Target="../media/image1012.png"/><Relationship Id="rId9" Type="http://schemas.openxmlformats.org/officeDocument/2006/relationships/image" Target="../media/image190.png"/></Relationships>
</file>

<file path=ppt/slides/_rels/slide76.xml.rels><?xml version="1.0" encoding="UTF-8" standalone="yes"?>
<Relationships xmlns="http://schemas.openxmlformats.org/package/2006/relationships"><Relationship Id="rId8" Type="http://schemas.openxmlformats.org/officeDocument/2006/relationships/image" Target="../media/image1410.png"/><Relationship Id="rId3" Type="http://schemas.openxmlformats.org/officeDocument/2006/relationships/image" Target="../media/image811.png"/><Relationship Id="rId7" Type="http://schemas.openxmlformats.org/officeDocument/2006/relationships/image" Target="../media/image1312.png"/><Relationship Id="rId2" Type="http://schemas.openxmlformats.org/officeDocument/2006/relationships/image" Target="../media/image211.png"/><Relationship Id="rId1" Type="http://schemas.openxmlformats.org/officeDocument/2006/relationships/slideLayout" Target="../slideLayouts/slideLayout7.xml"/><Relationship Id="rId6" Type="http://schemas.openxmlformats.org/officeDocument/2006/relationships/image" Target="../media/image1211.png"/><Relationship Id="rId5" Type="http://schemas.openxmlformats.org/officeDocument/2006/relationships/image" Target="../media/image1111.png"/><Relationship Id="rId10" Type="http://schemas.openxmlformats.org/officeDocument/2006/relationships/image" Target="../media/image1610.png"/><Relationship Id="rId4" Type="http://schemas.openxmlformats.org/officeDocument/2006/relationships/image" Target="../media/image1012.png"/><Relationship Id="rId9" Type="http://schemas.openxmlformats.org/officeDocument/2006/relationships/image" Target="../media/image1510.png"/></Relationships>
</file>

<file path=ppt/slides/_rels/slide77.xml.rels><?xml version="1.0" encoding="UTF-8" standalone="yes"?>
<Relationships xmlns="http://schemas.openxmlformats.org/package/2006/relationships"><Relationship Id="rId8" Type="http://schemas.openxmlformats.org/officeDocument/2006/relationships/image" Target="../media/image852.png"/><Relationship Id="rId3" Type="http://schemas.openxmlformats.org/officeDocument/2006/relationships/image" Target="../media/image801.png"/><Relationship Id="rId7" Type="http://schemas.openxmlformats.org/officeDocument/2006/relationships/image" Target="../media/image841.png"/><Relationship Id="rId12" Type="http://schemas.openxmlformats.org/officeDocument/2006/relationships/image" Target="../media/image2140.png"/><Relationship Id="rId2" Type="http://schemas.openxmlformats.org/officeDocument/2006/relationships/image" Target="../media/image2201.png"/><Relationship Id="rId1" Type="http://schemas.openxmlformats.org/officeDocument/2006/relationships/slideLayout" Target="../slideLayouts/slideLayout7.xml"/><Relationship Id="rId6" Type="http://schemas.openxmlformats.org/officeDocument/2006/relationships/image" Target="../media/image832.png"/><Relationship Id="rId11" Type="http://schemas.openxmlformats.org/officeDocument/2006/relationships/image" Target="../media/image202.png"/><Relationship Id="rId5" Type="http://schemas.openxmlformats.org/officeDocument/2006/relationships/image" Target="../media/image822.png"/><Relationship Id="rId10" Type="http://schemas.openxmlformats.org/officeDocument/2006/relationships/image" Target="../media/image225.png"/><Relationship Id="rId4" Type="http://schemas.openxmlformats.org/officeDocument/2006/relationships/image" Target="../media/image814.png"/><Relationship Id="rId9" Type="http://schemas.openxmlformats.org/officeDocument/2006/relationships/image" Target="../media/image861.png"/></Relationships>
</file>

<file path=ppt/slides/_rels/slide78.xml.rels><?xml version="1.0" encoding="UTF-8" standalone="yes"?>
<Relationships xmlns="http://schemas.openxmlformats.org/package/2006/relationships"><Relationship Id="rId2" Type="http://schemas.openxmlformats.org/officeDocument/2006/relationships/image" Target="../media/image291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hyperlink" Target="https://assumptionsofphysics.org/book/AssumptionsOfPhysicsV3.0.pdf#section.1.1.9" TargetMode="Externa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72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891.png"/><Relationship Id="rId3" Type="http://schemas.openxmlformats.org/officeDocument/2006/relationships/image" Target="../media/image771.png"/><Relationship Id="rId7" Type="http://schemas.openxmlformats.org/officeDocument/2006/relationships/image" Target="../media/image882.png"/><Relationship Id="rId2" Type="http://schemas.openxmlformats.org/officeDocument/2006/relationships/image" Target="../media/image720.png"/><Relationship Id="rId1" Type="http://schemas.openxmlformats.org/officeDocument/2006/relationships/slideLayout" Target="../slideLayouts/slideLayout7.xml"/><Relationship Id="rId6" Type="http://schemas.openxmlformats.org/officeDocument/2006/relationships/image" Target="../media/image871.png"/><Relationship Id="rId11" Type="http://schemas.openxmlformats.org/officeDocument/2006/relationships/image" Target="../media/image920.png"/><Relationship Id="rId5" Type="http://schemas.openxmlformats.org/officeDocument/2006/relationships/image" Target="../media/image792.png"/><Relationship Id="rId10" Type="http://schemas.openxmlformats.org/officeDocument/2006/relationships/image" Target="../media/image911.png"/><Relationship Id="rId4" Type="http://schemas.openxmlformats.org/officeDocument/2006/relationships/image" Target="../media/image782.png"/><Relationship Id="rId9" Type="http://schemas.openxmlformats.org/officeDocument/2006/relationships/image" Target="../media/image1611.png"/></Relationships>
</file>

<file path=ppt/slides/_rels/slide82.xml.rels><?xml version="1.0" encoding="UTF-8" standalone="yes"?>
<Relationships xmlns="http://schemas.openxmlformats.org/package/2006/relationships"><Relationship Id="rId18" Type="http://schemas.openxmlformats.org/officeDocument/2006/relationships/image" Target="../media/image530.png"/><Relationship Id="rId26" Type="http://schemas.openxmlformats.org/officeDocument/2006/relationships/image" Target="../media/image176.png"/><Relationship Id="rId3" Type="http://schemas.openxmlformats.org/officeDocument/2006/relationships/image" Target="../media/image941.png"/><Relationship Id="rId21" Type="http://schemas.openxmlformats.org/officeDocument/2006/relationships/image" Target="../media/image560.png"/><Relationship Id="rId17" Type="http://schemas.openxmlformats.org/officeDocument/2006/relationships/image" Target="../media/image520.png"/><Relationship Id="rId25" Type="http://schemas.openxmlformats.org/officeDocument/2006/relationships/image" Target="../media/image981.png"/><Relationship Id="rId2" Type="http://schemas.openxmlformats.org/officeDocument/2006/relationships/image" Target="../media/image930.png"/><Relationship Id="rId20" Type="http://schemas.openxmlformats.org/officeDocument/2006/relationships/image" Target="../media/image550.png"/><Relationship Id="rId1" Type="http://schemas.openxmlformats.org/officeDocument/2006/relationships/slideLayout" Target="../slideLayouts/slideLayout2.xml"/><Relationship Id="rId24" Type="http://schemas.openxmlformats.org/officeDocument/2006/relationships/image" Target="../media/image971.png"/><Relationship Id="rId5" Type="http://schemas.openxmlformats.org/officeDocument/2006/relationships/image" Target="../media/image962.png"/><Relationship Id="rId23" Type="http://schemas.openxmlformats.org/officeDocument/2006/relationships/image" Target="../media/image961.png"/><Relationship Id="rId19" Type="http://schemas.openxmlformats.org/officeDocument/2006/relationships/image" Target="../media/image540.png"/><Relationship Id="rId4" Type="http://schemas.openxmlformats.org/officeDocument/2006/relationships/image" Target="../media/image951.png"/><Relationship Id="rId22" Type="http://schemas.openxmlformats.org/officeDocument/2006/relationships/image" Target="../media/image570.png"/></Relationships>
</file>

<file path=ppt/slides/_rels/slide83.xml.rels><?xml version="1.0" encoding="UTF-8" standalone="yes"?>
<Relationships xmlns="http://schemas.openxmlformats.org/package/2006/relationships"><Relationship Id="rId8" Type="http://schemas.openxmlformats.org/officeDocument/2006/relationships/image" Target="../media/image990.png"/><Relationship Id="rId3" Type="http://schemas.openxmlformats.org/officeDocument/2006/relationships/image" Target="../media/image940.png"/><Relationship Id="rId7" Type="http://schemas.openxmlformats.org/officeDocument/2006/relationships/image" Target="../media/image980.png"/><Relationship Id="rId2" Type="http://schemas.openxmlformats.org/officeDocument/2006/relationships/image" Target="../media/image1002.png"/><Relationship Id="rId1" Type="http://schemas.openxmlformats.org/officeDocument/2006/relationships/slideLayout" Target="../slideLayouts/slideLayout7.xml"/><Relationship Id="rId6" Type="http://schemas.openxmlformats.org/officeDocument/2006/relationships/image" Target="../media/image970.png"/><Relationship Id="rId5" Type="http://schemas.openxmlformats.org/officeDocument/2006/relationships/image" Target="../media/image960.png"/><Relationship Id="rId4" Type="http://schemas.openxmlformats.org/officeDocument/2006/relationships/image" Target="../media/image950.png"/><Relationship Id="rId9" Type="http://schemas.openxmlformats.org/officeDocument/2006/relationships/image" Target="../media/image1013.png"/></Relationships>
</file>

<file path=ppt/slides/_rels/slide84.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1011.png"/><Relationship Id="rId7" Type="http://schemas.openxmlformats.org/officeDocument/2006/relationships/image" Target="../media/image105.png"/><Relationship Id="rId2" Type="http://schemas.openxmlformats.org/officeDocument/2006/relationships/image" Target="../media/image1000.png"/><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0.png"/><Relationship Id="rId9" Type="http://schemas.openxmlformats.org/officeDocument/2006/relationships/image" Target="../media/image107.png"/></Relationships>
</file>

<file path=ppt/slides/_rels/slide85.xml.rels><?xml version="1.0" encoding="UTF-8" standalone="yes"?>
<Relationships xmlns="http://schemas.openxmlformats.org/package/2006/relationships"><Relationship Id="rId8" Type="http://schemas.openxmlformats.org/officeDocument/2006/relationships/image" Target="../media/image238.png"/><Relationship Id="rId7" Type="http://schemas.openxmlformats.org/officeDocument/2006/relationships/image" Target="../media/image237.png"/><Relationship Id="rId1" Type="http://schemas.openxmlformats.org/officeDocument/2006/relationships/slideLayout" Target="../slideLayouts/slideLayout7.xml"/><Relationship Id="rId6" Type="http://schemas.openxmlformats.org/officeDocument/2006/relationships/image" Target="../media/image360.png"/><Relationship Id="rId5" Type="http://schemas.openxmlformats.org/officeDocument/2006/relationships/image" Target="../media/image350.png"/><Relationship Id="rId10" Type="http://schemas.openxmlformats.org/officeDocument/2006/relationships/image" Target="../media/image1090.png"/><Relationship Id="rId4" Type="http://schemas.openxmlformats.org/officeDocument/2006/relationships/image" Target="../media/image340.png"/><Relationship Id="rId9" Type="http://schemas.openxmlformats.org/officeDocument/2006/relationships/image" Target="../media/image168.png"/></Relationships>
</file>

<file path=ppt/slides/_rels/slide86.xml.rels><?xml version="1.0" encoding="UTF-8" standalone="yes"?>
<Relationships xmlns="http://schemas.openxmlformats.org/package/2006/relationships"><Relationship Id="rId3" Type="http://schemas.openxmlformats.org/officeDocument/2006/relationships/image" Target="../media/image1320.png"/><Relationship Id="rId7" Type="http://schemas.openxmlformats.org/officeDocument/2006/relationships/image" Target="../media/image401.png"/><Relationship Id="rId1" Type="http://schemas.openxmlformats.org/officeDocument/2006/relationships/slideLayout" Target="../slideLayouts/slideLayout7.xml"/><Relationship Id="rId6" Type="http://schemas.openxmlformats.org/officeDocument/2006/relationships/image" Target="../media/image1350.png"/><Relationship Id="rId5" Type="http://schemas.openxmlformats.org/officeDocument/2006/relationships/image" Target="../media/image1340.png"/><Relationship Id="rId4" Type="http://schemas.openxmlformats.org/officeDocument/2006/relationships/image" Target="../media/image1330.png"/></Relationships>
</file>

<file path=ppt/slides/_rels/slide87.xml.rels><?xml version="1.0" encoding="UTF-8" standalone="yes"?>
<Relationships xmlns="http://schemas.openxmlformats.org/package/2006/relationships"><Relationship Id="rId8" Type="http://schemas.openxmlformats.org/officeDocument/2006/relationships/image" Target="../media/image1450.png"/><Relationship Id="rId3" Type="http://schemas.openxmlformats.org/officeDocument/2006/relationships/image" Target="../media/image1390.png"/><Relationship Id="rId7" Type="http://schemas.openxmlformats.org/officeDocument/2006/relationships/image" Target="../media/image1440.png"/><Relationship Id="rId2" Type="http://schemas.openxmlformats.org/officeDocument/2006/relationships/image" Target="../media/image1380.png"/><Relationship Id="rId1" Type="http://schemas.openxmlformats.org/officeDocument/2006/relationships/slideLayout" Target="../slideLayouts/slideLayout7.xml"/><Relationship Id="rId6" Type="http://schemas.openxmlformats.org/officeDocument/2006/relationships/image" Target="../media/image1430.png"/><Relationship Id="rId5" Type="http://schemas.openxmlformats.org/officeDocument/2006/relationships/image" Target="../media/image1420.png"/><Relationship Id="rId10" Type="http://schemas.openxmlformats.org/officeDocument/2006/relationships/image" Target="../media/image482.png"/><Relationship Id="rId4" Type="http://schemas.openxmlformats.org/officeDocument/2006/relationships/image" Target="../media/image1411.png"/><Relationship Id="rId9" Type="http://schemas.openxmlformats.org/officeDocument/2006/relationships/image" Target="../media/image1460.png"/></Relationships>
</file>

<file path=ppt/slides/_rels/slide88.xml.rels><?xml version="1.0" encoding="UTF-8" standalone="yes"?>
<Relationships xmlns="http://schemas.openxmlformats.org/package/2006/relationships"><Relationship Id="rId8" Type="http://schemas.openxmlformats.org/officeDocument/2006/relationships/image" Target="../media/image1301.png"/><Relationship Id="rId13" Type="http://schemas.openxmlformats.org/officeDocument/2006/relationships/image" Target="../media/image1331.png"/><Relationship Id="rId3" Type="http://schemas.openxmlformats.org/officeDocument/2006/relationships/image" Target="../media/image1250.png"/><Relationship Id="rId7" Type="http://schemas.openxmlformats.org/officeDocument/2006/relationships/image" Target="../media/image1290.png"/><Relationship Id="rId12" Type="http://schemas.openxmlformats.org/officeDocument/2006/relationships/image" Target="../media/image1180.png"/><Relationship Id="rId2" Type="http://schemas.openxmlformats.org/officeDocument/2006/relationships/image" Target="../media/image1401.png"/><Relationship Id="rId1" Type="http://schemas.openxmlformats.org/officeDocument/2006/relationships/slideLayout" Target="../slideLayouts/slideLayout7.xml"/><Relationship Id="rId6" Type="http://schemas.openxmlformats.org/officeDocument/2006/relationships/image" Target="../media/image1280.png"/><Relationship Id="rId11" Type="http://schemas.openxmlformats.org/officeDocument/2006/relationships/image" Target="../media/image1170.png"/><Relationship Id="rId5" Type="http://schemas.openxmlformats.org/officeDocument/2006/relationships/image" Target="../media/image1271.png"/><Relationship Id="rId15" Type="http://schemas.openxmlformats.org/officeDocument/2006/relationships/image" Target="../media/image170.png"/><Relationship Id="rId10" Type="http://schemas.openxmlformats.org/officeDocument/2006/relationships/image" Target="../media/image380.png"/><Relationship Id="rId4" Type="http://schemas.openxmlformats.org/officeDocument/2006/relationships/image" Target="../media/image1260.png"/><Relationship Id="rId9" Type="http://schemas.openxmlformats.org/officeDocument/2006/relationships/image" Target="../media/image3700.png"/><Relationship Id="rId14" Type="http://schemas.openxmlformats.org/officeDocument/2006/relationships/image" Target="../media/image480.png"/></Relationships>
</file>

<file path=ppt/slides/_rels/slide89.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image" Target="../media/image460.png"/><Relationship Id="rId1" Type="http://schemas.openxmlformats.org/officeDocument/2006/relationships/slideLayout" Target="../slideLayouts/slideLayout7.xml"/><Relationship Id="rId4" Type="http://schemas.openxmlformats.org/officeDocument/2006/relationships/image" Target="../media/image17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171.png"/><Relationship Id="rId7" Type="http://schemas.openxmlformats.org/officeDocument/2006/relationships/image" Target="../media/image294.png"/><Relationship Id="rId2" Type="http://schemas.openxmlformats.org/officeDocument/2006/relationships/image" Target="../media/image963.png"/><Relationship Id="rId1" Type="http://schemas.openxmlformats.org/officeDocument/2006/relationships/slideLayout" Target="../slideLayouts/slideLayout6.xml"/><Relationship Id="rId6" Type="http://schemas.openxmlformats.org/officeDocument/2006/relationships/image" Target="../media/image283.png"/><Relationship Id="rId5" Type="http://schemas.openxmlformats.org/officeDocument/2006/relationships/image" Target="../media/image271.png"/><Relationship Id="rId10" Type="http://schemas.openxmlformats.org/officeDocument/2006/relationships/image" Target="../media/image600.png"/><Relationship Id="rId4" Type="http://schemas.openxmlformats.org/officeDocument/2006/relationships/image" Target="../media/image263.png"/><Relationship Id="rId9" Type="http://schemas.openxmlformats.org/officeDocument/2006/relationships/image" Target="../media/image311.png"/></Relationships>
</file>

<file path=ppt/slides/_rels/slide92.xml.rels><?xml version="1.0" encoding="UTF-8" standalone="yes"?>
<Relationships xmlns="http://schemas.openxmlformats.org/package/2006/relationships"><Relationship Id="rId3" Type="http://schemas.openxmlformats.org/officeDocument/2006/relationships/image" Target="../media/image823.png"/><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823.png"/><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823.png"/><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823.png"/><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833.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222.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73.jpg"/><Relationship Id="rId2" Type="http://schemas.openxmlformats.org/officeDocument/2006/relationships/image" Target="../media/image172.jp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96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AB966BA-E88F-9DF9-B52F-C052D3944FD2}"/>
              </a:ext>
            </a:extLst>
          </p:cNvPr>
          <p:cNvSpPr>
            <a:spLocks noGrp="1"/>
          </p:cNvSpPr>
          <p:nvPr>
            <p:ph type="subTitle" idx="1"/>
          </p:nvPr>
        </p:nvSpPr>
        <p:spPr>
          <a:xfrm>
            <a:off x="1524000" y="4303609"/>
            <a:ext cx="9144000" cy="2203991"/>
          </a:xfrm>
        </p:spPr>
        <p:txBody>
          <a:bodyPr>
            <a:normAutofit fontScale="92500" lnSpcReduction="20000"/>
          </a:bodyPr>
          <a:lstStyle/>
          <a:p>
            <a:r>
              <a:rPr lang="en-US" sz="2400" dirty="0"/>
              <a:t>Christine A. Aidala</a:t>
            </a:r>
          </a:p>
          <a:p>
            <a:r>
              <a:rPr lang="en-US" dirty="0"/>
              <a:t>Physics Department</a:t>
            </a:r>
            <a:br>
              <a:rPr lang="en-US" dirty="0"/>
            </a:br>
            <a:r>
              <a:rPr lang="en-US" dirty="0"/>
              <a:t>University of Michigan</a:t>
            </a:r>
          </a:p>
          <a:p>
            <a:endParaRPr lang="en-US" dirty="0"/>
          </a:p>
          <a:p>
            <a:r>
              <a:rPr lang="en-US" dirty="0"/>
              <a:t>Physics Department Colloquium</a:t>
            </a:r>
          </a:p>
          <a:p>
            <a:r>
              <a:rPr lang="en-US" dirty="0"/>
              <a:t>Duke University</a:t>
            </a:r>
          </a:p>
          <a:p>
            <a:endParaRPr lang="en-US" dirty="0"/>
          </a:p>
        </p:txBody>
      </p:sp>
      <p:pic>
        <p:nvPicPr>
          <p:cNvPr id="9" name="Picture 8">
            <a:extLst>
              <a:ext uri="{FF2B5EF4-FFF2-40B4-BE49-F238E27FC236}">
                <a16:creationId xmlns:a16="http://schemas.microsoft.com/office/drawing/2014/main" id="{27DA8297-35B9-5FEA-640F-38C0EA9E4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 y="4491460"/>
            <a:ext cx="1891314" cy="2016141"/>
          </a:xfrm>
          <a:prstGeom prst="rect">
            <a:avLst/>
          </a:prstGeom>
        </p:spPr>
      </p:pic>
      <p:pic>
        <p:nvPicPr>
          <p:cNvPr id="4" name="Picture 3">
            <a:extLst>
              <a:ext uri="{FF2B5EF4-FFF2-40B4-BE49-F238E27FC236}">
                <a16:creationId xmlns:a16="http://schemas.microsoft.com/office/drawing/2014/main" id="{E413BA43-F306-19D8-7A6E-AEAEFC0ED9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829" y="350399"/>
            <a:ext cx="7732343" cy="2859869"/>
          </a:xfrm>
          <a:prstGeom prst="rect">
            <a:avLst/>
          </a:prstGeom>
        </p:spPr>
      </p:pic>
      <p:sp>
        <p:nvSpPr>
          <p:cNvPr id="5" name="Title 1">
            <a:extLst>
              <a:ext uri="{FF2B5EF4-FFF2-40B4-BE49-F238E27FC236}">
                <a16:creationId xmlns:a16="http://schemas.microsoft.com/office/drawing/2014/main" id="{63D70913-51AA-A682-920E-37F576D46F53}"/>
              </a:ext>
            </a:extLst>
          </p:cNvPr>
          <p:cNvSpPr txBox="1">
            <a:spLocks/>
          </p:cNvSpPr>
          <p:nvPr/>
        </p:nvSpPr>
        <p:spPr>
          <a:xfrm>
            <a:off x="2099866" y="1388895"/>
            <a:ext cx="9144000"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sz="4800" i="1" dirty="0"/>
            </a:br>
            <a:br>
              <a:rPr lang="en-US" sz="4800" i="1" dirty="0"/>
            </a:br>
            <a:r>
              <a:rPr lang="en-US" sz="4800" i="1" dirty="0"/>
              <a:t>From Laws to Physical Assumptions</a:t>
            </a:r>
          </a:p>
        </p:txBody>
      </p:sp>
    </p:spTree>
    <p:extLst>
      <p:ext uri="{BB962C8B-B14F-4D97-AF65-F5344CB8AC3E}">
        <p14:creationId xmlns:p14="http://schemas.microsoft.com/office/powerpoint/2010/main" val="3259907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CDC4-B9B9-B91F-9080-C1E0DE58DAEF}"/>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49DEB843-C6EB-5F54-D5FA-67BF69D6237D}"/>
              </a:ext>
            </a:extLst>
          </p:cNvPr>
          <p:cNvGrpSpPr/>
          <p:nvPr/>
        </p:nvGrpSpPr>
        <p:grpSpPr>
          <a:xfrm>
            <a:off x="1253268" y="1478637"/>
            <a:ext cx="5329477" cy="4258323"/>
            <a:chOff x="6381363" y="1621601"/>
            <a:chExt cx="5537623" cy="4424634"/>
          </a:xfrm>
        </p:grpSpPr>
        <p:sp>
          <p:nvSpPr>
            <p:cNvPr id="6" name="Rectangle 5">
              <a:extLst>
                <a:ext uri="{FF2B5EF4-FFF2-40B4-BE49-F238E27FC236}">
                  <a16:creationId xmlns:a16="http://schemas.microsoft.com/office/drawing/2014/main" id="{73290A96-4AC2-3B03-8D13-B9C0A97A4ED1}"/>
                </a:ext>
              </a:extLst>
            </p:cNvPr>
            <p:cNvSpPr/>
            <p:nvPr/>
          </p:nvSpPr>
          <p:spPr>
            <a:xfrm>
              <a:off x="7535247" y="5514390"/>
              <a:ext cx="3006017"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Theory of Everything</a:t>
              </a:r>
            </a:p>
          </p:txBody>
        </p:sp>
        <p:sp>
          <p:nvSpPr>
            <p:cNvPr id="7" name="Rectangle 6">
              <a:extLst>
                <a:ext uri="{FF2B5EF4-FFF2-40B4-BE49-F238E27FC236}">
                  <a16:creationId xmlns:a16="http://schemas.microsoft.com/office/drawing/2014/main" id="{1F347899-42C6-763B-B355-4B658C3C09A7}"/>
                </a:ext>
              </a:extLst>
            </p:cNvPr>
            <p:cNvSpPr/>
            <p:nvPr/>
          </p:nvSpPr>
          <p:spPr>
            <a:xfrm>
              <a:off x="6381363" y="4544880"/>
              <a:ext cx="2053510"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General Relativity</a:t>
              </a:r>
            </a:p>
          </p:txBody>
        </p:sp>
        <p:sp>
          <p:nvSpPr>
            <p:cNvPr id="8" name="Rectangle 7">
              <a:extLst>
                <a:ext uri="{FF2B5EF4-FFF2-40B4-BE49-F238E27FC236}">
                  <a16:creationId xmlns:a16="http://schemas.microsoft.com/office/drawing/2014/main" id="{CA0D99E3-EBFC-8CFD-584D-9A9251401D7B}"/>
                </a:ext>
              </a:extLst>
            </p:cNvPr>
            <p:cNvSpPr/>
            <p:nvPr/>
          </p:nvSpPr>
          <p:spPr>
            <a:xfrm>
              <a:off x="9240421" y="4546864"/>
              <a:ext cx="2404890"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Grand Unified Theory</a:t>
              </a:r>
            </a:p>
          </p:txBody>
        </p:sp>
        <p:sp>
          <p:nvSpPr>
            <p:cNvPr id="9" name="Rectangle 8">
              <a:extLst>
                <a:ext uri="{FF2B5EF4-FFF2-40B4-BE49-F238E27FC236}">
                  <a16:creationId xmlns:a16="http://schemas.microsoft.com/office/drawing/2014/main" id="{8CE9E36C-8875-908C-362E-01AA351B538C}"/>
                </a:ext>
              </a:extLst>
            </p:cNvPr>
            <p:cNvSpPr/>
            <p:nvPr/>
          </p:nvSpPr>
          <p:spPr>
            <a:xfrm>
              <a:off x="10204511" y="3572691"/>
              <a:ext cx="1642258"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Electro-weak</a:t>
              </a:r>
            </a:p>
          </p:txBody>
        </p:sp>
        <p:sp>
          <p:nvSpPr>
            <p:cNvPr id="10" name="Rectangle 9">
              <a:extLst>
                <a:ext uri="{FF2B5EF4-FFF2-40B4-BE49-F238E27FC236}">
                  <a16:creationId xmlns:a16="http://schemas.microsoft.com/office/drawing/2014/main" id="{BB6A11A3-1D42-BABE-EF51-FCC0D9F75783}"/>
                </a:ext>
              </a:extLst>
            </p:cNvPr>
            <p:cNvSpPr/>
            <p:nvPr/>
          </p:nvSpPr>
          <p:spPr>
            <a:xfrm>
              <a:off x="6964528" y="3572690"/>
              <a:ext cx="2902597"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QCD – Strong Interactions</a:t>
              </a:r>
            </a:p>
          </p:txBody>
        </p:sp>
        <p:sp>
          <p:nvSpPr>
            <p:cNvPr id="11" name="Rectangle 10">
              <a:extLst>
                <a:ext uri="{FF2B5EF4-FFF2-40B4-BE49-F238E27FC236}">
                  <a16:creationId xmlns:a16="http://schemas.microsoft.com/office/drawing/2014/main" id="{08CA4829-F152-E97E-B55A-C4DEDA4791DC}"/>
                </a:ext>
              </a:extLst>
            </p:cNvPr>
            <p:cNvSpPr/>
            <p:nvPr/>
          </p:nvSpPr>
          <p:spPr>
            <a:xfrm>
              <a:off x="9355401" y="2598518"/>
              <a:ext cx="2563585"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QED -Electromagnetism</a:t>
              </a:r>
            </a:p>
          </p:txBody>
        </p:sp>
        <p:sp>
          <p:nvSpPr>
            <p:cNvPr id="12" name="Rectangle 11">
              <a:extLst>
                <a:ext uri="{FF2B5EF4-FFF2-40B4-BE49-F238E27FC236}">
                  <a16:creationId xmlns:a16="http://schemas.microsoft.com/office/drawing/2014/main" id="{07E579F3-6BBD-3A27-1741-6F62AE6E54B1}"/>
                </a:ext>
              </a:extLst>
            </p:cNvPr>
            <p:cNvSpPr/>
            <p:nvPr/>
          </p:nvSpPr>
          <p:spPr>
            <a:xfrm>
              <a:off x="6964528" y="2598518"/>
              <a:ext cx="2052735"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Weak interactions</a:t>
              </a:r>
            </a:p>
          </p:txBody>
        </p:sp>
        <p:sp>
          <p:nvSpPr>
            <p:cNvPr id="13" name="Rectangle 12">
              <a:extLst>
                <a:ext uri="{FF2B5EF4-FFF2-40B4-BE49-F238E27FC236}">
                  <a16:creationId xmlns:a16="http://schemas.microsoft.com/office/drawing/2014/main" id="{4960713D-5AF1-935D-F38E-41D480A970FB}"/>
                </a:ext>
              </a:extLst>
            </p:cNvPr>
            <p:cNvSpPr/>
            <p:nvPr/>
          </p:nvSpPr>
          <p:spPr>
            <a:xfrm>
              <a:off x="10204511" y="1621601"/>
              <a:ext cx="1660239" cy="53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t>
              </a:r>
            </a:p>
          </p:txBody>
        </p:sp>
        <p:cxnSp>
          <p:nvCxnSpPr>
            <p:cNvPr id="14" name="Connector: Elbow 13">
              <a:extLst>
                <a:ext uri="{FF2B5EF4-FFF2-40B4-BE49-F238E27FC236}">
                  <a16:creationId xmlns:a16="http://schemas.microsoft.com/office/drawing/2014/main" id="{2F87C7B2-0334-006B-0F51-3A7BE2536853}"/>
                </a:ext>
              </a:extLst>
            </p:cNvPr>
            <p:cNvCxnSpPr>
              <a:stCxn id="6" idx="0"/>
              <a:endCxn id="7" idx="2"/>
            </p:cNvCxnSpPr>
            <p:nvPr/>
          </p:nvCxnSpPr>
          <p:spPr>
            <a:xfrm rot="16200000" flipV="1">
              <a:off x="8004355" y="4480489"/>
              <a:ext cx="437665" cy="16301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96327121-E06F-2F17-FA57-FCD62E8266ED}"/>
                </a:ext>
              </a:extLst>
            </p:cNvPr>
            <p:cNvCxnSpPr>
              <a:stCxn id="6" idx="0"/>
              <a:endCxn id="8" idx="2"/>
            </p:cNvCxnSpPr>
            <p:nvPr/>
          </p:nvCxnSpPr>
          <p:spPr>
            <a:xfrm rot="5400000" flipH="1" flipV="1">
              <a:off x="9522721" y="4594245"/>
              <a:ext cx="435681" cy="14046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A576A14E-1919-7640-DB92-0FEA2B07C3FB}"/>
                </a:ext>
              </a:extLst>
            </p:cNvPr>
            <p:cNvCxnSpPr>
              <a:stCxn id="8" idx="0"/>
              <a:endCxn id="9" idx="2"/>
            </p:cNvCxnSpPr>
            <p:nvPr/>
          </p:nvCxnSpPr>
          <p:spPr>
            <a:xfrm rot="5400000" flipH="1" flipV="1">
              <a:off x="10513089" y="4034313"/>
              <a:ext cx="442328" cy="5827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53EAE37F-7CAA-3CE5-020A-744114B96D03}"/>
                </a:ext>
              </a:extLst>
            </p:cNvPr>
            <p:cNvCxnSpPr>
              <a:stCxn id="8" idx="0"/>
              <a:endCxn id="10" idx="2"/>
            </p:cNvCxnSpPr>
            <p:nvPr/>
          </p:nvCxnSpPr>
          <p:spPr>
            <a:xfrm rot="16200000" flipV="1">
              <a:off x="9208183" y="3312180"/>
              <a:ext cx="442329" cy="202703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7513E7FC-2A20-66EC-D52A-D43003BE0BB6}"/>
                </a:ext>
              </a:extLst>
            </p:cNvPr>
            <p:cNvCxnSpPr>
              <a:cxnSpLocks/>
              <a:stCxn id="9" idx="0"/>
              <a:endCxn id="11" idx="2"/>
            </p:cNvCxnSpPr>
            <p:nvPr/>
          </p:nvCxnSpPr>
          <p:spPr>
            <a:xfrm rot="16200000" flipV="1">
              <a:off x="10610253" y="3157304"/>
              <a:ext cx="442328" cy="38844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8565B818-F95F-3FB3-A027-A89276E6742A}"/>
                </a:ext>
              </a:extLst>
            </p:cNvPr>
            <p:cNvCxnSpPr>
              <a:stCxn id="9" idx="0"/>
              <a:endCxn id="12" idx="2"/>
            </p:cNvCxnSpPr>
            <p:nvPr/>
          </p:nvCxnSpPr>
          <p:spPr>
            <a:xfrm rot="16200000" flipV="1">
              <a:off x="9287104" y="1834155"/>
              <a:ext cx="442328" cy="30347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3D117304-AC1A-FEFC-39A9-ACE7A56B1EE2}"/>
                </a:ext>
              </a:extLst>
            </p:cNvPr>
            <p:cNvCxnSpPr>
              <a:stCxn id="11" idx="0"/>
              <a:endCxn id="13" idx="2"/>
            </p:cNvCxnSpPr>
            <p:nvPr/>
          </p:nvCxnSpPr>
          <p:spPr>
            <a:xfrm rot="5400000" flipH="1" flipV="1">
              <a:off x="10613376" y="2177264"/>
              <a:ext cx="445072" cy="3974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646C64D1-BB3B-09D6-56ED-060A6FF51318}"/>
              </a:ext>
            </a:extLst>
          </p:cNvPr>
          <p:cNvGrpSpPr/>
          <p:nvPr/>
        </p:nvGrpSpPr>
        <p:grpSpPr>
          <a:xfrm>
            <a:off x="516811" y="1307839"/>
            <a:ext cx="1472914" cy="2304478"/>
            <a:chOff x="6540761" y="1223020"/>
            <a:chExt cx="1155588" cy="1807998"/>
          </a:xfrm>
        </p:grpSpPr>
        <p:cxnSp>
          <p:nvCxnSpPr>
            <p:cNvPr id="28" name="Straight Arrow Connector 27">
              <a:extLst>
                <a:ext uri="{FF2B5EF4-FFF2-40B4-BE49-F238E27FC236}">
                  <a16:creationId xmlns:a16="http://schemas.microsoft.com/office/drawing/2014/main" id="{D6A3FD69-0DB7-C4D7-C14C-A1508785FE90}"/>
                </a:ext>
              </a:extLst>
            </p:cNvPr>
            <p:cNvCxnSpPr>
              <a:cxnSpLocks/>
            </p:cNvCxnSpPr>
            <p:nvPr/>
          </p:nvCxnSpPr>
          <p:spPr>
            <a:xfrm flipV="1">
              <a:off x="6540761" y="1231641"/>
              <a:ext cx="0" cy="1799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72EFC58-C5F3-FC64-F014-B08BB040E8BF}"/>
                </a:ext>
              </a:extLst>
            </p:cNvPr>
            <p:cNvSpPr txBox="1"/>
            <p:nvPr/>
          </p:nvSpPr>
          <p:spPr>
            <a:xfrm>
              <a:off x="6600433" y="1223020"/>
              <a:ext cx="1095916" cy="265616"/>
            </a:xfrm>
            <a:prstGeom prst="rect">
              <a:avLst/>
            </a:prstGeom>
            <a:noFill/>
          </p:spPr>
          <p:txBody>
            <a:bodyPr wrap="none" rtlCol="0">
              <a:spAutoFit/>
            </a:bodyPr>
            <a:lstStyle/>
            <a:p>
              <a:r>
                <a:rPr lang="en-US" sz="1600" dirty="0"/>
                <a:t>approximation</a:t>
              </a:r>
            </a:p>
          </p:txBody>
        </p:sp>
      </p:grpSp>
      <p:sp>
        <p:nvSpPr>
          <p:cNvPr id="32" name="TextBox 31">
            <a:extLst>
              <a:ext uri="{FF2B5EF4-FFF2-40B4-BE49-F238E27FC236}">
                <a16:creationId xmlns:a16="http://schemas.microsoft.com/office/drawing/2014/main" id="{DA8A7375-464E-0527-462F-01C636330AD8}"/>
              </a:ext>
            </a:extLst>
          </p:cNvPr>
          <p:cNvSpPr txBox="1"/>
          <p:nvPr/>
        </p:nvSpPr>
        <p:spPr>
          <a:xfrm>
            <a:off x="5492068" y="5225106"/>
            <a:ext cx="1459285" cy="230216"/>
          </a:xfrm>
          <a:prstGeom prst="rect">
            <a:avLst/>
          </a:prstGeom>
          <a:noFill/>
        </p:spPr>
        <p:txBody>
          <a:bodyPr wrap="none" rtlCol="0">
            <a:spAutoFit/>
          </a:bodyPr>
          <a:lstStyle/>
          <a:p>
            <a:r>
              <a:rPr lang="en-US" sz="1100" dirty="0"/>
              <a:t>Measurement problem</a:t>
            </a:r>
          </a:p>
        </p:txBody>
      </p:sp>
      <p:sp>
        <p:nvSpPr>
          <p:cNvPr id="33" name="TextBox 32">
            <a:extLst>
              <a:ext uri="{FF2B5EF4-FFF2-40B4-BE49-F238E27FC236}">
                <a16:creationId xmlns:a16="http://schemas.microsoft.com/office/drawing/2014/main" id="{FDEFB13C-A973-77D7-8867-37AF2C7AE1F9}"/>
              </a:ext>
            </a:extLst>
          </p:cNvPr>
          <p:cNvSpPr txBox="1"/>
          <p:nvPr/>
        </p:nvSpPr>
        <p:spPr>
          <a:xfrm>
            <a:off x="796329" y="5166525"/>
            <a:ext cx="1431436" cy="230216"/>
          </a:xfrm>
          <a:prstGeom prst="rect">
            <a:avLst/>
          </a:prstGeom>
          <a:noFill/>
        </p:spPr>
        <p:txBody>
          <a:bodyPr wrap="none" rtlCol="0">
            <a:spAutoFit/>
          </a:bodyPr>
          <a:lstStyle/>
          <a:p>
            <a:r>
              <a:rPr lang="en-US" sz="1100" dirty="0"/>
              <a:t>What “really” happens</a:t>
            </a:r>
          </a:p>
        </p:txBody>
      </p:sp>
      <p:sp>
        <p:nvSpPr>
          <p:cNvPr id="34" name="TextBox 33">
            <a:extLst>
              <a:ext uri="{FF2B5EF4-FFF2-40B4-BE49-F238E27FC236}">
                <a16:creationId xmlns:a16="http://schemas.microsoft.com/office/drawing/2014/main" id="{CF61847F-630E-225B-E9F5-B4B653D59FC3}"/>
              </a:ext>
            </a:extLst>
          </p:cNvPr>
          <p:cNvSpPr txBox="1"/>
          <p:nvPr/>
        </p:nvSpPr>
        <p:spPr>
          <a:xfrm>
            <a:off x="1181170" y="5834195"/>
            <a:ext cx="1518077" cy="230216"/>
          </a:xfrm>
          <a:prstGeom prst="rect">
            <a:avLst/>
          </a:prstGeom>
          <a:noFill/>
        </p:spPr>
        <p:txBody>
          <a:bodyPr wrap="none" rtlCol="0">
            <a:spAutoFit/>
          </a:bodyPr>
          <a:lstStyle/>
          <a:p>
            <a:r>
              <a:rPr lang="en-US" sz="1100" dirty="0"/>
              <a:t>Ontology of observables</a:t>
            </a:r>
          </a:p>
        </p:txBody>
      </p:sp>
      <p:sp>
        <p:nvSpPr>
          <p:cNvPr id="35" name="TextBox 34">
            <a:extLst>
              <a:ext uri="{FF2B5EF4-FFF2-40B4-BE49-F238E27FC236}">
                <a16:creationId xmlns:a16="http://schemas.microsoft.com/office/drawing/2014/main" id="{07073D60-4801-1628-2F2C-08F59060464A}"/>
              </a:ext>
            </a:extLst>
          </p:cNvPr>
          <p:cNvSpPr txBox="1"/>
          <p:nvPr/>
        </p:nvSpPr>
        <p:spPr>
          <a:xfrm>
            <a:off x="5862504" y="5507217"/>
            <a:ext cx="1301475" cy="230216"/>
          </a:xfrm>
          <a:prstGeom prst="rect">
            <a:avLst/>
          </a:prstGeom>
          <a:noFill/>
        </p:spPr>
        <p:txBody>
          <a:bodyPr wrap="none" rtlCol="0">
            <a:spAutoFit/>
          </a:bodyPr>
          <a:lstStyle/>
          <a:p>
            <a:r>
              <a:rPr lang="en-US" sz="1100" dirty="0"/>
              <a:t>Role of the observer</a:t>
            </a:r>
          </a:p>
        </p:txBody>
      </p:sp>
      <p:sp>
        <p:nvSpPr>
          <p:cNvPr id="36" name="TextBox 35">
            <a:extLst>
              <a:ext uri="{FF2B5EF4-FFF2-40B4-BE49-F238E27FC236}">
                <a16:creationId xmlns:a16="http://schemas.microsoft.com/office/drawing/2014/main" id="{9F7FDCE3-CB15-499E-3B18-F6A92386384B}"/>
              </a:ext>
            </a:extLst>
          </p:cNvPr>
          <p:cNvSpPr txBox="1"/>
          <p:nvPr/>
        </p:nvSpPr>
        <p:spPr>
          <a:xfrm>
            <a:off x="5602207" y="5871771"/>
            <a:ext cx="1326004" cy="261610"/>
          </a:xfrm>
          <a:prstGeom prst="rect">
            <a:avLst/>
          </a:prstGeom>
          <a:noFill/>
        </p:spPr>
        <p:txBody>
          <a:bodyPr wrap="none" rtlCol="0">
            <a:spAutoFit/>
          </a:bodyPr>
          <a:lstStyle/>
          <a:p>
            <a:r>
              <a:rPr lang="en-US" sz="1100" dirty="0"/>
              <a:t>Dark matter/energy</a:t>
            </a:r>
          </a:p>
        </p:txBody>
      </p:sp>
      <p:sp>
        <p:nvSpPr>
          <p:cNvPr id="39" name="TextBox 38">
            <a:extLst>
              <a:ext uri="{FF2B5EF4-FFF2-40B4-BE49-F238E27FC236}">
                <a16:creationId xmlns:a16="http://schemas.microsoft.com/office/drawing/2014/main" id="{FAB8E025-1682-1201-0889-929016052808}"/>
              </a:ext>
            </a:extLst>
          </p:cNvPr>
          <p:cNvSpPr txBox="1"/>
          <p:nvPr/>
        </p:nvSpPr>
        <p:spPr>
          <a:xfrm>
            <a:off x="350848" y="5507217"/>
            <a:ext cx="1140056" cy="261610"/>
          </a:xfrm>
          <a:prstGeom prst="rect">
            <a:avLst/>
          </a:prstGeom>
          <a:noFill/>
        </p:spPr>
        <p:txBody>
          <a:bodyPr wrap="none" rtlCol="0">
            <a:spAutoFit/>
          </a:bodyPr>
          <a:lstStyle/>
          <a:p>
            <a:r>
              <a:rPr lang="en-US" sz="1100" dirty="0"/>
              <a:t>Hidden variables</a:t>
            </a:r>
          </a:p>
        </p:txBody>
      </p:sp>
      <p:sp>
        <p:nvSpPr>
          <p:cNvPr id="40" name="Title 1">
            <a:extLst>
              <a:ext uri="{FF2B5EF4-FFF2-40B4-BE49-F238E27FC236}">
                <a16:creationId xmlns:a16="http://schemas.microsoft.com/office/drawing/2014/main" id="{823A902B-AF96-3F16-7259-6E446D244494}"/>
              </a:ext>
            </a:extLst>
          </p:cNvPr>
          <p:cNvSpPr>
            <a:spLocks noGrp="1"/>
          </p:cNvSpPr>
          <p:nvPr>
            <p:ph type="title"/>
          </p:nvPr>
        </p:nvSpPr>
        <p:spPr>
          <a:xfrm>
            <a:off x="0" y="84779"/>
            <a:ext cx="8278347" cy="897424"/>
          </a:xfrm>
        </p:spPr>
        <p:txBody>
          <a:bodyPr>
            <a:noAutofit/>
          </a:bodyPr>
          <a:lstStyle/>
          <a:p>
            <a:r>
              <a:rPr lang="en-US" sz="3200" dirty="0"/>
              <a:t>Standard view of the foundations of physics</a:t>
            </a:r>
          </a:p>
        </p:txBody>
      </p:sp>
      <p:sp>
        <p:nvSpPr>
          <p:cNvPr id="4" name="TextBox 3">
            <a:extLst>
              <a:ext uri="{FF2B5EF4-FFF2-40B4-BE49-F238E27FC236}">
                <a16:creationId xmlns:a16="http://schemas.microsoft.com/office/drawing/2014/main" id="{D07467FE-61B6-A724-54FA-8A738557A270}"/>
              </a:ext>
            </a:extLst>
          </p:cNvPr>
          <p:cNvSpPr txBox="1"/>
          <p:nvPr/>
        </p:nvSpPr>
        <p:spPr>
          <a:xfrm>
            <a:off x="3102622" y="5917804"/>
            <a:ext cx="2161169" cy="261610"/>
          </a:xfrm>
          <a:prstGeom prst="rect">
            <a:avLst/>
          </a:prstGeom>
          <a:noFill/>
        </p:spPr>
        <p:txBody>
          <a:bodyPr wrap="none" rtlCol="0">
            <a:spAutoFit/>
          </a:bodyPr>
          <a:lstStyle/>
          <a:p>
            <a:r>
              <a:rPr lang="en-US" sz="1100" dirty="0"/>
              <a:t>Perfect description of the universe</a:t>
            </a:r>
          </a:p>
        </p:txBody>
      </p:sp>
      <p:cxnSp>
        <p:nvCxnSpPr>
          <p:cNvPr id="41" name="Straight Arrow Connector 40">
            <a:extLst>
              <a:ext uri="{FF2B5EF4-FFF2-40B4-BE49-F238E27FC236}">
                <a16:creationId xmlns:a16="http://schemas.microsoft.com/office/drawing/2014/main" id="{12968399-FAEF-4BCE-50D8-F58FCB91078C}"/>
              </a:ext>
            </a:extLst>
          </p:cNvPr>
          <p:cNvCxnSpPr>
            <a:cxnSpLocks/>
          </p:cNvCxnSpPr>
          <p:nvPr/>
        </p:nvCxnSpPr>
        <p:spPr>
          <a:xfrm flipH="1">
            <a:off x="7214803" y="2820373"/>
            <a:ext cx="2242235" cy="2130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7CDD6C8-F0C4-8ED5-AA41-A8E978BD2D9F}"/>
              </a:ext>
            </a:extLst>
          </p:cNvPr>
          <p:cNvSpPr txBox="1"/>
          <p:nvPr/>
        </p:nvSpPr>
        <p:spPr>
          <a:xfrm>
            <a:off x="7680157" y="2058211"/>
            <a:ext cx="3681072" cy="646331"/>
          </a:xfrm>
          <a:prstGeom prst="rect">
            <a:avLst/>
          </a:prstGeom>
          <a:noFill/>
        </p:spPr>
        <p:txBody>
          <a:bodyPr wrap="none" rtlCol="0">
            <a:spAutoFit/>
          </a:bodyPr>
          <a:lstStyle/>
          <a:p>
            <a:r>
              <a:rPr lang="en-US" sz="3600" dirty="0">
                <a:solidFill>
                  <a:schemeClr val="accent6">
                    <a:lumMod val="75000"/>
                  </a:schemeClr>
                </a:solidFill>
              </a:rPr>
              <a:t>The “real” physics!</a:t>
            </a:r>
          </a:p>
        </p:txBody>
      </p:sp>
      <p:sp>
        <p:nvSpPr>
          <p:cNvPr id="44" name="TextBox 43">
            <a:extLst>
              <a:ext uri="{FF2B5EF4-FFF2-40B4-BE49-F238E27FC236}">
                <a16:creationId xmlns:a16="http://schemas.microsoft.com/office/drawing/2014/main" id="{058B7FB4-7500-8834-169C-E4125937D6C9}"/>
              </a:ext>
            </a:extLst>
          </p:cNvPr>
          <p:cNvSpPr txBox="1"/>
          <p:nvPr/>
        </p:nvSpPr>
        <p:spPr>
          <a:xfrm>
            <a:off x="9947639" y="2698364"/>
            <a:ext cx="2032223" cy="646331"/>
          </a:xfrm>
          <a:prstGeom prst="rect">
            <a:avLst/>
          </a:prstGeom>
          <a:noFill/>
        </p:spPr>
        <p:txBody>
          <a:bodyPr wrap="none" rtlCol="0">
            <a:spAutoFit/>
          </a:bodyPr>
          <a:lstStyle/>
          <a:p>
            <a:pPr algn="r"/>
            <a:r>
              <a:rPr lang="en-US" dirty="0"/>
              <a:t>Everything else</a:t>
            </a:r>
            <a:br>
              <a:rPr lang="en-US" dirty="0"/>
            </a:br>
            <a:r>
              <a:rPr lang="en-US" dirty="0"/>
              <a:t>is an approximation</a:t>
            </a:r>
          </a:p>
        </p:txBody>
      </p:sp>
      <p:sp>
        <p:nvSpPr>
          <p:cNvPr id="48" name="TextBox 47">
            <a:extLst>
              <a:ext uri="{FF2B5EF4-FFF2-40B4-BE49-F238E27FC236}">
                <a16:creationId xmlns:a16="http://schemas.microsoft.com/office/drawing/2014/main" id="{A4E49BE3-A68D-0938-205A-1C471FDC47F0}"/>
              </a:ext>
            </a:extLst>
          </p:cNvPr>
          <p:cNvSpPr txBox="1"/>
          <p:nvPr/>
        </p:nvSpPr>
        <p:spPr>
          <a:xfrm>
            <a:off x="7305316" y="2820373"/>
            <a:ext cx="1711751" cy="646331"/>
          </a:xfrm>
          <a:prstGeom prst="rect">
            <a:avLst/>
          </a:prstGeom>
          <a:noFill/>
        </p:spPr>
        <p:txBody>
          <a:bodyPr wrap="none" rtlCol="0">
            <a:spAutoFit/>
          </a:bodyPr>
          <a:lstStyle/>
          <a:p>
            <a:r>
              <a:rPr lang="en-US" dirty="0"/>
              <a:t>The foundations</a:t>
            </a:r>
            <a:br>
              <a:rPr lang="en-US" dirty="0"/>
            </a:br>
            <a:r>
              <a:rPr lang="en-US" dirty="0"/>
              <a:t>of physics!</a:t>
            </a:r>
          </a:p>
        </p:txBody>
      </p:sp>
      <p:sp>
        <p:nvSpPr>
          <p:cNvPr id="64" name="TextBox 63">
            <a:extLst>
              <a:ext uri="{FF2B5EF4-FFF2-40B4-BE49-F238E27FC236}">
                <a16:creationId xmlns:a16="http://schemas.microsoft.com/office/drawing/2014/main" id="{85FD5D6D-F02A-592E-1A43-E338D6F7358F}"/>
              </a:ext>
            </a:extLst>
          </p:cNvPr>
          <p:cNvSpPr txBox="1"/>
          <p:nvPr/>
        </p:nvSpPr>
        <p:spPr>
          <a:xfrm>
            <a:off x="7490127" y="879752"/>
            <a:ext cx="4701873" cy="954107"/>
          </a:xfrm>
          <a:prstGeom prst="rect">
            <a:avLst/>
          </a:prstGeom>
          <a:noFill/>
        </p:spPr>
        <p:txBody>
          <a:bodyPr wrap="square" rtlCol="0">
            <a:spAutoFit/>
          </a:bodyPr>
          <a:lstStyle/>
          <a:p>
            <a:r>
              <a:rPr lang="en-US" sz="2800" dirty="0">
                <a:solidFill>
                  <a:schemeClr val="accent6">
                    <a:lumMod val="75000"/>
                  </a:schemeClr>
                </a:solidFill>
              </a:rPr>
              <a:t>Goal of physics is to find the true laws of the universe!</a:t>
            </a:r>
          </a:p>
        </p:txBody>
      </p:sp>
      <p:sp>
        <p:nvSpPr>
          <p:cNvPr id="2" name="Slide Number Placeholder 1">
            <a:extLst>
              <a:ext uri="{FF2B5EF4-FFF2-40B4-BE49-F238E27FC236}">
                <a16:creationId xmlns:a16="http://schemas.microsoft.com/office/drawing/2014/main" id="{6EC3F543-45DC-1432-846C-43EB9F4E38B8}"/>
              </a:ext>
            </a:extLst>
          </p:cNvPr>
          <p:cNvSpPr>
            <a:spLocks noGrp="1"/>
          </p:cNvSpPr>
          <p:nvPr>
            <p:ph type="sldNum" sz="quarter" idx="13"/>
          </p:nvPr>
        </p:nvSpPr>
        <p:spPr/>
        <p:txBody>
          <a:bodyPr/>
          <a:lstStyle/>
          <a:p>
            <a:fld id="{F47845EA-7733-40EE-B074-20032348B727}" type="slidenum">
              <a:rPr lang="en-US" smtClean="0"/>
              <a:t>2</a:t>
            </a:fld>
            <a:endParaRPr lang="en-US"/>
          </a:p>
        </p:txBody>
      </p:sp>
      <p:sp>
        <p:nvSpPr>
          <p:cNvPr id="3" name="Footer Placeholder 2">
            <a:extLst>
              <a:ext uri="{FF2B5EF4-FFF2-40B4-BE49-F238E27FC236}">
                <a16:creationId xmlns:a16="http://schemas.microsoft.com/office/drawing/2014/main" id="{CC1EB26B-4764-7E29-A026-F63630C57854}"/>
              </a:ext>
            </a:extLst>
          </p:cNvPr>
          <p:cNvSpPr>
            <a:spLocks noGrp="1"/>
          </p:cNvSpPr>
          <p:nvPr>
            <p:ph type="ftr" sz="quarter" idx="11"/>
          </p:nvPr>
        </p:nvSpPr>
        <p:spPr/>
        <p:txBody>
          <a:bodyPr/>
          <a:lstStyle/>
          <a:p>
            <a:r>
              <a:rPr lang="en-US"/>
              <a:t>Christine Aidala - University of Michigan</a:t>
            </a:r>
          </a:p>
        </p:txBody>
      </p:sp>
    </p:spTree>
    <p:extLst>
      <p:ext uri="{BB962C8B-B14F-4D97-AF65-F5344CB8AC3E}">
        <p14:creationId xmlns:p14="http://schemas.microsoft.com/office/powerpoint/2010/main" val="276788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C7C2045-FA28-A701-4643-172B86C87CFC}"/>
                  </a:ext>
                </a:extLst>
              </p:cNvPr>
              <p:cNvSpPr txBox="1"/>
              <p:nvPr/>
            </p:nvSpPr>
            <p:spPr>
              <a:xfrm>
                <a:off x="589003" y="1956354"/>
                <a:ext cx="11013988" cy="1692771"/>
              </a:xfrm>
              <a:prstGeom prst="rect">
                <a:avLst/>
              </a:prstGeom>
              <a:noFill/>
            </p:spPr>
            <p:txBody>
              <a:bodyPr wrap="square" rtlCol="0">
                <a:spAutoFit/>
              </a:bodyPr>
              <a:lstStyle/>
              <a:p>
                <a:pPr algn="ctr"/>
                <a:r>
                  <a:rPr lang="en-US" sz="2600" dirty="0">
                    <a:solidFill>
                      <a:schemeClr val="tx1"/>
                    </a:solidFill>
                  </a:rPr>
                  <a:t>Experimental verifiability </a:t>
                </a:r>
                <a14:m>
                  <m:oMath xmlns:m="http://schemas.openxmlformats.org/officeDocument/2006/math">
                    <m:r>
                      <a:rPr lang="en-US" sz="2600" b="0" i="1" smtClean="0">
                        <a:solidFill>
                          <a:schemeClr val="tx1"/>
                        </a:solidFill>
                        <a:latin typeface="Cambria Math" panose="02040503050406030204" pitchFamily="18" charset="0"/>
                      </a:rPr>
                      <m:t>⇒</m:t>
                    </m:r>
                  </m:oMath>
                </a14:m>
                <a:r>
                  <a:rPr lang="en-US" sz="2600" dirty="0">
                    <a:solidFill>
                      <a:schemeClr val="tx1"/>
                    </a:solidFill>
                  </a:rPr>
                  <a:t> topologies and </a:t>
                </a:r>
                <a14:m>
                  <m:oMath xmlns:m="http://schemas.openxmlformats.org/officeDocument/2006/math">
                    <m:r>
                      <a:rPr lang="en-US" sz="2600" b="0" i="1" smtClean="0">
                        <a:solidFill>
                          <a:schemeClr val="tx1"/>
                        </a:solidFill>
                        <a:latin typeface="Cambria Math" panose="02040503050406030204" pitchFamily="18" charset="0"/>
                      </a:rPr>
                      <m:t>𝜎</m:t>
                    </m:r>
                  </m:oMath>
                </a14:m>
                <a:r>
                  <a:rPr lang="en-US" sz="2600" dirty="0">
                    <a:solidFill>
                      <a:schemeClr val="tx1"/>
                    </a:solidFill>
                  </a:rPr>
                  <a:t>-algebras</a:t>
                </a:r>
              </a:p>
              <a:p>
                <a:pPr algn="ctr"/>
                <a:r>
                  <a:rPr lang="en-US" sz="2600" dirty="0">
                    <a:solidFill>
                      <a:schemeClr val="tx1"/>
                    </a:solidFill>
                  </a:rPr>
                  <a:t>Geometric structures </a:t>
                </a:r>
                <a14:m>
                  <m:oMath xmlns:m="http://schemas.openxmlformats.org/officeDocument/2006/math">
                    <m:r>
                      <a:rPr lang="en-US" sz="2600" i="1" smtClean="0">
                        <a:solidFill>
                          <a:schemeClr val="tx1"/>
                        </a:solidFill>
                        <a:latin typeface="Cambria Math" panose="02040503050406030204" pitchFamily="18" charset="0"/>
                        <a:ea typeface="Cambria Math" panose="02040503050406030204" pitchFamily="18" charset="0"/>
                      </a:rPr>
                      <m:t>⟺</m:t>
                    </m:r>
                  </m:oMath>
                </a14:m>
                <a:r>
                  <a:rPr lang="en-US" sz="2600" dirty="0">
                    <a:solidFill>
                      <a:schemeClr val="tx1"/>
                    </a:solidFill>
                  </a:rPr>
                  <a:t> Entropic structures</a:t>
                </a:r>
              </a:p>
              <a:p>
                <a:pPr algn="ctr"/>
                <a:r>
                  <a:rPr lang="en-US" sz="2600" dirty="0">
                    <a:solidFill>
                      <a:schemeClr val="tx1"/>
                    </a:solidFill>
                  </a:rPr>
                  <a:t>Hamiltonian evolution </a:t>
                </a:r>
                <a14:m>
                  <m:oMath xmlns:m="http://schemas.openxmlformats.org/officeDocument/2006/math">
                    <m:r>
                      <a:rPr lang="en-US" sz="2600" i="1" smtClean="0">
                        <a:solidFill>
                          <a:schemeClr val="tx1"/>
                        </a:solidFill>
                        <a:latin typeface="Cambria Math" panose="02040503050406030204" pitchFamily="18" charset="0"/>
                        <a:ea typeface="Cambria Math" panose="02040503050406030204" pitchFamily="18" charset="0"/>
                      </a:rPr>
                      <m:t>⟺</m:t>
                    </m:r>
                  </m:oMath>
                </a14:m>
                <a:r>
                  <a:rPr lang="en-US" sz="2600" dirty="0">
                    <a:solidFill>
                      <a:schemeClr val="tx1"/>
                    </a:solidFill>
                  </a:rPr>
                  <a:t> det</a:t>
                </a:r>
                <a:r>
                  <a:rPr lang="en-US" sz="2600" dirty="0"/>
                  <a:t>-</a:t>
                </a:r>
                <a:r>
                  <a:rPr lang="en-US" sz="2600" dirty="0">
                    <a:solidFill>
                      <a:schemeClr val="tx1"/>
                    </a:solidFill>
                  </a:rPr>
                  <a:t>rev/isolation + DOF independence</a:t>
                </a:r>
              </a:p>
              <a:p>
                <a:pPr algn="ctr"/>
                <a:r>
                  <a:rPr lang="en-US" sz="2600" dirty="0">
                    <a:solidFill>
                      <a:schemeClr val="tx1"/>
                    </a:solidFill>
                  </a:rPr>
                  <a:t>Massive particles and potential forces </a:t>
                </a:r>
                <a14:m>
                  <m:oMath xmlns:m="http://schemas.openxmlformats.org/officeDocument/2006/math">
                    <m:r>
                      <a:rPr lang="en-US" sz="2600" i="1" smtClean="0">
                        <a:solidFill>
                          <a:schemeClr val="tx1"/>
                        </a:solidFill>
                        <a:latin typeface="Cambria Math" panose="02040503050406030204" pitchFamily="18" charset="0"/>
                        <a:ea typeface="Cambria Math" panose="02040503050406030204" pitchFamily="18" charset="0"/>
                      </a:rPr>
                      <m:t>⟺</m:t>
                    </m:r>
                  </m:oMath>
                </a14:m>
                <a:r>
                  <a:rPr lang="en-US" sz="2600" dirty="0"/>
                  <a:t>        + Kinematic eq</a:t>
                </a:r>
                <a:endParaRPr lang="en-US" sz="2600" dirty="0">
                  <a:solidFill>
                    <a:schemeClr val="tx1"/>
                  </a:solidFill>
                </a:endParaRPr>
              </a:p>
            </p:txBody>
          </p:sp>
        </mc:Choice>
        <mc:Fallback xmlns="">
          <p:sp>
            <p:nvSpPr>
              <p:cNvPr id="2" name="TextBox 1">
                <a:extLst>
                  <a:ext uri="{FF2B5EF4-FFF2-40B4-BE49-F238E27FC236}">
                    <a16:creationId xmlns:a16="http://schemas.microsoft.com/office/drawing/2014/main" id="{3C7C2045-FA28-A701-4643-172B86C87CFC}"/>
                  </a:ext>
                </a:extLst>
              </p:cNvPr>
              <p:cNvSpPr txBox="1">
                <a:spLocks noRot="1" noChangeAspect="1" noMove="1" noResize="1" noEditPoints="1" noAdjustHandles="1" noChangeArrowheads="1" noChangeShapeType="1" noTextEdit="1"/>
              </p:cNvSpPr>
              <p:nvPr/>
            </p:nvSpPr>
            <p:spPr>
              <a:xfrm>
                <a:off x="589003" y="1956354"/>
                <a:ext cx="11013988" cy="1692771"/>
              </a:xfrm>
              <a:prstGeom prst="rect">
                <a:avLst/>
              </a:prstGeom>
              <a:blipFill>
                <a:blip r:embed="rId2"/>
                <a:stretch>
                  <a:fillRect t="-2878" b="-827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FDC966CF-5103-181D-9D36-444F3DED48AF}"/>
              </a:ext>
            </a:extLst>
          </p:cNvPr>
          <p:cNvSpPr txBox="1"/>
          <p:nvPr/>
        </p:nvSpPr>
        <p:spPr>
          <a:xfrm>
            <a:off x="221174" y="962211"/>
            <a:ext cx="11887421" cy="954107"/>
          </a:xfrm>
          <a:prstGeom prst="rect">
            <a:avLst/>
          </a:prstGeom>
          <a:noFill/>
        </p:spPr>
        <p:txBody>
          <a:bodyPr wrap="none" rtlCol="0">
            <a:spAutoFit/>
          </a:bodyPr>
          <a:lstStyle/>
          <a:p>
            <a:pPr algn="ctr"/>
            <a:r>
              <a:rPr lang="en-US" sz="2800" dirty="0">
                <a:solidFill>
                  <a:schemeClr val="accent6">
                    <a:lumMod val="75000"/>
                  </a:schemeClr>
                </a:solidFill>
              </a:rPr>
              <a:t>Physical requirements and assumptions drive most of the theoretical apparatus, </a:t>
            </a:r>
            <a:br>
              <a:rPr lang="en-US" sz="2800" dirty="0">
                <a:solidFill>
                  <a:schemeClr val="accent6">
                    <a:lumMod val="75000"/>
                  </a:schemeClr>
                </a:solidFill>
              </a:rPr>
            </a:br>
            <a:r>
              <a:rPr lang="en-US" sz="2800" dirty="0">
                <a:solidFill>
                  <a:schemeClr val="accent6">
                    <a:lumMod val="75000"/>
                  </a:schemeClr>
                </a:solidFill>
              </a:rPr>
              <a:t>for example:</a:t>
            </a:r>
          </a:p>
        </p:txBody>
      </p:sp>
      <p:sp>
        <p:nvSpPr>
          <p:cNvPr id="4" name="TextBox 3">
            <a:extLst>
              <a:ext uri="{FF2B5EF4-FFF2-40B4-BE49-F238E27FC236}">
                <a16:creationId xmlns:a16="http://schemas.microsoft.com/office/drawing/2014/main" id="{B50F7BCB-F83D-5611-3EAB-F67AB76B060E}"/>
              </a:ext>
            </a:extLst>
          </p:cNvPr>
          <p:cNvSpPr txBox="1"/>
          <p:nvPr/>
        </p:nvSpPr>
        <p:spPr>
          <a:xfrm>
            <a:off x="243307" y="4448340"/>
            <a:ext cx="4701873" cy="954107"/>
          </a:xfrm>
          <a:prstGeom prst="rect">
            <a:avLst/>
          </a:prstGeom>
          <a:noFill/>
        </p:spPr>
        <p:txBody>
          <a:bodyPr wrap="square" rtlCol="0">
            <a:spAutoFit/>
          </a:bodyPr>
          <a:lstStyle/>
          <a:p>
            <a:r>
              <a:rPr lang="en-US" sz="2800" dirty="0"/>
              <a:t>Goal of physics is to find the true laws of the universe!</a:t>
            </a:r>
          </a:p>
        </p:txBody>
      </p:sp>
      <p:grpSp>
        <p:nvGrpSpPr>
          <p:cNvPr id="9" name="Group 8">
            <a:extLst>
              <a:ext uri="{FF2B5EF4-FFF2-40B4-BE49-F238E27FC236}">
                <a16:creationId xmlns:a16="http://schemas.microsoft.com/office/drawing/2014/main" id="{C4F7F79C-08DC-2759-7F56-DE50E361B65E}"/>
              </a:ext>
            </a:extLst>
          </p:cNvPr>
          <p:cNvGrpSpPr/>
          <p:nvPr/>
        </p:nvGrpSpPr>
        <p:grpSpPr>
          <a:xfrm>
            <a:off x="849980" y="4375134"/>
            <a:ext cx="2747840" cy="1100517"/>
            <a:chOff x="5862086" y="4215950"/>
            <a:chExt cx="2747840" cy="1100517"/>
          </a:xfrm>
        </p:grpSpPr>
        <p:cxnSp>
          <p:nvCxnSpPr>
            <p:cNvPr id="7" name="Straight Connector 6">
              <a:extLst>
                <a:ext uri="{FF2B5EF4-FFF2-40B4-BE49-F238E27FC236}">
                  <a16:creationId xmlns:a16="http://schemas.microsoft.com/office/drawing/2014/main" id="{19414EEC-5FD5-A71C-B1D8-C13ACC3E3662}"/>
                </a:ext>
              </a:extLst>
            </p:cNvPr>
            <p:cNvCxnSpPr/>
            <p:nvPr/>
          </p:nvCxnSpPr>
          <p:spPr>
            <a:xfrm>
              <a:off x="5862086" y="4215950"/>
              <a:ext cx="2747840" cy="1100517"/>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5099D18-E71B-D593-9697-101D52BFD5B3}"/>
                </a:ext>
              </a:extLst>
            </p:cNvPr>
            <p:cNvCxnSpPr>
              <a:cxnSpLocks/>
            </p:cNvCxnSpPr>
            <p:nvPr/>
          </p:nvCxnSpPr>
          <p:spPr>
            <a:xfrm flipV="1">
              <a:off x="5862086" y="4215950"/>
              <a:ext cx="2747840" cy="1100517"/>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2527D1FA-4916-705B-987B-20A8DCD1CF03}"/>
              </a:ext>
            </a:extLst>
          </p:cNvPr>
          <p:cNvSpPr txBox="1"/>
          <p:nvPr/>
        </p:nvSpPr>
        <p:spPr>
          <a:xfrm>
            <a:off x="419101" y="5548857"/>
            <a:ext cx="3822393" cy="461665"/>
          </a:xfrm>
          <a:prstGeom prst="rect">
            <a:avLst/>
          </a:prstGeom>
          <a:noFill/>
        </p:spPr>
        <p:txBody>
          <a:bodyPr wrap="none" rtlCol="0">
            <a:spAutoFit/>
          </a:bodyPr>
          <a:lstStyle/>
          <a:p>
            <a:r>
              <a:rPr lang="en-US" sz="2400" dirty="0">
                <a:solidFill>
                  <a:srgbClr val="C00000"/>
                </a:solidFill>
              </a:rPr>
              <a:t>Less productive point of view</a:t>
            </a:r>
          </a:p>
        </p:txBody>
      </p:sp>
      <p:sp>
        <p:nvSpPr>
          <p:cNvPr id="11" name="TextBox 10">
            <a:extLst>
              <a:ext uri="{FF2B5EF4-FFF2-40B4-BE49-F238E27FC236}">
                <a16:creationId xmlns:a16="http://schemas.microsoft.com/office/drawing/2014/main" id="{52387A4C-4F69-D8F7-91A7-73F28F44CB22}"/>
              </a:ext>
            </a:extLst>
          </p:cNvPr>
          <p:cNvSpPr txBox="1"/>
          <p:nvPr/>
        </p:nvSpPr>
        <p:spPr>
          <a:xfrm>
            <a:off x="5027917" y="161842"/>
            <a:ext cx="2136162" cy="646331"/>
          </a:xfrm>
          <a:prstGeom prst="rect">
            <a:avLst/>
          </a:prstGeom>
          <a:noFill/>
        </p:spPr>
        <p:txBody>
          <a:bodyPr wrap="none" rtlCol="0">
            <a:spAutoFit/>
          </a:bodyPr>
          <a:lstStyle/>
          <a:p>
            <a:pPr algn="ctr"/>
            <a:r>
              <a:rPr lang="en-US" sz="3600" dirty="0"/>
              <a:t>We found:</a:t>
            </a:r>
          </a:p>
        </p:txBody>
      </p:sp>
      <p:sp>
        <p:nvSpPr>
          <p:cNvPr id="12" name="Arrow: Down 11">
            <a:extLst>
              <a:ext uri="{FF2B5EF4-FFF2-40B4-BE49-F238E27FC236}">
                <a16:creationId xmlns:a16="http://schemas.microsoft.com/office/drawing/2014/main" id="{F3AB3CC5-313B-A90E-4D14-41826B9B2525}"/>
              </a:ext>
            </a:extLst>
          </p:cNvPr>
          <p:cNvSpPr/>
          <p:nvPr/>
        </p:nvSpPr>
        <p:spPr>
          <a:xfrm rot="19924937">
            <a:off x="7732832" y="3141625"/>
            <a:ext cx="234669" cy="2994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ACA24FF-27CE-F012-3DA3-564FD6AEC814}"/>
              </a:ext>
            </a:extLst>
          </p:cNvPr>
          <p:cNvSpPr txBox="1"/>
          <p:nvPr/>
        </p:nvSpPr>
        <p:spPr>
          <a:xfrm>
            <a:off x="4687327" y="4448338"/>
            <a:ext cx="4894181" cy="954107"/>
          </a:xfrm>
          <a:prstGeom prst="rect">
            <a:avLst/>
          </a:prstGeom>
          <a:noFill/>
        </p:spPr>
        <p:txBody>
          <a:bodyPr wrap="square" rtlCol="0">
            <a:spAutoFit/>
          </a:bodyPr>
          <a:lstStyle/>
          <a:p>
            <a:r>
              <a:rPr lang="en-US" sz="2800" dirty="0"/>
              <a:t>Goal of physics is to find models that can be empirically tested</a:t>
            </a:r>
          </a:p>
        </p:txBody>
      </p:sp>
      <p:sp>
        <p:nvSpPr>
          <p:cNvPr id="14" name="TextBox 13">
            <a:extLst>
              <a:ext uri="{FF2B5EF4-FFF2-40B4-BE49-F238E27FC236}">
                <a16:creationId xmlns:a16="http://schemas.microsoft.com/office/drawing/2014/main" id="{A6E240D5-8371-FCEE-213E-2242A927AA1C}"/>
              </a:ext>
            </a:extLst>
          </p:cNvPr>
          <p:cNvSpPr txBox="1"/>
          <p:nvPr/>
        </p:nvSpPr>
        <p:spPr>
          <a:xfrm>
            <a:off x="4945180" y="5548856"/>
            <a:ext cx="3980257" cy="461665"/>
          </a:xfrm>
          <a:prstGeom prst="rect">
            <a:avLst/>
          </a:prstGeom>
          <a:noFill/>
        </p:spPr>
        <p:txBody>
          <a:bodyPr wrap="none" rtlCol="0">
            <a:spAutoFit/>
          </a:bodyPr>
          <a:lstStyle/>
          <a:p>
            <a:r>
              <a:rPr lang="en-US" sz="2400" dirty="0">
                <a:solidFill>
                  <a:schemeClr val="accent6">
                    <a:lumMod val="75000"/>
                  </a:schemeClr>
                </a:solidFill>
              </a:rPr>
              <a:t>More productive point of view</a:t>
            </a:r>
          </a:p>
        </p:txBody>
      </p:sp>
      <p:sp>
        <p:nvSpPr>
          <p:cNvPr id="5" name="Slide Number Placeholder 4">
            <a:extLst>
              <a:ext uri="{FF2B5EF4-FFF2-40B4-BE49-F238E27FC236}">
                <a16:creationId xmlns:a16="http://schemas.microsoft.com/office/drawing/2014/main" id="{F11B39D6-3677-F90D-D482-EE877A1934E0}"/>
              </a:ext>
            </a:extLst>
          </p:cNvPr>
          <p:cNvSpPr>
            <a:spLocks noGrp="1"/>
          </p:cNvSpPr>
          <p:nvPr>
            <p:ph type="sldNum" sz="quarter" idx="12"/>
          </p:nvPr>
        </p:nvSpPr>
        <p:spPr/>
        <p:txBody>
          <a:bodyPr/>
          <a:lstStyle/>
          <a:p>
            <a:fld id="{F47845EA-7733-40EE-B074-20032348B727}" type="slidenum">
              <a:rPr lang="en-US" smtClean="0"/>
              <a:t>3</a:t>
            </a:fld>
            <a:endParaRPr lang="en-US"/>
          </a:p>
        </p:txBody>
      </p:sp>
      <p:sp>
        <p:nvSpPr>
          <p:cNvPr id="6" name="Footer Placeholder 5">
            <a:extLst>
              <a:ext uri="{FF2B5EF4-FFF2-40B4-BE49-F238E27FC236}">
                <a16:creationId xmlns:a16="http://schemas.microsoft.com/office/drawing/2014/main" id="{B0DF7FD6-7F72-C820-97F1-7973D26CDF81}"/>
              </a:ext>
            </a:extLst>
          </p:cNvPr>
          <p:cNvSpPr>
            <a:spLocks noGrp="1"/>
          </p:cNvSpPr>
          <p:nvPr>
            <p:ph type="ftr" sz="quarter" idx="11"/>
          </p:nvPr>
        </p:nvSpPr>
        <p:spPr/>
        <p:txBody>
          <a:bodyPr/>
          <a:lstStyle/>
          <a:p>
            <a:r>
              <a:rPr lang="en-US"/>
              <a:t>Christine Aidala - University of Michigan</a:t>
            </a:r>
            <a:endParaRPr lang="en-US" dirty="0"/>
          </a:p>
        </p:txBody>
      </p:sp>
    </p:spTree>
    <p:extLst>
      <p:ext uri="{BB962C8B-B14F-4D97-AF65-F5344CB8AC3E}">
        <p14:creationId xmlns:p14="http://schemas.microsoft.com/office/powerpoint/2010/main" val="107322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500"/>
                                  </p:stCondLst>
                                  <p:childTnLst>
                                    <p:set>
                                      <p:cBhvr>
                                        <p:cTn id="13" dur="1" fill="hold">
                                          <p:stCondLst>
                                            <p:cond delay="0"/>
                                          </p:stCondLst>
                                        </p:cTn>
                                        <p:tgtEl>
                                          <p:spTgt spid="13"/>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BF7C20F-C8BF-EF82-AFA4-F8F2C295FAE2}"/>
                  </a:ext>
                </a:extLst>
              </p:cNvPr>
              <p:cNvSpPr txBox="1"/>
              <p:nvPr/>
            </p:nvSpPr>
            <p:spPr>
              <a:xfrm>
                <a:off x="8814262" y="816766"/>
                <a:ext cx="3207898" cy="2554545"/>
              </a:xfrm>
              <a:prstGeom prst="rect">
                <a:avLst/>
              </a:prstGeom>
              <a:noFill/>
            </p:spPr>
            <p:txBody>
              <a:bodyPr wrap="square" rtlCol="0">
                <a:spAutoFit/>
              </a:bodyPr>
              <a:lstStyle/>
              <a:p>
                <a:pPr algn="ctr"/>
                <a:r>
                  <a:rPr lang="en-US" sz="3200" dirty="0">
                    <a:solidFill>
                      <a:schemeClr val="accent6">
                        <a:lumMod val="75000"/>
                      </a:schemeClr>
                    </a:solidFill>
                  </a:rPr>
                  <a:t>Foundations of physics</a:t>
                </a:r>
                <a:br>
                  <a:rPr lang="en-US" sz="3200" dirty="0">
                    <a:solidFill>
                      <a:schemeClr val="accent6">
                        <a:lumMod val="75000"/>
                      </a:schemeClr>
                    </a:solidFill>
                  </a:rPr>
                </a:br>
                <a14:m>
                  <m:oMathPara xmlns:m="http://schemas.openxmlformats.org/officeDocument/2006/math">
                    <m:oMath>
                      <m:r>
                        <a:rPr lang="en-US" sz="3200" i="1" smtClean="0">
                          <a:solidFill>
                            <a:schemeClr val="accent6">
                              <a:lumMod val="75000"/>
                            </a:schemeClr>
                          </a:solidFill>
                          <a:latin typeface="Cambria Math" panose="02040503050406030204" pitchFamily="18" charset="0"/>
                          <a:ea typeface="Cambria Math" panose="02040503050406030204" pitchFamily="18" charset="0"/>
                        </a:rPr>
                        <m:t>⇕</m:t>
                      </m:r>
                    </m:oMath>
                  </m:oMathPara>
                </a14:m>
                <a:br>
                  <a:rPr lang="en-US" sz="3200" dirty="0">
                    <a:solidFill>
                      <a:schemeClr val="accent6">
                        <a:lumMod val="75000"/>
                      </a:schemeClr>
                    </a:solidFill>
                    <a:ea typeface="Cambria Math" panose="02040503050406030204" pitchFamily="18" charset="0"/>
                  </a:rPr>
                </a:br>
                <a:r>
                  <a:rPr lang="en-US" sz="3200" dirty="0">
                    <a:solidFill>
                      <a:schemeClr val="accent6">
                        <a:lumMod val="75000"/>
                      </a:schemeClr>
                    </a:solidFill>
                  </a:rPr>
                  <a:t>The theory of physical theories</a:t>
                </a:r>
              </a:p>
            </p:txBody>
          </p:sp>
        </mc:Choice>
        <mc:Fallback xmlns="">
          <p:sp>
            <p:nvSpPr>
              <p:cNvPr id="23" name="TextBox 22">
                <a:extLst>
                  <a:ext uri="{FF2B5EF4-FFF2-40B4-BE49-F238E27FC236}">
                    <a16:creationId xmlns:a16="http://schemas.microsoft.com/office/drawing/2014/main" id="{FBF7C20F-C8BF-EF82-AFA4-F8F2C295FAE2}"/>
                  </a:ext>
                </a:extLst>
              </p:cNvPr>
              <p:cNvSpPr txBox="1">
                <a:spLocks noRot="1" noChangeAspect="1" noMove="1" noResize="1" noEditPoints="1" noAdjustHandles="1" noChangeArrowheads="1" noChangeShapeType="1" noTextEdit="1"/>
              </p:cNvSpPr>
              <p:nvPr/>
            </p:nvSpPr>
            <p:spPr>
              <a:xfrm>
                <a:off x="8814262" y="816766"/>
                <a:ext cx="3207898" cy="2554545"/>
              </a:xfrm>
              <a:prstGeom prst="rect">
                <a:avLst/>
              </a:prstGeom>
              <a:blipFill>
                <a:blip r:embed="rId2"/>
                <a:stretch>
                  <a:fillRect t="-3103" r="-2662" b="-692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01CDA935-DD47-3400-23D3-6FE7433B66A5}"/>
              </a:ext>
            </a:extLst>
          </p:cNvPr>
          <p:cNvGrpSpPr/>
          <p:nvPr/>
        </p:nvGrpSpPr>
        <p:grpSpPr>
          <a:xfrm>
            <a:off x="685800" y="1778199"/>
            <a:ext cx="7672432" cy="3320683"/>
            <a:chOff x="685800" y="1778199"/>
            <a:chExt cx="7672432" cy="3320683"/>
          </a:xfrm>
        </p:grpSpPr>
        <p:cxnSp>
          <p:nvCxnSpPr>
            <p:cNvPr id="98" name="Straight Arrow Connector 97">
              <a:extLst>
                <a:ext uri="{FF2B5EF4-FFF2-40B4-BE49-F238E27FC236}">
                  <a16:creationId xmlns:a16="http://schemas.microsoft.com/office/drawing/2014/main" id="{ED448397-B8D4-1179-F3D7-42CAF0EF9C1A}"/>
                </a:ext>
              </a:extLst>
            </p:cNvPr>
            <p:cNvCxnSpPr>
              <a:stCxn id="46" idx="3"/>
              <a:endCxn id="50" idx="1"/>
            </p:cNvCxnSpPr>
            <p:nvPr/>
          </p:nvCxnSpPr>
          <p:spPr>
            <a:xfrm flipV="1">
              <a:off x="3725915" y="2131254"/>
              <a:ext cx="949024" cy="10280"/>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sp>
          <p:nvSpPr>
            <p:cNvPr id="46" name="Rectangle 45">
              <a:extLst>
                <a:ext uri="{FF2B5EF4-FFF2-40B4-BE49-F238E27FC236}">
                  <a16:creationId xmlns:a16="http://schemas.microsoft.com/office/drawing/2014/main" id="{71833B01-0AEA-FC46-1647-BF375E02B35E}"/>
                </a:ext>
              </a:extLst>
            </p:cNvPr>
            <p:cNvSpPr/>
            <p:nvPr/>
          </p:nvSpPr>
          <p:spPr>
            <a:xfrm>
              <a:off x="935433" y="1778199"/>
              <a:ext cx="2790483" cy="726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General physical principles</a:t>
              </a:r>
              <a:br>
                <a:rPr lang="en-US" sz="1600" dirty="0"/>
              </a:br>
              <a:r>
                <a:rPr lang="en-US" sz="1600" dirty="0"/>
                <a:t>and requirements</a:t>
              </a:r>
            </a:p>
          </p:txBody>
        </p:sp>
        <p:cxnSp>
          <p:nvCxnSpPr>
            <p:cNvPr id="102" name="Straight Arrow Connector 101">
              <a:extLst>
                <a:ext uri="{FF2B5EF4-FFF2-40B4-BE49-F238E27FC236}">
                  <a16:creationId xmlns:a16="http://schemas.microsoft.com/office/drawing/2014/main" id="{BE8B9163-2895-C079-CAA8-09EC5E2C9DE6}"/>
                </a:ext>
              </a:extLst>
            </p:cNvPr>
            <p:cNvCxnSpPr>
              <a:stCxn id="47" idx="3"/>
              <a:endCxn id="82" idx="1"/>
            </p:cNvCxnSpPr>
            <p:nvPr/>
          </p:nvCxnSpPr>
          <p:spPr>
            <a:xfrm>
              <a:off x="3254087" y="3335369"/>
              <a:ext cx="961262" cy="1404450"/>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cxnSp>
          <p:nvCxnSpPr>
            <p:cNvPr id="104" name="Straight Arrow Connector 103">
              <a:extLst>
                <a:ext uri="{FF2B5EF4-FFF2-40B4-BE49-F238E27FC236}">
                  <a16:creationId xmlns:a16="http://schemas.microsoft.com/office/drawing/2014/main" id="{AB4AEA42-65BC-759B-FF0D-2218853194C3}"/>
                </a:ext>
              </a:extLst>
            </p:cNvPr>
            <p:cNvCxnSpPr>
              <a:stCxn id="47" idx="3"/>
              <a:endCxn id="81" idx="1"/>
            </p:cNvCxnSpPr>
            <p:nvPr/>
          </p:nvCxnSpPr>
          <p:spPr>
            <a:xfrm>
              <a:off x="3254087" y="3335369"/>
              <a:ext cx="3660265" cy="146249"/>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cxnSp>
          <p:nvCxnSpPr>
            <p:cNvPr id="106" name="Straight Arrow Connector 105">
              <a:extLst>
                <a:ext uri="{FF2B5EF4-FFF2-40B4-BE49-F238E27FC236}">
                  <a16:creationId xmlns:a16="http://schemas.microsoft.com/office/drawing/2014/main" id="{E94D6ED4-E49F-020B-A6CD-CFD886462A0C}"/>
                </a:ext>
              </a:extLst>
            </p:cNvPr>
            <p:cNvCxnSpPr>
              <a:stCxn id="47" idx="3"/>
              <a:endCxn id="83" idx="1"/>
            </p:cNvCxnSpPr>
            <p:nvPr/>
          </p:nvCxnSpPr>
          <p:spPr>
            <a:xfrm>
              <a:off x="3254087" y="3335369"/>
              <a:ext cx="3764370" cy="1310697"/>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sp>
          <p:nvSpPr>
            <p:cNvPr id="47" name="Rectangle 46">
              <a:extLst>
                <a:ext uri="{FF2B5EF4-FFF2-40B4-BE49-F238E27FC236}">
                  <a16:creationId xmlns:a16="http://schemas.microsoft.com/office/drawing/2014/main" id="{2BA0CA5A-51B6-6CC2-A0B3-77A1CB65FA64}"/>
                </a:ext>
              </a:extLst>
            </p:cNvPr>
            <p:cNvSpPr/>
            <p:nvPr/>
          </p:nvSpPr>
          <p:spPr>
            <a:xfrm>
              <a:off x="1018288" y="3088672"/>
              <a:ext cx="2235799"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Specific assumptions</a:t>
              </a:r>
            </a:p>
          </p:txBody>
        </p:sp>
        <p:cxnSp>
          <p:nvCxnSpPr>
            <p:cNvPr id="100" name="Straight Arrow Connector 99">
              <a:extLst>
                <a:ext uri="{FF2B5EF4-FFF2-40B4-BE49-F238E27FC236}">
                  <a16:creationId xmlns:a16="http://schemas.microsoft.com/office/drawing/2014/main" id="{D4382CBC-25B4-093A-2FB4-EA1CE7BA6E73}"/>
                </a:ext>
              </a:extLst>
            </p:cNvPr>
            <p:cNvCxnSpPr>
              <a:stCxn id="47" idx="3"/>
              <a:endCxn id="55" idx="1"/>
            </p:cNvCxnSpPr>
            <p:nvPr/>
          </p:nvCxnSpPr>
          <p:spPr>
            <a:xfrm>
              <a:off x="3254087" y="3335369"/>
              <a:ext cx="1000505" cy="168866"/>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sp>
          <p:nvSpPr>
            <p:cNvPr id="50" name="Rectangle 49">
              <a:extLst>
                <a:ext uri="{FF2B5EF4-FFF2-40B4-BE49-F238E27FC236}">
                  <a16:creationId xmlns:a16="http://schemas.microsoft.com/office/drawing/2014/main" id="{A2589ECB-4FEC-8822-C293-1E80E4AE1244}"/>
                </a:ext>
              </a:extLst>
            </p:cNvPr>
            <p:cNvSpPr/>
            <p:nvPr/>
          </p:nvSpPr>
          <p:spPr>
            <a:xfrm>
              <a:off x="4674939" y="1884557"/>
              <a:ext cx="3316669"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General mathematical framework</a:t>
              </a:r>
            </a:p>
          </p:txBody>
        </p:sp>
        <p:sp>
          <p:nvSpPr>
            <p:cNvPr id="55" name="Rectangle 54">
              <a:extLst>
                <a:ext uri="{FF2B5EF4-FFF2-40B4-BE49-F238E27FC236}">
                  <a16:creationId xmlns:a16="http://schemas.microsoft.com/office/drawing/2014/main" id="{9867F18A-C6C4-6631-7C5A-2CA171BE9DF4}"/>
                </a:ext>
              </a:extLst>
            </p:cNvPr>
            <p:cNvSpPr/>
            <p:nvPr/>
          </p:nvSpPr>
          <p:spPr>
            <a:xfrm>
              <a:off x="4254592" y="3132989"/>
              <a:ext cx="1443880" cy="742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Classical mechanics</a:t>
              </a:r>
            </a:p>
          </p:txBody>
        </p:sp>
        <p:cxnSp>
          <p:nvCxnSpPr>
            <p:cNvPr id="61" name="Connector: Elbow 60">
              <a:extLst>
                <a:ext uri="{FF2B5EF4-FFF2-40B4-BE49-F238E27FC236}">
                  <a16:creationId xmlns:a16="http://schemas.microsoft.com/office/drawing/2014/main" id="{AA5318C7-8417-DF7C-C752-CCB6F8A4A3D7}"/>
                </a:ext>
              </a:extLst>
            </p:cNvPr>
            <p:cNvCxnSpPr>
              <a:cxnSpLocks/>
              <a:stCxn id="82" idx="0"/>
              <a:endCxn id="50" idx="2"/>
            </p:cNvCxnSpPr>
            <p:nvPr/>
          </p:nvCxnSpPr>
          <p:spPr>
            <a:xfrm rot="5400000" flipH="1" flipV="1">
              <a:off x="4697712" y="2857562"/>
              <a:ext cx="2115173" cy="1155949"/>
            </a:xfrm>
            <a:prstGeom prst="bentConnector3">
              <a:avLst>
                <a:gd name="adj1" fmla="val 15814"/>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F4BDF83E-D03B-A807-7306-AB39588802C5}"/>
                </a:ext>
              </a:extLst>
            </p:cNvPr>
            <p:cNvCxnSpPr>
              <a:cxnSpLocks/>
              <a:stCxn id="81" idx="0"/>
              <a:endCxn id="50" idx="2"/>
            </p:cNvCxnSpPr>
            <p:nvPr/>
          </p:nvCxnSpPr>
          <p:spPr>
            <a:xfrm rot="16200000" flipV="1">
              <a:off x="6618573" y="2092651"/>
              <a:ext cx="732423" cy="1303018"/>
            </a:xfrm>
            <a:prstGeom prst="bentConnector3">
              <a:avLst>
                <a:gd name="adj1" fmla="val 46709"/>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CAFFAC0F-4D84-36A4-60F4-D1DF1584C7E3}"/>
                </a:ext>
              </a:extLst>
            </p:cNvPr>
            <p:cNvCxnSpPr>
              <a:cxnSpLocks/>
              <a:stCxn id="83" idx="0"/>
              <a:endCxn id="50" idx="2"/>
            </p:cNvCxnSpPr>
            <p:nvPr/>
          </p:nvCxnSpPr>
          <p:spPr>
            <a:xfrm rot="16200000" flipV="1">
              <a:off x="5828213" y="2883011"/>
              <a:ext cx="2021420" cy="1011298"/>
            </a:xfrm>
            <a:prstGeom prst="bentConnector3">
              <a:avLst>
                <a:gd name="adj1" fmla="val 11844"/>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0A5607E8-01B8-AB17-62C2-FEB71456DCDF}"/>
                </a:ext>
              </a:extLst>
            </p:cNvPr>
            <p:cNvCxnSpPr>
              <a:cxnSpLocks/>
              <a:stCxn id="55" idx="0"/>
              <a:endCxn id="50" idx="2"/>
            </p:cNvCxnSpPr>
            <p:nvPr/>
          </p:nvCxnSpPr>
          <p:spPr>
            <a:xfrm rot="5400000" flipH="1" flipV="1">
              <a:off x="5277382" y="2077098"/>
              <a:ext cx="755040" cy="1356742"/>
            </a:xfrm>
            <a:prstGeom prst="bentConnector3">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78F1B12-6402-8417-5D4D-4561E309C890}"/>
                </a:ext>
              </a:extLst>
            </p:cNvPr>
            <p:cNvSpPr txBox="1"/>
            <p:nvPr/>
          </p:nvSpPr>
          <p:spPr>
            <a:xfrm>
              <a:off x="1018288" y="4674991"/>
              <a:ext cx="1448281" cy="369332"/>
            </a:xfrm>
            <a:prstGeom prst="rect">
              <a:avLst/>
            </a:prstGeom>
            <a:noFill/>
          </p:spPr>
          <p:txBody>
            <a:bodyPr wrap="none" rtlCol="0">
              <a:spAutoFit/>
            </a:bodyPr>
            <a:lstStyle/>
            <a:p>
              <a:r>
                <a:rPr lang="en-US" dirty="0"/>
                <a:t>specialization</a:t>
              </a:r>
            </a:p>
          </p:txBody>
        </p:sp>
        <p:cxnSp>
          <p:nvCxnSpPr>
            <p:cNvPr id="25" name="Straight Arrow Connector 24">
              <a:extLst>
                <a:ext uri="{FF2B5EF4-FFF2-40B4-BE49-F238E27FC236}">
                  <a16:creationId xmlns:a16="http://schemas.microsoft.com/office/drawing/2014/main" id="{363F4759-7443-71D3-0F39-79A31AAFF655}"/>
                </a:ext>
              </a:extLst>
            </p:cNvPr>
            <p:cNvCxnSpPr>
              <a:cxnSpLocks/>
            </p:cNvCxnSpPr>
            <p:nvPr/>
          </p:nvCxnSpPr>
          <p:spPr>
            <a:xfrm flipV="1">
              <a:off x="871765" y="4664851"/>
              <a:ext cx="0" cy="43403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02DA4AF3-03BA-693A-5F74-F35B68D85F1E}"/>
                </a:ext>
              </a:extLst>
            </p:cNvPr>
            <p:cNvSpPr/>
            <p:nvPr/>
          </p:nvSpPr>
          <p:spPr>
            <a:xfrm>
              <a:off x="6914352" y="3110371"/>
              <a:ext cx="1443880" cy="742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Quantum mechanics</a:t>
              </a:r>
            </a:p>
          </p:txBody>
        </p:sp>
        <p:sp>
          <p:nvSpPr>
            <p:cNvPr id="82" name="Rectangle 81">
              <a:extLst>
                <a:ext uri="{FF2B5EF4-FFF2-40B4-BE49-F238E27FC236}">
                  <a16:creationId xmlns:a16="http://schemas.microsoft.com/office/drawing/2014/main" id="{0CC58172-C520-8D9B-3459-7D95656965CC}"/>
                </a:ext>
              </a:extLst>
            </p:cNvPr>
            <p:cNvSpPr/>
            <p:nvPr/>
          </p:nvSpPr>
          <p:spPr>
            <a:xfrm>
              <a:off x="4215348" y="4493122"/>
              <a:ext cx="1923953"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Thermodynamics</a:t>
              </a:r>
            </a:p>
          </p:txBody>
        </p:sp>
        <p:sp>
          <p:nvSpPr>
            <p:cNvPr id="83" name="Rectangle 82">
              <a:extLst>
                <a:ext uri="{FF2B5EF4-FFF2-40B4-BE49-F238E27FC236}">
                  <a16:creationId xmlns:a16="http://schemas.microsoft.com/office/drawing/2014/main" id="{38E4A39E-4020-45F7-2594-D0FCE4CD7932}"/>
                </a:ext>
              </a:extLst>
            </p:cNvPr>
            <p:cNvSpPr/>
            <p:nvPr/>
          </p:nvSpPr>
          <p:spPr>
            <a:xfrm>
              <a:off x="7018456" y="4399369"/>
              <a:ext cx="652228"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t>
              </a:r>
            </a:p>
          </p:txBody>
        </p:sp>
        <p:sp>
          <p:nvSpPr>
            <p:cNvPr id="113" name="TextBox 112">
              <a:extLst>
                <a:ext uri="{FF2B5EF4-FFF2-40B4-BE49-F238E27FC236}">
                  <a16:creationId xmlns:a16="http://schemas.microsoft.com/office/drawing/2014/main" id="{38D0531C-598B-7E8A-5278-A46F910A073D}"/>
                </a:ext>
              </a:extLst>
            </p:cNvPr>
            <p:cNvSpPr txBox="1"/>
            <p:nvPr/>
          </p:nvSpPr>
          <p:spPr>
            <a:xfrm>
              <a:off x="1048233" y="4055438"/>
              <a:ext cx="1137747" cy="369332"/>
            </a:xfrm>
            <a:prstGeom prst="rect">
              <a:avLst/>
            </a:prstGeom>
            <a:noFill/>
          </p:spPr>
          <p:txBody>
            <a:bodyPr wrap="none" rtlCol="0">
              <a:spAutoFit/>
            </a:bodyPr>
            <a:lstStyle/>
            <a:p>
              <a:r>
                <a:rPr lang="en-US" dirty="0"/>
                <a:t>derivation</a:t>
              </a:r>
            </a:p>
          </p:txBody>
        </p:sp>
        <p:cxnSp>
          <p:nvCxnSpPr>
            <p:cNvPr id="114" name="Straight Arrow Connector 113">
              <a:extLst>
                <a:ext uri="{FF2B5EF4-FFF2-40B4-BE49-F238E27FC236}">
                  <a16:creationId xmlns:a16="http://schemas.microsoft.com/office/drawing/2014/main" id="{9F4D4F6C-6B11-53FA-711E-B9280B955F92}"/>
                </a:ext>
              </a:extLst>
            </p:cNvPr>
            <p:cNvCxnSpPr>
              <a:cxnSpLocks/>
              <a:endCxn id="113" idx="1"/>
            </p:cNvCxnSpPr>
            <p:nvPr/>
          </p:nvCxnSpPr>
          <p:spPr>
            <a:xfrm>
              <a:off x="685800" y="4240104"/>
              <a:ext cx="362433" cy="0"/>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grpSp>
      <p:sp>
        <p:nvSpPr>
          <p:cNvPr id="40" name="Title 1">
            <a:extLst>
              <a:ext uri="{FF2B5EF4-FFF2-40B4-BE49-F238E27FC236}">
                <a16:creationId xmlns:a16="http://schemas.microsoft.com/office/drawing/2014/main" id="{84F99B99-C72E-9414-BC83-463ADD1512DF}"/>
              </a:ext>
            </a:extLst>
          </p:cNvPr>
          <p:cNvSpPr>
            <a:spLocks noGrp="1"/>
          </p:cNvSpPr>
          <p:nvPr>
            <p:ph type="title"/>
          </p:nvPr>
        </p:nvSpPr>
        <p:spPr>
          <a:xfrm>
            <a:off x="0" y="84779"/>
            <a:ext cx="8278347" cy="897424"/>
          </a:xfrm>
        </p:spPr>
        <p:txBody>
          <a:bodyPr>
            <a:noAutofit/>
          </a:bodyPr>
          <a:lstStyle/>
          <a:p>
            <a:r>
              <a:rPr lang="en-US" sz="3200" dirty="0"/>
              <a:t>Our view of the foundations of physics</a:t>
            </a:r>
          </a:p>
        </p:txBody>
      </p:sp>
      <p:sp>
        <p:nvSpPr>
          <p:cNvPr id="2" name="Slide Number Placeholder 1">
            <a:extLst>
              <a:ext uri="{FF2B5EF4-FFF2-40B4-BE49-F238E27FC236}">
                <a16:creationId xmlns:a16="http://schemas.microsoft.com/office/drawing/2014/main" id="{578D74EA-04FD-78DE-1E2A-033511C2F186}"/>
              </a:ext>
            </a:extLst>
          </p:cNvPr>
          <p:cNvSpPr>
            <a:spLocks noGrp="1"/>
          </p:cNvSpPr>
          <p:nvPr>
            <p:ph type="sldNum" sz="quarter" idx="13"/>
          </p:nvPr>
        </p:nvSpPr>
        <p:spPr/>
        <p:txBody>
          <a:bodyPr/>
          <a:lstStyle/>
          <a:p>
            <a:fld id="{F47845EA-7733-40EE-B074-20032348B727}" type="slidenum">
              <a:rPr lang="en-US" smtClean="0"/>
              <a:t>4</a:t>
            </a:fld>
            <a:endParaRPr lang="en-US"/>
          </a:p>
        </p:txBody>
      </p:sp>
      <p:sp>
        <p:nvSpPr>
          <p:cNvPr id="3" name="Footer Placeholder 2">
            <a:extLst>
              <a:ext uri="{FF2B5EF4-FFF2-40B4-BE49-F238E27FC236}">
                <a16:creationId xmlns:a16="http://schemas.microsoft.com/office/drawing/2014/main" id="{E0A826A5-3387-1E49-EB6B-6D687CF2B4DB}"/>
              </a:ext>
            </a:extLst>
          </p:cNvPr>
          <p:cNvSpPr>
            <a:spLocks noGrp="1"/>
          </p:cNvSpPr>
          <p:nvPr>
            <p:ph type="ftr" sz="quarter" idx="11"/>
          </p:nvPr>
        </p:nvSpPr>
        <p:spPr/>
        <p:txBody>
          <a:bodyPr/>
          <a:lstStyle/>
          <a:p>
            <a:r>
              <a:rPr lang="en-US"/>
              <a:t>Christine Aidala - University of Michigan</a:t>
            </a:r>
          </a:p>
        </p:txBody>
      </p:sp>
    </p:spTree>
    <p:extLst>
      <p:ext uri="{BB962C8B-B14F-4D97-AF65-F5344CB8AC3E}">
        <p14:creationId xmlns:p14="http://schemas.microsoft.com/office/powerpoint/2010/main" val="1173937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53FD256-8EF3-2CAD-3891-DA63FAC9AC45}"/>
              </a:ext>
            </a:extLst>
          </p:cNvPr>
          <p:cNvGrpSpPr/>
          <p:nvPr/>
        </p:nvGrpSpPr>
        <p:grpSpPr>
          <a:xfrm>
            <a:off x="4710071" y="429936"/>
            <a:ext cx="6874792" cy="2141013"/>
            <a:chOff x="399019" y="972049"/>
            <a:chExt cx="8637977" cy="2690121"/>
          </a:xfrm>
        </p:grpSpPr>
        <p:sp>
          <p:nvSpPr>
            <p:cNvPr id="5" name="Rectangle 4">
              <a:extLst>
                <a:ext uri="{FF2B5EF4-FFF2-40B4-BE49-F238E27FC236}">
                  <a16:creationId xmlns:a16="http://schemas.microsoft.com/office/drawing/2014/main" id="{029F3BCD-6C22-5015-4CA7-9B7479F446F0}"/>
                </a:ext>
              </a:extLst>
            </p:cNvPr>
            <p:cNvSpPr/>
            <p:nvPr/>
          </p:nvSpPr>
          <p:spPr>
            <a:xfrm>
              <a:off x="3795926" y="1329706"/>
              <a:ext cx="1844162" cy="89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Physical theory</a:t>
              </a:r>
            </a:p>
          </p:txBody>
        </p:sp>
        <p:sp>
          <p:nvSpPr>
            <p:cNvPr id="6" name="Rectangle 5">
              <a:extLst>
                <a:ext uri="{FF2B5EF4-FFF2-40B4-BE49-F238E27FC236}">
                  <a16:creationId xmlns:a16="http://schemas.microsoft.com/office/drawing/2014/main" id="{7576610B-CEA6-FBB0-B9B5-0D9BF37FBC18}"/>
                </a:ext>
              </a:extLst>
            </p:cNvPr>
            <p:cNvSpPr/>
            <p:nvPr/>
          </p:nvSpPr>
          <p:spPr>
            <a:xfrm>
              <a:off x="6976707" y="1329706"/>
              <a:ext cx="2060289" cy="89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Physical result/</a:t>
              </a:r>
              <a:br>
                <a:rPr lang="en-US" sz="1200" dirty="0"/>
              </a:br>
              <a:r>
                <a:rPr lang="en-US" sz="1200" dirty="0"/>
                <a:t>effect/prediction</a:t>
              </a:r>
            </a:p>
          </p:txBody>
        </p:sp>
        <p:sp>
          <p:nvSpPr>
            <p:cNvPr id="7" name="Rectangle 6">
              <a:extLst>
                <a:ext uri="{FF2B5EF4-FFF2-40B4-BE49-F238E27FC236}">
                  <a16:creationId xmlns:a16="http://schemas.microsoft.com/office/drawing/2014/main" id="{03BE36B8-A6D0-39C4-A154-AA905C41004F}"/>
                </a:ext>
              </a:extLst>
            </p:cNvPr>
            <p:cNvSpPr/>
            <p:nvPr/>
          </p:nvSpPr>
          <p:spPr>
            <a:xfrm>
              <a:off x="399019" y="1329706"/>
              <a:ext cx="2060289" cy="89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Smallest set of assumptions required to rederive the theory</a:t>
              </a:r>
            </a:p>
          </p:txBody>
        </p:sp>
        <p:sp>
          <p:nvSpPr>
            <p:cNvPr id="8" name="Rectangle 7">
              <a:extLst>
                <a:ext uri="{FF2B5EF4-FFF2-40B4-BE49-F238E27FC236}">
                  <a16:creationId xmlns:a16="http://schemas.microsoft.com/office/drawing/2014/main" id="{33F24E5E-CCFF-20CC-B578-D81013155CA4}"/>
                </a:ext>
              </a:extLst>
            </p:cNvPr>
            <p:cNvSpPr/>
            <p:nvPr/>
          </p:nvSpPr>
          <p:spPr>
            <a:xfrm>
              <a:off x="3795926" y="2764005"/>
              <a:ext cx="1844162" cy="89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Theorem</a:t>
              </a:r>
            </a:p>
          </p:txBody>
        </p:sp>
        <p:sp>
          <p:nvSpPr>
            <p:cNvPr id="9" name="Rectangle 8">
              <a:extLst>
                <a:ext uri="{FF2B5EF4-FFF2-40B4-BE49-F238E27FC236}">
                  <a16:creationId xmlns:a16="http://schemas.microsoft.com/office/drawing/2014/main" id="{FDF5662A-11CC-A9A5-85A4-0EB4819E5760}"/>
                </a:ext>
              </a:extLst>
            </p:cNvPr>
            <p:cNvSpPr/>
            <p:nvPr/>
          </p:nvSpPr>
          <p:spPr>
            <a:xfrm>
              <a:off x="6976707" y="2764004"/>
              <a:ext cx="2060289" cy="89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Mathematical result/</a:t>
              </a:r>
              <a:br>
                <a:rPr lang="en-US" sz="1200" dirty="0"/>
              </a:br>
              <a:r>
                <a:rPr lang="en-US" sz="1200" dirty="0"/>
                <a:t>corollary/calculation</a:t>
              </a:r>
            </a:p>
          </p:txBody>
        </p:sp>
        <p:sp>
          <p:nvSpPr>
            <p:cNvPr id="10" name="Rectangle 9">
              <a:extLst>
                <a:ext uri="{FF2B5EF4-FFF2-40B4-BE49-F238E27FC236}">
                  <a16:creationId xmlns:a16="http://schemas.microsoft.com/office/drawing/2014/main" id="{C3283CDD-E5A5-6865-61C6-6F42896B003B}"/>
                </a:ext>
              </a:extLst>
            </p:cNvPr>
            <p:cNvSpPr/>
            <p:nvPr/>
          </p:nvSpPr>
          <p:spPr>
            <a:xfrm>
              <a:off x="399019" y="2755319"/>
              <a:ext cx="2060288" cy="898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Smallest set of axioms required to prove the theorem</a:t>
              </a:r>
            </a:p>
          </p:txBody>
        </p:sp>
        <p:sp>
          <p:nvSpPr>
            <p:cNvPr id="11" name="TextBox 10">
              <a:extLst>
                <a:ext uri="{FF2B5EF4-FFF2-40B4-BE49-F238E27FC236}">
                  <a16:creationId xmlns:a16="http://schemas.microsoft.com/office/drawing/2014/main" id="{9A43AB2F-47D9-0ADF-0D6F-11DFC381E15E}"/>
                </a:ext>
              </a:extLst>
            </p:cNvPr>
            <p:cNvSpPr txBox="1"/>
            <p:nvPr/>
          </p:nvSpPr>
          <p:spPr>
            <a:xfrm>
              <a:off x="5919156" y="972049"/>
              <a:ext cx="794614" cy="348041"/>
            </a:xfrm>
            <a:prstGeom prst="rect">
              <a:avLst/>
            </a:prstGeom>
            <a:noFill/>
          </p:spPr>
          <p:txBody>
            <a:bodyPr wrap="none" rtlCol="0">
              <a:spAutoFit/>
            </a:bodyPr>
            <a:lstStyle/>
            <a:p>
              <a:r>
                <a:rPr lang="en-US" sz="1200" dirty="0"/>
                <a:t>Physics</a:t>
              </a:r>
            </a:p>
          </p:txBody>
        </p:sp>
        <p:sp>
          <p:nvSpPr>
            <p:cNvPr id="12" name="TextBox 11">
              <a:extLst>
                <a:ext uri="{FF2B5EF4-FFF2-40B4-BE49-F238E27FC236}">
                  <a16:creationId xmlns:a16="http://schemas.microsoft.com/office/drawing/2014/main" id="{96B2CE97-EF76-6FBD-8BF6-63958D3DF9F5}"/>
                </a:ext>
              </a:extLst>
            </p:cNvPr>
            <p:cNvSpPr txBox="1"/>
            <p:nvPr/>
          </p:nvSpPr>
          <p:spPr>
            <a:xfrm>
              <a:off x="5670562" y="2406347"/>
              <a:ext cx="1263743" cy="348041"/>
            </a:xfrm>
            <a:prstGeom prst="rect">
              <a:avLst/>
            </a:prstGeom>
            <a:noFill/>
          </p:spPr>
          <p:txBody>
            <a:bodyPr wrap="none" rtlCol="0">
              <a:spAutoFit/>
            </a:bodyPr>
            <a:lstStyle/>
            <a:p>
              <a:r>
                <a:rPr lang="en-US" sz="1200" dirty="0"/>
                <a:t>Mathematics</a:t>
              </a:r>
            </a:p>
          </p:txBody>
        </p:sp>
        <p:sp>
          <p:nvSpPr>
            <p:cNvPr id="13" name="TextBox 12">
              <a:extLst>
                <a:ext uri="{FF2B5EF4-FFF2-40B4-BE49-F238E27FC236}">
                  <a16:creationId xmlns:a16="http://schemas.microsoft.com/office/drawing/2014/main" id="{D511A4CC-2AB0-C80D-0310-4CB077E92EAC}"/>
                </a:ext>
              </a:extLst>
            </p:cNvPr>
            <p:cNvSpPr txBox="1"/>
            <p:nvPr/>
          </p:nvSpPr>
          <p:spPr>
            <a:xfrm>
              <a:off x="2138980" y="2406347"/>
              <a:ext cx="1922927" cy="348041"/>
            </a:xfrm>
            <a:prstGeom prst="rect">
              <a:avLst/>
            </a:prstGeom>
            <a:noFill/>
          </p:spPr>
          <p:txBody>
            <a:bodyPr wrap="none" rtlCol="0">
              <a:spAutoFit/>
            </a:bodyPr>
            <a:lstStyle/>
            <a:p>
              <a:r>
                <a:rPr lang="en-US" sz="1200" dirty="0"/>
                <a:t>Reverse Mathematics</a:t>
              </a:r>
            </a:p>
          </p:txBody>
        </p:sp>
        <p:sp>
          <p:nvSpPr>
            <p:cNvPr id="14" name="TextBox 13">
              <a:extLst>
                <a:ext uri="{FF2B5EF4-FFF2-40B4-BE49-F238E27FC236}">
                  <a16:creationId xmlns:a16="http://schemas.microsoft.com/office/drawing/2014/main" id="{D90093B7-F63D-5525-9E8E-40428990E2CA}"/>
                </a:ext>
              </a:extLst>
            </p:cNvPr>
            <p:cNvSpPr txBox="1"/>
            <p:nvPr/>
          </p:nvSpPr>
          <p:spPr>
            <a:xfrm>
              <a:off x="2387574" y="977841"/>
              <a:ext cx="1453797" cy="348041"/>
            </a:xfrm>
            <a:prstGeom prst="rect">
              <a:avLst/>
            </a:prstGeom>
            <a:noFill/>
          </p:spPr>
          <p:txBody>
            <a:bodyPr wrap="none" rtlCol="0">
              <a:spAutoFit/>
            </a:bodyPr>
            <a:lstStyle/>
            <a:p>
              <a:r>
                <a:rPr lang="en-US" sz="1200" dirty="0"/>
                <a:t>Reverse Physics</a:t>
              </a:r>
            </a:p>
          </p:txBody>
        </p:sp>
        <p:sp>
          <p:nvSpPr>
            <p:cNvPr id="15" name="Arrow: Right 14">
              <a:extLst>
                <a:ext uri="{FF2B5EF4-FFF2-40B4-BE49-F238E27FC236}">
                  <a16:creationId xmlns:a16="http://schemas.microsoft.com/office/drawing/2014/main" id="{BB041DDA-3315-88BA-4B5D-0B523133EFB6}"/>
                </a:ext>
              </a:extLst>
            </p:cNvPr>
            <p:cNvSpPr/>
            <p:nvPr/>
          </p:nvSpPr>
          <p:spPr>
            <a:xfrm>
              <a:off x="5841981" y="1582148"/>
              <a:ext cx="932834" cy="393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Arrow: Right 15">
              <a:extLst>
                <a:ext uri="{FF2B5EF4-FFF2-40B4-BE49-F238E27FC236}">
                  <a16:creationId xmlns:a16="http://schemas.microsoft.com/office/drawing/2014/main" id="{BF303E98-5098-A28D-C12A-2C380EA534C8}"/>
                </a:ext>
              </a:extLst>
            </p:cNvPr>
            <p:cNvSpPr/>
            <p:nvPr/>
          </p:nvSpPr>
          <p:spPr>
            <a:xfrm>
              <a:off x="5841981" y="3016446"/>
              <a:ext cx="932834" cy="393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Arrow: Right 16">
              <a:extLst>
                <a:ext uri="{FF2B5EF4-FFF2-40B4-BE49-F238E27FC236}">
                  <a16:creationId xmlns:a16="http://schemas.microsoft.com/office/drawing/2014/main" id="{673ABAFE-21B5-F1AC-9A63-E9A373BC731A}"/>
                </a:ext>
              </a:extLst>
            </p:cNvPr>
            <p:cNvSpPr/>
            <p:nvPr/>
          </p:nvSpPr>
          <p:spPr>
            <a:xfrm flipH="1">
              <a:off x="2661200" y="1577251"/>
              <a:ext cx="932834" cy="393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 name="Arrow: Right 17">
              <a:extLst>
                <a:ext uri="{FF2B5EF4-FFF2-40B4-BE49-F238E27FC236}">
                  <a16:creationId xmlns:a16="http://schemas.microsoft.com/office/drawing/2014/main" id="{A86F3F47-F806-C396-9164-5D3FBBA5C453}"/>
                </a:ext>
              </a:extLst>
            </p:cNvPr>
            <p:cNvSpPr/>
            <p:nvPr/>
          </p:nvSpPr>
          <p:spPr>
            <a:xfrm flipH="1">
              <a:off x="2661199" y="3016446"/>
              <a:ext cx="932834" cy="393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19" name="TextBox 18">
            <a:extLst>
              <a:ext uri="{FF2B5EF4-FFF2-40B4-BE49-F238E27FC236}">
                <a16:creationId xmlns:a16="http://schemas.microsoft.com/office/drawing/2014/main" id="{DA84E64C-F062-6186-BFB5-ADE119629F4D}"/>
              </a:ext>
            </a:extLst>
          </p:cNvPr>
          <p:cNvSpPr txBox="1"/>
          <p:nvPr/>
        </p:nvSpPr>
        <p:spPr>
          <a:xfrm>
            <a:off x="312183" y="429936"/>
            <a:ext cx="4138083" cy="1692771"/>
          </a:xfrm>
          <a:prstGeom prst="rect">
            <a:avLst/>
          </a:prstGeom>
          <a:noFill/>
        </p:spPr>
        <p:txBody>
          <a:bodyPr wrap="square" rtlCol="0">
            <a:spAutoFit/>
          </a:bodyPr>
          <a:lstStyle/>
          <a:p>
            <a:r>
              <a:rPr lang="en-US" sz="3200" i="1" dirty="0">
                <a:latin typeface="+mj-lt"/>
              </a:rPr>
              <a:t>Reverse Physics</a:t>
            </a:r>
            <a:r>
              <a:rPr lang="en-US" sz="3200" dirty="0">
                <a:latin typeface="+mj-lt"/>
              </a:rPr>
              <a:t>:</a:t>
            </a:r>
            <a:br>
              <a:rPr lang="en-US" sz="3200" dirty="0">
                <a:latin typeface="+mj-lt"/>
              </a:rPr>
            </a:br>
            <a:r>
              <a:rPr lang="en-US" sz="2400" dirty="0"/>
              <a:t>Start with the equations,</a:t>
            </a:r>
            <a:br>
              <a:rPr lang="en-US" sz="2400" dirty="0"/>
            </a:br>
            <a:r>
              <a:rPr lang="en-US" sz="2400" dirty="0"/>
              <a:t>reverse engineer physical assumptions/principles</a:t>
            </a:r>
            <a:endParaRPr lang="en-US" sz="3200" dirty="0"/>
          </a:p>
        </p:txBody>
      </p:sp>
      <p:sp>
        <p:nvSpPr>
          <p:cNvPr id="20" name="TextBox 19">
            <a:extLst>
              <a:ext uri="{FF2B5EF4-FFF2-40B4-BE49-F238E27FC236}">
                <a16:creationId xmlns:a16="http://schemas.microsoft.com/office/drawing/2014/main" id="{0E5EBCFB-6C69-2A78-7DC7-BB2C9F6E8688}"/>
              </a:ext>
            </a:extLst>
          </p:cNvPr>
          <p:cNvSpPr txBox="1"/>
          <p:nvPr/>
        </p:nvSpPr>
        <p:spPr>
          <a:xfrm>
            <a:off x="312183" y="2889928"/>
            <a:ext cx="11634284" cy="369332"/>
          </a:xfrm>
          <a:prstGeom prst="rect">
            <a:avLst/>
          </a:prstGeom>
          <a:noFill/>
        </p:spPr>
        <p:txBody>
          <a:bodyPr wrap="square" rtlCol="0">
            <a:spAutoFit/>
          </a:bodyPr>
          <a:lstStyle/>
          <a:p>
            <a:r>
              <a:rPr lang="en-US" dirty="0"/>
              <a:t>Goal: find the right overall physical concepts, “elevate” the discussion from mathematical constructs to physical principles</a:t>
            </a:r>
          </a:p>
        </p:txBody>
      </p:sp>
      <p:sp>
        <p:nvSpPr>
          <p:cNvPr id="21" name="TextBox 20">
            <a:extLst>
              <a:ext uri="{FF2B5EF4-FFF2-40B4-BE49-F238E27FC236}">
                <a16:creationId xmlns:a16="http://schemas.microsoft.com/office/drawing/2014/main" id="{BFA56BD7-6D62-3C17-6715-106FC651938E}"/>
              </a:ext>
            </a:extLst>
          </p:cNvPr>
          <p:cNvSpPr txBox="1"/>
          <p:nvPr/>
        </p:nvSpPr>
        <p:spPr>
          <a:xfrm>
            <a:off x="312184" y="3619907"/>
            <a:ext cx="4327550" cy="1692771"/>
          </a:xfrm>
          <a:prstGeom prst="rect">
            <a:avLst/>
          </a:prstGeom>
          <a:noFill/>
        </p:spPr>
        <p:txBody>
          <a:bodyPr wrap="square" rtlCol="0">
            <a:spAutoFit/>
          </a:bodyPr>
          <a:lstStyle/>
          <a:p>
            <a:r>
              <a:rPr lang="en-US" sz="3200" i="1" dirty="0">
                <a:latin typeface="+mj-lt"/>
              </a:rPr>
              <a:t>Physical Mathematics</a:t>
            </a:r>
            <a:r>
              <a:rPr lang="en-US" sz="3200" dirty="0">
                <a:latin typeface="+mj-lt"/>
              </a:rPr>
              <a:t>: </a:t>
            </a:r>
            <a:r>
              <a:rPr lang="en-US" sz="2400" dirty="0"/>
              <a:t>Start from scratch and rederive all mathematical structures from physical requirements</a:t>
            </a:r>
            <a:endParaRPr lang="en-US" sz="3200" dirty="0"/>
          </a:p>
        </p:txBody>
      </p:sp>
      <p:sp>
        <p:nvSpPr>
          <p:cNvPr id="22" name="TextBox 21">
            <a:extLst>
              <a:ext uri="{FF2B5EF4-FFF2-40B4-BE49-F238E27FC236}">
                <a16:creationId xmlns:a16="http://schemas.microsoft.com/office/drawing/2014/main" id="{228CA008-AC4D-7585-97AA-7CB9439BF587}"/>
              </a:ext>
            </a:extLst>
          </p:cNvPr>
          <p:cNvSpPr txBox="1"/>
          <p:nvPr/>
        </p:nvSpPr>
        <p:spPr>
          <a:xfrm>
            <a:off x="312183" y="5752716"/>
            <a:ext cx="11634283" cy="369332"/>
          </a:xfrm>
          <a:prstGeom prst="rect">
            <a:avLst/>
          </a:prstGeom>
          <a:noFill/>
        </p:spPr>
        <p:txBody>
          <a:bodyPr wrap="square" rtlCol="0">
            <a:spAutoFit/>
          </a:bodyPr>
          <a:lstStyle/>
          <a:p>
            <a:r>
              <a:rPr lang="en-US" dirty="0"/>
              <a:t>Goal: get the details right, perfect one-to-one map between mathematical and physical objects</a:t>
            </a:r>
          </a:p>
        </p:txBody>
      </p:sp>
      <p:grpSp>
        <p:nvGrpSpPr>
          <p:cNvPr id="23" name="Group 22">
            <a:extLst>
              <a:ext uri="{FF2B5EF4-FFF2-40B4-BE49-F238E27FC236}">
                <a16:creationId xmlns:a16="http://schemas.microsoft.com/office/drawing/2014/main" id="{BCBEDE08-09D5-7EFF-9987-91627F5B13A4}"/>
              </a:ext>
            </a:extLst>
          </p:cNvPr>
          <p:cNvGrpSpPr/>
          <p:nvPr/>
        </p:nvGrpSpPr>
        <p:grpSpPr>
          <a:xfrm>
            <a:off x="5255523" y="3578239"/>
            <a:ext cx="2854992" cy="1887622"/>
            <a:chOff x="5664688" y="1950599"/>
            <a:chExt cx="3247734" cy="2147290"/>
          </a:xfrm>
        </p:grpSpPr>
        <p:sp>
          <p:nvSpPr>
            <p:cNvPr id="24" name="Rectangle 23">
              <a:extLst>
                <a:ext uri="{FF2B5EF4-FFF2-40B4-BE49-F238E27FC236}">
                  <a16:creationId xmlns:a16="http://schemas.microsoft.com/office/drawing/2014/main" id="{8B6C4FC1-812B-C0D6-72F4-02BE99A16AC0}"/>
                </a:ext>
              </a:extLst>
            </p:cNvPr>
            <p:cNvSpPr/>
            <p:nvPr/>
          </p:nvSpPr>
          <p:spPr>
            <a:xfrm>
              <a:off x="6719639" y="1950599"/>
              <a:ext cx="1203649" cy="58607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Physics</a:t>
              </a:r>
            </a:p>
          </p:txBody>
        </p:sp>
        <p:sp>
          <p:nvSpPr>
            <p:cNvPr id="25" name="Rectangle 24">
              <a:extLst>
                <a:ext uri="{FF2B5EF4-FFF2-40B4-BE49-F238E27FC236}">
                  <a16:creationId xmlns:a16="http://schemas.microsoft.com/office/drawing/2014/main" id="{28C3AA9D-ECB2-0F25-ACE9-B17F803D53B0}"/>
                </a:ext>
              </a:extLst>
            </p:cNvPr>
            <p:cNvSpPr/>
            <p:nvPr/>
          </p:nvSpPr>
          <p:spPr>
            <a:xfrm>
              <a:off x="6719638" y="3511811"/>
              <a:ext cx="1533029" cy="586078"/>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Physical mathematics</a:t>
              </a:r>
            </a:p>
          </p:txBody>
        </p:sp>
        <p:sp>
          <p:nvSpPr>
            <p:cNvPr id="26" name="Rectangle 25">
              <a:extLst>
                <a:ext uri="{FF2B5EF4-FFF2-40B4-BE49-F238E27FC236}">
                  <a16:creationId xmlns:a16="http://schemas.microsoft.com/office/drawing/2014/main" id="{200AEFC6-FB5C-7016-C007-BC5685F5DCF3}"/>
                </a:ext>
              </a:extLst>
            </p:cNvPr>
            <p:cNvSpPr/>
            <p:nvPr/>
          </p:nvSpPr>
          <p:spPr>
            <a:xfrm>
              <a:off x="5664688" y="2701218"/>
              <a:ext cx="1533029" cy="58607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Physical requirements</a:t>
              </a:r>
            </a:p>
          </p:txBody>
        </p:sp>
        <p:sp>
          <p:nvSpPr>
            <p:cNvPr id="27" name="Rectangle 26">
              <a:extLst>
                <a:ext uri="{FF2B5EF4-FFF2-40B4-BE49-F238E27FC236}">
                  <a16:creationId xmlns:a16="http://schemas.microsoft.com/office/drawing/2014/main" id="{BC21D225-5FE0-2CC6-CD7A-D80DB11F3DD9}"/>
                </a:ext>
              </a:extLst>
            </p:cNvPr>
            <p:cNvSpPr/>
            <p:nvPr/>
          </p:nvSpPr>
          <p:spPr>
            <a:xfrm>
              <a:off x="7379393" y="2701217"/>
              <a:ext cx="1533029" cy="586079"/>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Semantics</a:t>
              </a:r>
            </a:p>
          </p:txBody>
        </p:sp>
        <p:cxnSp>
          <p:nvCxnSpPr>
            <p:cNvPr id="28" name="Connector: Elbow 27">
              <a:extLst>
                <a:ext uri="{FF2B5EF4-FFF2-40B4-BE49-F238E27FC236}">
                  <a16:creationId xmlns:a16="http://schemas.microsoft.com/office/drawing/2014/main" id="{385D63F1-0B84-79A7-5A6D-89F1784C6586}"/>
                </a:ext>
              </a:extLst>
            </p:cNvPr>
            <p:cNvCxnSpPr>
              <a:cxnSpLocks/>
              <a:stCxn id="24" idx="1"/>
              <a:endCxn id="26" idx="0"/>
            </p:cNvCxnSpPr>
            <p:nvPr/>
          </p:nvCxnSpPr>
          <p:spPr>
            <a:xfrm rot="10800000" flipV="1">
              <a:off x="6431203" y="2243638"/>
              <a:ext cx="288436" cy="45757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9" name="Connector: Elbow 28">
              <a:extLst>
                <a:ext uri="{FF2B5EF4-FFF2-40B4-BE49-F238E27FC236}">
                  <a16:creationId xmlns:a16="http://schemas.microsoft.com/office/drawing/2014/main" id="{48E3DC06-D692-BA12-57A9-7D57B0F99690}"/>
                </a:ext>
              </a:extLst>
            </p:cNvPr>
            <p:cNvCxnSpPr>
              <a:cxnSpLocks/>
              <a:stCxn id="24" idx="3"/>
              <a:endCxn id="27" idx="0"/>
            </p:cNvCxnSpPr>
            <p:nvPr/>
          </p:nvCxnSpPr>
          <p:spPr>
            <a:xfrm>
              <a:off x="7923288" y="2243639"/>
              <a:ext cx="222620" cy="45757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ctor: Elbow 29">
              <a:extLst>
                <a:ext uri="{FF2B5EF4-FFF2-40B4-BE49-F238E27FC236}">
                  <a16:creationId xmlns:a16="http://schemas.microsoft.com/office/drawing/2014/main" id="{3532B734-C3AA-F223-19DB-DBDF89C0C67C}"/>
                </a:ext>
              </a:extLst>
            </p:cNvPr>
            <p:cNvCxnSpPr>
              <a:cxnSpLocks/>
              <a:stCxn id="26" idx="2"/>
              <a:endCxn id="25" idx="1"/>
            </p:cNvCxnSpPr>
            <p:nvPr/>
          </p:nvCxnSpPr>
          <p:spPr>
            <a:xfrm rot="16200000" flipH="1">
              <a:off x="6316644" y="3401855"/>
              <a:ext cx="517554" cy="28843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sp>
        <p:nvSpPr>
          <p:cNvPr id="3" name="TextBox 2">
            <a:extLst>
              <a:ext uri="{FF2B5EF4-FFF2-40B4-BE49-F238E27FC236}">
                <a16:creationId xmlns:a16="http://schemas.microsoft.com/office/drawing/2014/main" id="{06E67379-7191-B0CE-50CB-FD5FCC991021}"/>
              </a:ext>
            </a:extLst>
          </p:cNvPr>
          <p:cNvSpPr txBox="1"/>
          <p:nvPr/>
        </p:nvSpPr>
        <p:spPr>
          <a:xfrm>
            <a:off x="1729209" y="2113443"/>
            <a:ext cx="2648867" cy="369332"/>
          </a:xfrm>
          <a:prstGeom prst="rect">
            <a:avLst/>
          </a:prstGeom>
          <a:noFill/>
        </p:spPr>
        <p:txBody>
          <a:bodyPr wrap="none">
            <a:spAutoFit/>
          </a:bodyPr>
          <a:lstStyle/>
          <a:p>
            <a:r>
              <a:rPr lang="en-US" i="1" dirty="0"/>
              <a:t>Found. Phys.</a:t>
            </a:r>
            <a:r>
              <a:rPr lang="en-US" dirty="0"/>
              <a:t> </a:t>
            </a:r>
            <a:r>
              <a:rPr lang="en-US" b="1" dirty="0"/>
              <a:t>52</a:t>
            </a:r>
            <a:r>
              <a:rPr lang="en-US" dirty="0"/>
              <a:t>, 40 (2022)</a:t>
            </a:r>
          </a:p>
        </p:txBody>
      </p:sp>
      <p:sp>
        <p:nvSpPr>
          <p:cNvPr id="2" name="Slide Number Placeholder 1">
            <a:extLst>
              <a:ext uri="{FF2B5EF4-FFF2-40B4-BE49-F238E27FC236}">
                <a16:creationId xmlns:a16="http://schemas.microsoft.com/office/drawing/2014/main" id="{A69723AD-EA01-B196-1718-79B9F1B15295}"/>
              </a:ext>
            </a:extLst>
          </p:cNvPr>
          <p:cNvSpPr>
            <a:spLocks noGrp="1"/>
          </p:cNvSpPr>
          <p:nvPr>
            <p:ph type="sldNum" sz="quarter" idx="12"/>
          </p:nvPr>
        </p:nvSpPr>
        <p:spPr/>
        <p:txBody>
          <a:bodyPr/>
          <a:lstStyle/>
          <a:p>
            <a:fld id="{F47845EA-7733-40EE-B074-20032348B727}" type="slidenum">
              <a:rPr lang="en-US" smtClean="0"/>
              <a:t>5</a:t>
            </a:fld>
            <a:endParaRPr lang="en-US"/>
          </a:p>
        </p:txBody>
      </p:sp>
      <p:sp>
        <p:nvSpPr>
          <p:cNvPr id="31" name="Footer Placeholder 30">
            <a:extLst>
              <a:ext uri="{FF2B5EF4-FFF2-40B4-BE49-F238E27FC236}">
                <a16:creationId xmlns:a16="http://schemas.microsoft.com/office/drawing/2014/main" id="{50F1441E-17C3-C8C9-20B1-A938439D6CA5}"/>
              </a:ext>
            </a:extLst>
          </p:cNvPr>
          <p:cNvSpPr>
            <a:spLocks noGrp="1"/>
          </p:cNvSpPr>
          <p:nvPr>
            <p:ph type="ftr" sz="quarter" idx="11"/>
          </p:nvPr>
        </p:nvSpPr>
        <p:spPr/>
        <p:txBody>
          <a:bodyPr/>
          <a:lstStyle/>
          <a:p>
            <a:r>
              <a:rPr lang="en-US"/>
              <a:t>Christine Aidala - University of Michigan</a:t>
            </a:r>
            <a:endParaRPr lang="en-US" dirty="0"/>
          </a:p>
        </p:txBody>
      </p:sp>
    </p:spTree>
    <p:extLst>
      <p:ext uri="{BB962C8B-B14F-4D97-AF65-F5344CB8AC3E}">
        <p14:creationId xmlns:p14="http://schemas.microsoft.com/office/powerpoint/2010/main" val="111232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882C3-A092-FA85-1231-9008571D3405}"/>
              </a:ext>
            </a:extLst>
          </p:cNvPr>
          <p:cNvSpPr>
            <a:spLocks noGrp="1"/>
          </p:cNvSpPr>
          <p:nvPr>
            <p:ph type="title"/>
          </p:nvPr>
        </p:nvSpPr>
        <p:spPr/>
        <p:txBody>
          <a:bodyPr/>
          <a:lstStyle/>
          <a:p>
            <a:br>
              <a:rPr lang="en-US" dirty="0"/>
            </a:br>
            <a:endParaRPr lang="en-US" dirty="0"/>
          </a:p>
        </p:txBody>
      </p:sp>
      <p:sp>
        <p:nvSpPr>
          <p:cNvPr id="4" name="TextBox 3">
            <a:extLst>
              <a:ext uri="{FF2B5EF4-FFF2-40B4-BE49-F238E27FC236}">
                <a16:creationId xmlns:a16="http://schemas.microsoft.com/office/drawing/2014/main" id="{88CF6204-CBCF-CE04-23A2-403AC414B51E}"/>
              </a:ext>
            </a:extLst>
          </p:cNvPr>
          <p:cNvSpPr txBox="1"/>
          <p:nvPr/>
        </p:nvSpPr>
        <p:spPr>
          <a:xfrm>
            <a:off x="399262" y="5263188"/>
            <a:ext cx="4773294" cy="553998"/>
          </a:xfrm>
          <a:prstGeom prst="rect">
            <a:avLst/>
          </a:prstGeom>
          <a:noFill/>
        </p:spPr>
        <p:txBody>
          <a:bodyPr wrap="none">
            <a:spAutoFit/>
          </a:bodyPr>
          <a:lstStyle/>
          <a:p>
            <a:r>
              <a:rPr lang="fr-FR" sz="1600" i="1" dirty="0" err="1"/>
              <a:t>Found</a:t>
            </a:r>
            <a:r>
              <a:rPr lang="fr-FR" sz="1600" i="1" dirty="0">
                <a:effectLst/>
              </a:rPr>
              <a:t>. Phys. </a:t>
            </a:r>
            <a:r>
              <a:rPr lang="fr-FR" sz="1600" b="1" dirty="0">
                <a:effectLst/>
              </a:rPr>
              <a:t>52</a:t>
            </a:r>
            <a:r>
              <a:rPr lang="fr-FR" sz="1600" dirty="0">
                <a:effectLst/>
              </a:rPr>
              <a:t> 40 (2022)</a:t>
            </a:r>
          </a:p>
          <a:p>
            <a:r>
              <a:rPr lang="fr-FR" sz="1400" dirty="0">
                <a:hlinkClick r:id="rId2"/>
              </a:rPr>
              <a:t>https://link.springer.com/article/10.1007/s10701-022-00555-z</a:t>
            </a:r>
            <a:r>
              <a:rPr lang="fr-FR" sz="1400" dirty="0"/>
              <a:t> </a:t>
            </a:r>
            <a:endParaRPr lang="en-US" sz="1400" dirty="0"/>
          </a:p>
        </p:txBody>
      </p:sp>
      <p:sp>
        <p:nvSpPr>
          <p:cNvPr id="5" name="TextBox 4">
            <a:extLst>
              <a:ext uri="{FF2B5EF4-FFF2-40B4-BE49-F238E27FC236}">
                <a16:creationId xmlns:a16="http://schemas.microsoft.com/office/drawing/2014/main" id="{05822107-DDF2-BDC8-0F1B-4630A10D6898}"/>
              </a:ext>
            </a:extLst>
          </p:cNvPr>
          <p:cNvSpPr txBox="1"/>
          <p:nvPr/>
        </p:nvSpPr>
        <p:spPr>
          <a:xfrm>
            <a:off x="399261" y="4565216"/>
            <a:ext cx="4919391" cy="553998"/>
          </a:xfrm>
          <a:prstGeom prst="rect">
            <a:avLst/>
          </a:prstGeom>
          <a:noFill/>
        </p:spPr>
        <p:txBody>
          <a:bodyPr wrap="square">
            <a:spAutoFit/>
          </a:bodyPr>
          <a:lstStyle/>
          <a:p>
            <a:r>
              <a:rPr lang="en-US" sz="1600" b="1" dirty="0"/>
              <a:t>Assumptions of Physics</a:t>
            </a:r>
            <a:r>
              <a:rPr lang="en-US" sz="1600" i="1" dirty="0"/>
              <a:t>, Michigan Publishing </a:t>
            </a:r>
            <a:r>
              <a:rPr lang="en-US" sz="1600" dirty="0"/>
              <a:t>(v3 2025)</a:t>
            </a:r>
          </a:p>
          <a:p>
            <a:r>
              <a:rPr lang="en-US" sz="1400" dirty="0">
                <a:hlinkClick r:id="rId3"/>
              </a:rPr>
              <a:t>https://doi.org/10.3998/mpub.12204707</a:t>
            </a:r>
            <a:r>
              <a:rPr lang="en-US" sz="1400" dirty="0"/>
              <a:t> </a:t>
            </a:r>
          </a:p>
        </p:txBody>
      </p:sp>
      <p:sp>
        <p:nvSpPr>
          <p:cNvPr id="6" name="Slide Number Placeholder 5">
            <a:extLst>
              <a:ext uri="{FF2B5EF4-FFF2-40B4-BE49-F238E27FC236}">
                <a16:creationId xmlns:a16="http://schemas.microsoft.com/office/drawing/2014/main" id="{C9A98679-3631-A77A-B5AC-5AE85C6438CD}"/>
              </a:ext>
            </a:extLst>
          </p:cNvPr>
          <p:cNvSpPr>
            <a:spLocks noGrp="1"/>
          </p:cNvSpPr>
          <p:nvPr>
            <p:ph type="sldNum" sz="quarter" idx="12"/>
          </p:nvPr>
        </p:nvSpPr>
        <p:spPr/>
        <p:txBody>
          <a:bodyPr/>
          <a:lstStyle/>
          <a:p>
            <a:fld id="{F47845EA-7733-40EE-B074-20032348B727}" type="slidenum">
              <a:rPr lang="en-US" smtClean="0"/>
              <a:t>6</a:t>
            </a:fld>
            <a:endParaRPr lang="en-US"/>
          </a:p>
        </p:txBody>
      </p:sp>
      <p:sp>
        <p:nvSpPr>
          <p:cNvPr id="7" name="TextBox 6">
            <a:extLst>
              <a:ext uri="{FF2B5EF4-FFF2-40B4-BE49-F238E27FC236}">
                <a16:creationId xmlns:a16="http://schemas.microsoft.com/office/drawing/2014/main" id="{6ED37475-6EAA-8060-2A0E-A4E51EA92B88}"/>
              </a:ext>
            </a:extLst>
          </p:cNvPr>
          <p:cNvSpPr txBox="1"/>
          <p:nvPr/>
        </p:nvSpPr>
        <p:spPr>
          <a:xfrm>
            <a:off x="392912" y="5993438"/>
            <a:ext cx="4694234" cy="553998"/>
          </a:xfrm>
          <a:prstGeom prst="rect">
            <a:avLst/>
          </a:prstGeom>
          <a:noFill/>
        </p:spPr>
        <p:txBody>
          <a:bodyPr wrap="none">
            <a:spAutoFit/>
          </a:bodyPr>
          <a:lstStyle/>
          <a:p>
            <a:r>
              <a:rPr lang="fr-FR" sz="1600" i="1" dirty="0">
                <a:effectLst/>
              </a:rPr>
              <a:t>J. Phys. Commun.</a:t>
            </a:r>
            <a:r>
              <a:rPr lang="fr-FR" sz="1600" dirty="0">
                <a:effectLst/>
              </a:rPr>
              <a:t> </a:t>
            </a:r>
            <a:r>
              <a:rPr lang="fr-FR" sz="1600" b="1" dirty="0">
                <a:effectLst/>
              </a:rPr>
              <a:t>2</a:t>
            </a:r>
            <a:r>
              <a:rPr lang="fr-FR" sz="1600" dirty="0">
                <a:effectLst/>
              </a:rPr>
              <a:t> 045026 (2018)</a:t>
            </a:r>
            <a:r>
              <a:rPr lang="fr-FR" sz="1600" dirty="0"/>
              <a:t> </a:t>
            </a:r>
          </a:p>
          <a:p>
            <a:r>
              <a:rPr lang="fr-FR" sz="1400" dirty="0">
                <a:hlinkClick r:id="rId4"/>
              </a:rPr>
              <a:t>http://iopscience.iop.org/article/10.1088/2399-6528/aaba25</a:t>
            </a:r>
            <a:r>
              <a:rPr lang="fr-FR" sz="1400" dirty="0"/>
              <a:t> </a:t>
            </a:r>
            <a:endParaRPr lang="en-US" sz="1400" dirty="0"/>
          </a:p>
        </p:txBody>
      </p:sp>
      <p:pic>
        <p:nvPicPr>
          <p:cNvPr id="8" name="Picture 7">
            <a:extLst>
              <a:ext uri="{FF2B5EF4-FFF2-40B4-BE49-F238E27FC236}">
                <a16:creationId xmlns:a16="http://schemas.microsoft.com/office/drawing/2014/main" id="{DBBFDF9B-D731-BB60-63EF-C0B2F47DB5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 y="142886"/>
            <a:ext cx="4597400" cy="1700385"/>
          </a:xfrm>
          <a:prstGeom prst="rect">
            <a:avLst/>
          </a:prstGeom>
        </p:spPr>
      </p:pic>
      <p:sp>
        <p:nvSpPr>
          <p:cNvPr id="9" name="TextBox 8">
            <a:extLst>
              <a:ext uri="{FF2B5EF4-FFF2-40B4-BE49-F238E27FC236}">
                <a16:creationId xmlns:a16="http://schemas.microsoft.com/office/drawing/2014/main" id="{B2B8CF30-511B-8EBE-0E4D-5796E29C5718}"/>
              </a:ext>
            </a:extLst>
          </p:cNvPr>
          <p:cNvSpPr txBox="1"/>
          <p:nvPr/>
        </p:nvSpPr>
        <p:spPr>
          <a:xfrm>
            <a:off x="69850" y="2099895"/>
            <a:ext cx="11867486" cy="2369880"/>
          </a:xfrm>
          <a:prstGeom prst="rect">
            <a:avLst/>
          </a:prstGeom>
          <a:noFill/>
        </p:spPr>
        <p:txBody>
          <a:bodyPr wrap="square" rtlCol="0">
            <a:spAutoFit/>
          </a:bodyPr>
          <a:lstStyle/>
          <a:p>
            <a:pPr algn="ctr"/>
            <a:r>
              <a:rPr lang="en-US" sz="2800" dirty="0"/>
              <a:t>Reverse Physics aims to adopt approaches that are more in line with the foundations of mathematics, to break physics into a set of physical and mathematical conditions with well-understood logical relationships.</a:t>
            </a:r>
          </a:p>
          <a:p>
            <a:pPr algn="ctr"/>
            <a:endParaRPr lang="en-US" sz="3200" dirty="0"/>
          </a:p>
          <a:p>
            <a:pPr algn="ctr"/>
            <a:r>
              <a:rPr lang="en-US" sz="3200" i="1" dirty="0"/>
              <a:t>A new </a:t>
            </a:r>
            <a:r>
              <a:rPr lang="en-US" sz="3200" b="1" i="1" dirty="0"/>
              <a:t>methodology</a:t>
            </a:r>
            <a:r>
              <a:rPr lang="en-US" sz="3200" i="1" dirty="0"/>
              <a:t> for the foundations of physics</a:t>
            </a:r>
          </a:p>
        </p:txBody>
      </p:sp>
      <p:sp>
        <p:nvSpPr>
          <p:cNvPr id="10" name="TextBox 9">
            <a:extLst>
              <a:ext uri="{FF2B5EF4-FFF2-40B4-BE49-F238E27FC236}">
                <a16:creationId xmlns:a16="http://schemas.microsoft.com/office/drawing/2014/main" id="{91E31A2C-F5F4-B4F6-E31A-08693C6DE3FA}"/>
              </a:ext>
            </a:extLst>
          </p:cNvPr>
          <p:cNvSpPr txBox="1"/>
          <p:nvPr/>
        </p:nvSpPr>
        <p:spPr>
          <a:xfrm>
            <a:off x="5318653" y="806774"/>
            <a:ext cx="6777433" cy="707886"/>
          </a:xfrm>
          <a:prstGeom prst="rect">
            <a:avLst/>
          </a:prstGeom>
          <a:noFill/>
        </p:spPr>
        <p:txBody>
          <a:bodyPr wrap="none" rtlCol="0">
            <a:spAutoFit/>
          </a:bodyPr>
          <a:lstStyle/>
          <a:p>
            <a:pPr algn="ctr"/>
            <a:r>
              <a:rPr lang="en-US" sz="2000" i="1" dirty="0"/>
              <a:t>“When the math is derived from the right physical assumptions,</a:t>
            </a:r>
            <a:br>
              <a:rPr lang="en-US" sz="2000" i="1" dirty="0"/>
            </a:br>
            <a:r>
              <a:rPr lang="en-US" sz="2000" i="1" dirty="0"/>
              <a:t>the physical assumptions can be derived from the math.”</a:t>
            </a:r>
          </a:p>
        </p:txBody>
      </p:sp>
      <p:sp>
        <p:nvSpPr>
          <p:cNvPr id="12" name="Footer Placeholder 11">
            <a:extLst>
              <a:ext uri="{FF2B5EF4-FFF2-40B4-BE49-F238E27FC236}">
                <a16:creationId xmlns:a16="http://schemas.microsoft.com/office/drawing/2014/main" id="{0512E996-F7F0-F01F-3A9E-7918C292BA33}"/>
              </a:ext>
            </a:extLst>
          </p:cNvPr>
          <p:cNvSpPr>
            <a:spLocks noGrp="1"/>
          </p:cNvSpPr>
          <p:nvPr>
            <p:ph type="ftr" sz="quarter" idx="11"/>
          </p:nvPr>
        </p:nvSpPr>
        <p:spPr/>
        <p:txBody>
          <a:bodyPr/>
          <a:lstStyle/>
          <a:p>
            <a:r>
              <a:rPr lang="en-US" dirty="0"/>
              <a:t>Christine Aidala - University of Michigan</a:t>
            </a:r>
          </a:p>
        </p:txBody>
      </p:sp>
      <p:sp>
        <p:nvSpPr>
          <p:cNvPr id="11" name="TextBox 10">
            <a:extLst>
              <a:ext uri="{FF2B5EF4-FFF2-40B4-BE49-F238E27FC236}">
                <a16:creationId xmlns:a16="http://schemas.microsoft.com/office/drawing/2014/main" id="{FB433950-66C2-2763-2999-12F01F2D435D}"/>
              </a:ext>
            </a:extLst>
          </p:cNvPr>
          <p:cNvSpPr txBox="1"/>
          <p:nvPr/>
        </p:nvSpPr>
        <p:spPr>
          <a:xfrm>
            <a:off x="5745193" y="4582511"/>
            <a:ext cx="3331429" cy="338554"/>
          </a:xfrm>
          <a:prstGeom prst="rect">
            <a:avLst/>
          </a:prstGeom>
          <a:noFill/>
        </p:spPr>
        <p:txBody>
          <a:bodyPr wrap="square">
            <a:spAutoFit/>
          </a:bodyPr>
          <a:lstStyle/>
          <a:p>
            <a:r>
              <a:rPr lang="en-US" sz="1600" dirty="0">
                <a:hlinkClick r:id="rId6"/>
              </a:rPr>
              <a:t>https://arxiv.org/abs/2608.27543</a:t>
            </a:r>
            <a:r>
              <a:rPr lang="en-US" sz="1600" dirty="0"/>
              <a:t> </a:t>
            </a:r>
          </a:p>
        </p:txBody>
      </p:sp>
    </p:spTree>
    <p:extLst>
      <p:ext uri="{BB962C8B-B14F-4D97-AF65-F5344CB8AC3E}">
        <p14:creationId xmlns:p14="http://schemas.microsoft.com/office/powerpoint/2010/main" val="1439916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96C7A-AF8E-7FA8-ED95-E0D5C26FB3A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F4CCF38-3276-CFE5-B0CD-0CD61FFD5420}"/>
              </a:ext>
            </a:extLst>
          </p:cNvPr>
          <p:cNvSpPr txBox="1"/>
          <p:nvPr/>
        </p:nvSpPr>
        <p:spPr>
          <a:xfrm>
            <a:off x="1623701" y="1450291"/>
            <a:ext cx="7404399" cy="461665"/>
          </a:xfrm>
          <a:prstGeom prst="rect">
            <a:avLst/>
          </a:prstGeom>
          <a:noFill/>
        </p:spPr>
        <p:txBody>
          <a:bodyPr wrap="none" rtlCol="0">
            <a:spAutoFit/>
          </a:bodyPr>
          <a:lstStyle/>
          <a:p>
            <a:r>
              <a:rPr lang="en-US" sz="2400" dirty="0"/>
              <a:t>Similar to what is done in the foundations of mathematics</a:t>
            </a:r>
          </a:p>
        </p:txBody>
      </p:sp>
      <p:pic>
        <p:nvPicPr>
          <p:cNvPr id="7" name="Picture 6">
            <a:extLst>
              <a:ext uri="{FF2B5EF4-FFF2-40B4-BE49-F238E27FC236}">
                <a16:creationId xmlns:a16="http://schemas.microsoft.com/office/drawing/2014/main" id="{C3F07F50-AEBF-61FC-F9CA-3F8E670ECD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420" y="178130"/>
            <a:ext cx="3245372" cy="1200328"/>
          </a:xfrm>
          <a:prstGeom prst="rect">
            <a:avLst/>
          </a:prstGeom>
        </p:spPr>
      </p:pic>
      <p:sp>
        <p:nvSpPr>
          <p:cNvPr id="3" name="Footer Placeholder 2">
            <a:extLst>
              <a:ext uri="{FF2B5EF4-FFF2-40B4-BE49-F238E27FC236}">
                <a16:creationId xmlns:a16="http://schemas.microsoft.com/office/drawing/2014/main" id="{E7DE5690-04C5-4679-AD50-60FFBEFE74CD}"/>
              </a:ext>
            </a:extLst>
          </p:cNvPr>
          <p:cNvSpPr>
            <a:spLocks noGrp="1"/>
          </p:cNvSpPr>
          <p:nvPr>
            <p:ph type="ftr" sz="quarter" idx="11"/>
          </p:nvPr>
        </p:nvSpPr>
        <p:spPr/>
        <p:txBody>
          <a:bodyPr/>
          <a:lstStyle/>
          <a:p>
            <a:r>
              <a:rPr lang="en-US"/>
              <a:t>Christine Aidala - University of Michigan</a:t>
            </a:r>
          </a:p>
        </p:txBody>
      </p:sp>
      <p:sp>
        <p:nvSpPr>
          <p:cNvPr id="15" name="TextBox 14">
            <a:extLst>
              <a:ext uri="{FF2B5EF4-FFF2-40B4-BE49-F238E27FC236}">
                <a16:creationId xmlns:a16="http://schemas.microsoft.com/office/drawing/2014/main" id="{EE4B5A52-76F4-7C52-AA11-B31803F05B68}"/>
              </a:ext>
            </a:extLst>
          </p:cNvPr>
          <p:cNvSpPr txBox="1"/>
          <p:nvPr/>
        </p:nvSpPr>
        <p:spPr>
          <a:xfrm>
            <a:off x="384480" y="252194"/>
            <a:ext cx="7521354" cy="1200329"/>
          </a:xfrm>
          <a:prstGeom prst="rect">
            <a:avLst/>
          </a:prstGeom>
          <a:noFill/>
        </p:spPr>
        <p:txBody>
          <a:bodyPr wrap="none" rtlCol="0">
            <a:spAutoFit/>
          </a:bodyPr>
          <a:lstStyle/>
          <a:p>
            <a:r>
              <a:rPr lang="en-US" sz="3600" b="1" dirty="0">
                <a:solidFill>
                  <a:schemeClr val="accent6">
                    <a:lumMod val="75000"/>
                  </a:schemeClr>
                </a:solidFill>
              </a:rPr>
              <a:t>Break physics into different conditions</a:t>
            </a:r>
            <a:br>
              <a:rPr lang="en-US" sz="3600" b="1" dirty="0">
                <a:solidFill>
                  <a:schemeClr val="accent6">
                    <a:lumMod val="75000"/>
                  </a:schemeClr>
                </a:solidFill>
              </a:rPr>
            </a:br>
            <a:r>
              <a:rPr lang="en-US" sz="3600" b="1" dirty="0">
                <a:solidFill>
                  <a:schemeClr val="accent6">
                    <a:lumMod val="75000"/>
                  </a:schemeClr>
                </a:solidFill>
              </a:rPr>
              <a:t>and study their logical relationships</a:t>
            </a:r>
          </a:p>
        </p:txBody>
      </p:sp>
      <p:pic>
        <p:nvPicPr>
          <p:cNvPr id="39" name="Picture 38">
            <a:extLst>
              <a:ext uri="{FF2B5EF4-FFF2-40B4-BE49-F238E27FC236}">
                <a16:creationId xmlns:a16="http://schemas.microsoft.com/office/drawing/2014/main" id="{FBFB14E1-7522-2068-CAB6-AA303EB496B1}"/>
              </a:ext>
            </a:extLst>
          </p:cNvPr>
          <p:cNvPicPr>
            <a:picLocks noChangeAspect="1"/>
          </p:cNvPicPr>
          <p:nvPr/>
        </p:nvPicPr>
        <p:blipFill>
          <a:blip r:embed="rId4"/>
          <a:stretch>
            <a:fillRect/>
          </a:stretch>
        </p:blipFill>
        <p:spPr>
          <a:xfrm>
            <a:off x="837942" y="2148463"/>
            <a:ext cx="9459746" cy="2048151"/>
          </a:xfrm>
          <a:prstGeom prst="rect">
            <a:avLst/>
          </a:prstGeom>
        </p:spPr>
      </p:pic>
      <p:sp>
        <p:nvSpPr>
          <p:cNvPr id="5" name="TextBox 4">
            <a:extLst>
              <a:ext uri="{FF2B5EF4-FFF2-40B4-BE49-F238E27FC236}">
                <a16:creationId xmlns:a16="http://schemas.microsoft.com/office/drawing/2014/main" id="{C947E194-B2F0-EE15-A438-D1196E17A6E8}"/>
              </a:ext>
            </a:extLst>
          </p:cNvPr>
          <p:cNvSpPr txBox="1"/>
          <p:nvPr/>
        </p:nvSpPr>
        <p:spPr>
          <a:xfrm>
            <a:off x="837942" y="4433121"/>
            <a:ext cx="8239226" cy="923330"/>
          </a:xfrm>
          <a:prstGeom prst="rect">
            <a:avLst/>
          </a:prstGeom>
          <a:noFill/>
        </p:spPr>
        <p:txBody>
          <a:bodyPr wrap="square">
            <a:spAutoFit/>
          </a:bodyPr>
          <a:lstStyle/>
          <a:p>
            <a:pPr algn="l"/>
            <a:r>
              <a:rPr lang="en-US" b="0" i="0" u="none" strike="noStrike" baseline="0" dirty="0"/>
              <a:t>“The Axiom of Choice is obviously true, the well-ordering principle obviously false, </a:t>
            </a:r>
            <a:br>
              <a:rPr lang="en-US" b="0" i="0" u="none" strike="noStrike" baseline="0" dirty="0"/>
            </a:br>
            <a:r>
              <a:rPr lang="en-US" b="0" i="0" u="none" strike="noStrike" baseline="0" dirty="0"/>
              <a:t>and who can tell about Zorn’s lemma?”</a:t>
            </a:r>
          </a:p>
          <a:p>
            <a:pPr algn="l"/>
            <a:r>
              <a:rPr lang="en-US" dirty="0"/>
              <a:t>Jerry Bona, quoted in E. Schechter, </a:t>
            </a:r>
            <a:r>
              <a:rPr lang="en-US" b="0" i="1" u="none" strike="noStrike" baseline="0" dirty="0"/>
              <a:t>Handbook of Analysis and </a:t>
            </a:r>
            <a:r>
              <a:rPr lang="en-US" i="1" dirty="0"/>
              <a:t>Its Foundations, 1997</a:t>
            </a:r>
            <a:endParaRPr lang="en-US" b="0" i="1" u="none" strike="noStrike" baseline="0" dirty="0"/>
          </a:p>
        </p:txBody>
      </p:sp>
      <p:sp>
        <p:nvSpPr>
          <p:cNvPr id="10" name="TextBox 9">
            <a:extLst>
              <a:ext uri="{FF2B5EF4-FFF2-40B4-BE49-F238E27FC236}">
                <a16:creationId xmlns:a16="http://schemas.microsoft.com/office/drawing/2014/main" id="{F333C0DB-FE85-6755-0537-45E47B2DF0D2}"/>
              </a:ext>
            </a:extLst>
          </p:cNvPr>
          <p:cNvSpPr txBox="1"/>
          <p:nvPr/>
        </p:nvSpPr>
        <p:spPr>
          <a:xfrm>
            <a:off x="536880" y="5602249"/>
            <a:ext cx="8865537" cy="830997"/>
          </a:xfrm>
          <a:prstGeom prst="rect">
            <a:avLst/>
          </a:prstGeom>
          <a:noFill/>
        </p:spPr>
        <p:txBody>
          <a:bodyPr wrap="square" rtlCol="0">
            <a:spAutoFit/>
          </a:bodyPr>
          <a:lstStyle/>
          <a:p>
            <a:r>
              <a:rPr lang="en-US" sz="2400" b="1" dirty="0">
                <a:solidFill>
                  <a:schemeClr val="accent6">
                    <a:lumMod val="75000"/>
                  </a:schemeClr>
                </a:solidFill>
              </a:rPr>
              <a:t>Clarifying what any given starting point commits us to is particularly valuable when intuition can be faulty!</a:t>
            </a:r>
          </a:p>
        </p:txBody>
      </p:sp>
      <p:sp>
        <p:nvSpPr>
          <p:cNvPr id="11" name="Slide Number Placeholder 10">
            <a:extLst>
              <a:ext uri="{FF2B5EF4-FFF2-40B4-BE49-F238E27FC236}">
                <a16:creationId xmlns:a16="http://schemas.microsoft.com/office/drawing/2014/main" id="{E3DD9417-FE12-A61E-72B5-4672AD45F46E}"/>
              </a:ext>
            </a:extLst>
          </p:cNvPr>
          <p:cNvSpPr>
            <a:spLocks noGrp="1"/>
          </p:cNvSpPr>
          <p:nvPr>
            <p:ph type="sldNum" sz="quarter" idx="13"/>
          </p:nvPr>
        </p:nvSpPr>
        <p:spPr/>
        <p:txBody>
          <a:bodyPr/>
          <a:lstStyle/>
          <a:p>
            <a:fld id="{F47845EA-7733-40EE-B074-20032348B727}" type="slidenum">
              <a:rPr lang="en-US" smtClean="0"/>
              <a:t>7</a:t>
            </a:fld>
            <a:endParaRPr lang="en-US"/>
          </a:p>
        </p:txBody>
      </p:sp>
    </p:spTree>
    <p:extLst>
      <p:ext uri="{BB962C8B-B14F-4D97-AF65-F5344CB8AC3E}">
        <p14:creationId xmlns:p14="http://schemas.microsoft.com/office/powerpoint/2010/main" val="242073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50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11E9-5B09-03E2-F859-16146AC6CF07}"/>
              </a:ext>
            </a:extLst>
          </p:cNvPr>
          <p:cNvSpPr>
            <a:spLocks noGrp="1"/>
          </p:cNvSpPr>
          <p:nvPr>
            <p:ph type="title"/>
          </p:nvPr>
        </p:nvSpPr>
        <p:spPr/>
        <p:txBody>
          <a:bodyPr>
            <a:normAutofit fontScale="90000"/>
          </a:bodyPr>
          <a:lstStyle/>
          <a:p>
            <a:r>
              <a:rPr lang="en-US" dirty="0"/>
              <a:t>Goals of Reverse Physics</a:t>
            </a:r>
            <a:br>
              <a:rPr lang="en-US" dirty="0"/>
            </a:br>
            <a:r>
              <a:rPr lang="en-US" sz="3100" dirty="0"/>
              <a:t>(and structure of the talk)</a:t>
            </a:r>
            <a:endParaRPr lang="en-US" dirty="0"/>
          </a:p>
        </p:txBody>
      </p:sp>
      <p:sp>
        <p:nvSpPr>
          <p:cNvPr id="3" name="Content Placeholder 2">
            <a:extLst>
              <a:ext uri="{FF2B5EF4-FFF2-40B4-BE49-F238E27FC236}">
                <a16:creationId xmlns:a16="http://schemas.microsoft.com/office/drawing/2014/main" id="{D4C5447A-C684-CC55-D02D-CA893D6574FC}"/>
              </a:ext>
            </a:extLst>
          </p:cNvPr>
          <p:cNvSpPr>
            <a:spLocks noGrp="1"/>
          </p:cNvSpPr>
          <p:nvPr>
            <p:ph idx="1"/>
          </p:nvPr>
        </p:nvSpPr>
        <p:spPr>
          <a:xfrm>
            <a:off x="361949" y="1130300"/>
            <a:ext cx="11487151" cy="5326484"/>
          </a:xfrm>
        </p:spPr>
        <p:txBody>
          <a:bodyPr/>
          <a:lstStyle/>
          <a:p>
            <a:r>
              <a:rPr lang="en-US" dirty="0"/>
              <a:t>Examine the actual content of mathematical structures used in physics</a:t>
            </a:r>
          </a:p>
          <a:p>
            <a:r>
              <a:rPr lang="en-US" dirty="0"/>
              <a:t>Uncover “paradoxes” and develop standards of rigor appropriate for physics</a:t>
            </a:r>
          </a:p>
          <a:p>
            <a:r>
              <a:rPr lang="en-US" dirty="0"/>
              <a:t>Clarify the logical dependencies of physical/mathematical conditions</a:t>
            </a:r>
          </a:p>
          <a:p>
            <a:r>
              <a:rPr lang="en-US" dirty="0"/>
              <a:t>Identify core constitutive requirements of physical theories</a:t>
            </a:r>
          </a:p>
          <a:p>
            <a:endParaRPr lang="en-US" dirty="0"/>
          </a:p>
        </p:txBody>
      </p:sp>
      <p:sp>
        <p:nvSpPr>
          <p:cNvPr id="4" name="Slide Number Placeholder 3">
            <a:extLst>
              <a:ext uri="{FF2B5EF4-FFF2-40B4-BE49-F238E27FC236}">
                <a16:creationId xmlns:a16="http://schemas.microsoft.com/office/drawing/2014/main" id="{61B52F7A-AD31-6702-5BB2-48F5FA1EDCA1}"/>
              </a:ext>
            </a:extLst>
          </p:cNvPr>
          <p:cNvSpPr>
            <a:spLocks noGrp="1"/>
          </p:cNvSpPr>
          <p:nvPr>
            <p:ph type="sldNum" sz="quarter" idx="13"/>
          </p:nvPr>
        </p:nvSpPr>
        <p:spPr/>
        <p:txBody>
          <a:bodyPr/>
          <a:lstStyle/>
          <a:p>
            <a:fld id="{F47845EA-7733-40EE-B074-20032348B727}" type="slidenum">
              <a:rPr lang="en-US" smtClean="0"/>
              <a:t>8</a:t>
            </a:fld>
            <a:endParaRPr lang="en-US"/>
          </a:p>
        </p:txBody>
      </p:sp>
      <p:sp>
        <p:nvSpPr>
          <p:cNvPr id="5" name="Footer Placeholder 4">
            <a:extLst>
              <a:ext uri="{FF2B5EF4-FFF2-40B4-BE49-F238E27FC236}">
                <a16:creationId xmlns:a16="http://schemas.microsoft.com/office/drawing/2014/main" id="{DC508332-106A-CCBD-81E2-A1BC9949DF65}"/>
              </a:ext>
            </a:extLst>
          </p:cNvPr>
          <p:cNvSpPr>
            <a:spLocks noGrp="1"/>
          </p:cNvSpPr>
          <p:nvPr>
            <p:ph type="ftr" sz="quarter" idx="11"/>
          </p:nvPr>
        </p:nvSpPr>
        <p:spPr/>
        <p:txBody>
          <a:bodyPr/>
          <a:lstStyle/>
          <a:p>
            <a:r>
              <a:rPr lang="en-US"/>
              <a:t>Christine Aidala - University of Michigan</a:t>
            </a:r>
          </a:p>
        </p:txBody>
      </p:sp>
      <p:sp>
        <p:nvSpPr>
          <p:cNvPr id="6" name="TextBox 5">
            <a:extLst>
              <a:ext uri="{FF2B5EF4-FFF2-40B4-BE49-F238E27FC236}">
                <a16:creationId xmlns:a16="http://schemas.microsoft.com/office/drawing/2014/main" id="{495B1762-15F8-982A-0760-2E4288C9F51D}"/>
              </a:ext>
            </a:extLst>
          </p:cNvPr>
          <p:cNvSpPr txBox="1"/>
          <p:nvPr/>
        </p:nvSpPr>
        <p:spPr>
          <a:xfrm>
            <a:off x="3604627" y="5260092"/>
            <a:ext cx="3733800" cy="923330"/>
          </a:xfrm>
          <a:prstGeom prst="rect">
            <a:avLst/>
          </a:prstGeom>
          <a:noFill/>
        </p:spPr>
        <p:txBody>
          <a:bodyPr wrap="square" rtlCol="0">
            <a:spAutoFit/>
          </a:bodyPr>
          <a:lstStyle/>
          <a:p>
            <a:r>
              <a:rPr lang="en-US" dirty="0"/>
              <a:t>Where relevant throughout, </a:t>
            </a:r>
            <a:br>
              <a:rPr lang="en-US" dirty="0"/>
            </a:br>
            <a:r>
              <a:rPr lang="en-US" dirty="0"/>
              <a:t>QR codes and links to papers or technical briefs</a:t>
            </a:r>
          </a:p>
        </p:txBody>
      </p:sp>
      <p:pic>
        <p:nvPicPr>
          <p:cNvPr id="8" name="Picture 7">
            <a:extLst>
              <a:ext uri="{FF2B5EF4-FFF2-40B4-BE49-F238E27FC236}">
                <a16:creationId xmlns:a16="http://schemas.microsoft.com/office/drawing/2014/main" id="{63C22B51-ED69-6962-6F43-F244F3F743DD}"/>
              </a:ext>
            </a:extLst>
          </p:cNvPr>
          <p:cNvPicPr>
            <a:picLocks noChangeAspect="1"/>
          </p:cNvPicPr>
          <p:nvPr/>
        </p:nvPicPr>
        <p:blipFill>
          <a:blip r:embed="rId2"/>
          <a:stretch>
            <a:fillRect/>
          </a:stretch>
        </p:blipFill>
        <p:spPr>
          <a:xfrm>
            <a:off x="7536580" y="4301004"/>
            <a:ext cx="4578289" cy="2578407"/>
          </a:xfrm>
          <a:prstGeom prst="rect">
            <a:avLst/>
          </a:prstGeom>
        </p:spPr>
      </p:pic>
      <p:cxnSp>
        <p:nvCxnSpPr>
          <p:cNvPr id="10" name="Straight Arrow Connector 9">
            <a:extLst>
              <a:ext uri="{FF2B5EF4-FFF2-40B4-BE49-F238E27FC236}">
                <a16:creationId xmlns:a16="http://schemas.microsoft.com/office/drawing/2014/main" id="{EF6D268F-2573-180C-7AB7-C978FDAF9E2E}"/>
              </a:ext>
            </a:extLst>
          </p:cNvPr>
          <p:cNvCxnSpPr>
            <a:cxnSpLocks/>
          </p:cNvCxnSpPr>
          <p:nvPr/>
        </p:nvCxnSpPr>
        <p:spPr>
          <a:xfrm flipV="1">
            <a:off x="6593305" y="5137150"/>
            <a:ext cx="1490245" cy="245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182C54-019A-E0E9-7CBB-ACF0DBE3182D}"/>
              </a:ext>
            </a:extLst>
          </p:cNvPr>
          <p:cNvSpPr txBox="1"/>
          <p:nvPr/>
        </p:nvSpPr>
        <p:spPr>
          <a:xfrm>
            <a:off x="458201" y="3806527"/>
            <a:ext cx="9615637" cy="523220"/>
          </a:xfrm>
          <a:prstGeom prst="rect">
            <a:avLst/>
          </a:prstGeom>
          <a:noFill/>
        </p:spPr>
        <p:txBody>
          <a:bodyPr wrap="square">
            <a:spAutoFit/>
          </a:bodyPr>
          <a:lstStyle/>
          <a:p>
            <a:r>
              <a:rPr lang="en-US" sz="2800" dirty="0"/>
              <a:t>Must be framework/interpretation/formulation neutral!</a:t>
            </a:r>
          </a:p>
        </p:txBody>
      </p:sp>
    </p:spTree>
    <p:extLst>
      <p:ext uri="{BB962C8B-B14F-4D97-AF65-F5344CB8AC3E}">
        <p14:creationId xmlns:p14="http://schemas.microsoft.com/office/powerpoint/2010/main" val="208536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C38B-6280-F1FC-2EC2-3C72E4FF5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839CC-2FDB-5BDC-FA0B-A870AD7C1B35}"/>
              </a:ext>
            </a:extLst>
          </p:cNvPr>
          <p:cNvSpPr>
            <a:spLocks noGrp="1"/>
          </p:cNvSpPr>
          <p:nvPr>
            <p:ph type="title"/>
          </p:nvPr>
        </p:nvSpPr>
        <p:spPr/>
        <p:txBody>
          <a:bodyPr>
            <a:normAutofit/>
          </a:bodyPr>
          <a:lstStyle/>
          <a:p>
            <a:r>
              <a:rPr lang="en-US" dirty="0"/>
              <a:t>Examining the actual content</a:t>
            </a:r>
            <a:br>
              <a:rPr lang="en-US" dirty="0"/>
            </a:br>
            <a:r>
              <a:rPr lang="en-US" dirty="0"/>
              <a:t>of mathematical structures</a:t>
            </a:r>
            <a:br>
              <a:rPr lang="en-US" dirty="0"/>
            </a:br>
            <a:endParaRPr lang="en-US" dirty="0"/>
          </a:p>
        </p:txBody>
      </p:sp>
      <p:sp>
        <p:nvSpPr>
          <p:cNvPr id="3" name="Text Placeholder 2">
            <a:extLst>
              <a:ext uri="{FF2B5EF4-FFF2-40B4-BE49-F238E27FC236}">
                <a16:creationId xmlns:a16="http://schemas.microsoft.com/office/drawing/2014/main" id="{9995F897-6A71-EE22-4B4A-38CC90F33A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517919-104D-2FD6-CCA7-11A9BC3E06C6}"/>
              </a:ext>
            </a:extLst>
          </p:cNvPr>
          <p:cNvSpPr>
            <a:spLocks noGrp="1"/>
          </p:cNvSpPr>
          <p:nvPr>
            <p:ph type="sldNum" sz="quarter" idx="12"/>
          </p:nvPr>
        </p:nvSpPr>
        <p:spPr/>
        <p:txBody>
          <a:bodyPr/>
          <a:lstStyle/>
          <a:p>
            <a:fld id="{F47845EA-7733-40EE-B074-20032348B727}" type="slidenum">
              <a:rPr lang="en-US" smtClean="0"/>
              <a:t>9</a:t>
            </a:fld>
            <a:endParaRPr lang="en-US"/>
          </a:p>
        </p:txBody>
      </p:sp>
      <p:sp>
        <p:nvSpPr>
          <p:cNvPr id="5" name="Footer Placeholder 4">
            <a:extLst>
              <a:ext uri="{FF2B5EF4-FFF2-40B4-BE49-F238E27FC236}">
                <a16:creationId xmlns:a16="http://schemas.microsoft.com/office/drawing/2014/main" id="{D3751503-769D-1014-5A28-63106CC30660}"/>
              </a:ext>
            </a:extLst>
          </p:cNvPr>
          <p:cNvSpPr>
            <a:spLocks noGrp="1"/>
          </p:cNvSpPr>
          <p:nvPr>
            <p:ph type="ftr" sz="quarter" idx="11"/>
          </p:nvPr>
        </p:nvSpPr>
        <p:spPr/>
        <p:txBody>
          <a:bodyPr/>
          <a:lstStyle/>
          <a:p>
            <a:r>
              <a:rPr lang="en-US"/>
              <a:t>Christine Aidala - University of Michigan</a:t>
            </a:r>
          </a:p>
        </p:txBody>
      </p:sp>
      <p:pic>
        <p:nvPicPr>
          <p:cNvPr id="6" name="Picture 5">
            <a:extLst>
              <a:ext uri="{FF2B5EF4-FFF2-40B4-BE49-F238E27FC236}">
                <a16:creationId xmlns:a16="http://schemas.microsoft.com/office/drawing/2014/main" id="{B93508B2-E4FC-60B8-7AC7-B638BEAD7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00" y="230210"/>
            <a:ext cx="3820018" cy="1412864"/>
          </a:xfrm>
          <a:prstGeom prst="rect">
            <a:avLst/>
          </a:prstGeom>
        </p:spPr>
      </p:pic>
    </p:spTree>
    <p:extLst>
      <p:ext uri="{BB962C8B-B14F-4D97-AF65-F5344CB8AC3E}">
        <p14:creationId xmlns:p14="http://schemas.microsoft.com/office/powerpoint/2010/main" val="3438245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2E282F-AD9E-6F67-DB17-B753AC8E761A}"/>
              </a:ext>
            </a:extLst>
          </p:cNvPr>
          <p:cNvSpPr/>
          <p:nvPr/>
        </p:nvSpPr>
        <p:spPr>
          <a:xfrm>
            <a:off x="336884" y="5089659"/>
            <a:ext cx="8656721" cy="13833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3" name="TextBox 2">
            <a:extLst>
              <a:ext uri="{FF2B5EF4-FFF2-40B4-BE49-F238E27FC236}">
                <a16:creationId xmlns:a16="http://schemas.microsoft.com/office/drawing/2014/main" id="{59AE417B-5CBC-0E52-1E7F-ED550B2136FE}"/>
              </a:ext>
            </a:extLst>
          </p:cNvPr>
          <p:cNvSpPr txBox="1"/>
          <p:nvPr/>
        </p:nvSpPr>
        <p:spPr>
          <a:xfrm>
            <a:off x="611937" y="5275666"/>
            <a:ext cx="1362424" cy="369332"/>
          </a:xfrm>
          <a:prstGeom prst="rect">
            <a:avLst/>
          </a:prstGeom>
          <a:noFill/>
        </p:spPr>
        <p:txBody>
          <a:bodyPr wrap="none" rtlCol="0">
            <a:spAutoFit/>
          </a:bodyPr>
          <a:lstStyle/>
          <a:p>
            <a:r>
              <a:rPr lang="en-US" dirty="0"/>
              <a:t>Base theory: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A55473-5CB0-F8CF-53DB-2C6C6EEDE4CE}"/>
                  </a:ext>
                </a:extLst>
              </p:cNvPr>
              <p:cNvSpPr txBox="1"/>
              <p:nvPr/>
            </p:nvSpPr>
            <p:spPr>
              <a:xfrm>
                <a:off x="2249413" y="5198722"/>
                <a:ext cx="3704347" cy="523220"/>
              </a:xfrm>
              <a:prstGeom prst="rect">
                <a:avLst/>
              </a:prstGeom>
              <a:noFill/>
            </p:spPr>
            <p:txBody>
              <a:bodyPr wrap="none" rtlCol="0">
                <a:spAutoFit/>
              </a:bodyPr>
              <a:lstStyle/>
              <a:p>
                <a:r>
                  <a:rPr lang="en-US" sz="2800" dirty="0"/>
                  <a:t>State: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𝜉</m:t>
                        </m:r>
                      </m:e>
                      <m:sup>
                        <m:r>
                          <a:rPr lang="en-US" sz="2800" b="0" i="1" smtClean="0">
                            <a:latin typeface="Cambria Math" panose="02040503050406030204" pitchFamily="18" charset="0"/>
                          </a:rPr>
                          <m:t>𝑎</m:t>
                        </m:r>
                      </m:sup>
                    </m:sSup>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 </m:t>
                        </m:r>
                        <m:r>
                          <a:rPr lang="en-US" sz="2800" b="0" i="1" smtClean="0">
                            <a:latin typeface="Cambria Math" panose="02040503050406030204" pitchFamily="18" charset="0"/>
                          </a:rPr>
                          <m:t>𝑞</m:t>
                        </m:r>
                        <m:r>
                          <a:rPr lang="en-US" sz="2800" b="0" i="1" smtClean="0">
                            <a:latin typeface="Cambria Math" panose="02040503050406030204" pitchFamily="18" charset="0"/>
                          </a:rPr>
                          <m:t> </m:t>
                        </m:r>
                        <m:r>
                          <a:rPr lang="en-US" sz="2800" b="0" i="1" smtClean="0">
                            <a:latin typeface="Cambria Math" panose="02040503050406030204" pitchFamily="18" charset="0"/>
                          </a:rPr>
                          <m:t>𝑝</m:t>
                        </m:r>
                        <m:r>
                          <a:rPr lang="en-US" sz="2800" b="0" i="1" smtClean="0">
                            <a:latin typeface="Cambria Math" panose="02040503050406030204" pitchFamily="18" charset="0"/>
                          </a:rPr>
                          <m:t> </m:t>
                        </m:r>
                      </m:e>
                    </m:d>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ℝ</m:t>
                        </m:r>
                      </m:e>
                      <m:sup>
                        <m:r>
                          <a:rPr lang="en-US" sz="2800" b="0" i="1" smtClean="0">
                            <a:latin typeface="Cambria Math" panose="02040503050406030204" pitchFamily="18" charset="0"/>
                          </a:rPr>
                          <m:t>2</m:t>
                        </m:r>
                      </m:sup>
                    </m:sSup>
                  </m:oMath>
                </a14:m>
                <a:endParaRPr lang="en-US" sz="2800" dirty="0"/>
              </a:p>
            </p:txBody>
          </p:sp>
        </mc:Choice>
        <mc:Fallback xmlns="">
          <p:sp>
            <p:nvSpPr>
              <p:cNvPr id="4" name="TextBox 3">
                <a:extLst>
                  <a:ext uri="{FF2B5EF4-FFF2-40B4-BE49-F238E27FC236}">
                    <a16:creationId xmlns:a16="http://schemas.microsoft.com/office/drawing/2014/main" id="{61A55473-5CB0-F8CF-53DB-2C6C6EEDE4CE}"/>
                  </a:ext>
                </a:extLst>
              </p:cNvPr>
              <p:cNvSpPr txBox="1">
                <a:spLocks noRot="1" noChangeAspect="1" noMove="1" noResize="1" noEditPoints="1" noAdjustHandles="1" noChangeArrowheads="1" noChangeShapeType="1" noTextEdit="1"/>
              </p:cNvSpPr>
              <p:nvPr/>
            </p:nvSpPr>
            <p:spPr>
              <a:xfrm>
                <a:off x="2249413" y="5198722"/>
                <a:ext cx="3704347" cy="523220"/>
              </a:xfrm>
              <a:prstGeom prst="rect">
                <a:avLst/>
              </a:prstGeom>
              <a:blipFill>
                <a:blip r:embed="rId3"/>
                <a:stretch>
                  <a:fillRect l="-3454"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9EA3FAC-6429-CD5F-B3B7-AFD014A57BA4}"/>
                  </a:ext>
                </a:extLst>
              </p:cNvPr>
              <p:cNvSpPr txBox="1"/>
              <p:nvPr/>
            </p:nvSpPr>
            <p:spPr>
              <a:xfrm>
                <a:off x="2249413" y="5814275"/>
                <a:ext cx="6120522" cy="592535"/>
              </a:xfrm>
              <a:prstGeom prst="rect">
                <a:avLst/>
              </a:prstGeom>
              <a:noFill/>
            </p:spPr>
            <p:txBody>
              <a:bodyPr wrap="none" rtlCol="0">
                <a:spAutoFit/>
              </a:bodyPr>
              <a:lstStyle/>
              <a:p>
                <a:r>
                  <a:rPr lang="en-US" sz="2800" dirty="0"/>
                  <a:t>Count of states: </a:t>
                </a:r>
                <a14:m>
                  <m:oMath xmlns:m="http://schemas.openxmlformats.org/officeDocument/2006/math">
                    <m:r>
                      <a:rPr lang="en-US" sz="2800" b="0" i="1" smtClean="0">
                        <a:latin typeface="Cambria Math" panose="02040503050406030204" pitchFamily="18" charset="0"/>
                      </a:rPr>
                      <m:t>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𝑈</m:t>
                        </m:r>
                      </m:e>
                    </m:d>
                    <m:r>
                      <a:rPr lang="en-US" sz="2800" b="0" i="1" smtClean="0">
                        <a:latin typeface="Cambria Math" panose="02040503050406030204" pitchFamily="18" charset="0"/>
                      </a:rPr>
                      <m:t>=</m:t>
                    </m:r>
                    <m:nary>
                      <m:naryPr>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𝑈</m:t>
                        </m:r>
                      </m:sub>
                      <m:sup/>
                      <m:e>
                        <m:r>
                          <a:rPr lang="en-US" sz="2800" i="1">
                            <a:latin typeface="Cambria Math" panose="02040503050406030204" pitchFamily="18" charset="0"/>
                          </a:rPr>
                          <m:t>𝑑</m:t>
                        </m:r>
                        <m:r>
                          <a:rPr lang="en-US" sz="2800" b="0" i="1" smtClean="0">
                            <a:latin typeface="Cambria Math" panose="02040503050406030204" pitchFamily="18" charset="0"/>
                          </a:rPr>
                          <m:t>𝑞</m:t>
                        </m:r>
                        <m:r>
                          <a:rPr lang="en-US" sz="2800" i="1">
                            <a:latin typeface="Cambria Math" panose="02040503050406030204" pitchFamily="18" charset="0"/>
                          </a:rPr>
                          <m:t>𝑑</m:t>
                        </m:r>
                        <m:r>
                          <a:rPr lang="en-US" sz="2800" b="0" i="1" smtClean="0">
                            <a:latin typeface="Cambria Math" panose="02040503050406030204" pitchFamily="18" charset="0"/>
                          </a:rPr>
                          <m:t>𝑝</m:t>
                        </m:r>
                      </m:e>
                    </m:nary>
                    <m:r>
                      <a:rPr lang="en-US" sz="2800" b="0" i="1" smtClean="0">
                        <a:latin typeface="Cambria Math" panose="02040503050406030204" pitchFamily="18" charset="0"/>
                      </a:rPr>
                      <m:t>=</m:t>
                    </m:r>
                    <m:nary>
                      <m:naryPr>
                        <m:supHide m:val="on"/>
                        <m:ctrlPr>
                          <a:rPr lang="en-US" sz="2800" b="0" i="1" smtClean="0">
                            <a:latin typeface="Cambria Math" panose="02040503050406030204" pitchFamily="18" charset="0"/>
                          </a:rPr>
                        </m:ctrlPr>
                      </m:naryPr>
                      <m:sub>
                        <m:r>
                          <a:rPr lang="en-US" sz="2800" b="0" i="1" smtClean="0">
                            <a:latin typeface="Cambria Math" panose="02040503050406030204" pitchFamily="18" charset="0"/>
                          </a:rPr>
                          <m:t>𝑈</m:t>
                        </m:r>
                      </m:sub>
                      <m:sup/>
                      <m:e>
                        <m:r>
                          <a:rPr lang="en-US" sz="2800" b="0" i="1" smtClean="0">
                            <a:latin typeface="Cambria Math" panose="02040503050406030204" pitchFamily="18" charset="0"/>
                          </a:rPr>
                          <m:t>𝜔</m:t>
                        </m:r>
                      </m:e>
                    </m:nary>
                  </m:oMath>
                </a14:m>
                <a:endParaRPr lang="en-US" sz="2800" dirty="0"/>
              </a:p>
            </p:txBody>
          </p:sp>
        </mc:Choice>
        <mc:Fallback xmlns="">
          <p:sp>
            <p:nvSpPr>
              <p:cNvPr id="5" name="TextBox 4">
                <a:extLst>
                  <a:ext uri="{FF2B5EF4-FFF2-40B4-BE49-F238E27FC236}">
                    <a16:creationId xmlns:a16="http://schemas.microsoft.com/office/drawing/2014/main" id="{B9EA3FAC-6429-CD5F-B3B7-AFD014A57BA4}"/>
                  </a:ext>
                </a:extLst>
              </p:cNvPr>
              <p:cNvSpPr txBox="1">
                <a:spLocks noRot="1" noChangeAspect="1" noMove="1" noResize="1" noEditPoints="1" noAdjustHandles="1" noChangeArrowheads="1" noChangeShapeType="1" noTextEdit="1"/>
              </p:cNvSpPr>
              <p:nvPr/>
            </p:nvSpPr>
            <p:spPr>
              <a:xfrm>
                <a:off x="2249413" y="5814275"/>
                <a:ext cx="6120522" cy="592535"/>
              </a:xfrm>
              <a:prstGeom prst="rect">
                <a:avLst/>
              </a:prstGeom>
              <a:blipFill>
                <a:blip r:embed="rId4"/>
                <a:stretch>
                  <a:fillRect l="-2092" t="-8247" b="-195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25839FE-60DD-F220-4B8E-F1D976EFDD34}"/>
                  </a:ext>
                </a:extLst>
              </p:cNvPr>
              <p:cNvSpPr txBox="1"/>
              <p:nvPr/>
            </p:nvSpPr>
            <p:spPr>
              <a:xfrm>
                <a:off x="647574" y="4009004"/>
                <a:ext cx="2165145" cy="96616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𝑝</m:t>
                          </m:r>
                        </m:sub>
                      </m:sSub>
                      <m:r>
                        <a:rPr lang="en-US" b="0" i="1" smtClean="0">
                          <a:latin typeface="Cambria Math" panose="02040503050406030204" pitchFamily="18" charset="0"/>
                        </a:rPr>
                        <m:t>𝐻</m:t>
                      </m:r>
                    </m:o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𝑞</m:t>
                          </m:r>
                        </m:sub>
                      </m:sSub>
                      <m:r>
                        <a:rPr lang="en-US" b="0" i="1" smtClean="0">
                          <a:latin typeface="Cambria Math" panose="02040503050406030204" pitchFamily="18" charset="0"/>
                        </a:rPr>
                        <m:t>𝐻</m:t>
                      </m:r>
                    </m:oMath>
                  </m:oMathPara>
                </a14:m>
                <a:br>
                  <a:rPr lang="en-US" b="0" dirty="0"/>
                </a:br>
                <a:r>
                  <a:rPr lang="en-US" dirty="0"/>
                  <a:t>Hamilton’s equations</a:t>
                </a:r>
              </a:p>
            </p:txBody>
          </p:sp>
        </mc:Choice>
        <mc:Fallback xmlns="">
          <p:sp>
            <p:nvSpPr>
              <p:cNvPr id="6" name="TextBox 5">
                <a:extLst>
                  <a:ext uri="{FF2B5EF4-FFF2-40B4-BE49-F238E27FC236}">
                    <a16:creationId xmlns:a16="http://schemas.microsoft.com/office/drawing/2014/main" id="{125839FE-60DD-F220-4B8E-F1D976EFDD34}"/>
                  </a:ext>
                </a:extLst>
              </p:cNvPr>
              <p:cNvSpPr txBox="1">
                <a:spLocks noRot="1" noChangeAspect="1" noMove="1" noResize="1" noEditPoints="1" noAdjustHandles="1" noChangeArrowheads="1" noChangeShapeType="1" noTextEdit="1"/>
              </p:cNvSpPr>
              <p:nvPr/>
            </p:nvSpPr>
            <p:spPr>
              <a:xfrm>
                <a:off x="647574" y="4009004"/>
                <a:ext cx="2165145" cy="966162"/>
              </a:xfrm>
              <a:prstGeom prst="rect">
                <a:avLst/>
              </a:prstGeom>
              <a:blipFill>
                <a:blip r:embed="rId5"/>
                <a:stretch>
                  <a:fillRect l="-2254" r="-2535" b="-9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319BD80-2E6D-6A4C-6270-209CB452C450}"/>
                  </a:ext>
                </a:extLst>
              </p:cNvPr>
              <p:cNvSpPr txBox="1"/>
              <p:nvPr/>
            </p:nvSpPr>
            <p:spPr>
              <a:xfrm>
                <a:off x="1388402" y="945488"/>
                <a:ext cx="1695464" cy="369397"/>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𝑈</m:t>
                          </m:r>
                        </m:e>
                      </m:d>
                      <m:r>
                        <a:rPr lang="en-US" b="0" i="1" smtClean="0">
                          <a:latin typeface="Cambria Math" panose="02040503050406030204" pitchFamily="18" charset="0"/>
                        </a:rPr>
                        <m:t>=0</m:t>
                      </m:r>
                    </m:oMath>
                  </m:oMathPara>
                </a14:m>
                <a:br>
                  <a:rPr lang="en-US" b="0" dirty="0"/>
                </a:br>
                <a:endParaRPr lang="en-US" dirty="0"/>
              </a:p>
            </p:txBody>
          </p:sp>
        </mc:Choice>
        <mc:Fallback xmlns="">
          <p:sp>
            <p:nvSpPr>
              <p:cNvPr id="9" name="TextBox 8">
                <a:extLst>
                  <a:ext uri="{FF2B5EF4-FFF2-40B4-BE49-F238E27FC236}">
                    <a16:creationId xmlns:a16="http://schemas.microsoft.com/office/drawing/2014/main" id="{F319BD80-2E6D-6A4C-6270-209CB452C450}"/>
                  </a:ext>
                </a:extLst>
              </p:cNvPr>
              <p:cNvSpPr txBox="1">
                <a:spLocks noRot="1" noChangeAspect="1" noMove="1" noResize="1" noEditPoints="1" noAdjustHandles="1" noChangeArrowheads="1" noChangeShapeType="1" noTextEdit="1"/>
              </p:cNvSpPr>
              <p:nvPr/>
            </p:nvSpPr>
            <p:spPr>
              <a:xfrm>
                <a:off x="1388402" y="945488"/>
                <a:ext cx="1695464" cy="369397"/>
              </a:xfrm>
              <a:prstGeom prst="rect">
                <a:avLst/>
              </a:prstGeom>
              <a:blipFill>
                <a:blip r:embed="rId6"/>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D672D5E-EF34-3A94-9950-B680B900A616}"/>
                  </a:ext>
                </a:extLst>
              </p:cNvPr>
              <p:cNvSpPr txBox="1"/>
              <p:nvPr/>
            </p:nvSpPr>
            <p:spPr>
              <a:xfrm>
                <a:off x="4981970" y="894642"/>
                <a:ext cx="1797223" cy="369397"/>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𝑈</m:t>
                              </m:r>
                            </m:e>
                          </m:d>
                        </m:e>
                      </m:func>
                      <m:r>
                        <a:rPr lang="en-US" b="0" i="1" smtClean="0">
                          <a:latin typeface="Cambria Math" panose="02040503050406030204" pitchFamily="18" charset="0"/>
                        </a:rPr>
                        <m:t>=0</m:t>
                      </m:r>
                    </m:oMath>
                  </m:oMathPara>
                </a14:m>
                <a:br>
                  <a:rPr lang="en-US" b="0" dirty="0"/>
                </a:br>
                <a:endParaRPr lang="en-US" dirty="0"/>
              </a:p>
            </p:txBody>
          </p:sp>
        </mc:Choice>
        <mc:Fallback xmlns="">
          <p:sp>
            <p:nvSpPr>
              <p:cNvPr id="10" name="TextBox 9">
                <a:extLst>
                  <a:ext uri="{FF2B5EF4-FFF2-40B4-BE49-F238E27FC236}">
                    <a16:creationId xmlns:a16="http://schemas.microsoft.com/office/drawing/2014/main" id="{CD672D5E-EF34-3A94-9950-B680B900A616}"/>
                  </a:ext>
                </a:extLst>
              </p:cNvPr>
              <p:cNvSpPr txBox="1">
                <a:spLocks noRot="1" noChangeAspect="1" noMove="1" noResize="1" noEditPoints="1" noAdjustHandles="1" noChangeArrowheads="1" noChangeShapeType="1" noTextEdit="1"/>
              </p:cNvSpPr>
              <p:nvPr/>
            </p:nvSpPr>
            <p:spPr>
              <a:xfrm>
                <a:off x="4981970" y="894642"/>
                <a:ext cx="1797223" cy="369397"/>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17E8FD2-109F-B61A-C61C-D6A24EF4FC5A}"/>
                  </a:ext>
                </a:extLst>
              </p:cNvPr>
              <p:cNvSpPr txBox="1"/>
              <p:nvPr/>
            </p:nvSpPr>
            <p:spPr>
              <a:xfrm>
                <a:off x="9295985" y="1094966"/>
                <a:ext cx="2218236" cy="412164"/>
              </a:xfrm>
              <a:prstGeom prst="rect">
                <a:avLst/>
              </a:prstGeom>
              <a:noFill/>
            </p:spPr>
            <p:txBody>
              <a:bodyPr wrap="non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r>
                          <a:rPr lang="en-US" b="0" i="1" smtClean="0">
                            <a:latin typeface="Cambria Math" panose="02040503050406030204" pitchFamily="18" charset="0"/>
                          </a:rPr>
                          <m:t>𝜌</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𝜌</m:t>
                            </m:r>
                          </m:e>
                        </m:func>
                        <m:r>
                          <a:rPr lang="en-US" b="0" i="1" smtClean="0">
                            <a:latin typeface="Cambria Math" panose="02040503050406030204" pitchFamily="18" charset="0"/>
                          </a:rPr>
                          <m:t>𝑑</m:t>
                        </m:r>
                        <m:r>
                          <a:rPr lang="en-US" b="0" i="1" smtClean="0">
                            <a:latin typeface="Cambria Math" panose="02040503050406030204" pitchFamily="18" charset="0"/>
                          </a:rPr>
                          <m:t>𝜇</m:t>
                        </m:r>
                      </m:e>
                    </m:nary>
                    <m:r>
                      <a:rPr lang="en-US" b="0" i="1" smtClean="0">
                        <a:latin typeface="Cambria Math" panose="02040503050406030204" pitchFamily="18" charset="0"/>
                      </a:rPr>
                      <m:t>=0</m:t>
                    </m:r>
                  </m:oMath>
                </a14:m>
                <a:r>
                  <a:rPr lang="en-US" dirty="0"/>
                  <a:t> </a:t>
                </a:r>
              </a:p>
            </p:txBody>
          </p:sp>
        </mc:Choice>
        <mc:Fallback xmlns="">
          <p:sp>
            <p:nvSpPr>
              <p:cNvPr id="12" name="TextBox 11">
                <a:extLst>
                  <a:ext uri="{FF2B5EF4-FFF2-40B4-BE49-F238E27FC236}">
                    <a16:creationId xmlns:a16="http://schemas.microsoft.com/office/drawing/2014/main" id="{817E8FD2-109F-B61A-C61C-D6A24EF4FC5A}"/>
                  </a:ext>
                </a:extLst>
              </p:cNvPr>
              <p:cNvSpPr txBox="1">
                <a:spLocks noRot="1" noChangeAspect="1" noMove="1" noResize="1" noEditPoints="1" noAdjustHandles="1" noChangeArrowheads="1" noChangeShapeType="1" noTextEdit="1"/>
              </p:cNvSpPr>
              <p:nvPr/>
            </p:nvSpPr>
            <p:spPr>
              <a:xfrm>
                <a:off x="9295985" y="1094966"/>
                <a:ext cx="2218236" cy="412164"/>
              </a:xfrm>
              <a:prstGeom prst="rect">
                <a:avLst/>
              </a:prstGeom>
              <a:blipFill>
                <a:blip r:embed="rId8"/>
                <a:stretch>
                  <a:fillRect l="-7143" t="-134328" b="-195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97533C-7FF0-BF6C-3880-09E296593468}"/>
                  </a:ext>
                </a:extLst>
              </p:cNvPr>
              <p:cNvSpPr txBox="1"/>
              <p:nvPr/>
            </p:nvSpPr>
            <p:spPr>
              <a:xfrm>
                <a:off x="9822182" y="2645231"/>
                <a:ext cx="2249975" cy="574260"/>
              </a:xfrm>
              <a:prstGeom prst="rect">
                <a:avLst/>
              </a:prstGeom>
              <a:noFill/>
            </p:spPr>
            <p:txBody>
              <a:bodyPr wrap="none" rtlCol="0">
                <a:spAutoFit/>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𝑐𝑜𝑣</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𝑏</m:t>
                                  </m:r>
                                </m:sup>
                              </m:sSup>
                            </m:e>
                          </m:d>
                        </m:e>
                      </m:d>
                      <m:r>
                        <a:rPr lang="en-US" b="0" i="1" smtClean="0">
                          <a:latin typeface="Cambria Math" panose="02040503050406030204" pitchFamily="18" charset="0"/>
                        </a:rPr>
                        <m:t>≈0</m:t>
                      </m:r>
                    </m:oMath>
                  </m:oMathPara>
                </a14:m>
                <a:br>
                  <a:rPr lang="en-US" dirty="0"/>
                </a:br>
                <a:r>
                  <a:rPr lang="en-US" sz="1100" dirty="0"/>
                  <a:t> (for peaked distributions)</a:t>
                </a:r>
                <a:endParaRPr lang="en-US" dirty="0"/>
              </a:p>
            </p:txBody>
          </p:sp>
        </mc:Choice>
        <mc:Fallback xmlns="">
          <p:sp>
            <p:nvSpPr>
              <p:cNvPr id="15" name="TextBox 14">
                <a:extLst>
                  <a:ext uri="{FF2B5EF4-FFF2-40B4-BE49-F238E27FC236}">
                    <a16:creationId xmlns:a16="http://schemas.microsoft.com/office/drawing/2014/main" id="{2197533C-7FF0-BF6C-3880-09E296593468}"/>
                  </a:ext>
                </a:extLst>
              </p:cNvPr>
              <p:cNvSpPr txBox="1">
                <a:spLocks noRot="1" noChangeAspect="1" noMove="1" noResize="1" noEditPoints="1" noAdjustHandles="1" noChangeArrowheads="1" noChangeShapeType="1" noTextEdit="1"/>
              </p:cNvSpPr>
              <p:nvPr/>
            </p:nvSpPr>
            <p:spPr>
              <a:xfrm>
                <a:off x="9822182" y="2645231"/>
                <a:ext cx="2249975" cy="574260"/>
              </a:xfrm>
              <a:prstGeom prst="rect">
                <a:avLst/>
              </a:prstGeom>
              <a:blipFill>
                <a:blip r:embed="rId9"/>
                <a:stretch>
                  <a:fillRect b="-6383"/>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8E6531F4-6378-4D38-3EC2-DE743BDC36EA}"/>
              </a:ext>
            </a:extLst>
          </p:cNvPr>
          <p:cNvSpPr txBox="1"/>
          <p:nvPr/>
        </p:nvSpPr>
        <p:spPr>
          <a:xfrm>
            <a:off x="3592042" y="2698508"/>
            <a:ext cx="3776740" cy="1323439"/>
          </a:xfrm>
          <a:prstGeom prst="rect">
            <a:avLst/>
          </a:prstGeom>
          <a:noFill/>
        </p:spPr>
        <p:txBody>
          <a:bodyPr wrap="none" rtlCol="0">
            <a:spAutoFit/>
          </a:bodyPr>
          <a:lstStyle/>
          <a:p>
            <a:pPr algn="ctr"/>
            <a:r>
              <a:rPr lang="en-US" sz="4000" dirty="0"/>
              <a:t>Determinism and</a:t>
            </a:r>
            <a:br>
              <a:rPr lang="en-US" sz="4000" dirty="0"/>
            </a:br>
            <a:r>
              <a:rPr lang="en-US" sz="4000" dirty="0"/>
              <a:t>reversibility</a:t>
            </a:r>
          </a:p>
        </p:txBody>
      </p:sp>
      <p:sp>
        <p:nvSpPr>
          <p:cNvPr id="18" name="TextBox 17">
            <a:extLst>
              <a:ext uri="{FF2B5EF4-FFF2-40B4-BE49-F238E27FC236}">
                <a16:creationId xmlns:a16="http://schemas.microsoft.com/office/drawing/2014/main" id="{F065EE3A-6A8D-56AF-A095-5B51C93B78CE}"/>
              </a:ext>
            </a:extLst>
          </p:cNvPr>
          <p:cNvSpPr txBox="1"/>
          <p:nvPr/>
        </p:nvSpPr>
        <p:spPr>
          <a:xfrm>
            <a:off x="4647200" y="1599857"/>
            <a:ext cx="2466766" cy="646331"/>
          </a:xfrm>
          <a:prstGeom prst="rect">
            <a:avLst/>
          </a:prstGeom>
          <a:noFill/>
        </p:spPr>
        <p:txBody>
          <a:bodyPr wrap="none" rtlCol="0">
            <a:spAutoFit/>
          </a:bodyPr>
          <a:lstStyle/>
          <a:p>
            <a:pPr algn="ctr"/>
            <a:r>
              <a:rPr lang="en-US" dirty="0"/>
              <a:t>Conservation of</a:t>
            </a:r>
            <a:br>
              <a:rPr lang="en-US" dirty="0"/>
            </a:br>
            <a:r>
              <a:rPr lang="en-US" dirty="0"/>
              <a:t>thermodynamic entropy</a:t>
            </a:r>
          </a:p>
        </p:txBody>
      </p:sp>
      <p:sp>
        <p:nvSpPr>
          <p:cNvPr id="19" name="TextBox 18">
            <a:extLst>
              <a:ext uri="{FF2B5EF4-FFF2-40B4-BE49-F238E27FC236}">
                <a16:creationId xmlns:a16="http://schemas.microsoft.com/office/drawing/2014/main" id="{F09CBE6F-960D-FF74-BA5A-08086780727E}"/>
              </a:ext>
            </a:extLst>
          </p:cNvPr>
          <p:cNvSpPr txBox="1"/>
          <p:nvPr/>
        </p:nvSpPr>
        <p:spPr>
          <a:xfrm>
            <a:off x="7619697" y="1800960"/>
            <a:ext cx="2080121" cy="646331"/>
          </a:xfrm>
          <a:prstGeom prst="rect">
            <a:avLst/>
          </a:prstGeom>
          <a:noFill/>
        </p:spPr>
        <p:txBody>
          <a:bodyPr wrap="none" rtlCol="0">
            <a:spAutoFit/>
          </a:bodyPr>
          <a:lstStyle/>
          <a:p>
            <a:pPr algn="ctr"/>
            <a:r>
              <a:rPr lang="en-US" dirty="0"/>
              <a:t>Conservation of</a:t>
            </a:r>
            <a:br>
              <a:rPr lang="en-US" dirty="0"/>
            </a:br>
            <a:r>
              <a:rPr lang="en-US" dirty="0"/>
              <a:t>information entropy</a:t>
            </a:r>
          </a:p>
        </p:txBody>
      </p:sp>
      <p:sp>
        <p:nvSpPr>
          <p:cNvPr id="20" name="TextBox 19">
            <a:extLst>
              <a:ext uri="{FF2B5EF4-FFF2-40B4-BE49-F238E27FC236}">
                <a16:creationId xmlns:a16="http://schemas.microsoft.com/office/drawing/2014/main" id="{2F374D2F-6EB5-7C48-1AB9-D4B87807853F}"/>
              </a:ext>
            </a:extLst>
          </p:cNvPr>
          <p:cNvSpPr txBox="1"/>
          <p:nvPr/>
        </p:nvSpPr>
        <p:spPr>
          <a:xfrm>
            <a:off x="8032567" y="3399461"/>
            <a:ext cx="1667251" cy="646331"/>
          </a:xfrm>
          <a:prstGeom prst="rect">
            <a:avLst/>
          </a:prstGeom>
          <a:noFill/>
        </p:spPr>
        <p:txBody>
          <a:bodyPr wrap="none" rtlCol="0">
            <a:spAutoFit/>
          </a:bodyPr>
          <a:lstStyle/>
          <a:p>
            <a:pPr algn="ctr"/>
            <a:r>
              <a:rPr lang="en-US" dirty="0"/>
              <a:t>Conservation of</a:t>
            </a:r>
            <a:br>
              <a:rPr lang="en-US" dirty="0"/>
            </a:br>
            <a:r>
              <a:rPr lang="en-US" dirty="0"/>
              <a:t>uncertainty</a:t>
            </a:r>
          </a:p>
        </p:txBody>
      </p:sp>
      <p:sp>
        <p:nvSpPr>
          <p:cNvPr id="21" name="TextBox 20">
            <a:extLst>
              <a:ext uri="{FF2B5EF4-FFF2-40B4-BE49-F238E27FC236}">
                <a16:creationId xmlns:a16="http://schemas.microsoft.com/office/drawing/2014/main" id="{DB7489DF-3086-0E7E-49C8-FFEDF759A533}"/>
              </a:ext>
            </a:extLst>
          </p:cNvPr>
          <p:cNvSpPr txBox="1"/>
          <p:nvPr/>
        </p:nvSpPr>
        <p:spPr>
          <a:xfrm>
            <a:off x="2641352" y="1644563"/>
            <a:ext cx="1667251" cy="646331"/>
          </a:xfrm>
          <a:prstGeom prst="rect">
            <a:avLst/>
          </a:prstGeom>
          <a:noFill/>
        </p:spPr>
        <p:txBody>
          <a:bodyPr wrap="none" rtlCol="0">
            <a:spAutoFit/>
          </a:bodyPr>
          <a:lstStyle/>
          <a:p>
            <a:pPr algn="ctr"/>
            <a:r>
              <a:rPr lang="en-US" dirty="0"/>
              <a:t>Conservation of</a:t>
            </a:r>
            <a:br>
              <a:rPr lang="en-US" dirty="0"/>
            </a:br>
            <a:r>
              <a:rPr lang="en-US" dirty="0"/>
              <a:t>state count</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DD8FC8B-00A3-5623-8DB5-C8D4F088A7DE}"/>
                  </a:ext>
                </a:extLst>
              </p:cNvPr>
              <p:cNvSpPr txBox="1"/>
              <p:nvPr/>
            </p:nvSpPr>
            <p:spPr>
              <a:xfrm>
                <a:off x="476020" y="2721904"/>
                <a:ext cx="1675267" cy="584775"/>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𝑎𝑏</m:t>
                          </m:r>
                        </m:sub>
                      </m:sSub>
                      <m:r>
                        <a:rPr lang="en-US" b="0" i="1" smtClean="0">
                          <a:latin typeface="Cambria Math" panose="02040503050406030204" pitchFamily="18" charset="0"/>
                        </a:rPr>
                        <m:t>=0</m:t>
                      </m:r>
                    </m:oMath>
                  </m:oMathPara>
                </a14:m>
                <a:br>
                  <a:rPr lang="en-US" b="0" dirty="0"/>
                </a:br>
                <a:r>
                  <a:rPr lang="en-US" sz="1400" b="0" dirty="0" err="1"/>
                  <a:t>symplectomorphism</a:t>
                </a:r>
                <a:endParaRPr lang="en-US" dirty="0"/>
              </a:p>
            </p:txBody>
          </p:sp>
        </mc:Choice>
        <mc:Fallback xmlns="">
          <p:sp>
            <p:nvSpPr>
              <p:cNvPr id="22" name="TextBox 21">
                <a:extLst>
                  <a:ext uri="{FF2B5EF4-FFF2-40B4-BE49-F238E27FC236}">
                    <a16:creationId xmlns:a16="http://schemas.microsoft.com/office/drawing/2014/main" id="{3DD8FC8B-00A3-5623-8DB5-C8D4F088A7DE}"/>
                  </a:ext>
                </a:extLst>
              </p:cNvPr>
              <p:cNvSpPr txBox="1">
                <a:spLocks noRot="1" noChangeAspect="1" noMove="1" noResize="1" noEditPoints="1" noAdjustHandles="1" noChangeArrowheads="1" noChangeShapeType="1" noTextEdit="1"/>
              </p:cNvSpPr>
              <p:nvPr/>
            </p:nvSpPr>
            <p:spPr>
              <a:xfrm>
                <a:off x="476020" y="2721904"/>
                <a:ext cx="1675267" cy="584775"/>
              </a:xfrm>
              <a:prstGeom prst="rect">
                <a:avLst/>
              </a:prstGeom>
              <a:blipFill>
                <a:blip r:embed="rId10"/>
                <a:stretch>
                  <a:fillRect l="-1091"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3A09650-F58B-648C-B6CE-FA0D2B7D2955}"/>
                  </a:ext>
                </a:extLst>
              </p:cNvPr>
              <p:cNvSpPr txBox="1"/>
              <p:nvPr/>
            </p:nvSpPr>
            <p:spPr>
              <a:xfrm rot="5400000">
                <a:off x="5572645" y="2256984"/>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4" name="TextBox 23">
                <a:extLst>
                  <a:ext uri="{FF2B5EF4-FFF2-40B4-BE49-F238E27FC236}">
                    <a16:creationId xmlns:a16="http://schemas.microsoft.com/office/drawing/2014/main" id="{A3A09650-F58B-648C-B6CE-FA0D2B7D2955}"/>
                  </a:ext>
                </a:extLst>
              </p:cNvPr>
              <p:cNvSpPr txBox="1">
                <a:spLocks noRot="1" noChangeAspect="1" noMove="1" noResize="1" noEditPoints="1" noAdjustHandles="1" noChangeArrowheads="1" noChangeShapeType="1" noTextEdit="1"/>
              </p:cNvSpPr>
              <p:nvPr/>
            </p:nvSpPr>
            <p:spPr>
              <a:xfrm rot="5400000">
                <a:off x="5572645" y="2256984"/>
                <a:ext cx="615874"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8E1F819-0422-ADF9-B513-F067892FE4AE}"/>
                  </a:ext>
                </a:extLst>
              </p:cNvPr>
              <p:cNvSpPr txBox="1"/>
              <p:nvPr/>
            </p:nvSpPr>
            <p:spPr>
              <a:xfrm rot="3241535">
                <a:off x="3646179" y="2233011"/>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5" name="TextBox 24">
                <a:extLst>
                  <a:ext uri="{FF2B5EF4-FFF2-40B4-BE49-F238E27FC236}">
                    <a16:creationId xmlns:a16="http://schemas.microsoft.com/office/drawing/2014/main" id="{A8E1F819-0422-ADF9-B513-F067892FE4AE}"/>
                  </a:ext>
                </a:extLst>
              </p:cNvPr>
              <p:cNvSpPr txBox="1">
                <a:spLocks noRot="1" noChangeAspect="1" noMove="1" noResize="1" noEditPoints="1" noAdjustHandles="1" noChangeArrowheads="1" noChangeShapeType="1" noTextEdit="1"/>
              </p:cNvSpPr>
              <p:nvPr/>
            </p:nvSpPr>
            <p:spPr>
              <a:xfrm rot="3241535">
                <a:off x="3646179" y="2233011"/>
                <a:ext cx="615874"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4AB99A-4A1F-80EB-502F-188332DDB536}"/>
                  </a:ext>
                </a:extLst>
              </p:cNvPr>
              <p:cNvSpPr txBox="1"/>
              <p:nvPr/>
            </p:nvSpPr>
            <p:spPr>
              <a:xfrm rot="19225435">
                <a:off x="7438246" y="2510288"/>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6" name="TextBox 25">
                <a:extLst>
                  <a:ext uri="{FF2B5EF4-FFF2-40B4-BE49-F238E27FC236}">
                    <a16:creationId xmlns:a16="http://schemas.microsoft.com/office/drawing/2014/main" id="{8F4AB99A-4A1F-80EB-502F-188332DDB536}"/>
                  </a:ext>
                </a:extLst>
              </p:cNvPr>
              <p:cNvSpPr txBox="1">
                <a:spLocks noRot="1" noChangeAspect="1" noMove="1" noResize="1" noEditPoints="1" noAdjustHandles="1" noChangeArrowheads="1" noChangeShapeType="1" noTextEdit="1"/>
              </p:cNvSpPr>
              <p:nvPr/>
            </p:nvSpPr>
            <p:spPr>
              <a:xfrm rot="19225435">
                <a:off x="7438246" y="2510288"/>
                <a:ext cx="615874"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5027ADB-4EAA-45D8-BA24-855F174E07E5}"/>
                  </a:ext>
                </a:extLst>
              </p:cNvPr>
              <p:cNvSpPr txBox="1"/>
              <p:nvPr/>
            </p:nvSpPr>
            <p:spPr>
              <a:xfrm>
                <a:off x="7283606" y="3434197"/>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25027ADB-4EAA-45D8-BA24-855F174E07E5}"/>
                  </a:ext>
                </a:extLst>
              </p:cNvPr>
              <p:cNvSpPr txBox="1">
                <a:spLocks noRot="1" noChangeAspect="1" noMove="1" noResize="1" noEditPoints="1" noAdjustHandles="1" noChangeArrowheads="1" noChangeShapeType="1" noTextEdit="1"/>
              </p:cNvSpPr>
              <p:nvPr/>
            </p:nvSpPr>
            <p:spPr>
              <a:xfrm>
                <a:off x="7283606" y="3434197"/>
                <a:ext cx="615874"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4F4400B-8DED-78C6-48D8-A3453ED0A0CC}"/>
                  </a:ext>
                </a:extLst>
              </p:cNvPr>
              <p:cNvSpPr txBox="1"/>
              <p:nvPr/>
            </p:nvSpPr>
            <p:spPr>
              <a:xfrm rot="5400000">
                <a:off x="5572643" y="1245608"/>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44F4400B-8DED-78C6-48D8-A3453ED0A0CC}"/>
                  </a:ext>
                </a:extLst>
              </p:cNvPr>
              <p:cNvSpPr txBox="1">
                <a:spLocks noRot="1" noChangeAspect="1" noMove="1" noResize="1" noEditPoints="1" noAdjustHandles="1" noChangeArrowheads="1" noChangeShapeType="1" noTextEdit="1"/>
              </p:cNvSpPr>
              <p:nvPr/>
            </p:nvSpPr>
            <p:spPr>
              <a:xfrm rot="5400000">
                <a:off x="5572643" y="1245608"/>
                <a:ext cx="615874" cy="46166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67B0919-7E4A-E2FB-6C7D-21E55A4DAEF6}"/>
                  </a:ext>
                </a:extLst>
              </p:cNvPr>
              <p:cNvSpPr txBox="1"/>
              <p:nvPr/>
            </p:nvSpPr>
            <p:spPr>
              <a:xfrm rot="2621539">
                <a:off x="2364864" y="1226092"/>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9" name="TextBox 28">
                <a:extLst>
                  <a:ext uri="{FF2B5EF4-FFF2-40B4-BE49-F238E27FC236}">
                    <a16:creationId xmlns:a16="http://schemas.microsoft.com/office/drawing/2014/main" id="{267B0919-7E4A-E2FB-6C7D-21E55A4DAEF6}"/>
                  </a:ext>
                </a:extLst>
              </p:cNvPr>
              <p:cNvSpPr txBox="1">
                <a:spLocks noRot="1" noChangeAspect="1" noMove="1" noResize="1" noEditPoints="1" noAdjustHandles="1" noChangeArrowheads="1" noChangeShapeType="1" noTextEdit="1"/>
              </p:cNvSpPr>
              <p:nvPr/>
            </p:nvSpPr>
            <p:spPr>
              <a:xfrm rot="2621539">
                <a:off x="2364864" y="1226092"/>
                <a:ext cx="615874"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C697B55-E0AF-AC78-7EAC-09D85AF3D308}"/>
                  </a:ext>
                </a:extLst>
              </p:cNvPr>
              <p:cNvSpPr txBox="1"/>
              <p:nvPr/>
            </p:nvSpPr>
            <p:spPr>
              <a:xfrm rot="19536130">
                <a:off x="9587933" y="3168628"/>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0" name="TextBox 29">
                <a:extLst>
                  <a:ext uri="{FF2B5EF4-FFF2-40B4-BE49-F238E27FC236}">
                    <a16:creationId xmlns:a16="http://schemas.microsoft.com/office/drawing/2014/main" id="{BC697B55-E0AF-AC78-7EAC-09D85AF3D308}"/>
                  </a:ext>
                </a:extLst>
              </p:cNvPr>
              <p:cNvSpPr txBox="1">
                <a:spLocks noRot="1" noChangeAspect="1" noMove="1" noResize="1" noEditPoints="1" noAdjustHandles="1" noChangeArrowheads="1" noChangeShapeType="1" noTextEdit="1"/>
              </p:cNvSpPr>
              <p:nvPr/>
            </p:nvSpPr>
            <p:spPr>
              <a:xfrm rot="19536130">
                <a:off x="9587933" y="3168628"/>
                <a:ext cx="615874"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A588409-0C66-382C-ABA3-63CCDEACAB06}"/>
                  </a:ext>
                </a:extLst>
              </p:cNvPr>
              <p:cNvSpPr txBox="1"/>
              <p:nvPr/>
            </p:nvSpPr>
            <p:spPr>
              <a:xfrm rot="19536130">
                <a:off x="9400862" y="1521178"/>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1" name="TextBox 30">
                <a:extLst>
                  <a:ext uri="{FF2B5EF4-FFF2-40B4-BE49-F238E27FC236}">
                    <a16:creationId xmlns:a16="http://schemas.microsoft.com/office/drawing/2014/main" id="{6A588409-0C66-382C-ABA3-63CCDEACAB06}"/>
                  </a:ext>
                </a:extLst>
              </p:cNvPr>
              <p:cNvSpPr txBox="1">
                <a:spLocks noRot="1" noChangeAspect="1" noMove="1" noResize="1" noEditPoints="1" noAdjustHandles="1" noChangeArrowheads="1" noChangeShapeType="1" noTextEdit="1"/>
              </p:cNvSpPr>
              <p:nvPr/>
            </p:nvSpPr>
            <p:spPr>
              <a:xfrm rot="19536130">
                <a:off x="9400862" y="1521178"/>
                <a:ext cx="615874"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92FD6D0-34CC-1C93-EFD1-E4EBDBB62803}"/>
                  </a:ext>
                </a:extLst>
              </p:cNvPr>
              <p:cNvSpPr txBox="1"/>
              <p:nvPr/>
            </p:nvSpPr>
            <p:spPr>
              <a:xfrm rot="4632885">
                <a:off x="10389736" y="1885611"/>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2" name="TextBox 31">
                <a:extLst>
                  <a:ext uri="{FF2B5EF4-FFF2-40B4-BE49-F238E27FC236}">
                    <a16:creationId xmlns:a16="http://schemas.microsoft.com/office/drawing/2014/main" id="{F92FD6D0-34CC-1C93-EFD1-E4EBDBB62803}"/>
                  </a:ext>
                </a:extLst>
              </p:cNvPr>
              <p:cNvSpPr txBox="1">
                <a:spLocks noRot="1" noChangeAspect="1" noMove="1" noResize="1" noEditPoints="1" noAdjustHandles="1" noChangeArrowheads="1" noChangeShapeType="1" noTextEdit="1"/>
              </p:cNvSpPr>
              <p:nvPr/>
            </p:nvSpPr>
            <p:spPr>
              <a:xfrm rot="4632885">
                <a:off x="10389736" y="1885611"/>
                <a:ext cx="615874"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4A98AD7-C47E-DBE9-E11B-8F95EDFEA3A9}"/>
                  </a:ext>
                </a:extLst>
              </p:cNvPr>
              <p:cNvSpPr txBox="1"/>
              <p:nvPr/>
            </p:nvSpPr>
            <p:spPr>
              <a:xfrm>
                <a:off x="7816019" y="971450"/>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3" name="TextBox 32">
                <a:extLst>
                  <a:ext uri="{FF2B5EF4-FFF2-40B4-BE49-F238E27FC236}">
                    <a16:creationId xmlns:a16="http://schemas.microsoft.com/office/drawing/2014/main" id="{14A98AD7-C47E-DBE9-E11B-8F95EDFEA3A9}"/>
                  </a:ext>
                </a:extLst>
              </p:cNvPr>
              <p:cNvSpPr txBox="1">
                <a:spLocks noRot="1" noChangeAspect="1" noMove="1" noResize="1" noEditPoints="1" noAdjustHandles="1" noChangeArrowheads="1" noChangeShapeType="1" noTextEdit="1"/>
              </p:cNvSpPr>
              <p:nvPr/>
            </p:nvSpPr>
            <p:spPr>
              <a:xfrm>
                <a:off x="7816019" y="971450"/>
                <a:ext cx="615874"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55CBFCC-AE52-A8BA-E3EE-0B5EF88513B6}"/>
                  </a:ext>
                </a:extLst>
              </p:cNvPr>
              <p:cNvSpPr txBox="1"/>
              <p:nvPr/>
            </p:nvSpPr>
            <p:spPr>
              <a:xfrm>
                <a:off x="3749524" y="844788"/>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4" name="TextBox 33">
                <a:extLst>
                  <a:ext uri="{FF2B5EF4-FFF2-40B4-BE49-F238E27FC236}">
                    <a16:creationId xmlns:a16="http://schemas.microsoft.com/office/drawing/2014/main" id="{655CBFCC-AE52-A8BA-E3EE-0B5EF88513B6}"/>
                  </a:ext>
                </a:extLst>
              </p:cNvPr>
              <p:cNvSpPr txBox="1">
                <a:spLocks noRot="1" noChangeAspect="1" noMove="1" noResize="1" noEditPoints="1" noAdjustHandles="1" noChangeArrowheads="1" noChangeShapeType="1" noTextEdit="1"/>
              </p:cNvSpPr>
              <p:nvPr/>
            </p:nvSpPr>
            <p:spPr>
              <a:xfrm>
                <a:off x="3749524" y="844788"/>
                <a:ext cx="615874" cy="46166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D214C98-BA48-FE3A-2BA5-24560A13225B}"/>
                  </a:ext>
                </a:extLst>
              </p:cNvPr>
              <p:cNvSpPr txBox="1"/>
              <p:nvPr/>
            </p:nvSpPr>
            <p:spPr>
              <a:xfrm rot="18238036">
                <a:off x="1186608" y="1872199"/>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5" name="TextBox 34">
                <a:extLst>
                  <a:ext uri="{FF2B5EF4-FFF2-40B4-BE49-F238E27FC236}">
                    <a16:creationId xmlns:a16="http://schemas.microsoft.com/office/drawing/2014/main" id="{BD214C98-BA48-FE3A-2BA5-24560A13225B}"/>
                  </a:ext>
                </a:extLst>
              </p:cNvPr>
              <p:cNvSpPr txBox="1">
                <a:spLocks noRot="1" noChangeAspect="1" noMove="1" noResize="1" noEditPoints="1" noAdjustHandles="1" noChangeArrowheads="1" noChangeShapeType="1" noTextEdit="1"/>
              </p:cNvSpPr>
              <p:nvPr/>
            </p:nvSpPr>
            <p:spPr>
              <a:xfrm rot="18238036">
                <a:off x="1186608" y="1872199"/>
                <a:ext cx="615874"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29C148F-FF19-F758-CD7C-00CB91F3806B}"/>
                  </a:ext>
                </a:extLst>
              </p:cNvPr>
              <p:cNvSpPr txBox="1"/>
              <p:nvPr/>
            </p:nvSpPr>
            <p:spPr>
              <a:xfrm rot="3944416">
                <a:off x="1141512" y="3465151"/>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36" name="TextBox 35">
                <a:extLst>
                  <a:ext uri="{FF2B5EF4-FFF2-40B4-BE49-F238E27FC236}">
                    <a16:creationId xmlns:a16="http://schemas.microsoft.com/office/drawing/2014/main" id="{D29C148F-FF19-F758-CD7C-00CB91F3806B}"/>
                  </a:ext>
                </a:extLst>
              </p:cNvPr>
              <p:cNvSpPr txBox="1">
                <a:spLocks noRot="1" noChangeAspect="1" noMove="1" noResize="1" noEditPoints="1" noAdjustHandles="1" noChangeArrowheads="1" noChangeShapeType="1" noTextEdit="1"/>
              </p:cNvSpPr>
              <p:nvPr/>
            </p:nvSpPr>
            <p:spPr>
              <a:xfrm rot="3944416">
                <a:off x="1141512" y="3465151"/>
                <a:ext cx="615874" cy="461665"/>
              </a:xfrm>
              <a:prstGeom prst="rect">
                <a:avLst/>
              </a:prstGeom>
              <a:blipFill>
                <a:blip r:embed="rId24"/>
                <a:stretch>
                  <a:fillRect/>
                </a:stretch>
              </a:blipFill>
            </p:spPr>
            <p:txBody>
              <a:bodyPr/>
              <a:lstStyle/>
              <a:p>
                <a:r>
                  <a:rPr lang="en-US">
                    <a:noFill/>
                  </a:rPr>
                  <a:t> </a:t>
                </a:r>
              </a:p>
            </p:txBody>
          </p:sp>
        </mc:Fallback>
      </mc:AlternateContent>
      <p:sp>
        <p:nvSpPr>
          <p:cNvPr id="7" name="Title 41">
            <a:extLst>
              <a:ext uri="{FF2B5EF4-FFF2-40B4-BE49-F238E27FC236}">
                <a16:creationId xmlns:a16="http://schemas.microsoft.com/office/drawing/2014/main" id="{0E7B9A69-77E1-CCA5-17FC-289783B489BC}"/>
              </a:ext>
            </a:extLst>
          </p:cNvPr>
          <p:cNvSpPr txBox="1">
            <a:spLocks/>
          </p:cNvSpPr>
          <p:nvPr/>
        </p:nvSpPr>
        <p:spPr>
          <a:xfrm>
            <a:off x="103955" y="84779"/>
            <a:ext cx="11984090" cy="897424"/>
          </a:xfrm>
          <a:prstGeom prst="rect">
            <a:avLst/>
          </a:prstGeom>
        </p:spPr>
        <p:txBody>
          <a:bodyP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Reversing classical Hamiltonian mechanics in 1 DOF</a:t>
            </a:r>
          </a:p>
        </p:txBody>
      </p:sp>
      <p:sp>
        <p:nvSpPr>
          <p:cNvPr id="13" name="Footer Placeholder 12">
            <a:extLst>
              <a:ext uri="{FF2B5EF4-FFF2-40B4-BE49-F238E27FC236}">
                <a16:creationId xmlns:a16="http://schemas.microsoft.com/office/drawing/2014/main" id="{490EC1AA-9A96-0F62-D9EF-7717D0A1F887}"/>
              </a:ext>
            </a:extLst>
          </p:cNvPr>
          <p:cNvSpPr>
            <a:spLocks noGrp="1"/>
          </p:cNvSpPr>
          <p:nvPr>
            <p:ph type="ftr" sz="quarter" idx="11"/>
          </p:nvPr>
        </p:nvSpPr>
        <p:spPr/>
        <p:txBody>
          <a:bodyPr/>
          <a:lstStyle/>
          <a:p>
            <a:r>
              <a:rPr lang="en-US"/>
              <a:t>Christine Aidala - University of Michigan</a:t>
            </a:r>
            <a:endParaRPr lang="en-US" dirty="0"/>
          </a:p>
        </p:txBody>
      </p:sp>
      <p:sp>
        <p:nvSpPr>
          <p:cNvPr id="14" name="Slide Number Placeholder 13">
            <a:extLst>
              <a:ext uri="{FF2B5EF4-FFF2-40B4-BE49-F238E27FC236}">
                <a16:creationId xmlns:a16="http://schemas.microsoft.com/office/drawing/2014/main" id="{3DF4378F-DE36-6BDB-A540-4F07924229C8}"/>
              </a:ext>
            </a:extLst>
          </p:cNvPr>
          <p:cNvSpPr>
            <a:spLocks noGrp="1"/>
          </p:cNvSpPr>
          <p:nvPr>
            <p:ph type="sldNum" sz="quarter" idx="12"/>
          </p:nvPr>
        </p:nvSpPr>
        <p:spPr/>
        <p:txBody>
          <a:bodyPr/>
          <a:lstStyle/>
          <a:p>
            <a:fld id="{F47845EA-7733-40EE-B074-20032348B727}" type="slidenum">
              <a:rPr lang="en-US" smtClean="0"/>
              <a:t>10</a:t>
            </a:fld>
            <a:endParaRPr lang="en-US"/>
          </a:p>
        </p:txBody>
      </p:sp>
      <p:sp>
        <p:nvSpPr>
          <p:cNvPr id="23" name="TextBox 22">
            <a:extLst>
              <a:ext uri="{FF2B5EF4-FFF2-40B4-BE49-F238E27FC236}">
                <a16:creationId xmlns:a16="http://schemas.microsoft.com/office/drawing/2014/main" id="{4BBD53B7-59C3-CD7A-87B0-8303A2350252}"/>
              </a:ext>
            </a:extLst>
          </p:cNvPr>
          <p:cNvSpPr txBox="1"/>
          <p:nvPr/>
        </p:nvSpPr>
        <p:spPr>
          <a:xfrm>
            <a:off x="3048000" y="6503085"/>
            <a:ext cx="6463374" cy="307777"/>
          </a:xfrm>
          <a:prstGeom prst="rect">
            <a:avLst/>
          </a:prstGeom>
          <a:noFill/>
        </p:spPr>
        <p:txBody>
          <a:bodyPr wrap="square">
            <a:spAutoFit/>
          </a:bodyPr>
          <a:lstStyle/>
          <a:p>
            <a:r>
              <a:rPr lang="en-US" sz="1400" dirty="0">
                <a:hlinkClick r:id="rId25"/>
              </a:rPr>
              <a:t>https://assumptionsofphysics.org/book/AssumptionsOfPhysicsV3.0.pdf#section.1.1.4</a:t>
            </a:r>
            <a:r>
              <a:rPr lang="en-US" sz="1400" dirty="0"/>
              <a:t> </a:t>
            </a:r>
          </a:p>
        </p:txBody>
      </p:sp>
      <p:pic>
        <p:nvPicPr>
          <p:cNvPr id="41" name="Picture 40">
            <a:extLst>
              <a:ext uri="{FF2B5EF4-FFF2-40B4-BE49-F238E27FC236}">
                <a16:creationId xmlns:a16="http://schemas.microsoft.com/office/drawing/2014/main" id="{0B7256B1-4644-FB5B-DF4F-5FEED6AA57E4}"/>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9795295" y="4778660"/>
            <a:ext cx="2022836" cy="2022836"/>
          </a:xfrm>
          <a:prstGeom prst="rect">
            <a:avLst/>
          </a:prstGeom>
        </p:spPr>
      </p:pic>
      <p:sp>
        <p:nvSpPr>
          <p:cNvPr id="8" name="TextBox 7">
            <a:extLst>
              <a:ext uri="{FF2B5EF4-FFF2-40B4-BE49-F238E27FC236}">
                <a16:creationId xmlns:a16="http://schemas.microsoft.com/office/drawing/2014/main" id="{B076D601-AA2D-08B6-9282-D27276E5FC37}"/>
              </a:ext>
            </a:extLst>
          </p:cNvPr>
          <p:cNvSpPr txBox="1"/>
          <p:nvPr/>
        </p:nvSpPr>
        <p:spPr>
          <a:xfrm>
            <a:off x="4534277" y="4212414"/>
            <a:ext cx="3561873" cy="461665"/>
          </a:xfrm>
          <a:prstGeom prst="rect">
            <a:avLst/>
          </a:prstGeom>
          <a:noFill/>
        </p:spPr>
        <p:txBody>
          <a:bodyPr wrap="none" rtlCol="0">
            <a:spAutoFit/>
          </a:bodyPr>
          <a:lstStyle/>
          <a:p>
            <a:r>
              <a:rPr lang="en-US" sz="2400" dirty="0">
                <a:solidFill>
                  <a:schemeClr val="accent6">
                    <a:lumMod val="75000"/>
                  </a:schemeClr>
                </a:solidFill>
              </a:rPr>
              <a:t>All equivalent conditions!!!</a:t>
            </a:r>
          </a:p>
        </p:txBody>
      </p:sp>
    </p:spTree>
    <p:extLst>
      <p:ext uri="{BB962C8B-B14F-4D97-AF65-F5344CB8AC3E}">
        <p14:creationId xmlns:p14="http://schemas.microsoft.com/office/powerpoint/2010/main" val="2341220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par>
                          <p:cTn id="73" fill="hold">
                            <p:stCondLst>
                              <p:cond delay="0"/>
                            </p:stCondLst>
                            <p:childTnLst>
                              <p:par>
                                <p:cTn id="74" presetID="1" presetClass="entr" presetSubtype="0" fill="hold" grpId="0" nodeType="afterEffect">
                                  <p:stCondLst>
                                    <p:cond delay="500"/>
                                  </p:stCondLst>
                                  <p:childTnLst>
                                    <p:set>
                                      <p:cBhvr>
                                        <p:cTn id="7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2" grpId="0"/>
      <p:bldP spid="15" grpId="0"/>
      <p:bldP spid="17" grpId="0"/>
      <p:bldP spid="18" grpId="0"/>
      <p:bldP spid="19" grpId="0"/>
      <p:bldP spid="20" grpId="0"/>
      <p:bldP spid="21" grpId="0"/>
      <p:bldP spid="22" grpId="0"/>
      <p:bldP spid="24" grpId="0"/>
      <p:bldP spid="25" grpId="0"/>
      <p:bldP spid="26" grpId="0"/>
      <p:bldP spid="27" grpId="0"/>
      <p:bldP spid="28" grpId="0"/>
      <p:bldP spid="29" grpId="0"/>
      <p:bldP spid="30" grpId="0"/>
      <p:bldP spid="31" grpId="0"/>
      <p:bldP spid="32" grpId="0"/>
      <p:bldP spid="33" grpId="0"/>
      <p:bldP spid="34" grpId="0"/>
      <p:bldP spid="35" grpId="0"/>
      <p:bldP spid="36"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F6883-363D-FF3D-E77E-D4E6060FAC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B8366B-8B31-F4E3-4F81-77CF9D74670C}"/>
              </a:ext>
            </a:extLst>
          </p:cNvPr>
          <p:cNvSpPr/>
          <p:nvPr/>
        </p:nvSpPr>
        <p:spPr>
          <a:xfrm>
            <a:off x="336884" y="5089659"/>
            <a:ext cx="8656721" cy="13833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3" name="TextBox 2">
            <a:extLst>
              <a:ext uri="{FF2B5EF4-FFF2-40B4-BE49-F238E27FC236}">
                <a16:creationId xmlns:a16="http://schemas.microsoft.com/office/drawing/2014/main" id="{93808F80-909B-2431-3D62-4C83CF72DCE7}"/>
              </a:ext>
            </a:extLst>
          </p:cNvPr>
          <p:cNvSpPr txBox="1"/>
          <p:nvPr/>
        </p:nvSpPr>
        <p:spPr>
          <a:xfrm>
            <a:off x="611937" y="5275666"/>
            <a:ext cx="1362424" cy="369332"/>
          </a:xfrm>
          <a:prstGeom prst="rect">
            <a:avLst/>
          </a:prstGeom>
          <a:noFill/>
        </p:spPr>
        <p:txBody>
          <a:bodyPr wrap="none" rtlCol="0">
            <a:spAutoFit/>
          </a:bodyPr>
          <a:lstStyle/>
          <a:p>
            <a:r>
              <a:rPr lang="en-US" dirty="0"/>
              <a:t>Base theory:</a:t>
            </a:r>
          </a:p>
        </p:txBody>
      </p:sp>
      <p:sp>
        <p:nvSpPr>
          <p:cNvPr id="7" name="Title 41">
            <a:extLst>
              <a:ext uri="{FF2B5EF4-FFF2-40B4-BE49-F238E27FC236}">
                <a16:creationId xmlns:a16="http://schemas.microsoft.com/office/drawing/2014/main" id="{FC6CF0C2-58B6-3540-265F-6A5DAADA3ABE}"/>
              </a:ext>
            </a:extLst>
          </p:cNvPr>
          <p:cNvSpPr txBox="1">
            <a:spLocks/>
          </p:cNvSpPr>
          <p:nvPr/>
        </p:nvSpPr>
        <p:spPr>
          <a:xfrm>
            <a:off x="103955" y="84779"/>
            <a:ext cx="11984090" cy="897424"/>
          </a:xfrm>
          <a:prstGeom prst="rect">
            <a:avLst/>
          </a:prstGeom>
        </p:spPr>
        <p:txBody>
          <a:bodyP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Reversing unitary evolution</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B598CF0-1EEB-BEAA-74D0-0DD721D13EC6}"/>
                  </a:ext>
                </a:extLst>
              </p:cNvPr>
              <p:cNvSpPr txBox="1"/>
              <p:nvPr/>
            </p:nvSpPr>
            <p:spPr>
              <a:xfrm>
                <a:off x="2072131" y="5198722"/>
                <a:ext cx="2667397" cy="523220"/>
              </a:xfrm>
              <a:prstGeom prst="rect">
                <a:avLst/>
              </a:prstGeom>
              <a:noFill/>
            </p:spPr>
            <p:txBody>
              <a:bodyPr wrap="none" rtlCol="0">
                <a:spAutoFit/>
              </a:bodyPr>
              <a:lstStyle/>
              <a:p>
                <a:r>
                  <a:rPr lang="en-US" sz="2800" dirty="0"/>
                  <a:t>State: </a:t>
                </a:r>
                <a14:m>
                  <m:oMath xmlns:m="http://schemas.openxmlformats.org/officeDocument/2006/math">
                    <m:r>
                      <a:rPr lang="en-US" sz="2800" b="0" i="1" smtClean="0">
                        <a:latin typeface="Cambria Math" panose="02040503050406030204" pitchFamily="18" charset="0"/>
                      </a:rPr>
                      <m:t>𝜓</m:t>
                    </m:r>
                    <m:r>
                      <a:rPr lang="en-US" sz="2800" b="0" i="1" smtClean="0">
                        <a:latin typeface="Cambria Math" panose="02040503050406030204" pitchFamily="18" charset="0"/>
                      </a:rPr>
                      <m:t>∈</m:t>
                    </m:r>
                    <m:r>
                      <a:rPr lang="en-US" sz="2800" b="0" i="1" smtClean="0">
                        <a:latin typeface="Cambria Math" panose="02040503050406030204" pitchFamily="18" charset="0"/>
                      </a:rPr>
                      <m:t>𝑃</m:t>
                    </m:r>
                    <m:r>
                      <a:rPr lang="en-US" sz="2800" b="0" i="1" smtClean="0">
                        <a:latin typeface="Cambria Math" panose="02040503050406030204" pitchFamily="18" charset="0"/>
                      </a:rPr>
                      <m:t>(</m:t>
                    </m:r>
                    <m:r>
                      <a:rPr lang="en-US" sz="2800" b="0" i="1" smtClean="0">
                        <a:latin typeface="Cambria Math" panose="02040503050406030204" pitchFamily="18" charset="0"/>
                      </a:rPr>
                      <m:t>ℋ</m:t>
                    </m:r>
                    <m:r>
                      <a:rPr lang="en-US" sz="2800" b="0" i="1" smtClean="0">
                        <a:latin typeface="Cambria Math" panose="02040503050406030204" pitchFamily="18" charset="0"/>
                      </a:rPr>
                      <m:t>)</m:t>
                    </m:r>
                  </m:oMath>
                </a14:m>
                <a:endParaRPr lang="en-US" sz="2800" dirty="0"/>
              </a:p>
            </p:txBody>
          </p:sp>
        </mc:Choice>
        <mc:Fallback xmlns="">
          <p:sp>
            <p:nvSpPr>
              <p:cNvPr id="11" name="TextBox 10">
                <a:extLst>
                  <a:ext uri="{FF2B5EF4-FFF2-40B4-BE49-F238E27FC236}">
                    <a16:creationId xmlns:a16="http://schemas.microsoft.com/office/drawing/2014/main" id="{CB598CF0-1EEB-BEAA-74D0-0DD721D13EC6}"/>
                  </a:ext>
                </a:extLst>
              </p:cNvPr>
              <p:cNvSpPr txBox="1">
                <a:spLocks noRot="1" noChangeAspect="1" noMove="1" noResize="1" noEditPoints="1" noAdjustHandles="1" noChangeArrowheads="1" noChangeShapeType="1" noTextEdit="1"/>
              </p:cNvSpPr>
              <p:nvPr/>
            </p:nvSpPr>
            <p:spPr>
              <a:xfrm>
                <a:off x="2072131" y="5198722"/>
                <a:ext cx="2667397" cy="523220"/>
              </a:xfrm>
              <a:prstGeom prst="rect">
                <a:avLst/>
              </a:prstGeom>
              <a:blipFill>
                <a:blip r:embed="rId3"/>
                <a:stretch>
                  <a:fillRect l="-4805"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341959D-9C03-B876-26A9-53D6DD0A006F}"/>
                  </a:ext>
                </a:extLst>
              </p:cNvPr>
              <p:cNvSpPr txBox="1"/>
              <p:nvPr/>
            </p:nvSpPr>
            <p:spPr>
              <a:xfrm>
                <a:off x="2072131" y="5814275"/>
                <a:ext cx="6719147" cy="523220"/>
              </a:xfrm>
              <a:prstGeom prst="rect">
                <a:avLst/>
              </a:prstGeom>
              <a:noFill/>
            </p:spPr>
            <p:txBody>
              <a:bodyPr wrap="none" rtlCol="0">
                <a:spAutoFit/>
              </a:bodyPr>
              <a:lstStyle/>
              <a:p>
                <a:r>
                  <a:rPr lang="en-US" sz="2800" dirty="0"/>
                  <a:t>Probability of </a:t>
                </a:r>
                <a14:m>
                  <m:oMath xmlns:m="http://schemas.openxmlformats.org/officeDocument/2006/math">
                    <m:r>
                      <a:rPr lang="en-US" sz="2800" b="0" i="1" smtClean="0">
                        <a:latin typeface="Cambria Math" panose="02040503050406030204" pitchFamily="18" charset="0"/>
                      </a:rPr>
                      <m:t>𝜓</m:t>
                    </m:r>
                  </m:oMath>
                </a14:m>
                <a:r>
                  <a:rPr lang="en-US" sz="2800" dirty="0"/>
                  <a:t> given </a:t>
                </a:r>
                <a14:m>
                  <m:oMath xmlns:m="http://schemas.openxmlformats.org/officeDocument/2006/math">
                    <m:r>
                      <a:rPr lang="en-US" sz="2800" b="0" i="1" smtClean="0">
                        <a:latin typeface="Cambria Math" panose="02040503050406030204" pitchFamily="18" charset="0"/>
                      </a:rPr>
                      <m:t>𝜙</m:t>
                    </m:r>
                  </m:oMath>
                </a14:m>
                <a:r>
                  <a:rPr lang="en-US" sz="2800" dirty="0"/>
                  <a:t>: </a:t>
                </a:r>
                <a14:m>
                  <m:oMath xmlns:m="http://schemas.openxmlformats.org/officeDocument/2006/math">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e>
                        <m:r>
                          <a:rPr lang="en-US" sz="2800" b="0" i="1" smtClean="0">
                            <a:latin typeface="Cambria Math" panose="02040503050406030204" pitchFamily="18" charset="0"/>
                          </a:rPr>
                          <m:t>𝜙</m:t>
                        </m:r>
                      </m:e>
                    </m:d>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e>
                                <m:r>
                                  <a:rPr lang="en-US" sz="2800" b="0" i="1" smtClean="0">
                                    <a:latin typeface="Cambria Math" panose="02040503050406030204" pitchFamily="18" charset="0"/>
                                  </a:rPr>
                                  <m:t>𝜙</m:t>
                                </m:r>
                              </m:e>
                            </m:d>
                          </m:e>
                        </m:d>
                      </m:e>
                      <m:sup>
                        <m:r>
                          <a:rPr lang="en-US" sz="2800" b="0" i="1" smtClean="0">
                            <a:latin typeface="Cambria Math" panose="02040503050406030204" pitchFamily="18" charset="0"/>
                          </a:rPr>
                          <m:t>2</m:t>
                        </m:r>
                      </m:sup>
                    </m:sSup>
                  </m:oMath>
                </a14:m>
                <a:endParaRPr lang="en-US" sz="2800" dirty="0"/>
              </a:p>
            </p:txBody>
          </p:sp>
        </mc:Choice>
        <mc:Fallback xmlns="">
          <p:sp>
            <p:nvSpPr>
              <p:cNvPr id="13" name="TextBox 12">
                <a:extLst>
                  <a:ext uri="{FF2B5EF4-FFF2-40B4-BE49-F238E27FC236}">
                    <a16:creationId xmlns:a16="http://schemas.microsoft.com/office/drawing/2014/main" id="{5341959D-9C03-B876-26A9-53D6DD0A006F}"/>
                  </a:ext>
                </a:extLst>
              </p:cNvPr>
              <p:cNvSpPr txBox="1">
                <a:spLocks noRot="1" noChangeAspect="1" noMove="1" noResize="1" noEditPoints="1" noAdjustHandles="1" noChangeArrowheads="1" noChangeShapeType="1" noTextEdit="1"/>
              </p:cNvSpPr>
              <p:nvPr/>
            </p:nvSpPr>
            <p:spPr>
              <a:xfrm>
                <a:off x="2072131" y="5814275"/>
                <a:ext cx="6719147" cy="523220"/>
              </a:xfrm>
              <a:prstGeom prst="rect">
                <a:avLst/>
              </a:prstGeom>
              <a:blipFill>
                <a:blip r:embed="rId4"/>
                <a:stretch>
                  <a:fillRect l="-1906"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6C3D46-70FB-6294-1BC7-8E2BF8B0666B}"/>
                  </a:ext>
                </a:extLst>
              </p:cNvPr>
              <p:cNvSpPr txBox="1"/>
              <p:nvPr/>
            </p:nvSpPr>
            <p:spPr>
              <a:xfrm>
                <a:off x="647574" y="4018336"/>
                <a:ext cx="2201500" cy="66774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𝚤</m:t>
                      </m:r>
                      <m:r>
                        <m:rPr>
                          <m:sty m:val="p"/>
                        </m:rPr>
                        <a:rPr lang="en-US" b="0" i="1" smtClean="0">
                          <a:latin typeface="Cambria Math" panose="02040503050406030204" pitchFamily="18" charset="0"/>
                        </a:rPr>
                        <m:t>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r>
                        <a:rPr lang="en-US" b="0" i="1" smtClean="0">
                          <a:latin typeface="Cambria Math" panose="02040503050406030204" pitchFamily="18" charset="0"/>
                        </a:rPr>
                        <m:t>𝐻</m:t>
                      </m:r>
                      <m:d>
                        <m:dPr>
                          <m:begChr m:val="|"/>
                          <m:endChr m:val="⟩"/>
                          <m:ctrlPr>
                            <a:rPr lang="en-US" i="1">
                              <a:latin typeface="Cambria Math" panose="02040503050406030204" pitchFamily="18" charset="0"/>
                            </a:rPr>
                          </m:ctrlPr>
                        </m:dPr>
                        <m:e>
                          <m:r>
                            <a:rPr lang="en-US" i="1">
                              <a:latin typeface="Cambria Math" panose="02040503050406030204" pitchFamily="18" charset="0"/>
                            </a:rPr>
                            <m:t>𝜓</m:t>
                          </m:r>
                        </m:e>
                      </m:d>
                    </m:oMath>
                  </m:oMathPara>
                </a14:m>
                <a:br>
                  <a:rPr lang="en-US" b="0" dirty="0"/>
                </a:br>
                <a:r>
                  <a:rPr lang="en-US" dirty="0"/>
                  <a:t>Schrödinger equation</a:t>
                </a:r>
              </a:p>
            </p:txBody>
          </p:sp>
        </mc:Choice>
        <mc:Fallback xmlns="">
          <p:sp>
            <p:nvSpPr>
              <p:cNvPr id="14" name="TextBox 13">
                <a:extLst>
                  <a:ext uri="{FF2B5EF4-FFF2-40B4-BE49-F238E27FC236}">
                    <a16:creationId xmlns:a16="http://schemas.microsoft.com/office/drawing/2014/main" id="{956C3D46-70FB-6294-1BC7-8E2BF8B0666B}"/>
                  </a:ext>
                </a:extLst>
              </p:cNvPr>
              <p:cNvSpPr txBox="1">
                <a:spLocks noRot="1" noChangeAspect="1" noMove="1" noResize="1" noEditPoints="1" noAdjustHandles="1" noChangeArrowheads="1" noChangeShapeType="1" noTextEdit="1"/>
              </p:cNvSpPr>
              <p:nvPr/>
            </p:nvSpPr>
            <p:spPr>
              <a:xfrm>
                <a:off x="647574" y="4018336"/>
                <a:ext cx="2201500" cy="667747"/>
              </a:xfrm>
              <a:prstGeom prst="rect">
                <a:avLst/>
              </a:prstGeom>
              <a:blipFill>
                <a:blip r:embed="rId5"/>
                <a:stretch>
                  <a:fillRect l="-2216" r="-221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6740919-BB69-C164-9EF6-9501122C4FB0}"/>
                  </a:ext>
                </a:extLst>
              </p:cNvPr>
              <p:cNvSpPr txBox="1"/>
              <p:nvPr/>
            </p:nvSpPr>
            <p:spPr>
              <a:xfrm>
                <a:off x="713196" y="787299"/>
                <a:ext cx="2873222" cy="483466"/>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𝜓</m:t>
                    </m:r>
                    <m:r>
                      <a:rPr lang="en-US" b="0" i="1" smtClean="0">
                        <a:latin typeface="Cambria Math" panose="02040503050406030204" pitchFamily="18" charset="0"/>
                      </a:rPr>
                      <m:t>(0)=</m:t>
                    </m:r>
                    <m:r>
                      <a:rPr lang="en-US" b="0" i="1" smtClean="0">
                        <a:latin typeface="Cambria Math" panose="02040503050406030204" pitchFamily="18" charset="0"/>
                      </a:rPr>
                      <m:t>𝜙</m:t>
                    </m:r>
                  </m:oMath>
                </a14:m>
                <a:r>
                  <a:rPr lang="en-US" dirty="0"/>
                  <a:t>  iff  </a:t>
                </a:r>
                <a14:m>
                  <m:oMath xmlns:m="http://schemas.openxmlformats.org/officeDocument/2006/math">
                    <m:r>
                      <a:rPr lang="en-US" i="1">
                        <a:latin typeface="Cambria Math" panose="02040503050406030204" pitchFamily="18" charset="0"/>
                      </a:rPr>
                      <m:t>𝜓</m:t>
                    </m:r>
                    <m:r>
                      <a:rPr lang="en-US" i="1">
                        <a:latin typeface="Cambria Math" panose="02040503050406030204" pitchFamily="18" charset="0"/>
                      </a:rPr>
                      <m:t>(</m:t>
                    </m:r>
                    <m:r>
                      <a:rPr lang="en-US" b="0" i="1" smtClean="0">
                        <a:latin typeface="Cambria Math" panose="02040503050406030204" pitchFamily="18" charset="0"/>
                      </a:rPr>
                      <m:t>𝑡</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f>
                          <m:fPr>
                            <m:ctrlPr>
                              <a:rPr lang="en-US" i="1">
                                <a:latin typeface="Cambria Math" panose="02040503050406030204" pitchFamily="18" charset="0"/>
                              </a:rPr>
                            </m:ctrlPr>
                          </m:fPr>
                          <m:num>
                            <m:r>
                              <a:rPr lang="en-US" i="1">
                                <a:latin typeface="Cambria Math" panose="02040503050406030204" pitchFamily="18" charset="0"/>
                              </a:rPr>
                              <m:t>𝐻</m:t>
                            </m:r>
                            <m:r>
                              <m:rPr>
                                <m:sty m:val="p"/>
                              </m:rPr>
                              <a:rPr lang="en-US">
                                <a:latin typeface="Cambria Math" panose="02040503050406030204" pitchFamily="18" charset="0"/>
                              </a:rPr>
                              <m:t>Δ</m:t>
                            </m:r>
                            <m:r>
                              <a:rPr lang="en-US" i="1">
                                <a:latin typeface="Cambria Math" panose="02040503050406030204" pitchFamily="18" charset="0"/>
                              </a:rPr>
                              <m:t>𝑡</m:t>
                            </m:r>
                          </m:num>
                          <m:den>
                            <m:r>
                              <a:rPr lang="en-US" i="1">
                                <a:latin typeface="Cambria Math" panose="02040503050406030204" pitchFamily="18" charset="0"/>
                              </a:rPr>
                              <m:t>𝚤</m:t>
                            </m:r>
                            <m:r>
                              <m:rPr>
                                <m:sty m:val="p"/>
                              </m:rPr>
                              <a:rPr lang="en-US" i="1">
                                <a:latin typeface="Cambria Math" panose="02040503050406030204" pitchFamily="18" charset="0"/>
                              </a:rPr>
                              <m:t>ℏ</m:t>
                            </m:r>
                          </m:den>
                        </m:f>
                      </m:sup>
                    </m:sSup>
                    <m:r>
                      <a:rPr lang="en-US" i="1">
                        <a:latin typeface="Cambria Math" panose="02040503050406030204" pitchFamily="18" charset="0"/>
                      </a:rPr>
                      <m:t>𝜙</m:t>
                    </m:r>
                  </m:oMath>
                </a14:m>
                <a:endParaRPr lang="en-US" dirty="0"/>
              </a:p>
            </p:txBody>
          </p:sp>
        </mc:Choice>
        <mc:Fallback xmlns="">
          <p:sp>
            <p:nvSpPr>
              <p:cNvPr id="16" name="TextBox 15">
                <a:extLst>
                  <a:ext uri="{FF2B5EF4-FFF2-40B4-BE49-F238E27FC236}">
                    <a16:creationId xmlns:a16="http://schemas.microsoft.com/office/drawing/2014/main" id="{16740919-BB69-C164-9EF6-9501122C4FB0}"/>
                  </a:ext>
                </a:extLst>
              </p:cNvPr>
              <p:cNvSpPr txBox="1">
                <a:spLocks noRot="1" noChangeAspect="1" noMove="1" noResize="1" noEditPoints="1" noAdjustHandles="1" noChangeArrowheads="1" noChangeShapeType="1" noTextEdit="1"/>
              </p:cNvSpPr>
              <p:nvPr/>
            </p:nvSpPr>
            <p:spPr>
              <a:xfrm>
                <a:off x="713196" y="787299"/>
                <a:ext cx="2873222" cy="483466"/>
              </a:xfrm>
              <a:prstGeom prst="rect">
                <a:avLst/>
              </a:prstGeom>
              <a:blipFill>
                <a:blip r:embed="rId6"/>
                <a:stretch>
                  <a:fillRect b="-202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33EC8FE-E149-C5C6-4C31-D8C3A5255D2C}"/>
                  </a:ext>
                </a:extLst>
              </p:cNvPr>
              <p:cNvSpPr txBox="1"/>
              <p:nvPr/>
            </p:nvSpPr>
            <p:spPr>
              <a:xfrm>
                <a:off x="4981970" y="903974"/>
                <a:ext cx="2098460" cy="369397"/>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m:rPr>
                          <m:nor/>
                        </m:rPr>
                        <a:rPr lang="en-US" b="0" i="0" smtClean="0">
                          <a:latin typeface="Cambria Math" panose="02040503050406030204" pitchFamily="18" charset="0"/>
                        </a:rPr>
                        <m:t>tr</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𝜌</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𝜌</m:t>
                              </m:r>
                            </m:e>
                          </m:func>
                        </m:e>
                      </m:d>
                      <m:r>
                        <a:rPr lang="en-US" b="0" i="1" smtClean="0">
                          <a:latin typeface="Cambria Math" panose="02040503050406030204" pitchFamily="18" charset="0"/>
                        </a:rPr>
                        <m:t>=0</m:t>
                      </m:r>
                    </m:oMath>
                  </m:oMathPara>
                </a14:m>
                <a:br>
                  <a:rPr lang="en-US" b="0" dirty="0"/>
                </a:br>
                <a:endParaRPr lang="en-US" dirty="0"/>
              </a:p>
            </p:txBody>
          </p:sp>
        </mc:Choice>
        <mc:Fallback xmlns="">
          <p:sp>
            <p:nvSpPr>
              <p:cNvPr id="40" name="TextBox 39">
                <a:extLst>
                  <a:ext uri="{FF2B5EF4-FFF2-40B4-BE49-F238E27FC236}">
                    <a16:creationId xmlns:a16="http://schemas.microsoft.com/office/drawing/2014/main" id="{A33EC8FE-E149-C5C6-4C31-D8C3A5255D2C}"/>
                  </a:ext>
                </a:extLst>
              </p:cNvPr>
              <p:cNvSpPr txBox="1">
                <a:spLocks noRot="1" noChangeAspect="1" noMove="1" noResize="1" noEditPoints="1" noAdjustHandles="1" noChangeArrowheads="1" noChangeShapeType="1" noTextEdit="1"/>
              </p:cNvSpPr>
              <p:nvPr/>
            </p:nvSpPr>
            <p:spPr>
              <a:xfrm>
                <a:off x="4981970" y="903974"/>
                <a:ext cx="2098460" cy="369397"/>
              </a:xfrm>
              <a:prstGeom prst="rect">
                <a:avLst/>
              </a:prstGeom>
              <a:blipFill>
                <a:blip r:embed="rId7"/>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DABF5AB-2578-2CC1-091F-0FEC4BA886EE}"/>
                  </a:ext>
                </a:extLst>
              </p:cNvPr>
              <p:cNvSpPr txBox="1"/>
              <p:nvPr/>
            </p:nvSpPr>
            <p:spPr>
              <a:xfrm>
                <a:off x="10199073" y="1096924"/>
                <a:ext cx="410689"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m:t>
                      </m:r>
                    </m:oMath>
                  </m:oMathPara>
                </a14:m>
                <a:endParaRPr lang="en-US" dirty="0"/>
              </a:p>
            </p:txBody>
          </p:sp>
        </mc:Choice>
        <mc:Fallback xmlns="">
          <p:sp>
            <p:nvSpPr>
              <p:cNvPr id="41" name="TextBox 40">
                <a:extLst>
                  <a:ext uri="{FF2B5EF4-FFF2-40B4-BE49-F238E27FC236}">
                    <a16:creationId xmlns:a16="http://schemas.microsoft.com/office/drawing/2014/main" id="{7DABF5AB-2578-2CC1-091F-0FEC4BA886EE}"/>
                  </a:ext>
                </a:extLst>
              </p:cNvPr>
              <p:cNvSpPr txBox="1">
                <a:spLocks noRot="1" noChangeAspect="1" noMove="1" noResize="1" noEditPoints="1" noAdjustHandles="1" noChangeArrowheads="1" noChangeShapeType="1" noTextEdit="1"/>
              </p:cNvSpPr>
              <p:nvPr/>
            </p:nvSpPr>
            <p:spPr>
              <a:xfrm>
                <a:off x="10199073" y="1096924"/>
                <a:ext cx="410689" cy="369332"/>
              </a:xfrm>
              <a:prstGeom prst="rect">
                <a:avLst/>
              </a:prstGeom>
              <a:blipFill>
                <a:blip r:embed="rId8"/>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2EAC47B8-1B0C-8302-94E5-AE1BE4DC257A}"/>
              </a:ext>
            </a:extLst>
          </p:cNvPr>
          <p:cNvSpPr txBox="1"/>
          <p:nvPr/>
        </p:nvSpPr>
        <p:spPr>
          <a:xfrm>
            <a:off x="3592042" y="2707840"/>
            <a:ext cx="3776740" cy="1323439"/>
          </a:xfrm>
          <a:prstGeom prst="rect">
            <a:avLst/>
          </a:prstGeom>
          <a:noFill/>
        </p:spPr>
        <p:txBody>
          <a:bodyPr wrap="none" rtlCol="0">
            <a:spAutoFit/>
          </a:bodyPr>
          <a:lstStyle/>
          <a:p>
            <a:pPr algn="ctr"/>
            <a:r>
              <a:rPr lang="en-US" sz="4000" dirty="0"/>
              <a:t>Determinism and</a:t>
            </a:r>
            <a:br>
              <a:rPr lang="en-US" sz="4000" dirty="0"/>
            </a:br>
            <a:r>
              <a:rPr lang="en-US" sz="4000" dirty="0"/>
              <a:t>reversibility</a:t>
            </a:r>
          </a:p>
        </p:txBody>
      </p:sp>
      <p:sp>
        <p:nvSpPr>
          <p:cNvPr id="43" name="TextBox 42">
            <a:extLst>
              <a:ext uri="{FF2B5EF4-FFF2-40B4-BE49-F238E27FC236}">
                <a16:creationId xmlns:a16="http://schemas.microsoft.com/office/drawing/2014/main" id="{6A45028D-0106-EE9A-E789-382E96BDBB56}"/>
              </a:ext>
            </a:extLst>
          </p:cNvPr>
          <p:cNvSpPr txBox="1"/>
          <p:nvPr/>
        </p:nvSpPr>
        <p:spPr>
          <a:xfrm>
            <a:off x="4840522" y="1609189"/>
            <a:ext cx="2080121" cy="646331"/>
          </a:xfrm>
          <a:prstGeom prst="rect">
            <a:avLst/>
          </a:prstGeom>
          <a:noFill/>
        </p:spPr>
        <p:txBody>
          <a:bodyPr wrap="none" rtlCol="0">
            <a:spAutoFit/>
          </a:bodyPr>
          <a:lstStyle/>
          <a:p>
            <a:pPr algn="ctr"/>
            <a:r>
              <a:rPr lang="en-US" dirty="0"/>
              <a:t>Conservation of</a:t>
            </a:r>
            <a:br>
              <a:rPr lang="en-US" dirty="0"/>
            </a:br>
            <a:r>
              <a:rPr lang="en-US" dirty="0"/>
              <a:t>information entropy</a:t>
            </a:r>
          </a:p>
        </p:txBody>
      </p:sp>
      <p:sp>
        <p:nvSpPr>
          <p:cNvPr id="44" name="TextBox 43">
            <a:extLst>
              <a:ext uri="{FF2B5EF4-FFF2-40B4-BE49-F238E27FC236}">
                <a16:creationId xmlns:a16="http://schemas.microsoft.com/office/drawing/2014/main" id="{1EF991CF-7004-6A51-5DF4-2DE121DF9856}"/>
              </a:ext>
            </a:extLst>
          </p:cNvPr>
          <p:cNvSpPr txBox="1"/>
          <p:nvPr/>
        </p:nvSpPr>
        <p:spPr>
          <a:xfrm>
            <a:off x="8431893" y="1988369"/>
            <a:ext cx="343363" cy="369332"/>
          </a:xfrm>
          <a:prstGeom prst="rect">
            <a:avLst/>
          </a:prstGeom>
          <a:noFill/>
        </p:spPr>
        <p:txBody>
          <a:bodyPr wrap="none" rtlCol="0">
            <a:spAutoFit/>
          </a:bodyPr>
          <a:lstStyle/>
          <a:p>
            <a:pPr algn="ctr"/>
            <a:r>
              <a:rPr lang="en-US" dirty="0"/>
              <a:t>…</a:t>
            </a:r>
          </a:p>
        </p:txBody>
      </p:sp>
      <p:sp>
        <p:nvSpPr>
          <p:cNvPr id="45" name="TextBox 44">
            <a:extLst>
              <a:ext uri="{FF2B5EF4-FFF2-40B4-BE49-F238E27FC236}">
                <a16:creationId xmlns:a16="http://schemas.microsoft.com/office/drawing/2014/main" id="{3E77C9CA-AD62-B800-4E6D-9E739B263780}"/>
              </a:ext>
            </a:extLst>
          </p:cNvPr>
          <p:cNvSpPr txBox="1"/>
          <p:nvPr/>
        </p:nvSpPr>
        <p:spPr>
          <a:xfrm>
            <a:off x="2415684" y="1653895"/>
            <a:ext cx="2118593" cy="646331"/>
          </a:xfrm>
          <a:prstGeom prst="rect">
            <a:avLst/>
          </a:prstGeom>
          <a:noFill/>
        </p:spPr>
        <p:txBody>
          <a:bodyPr wrap="none" rtlCol="0">
            <a:spAutoFit/>
          </a:bodyPr>
          <a:lstStyle/>
          <a:p>
            <a:pPr algn="ctr"/>
            <a:r>
              <a:rPr lang="en-US" dirty="0"/>
              <a:t>Bijective map of</a:t>
            </a:r>
            <a:br>
              <a:rPr lang="en-US" dirty="0"/>
            </a:br>
            <a:r>
              <a:rPr lang="en-US" dirty="0"/>
              <a:t>state and probability</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091D951-AD6D-0B50-26D6-9BCCE00FEDFF}"/>
                  </a:ext>
                </a:extLst>
              </p:cNvPr>
              <p:cNvSpPr txBox="1"/>
              <p:nvPr/>
            </p:nvSpPr>
            <p:spPr>
              <a:xfrm>
                <a:off x="340760" y="2731236"/>
                <a:ext cx="2302040" cy="720262"/>
              </a:xfrm>
              <a:prstGeom prst="rect">
                <a:avLst/>
              </a:prstGeom>
              <a:noFill/>
            </p:spPr>
            <p:txBody>
              <a:bodyPr wrap="none" rtlCol="0">
                <a:spAutoFit/>
              </a:bodyPr>
              <a:lstStyle/>
              <a:p>
                <a:pPr algn="ctr"/>
                <a14:m>
                  <m:oMathPara xmlns:m="http://schemas.openxmlformats.org/officeDocument/2006/math">
                    <m:oMath>
                      <m:r>
                        <a:rPr lang="en-US" b="0" i="1" smtClean="0">
                          <a:latin typeface="Cambria Math" panose="02040503050406030204" pitchFamily="18" charset="0"/>
                        </a:rPr>
                        <m:t>𝑈</m:t>
                      </m:r>
                      <m:d>
                        <m:dPr>
                          <m:ctrlPr>
                            <a:rPr lang="en-US" b="0" i="0" smtClean="0">
                              <a:latin typeface="Cambria Math" panose="02040503050406030204" pitchFamily="18" charset="0"/>
                            </a:rPr>
                          </m:ctrlPr>
                        </m:dPr>
                        <m:e>
                          <m:r>
                            <m:rPr>
                              <m:sty m:val="p"/>
                            </m:rPr>
                            <a:rPr lang="en-US" b="0" i="0" smtClean="0">
                              <a:latin typeface="Cambria Math" panose="02040503050406030204" pitchFamily="18" charset="0"/>
                            </a:rPr>
                            <m:t>Δ</m:t>
                          </m:r>
                          <m:r>
                            <a:rPr lang="en-US" b="0" i="1" smtClean="0">
                              <a:latin typeface="Cambria Math" panose="02040503050406030204" pitchFamily="18" charset="0"/>
                            </a:rPr>
                            <m:t>𝑡</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ctrlPr>
                                <a:rPr lang="en-US" b="0" i="1" smtClean="0">
                                  <a:latin typeface="Cambria Math" panose="02040503050406030204" pitchFamily="18" charset="0"/>
                                </a:rPr>
                              </m:ctrlPr>
                            </m:fPr>
                            <m:num>
                              <m:r>
                                <a:rPr lang="en-US" b="0" i="1" smtClean="0">
                                  <a:latin typeface="Cambria Math" panose="02040503050406030204" pitchFamily="18" charset="0"/>
                                </a:rPr>
                                <m:t>𝐻</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num>
                            <m:den>
                              <m:r>
                                <a:rPr lang="en-US" b="0" i="1" smtClean="0">
                                  <a:latin typeface="Cambria Math" panose="02040503050406030204" pitchFamily="18" charset="0"/>
                                </a:rPr>
                                <m:t>𝚤</m:t>
                              </m:r>
                              <m:r>
                                <m:rPr>
                                  <m:sty m:val="p"/>
                                </m:rPr>
                                <a:rPr lang="en-US" b="0" i="1" smtClean="0">
                                  <a:latin typeface="Cambria Math" panose="02040503050406030204" pitchFamily="18" charset="0"/>
                                </a:rPr>
                                <m:t>ℏ</m:t>
                              </m:r>
                            </m:den>
                          </m:f>
                        </m:sup>
                      </m:sSup>
                      <m:d>
                        <m:dPr>
                          <m:begChr m:val="|"/>
                          <m:endChr m:val="⟩"/>
                          <m:ctrlPr>
                            <a:rPr lang="en-US" i="1">
                              <a:latin typeface="Cambria Math" panose="02040503050406030204" pitchFamily="18" charset="0"/>
                            </a:rPr>
                          </m:ctrlPr>
                        </m:dPr>
                        <m:e>
                          <m:r>
                            <a:rPr lang="en-US" i="1">
                              <a:latin typeface="Cambria Math" panose="02040503050406030204" pitchFamily="18" charset="0"/>
                            </a:rPr>
                            <m:t>𝜓</m:t>
                          </m:r>
                        </m:e>
                      </m:d>
                    </m:oMath>
                  </m:oMathPara>
                </a14:m>
                <a:br>
                  <a:rPr lang="en-US" b="0" dirty="0"/>
                </a:br>
                <a:r>
                  <a:rPr lang="en-US" sz="1400" b="0" dirty="0"/>
                  <a:t>unitary evolution</a:t>
                </a:r>
                <a:endParaRPr lang="en-US" dirty="0"/>
              </a:p>
            </p:txBody>
          </p:sp>
        </mc:Choice>
        <mc:Fallback xmlns="">
          <p:sp>
            <p:nvSpPr>
              <p:cNvPr id="46" name="TextBox 45">
                <a:extLst>
                  <a:ext uri="{FF2B5EF4-FFF2-40B4-BE49-F238E27FC236}">
                    <a16:creationId xmlns:a16="http://schemas.microsoft.com/office/drawing/2014/main" id="{4091D951-AD6D-0B50-26D6-9BCCE00FEDFF}"/>
                  </a:ext>
                </a:extLst>
              </p:cNvPr>
              <p:cNvSpPr txBox="1">
                <a:spLocks noRot="1" noChangeAspect="1" noMove="1" noResize="1" noEditPoints="1" noAdjustHandles="1" noChangeArrowheads="1" noChangeShapeType="1" noTextEdit="1"/>
              </p:cNvSpPr>
              <p:nvPr/>
            </p:nvSpPr>
            <p:spPr>
              <a:xfrm>
                <a:off x="340760" y="2731236"/>
                <a:ext cx="2302040" cy="720262"/>
              </a:xfrm>
              <a:prstGeom prst="rect">
                <a:avLst/>
              </a:prstGeom>
              <a:blipFill>
                <a:blip r:embed="rId9"/>
                <a:stretch>
                  <a:fillRect b="-8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DF809B9-74A0-0646-04FC-1A0B8FEB847C}"/>
                  </a:ext>
                </a:extLst>
              </p:cNvPr>
              <p:cNvSpPr txBox="1"/>
              <p:nvPr/>
            </p:nvSpPr>
            <p:spPr>
              <a:xfrm rot="5400000">
                <a:off x="5572645" y="2266316"/>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47" name="TextBox 46">
                <a:extLst>
                  <a:ext uri="{FF2B5EF4-FFF2-40B4-BE49-F238E27FC236}">
                    <a16:creationId xmlns:a16="http://schemas.microsoft.com/office/drawing/2014/main" id="{BDF809B9-74A0-0646-04FC-1A0B8FEB847C}"/>
                  </a:ext>
                </a:extLst>
              </p:cNvPr>
              <p:cNvSpPr txBox="1">
                <a:spLocks noRot="1" noChangeAspect="1" noMove="1" noResize="1" noEditPoints="1" noAdjustHandles="1" noChangeArrowheads="1" noChangeShapeType="1" noTextEdit="1"/>
              </p:cNvSpPr>
              <p:nvPr/>
            </p:nvSpPr>
            <p:spPr>
              <a:xfrm rot="5400000">
                <a:off x="5572645" y="2266316"/>
                <a:ext cx="615874" cy="46166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03B2888-130C-E664-5DC1-D1F335CEB85B}"/>
                  </a:ext>
                </a:extLst>
              </p:cNvPr>
              <p:cNvSpPr txBox="1"/>
              <p:nvPr/>
            </p:nvSpPr>
            <p:spPr>
              <a:xfrm rot="3241535">
                <a:off x="3646179" y="2242343"/>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48" name="TextBox 47">
                <a:extLst>
                  <a:ext uri="{FF2B5EF4-FFF2-40B4-BE49-F238E27FC236}">
                    <a16:creationId xmlns:a16="http://schemas.microsoft.com/office/drawing/2014/main" id="{203B2888-130C-E664-5DC1-D1F335CEB85B}"/>
                  </a:ext>
                </a:extLst>
              </p:cNvPr>
              <p:cNvSpPr txBox="1">
                <a:spLocks noRot="1" noChangeAspect="1" noMove="1" noResize="1" noEditPoints="1" noAdjustHandles="1" noChangeArrowheads="1" noChangeShapeType="1" noTextEdit="1"/>
              </p:cNvSpPr>
              <p:nvPr/>
            </p:nvSpPr>
            <p:spPr>
              <a:xfrm rot="3241535">
                <a:off x="3646179" y="2242343"/>
                <a:ext cx="615874"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CFA3445-A4CE-1041-2DF6-392F23B37C10}"/>
                  </a:ext>
                </a:extLst>
              </p:cNvPr>
              <p:cNvSpPr txBox="1"/>
              <p:nvPr/>
            </p:nvSpPr>
            <p:spPr>
              <a:xfrm rot="19225435">
                <a:off x="7438246" y="2519620"/>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49" name="TextBox 48">
                <a:extLst>
                  <a:ext uri="{FF2B5EF4-FFF2-40B4-BE49-F238E27FC236}">
                    <a16:creationId xmlns:a16="http://schemas.microsoft.com/office/drawing/2014/main" id="{ECFA3445-A4CE-1041-2DF6-392F23B37C10}"/>
                  </a:ext>
                </a:extLst>
              </p:cNvPr>
              <p:cNvSpPr txBox="1">
                <a:spLocks noRot="1" noChangeAspect="1" noMove="1" noResize="1" noEditPoints="1" noAdjustHandles="1" noChangeArrowheads="1" noChangeShapeType="1" noTextEdit="1"/>
              </p:cNvSpPr>
              <p:nvPr/>
            </p:nvSpPr>
            <p:spPr>
              <a:xfrm rot="19225435">
                <a:off x="7438246" y="2519620"/>
                <a:ext cx="615874"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FA966EB-DD42-0F77-4F8E-537877C3F412}"/>
                  </a:ext>
                </a:extLst>
              </p:cNvPr>
              <p:cNvSpPr txBox="1"/>
              <p:nvPr/>
            </p:nvSpPr>
            <p:spPr>
              <a:xfrm rot="5400000">
                <a:off x="5572643" y="1254940"/>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0" name="TextBox 49">
                <a:extLst>
                  <a:ext uri="{FF2B5EF4-FFF2-40B4-BE49-F238E27FC236}">
                    <a16:creationId xmlns:a16="http://schemas.microsoft.com/office/drawing/2014/main" id="{BFA966EB-DD42-0F77-4F8E-537877C3F412}"/>
                  </a:ext>
                </a:extLst>
              </p:cNvPr>
              <p:cNvSpPr txBox="1">
                <a:spLocks noRot="1" noChangeAspect="1" noMove="1" noResize="1" noEditPoints="1" noAdjustHandles="1" noChangeArrowheads="1" noChangeShapeType="1" noTextEdit="1"/>
              </p:cNvSpPr>
              <p:nvPr/>
            </p:nvSpPr>
            <p:spPr>
              <a:xfrm rot="5400000">
                <a:off x="5572643" y="1254940"/>
                <a:ext cx="615874"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36EF871-8356-7158-8F8B-C180A8FD3308}"/>
                  </a:ext>
                </a:extLst>
              </p:cNvPr>
              <p:cNvSpPr txBox="1"/>
              <p:nvPr/>
            </p:nvSpPr>
            <p:spPr>
              <a:xfrm rot="2621539">
                <a:off x="2364864" y="1235424"/>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1" name="TextBox 50">
                <a:extLst>
                  <a:ext uri="{FF2B5EF4-FFF2-40B4-BE49-F238E27FC236}">
                    <a16:creationId xmlns:a16="http://schemas.microsoft.com/office/drawing/2014/main" id="{936EF871-8356-7158-8F8B-C180A8FD3308}"/>
                  </a:ext>
                </a:extLst>
              </p:cNvPr>
              <p:cNvSpPr txBox="1">
                <a:spLocks noRot="1" noChangeAspect="1" noMove="1" noResize="1" noEditPoints="1" noAdjustHandles="1" noChangeArrowheads="1" noChangeShapeType="1" noTextEdit="1"/>
              </p:cNvSpPr>
              <p:nvPr/>
            </p:nvSpPr>
            <p:spPr>
              <a:xfrm rot="2621539">
                <a:off x="2364864" y="1235424"/>
                <a:ext cx="615874"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EB3EADE-9E29-FF62-EFEA-F25E7771A9B1}"/>
                  </a:ext>
                </a:extLst>
              </p:cNvPr>
              <p:cNvSpPr txBox="1"/>
              <p:nvPr/>
            </p:nvSpPr>
            <p:spPr>
              <a:xfrm rot="19536130">
                <a:off x="9400862" y="1530510"/>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2" name="TextBox 51">
                <a:extLst>
                  <a:ext uri="{FF2B5EF4-FFF2-40B4-BE49-F238E27FC236}">
                    <a16:creationId xmlns:a16="http://schemas.microsoft.com/office/drawing/2014/main" id="{9EB3EADE-9E29-FF62-EFEA-F25E7771A9B1}"/>
                  </a:ext>
                </a:extLst>
              </p:cNvPr>
              <p:cNvSpPr txBox="1">
                <a:spLocks noRot="1" noChangeAspect="1" noMove="1" noResize="1" noEditPoints="1" noAdjustHandles="1" noChangeArrowheads="1" noChangeShapeType="1" noTextEdit="1"/>
              </p:cNvSpPr>
              <p:nvPr/>
            </p:nvSpPr>
            <p:spPr>
              <a:xfrm rot="19536130">
                <a:off x="9400862" y="1530510"/>
                <a:ext cx="615874"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ACC2A2F-2106-9E7A-13A9-9C330312E66B}"/>
                  </a:ext>
                </a:extLst>
              </p:cNvPr>
              <p:cNvSpPr txBox="1"/>
              <p:nvPr/>
            </p:nvSpPr>
            <p:spPr>
              <a:xfrm>
                <a:off x="7816019" y="980782"/>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3" name="TextBox 52">
                <a:extLst>
                  <a:ext uri="{FF2B5EF4-FFF2-40B4-BE49-F238E27FC236}">
                    <a16:creationId xmlns:a16="http://schemas.microsoft.com/office/drawing/2014/main" id="{4ACC2A2F-2106-9E7A-13A9-9C330312E66B}"/>
                  </a:ext>
                </a:extLst>
              </p:cNvPr>
              <p:cNvSpPr txBox="1">
                <a:spLocks noRot="1" noChangeAspect="1" noMove="1" noResize="1" noEditPoints="1" noAdjustHandles="1" noChangeArrowheads="1" noChangeShapeType="1" noTextEdit="1"/>
              </p:cNvSpPr>
              <p:nvPr/>
            </p:nvSpPr>
            <p:spPr>
              <a:xfrm>
                <a:off x="7816019" y="980782"/>
                <a:ext cx="615874" cy="461665"/>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A181CC4-AB13-DC8F-E3A2-75039E7E849D}"/>
                  </a:ext>
                </a:extLst>
              </p:cNvPr>
              <p:cNvSpPr txBox="1"/>
              <p:nvPr/>
            </p:nvSpPr>
            <p:spPr>
              <a:xfrm>
                <a:off x="3749524" y="854120"/>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4" name="TextBox 53">
                <a:extLst>
                  <a:ext uri="{FF2B5EF4-FFF2-40B4-BE49-F238E27FC236}">
                    <a16:creationId xmlns:a16="http://schemas.microsoft.com/office/drawing/2014/main" id="{BA181CC4-AB13-DC8F-E3A2-75039E7E849D}"/>
                  </a:ext>
                </a:extLst>
              </p:cNvPr>
              <p:cNvSpPr txBox="1">
                <a:spLocks noRot="1" noChangeAspect="1" noMove="1" noResize="1" noEditPoints="1" noAdjustHandles="1" noChangeArrowheads="1" noChangeShapeType="1" noTextEdit="1"/>
              </p:cNvSpPr>
              <p:nvPr/>
            </p:nvSpPr>
            <p:spPr>
              <a:xfrm>
                <a:off x="3749524" y="854120"/>
                <a:ext cx="615874" cy="46166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E305460D-D660-F295-F969-90A129E6FBA7}"/>
                  </a:ext>
                </a:extLst>
              </p:cNvPr>
              <p:cNvSpPr txBox="1"/>
              <p:nvPr/>
            </p:nvSpPr>
            <p:spPr>
              <a:xfrm rot="18238036">
                <a:off x="1186608" y="1881531"/>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5" name="TextBox 54">
                <a:extLst>
                  <a:ext uri="{FF2B5EF4-FFF2-40B4-BE49-F238E27FC236}">
                    <a16:creationId xmlns:a16="http://schemas.microsoft.com/office/drawing/2014/main" id="{E305460D-D660-F295-F969-90A129E6FBA7}"/>
                  </a:ext>
                </a:extLst>
              </p:cNvPr>
              <p:cNvSpPr txBox="1">
                <a:spLocks noRot="1" noChangeAspect="1" noMove="1" noResize="1" noEditPoints="1" noAdjustHandles="1" noChangeArrowheads="1" noChangeShapeType="1" noTextEdit="1"/>
              </p:cNvSpPr>
              <p:nvPr/>
            </p:nvSpPr>
            <p:spPr>
              <a:xfrm rot="18238036">
                <a:off x="1186608" y="1881531"/>
                <a:ext cx="615874"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65E795E-6EB3-2E80-3A37-99B1495E733F}"/>
                  </a:ext>
                </a:extLst>
              </p:cNvPr>
              <p:cNvSpPr txBox="1"/>
              <p:nvPr/>
            </p:nvSpPr>
            <p:spPr>
              <a:xfrm rot="3944416">
                <a:off x="1141512" y="3474483"/>
                <a:ext cx="615874" cy="461665"/>
              </a:xfrm>
              <a:prstGeom prst="rect">
                <a:avLst/>
              </a:prstGeom>
              <a:noFill/>
            </p:spPr>
            <p:txBody>
              <a:bodyPr wrap="none" rtlCol="0">
                <a:spAutoFit/>
              </a:bodyPr>
              <a:lstStyle/>
              <a:p>
                <a:pPr/>
                <a14:m>
                  <m:oMathPara xmlns:m="http://schemas.openxmlformats.org/officeDocument/2006/math">
                    <m:oMath>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56" name="TextBox 55">
                <a:extLst>
                  <a:ext uri="{FF2B5EF4-FFF2-40B4-BE49-F238E27FC236}">
                    <a16:creationId xmlns:a16="http://schemas.microsoft.com/office/drawing/2014/main" id="{065E795E-6EB3-2E80-3A37-99B1495E733F}"/>
                  </a:ext>
                </a:extLst>
              </p:cNvPr>
              <p:cNvSpPr txBox="1">
                <a:spLocks noRot="1" noChangeAspect="1" noMove="1" noResize="1" noEditPoints="1" noAdjustHandles="1" noChangeArrowheads="1" noChangeShapeType="1" noTextEdit="1"/>
              </p:cNvSpPr>
              <p:nvPr/>
            </p:nvSpPr>
            <p:spPr>
              <a:xfrm rot="3944416">
                <a:off x="1141512" y="3474483"/>
                <a:ext cx="615874" cy="461665"/>
              </a:xfrm>
              <a:prstGeom prst="rect">
                <a:avLst/>
              </a:prstGeom>
              <a:blipFill>
                <a:blip r:embed="rId19"/>
                <a:stretch>
                  <a:fillRect/>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52229A53-FBAF-21B1-58A7-904F5FDA480D}"/>
              </a:ext>
            </a:extLst>
          </p:cNvPr>
          <p:cNvSpPr txBox="1"/>
          <p:nvPr/>
        </p:nvSpPr>
        <p:spPr>
          <a:xfrm>
            <a:off x="4534277" y="4212414"/>
            <a:ext cx="3561873" cy="461665"/>
          </a:xfrm>
          <a:prstGeom prst="rect">
            <a:avLst/>
          </a:prstGeom>
          <a:noFill/>
        </p:spPr>
        <p:txBody>
          <a:bodyPr wrap="none" rtlCol="0">
            <a:spAutoFit/>
          </a:bodyPr>
          <a:lstStyle/>
          <a:p>
            <a:r>
              <a:rPr lang="en-US" sz="2400" dirty="0">
                <a:solidFill>
                  <a:schemeClr val="accent6">
                    <a:lumMod val="75000"/>
                  </a:schemeClr>
                </a:solidFill>
              </a:rPr>
              <a:t>All equivalent conditions!!!</a:t>
            </a:r>
          </a:p>
        </p:txBody>
      </p:sp>
      <p:sp>
        <p:nvSpPr>
          <p:cNvPr id="4" name="Footer Placeholder 3">
            <a:extLst>
              <a:ext uri="{FF2B5EF4-FFF2-40B4-BE49-F238E27FC236}">
                <a16:creationId xmlns:a16="http://schemas.microsoft.com/office/drawing/2014/main" id="{1F1E0CDF-49A1-A447-0215-136772048F29}"/>
              </a:ext>
            </a:extLst>
          </p:cNvPr>
          <p:cNvSpPr>
            <a:spLocks noGrp="1"/>
          </p:cNvSpPr>
          <p:nvPr>
            <p:ph type="ftr" sz="quarter" idx="11"/>
          </p:nvPr>
        </p:nvSpPr>
        <p:spPr/>
        <p:txBody>
          <a:bodyPr/>
          <a:lstStyle/>
          <a:p>
            <a:r>
              <a:rPr lang="en-US"/>
              <a:t>Christine Aidala - University of Michigan</a:t>
            </a:r>
            <a:endParaRPr lang="en-US" dirty="0"/>
          </a:p>
        </p:txBody>
      </p:sp>
      <p:sp>
        <p:nvSpPr>
          <p:cNvPr id="5" name="Slide Number Placeholder 4">
            <a:extLst>
              <a:ext uri="{FF2B5EF4-FFF2-40B4-BE49-F238E27FC236}">
                <a16:creationId xmlns:a16="http://schemas.microsoft.com/office/drawing/2014/main" id="{89CF6C23-27F8-95C9-AAAC-1C2D7157C28D}"/>
              </a:ext>
            </a:extLst>
          </p:cNvPr>
          <p:cNvSpPr>
            <a:spLocks noGrp="1"/>
          </p:cNvSpPr>
          <p:nvPr>
            <p:ph type="sldNum" sz="quarter" idx="12"/>
          </p:nvPr>
        </p:nvSpPr>
        <p:spPr/>
        <p:txBody>
          <a:bodyPr/>
          <a:lstStyle/>
          <a:p>
            <a:fld id="{F47845EA-7733-40EE-B074-20032348B727}" type="slidenum">
              <a:rPr lang="en-US" smtClean="0"/>
              <a:t>11</a:t>
            </a:fld>
            <a:endParaRPr lang="en-US"/>
          </a:p>
        </p:txBody>
      </p:sp>
      <p:sp>
        <p:nvSpPr>
          <p:cNvPr id="9" name="TextBox 8">
            <a:extLst>
              <a:ext uri="{FF2B5EF4-FFF2-40B4-BE49-F238E27FC236}">
                <a16:creationId xmlns:a16="http://schemas.microsoft.com/office/drawing/2014/main" id="{F320AECC-A03F-3EB9-666C-E66B3AF398D0}"/>
              </a:ext>
            </a:extLst>
          </p:cNvPr>
          <p:cNvSpPr txBox="1"/>
          <p:nvPr/>
        </p:nvSpPr>
        <p:spPr>
          <a:xfrm>
            <a:off x="3162300" y="6485630"/>
            <a:ext cx="6096000" cy="307777"/>
          </a:xfrm>
          <a:prstGeom prst="rect">
            <a:avLst/>
          </a:prstGeom>
          <a:noFill/>
        </p:spPr>
        <p:txBody>
          <a:bodyPr wrap="square">
            <a:spAutoFit/>
          </a:bodyPr>
          <a:lstStyle/>
          <a:p>
            <a:r>
              <a:rPr lang="en-US" sz="1400" dirty="0">
                <a:hlinkClick r:id="rId20"/>
              </a:rPr>
              <a:t>https://assumptionsofphysics.org/autogen/briefs/009-UnitaryEntropy.pdf</a:t>
            </a:r>
            <a:r>
              <a:rPr lang="en-US" sz="1400" dirty="0"/>
              <a:t> </a:t>
            </a:r>
          </a:p>
        </p:txBody>
      </p:sp>
      <p:pic>
        <p:nvPicPr>
          <p:cNvPr id="12" name="Picture 11">
            <a:extLst>
              <a:ext uri="{FF2B5EF4-FFF2-40B4-BE49-F238E27FC236}">
                <a16:creationId xmlns:a16="http://schemas.microsoft.com/office/drawing/2014/main" id="{10B39771-7698-2E11-02FE-A93805546EF8}"/>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795294" y="4766013"/>
            <a:ext cx="2022837" cy="2022837"/>
          </a:xfrm>
          <a:prstGeom prst="rect">
            <a:avLst/>
          </a:prstGeom>
        </p:spPr>
      </p:pic>
    </p:spTree>
    <p:extLst>
      <p:ext uri="{BB962C8B-B14F-4D97-AF65-F5344CB8AC3E}">
        <p14:creationId xmlns:p14="http://schemas.microsoft.com/office/powerpoint/2010/main" val="383642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500"/>
                                  </p:stCondLst>
                                  <p:childTnLst>
                                    <p:set>
                                      <p:cBhvr>
                                        <p:cTn id="61"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18D8C-A311-21FD-C397-E504CCE1A1CF}"/>
              </a:ext>
            </a:extLst>
          </p:cNvPr>
          <p:cNvSpPr txBox="1"/>
          <p:nvPr/>
        </p:nvSpPr>
        <p:spPr>
          <a:xfrm>
            <a:off x="1016731" y="814972"/>
            <a:ext cx="10158550" cy="1754326"/>
          </a:xfrm>
          <a:prstGeom prst="rect">
            <a:avLst/>
          </a:prstGeom>
          <a:noFill/>
        </p:spPr>
        <p:txBody>
          <a:bodyPr wrap="none" rtlCol="0">
            <a:spAutoFit/>
          </a:bodyPr>
          <a:lstStyle/>
          <a:p>
            <a:pPr algn="ctr"/>
            <a:r>
              <a:rPr lang="en-US" sz="5400" dirty="0"/>
              <a:t>Why does classical mechanics fail?</a:t>
            </a:r>
          </a:p>
          <a:p>
            <a:pPr algn="ctr"/>
            <a:r>
              <a:rPr lang="en-US" sz="5400" dirty="0"/>
              <a:t>What is quantum mechanics fixing?</a:t>
            </a:r>
          </a:p>
        </p:txBody>
      </p:sp>
      <p:sp>
        <p:nvSpPr>
          <p:cNvPr id="3" name="Footer Placeholder 2">
            <a:extLst>
              <a:ext uri="{FF2B5EF4-FFF2-40B4-BE49-F238E27FC236}">
                <a16:creationId xmlns:a16="http://schemas.microsoft.com/office/drawing/2014/main" id="{835C0446-EDA9-AC3D-222F-98775506DDAF}"/>
              </a:ext>
            </a:extLst>
          </p:cNvPr>
          <p:cNvSpPr>
            <a:spLocks noGrp="1"/>
          </p:cNvSpPr>
          <p:nvPr>
            <p:ph type="ftr" sz="quarter" idx="11"/>
          </p:nvPr>
        </p:nvSpPr>
        <p:spPr/>
        <p:txBody>
          <a:body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F3ABB82E-1DBC-47E8-181A-E5C32A8DF7B2}"/>
              </a:ext>
            </a:extLst>
          </p:cNvPr>
          <p:cNvSpPr>
            <a:spLocks noGrp="1"/>
          </p:cNvSpPr>
          <p:nvPr>
            <p:ph type="sldNum" sz="quarter" idx="12"/>
          </p:nvPr>
        </p:nvSpPr>
        <p:spPr/>
        <p:txBody>
          <a:bodyPr/>
          <a:lstStyle/>
          <a:p>
            <a:fld id="{F47845EA-7733-40EE-B074-20032348B727}" type="slidenum">
              <a:rPr lang="en-US" smtClean="0"/>
              <a:t>12</a:t>
            </a:fld>
            <a:endParaRPr lang="en-US"/>
          </a:p>
        </p:txBody>
      </p:sp>
    </p:spTree>
    <p:extLst>
      <p:ext uri="{BB962C8B-B14F-4D97-AF65-F5344CB8AC3E}">
        <p14:creationId xmlns:p14="http://schemas.microsoft.com/office/powerpoint/2010/main" val="77790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FD746-7984-1D65-EE0C-5EC0254565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9CF9CA-50E7-2DD1-72EA-54592E3CFB76}"/>
              </a:ext>
            </a:extLst>
          </p:cNvPr>
          <p:cNvSpPr txBox="1"/>
          <p:nvPr/>
        </p:nvSpPr>
        <p:spPr>
          <a:xfrm>
            <a:off x="7402383" y="187321"/>
            <a:ext cx="4408579" cy="1569660"/>
          </a:xfrm>
          <a:prstGeom prst="rect">
            <a:avLst/>
          </a:prstGeom>
          <a:noFill/>
        </p:spPr>
        <p:txBody>
          <a:bodyPr wrap="none" rtlCol="0">
            <a:spAutoFit/>
          </a:bodyPr>
          <a:lstStyle/>
          <a:p>
            <a:pPr algn="ctr"/>
            <a:r>
              <a:rPr lang="en-US" sz="4800" dirty="0"/>
              <a:t>Third law of</a:t>
            </a:r>
            <a:br>
              <a:rPr lang="en-US" sz="4800" dirty="0"/>
            </a:br>
            <a:r>
              <a:rPr lang="en-US" sz="4800" dirty="0"/>
              <a:t>thermodynamics</a:t>
            </a:r>
          </a:p>
        </p:txBody>
      </p:sp>
      <p:sp>
        <p:nvSpPr>
          <p:cNvPr id="4" name="TextBox 3">
            <a:extLst>
              <a:ext uri="{FF2B5EF4-FFF2-40B4-BE49-F238E27FC236}">
                <a16:creationId xmlns:a16="http://schemas.microsoft.com/office/drawing/2014/main" id="{ACD6B786-8385-71B5-8FB6-0CF01EDA4A34}"/>
              </a:ext>
            </a:extLst>
          </p:cNvPr>
          <p:cNvSpPr txBox="1"/>
          <p:nvPr/>
        </p:nvSpPr>
        <p:spPr>
          <a:xfrm>
            <a:off x="7445374" y="1756981"/>
            <a:ext cx="4695825" cy="954107"/>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Every substance has a finite positive entropy, but at the absolute zero of temperature the entropy may become zero, and does so become in the case of perfect crystalline substances.</a:t>
            </a:r>
          </a:p>
        </p:txBody>
      </p:sp>
      <p:sp>
        <p:nvSpPr>
          <p:cNvPr id="6" name="TextBox 5">
            <a:extLst>
              <a:ext uri="{FF2B5EF4-FFF2-40B4-BE49-F238E27FC236}">
                <a16:creationId xmlns:a16="http://schemas.microsoft.com/office/drawing/2014/main" id="{406D3508-C426-2ED8-F8DA-F3A4024546F1}"/>
              </a:ext>
            </a:extLst>
          </p:cNvPr>
          <p:cNvSpPr txBox="1"/>
          <p:nvPr/>
        </p:nvSpPr>
        <p:spPr>
          <a:xfrm>
            <a:off x="8739446" y="2495644"/>
            <a:ext cx="3796901" cy="430887"/>
          </a:xfrm>
          <a:prstGeom prst="rect">
            <a:avLst/>
          </a:prstGeom>
          <a:noFill/>
        </p:spPr>
        <p:txBody>
          <a:bodyPr wrap="square">
            <a:spAutoFit/>
          </a:bodyPr>
          <a:lstStyle/>
          <a:p>
            <a:r>
              <a:rPr lang="en-US" sz="1100" dirty="0"/>
              <a:t> G. N. Lewis and M. Randall, Thermodynamics and the</a:t>
            </a:r>
          </a:p>
          <a:p>
            <a:r>
              <a:rPr lang="en-US" sz="1100" dirty="0"/>
              <a:t>free energy of chemical substances (McGraw-Hill, 1923)</a:t>
            </a:r>
          </a:p>
        </p:txBody>
      </p:sp>
      <p:sp>
        <p:nvSpPr>
          <p:cNvPr id="2" name="TextBox 1">
            <a:extLst>
              <a:ext uri="{FF2B5EF4-FFF2-40B4-BE49-F238E27FC236}">
                <a16:creationId xmlns:a16="http://schemas.microsoft.com/office/drawing/2014/main" id="{F7118F96-5CCD-8781-2768-C30DAC29DA17}"/>
              </a:ext>
            </a:extLst>
          </p:cNvPr>
          <p:cNvSpPr txBox="1"/>
          <p:nvPr/>
        </p:nvSpPr>
        <p:spPr>
          <a:xfrm>
            <a:off x="111417" y="5037985"/>
            <a:ext cx="9394367" cy="646331"/>
          </a:xfrm>
          <a:prstGeom prst="rect">
            <a:avLst/>
          </a:prstGeom>
          <a:noFill/>
        </p:spPr>
        <p:txBody>
          <a:bodyPr wrap="none" rtlCol="0">
            <a:spAutoFit/>
          </a:bodyPr>
          <a:lstStyle/>
          <a:p>
            <a:r>
              <a:rPr lang="en-US" sz="3600" dirty="0"/>
              <a:t>Classical physics allows arbitrarily small entropy…</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016DCA2-8B1B-001D-ACEB-733D54F33DDE}"/>
                  </a:ext>
                </a:extLst>
              </p:cNvPr>
              <p:cNvSpPr txBox="1"/>
              <p:nvPr/>
            </p:nvSpPr>
            <p:spPr>
              <a:xfrm>
                <a:off x="8299070" y="3016178"/>
                <a:ext cx="2615203" cy="1200329"/>
              </a:xfrm>
              <a:prstGeom prst="rect">
                <a:avLst/>
              </a:prstGeom>
              <a:noFill/>
            </p:spPr>
            <p:txBody>
              <a:bodyPr wrap="none" rtlCol="0">
                <a:spAutoFit/>
              </a:bodyPr>
              <a:lstStyle/>
              <a:p>
                <a:pPr/>
                <a14:m>
                  <m:oMathPara xmlns:m="http://schemas.openxmlformats.org/officeDocument/2006/math">
                    <m:oMath>
                      <m:r>
                        <a:rPr lang="en-US" sz="7200" b="0" i="1" smtClean="0">
                          <a:latin typeface="Cambria Math" panose="02040503050406030204" pitchFamily="18" charset="0"/>
                        </a:rPr>
                        <m:t>𝑆</m:t>
                      </m:r>
                      <m:r>
                        <a:rPr lang="en-US" sz="7200" b="0" i="1" smtClean="0">
                          <a:latin typeface="Cambria Math" panose="02040503050406030204" pitchFamily="18" charset="0"/>
                        </a:rPr>
                        <m:t>≥0</m:t>
                      </m:r>
                    </m:oMath>
                  </m:oMathPara>
                </a14:m>
                <a:endParaRPr lang="en-US" sz="7200" dirty="0"/>
              </a:p>
            </p:txBody>
          </p:sp>
        </mc:Choice>
        <mc:Fallback xmlns="">
          <p:sp>
            <p:nvSpPr>
              <p:cNvPr id="9" name="TextBox 8">
                <a:extLst>
                  <a:ext uri="{FF2B5EF4-FFF2-40B4-BE49-F238E27FC236}">
                    <a16:creationId xmlns:a16="http://schemas.microsoft.com/office/drawing/2014/main" id="{2016DCA2-8B1B-001D-ACEB-733D54F33DDE}"/>
                  </a:ext>
                </a:extLst>
              </p:cNvPr>
              <p:cNvSpPr txBox="1">
                <a:spLocks noRot="1" noChangeAspect="1" noMove="1" noResize="1" noEditPoints="1" noAdjustHandles="1" noChangeArrowheads="1" noChangeShapeType="1" noTextEdit="1"/>
              </p:cNvSpPr>
              <p:nvPr/>
            </p:nvSpPr>
            <p:spPr>
              <a:xfrm>
                <a:off x="8299070" y="3016178"/>
                <a:ext cx="2615203" cy="1200329"/>
              </a:xfrm>
              <a:prstGeom prst="rect">
                <a:avLst/>
              </a:prstGeom>
              <a:blipFill>
                <a:blip r:embed="rId2"/>
                <a:stretch>
                  <a:fillRect/>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DF748DAF-B62F-2C14-CF92-5F25E7C47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37" y="329405"/>
            <a:ext cx="3721583" cy="2855151"/>
          </a:xfrm>
          <a:prstGeom prst="rect">
            <a:avLst/>
          </a:prstGeom>
        </p:spPr>
      </p:pic>
      <p:sp>
        <p:nvSpPr>
          <p:cNvPr id="15" name="TextBox 14">
            <a:extLst>
              <a:ext uri="{FF2B5EF4-FFF2-40B4-BE49-F238E27FC236}">
                <a16:creationId xmlns:a16="http://schemas.microsoft.com/office/drawing/2014/main" id="{6AFD5CDF-17CE-D915-9E67-30626D38F66E}"/>
              </a:ext>
            </a:extLst>
          </p:cNvPr>
          <p:cNvSpPr txBox="1"/>
          <p:nvPr/>
        </p:nvSpPr>
        <p:spPr>
          <a:xfrm>
            <a:off x="4022734" y="329405"/>
            <a:ext cx="2883162" cy="830997"/>
          </a:xfrm>
          <a:prstGeom prst="rect">
            <a:avLst/>
          </a:prstGeom>
          <a:noFill/>
        </p:spPr>
        <p:txBody>
          <a:bodyPr wrap="none" rtlCol="0">
            <a:spAutoFit/>
          </a:bodyPr>
          <a:lstStyle/>
          <a:p>
            <a:r>
              <a:rPr lang="en-US" sz="2400" dirty="0"/>
              <a:t>Temperature/entropy</a:t>
            </a:r>
            <a:br>
              <a:rPr lang="en-US" sz="2400" dirty="0"/>
            </a:br>
            <a:r>
              <a:rPr lang="en-US" sz="2400" dirty="0"/>
              <a:t>curve for ideal gases</a:t>
            </a:r>
          </a:p>
        </p:txBody>
      </p:sp>
      <p:cxnSp>
        <p:nvCxnSpPr>
          <p:cNvPr id="18" name="Straight Arrow Connector 17">
            <a:extLst>
              <a:ext uri="{FF2B5EF4-FFF2-40B4-BE49-F238E27FC236}">
                <a16:creationId xmlns:a16="http://schemas.microsoft.com/office/drawing/2014/main" id="{878376BE-4302-96B6-0476-44109A3C4D37}"/>
              </a:ext>
            </a:extLst>
          </p:cNvPr>
          <p:cNvCxnSpPr>
            <a:cxnSpLocks/>
          </p:cNvCxnSpPr>
          <p:nvPr/>
        </p:nvCxnSpPr>
        <p:spPr>
          <a:xfrm flipH="1">
            <a:off x="1277727" y="1756981"/>
            <a:ext cx="2935458" cy="442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2F3CFDF-BD5F-1CD5-30FE-A72F431B23C9}"/>
              </a:ext>
            </a:extLst>
          </p:cNvPr>
          <p:cNvSpPr txBox="1"/>
          <p:nvPr/>
        </p:nvSpPr>
        <p:spPr>
          <a:xfrm>
            <a:off x="4215067" y="1572314"/>
            <a:ext cx="1785682" cy="369332"/>
          </a:xfrm>
          <a:prstGeom prst="rect">
            <a:avLst/>
          </a:prstGeom>
          <a:noFill/>
        </p:spPr>
        <p:txBody>
          <a:bodyPr wrap="none" rtlCol="0">
            <a:spAutoFit/>
          </a:bodyPr>
          <a:lstStyle/>
          <a:p>
            <a:r>
              <a:rPr lang="en-US" dirty="0"/>
              <a:t>to minus infinity!</a:t>
            </a:r>
          </a:p>
        </p:txBody>
      </p:sp>
      <p:grpSp>
        <p:nvGrpSpPr>
          <p:cNvPr id="31" name="Group 30">
            <a:extLst>
              <a:ext uri="{FF2B5EF4-FFF2-40B4-BE49-F238E27FC236}">
                <a16:creationId xmlns:a16="http://schemas.microsoft.com/office/drawing/2014/main" id="{890BC075-25CA-129D-A726-698C515F9BBC}"/>
              </a:ext>
            </a:extLst>
          </p:cNvPr>
          <p:cNvGrpSpPr/>
          <p:nvPr/>
        </p:nvGrpSpPr>
        <p:grpSpPr>
          <a:xfrm>
            <a:off x="4192978" y="2126313"/>
            <a:ext cx="2214794" cy="2428303"/>
            <a:chOff x="9203590" y="1220644"/>
            <a:chExt cx="2214794" cy="2428303"/>
          </a:xfrm>
        </p:grpSpPr>
        <p:grpSp>
          <p:nvGrpSpPr>
            <p:cNvPr id="32" name="Group 31">
              <a:extLst>
                <a:ext uri="{FF2B5EF4-FFF2-40B4-BE49-F238E27FC236}">
                  <a16:creationId xmlns:a16="http://schemas.microsoft.com/office/drawing/2014/main" id="{7411F66F-E323-43CC-49EE-2AFF00F5DE24}"/>
                </a:ext>
              </a:extLst>
            </p:cNvPr>
            <p:cNvGrpSpPr/>
            <p:nvPr/>
          </p:nvGrpSpPr>
          <p:grpSpPr>
            <a:xfrm>
              <a:off x="9203590" y="1220644"/>
              <a:ext cx="2214794" cy="2428303"/>
              <a:chOff x="8722760" y="220894"/>
              <a:chExt cx="3333866" cy="3655255"/>
            </a:xfrm>
          </p:grpSpPr>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C6049DE-6507-A2D6-9593-913FF9456630}"/>
                      </a:ext>
                    </a:extLst>
                  </p:cNvPr>
                  <p:cNvSpPr txBox="1"/>
                  <p:nvPr/>
                </p:nvSpPr>
                <p:spPr>
                  <a:xfrm>
                    <a:off x="10142058" y="220894"/>
                    <a:ext cx="187158" cy="370629"/>
                  </a:xfrm>
                  <a:prstGeom prst="rect">
                    <a:avLst/>
                  </a:prstGeom>
                  <a:noFill/>
                </p:spPr>
                <p:txBody>
                  <a:bodyPr wrap="square" lIns="0" tIns="0" rIns="0" bIns="0" rtlCol="0">
                    <a:spAutoFit/>
                  </a:bodyPr>
                  <a:lstStyle/>
                  <a:p>
                    <a:pPr/>
                    <a14:m>
                      <m:oMathPara xmlns:m="http://schemas.openxmlformats.org/officeDocument/2006/math">
                        <m:oMath>
                          <m:r>
                            <a:rPr lang="en-US" sz="1600" b="0" i="1" smtClean="0">
                              <a:latin typeface="Cambria Math" panose="02040503050406030204" pitchFamily="18" charset="0"/>
                            </a:rPr>
                            <m:t>𝑝</m:t>
                          </m:r>
                        </m:oMath>
                      </m:oMathPara>
                    </a14:m>
                    <a:endParaRPr lang="en-US" sz="1600" dirty="0"/>
                  </a:p>
                </p:txBody>
              </p:sp>
            </mc:Choice>
            <mc:Fallback xmlns="">
              <p:sp>
                <p:nvSpPr>
                  <p:cNvPr id="18" name="TextBox 17">
                    <a:extLst>
                      <a:ext uri="{FF2B5EF4-FFF2-40B4-BE49-F238E27FC236}">
                        <a16:creationId xmlns:a16="http://schemas.microsoft.com/office/drawing/2014/main" id="{0F558249-05E0-994B-3538-6E97FA3D6189}"/>
                      </a:ext>
                    </a:extLst>
                  </p:cNvPr>
                  <p:cNvSpPr txBox="1">
                    <a:spLocks noRot="1" noChangeAspect="1" noMove="1" noResize="1" noEditPoints="1" noAdjustHandles="1" noChangeArrowheads="1" noChangeShapeType="1" noTextEdit="1"/>
                  </p:cNvSpPr>
                  <p:nvPr/>
                </p:nvSpPr>
                <p:spPr>
                  <a:xfrm>
                    <a:off x="10142058" y="220894"/>
                    <a:ext cx="187158" cy="370629"/>
                  </a:xfrm>
                  <a:prstGeom prst="rect">
                    <a:avLst/>
                  </a:prstGeom>
                  <a:blipFill>
                    <a:blip r:embed="rId6"/>
                    <a:stretch>
                      <a:fillRect l="-55000" r="-550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6DD9DA4-F329-EC63-9177-171C007066B0}"/>
                      </a:ext>
                    </a:extLst>
                  </p:cNvPr>
                  <p:cNvSpPr txBox="1"/>
                  <p:nvPr/>
                </p:nvSpPr>
                <p:spPr>
                  <a:xfrm>
                    <a:off x="11836926" y="2147422"/>
                    <a:ext cx="187158" cy="370629"/>
                  </a:xfrm>
                  <a:prstGeom prst="rect">
                    <a:avLst/>
                  </a:prstGeom>
                  <a:noFill/>
                </p:spPr>
                <p:txBody>
                  <a:bodyPr wrap="square" lIns="0" tIns="0" rIns="0" bIns="0" rtlCol="0">
                    <a:spAutoFit/>
                  </a:bodyPr>
                  <a:lstStyle/>
                  <a:p>
                    <a:pPr/>
                    <a14:m>
                      <m:oMathPara xmlns:m="http://schemas.openxmlformats.org/officeDocument/2006/math">
                        <m:oMath>
                          <m:r>
                            <a:rPr lang="en-US" sz="1600" b="0" i="1" smtClean="0">
                              <a:latin typeface="Cambria Math" panose="02040503050406030204" pitchFamily="18" charset="0"/>
                            </a:rPr>
                            <m:t>𝑞</m:t>
                          </m:r>
                        </m:oMath>
                      </m:oMathPara>
                    </a14:m>
                    <a:endParaRPr lang="en-US" sz="1600" dirty="0"/>
                  </a:p>
                </p:txBody>
              </p:sp>
            </mc:Choice>
            <mc:Fallback xmlns="">
              <p:sp>
                <p:nvSpPr>
                  <p:cNvPr id="35" name="TextBox 34">
                    <a:extLst>
                      <a:ext uri="{FF2B5EF4-FFF2-40B4-BE49-F238E27FC236}">
                        <a16:creationId xmlns:a16="http://schemas.microsoft.com/office/drawing/2014/main" id="{B6DD9DA4-F329-EC63-9177-171C007066B0}"/>
                      </a:ext>
                    </a:extLst>
                  </p:cNvPr>
                  <p:cNvSpPr txBox="1">
                    <a:spLocks noRot="1" noChangeAspect="1" noMove="1" noResize="1" noEditPoints="1" noAdjustHandles="1" noChangeArrowheads="1" noChangeShapeType="1" noTextEdit="1"/>
                  </p:cNvSpPr>
                  <p:nvPr/>
                </p:nvSpPr>
                <p:spPr>
                  <a:xfrm>
                    <a:off x="11836926" y="2147422"/>
                    <a:ext cx="187158" cy="370629"/>
                  </a:xfrm>
                  <a:prstGeom prst="rect">
                    <a:avLst/>
                  </a:prstGeom>
                  <a:blipFill>
                    <a:blip r:embed="rId7"/>
                    <a:stretch>
                      <a:fillRect l="-52381" r="-47619" b="-25000"/>
                    </a:stretch>
                  </a:blipFill>
                </p:spPr>
                <p:txBody>
                  <a:bodyPr/>
                  <a:lstStyle/>
                  <a:p>
                    <a:r>
                      <a:rPr lang="en-US">
                        <a:noFill/>
                      </a:rPr>
                      <a:t> </a:t>
                    </a:r>
                  </a:p>
                </p:txBody>
              </p:sp>
            </mc:Fallback>
          </mc:AlternateContent>
          <p:cxnSp>
            <p:nvCxnSpPr>
              <p:cNvPr id="36" name="Straight Connector 35">
                <a:extLst>
                  <a:ext uri="{FF2B5EF4-FFF2-40B4-BE49-F238E27FC236}">
                    <a16:creationId xmlns:a16="http://schemas.microsoft.com/office/drawing/2014/main" id="{2B550157-BF78-42DC-81E0-16647D05F42C}"/>
                  </a:ext>
                </a:extLst>
              </p:cNvPr>
              <p:cNvCxnSpPr>
                <a:cxnSpLocks/>
              </p:cNvCxnSpPr>
              <p:nvPr/>
            </p:nvCxnSpPr>
            <p:spPr>
              <a:xfrm flipH="1">
                <a:off x="8722760" y="2199004"/>
                <a:ext cx="3333866" cy="12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F6072A5-1752-72D9-FFAD-F69851333C7C}"/>
                  </a:ext>
                </a:extLst>
              </p:cNvPr>
              <p:cNvCxnSpPr>
                <a:cxnSpLocks/>
              </p:cNvCxnSpPr>
              <p:nvPr/>
            </p:nvCxnSpPr>
            <p:spPr>
              <a:xfrm rot="5400000" flipH="1">
                <a:off x="8696039" y="2202817"/>
                <a:ext cx="3333864" cy="12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E98EB7CF-E85D-B76E-3068-DAC84DB13CE6}"/>
                </a:ext>
              </a:extLst>
            </p:cNvPr>
            <p:cNvSpPr/>
            <p:nvPr/>
          </p:nvSpPr>
          <p:spPr>
            <a:xfrm>
              <a:off x="10531355" y="1859173"/>
              <a:ext cx="457200" cy="4704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06CFB9F-E4BB-5185-D84C-4BDDCD555934}"/>
                  </a:ext>
                </a:extLst>
              </p:cNvPr>
              <p:cNvSpPr txBox="1"/>
              <p:nvPr/>
            </p:nvSpPr>
            <p:spPr>
              <a:xfrm>
                <a:off x="1431108" y="3435529"/>
                <a:ext cx="1979644"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𝑆</m:t>
                      </m:r>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𝑞</m:t>
                          </m:r>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𝑝</m:t>
                          </m:r>
                        </m:e>
                      </m:func>
                    </m:oMath>
                  </m:oMathPara>
                </a14:m>
                <a:endParaRPr lang="en-US" sz="2400" dirty="0"/>
              </a:p>
            </p:txBody>
          </p:sp>
        </mc:Choice>
        <mc:Fallback xmlns="">
          <p:sp>
            <p:nvSpPr>
              <p:cNvPr id="38" name="TextBox 37">
                <a:extLst>
                  <a:ext uri="{FF2B5EF4-FFF2-40B4-BE49-F238E27FC236}">
                    <a16:creationId xmlns:a16="http://schemas.microsoft.com/office/drawing/2014/main" id="{F06CFB9F-E4BB-5185-D84C-4BDDCD555934}"/>
                  </a:ext>
                </a:extLst>
              </p:cNvPr>
              <p:cNvSpPr txBox="1">
                <a:spLocks noRot="1" noChangeAspect="1" noMove="1" noResize="1" noEditPoints="1" noAdjustHandles="1" noChangeArrowheads="1" noChangeShapeType="1" noTextEdit="1"/>
              </p:cNvSpPr>
              <p:nvPr/>
            </p:nvSpPr>
            <p:spPr>
              <a:xfrm>
                <a:off x="1431108" y="3435529"/>
                <a:ext cx="1979644" cy="461665"/>
              </a:xfrm>
              <a:prstGeom prst="rect">
                <a:avLst/>
              </a:prstGeom>
              <a:blipFill>
                <a:blip r:embed="rId8"/>
                <a:stretch>
                  <a:fillRect b="-18667"/>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5FDD5716-E6F4-6F41-134E-B013763A51A0}"/>
              </a:ext>
            </a:extLst>
          </p:cNvPr>
          <p:cNvSpPr txBox="1"/>
          <p:nvPr/>
        </p:nvSpPr>
        <p:spPr>
          <a:xfrm>
            <a:off x="1495971" y="4048434"/>
            <a:ext cx="2293385" cy="369332"/>
          </a:xfrm>
          <a:prstGeom prst="rect">
            <a:avLst/>
          </a:prstGeom>
          <a:noFill/>
        </p:spPr>
        <p:txBody>
          <a:bodyPr wrap="none" rtlCol="0">
            <a:spAutoFit/>
          </a:bodyPr>
          <a:lstStyle/>
          <a:p>
            <a:r>
              <a:rPr lang="en-US" dirty="0"/>
              <a:t>For a single microstate</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CEB9A87-BBB8-7532-9A01-0F812FC06F8D}"/>
                  </a:ext>
                </a:extLst>
              </p:cNvPr>
              <p:cNvSpPr txBox="1"/>
              <p:nvPr/>
            </p:nvSpPr>
            <p:spPr>
              <a:xfrm>
                <a:off x="1549487" y="4354832"/>
                <a:ext cx="2334357"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𝑆</m:t>
                      </m:r>
                      <m:r>
                        <a:rPr lang="en-US" sz="2400" b="0" i="1" smtClean="0">
                          <a:latin typeface="Cambria Math" panose="02040503050406030204" pitchFamily="18" charset="0"/>
                        </a:rPr>
                        <m:t>=</m:t>
                      </m:r>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r>
                            <a:rPr lang="en-US" sz="2400" b="0" i="0" smtClean="0">
                              <a:latin typeface="Cambria Math" panose="02040503050406030204" pitchFamily="18" charset="0"/>
                            </a:rPr>
                            <m:t>0</m:t>
                          </m:r>
                        </m:e>
                      </m:func>
                      <m:r>
                        <a:rPr lang="en-US" sz="2400" b="0" i="1" smtClean="0">
                          <a:latin typeface="Cambria Math" panose="02040503050406030204" pitchFamily="18" charset="0"/>
                        </a:rPr>
                        <m:t>=−∞</m:t>
                      </m:r>
                    </m:oMath>
                  </m:oMathPara>
                </a14:m>
                <a:endParaRPr lang="en-US" sz="2400" dirty="0"/>
              </a:p>
            </p:txBody>
          </p:sp>
        </mc:Choice>
        <mc:Fallback xmlns="">
          <p:sp>
            <p:nvSpPr>
              <p:cNvPr id="40" name="TextBox 39">
                <a:extLst>
                  <a:ext uri="{FF2B5EF4-FFF2-40B4-BE49-F238E27FC236}">
                    <a16:creationId xmlns:a16="http://schemas.microsoft.com/office/drawing/2014/main" id="{0CEB9A87-BBB8-7532-9A01-0F812FC06F8D}"/>
                  </a:ext>
                </a:extLst>
              </p:cNvPr>
              <p:cNvSpPr txBox="1">
                <a:spLocks noRot="1" noChangeAspect="1" noMove="1" noResize="1" noEditPoints="1" noAdjustHandles="1" noChangeArrowheads="1" noChangeShapeType="1" noTextEdit="1"/>
              </p:cNvSpPr>
              <p:nvPr/>
            </p:nvSpPr>
            <p:spPr>
              <a:xfrm>
                <a:off x="1549487" y="4354832"/>
                <a:ext cx="2334357" cy="461665"/>
              </a:xfrm>
              <a:prstGeom prst="rect">
                <a:avLst/>
              </a:prstGeom>
              <a:blipFill>
                <a:blip r:embed="rId9"/>
                <a:stretch>
                  <a:fillRect b="-17105"/>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5518D0A7-D7EB-9404-B131-C8E2D262DB50}"/>
              </a:ext>
            </a:extLst>
          </p:cNvPr>
          <p:cNvCxnSpPr>
            <a:cxnSpLocks/>
          </p:cNvCxnSpPr>
          <p:nvPr/>
        </p:nvCxnSpPr>
        <p:spPr>
          <a:xfrm flipV="1">
            <a:off x="3540197" y="3108136"/>
            <a:ext cx="1821627" cy="408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5FACBDF-A53B-836A-8540-6776AD1E79EE}"/>
              </a:ext>
            </a:extLst>
          </p:cNvPr>
          <p:cNvSpPr txBox="1"/>
          <p:nvPr/>
        </p:nvSpPr>
        <p:spPr>
          <a:xfrm>
            <a:off x="3103885" y="65419"/>
            <a:ext cx="808235" cy="276999"/>
          </a:xfrm>
          <a:prstGeom prst="rect">
            <a:avLst/>
          </a:prstGeom>
          <a:noFill/>
        </p:spPr>
        <p:txBody>
          <a:bodyPr wrap="none" rtlCol="0">
            <a:spAutoFit/>
          </a:bodyPr>
          <a:lstStyle/>
          <a:p>
            <a:r>
              <a:rPr lang="en-US" sz="1200" dirty="0"/>
              <a:t>Wikipedia</a:t>
            </a:r>
          </a:p>
        </p:txBody>
      </p:sp>
      <p:sp>
        <p:nvSpPr>
          <p:cNvPr id="45" name="Oval 44">
            <a:extLst>
              <a:ext uri="{FF2B5EF4-FFF2-40B4-BE49-F238E27FC236}">
                <a16:creationId xmlns:a16="http://schemas.microsoft.com/office/drawing/2014/main" id="{E578C011-48B3-D0A9-13DE-B8EAA053D6BD}"/>
              </a:ext>
            </a:extLst>
          </p:cNvPr>
          <p:cNvSpPr/>
          <p:nvPr/>
        </p:nvSpPr>
        <p:spPr>
          <a:xfrm>
            <a:off x="5749343" y="4116699"/>
            <a:ext cx="76507" cy="7429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68D8E505-A153-5BC9-301A-DB2B685FFAAC}"/>
              </a:ext>
            </a:extLst>
          </p:cNvPr>
          <p:cNvCxnSpPr>
            <a:cxnSpLocks/>
          </p:cNvCxnSpPr>
          <p:nvPr/>
        </p:nvCxnSpPr>
        <p:spPr>
          <a:xfrm flipV="1">
            <a:off x="3892931" y="4146924"/>
            <a:ext cx="1672886" cy="333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D81A67E-BF85-F320-4B1F-CBAF2FFE8F9B}"/>
              </a:ext>
            </a:extLst>
          </p:cNvPr>
          <p:cNvSpPr txBox="1"/>
          <p:nvPr/>
        </p:nvSpPr>
        <p:spPr>
          <a:xfrm>
            <a:off x="1495971" y="5702775"/>
            <a:ext cx="7888698" cy="769441"/>
          </a:xfrm>
          <a:prstGeom prst="rect">
            <a:avLst/>
          </a:prstGeom>
          <a:noFill/>
        </p:spPr>
        <p:txBody>
          <a:bodyPr wrap="none" rtlCol="0">
            <a:spAutoFit/>
          </a:bodyPr>
          <a:lstStyle/>
          <a:p>
            <a:r>
              <a:rPr lang="en-US" sz="4400" dirty="0">
                <a:solidFill>
                  <a:srgbClr val="C00000"/>
                </a:solidFill>
              </a:rPr>
              <a:t>… but thermodynamics doesn’t!!!</a:t>
            </a:r>
          </a:p>
        </p:txBody>
      </p:sp>
      <p:sp>
        <p:nvSpPr>
          <p:cNvPr id="5" name="Footer Placeholder 4">
            <a:extLst>
              <a:ext uri="{FF2B5EF4-FFF2-40B4-BE49-F238E27FC236}">
                <a16:creationId xmlns:a16="http://schemas.microsoft.com/office/drawing/2014/main" id="{A79923CB-603D-D7EF-F009-6D3D461B7B63}"/>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107CDE42-05B2-65CE-F189-8EA99D3FEA85}"/>
              </a:ext>
            </a:extLst>
          </p:cNvPr>
          <p:cNvSpPr>
            <a:spLocks noGrp="1"/>
          </p:cNvSpPr>
          <p:nvPr>
            <p:ph type="sldNum" sz="quarter" idx="12"/>
          </p:nvPr>
        </p:nvSpPr>
        <p:spPr/>
        <p:txBody>
          <a:bodyPr/>
          <a:lstStyle/>
          <a:p>
            <a:fld id="{F47845EA-7733-40EE-B074-20032348B727}" type="slidenum">
              <a:rPr lang="en-US" smtClean="0"/>
              <a:t>13</a:t>
            </a:fld>
            <a:endParaRPr lang="en-US"/>
          </a:p>
        </p:txBody>
      </p:sp>
    </p:spTree>
    <p:extLst>
      <p:ext uri="{BB962C8B-B14F-4D97-AF65-F5344CB8AC3E}">
        <p14:creationId xmlns:p14="http://schemas.microsoft.com/office/powerpoint/2010/main" val="203640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2" grpId="0"/>
      <p:bldP spid="9" grpId="0"/>
      <p:bldP spid="23" grpId="0"/>
      <p:bldP spid="38" grpId="0"/>
      <p:bldP spid="39" grpId="0"/>
      <p:bldP spid="40" grpId="0"/>
      <p:bldP spid="45" grpId="0" animBg="1"/>
      <p:bldP spid="4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B5C3-EB95-BE98-F777-3A49F409D414}"/>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691BE82E-3905-AB5D-8781-65391480D35F}"/>
              </a:ext>
            </a:extLst>
          </p:cNvPr>
          <p:cNvGrpSpPr/>
          <p:nvPr/>
        </p:nvGrpSpPr>
        <p:grpSpPr>
          <a:xfrm>
            <a:off x="7165542" y="1096996"/>
            <a:ext cx="5028510" cy="2472413"/>
            <a:chOff x="7165542" y="1096996"/>
            <a:chExt cx="5028510" cy="2472413"/>
          </a:xfrm>
        </p:grpSpPr>
        <p:pic>
          <p:nvPicPr>
            <p:cNvPr id="7" name="Picture 6">
              <a:extLst>
                <a:ext uri="{FF2B5EF4-FFF2-40B4-BE49-F238E27FC236}">
                  <a16:creationId xmlns:a16="http://schemas.microsoft.com/office/drawing/2014/main" id="{DB00F2C8-F65D-6C53-0BE8-1166F7A99183}"/>
                </a:ext>
              </a:extLst>
            </p:cNvPr>
            <p:cNvPicPr>
              <a:picLocks noChangeAspect="1"/>
            </p:cNvPicPr>
            <p:nvPr/>
          </p:nvPicPr>
          <p:blipFill>
            <a:blip r:embed="rId2"/>
            <a:stretch>
              <a:fillRect/>
            </a:stretch>
          </p:blipFill>
          <p:spPr>
            <a:xfrm>
              <a:off x="7359464" y="1233536"/>
              <a:ext cx="4519308" cy="233587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9496D10-652A-D98A-6891-DDB5F32BE80C}"/>
                    </a:ext>
                  </a:extLst>
                </p:cNvPr>
                <p:cNvSpPr txBox="1"/>
                <p:nvPr/>
              </p:nvSpPr>
              <p:spPr>
                <a:xfrm>
                  <a:off x="7165542" y="1096996"/>
                  <a:ext cx="322844"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𝑆</m:t>
                        </m:r>
                      </m:oMath>
                    </m:oMathPara>
                  </a14:m>
                  <a:endParaRPr lang="en-US" sz="1400" dirty="0"/>
                </a:p>
              </p:txBody>
            </p:sp>
          </mc:Choice>
          <mc:Fallback xmlns="">
            <p:sp>
              <p:nvSpPr>
                <p:cNvPr id="8" name="TextBox 7">
                  <a:extLst>
                    <a:ext uri="{FF2B5EF4-FFF2-40B4-BE49-F238E27FC236}">
                      <a16:creationId xmlns:a16="http://schemas.microsoft.com/office/drawing/2014/main" id="{E9496D10-652A-D98A-6891-DDB5F32BE80C}"/>
                    </a:ext>
                  </a:extLst>
                </p:cNvPr>
                <p:cNvSpPr txBox="1">
                  <a:spLocks noRot="1" noChangeAspect="1" noMove="1" noResize="1" noEditPoints="1" noAdjustHandles="1" noChangeArrowheads="1" noChangeShapeType="1" noTextEdit="1"/>
                </p:cNvSpPr>
                <p:nvPr/>
              </p:nvSpPr>
              <p:spPr>
                <a:xfrm>
                  <a:off x="7165542" y="1096996"/>
                  <a:ext cx="322844" cy="307777"/>
                </a:xfrm>
                <a:prstGeom prst="rect">
                  <a:avLst/>
                </a:prstGeom>
                <a:blipFill>
                  <a:blip r:embed="rId3"/>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2906BEBA-DE78-3424-A6C2-C4F75FA30D7A}"/>
                </a:ext>
              </a:extLst>
            </p:cNvPr>
            <p:cNvSpPr txBox="1"/>
            <p:nvPr/>
          </p:nvSpPr>
          <p:spPr>
            <a:xfrm rot="20747837">
              <a:off x="7399260" y="1535489"/>
              <a:ext cx="2817118" cy="369332"/>
            </a:xfrm>
            <a:prstGeom prst="rect">
              <a:avLst/>
            </a:prstGeom>
            <a:noFill/>
          </p:spPr>
          <p:txBody>
            <a:bodyPr wrap="none" rtlCol="0">
              <a:spAutoFit/>
            </a:bodyPr>
            <a:lstStyle/>
            <a:p>
              <a:r>
                <a:rPr lang="en-US" dirty="0"/>
                <a:t>excluded by gaussian bound</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C620FFA-BECF-9786-7E68-B78A0B8C6DF8}"/>
                    </a:ext>
                  </a:extLst>
                </p:cNvPr>
                <p:cNvSpPr txBox="1"/>
                <p:nvPr/>
              </p:nvSpPr>
              <p:spPr>
                <a:xfrm>
                  <a:off x="11601454" y="2467269"/>
                  <a:ext cx="592598" cy="465256"/>
                </a:xfrm>
                <a:prstGeom prst="rect">
                  <a:avLst/>
                </a:prstGeom>
                <a:noFill/>
              </p:spPr>
              <p:txBody>
                <a:bodyPr wrap="none" rtlCol="0">
                  <a:spAutoFit/>
                </a:bodyPr>
                <a:lstStyle/>
                <a:p>
                  <a:pPr/>
                  <a14:m>
                    <m:oMathPara xmlns:m="http://schemas.openxmlformats.org/officeDocument/2006/math">
                      <m:oMath>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𝑞</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𝑝</m:t>
                                </m:r>
                              </m:sub>
                            </m:sSub>
                          </m:num>
                          <m:den>
                            <m:r>
                              <m:rPr>
                                <m:sty m:val="p"/>
                              </m:rPr>
                              <a:rPr lang="en-US" sz="1400" b="0" i="1" smtClean="0">
                                <a:latin typeface="Cambria Math" panose="02040503050406030204" pitchFamily="18" charset="0"/>
                              </a:rPr>
                              <m:t>ℏ</m:t>
                            </m:r>
                          </m:den>
                        </m:f>
                      </m:oMath>
                    </m:oMathPara>
                  </a14:m>
                  <a:endParaRPr lang="en-US" sz="1400" dirty="0"/>
                </a:p>
              </p:txBody>
            </p:sp>
          </mc:Choice>
          <mc:Fallback xmlns="">
            <p:sp>
              <p:nvSpPr>
                <p:cNvPr id="14" name="TextBox 13">
                  <a:extLst>
                    <a:ext uri="{FF2B5EF4-FFF2-40B4-BE49-F238E27FC236}">
                      <a16:creationId xmlns:a16="http://schemas.microsoft.com/office/drawing/2014/main" id="{0C620FFA-BECF-9786-7E68-B78A0B8C6DF8}"/>
                    </a:ext>
                  </a:extLst>
                </p:cNvPr>
                <p:cNvSpPr txBox="1">
                  <a:spLocks noRot="1" noChangeAspect="1" noMove="1" noResize="1" noEditPoints="1" noAdjustHandles="1" noChangeArrowheads="1" noChangeShapeType="1" noTextEdit="1"/>
                </p:cNvSpPr>
                <p:nvPr/>
              </p:nvSpPr>
              <p:spPr>
                <a:xfrm>
                  <a:off x="11601454" y="2467269"/>
                  <a:ext cx="592598" cy="465256"/>
                </a:xfrm>
                <a:prstGeom prst="rect">
                  <a:avLst/>
                </a:prstGeom>
                <a:blipFill>
                  <a:blip r:embed="rId4"/>
                  <a:stretch>
                    <a:fillRect b="-2632"/>
                  </a:stretch>
                </a:blipFill>
              </p:spPr>
              <p:txBody>
                <a:bodyPr/>
                <a:lstStyle/>
                <a:p>
                  <a:r>
                    <a:rPr lang="en-US">
                      <a:noFill/>
                    </a:rPr>
                    <a:t> </a:t>
                  </a:r>
                </a:p>
              </p:txBody>
            </p:sp>
          </mc:Fallback>
        </mc:AlternateContent>
      </p:grpSp>
      <p:sp>
        <p:nvSpPr>
          <p:cNvPr id="2" name="Title 1">
            <a:extLst>
              <a:ext uri="{FF2B5EF4-FFF2-40B4-BE49-F238E27FC236}">
                <a16:creationId xmlns:a16="http://schemas.microsoft.com/office/drawing/2014/main" id="{FBFC5DEF-FCFD-1ED9-07F1-029E27CD7380}"/>
              </a:ext>
            </a:extLst>
          </p:cNvPr>
          <p:cNvSpPr>
            <a:spLocks noGrp="1"/>
          </p:cNvSpPr>
          <p:nvPr>
            <p:ph type="title"/>
          </p:nvPr>
        </p:nvSpPr>
        <p:spPr/>
        <p:txBody>
          <a:bodyPr/>
          <a:lstStyle/>
          <a:p>
            <a:r>
              <a:rPr lang="en-US" dirty="0"/>
              <a:t>Classical uncertainty principle</a:t>
            </a:r>
          </a:p>
        </p:txBody>
      </p:sp>
      <p:sp>
        <p:nvSpPr>
          <p:cNvPr id="4" name="Slide Number Placeholder 3">
            <a:extLst>
              <a:ext uri="{FF2B5EF4-FFF2-40B4-BE49-F238E27FC236}">
                <a16:creationId xmlns:a16="http://schemas.microsoft.com/office/drawing/2014/main" id="{9C1F0979-ECC0-2861-05EA-85D0874E82A8}"/>
              </a:ext>
            </a:extLst>
          </p:cNvPr>
          <p:cNvSpPr>
            <a:spLocks noGrp="1"/>
          </p:cNvSpPr>
          <p:nvPr>
            <p:ph type="sldNum" sz="quarter" idx="13"/>
          </p:nvPr>
        </p:nvSpPr>
        <p:spPr/>
        <p:txBody>
          <a:bodyPr/>
          <a:lstStyle/>
          <a:p>
            <a:fld id="{F47845EA-7733-40EE-B074-20032348B727}" type="slidenum">
              <a:rPr lang="en-US" smtClean="0"/>
              <a:t>14</a:t>
            </a:fld>
            <a:endParaRPr lang="en-US"/>
          </a:p>
        </p:txBody>
      </p:sp>
      <p:sp>
        <p:nvSpPr>
          <p:cNvPr id="9" name="Freeform: Shape 8">
            <a:extLst>
              <a:ext uri="{FF2B5EF4-FFF2-40B4-BE49-F238E27FC236}">
                <a16:creationId xmlns:a16="http://schemas.microsoft.com/office/drawing/2014/main" id="{58DD4539-535C-FCFA-292C-1423612CDF5D}"/>
              </a:ext>
            </a:extLst>
          </p:cNvPr>
          <p:cNvSpPr/>
          <p:nvPr/>
        </p:nvSpPr>
        <p:spPr>
          <a:xfrm>
            <a:off x="7499872" y="1306136"/>
            <a:ext cx="4379548" cy="2252623"/>
          </a:xfrm>
          <a:custGeom>
            <a:avLst/>
            <a:gdLst>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6350 w 5476989"/>
              <a:gd name="connsiteY0" fmla="*/ 191140 h 2663295"/>
              <a:gd name="connsiteX1" fmla="*/ 0 w 5476989"/>
              <a:gd name="connsiteY1" fmla="*/ 2626365 h 2663295"/>
              <a:gd name="connsiteX2" fmla="*/ 422275 w 5476989"/>
              <a:gd name="connsiteY2" fmla="*/ 1594490 h 2663295"/>
              <a:gd name="connsiteX3" fmla="*/ 2212975 w 5476989"/>
              <a:gd name="connsiteY3" fmla="*/ 676915 h 2663295"/>
              <a:gd name="connsiteX4" fmla="*/ 4038600 w 5476989"/>
              <a:gd name="connsiteY4" fmla="*/ 330840 h 2663295"/>
              <a:gd name="connsiteX5" fmla="*/ 5299075 w 5476989"/>
              <a:gd name="connsiteY5" fmla="*/ 175265 h 2663295"/>
              <a:gd name="connsiteX6" fmla="*/ 6350 w 5476989"/>
              <a:gd name="connsiteY6" fmla="*/ 191140 h 2663295"/>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96520"/>
              <a:gd name="connsiteX1" fmla="*/ 0 w 5476989"/>
              <a:gd name="connsiteY1" fmla="*/ 2451100 h 2496520"/>
              <a:gd name="connsiteX2" fmla="*/ 422275 w 5476989"/>
              <a:gd name="connsiteY2" fmla="*/ 1419225 h 2496520"/>
              <a:gd name="connsiteX3" fmla="*/ 2212975 w 5476989"/>
              <a:gd name="connsiteY3" fmla="*/ 501650 h 2496520"/>
              <a:gd name="connsiteX4" fmla="*/ 4038600 w 5476989"/>
              <a:gd name="connsiteY4" fmla="*/ 155575 h 2496520"/>
              <a:gd name="connsiteX5" fmla="*/ 5299075 w 5476989"/>
              <a:gd name="connsiteY5" fmla="*/ 0 h 2496520"/>
              <a:gd name="connsiteX6" fmla="*/ 6350 w 5476989"/>
              <a:gd name="connsiteY6" fmla="*/ 15875 h 2496520"/>
              <a:gd name="connsiteX0" fmla="*/ 6350 w 5476989"/>
              <a:gd name="connsiteY0" fmla="*/ 15875 h 2451100"/>
              <a:gd name="connsiteX1" fmla="*/ 0 w 5476989"/>
              <a:gd name="connsiteY1" fmla="*/ 2451100 h 2451100"/>
              <a:gd name="connsiteX2" fmla="*/ 422275 w 5476989"/>
              <a:gd name="connsiteY2" fmla="*/ 1419225 h 2451100"/>
              <a:gd name="connsiteX3" fmla="*/ 2212975 w 5476989"/>
              <a:gd name="connsiteY3" fmla="*/ 501650 h 2451100"/>
              <a:gd name="connsiteX4" fmla="*/ 4038600 w 5476989"/>
              <a:gd name="connsiteY4" fmla="*/ 155575 h 2451100"/>
              <a:gd name="connsiteX5" fmla="*/ 5299075 w 5476989"/>
              <a:gd name="connsiteY5" fmla="*/ 0 h 2451100"/>
              <a:gd name="connsiteX6" fmla="*/ 6350 w 5476989"/>
              <a:gd name="connsiteY6" fmla="*/ 15875 h 2451100"/>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299075"/>
              <a:gd name="connsiteY0" fmla="*/ 15875 h 2473325"/>
              <a:gd name="connsiteX1" fmla="*/ 0 w 5299075"/>
              <a:gd name="connsiteY1" fmla="*/ 2473325 h 2473325"/>
              <a:gd name="connsiteX2" fmla="*/ 422275 w 5299075"/>
              <a:gd name="connsiteY2" fmla="*/ 1419225 h 2473325"/>
              <a:gd name="connsiteX3" fmla="*/ 2212975 w 5299075"/>
              <a:gd name="connsiteY3" fmla="*/ 501650 h 2473325"/>
              <a:gd name="connsiteX4" fmla="*/ 4038600 w 5299075"/>
              <a:gd name="connsiteY4" fmla="*/ 155575 h 2473325"/>
              <a:gd name="connsiteX5" fmla="*/ 5299075 w 5299075"/>
              <a:gd name="connsiteY5" fmla="*/ 0 h 2473325"/>
              <a:gd name="connsiteX6" fmla="*/ 6350 w 5299075"/>
              <a:gd name="connsiteY6" fmla="*/ 15875 h 2473325"/>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35980 w 5296455"/>
              <a:gd name="connsiteY4" fmla="*/ 155575 h 2541444"/>
              <a:gd name="connsiteX5" fmla="*/ 5296455 w 5296455"/>
              <a:gd name="connsiteY5" fmla="*/ 0 h 2541444"/>
              <a:gd name="connsiteX6" fmla="*/ 3730 w 5296455"/>
              <a:gd name="connsiteY6" fmla="*/ 15875 h 2541444"/>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25500 w 5296455"/>
              <a:gd name="connsiteY4" fmla="*/ 176534 h 2541444"/>
              <a:gd name="connsiteX5" fmla="*/ 5296455 w 5296455"/>
              <a:gd name="connsiteY5" fmla="*/ 0 h 2541444"/>
              <a:gd name="connsiteX6" fmla="*/ 3730 w 5296455"/>
              <a:gd name="connsiteY6" fmla="*/ 15875 h 2541444"/>
              <a:gd name="connsiteX0" fmla="*/ 3730 w 4761990"/>
              <a:gd name="connsiteY0" fmla="*/ 0 h 2525569"/>
              <a:gd name="connsiteX1" fmla="*/ 0 w 4761990"/>
              <a:gd name="connsiteY1" fmla="*/ 2525569 h 2525569"/>
              <a:gd name="connsiteX2" fmla="*/ 419655 w 4761990"/>
              <a:gd name="connsiteY2" fmla="*/ 1403350 h 2525569"/>
              <a:gd name="connsiteX3" fmla="*/ 2210355 w 4761990"/>
              <a:gd name="connsiteY3" fmla="*/ 485775 h 2525569"/>
              <a:gd name="connsiteX4" fmla="*/ 4025500 w 4761990"/>
              <a:gd name="connsiteY4" fmla="*/ 160659 h 2525569"/>
              <a:gd name="connsiteX5" fmla="*/ 4761990 w 4761990"/>
              <a:gd name="connsiteY5" fmla="*/ 60104 h 2525569"/>
              <a:gd name="connsiteX6" fmla="*/ 3730 w 4761990"/>
              <a:gd name="connsiteY6" fmla="*/ 0 h 2525569"/>
              <a:gd name="connsiteX0" fmla="*/ 72 w 4802871"/>
              <a:gd name="connsiteY0" fmla="*/ 8016 h 2465466"/>
              <a:gd name="connsiteX1" fmla="*/ 40881 w 4802871"/>
              <a:gd name="connsiteY1" fmla="*/ 2465466 h 2465466"/>
              <a:gd name="connsiteX2" fmla="*/ 460536 w 4802871"/>
              <a:gd name="connsiteY2" fmla="*/ 1343247 h 2465466"/>
              <a:gd name="connsiteX3" fmla="*/ 2251236 w 4802871"/>
              <a:gd name="connsiteY3" fmla="*/ 425672 h 2465466"/>
              <a:gd name="connsiteX4" fmla="*/ 4066381 w 4802871"/>
              <a:gd name="connsiteY4" fmla="*/ 100556 h 2465466"/>
              <a:gd name="connsiteX5" fmla="*/ 4802871 w 4802871"/>
              <a:gd name="connsiteY5" fmla="*/ 1 h 2465466"/>
              <a:gd name="connsiteX6" fmla="*/ 72 w 4802871"/>
              <a:gd name="connsiteY6" fmla="*/ 8016 h 2465466"/>
              <a:gd name="connsiteX0" fmla="*/ 72 w 4802871"/>
              <a:gd name="connsiteY0" fmla="*/ 0 h 2473170"/>
              <a:gd name="connsiteX1" fmla="*/ 40881 w 4802871"/>
              <a:gd name="connsiteY1" fmla="*/ 2473170 h 2473170"/>
              <a:gd name="connsiteX2" fmla="*/ 460536 w 4802871"/>
              <a:gd name="connsiteY2" fmla="*/ 1350951 h 2473170"/>
              <a:gd name="connsiteX3" fmla="*/ 2251236 w 4802871"/>
              <a:gd name="connsiteY3" fmla="*/ 433376 h 2473170"/>
              <a:gd name="connsiteX4" fmla="*/ 4066381 w 4802871"/>
              <a:gd name="connsiteY4" fmla="*/ 108260 h 2473170"/>
              <a:gd name="connsiteX5" fmla="*/ 4802871 w 4802871"/>
              <a:gd name="connsiteY5" fmla="*/ 7705 h 2473170"/>
              <a:gd name="connsiteX6" fmla="*/ 72 w 4802871"/>
              <a:gd name="connsiteY6" fmla="*/ 0 h 2473170"/>
              <a:gd name="connsiteX0" fmla="*/ 343568 w 5146367"/>
              <a:gd name="connsiteY0" fmla="*/ 0 h 2506306"/>
              <a:gd name="connsiteX1" fmla="*/ 385423 w 5146367"/>
              <a:gd name="connsiteY1" fmla="*/ 2007326 h 2506306"/>
              <a:gd name="connsiteX2" fmla="*/ 384377 w 5146367"/>
              <a:gd name="connsiteY2" fmla="*/ 2473170 h 2506306"/>
              <a:gd name="connsiteX3" fmla="*/ 804032 w 5146367"/>
              <a:gd name="connsiteY3" fmla="*/ 1350951 h 2506306"/>
              <a:gd name="connsiteX4" fmla="*/ 2594732 w 5146367"/>
              <a:gd name="connsiteY4" fmla="*/ 433376 h 2506306"/>
              <a:gd name="connsiteX5" fmla="*/ 4409877 w 5146367"/>
              <a:gd name="connsiteY5" fmla="*/ 108260 h 2506306"/>
              <a:gd name="connsiteX6" fmla="*/ 5146367 w 5146367"/>
              <a:gd name="connsiteY6" fmla="*/ 7705 h 2506306"/>
              <a:gd name="connsiteX7" fmla="*/ 343568 w 5146367"/>
              <a:gd name="connsiteY7" fmla="*/ 0 h 2506306"/>
              <a:gd name="connsiteX0" fmla="*/ 0 w 4802799"/>
              <a:gd name="connsiteY0" fmla="*/ 0 h 2506306"/>
              <a:gd name="connsiteX1" fmla="*/ 41855 w 4802799"/>
              <a:gd name="connsiteY1" fmla="*/ 2007326 h 2506306"/>
              <a:gd name="connsiteX2" fmla="*/ 40809 w 4802799"/>
              <a:gd name="connsiteY2" fmla="*/ 2473170 h 2506306"/>
              <a:gd name="connsiteX3" fmla="*/ 460464 w 4802799"/>
              <a:gd name="connsiteY3" fmla="*/ 1350951 h 2506306"/>
              <a:gd name="connsiteX4" fmla="*/ 2251164 w 4802799"/>
              <a:gd name="connsiteY4" fmla="*/ 433376 h 2506306"/>
              <a:gd name="connsiteX5" fmla="*/ 4066309 w 4802799"/>
              <a:gd name="connsiteY5" fmla="*/ 108260 h 2506306"/>
              <a:gd name="connsiteX6" fmla="*/ 4802799 w 4802799"/>
              <a:gd name="connsiteY6" fmla="*/ 7705 h 2506306"/>
              <a:gd name="connsiteX7" fmla="*/ 0 w 4802799"/>
              <a:gd name="connsiteY7" fmla="*/ 0 h 2506306"/>
              <a:gd name="connsiteX0" fmla="*/ 0 w 4802799"/>
              <a:gd name="connsiteY0" fmla="*/ 0 h 2473170"/>
              <a:gd name="connsiteX1" fmla="*/ 41855 w 4802799"/>
              <a:gd name="connsiteY1" fmla="*/ 2007326 h 2473170"/>
              <a:gd name="connsiteX2" fmla="*/ 40809 w 4802799"/>
              <a:gd name="connsiteY2" fmla="*/ 2473170 h 2473170"/>
              <a:gd name="connsiteX3" fmla="*/ 460464 w 4802799"/>
              <a:gd name="connsiteY3" fmla="*/ 1350951 h 2473170"/>
              <a:gd name="connsiteX4" fmla="*/ 2251164 w 4802799"/>
              <a:gd name="connsiteY4" fmla="*/ 433376 h 2473170"/>
              <a:gd name="connsiteX5" fmla="*/ 4066309 w 4802799"/>
              <a:gd name="connsiteY5" fmla="*/ 108260 h 2473170"/>
              <a:gd name="connsiteX6" fmla="*/ 4802799 w 4802799"/>
              <a:gd name="connsiteY6" fmla="*/ 7705 h 2473170"/>
              <a:gd name="connsiteX7" fmla="*/ 0 w 4802799"/>
              <a:gd name="connsiteY7" fmla="*/ 0 h 2473170"/>
              <a:gd name="connsiteX0" fmla="*/ 13165 w 4815964"/>
              <a:gd name="connsiteY0" fmla="*/ 0 h 2509198"/>
              <a:gd name="connsiteX1" fmla="*/ 1 w 4815964"/>
              <a:gd name="connsiteY1" fmla="*/ 2463193 h 2509198"/>
              <a:gd name="connsiteX2" fmla="*/ 53974 w 4815964"/>
              <a:gd name="connsiteY2" fmla="*/ 2473170 h 2509198"/>
              <a:gd name="connsiteX3" fmla="*/ 473629 w 4815964"/>
              <a:gd name="connsiteY3" fmla="*/ 1350951 h 2509198"/>
              <a:gd name="connsiteX4" fmla="*/ 2264329 w 4815964"/>
              <a:gd name="connsiteY4" fmla="*/ 433376 h 2509198"/>
              <a:gd name="connsiteX5" fmla="*/ 4079474 w 4815964"/>
              <a:gd name="connsiteY5" fmla="*/ 108260 h 2509198"/>
              <a:gd name="connsiteX6" fmla="*/ 4815964 w 4815964"/>
              <a:gd name="connsiteY6" fmla="*/ 7705 h 2509198"/>
              <a:gd name="connsiteX7" fmla="*/ 13165 w 4815964"/>
              <a:gd name="connsiteY7" fmla="*/ 0 h 2509198"/>
              <a:gd name="connsiteX0" fmla="*/ 13164 w 4815963"/>
              <a:gd name="connsiteY0" fmla="*/ 0 h 2473170"/>
              <a:gd name="connsiteX1" fmla="*/ 0 w 4815963"/>
              <a:gd name="connsiteY1" fmla="*/ 246319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13164 w 4815963"/>
              <a:gd name="connsiteY0" fmla="*/ 0 h 2473170"/>
              <a:gd name="connsiteX1" fmla="*/ 0 w 4815963"/>
              <a:gd name="connsiteY1" fmla="*/ 247105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18519" h="2478409">
                <a:moveTo>
                  <a:pt x="0" y="0"/>
                </a:moveTo>
                <a:lnTo>
                  <a:pt x="2556" y="2476292"/>
                </a:lnTo>
                <a:lnTo>
                  <a:pt x="56529" y="2478409"/>
                </a:lnTo>
                <a:cubicBezTo>
                  <a:pt x="100450" y="2309076"/>
                  <a:pt x="123512" y="1779995"/>
                  <a:pt x="468324" y="1350951"/>
                </a:cubicBezTo>
                <a:cubicBezTo>
                  <a:pt x="813136" y="921907"/>
                  <a:pt x="1664599" y="589838"/>
                  <a:pt x="2266884" y="438615"/>
                </a:cubicBezTo>
                <a:cubicBezTo>
                  <a:pt x="2869169" y="287392"/>
                  <a:pt x="3567680" y="181387"/>
                  <a:pt x="4082029" y="113499"/>
                </a:cubicBezTo>
                <a:cubicBezTo>
                  <a:pt x="4596379" y="29891"/>
                  <a:pt x="4421950" y="60942"/>
                  <a:pt x="4818519" y="12944"/>
                </a:cubicBezTo>
                <a:lnTo>
                  <a:pt x="0" y="0"/>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D1F97ED4-3714-AA09-9427-B56B481B3BCE}"/>
              </a:ext>
            </a:extLst>
          </p:cNvPr>
          <p:cNvGrpSpPr/>
          <p:nvPr/>
        </p:nvGrpSpPr>
        <p:grpSpPr>
          <a:xfrm>
            <a:off x="7490546" y="2950299"/>
            <a:ext cx="4487852" cy="691710"/>
            <a:chOff x="6402892" y="2950299"/>
            <a:chExt cx="4487852" cy="691710"/>
          </a:xfrm>
        </p:grpSpPr>
        <p:sp>
          <p:nvSpPr>
            <p:cNvPr id="11" name="Rectangle 10">
              <a:extLst>
                <a:ext uri="{FF2B5EF4-FFF2-40B4-BE49-F238E27FC236}">
                  <a16:creationId xmlns:a16="http://schemas.microsoft.com/office/drawing/2014/main" id="{985A15AE-0ACA-38B5-BB01-F17E49341E41}"/>
                </a:ext>
              </a:extLst>
            </p:cNvPr>
            <p:cNvSpPr/>
            <p:nvPr/>
          </p:nvSpPr>
          <p:spPr>
            <a:xfrm>
              <a:off x="6402892" y="2950299"/>
              <a:ext cx="4385944" cy="691710"/>
            </a:xfrm>
            <a:prstGeom prst="rect">
              <a:avLst/>
            </a:prstGeom>
            <a:solidFill>
              <a:srgbClr val="C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6351A374-CA6B-808E-965B-1C203BFEACF2}"/>
                </a:ext>
              </a:extLst>
            </p:cNvPr>
            <p:cNvSpPr txBox="1"/>
            <p:nvPr/>
          </p:nvSpPr>
          <p:spPr>
            <a:xfrm>
              <a:off x="6919849" y="3137002"/>
              <a:ext cx="3970895" cy="369332"/>
            </a:xfrm>
            <a:prstGeom prst="rect">
              <a:avLst/>
            </a:prstGeom>
            <a:noFill/>
          </p:spPr>
          <p:txBody>
            <a:bodyPr wrap="none" rtlCol="0">
              <a:spAutoFit/>
            </a:bodyPr>
            <a:lstStyle/>
            <a:p>
              <a:r>
                <a:rPr lang="en-US" dirty="0"/>
                <a:t>excluded by 3</a:t>
              </a:r>
              <a:r>
                <a:rPr lang="en-US" baseline="30000" dirty="0"/>
                <a:t>rd</a:t>
              </a:r>
              <a:r>
                <a:rPr lang="en-US" dirty="0"/>
                <a:t> law of thermodynamics</a:t>
              </a:r>
            </a:p>
          </p:txBody>
        </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20D0744-6EE3-8234-46FC-0AFE2EA54117}"/>
                  </a:ext>
                </a:extLst>
              </p:cNvPr>
              <p:cNvSpPr txBox="1"/>
              <p:nvPr/>
            </p:nvSpPr>
            <p:spPr>
              <a:xfrm>
                <a:off x="605330" y="1039597"/>
                <a:ext cx="4059125" cy="539571"/>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rPr>
                      <m:t>𝑆</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𝜌</m:t>
                        </m:r>
                      </m:e>
                    </m:d>
                    <m:r>
                      <a:rPr lang="en-US" sz="2800" b="0" i="1" smtClean="0">
                        <a:latin typeface="Cambria Math" panose="02040503050406030204" pitchFamily="18" charset="0"/>
                      </a:rPr>
                      <m:t>=−∫</m:t>
                    </m:r>
                    <m:r>
                      <a:rPr lang="en-US" sz="2800" b="0" i="1" smtClean="0">
                        <a:latin typeface="Cambria Math" panose="02040503050406030204" pitchFamily="18" charset="0"/>
                      </a:rPr>
                      <m:t>𝜌</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solidFill>
                              <a:schemeClr val="accent6">
                                <a:lumMod val="75000"/>
                              </a:schemeClr>
                            </a:solidFill>
                            <a:latin typeface="Cambria Math" panose="02040503050406030204" pitchFamily="18" charset="0"/>
                          </a:rPr>
                          <m:t>ℎ</m:t>
                        </m:r>
                        <m:r>
                          <a:rPr lang="en-US" sz="2800" b="0" i="1" smtClean="0">
                            <a:latin typeface="Cambria Math" panose="02040503050406030204" pitchFamily="18" charset="0"/>
                          </a:rPr>
                          <m:t>𝜌</m:t>
                        </m:r>
                      </m:e>
                    </m:func>
                    <m:r>
                      <a:rPr lang="en-US" sz="2800" b="0" i="1" smtClean="0">
                        <a:latin typeface="Cambria Math" panose="02040503050406030204" pitchFamily="18" charset="0"/>
                      </a:rPr>
                      <m:t>𝑑𝑞𝑑𝑝</m:t>
                    </m:r>
                  </m:oMath>
                </a14:m>
                <a:r>
                  <a:rPr lang="en-US" sz="2800" dirty="0"/>
                  <a:t> </a:t>
                </a:r>
              </a:p>
            </p:txBody>
          </p:sp>
        </mc:Choice>
        <mc:Fallback xmlns="">
          <p:sp>
            <p:nvSpPr>
              <p:cNvPr id="15" name="TextBox 14">
                <a:extLst>
                  <a:ext uri="{FF2B5EF4-FFF2-40B4-BE49-F238E27FC236}">
                    <a16:creationId xmlns:a16="http://schemas.microsoft.com/office/drawing/2014/main" id="{020D0744-6EE3-8234-46FC-0AFE2EA54117}"/>
                  </a:ext>
                </a:extLst>
              </p:cNvPr>
              <p:cNvSpPr txBox="1">
                <a:spLocks noRot="1" noChangeAspect="1" noMove="1" noResize="1" noEditPoints="1" noAdjustHandles="1" noChangeArrowheads="1" noChangeShapeType="1" noTextEdit="1"/>
              </p:cNvSpPr>
              <p:nvPr/>
            </p:nvSpPr>
            <p:spPr>
              <a:xfrm>
                <a:off x="605330" y="1039597"/>
                <a:ext cx="4059125" cy="53957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D587506F-961E-66B3-1180-D0AB92D83265}"/>
                  </a:ext>
                </a:extLst>
              </p:cNvPr>
              <p:cNvSpPr txBox="1"/>
              <p:nvPr/>
            </p:nvSpPr>
            <p:spPr>
              <a:xfrm>
                <a:off x="304278" y="1525232"/>
                <a:ext cx="6423297" cy="584775"/>
              </a:xfrm>
              <a:prstGeom prst="rect">
                <a:avLst/>
              </a:prstGeom>
              <a:noFill/>
            </p:spPr>
            <p:txBody>
              <a:bodyPr wrap="none" rtlCol="0">
                <a:spAutoFit/>
              </a:bodyPr>
              <a:lstStyle/>
              <a:p>
                <a:r>
                  <a:rPr lang="en-US" sz="1600" dirty="0"/>
                  <a:t>				Fixes units.</a:t>
                </a:r>
                <a:br>
                  <a:rPr lang="en-US" sz="1600" dirty="0"/>
                </a:br>
                <a14:m>
                  <m:oMath xmlns:m="http://schemas.openxmlformats.org/officeDocument/2006/math">
                    <m:r>
                      <a:rPr lang="en-US" sz="1600" i="1">
                        <a:latin typeface="Cambria Math" panose="02040503050406030204" pitchFamily="18" charset="0"/>
                      </a:rPr>
                      <m:t>ℎ</m:t>
                    </m:r>
                    <m:r>
                      <a:rPr lang="en-US" sz="1600" i="1">
                        <a:latin typeface="Cambria Math" panose="02040503050406030204" pitchFamily="18" charset="0"/>
                      </a:rPr>
                      <m:t> :</m:t>
                    </m:r>
                  </m:oMath>
                </a14:m>
                <a:r>
                  <a:rPr lang="en-US" sz="1600" dirty="0"/>
                  <a:t> Area in phase space over which a uniform distribution has zero entropy.</a:t>
                </a:r>
              </a:p>
            </p:txBody>
          </p:sp>
        </mc:Choice>
        <mc:Fallback>
          <p:sp>
            <p:nvSpPr>
              <p:cNvPr id="16" name="TextBox 15">
                <a:extLst>
                  <a:ext uri="{FF2B5EF4-FFF2-40B4-BE49-F238E27FC236}">
                    <a16:creationId xmlns:a16="http://schemas.microsoft.com/office/drawing/2014/main" id="{D587506F-961E-66B3-1180-D0AB92D83265}"/>
                  </a:ext>
                </a:extLst>
              </p:cNvPr>
              <p:cNvSpPr txBox="1">
                <a:spLocks noRot="1" noChangeAspect="1" noMove="1" noResize="1" noEditPoints="1" noAdjustHandles="1" noChangeArrowheads="1" noChangeShapeType="1" noTextEdit="1"/>
              </p:cNvSpPr>
              <p:nvPr/>
            </p:nvSpPr>
            <p:spPr>
              <a:xfrm>
                <a:off x="304278" y="1525232"/>
                <a:ext cx="6423297" cy="584775"/>
              </a:xfrm>
              <a:prstGeom prst="rect">
                <a:avLst/>
              </a:prstGeom>
              <a:blipFill>
                <a:blip r:embed="rId6"/>
                <a:stretch>
                  <a:fillRect t="-3125" b="-12500"/>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9A6E59D5-4811-52F8-9DC8-F51FADAAC0D0}"/>
              </a:ext>
            </a:extLst>
          </p:cNvPr>
          <p:cNvCxnSpPr>
            <a:cxnSpLocks/>
          </p:cNvCxnSpPr>
          <p:nvPr/>
        </p:nvCxnSpPr>
        <p:spPr>
          <a:xfrm flipH="1" flipV="1">
            <a:off x="3426320" y="1494942"/>
            <a:ext cx="390306" cy="234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564D5A5-86DC-319F-92D7-48E365FEB3EA}"/>
                  </a:ext>
                </a:extLst>
              </p:cNvPr>
              <p:cNvSpPr txBox="1"/>
              <p:nvPr/>
            </p:nvSpPr>
            <p:spPr>
              <a:xfrm>
                <a:off x="629833" y="2545505"/>
                <a:ext cx="3355277" cy="838306"/>
              </a:xfrm>
              <a:prstGeom prst="rect">
                <a:avLst/>
              </a:prstGeom>
              <a:noFill/>
            </p:spPr>
            <p:txBody>
              <a:bodyPr wrap="none" rtlCol="0">
                <a:spAutoFit/>
              </a:bodyPr>
              <a:lstStyle/>
              <a:p>
                <a:pPr/>
                <a14:m>
                  <m:oMathPara xmlns:m="http://schemas.openxmlformats.org/officeDocument/2006/math">
                    <m:oMath>
                      <m:r>
                        <a:rPr lang="en-US" sz="2800" b="0" i="1" smtClean="0">
                          <a:latin typeface="Cambria Math" panose="02040503050406030204" pitchFamily="18" charset="0"/>
                        </a:rPr>
                        <m:t>𝑆</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𝜌</m:t>
                          </m:r>
                        </m:e>
                      </m:d>
                      <m:r>
                        <a:rPr lang="en-US" sz="2800" b="0" i="1" smtClean="0">
                          <a:latin typeface="Cambria Math" panose="02040503050406030204" pitchFamily="18" charset="0"/>
                        </a:rPr>
                        <m:t>≤</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i="1">
                              <a:latin typeface="Cambria Math" panose="02040503050406030204" pitchFamily="18" charset="0"/>
                            </a:rPr>
                            <m:t>2</m:t>
                          </m:r>
                          <m:r>
                            <a:rPr lang="en-US" sz="2800" i="1">
                              <a:latin typeface="Cambria Math" panose="02040503050406030204" pitchFamily="18" charset="0"/>
                            </a:rPr>
                            <m:t>𝜋</m:t>
                          </m:r>
                          <m:r>
                            <a:rPr lang="en-US" sz="2800" i="1">
                              <a:latin typeface="Cambria Math" panose="02040503050406030204" pitchFamily="18" charset="0"/>
                            </a:rPr>
                            <m:t>𝑒</m:t>
                          </m:r>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𝜎</m:t>
                                  </m:r>
                                </m:e>
                                <m:sub>
                                  <m:r>
                                    <a:rPr lang="en-US" sz="2800" b="0" i="1" smtClean="0">
                                      <a:latin typeface="Cambria Math" panose="02040503050406030204" pitchFamily="18" charset="0"/>
                                    </a:rPr>
                                    <m:t>𝑞</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𝜎</m:t>
                                  </m:r>
                                </m:e>
                                <m:sub>
                                  <m:r>
                                    <a:rPr lang="en-US" sz="2800" b="0" i="1" smtClean="0">
                                      <a:latin typeface="Cambria Math" panose="02040503050406030204" pitchFamily="18" charset="0"/>
                                    </a:rPr>
                                    <m:t>𝑝</m:t>
                                  </m:r>
                                </m:sub>
                              </m:sSub>
                            </m:num>
                            <m:den>
                              <m:r>
                                <a:rPr lang="en-US" sz="2800" b="0" i="1" smtClean="0">
                                  <a:latin typeface="Cambria Math" panose="02040503050406030204" pitchFamily="18" charset="0"/>
                                </a:rPr>
                                <m:t>ℎ</m:t>
                              </m:r>
                            </m:den>
                          </m:f>
                        </m:e>
                      </m:func>
                    </m:oMath>
                  </m:oMathPara>
                </a14:m>
                <a:endParaRPr lang="en-US" sz="2800" dirty="0"/>
              </a:p>
            </p:txBody>
          </p:sp>
        </mc:Choice>
        <mc:Fallback xmlns="">
          <p:sp>
            <p:nvSpPr>
              <p:cNvPr id="18" name="TextBox 17">
                <a:extLst>
                  <a:ext uri="{FF2B5EF4-FFF2-40B4-BE49-F238E27FC236}">
                    <a16:creationId xmlns:a16="http://schemas.microsoft.com/office/drawing/2014/main" id="{6564D5A5-86DC-319F-92D7-48E365FEB3EA}"/>
                  </a:ext>
                </a:extLst>
              </p:cNvPr>
              <p:cNvSpPr txBox="1">
                <a:spLocks noRot="1" noChangeAspect="1" noMove="1" noResize="1" noEditPoints="1" noAdjustHandles="1" noChangeArrowheads="1" noChangeShapeType="1" noTextEdit="1"/>
              </p:cNvSpPr>
              <p:nvPr/>
            </p:nvSpPr>
            <p:spPr>
              <a:xfrm>
                <a:off x="629833" y="2545505"/>
                <a:ext cx="3355277" cy="838306"/>
              </a:xfrm>
              <a:prstGeom prst="rect">
                <a:avLst/>
              </a:prstGeom>
              <a:blipFill>
                <a:blip r:embed="rId7"/>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16F4C97-6F6F-FB8E-28A3-BF5E727739D7}"/>
              </a:ext>
            </a:extLst>
          </p:cNvPr>
          <p:cNvSpPr txBox="1"/>
          <p:nvPr/>
        </p:nvSpPr>
        <p:spPr>
          <a:xfrm>
            <a:off x="4002685" y="2711379"/>
            <a:ext cx="2542684" cy="584775"/>
          </a:xfrm>
          <a:prstGeom prst="rect">
            <a:avLst/>
          </a:prstGeom>
          <a:noFill/>
        </p:spPr>
        <p:txBody>
          <a:bodyPr wrap="none" rtlCol="0">
            <a:spAutoFit/>
          </a:bodyPr>
          <a:lstStyle/>
          <a:p>
            <a:r>
              <a:rPr lang="en-US" sz="1600" dirty="0"/>
              <a:t>Gaussian maximizes entropy</a:t>
            </a:r>
            <a:br>
              <a:rPr lang="en-US" sz="1600" dirty="0"/>
            </a:br>
            <a:r>
              <a:rPr lang="en-US" sz="1600" dirty="0"/>
              <a:t>for a given uncertainty</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64B7D94-F2B7-8828-0311-83BE581DD1F3}"/>
                  </a:ext>
                </a:extLst>
              </p:cNvPr>
              <p:cNvSpPr txBox="1"/>
              <p:nvPr/>
            </p:nvSpPr>
            <p:spPr>
              <a:xfrm>
                <a:off x="1458272" y="3607715"/>
                <a:ext cx="4385944" cy="910377"/>
              </a:xfrm>
              <a:prstGeom prst="rect">
                <a:avLst/>
              </a:prstGeom>
              <a:noFill/>
            </p:spPr>
            <p:txBody>
              <a:bodyPr wrap="none" rtlCol="0">
                <a:spAutoFit/>
              </a:bodyPr>
              <a:lstStyle/>
              <a:p>
                <a:pPr/>
                <a14:m>
                  <m:oMathPara xmlns:m="http://schemas.openxmlformats.org/officeDocument/2006/math">
                    <m:oMath>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𝑞</m:t>
                          </m:r>
                        </m:sub>
                      </m:sSub>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𝑝</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ℎ</m:t>
                          </m:r>
                        </m:num>
                        <m:den>
                          <m:r>
                            <a:rPr lang="en-US" sz="2800" b="0" i="1" smtClean="0">
                              <a:latin typeface="Cambria Math" panose="02040503050406030204" pitchFamily="18" charset="0"/>
                            </a:rPr>
                            <m:t>2</m:t>
                          </m:r>
                          <m:r>
                            <a:rPr lang="en-US" sz="2800" b="0" i="1" smtClean="0">
                              <a:latin typeface="Cambria Math" panose="02040503050406030204" pitchFamily="18" charset="0"/>
                            </a:rPr>
                            <m:t>𝜋</m:t>
                          </m:r>
                          <m:r>
                            <a:rPr lang="en-US" sz="2800" b="0" i="1" smtClean="0">
                              <a:latin typeface="Cambria Math" panose="02040503050406030204" pitchFamily="18" charset="0"/>
                            </a:rPr>
                            <m:t>𝑒</m:t>
                          </m:r>
                        </m:den>
                      </m:f>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𝑆</m:t>
                          </m:r>
                          <m:d>
                            <m:dPr>
                              <m:ctrlPr>
                                <a:rPr lang="en-US" sz="2800" i="1">
                                  <a:latin typeface="Cambria Math" panose="02040503050406030204" pitchFamily="18" charset="0"/>
                                </a:rPr>
                              </m:ctrlPr>
                            </m:dPr>
                            <m:e>
                              <m:r>
                                <a:rPr lang="en-US" sz="2800" i="1">
                                  <a:latin typeface="Cambria Math" panose="02040503050406030204" pitchFamily="18" charset="0"/>
                                </a:rPr>
                                <m:t>𝜌</m:t>
                              </m:r>
                            </m:e>
                          </m:d>
                        </m:sup>
                      </m:sSup>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m:rPr>
                              <m:sty m:val="p"/>
                            </m:rPr>
                            <a:rPr lang="en-US" sz="2800" b="0" i="1" smtClean="0">
                              <a:latin typeface="Cambria Math" panose="02040503050406030204" pitchFamily="18" charset="0"/>
                            </a:rPr>
                            <m:t>ℏ</m:t>
                          </m:r>
                        </m:num>
                        <m:den>
                          <m:r>
                            <a:rPr lang="en-US" sz="2800" i="1">
                              <a:latin typeface="Cambria Math" panose="02040503050406030204" pitchFamily="18" charset="0"/>
                            </a:rPr>
                            <m:t>𝑒</m:t>
                          </m:r>
                        </m:den>
                      </m:f>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𝑆</m:t>
                          </m:r>
                          <m:d>
                            <m:dPr>
                              <m:ctrlPr>
                                <a:rPr lang="en-US" sz="2800" i="1">
                                  <a:latin typeface="Cambria Math" panose="02040503050406030204" pitchFamily="18" charset="0"/>
                                </a:rPr>
                              </m:ctrlPr>
                            </m:dPr>
                            <m:e>
                              <m:r>
                                <a:rPr lang="en-US" sz="2800" i="1">
                                  <a:latin typeface="Cambria Math" panose="02040503050406030204" pitchFamily="18" charset="0"/>
                                </a:rPr>
                                <m:t>𝜌</m:t>
                              </m:r>
                            </m:e>
                          </m:d>
                        </m:sup>
                      </m:sSup>
                    </m:oMath>
                  </m:oMathPara>
                </a14:m>
                <a:endParaRPr lang="en-US" sz="2800" dirty="0"/>
              </a:p>
            </p:txBody>
          </p:sp>
        </mc:Choice>
        <mc:Fallback xmlns="">
          <p:sp>
            <p:nvSpPr>
              <p:cNvPr id="20" name="TextBox 19">
                <a:extLst>
                  <a:ext uri="{FF2B5EF4-FFF2-40B4-BE49-F238E27FC236}">
                    <a16:creationId xmlns:a16="http://schemas.microsoft.com/office/drawing/2014/main" id="{064B7D94-F2B7-8828-0311-83BE581DD1F3}"/>
                  </a:ext>
                </a:extLst>
              </p:cNvPr>
              <p:cNvSpPr txBox="1">
                <a:spLocks noRot="1" noChangeAspect="1" noMove="1" noResize="1" noEditPoints="1" noAdjustHandles="1" noChangeArrowheads="1" noChangeShapeType="1" noTextEdit="1"/>
              </p:cNvSpPr>
              <p:nvPr/>
            </p:nvSpPr>
            <p:spPr>
              <a:xfrm>
                <a:off x="1458272" y="3607715"/>
                <a:ext cx="4385944" cy="910377"/>
              </a:xfrm>
              <a:prstGeom prst="rect">
                <a:avLst/>
              </a:prstGeom>
              <a:blipFill>
                <a:blip r:embed="rId8"/>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499A51E8-25B4-6183-8C45-2BC884E74E13}"/>
              </a:ext>
            </a:extLst>
          </p:cNvPr>
          <p:cNvSpPr txBox="1"/>
          <p:nvPr/>
        </p:nvSpPr>
        <p:spPr>
          <a:xfrm>
            <a:off x="6951938" y="3982548"/>
            <a:ext cx="2498504" cy="584775"/>
          </a:xfrm>
          <a:prstGeom prst="rect">
            <a:avLst/>
          </a:prstGeom>
          <a:noFill/>
        </p:spPr>
        <p:txBody>
          <a:bodyPr wrap="none" rtlCol="0">
            <a:spAutoFit/>
          </a:bodyPr>
          <a:lstStyle>
            <a:defPPr>
              <a:defRPr lang="en-US"/>
            </a:defPPr>
          </a:lstStyle>
          <a:p>
            <a:r>
              <a:rPr lang="en-US" sz="1600" dirty="0"/>
              <a:t>Entropy puts a lower bound</a:t>
            </a:r>
            <a:br>
              <a:rPr lang="en-US" sz="1600" dirty="0"/>
            </a:br>
            <a:r>
              <a:rPr lang="en-US" sz="1600" dirty="0"/>
              <a:t>on the uncertainty</a:t>
            </a:r>
          </a:p>
        </p:txBody>
      </p:sp>
      <p:cxnSp>
        <p:nvCxnSpPr>
          <p:cNvPr id="22" name="Straight Arrow Connector 21">
            <a:extLst>
              <a:ext uri="{FF2B5EF4-FFF2-40B4-BE49-F238E27FC236}">
                <a16:creationId xmlns:a16="http://schemas.microsoft.com/office/drawing/2014/main" id="{35A620E5-2EBF-8F01-B368-B00FF3F5AFFD}"/>
              </a:ext>
            </a:extLst>
          </p:cNvPr>
          <p:cNvCxnSpPr>
            <a:cxnSpLocks/>
            <a:stCxn id="21" idx="1"/>
          </p:cNvCxnSpPr>
          <p:nvPr/>
        </p:nvCxnSpPr>
        <p:spPr>
          <a:xfrm flipH="1" flipV="1">
            <a:off x="5844216" y="4176074"/>
            <a:ext cx="1107722" cy="98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02E8702-C2CA-39F0-C94E-E6A2FA6066AB}"/>
                  </a:ext>
                </a:extLst>
              </p:cNvPr>
              <p:cNvSpPr txBox="1"/>
              <p:nvPr/>
            </p:nvSpPr>
            <p:spPr>
              <a:xfrm>
                <a:off x="1439554" y="4621749"/>
                <a:ext cx="6330002" cy="1670073"/>
              </a:xfrm>
              <a:prstGeom prst="rect">
                <a:avLst/>
              </a:prstGeom>
              <a:noFill/>
            </p:spPr>
            <p:txBody>
              <a:bodyPr wrap="none" rtlCol="0">
                <a:spAutoFit/>
              </a:bodyPr>
              <a:lstStyle/>
              <a:p>
                <a:pPr/>
                <a14:m>
                  <m:oMathPara xmlns:m="http://schemas.openxmlformats.org/officeDocument/2006/math">
                    <m:oMath>
                      <m:r>
                        <a:rPr lang="en-US" sz="5400" b="0" i="1" smtClean="0">
                          <a:latin typeface="Cambria Math" panose="02040503050406030204" pitchFamily="18" charset="0"/>
                        </a:rPr>
                        <m:t>𝑆</m:t>
                      </m:r>
                      <m:r>
                        <a:rPr lang="en-US" sz="5400" b="0" i="1" smtClean="0">
                          <a:latin typeface="Cambria Math" panose="02040503050406030204" pitchFamily="18" charset="0"/>
                        </a:rPr>
                        <m:t>≥0  ⇒  </m:t>
                      </m:r>
                      <m:sSub>
                        <m:sSubPr>
                          <m:ctrlPr>
                            <a:rPr lang="en-US" sz="5400" i="1">
                              <a:latin typeface="Cambria Math" panose="02040503050406030204" pitchFamily="18" charset="0"/>
                            </a:rPr>
                          </m:ctrlPr>
                        </m:sSubPr>
                        <m:e>
                          <m:r>
                            <a:rPr lang="en-US" sz="5400" i="1">
                              <a:latin typeface="Cambria Math" panose="02040503050406030204" pitchFamily="18" charset="0"/>
                            </a:rPr>
                            <m:t>𝜎</m:t>
                          </m:r>
                        </m:e>
                        <m:sub>
                          <m:r>
                            <a:rPr lang="en-US" sz="5400" b="0" i="1" smtClean="0">
                              <a:latin typeface="Cambria Math" panose="02040503050406030204" pitchFamily="18" charset="0"/>
                            </a:rPr>
                            <m:t>𝑞</m:t>
                          </m:r>
                        </m:sub>
                      </m:sSub>
                      <m:sSub>
                        <m:sSubPr>
                          <m:ctrlPr>
                            <a:rPr lang="en-US" sz="5400" i="1">
                              <a:latin typeface="Cambria Math" panose="02040503050406030204" pitchFamily="18" charset="0"/>
                            </a:rPr>
                          </m:ctrlPr>
                        </m:sSubPr>
                        <m:e>
                          <m:r>
                            <a:rPr lang="en-US" sz="5400" i="1">
                              <a:latin typeface="Cambria Math" panose="02040503050406030204" pitchFamily="18" charset="0"/>
                            </a:rPr>
                            <m:t>𝜎</m:t>
                          </m:r>
                        </m:e>
                        <m:sub>
                          <m:r>
                            <a:rPr lang="en-US" sz="5400" i="1">
                              <a:latin typeface="Cambria Math" panose="02040503050406030204" pitchFamily="18" charset="0"/>
                            </a:rPr>
                            <m:t>𝑝</m:t>
                          </m:r>
                        </m:sub>
                      </m:sSub>
                      <m:r>
                        <a:rPr lang="en-US" sz="5400" i="1">
                          <a:latin typeface="Cambria Math" panose="02040503050406030204" pitchFamily="18" charset="0"/>
                        </a:rPr>
                        <m:t>≥</m:t>
                      </m:r>
                      <m:f>
                        <m:fPr>
                          <m:ctrlPr>
                            <a:rPr lang="en-US" sz="5400" i="1">
                              <a:latin typeface="Cambria Math" panose="02040503050406030204" pitchFamily="18" charset="0"/>
                            </a:rPr>
                          </m:ctrlPr>
                        </m:fPr>
                        <m:num>
                          <m:r>
                            <m:rPr>
                              <m:sty m:val="p"/>
                            </m:rPr>
                            <a:rPr lang="en-US" sz="5400" i="1">
                              <a:latin typeface="Cambria Math" panose="02040503050406030204" pitchFamily="18" charset="0"/>
                            </a:rPr>
                            <m:t>ℏ</m:t>
                          </m:r>
                        </m:num>
                        <m:den>
                          <m:r>
                            <a:rPr lang="en-US" sz="5400" i="1">
                              <a:latin typeface="Cambria Math" panose="02040503050406030204" pitchFamily="18" charset="0"/>
                            </a:rPr>
                            <m:t>𝑒</m:t>
                          </m:r>
                        </m:den>
                      </m:f>
                    </m:oMath>
                  </m:oMathPara>
                </a14:m>
                <a:endParaRPr lang="en-US" sz="5400" dirty="0"/>
              </a:p>
            </p:txBody>
          </p:sp>
        </mc:Choice>
        <mc:Fallback xmlns="">
          <p:sp>
            <p:nvSpPr>
              <p:cNvPr id="25" name="TextBox 24">
                <a:extLst>
                  <a:ext uri="{FF2B5EF4-FFF2-40B4-BE49-F238E27FC236}">
                    <a16:creationId xmlns:a16="http://schemas.microsoft.com/office/drawing/2014/main" id="{202E8702-C2CA-39F0-C94E-E6A2FA6066AB}"/>
                  </a:ext>
                </a:extLst>
              </p:cNvPr>
              <p:cNvSpPr txBox="1">
                <a:spLocks noRot="1" noChangeAspect="1" noMove="1" noResize="1" noEditPoints="1" noAdjustHandles="1" noChangeArrowheads="1" noChangeShapeType="1" noTextEdit="1"/>
              </p:cNvSpPr>
              <p:nvPr/>
            </p:nvSpPr>
            <p:spPr>
              <a:xfrm>
                <a:off x="1439554" y="4621749"/>
                <a:ext cx="6330002" cy="1670073"/>
              </a:xfrm>
              <a:prstGeom prst="rect">
                <a:avLst/>
              </a:prstGeom>
              <a:blipFill>
                <a:blip r:embed="rId9"/>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6884F7EB-ACEC-C1BD-0DE7-302850F7AFB1}"/>
              </a:ext>
            </a:extLst>
          </p:cNvPr>
          <p:cNvSpPr>
            <a:spLocks noGrp="1"/>
          </p:cNvSpPr>
          <p:nvPr>
            <p:ph type="ftr" sz="quarter" idx="11"/>
          </p:nvPr>
        </p:nvSpPr>
        <p:spPr/>
        <p:txBody>
          <a:bodyPr/>
          <a:lstStyle/>
          <a:p>
            <a:r>
              <a:rPr lang="en-US"/>
              <a:t>Christine Aidala - University of Michigan</a:t>
            </a:r>
          </a:p>
        </p:txBody>
      </p:sp>
      <p:sp>
        <p:nvSpPr>
          <p:cNvPr id="6" name="TextBox 5">
            <a:extLst>
              <a:ext uri="{FF2B5EF4-FFF2-40B4-BE49-F238E27FC236}">
                <a16:creationId xmlns:a16="http://schemas.microsoft.com/office/drawing/2014/main" id="{627CA7E7-6E49-658C-AFDF-3DD2884670F3}"/>
              </a:ext>
            </a:extLst>
          </p:cNvPr>
          <p:cNvSpPr txBox="1"/>
          <p:nvPr/>
        </p:nvSpPr>
        <p:spPr>
          <a:xfrm>
            <a:off x="3039597" y="6252634"/>
            <a:ext cx="6096000" cy="461665"/>
          </a:xfrm>
          <a:prstGeom prst="rect">
            <a:avLst/>
          </a:prstGeom>
          <a:noFill/>
        </p:spPr>
        <p:txBody>
          <a:bodyPr wrap="square">
            <a:spAutoFit/>
          </a:bodyPr>
          <a:lstStyle/>
          <a:p>
            <a:r>
              <a:rPr lang="en-US" sz="1200" dirty="0">
                <a:hlinkClick r:id="rId10"/>
              </a:rPr>
              <a:t>https://assumptionsofphysics.org/autogen/briefs/004-ClassicalUncertaintyPrinciple.pdf</a:t>
            </a:r>
            <a:endParaRPr lang="en-US" sz="1200" dirty="0"/>
          </a:p>
          <a:p>
            <a:r>
              <a:rPr lang="en-US" sz="1200" dirty="0">
                <a:hlinkClick r:id="rId11"/>
              </a:rPr>
              <a:t>https://link.springer.com/article/10.1007/s10701-022-00555-z</a:t>
            </a:r>
            <a:r>
              <a:rPr lang="en-US" sz="1200" dirty="0"/>
              <a:t> </a:t>
            </a:r>
          </a:p>
        </p:txBody>
      </p:sp>
      <p:sp>
        <p:nvSpPr>
          <p:cNvPr id="23" name="TextBox 22">
            <a:extLst>
              <a:ext uri="{FF2B5EF4-FFF2-40B4-BE49-F238E27FC236}">
                <a16:creationId xmlns:a16="http://schemas.microsoft.com/office/drawing/2014/main" id="{8615E370-FBE4-65EC-ADAF-E4BC97069D5F}"/>
              </a:ext>
            </a:extLst>
          </p:cNvPr>
          <p:cNvSpPr txBox="1"/>
          <p:nvPr/>
        </p:nvSpPr>
        <p:spPr>
          <a:xfrm>
            <a:off x="97344" y="410579"/>
            <a:ext cx="2377189" cy="338554"/>
          </a:xfrm>
          <a:prstGeom prst="rect">
            <a:avLst/>
          </a:prstGeom>
          <a:noFill/>
        </p:spPr>
        <p:txBody>
          <a:bodyPr wrap="none">
            <a:spAutoFit/>
          </a:bodyPr>
          <a:lstStyle/>
          <a:p>
            <a:r>
              <a:rPr lang="en-US" sz="1600" i="1" dirty="0"/>
              <a:t>Found. Phys.</a:t>
            </a:r>
            <a:r>
              <a:rPr lang="en-US" sz="1600" dirty="0"/>
              <a:t> </a:t>
            </a:r>
            <a:r>
              <a:rPr lang="en-US" sz="1600" b="1" dirty="0"/>
              <a:t>52</a:t>
            </a:r>
            <a:r>
              <a:rPr lang="en-US" sz="1600" dirty="0"/>
              <a:t>, 40 (2022)</a:t>
            </a:r>
          </a:p>
        </p:txBody>
      </p:sp>
      <p:pic>
        <p:nvPicPr>
          <p:cNvPr id="28" name="Picture 27">
            <a:extLst>
              <a:ext uri="{FF2B5EF4-FFF2-40B4-BE49-F238E27FC236}">
                <a16:creationId xmlns:a16="http://schemas.microsoft.com/office/drawing/2014/main" id="{42510F4F-FAD9-3B22-0D71-81FAC286F35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9CBDCD27-2FEE-98BD-8E34-26A84D897A8F}"/>
                  </a:ext>
                </a:extLst>
              </p:cNvPr>
              <p:cNvSpPr txBox="1"/>
              <p:nvPr/>
            </p:nvSpPr>
            <p:spPr>
              <a:xfrm>
                <a:off x="610249" y="1034685"/>
                <a:ext cx="4017446" cy="539571"/>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rPr>
                      <m:t>𝑆</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𝜌</m:t>
                        </m:r>
                      </m:e>
                    </m:d>
                    <m:r>
                      <a:rPr lang="en-US" sz="2800" b="0" i="1" smtClean="0">
                        <a:latin typeface="Cambria Math" panose="02040503050406030204" pitchFamily="18" charset="0"/>
                      </a:rPr>
                      <m:t>=−∫</m:t>
                    </m:r>
                    <m:r>
                      <a:rPr lang="en-US" sz="2800" b="0" i="1" smtClean="0">
                        <a:latin typeface="Cambria Math" panose="02040503050406030204" pitchFamily="18" charset="0"/>
                      </a:rPr>
                      <m:t>𝜌</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  </m:t>
                        </m:r>
                        <m:r>
                          <a:rPr lang="en-US" sz="2800" b="0" i="1" smtClean="0">
                            <a:latin typeface="Cambria Math" panose="02040503050406030204" pitchFamily="18" charset="0"/>
                          </a:rPr>
                          <m:t>𝜌</m:t>
                        </m:r>
                      </m:e>
                    </m:func>
                    <m:r>
                      <a:rPr lang="en-US" sz="2800" b="0" i="1" smtClean="0">
                        <a:latin typeface="Cambria Math" panose="02040503050406030204" pitchFamily="18" charset="0"/>
                      </a:rPr>
                      <m:t>𝑑𝑞𝑑𝑝</m:t>
                    </m:r>
                  </m:oMath>
                </a14:m>
                <a:r>
                  <a:rPr lang="en-US" sz="2800" dirty="0"/>
                  <a:t> </a:t>
                </a:r>
              </a:p>
            </p:txBody>
          </p:sp>
        </mc:Choice>
        <mc:Fallback>
          <p:sp>
            <p:nvSpPr>
              <p:cNvPr id="26" name="TextBox 25">
                <a:extLst>
                  <a:ext uri="{FF2B5EF4-FFF2-40B4-BE49-F238E27FC236}">
                    <a16:creationId xmlns:a16="http://schemas.microsoft.com/office/drawing/2014/main" id="{9CBDCD27-2FEE-98BD-8E34-26A84D897A8F}"/>
                  </a:ext>
                </a:extLst>
              </p:cNvPr>
              <p:cNvSpPr txBox="1">
                <a:spLocks noRot="1" noChangeAspect="1" noMove="1" noResize="1" noEditPoints="1" noAdjustHandles="1" noChangeArrowheads="1" noChangeShapeType="1" noTextEdit="1"/>
              </p:cNvSpPr>
              <p:nvPr/>
            </p:nvSpPr>
            <p:spPr>
              <a:xfrm>
                <a:off x="610249" y="1034685"/>
                <a:ext cx="4017446" cy="539571"/>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2360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p:bldP spid="16" grpId="0"/>
      <p:bldP spid="18" grpId="0"/>
      <p:bldP spid="19" grpId="0"/>
      <p:bldP spid="20" grpId="0"/>
      <p:bldP spid="21" grpId="0"/>
      <p:bldP spid="25" grpId="0"/>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7B77F-395F-827F-D1FB-E0238DF1AB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D02B1CF-5CDB-2C5A-A604-ED58C62A69A9}"/>
              </a:ext>
            </a:extLst>
          </p:cNvPr>
          <p:cNvPicPr>
            <a:picLocks noChangeAspect="1"/>
          </p:cNvPicPr>
          <p:nvPr/>
        </p:nvPicPr>
        <p:blipFill>
          <a:blip r:embed="rId3"/>
          <a:stretch>
            <a:fillRect/>
          </a:stretch>
        </p:blipFill>
        <p:spPr>
          <a:xfrm>
            <a:off x="6087988" y="229025"/>
            <a:ext cx="5738251" cy="2818975"/>
          </a:xfrm>
          <a:prstGeom prst="rect">
            <a:avLst/>
          </a:prstGeom>
        </p:spPr>
      </p:pic>
      <p:sp>
        <p:nvSpPr>
          <p:cNvPr id="8" name="Title 1">
            <a:extLst>
              <a:ext uri="{FF2B5EF4-FFF2-40B4-BE49-F238E27FC236}">
                <a16:creationId xmlns:a16="http://schemas.microsoft.com/office/drawing/2014/main" id="{367035CD-7231-AE6E-9976-EE32A54CE873}"/>
              </a:ext>
            </a:extLst>
          </p:cNvPr>
          <p:cNvSpPr txBox="1">
            <a:spLocks/>
          </p:cNvSpPr>
          <p:nvPr/>
        </p:nvSpPr>
        <p:spPr>
          <a:xfrm>
            <a:off x="365761" y="229025"/>
            <a:ext cx="3882794" cy="590931"/>
          </a:xfrm>
          <a:prstGeom prst="rect">
            <a:avLst/>
          </a:prstGeom>
        </p:spPr>
        <p:txBody>
          <a:bodyPr wrap="none">
            <a:sp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3600" dirty="0">
                <a:latin typeface="+mn-lt"/>
              </a:rPr>
              <a:t>Comparing theories</a:t>
            </a:r>
            <a:endParaRPr lang="en-US" sz="2800" dirty="0">
              <a:latin typeface="+mn-lt"/>
            </a:endParaRPr>
          </a:p>
        </p:txBody>
      </p:sp>
      <p:sp>
        <p:nvSpPr>
          <p:cNvPr id="9" name="TextBox 8">
            <a:extLst>
              <a:ext uri="{FF2B5EF4-FFF2-40B4-BE49-F238E27FC236}">
                <a16:creationId xmlns:a16="http://schemas.microsoft.com/office/drawing/2014/main" id="{70555EAD-601B-A508-72CB-67FC24741727}"/>
              </a:ext>
            </a:extLst>
          </p:cNvPr>
          <p:cNvSpPr txBox="1"/>
          <p:nvPr/>
        </p:nvSpPr>
        <p:spPr>
          <a:xfrm>
            <a:off x="176221" y="2746436"/>
            <a:ext cx="5424242" cy="400110"/>
          </a:xfrm>
          <a:prstGeom prst="rect">
            <a:avLst/>
          </a:prstGeom>
          <a:noFill/>
        </p:spPr>
        <p:txBody>
          <a:bodyPr wrap="none" rtlCol="0">
            <a:spAutoFit/>
          </a:bodyPr>
          <a:lstStyle/>
          <a:p>
            <a:r>
              <a:rPr lang="en-US" sz="2000" dirty="0"/>
              <a:t>Entropy of quantum states is already non-negative</a:t>
            </a:r>
          </a:p>
        </p:txBody>
      </p:sp>
      <p:sp>
        <p:nvSpPr>
          <p:cNvPr id="12" name="Freeform: Shape 11">
            <a:extLst>
              <a:ext uri="{FF2B5EF4-FFF2-40B4-BE49-F238E27FC236}">
                <a16:creationId xmlns:a16="http://schemas.microsoft.com/office/drawing/2014/main" id="{5AA4DA09-36E3-5773-9746-AF41D29502DE}"/>
              </a:ext>
            </a:extLst>
          </p:cNvPr>
          <p:cNvSpPr/>
          <p:nvPr/>
        </p:nvSpPr>
        <p:spPr>
          <a:xfrm>
            <a:off x="6426200" y="346076"/>
            <a:ext cx="5299075" cy="2473325"/>
          </a:xfrm>
          <a:custGeom>
            <a:avLst/>
            <a:gdLst>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6350 w 5476989"/>
              <a:gd name="connsiteY0" fmla="*/ 191140 h 2663295"/>
              <a:gd name="connsiteX1" fmla="*/ 0 w 5476989"/>
              <a:gd name="connsiteY1" fmla="*/ 2626365 h 2663295"/>
              <a:gd name="connsiteX2" fmla="*/ 422275 w 5476989"/>
              <a:gd name="connsiteY2" fmla="*/ 1594490 h 2663295"/>
              <a:gd name="connsiteX3" fmla="*/ 2212975 w 5476989"/>
              <a:gd name="connsiteY3" fmla="*/ 676915 h 2663295"/>
              <a:gd name="connsiteX4" fmla="*/ 4038600 w 5476989"/>
              <a:gd name="connsiteY4" fmla="*/ 330840 h 2663295"/>
              <a:gd name="connsiteX5" fmla="*/ 5299075 w 5476989"/>
              <a:gd name="connsiteY5" fmla="*/ 175265 h 2663295"/>
              <a:gd name="connsiteX6" fmla="*/ 6350 w 5476989"/>
              <a:gd name="connsiteY6" fmla="*/ 191140 h 2663295"/>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96520"/>
              <a:gd name="connsiteX1" fmla="*/ 0 w 5476989"/>
              <a:gd name="connsiteY1" fmla="*/ 2451100 h 2496520"/>
              <a:gd name="connsiteX2" fmla="*/ 422275 w 5476989"/>
              <a:gd name="connsiteY2" fmla="*/ 1419225 h 2496520"/>
              <a:gd name="connsiteX3" fmla="*/ 2212975 w 5476989"/>
              <a:gd name="connsiteY3" fmla="*/ 501650 h 2496520"/>
              <a:gd name="connsiteX4" fmla="*/ 4038600 w 5476989"/>
              <a:gd name="connsiteY4" fmla="*/ 155575 h 2496520"/>
              <a:gd name="connsiteX5" fmla="*/ 5299075 w 5476989"/>
              <a:gd name="connsiteY5" fmla="*/ 0 h 2496520"/>
              <a:gd name="connsiteX6" fmla="*/ 6350 w 5476989"/>
              <a:gd name="connsiteY6" fmla="*/ 15875 h 2496520"/>
              <a:gd name="connsiteX0" fmla="*/ 6350 w 5476989"/>
              <a:gd name="connsiteY0" fmla="*/ 15875 h 2451100"/>
              <a:gd name="connsiteX1" fmla="*/ 0 w 5476989"/>
              <a:gd name="connsiteY1" fmla="*/ 2451100 h 2451100"/>
              <a:gd name="connsiteX2" fmla="*/ 422275 w 5476989"/>
              <a:gd name="connsiteY2" fmla="*/ 1419225 h 2451100"/>
              <a:gd name="connsiteX3" fmla="*/ 2212975 w 5476989"/>
              <a:gd name="connsiteY3" fmla="*/ 501650 h 2451100"/>
              <a:gd name="connsiteX4" fmla="*/ 4038600 w 5476989"/>
              <a:gd name="connsiteY4" fmla="*/ 155575 h 2451100"/>
              <a:gd name="connsiteX5" fmla="*/ 5299075 w 5476989"/>
              <a:gd name="connsiteY5" fmla="*/ 0 h 2451100"/>
              <a:gd name="connsiteX6" fmla="*/ 6350 w 5476989"/>
              <a:gd name="connsiteY6" fmla="*/ 15875 h 2451100"/>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299075"/>
              <a:gd name="connsiteY0" fmla="*/ 15875 h 2473325"/>
              <a:gd name="connsiteX1" fmla="*/ 0 w 5299075"/>
              <a:gd name="connsiteY1" fmla="*/ 2473325 h 2473325"/>
              <a:gd name="connsiteX2" fmla="*/ 422275 w 5299075"/>
              <a:gd name="connsiteY2" fmla="*/ 1419225 h 2473325"/>
              <a:gd name="connsiteX3" fmla="*/ 2212975 w 5299075"/>
              <a:gd name="connsiteY3" fmla="*/ 501650 h 2473325"/>
              <a:gd name="connsiteX4" fmla="*/ 4038600 w 5299075"/>
              <a:gd name="connsiteY4" fmla="*/ 155575 h 2473325"/>
              <a:gd name="connsiteX5" fmla="*/ 5299075 w 5299075"/>
              <a:gd name="connsiteY5" fmla="*/ 0 h 2473325"/>
              <a:gd name="connsiteX6" fmla="*/ 6350 w 5299075"/>
              <a:gd name="connsiteY6" fmla="*/ 15875 h 247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99075" h="2473325">
                <a:moveTo>
                  <a:pt x="6350" y="15875"/>
                </a:moveTo>
                <a:cubicBezTo>
                  <a:pt x="4233" y="827617"/>
                  <a:pt x="2117" y="1661583"/>
                  <a:pt x="0" y="2473325"/>
                </a:cubicBezTo>
                <a:cubicBezTo>
                  <a:pt x="43921" y="2303992"/>
                  <a:pt x="69321" y="1862137"/>
                  <a:pt x="422275" y="1419225"/>
                </a:cubicBezTo>
                <a:cubicBezTo>
                  <a:pt x="775229" y="976313"/>
                  <a:pt x="1591204" y="661458"/>
                  <a:pt x="2212975" y="501650"/>
                </a:cubicBezTo>
                <a:cubicBezTo>
                  <a:pt x="2834746" y="341842"/>
                  <a:pt x="3524250" y="239183"/>
                  <a:pt x="4038600" y="155575"/>
                </a:cubicBezTo>
                <a:cubicBezTo>
                  <a:pt x="4552950" y="71967"/>
                  <a:pt x="4826529" y="32279"/>
                  <a:pt x="5299075" y="0"/>
                </a:cubicBezTo>
                <a:lnTo>
                  <a:pt x="6350" y="15875"/>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8485BF1-D188-FCFF-DCC5-8284D46C8C71}"/>
              </a:ext>
            </a:extLst>
          </p:cNvPr>
          <p:cNvSpPr/>
          <p:nvPr/>
        </p:nvSpPr>
        <p:spPr>
          <a:xfrm>
            <a:off x="6426200" y="2216150"/>
            <a:ext cx="5273675" cy="755650"/>
          </a:xfrm>
          <a:prstGeom prst="rect">
            <a:avLst/>
          </a:prstGeom>
          <a:solidFill>
            <a:srgbClr val="C0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186488FF-FBCF-8DE1-8C23-2C47F427A7B8}"/>
              </a:ext>
            </a:extLst>
          </p:cNvPr>
          <p:cNvSpPr txBox="1"/>
          <p:nvPr/>
        </p:nvSpPr>
        <p:spPr>
          <a:xfrm>
            <a:off x="7090289" y="2450069"/>
            <a:ext cx="3970895" cy="369332"/>
          </a:xfrm>
          <a:prstGeom prst="rect">
            <a:avLst/>
          </a:prstGeom>
          <a:noFill/>
        </p:spPr>
        <p:txBody>
          <a:bodyPr wrap="none" rtlCol="0">
            <a:spAutoFit/>
          </a:bodyPr>
          <a:lstStyle/>
          <a:p>
            <a:r>
              <a:rPr lang="en-US" dirty="0"/>
              <a:t>excluded by 3</a:t>
            </a:r>
            <a:r>
              <a:rPr lang="en-US" baseline="30000" dirty="0"/>
              <a:t>rd</a:t>
            </a:r>
            <a:r>
              <a:rPr lang="en-US" dirty="0"/>
              <a:t> law of thermodynamics</a:t>
            </a:r>
          </a:p>
        </p:txBody>
      </p:sp>
      <p:sp>
        <p:nvSpPr>
          <p:cNvPr id="15" name="TextBox 14">
            <a:extLst>
              <a:ext uri="{FF2B5EF4-FFF2-40B4-BE49-F238E27FC236}">
                <a16:creationId xmlns:a16="http://schemas.microsoft.com/office/drawing/2014/main" id="{53BF88A3-9181-7926-33F2-CC320ED98E08}"/>
              </a:ext>
            </a:extLst>
          </p:cNvPr>
          <p:cNvSpPr txBox="1"/>
          <p:nvPr/>
        </p:nvSpPr>
        <p:spPr>
          <a:xfrm>
            <a:off x="179563" y="3264875"/>
            <a:ext cx="5837496" cy="707886"/>
          </a:xfrm>
          <a:prstGeom prst="rect">
            <a:avLst/>
          </a:prstGeom>
          <a:noFill/>
        </p:spPr>
        <p:txBody>
          <a:bodyPr wrap="square" rtlCol="0">
            <a:spAutoFit/>
          </a:bodyPr>
          <a:lstStyle/>
          <a:p>
            <a:r>
              <a:rPr lang="en-US" sz="2000" dirty="0"/>
              <a:t>The gaussian bound quickly becomes very similar across theories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8E87155-EEBB-2876-DA21-74FB1DFF6B3C}"/>
                  </a:ext>
                </a:extLst>
              </p:cNvPr>
              <p:cNvSpPr txBox="1"/>
              <p:nvPr/>
            </p:nvSpPr>
            <p:spPr>
              <a:xfrm>
                <a:off x="365761" y="1007986"/>
                <a:ext cx="2319033" cy="1261051"/>
              </a:xfrm>
              <a:prstGeom prst="rect">
                <a:avLst/>
              </a:prstGeom>
              <a:noFill/>
            </p:spPr>
            <p:txBody>
              <a:bodyPr wrap="none">
                <a:spAutoFit/>
              </a:bodyPr>
              <a:lstStyle/>
              <a:p>
                <a:pPr/>
                <a14:m>
                  <m:oMathPara xmlns:m="http://schemas.openxmlformats.org/officeDocument/2006/math">
                    <m:o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𝜎</m:t>
                          </m:r>
                        </m:e>
                        <m:sub>
                          <m:r>
                            <a:rPr lang="en-US" sz="4000" b="0" i="1" smtClean="0">
                              <a:latin typeface="Cambria Math" panose="02040503050406030204" pitchFamily="18" charset="0"/>
                            </a:rPr>
                            <m:t>𝑞</m:t>
                          </m:r>
                        </m:sub>
                      </m:sSub>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𝜎</m:t>
                          </m:r>
                        </m:e>
                        <m:sub>
                          <m:r>
                            <a:rPr lang="en-US" sz="4000" b="0" i="1" smtClean="0">
                              <a:latin typeface="Cambria Math" panose="02040503050406030204" pitchFamily="18" charset="0"/>
                            </a:rPr>
                            <m:t>𝑝</m:t>
                          </m:r>
                        </m:sub>
                      </m:sSub>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m:rPr>
                              <m:sty m:val="p"/>
                            </m:rPr>
                            <a:rPr lang="en-US" sz="4000" b="0" i="1" smtClean="0">
                              <a:latin typeface="Cambria Math" panose="02040503050406030204" pitchFamily="18" charset="0"/>
                            </a:rPr>
                            <m:t>ℏ</m:t>
                          </m:r>
                        </m:num>
                        <m:den>
                          <m:r>
                            <a:rPr lang="en-US" sz="4000" b="0" i="1" smtClean="0">
                              <a:latin typeface="Cambria Math" panose="02040503050406030204" pitchFamily="18" charset="0"/>
                            </a:rPr>
                            <m:t>𝑒</m:t>
                          </m:r>
                        </m:den>
                      </m:f>
                    </m:oMath>
                  </m:oMathPara>
                </a14:m>
                <a:endParaRPr lang="en-US" sz="4000" dirty="0"/>
              </a:p>
            </p:txBody>
          </p:sp>
        </mc:Choice>
        <mc:Fallback xmlns="">
          <p:sp>
            <p:nvSpPr>
              <p:cNvPr id="16" name="TextBox 15">
                <a:extLst>
                  <a:ext uri="{FF2B5EF4-FFF2-40B4-BE49-F238E27FC236}">
                    <a16:creationId xmlns:a16="http://schemas.microsoft.com/office/drawing/2014/main" id="{48E87155-EEBB-2876-DA21-74FB1DFF6B3C}"/>
                  </a:ext>
                </a:extLst>
              </p:cNvPr>
              <p:cNvSpPr txBox="1">
                <a:spLocks noRot="1" noChangeAspect="1" noMove="1" noResize="1" noEditPoints="1" noAdjustHandles="1" noChangeArrowheads="1" noChangeShapeType="1" noTextEdit="1"/>
              </p:cNvSpPr>
              <p:nvPr/>
            </p:nvSpPr>
            <p:spPr>
              <a:xfrm>
                <a:off x="365761" y="1007986"/>
                <a:ext cx="2319033" cy="1261051"/>
              </a:xfrm>
              <a:prstGeom prst="rect">
                <a:avLst/>
              </a:prstGeom>
              <a:blipFill>
                <a:blip r:embed="rId4"/>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DED6BEF0-9400-EE89-7CE9-4D7583DB5F31}"/>
              </a:ext>
            </a:extLst>
          </p:cNvPr>
          <p:cNvSpPr txBox="1"/>
          <p:nvPr/>
        </p:nvSpPr>
        <p:spPr>
          <a:xfrm>
            <a:off x="989363" y="4144527"/>
            <a:ext cx="7967750" cy="954107"/>
          </a:xfrm>
          <a:prstGeom prst="rect">
            <a:avLst/>
          </a:prstGeom>
          <a:noFill/>
        </p:spPr>
        <p:txBody>
          <a:bodyPr wrap="square" rtlCol="0">
            <a:spAutoFit/>
          </a:bodyPr>
          <a:lstStyle/>
          <a:p>
            <a:pPr algn="ctr"/>
            <a:r>
              <a:rPr lang="en-US" sz="2800" dirty="0">
                <a:solidFill>
                  <a:schemeClr val="accent6">
                    <a:lumMod val="75000"/>
                  </a:schemeClr>
                </a:solidFill>
              </a:rPr>
              <a:t>Quantum mechanics incorporates the third law.</a:t>
            </a:r>
            <a:br>
              <a:rPr lang="en-US" sz="2800" dirty="0">
                <a:solidFill>
                  <a:schemeClr val="accent6">
                    <a:lumMod val="75000"/>
                  </a:schemeClr>
                </a:solidFill>
              </a:rPr>
            </a:br>
            <a:r>
              <a:rPr lang="en-US" sz="2800" dirty="0">
                <a:solidFill>
                  <a:schemeClr val="accent6">
                    <a:lumMod val="75000"/>
                  </a:schemeClr>
                </a:solidFill>
              </a:rPr>
              <a:t>Classical mechanics does not.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1549E35-6228-97F6-8536-C5BDB619F936}"/>
                  </a:ext>
                </a:extLst>
              </p:cNvPr>
              <p:cNvSpPr txBox="1"/>
              <p:nvPr/>
            </p:nvSpPr>
            <p:spPr>
              <a:xfrm>
                <a:off x="9128352" y="3057277"/>
                <a:ext cx="1253484"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𝐶</m:t>
                          </m:r>
                        </m:sub>
                      </m:sSub>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r>
                            <a:rPr lang="en-US" b="0" i="1" smtClean="0">
                              <a:latin typeface="Cambria Math" panose="02040503050406030204" pitchFamily="18" charset="0"/>
                            </a:rPr>
                            <m:t>𝑒</m:t>
                          </m:r>
                          <m:r>
                            <a:rPr lang="en-US" b="0" i="1" smtClean="0">
                              <a:latin typeface="Cambria Math" panose="02040503050406030204" pitchFamily="18" charset="0"/>
                            </a:rPr>
                            <m:t>𝜎</m:t>
                          </m:r>
                        </m:e>
                      </m:func>
                    </m:oMath>
                  </m:oMathPara>
                </a14:m>
                <a:endParaRPr lang="en-US" dirty="0"/>
              </a:p>
            </p:txBody>
          </p:sp>
        </mc:Choice>
        <mc:Fallback xmlns="">
          <p:sp>
            <p:nvSpPr>
              <p:cNvPr id="18" name="TextBox 17">
                <a:extLst>
                  <a:ext uri="{FF2B5EF4-FFF2-40B4-BE49-F238E27FC236}">
                    <a16:creationId xmlns:a16="http://schemas.microsoft.com/office/drawing/2014/main" id="{41549E35-6228-97F6-8536-C5BDB619F936}"/>
                  </a:ext>
                </a:extLst>
              </p:cNvPr>
              <p:cNvSpPr txBox="1">
                <a:spLocks noRot="1" noChangeAspect="1" noMove="1" noResize="1" noEditPoints="1" noAdjustHandles="1" noChangeArrowheads="1" noChangeShapeType="1" noTextEdit="1"/>
              </p:cNvSpPr>
              <p:nvPr/>
            </p:nvSpPr>
            <p:spPr>
              <a:xfrm>
                <a:off x="9128352" y="3057277"/>
                <a:ext cx="125348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F88F167-9080-2791-19F6-F9F4719F3E07}"/>
                  </a:ext>
                </a:extLst>
              </p:cNvPr>
              <p:cNvSpPr txBox="1"/>
              <p:nvPr/>
            </p:nvSpPr>
            <p:spPr>
              <a:xfrm>
                <a:off x="7307095" y="3462765"/>
                <a:ext cx="4714479" cy="506870"/>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𝑄</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𝜎</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fun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𝜎</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func>
                      <m:funcPr>
                        <m:ctrlPr>
                          <a:rPr lang="en-US">
                            <a:latin typeface="Cambria Math" panose="02040503050406030204" pitchFamily="18" charset="0"/>
                          </a:rPr>
                        </m:ctrlPr>
                      </m:funcPr>
                      <m:fName>
                        <m:r>
                          <m:rPr>
                            <m:sty m:val="p"/>
                          </m:rPr>
                          <a:rPr lang="en-US">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𝜎</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func>
                  </m:oMath>
                </a14:m>
                <a:r>
                  <a:rPr lang="en-US" dirty="0"/>
                  <a:t> </a:t>
                </a:r>
              </a:p>
            </p:txBody>
          </p:sp>
        </mc:Choice>
        <mc:Fallback xmlns="">
          <p:sp>
            <p:nvSpPr>
              <p:cNvPr id="19" name="TextBox 18">
                <a:extLst>
                  <a:ext uri="{FF2B5EF4-FFF2-40B4-BE49-F238E27FC236}">
                    <a16:creationId xmlns:a16="http://schemas.microsoft.com/office/drawing/2014/main" id="{1F88F167-9080-2791-19F6-F9F4719F3E07}"/>
                  </a:ext>
                </a:extLst>
              </p:cNvPr>
              <p:cNvSpPr txBox="1">
                <a:spLocks noRot="1" noChangeAspect="1" noMove="1" noResize="1" noEditPoints="1" noAdjustHandles="1" noChangeArrowheads="1" noChangeShapeType="1" noTextEdit="1"/>
              </p:cNvSpPr>
              <p:nvPr/>
            </p:nvSpPr>
            <p:spPr>
              <a:xfrm>
                <a:off x="7307095" y="3462765"/>
                <a:ext cx="4714479" cy="50687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B2286C0-AE97-B65C-58D7-B84932CCE2AB}"/>
                  </a:ext>
                </a:extLst>
              </p:cNvPr>
              <p:cNvSpPr txBox="1"/>
              <p:nvPr/>
            </p:nvSpPr>
            <p:spPr>
              <a:xfrm>
                <a:off x="11479458" y="1727524"/>
                <a:ext cx="592598" cy="465256"/>
              </a:xfrm>
              <a:prstGeom prst="rect">
                <a:avLst/>
              </a:prstGeom>
              <a:solidFill>
                <a:schemeClr val="bg1"/>
              </a:solidFill>
            </p:spPr>
            <p:txBody>
              <a:bodyPr wrap="none" rtlCol="0">
                <a:spAutoFit/>
              </a:bodyPr>
              <a:lstStyle/>
              <a:p>
                <a:pPr/>
                <a14:m>
                  <m:oMathPara xmlns:m="http://schemas.openxmlformats.org/officeDocument/2006/math">
                    <m:oMath>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𝑞</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𝑝</m:t>
                              </m:r>
                            </m:sub>
                          </m:sSub>
                        </m:num>
                        <m:den>
                          <m:r>
                            <m:rPr>
                              <m:sty m:val="p"/>
                            </m:rPr>
                            <a:rPr lang="en-US" sz="1400" b="0" i="1" smtClean="0">
                              <a:latin typeface="Cambria Math" panose="02040503050406030204" pitchFamily="18" charset="0"/>
                            </a:rPr>
                            <m:t>ℏ</m:t>
                          </m:r>
                        </m:den>
                      </m:f>
                    </m:oMath>
                  </m:oMathPara>
                </a14:m>
                <a:endParaRPr lang="en-US" sz="1400" dirty="0"/>
              </a:p>
            </p:txBody>
          </p:sp>
        </mc:Choice>
        <mc:Fallback xmlns="">
          <p:sp>
            <p:nvSpPr>
              <p:cNvPr id="2" name="TextBox 1">
                <a:extLst>
                  <a:ext uri="{FF2B5EF4-FFF2-40B4-BE49-F238E27FC236}">
                    <a16:creationId xmlns:a16="http://schemas.microsoft.com/office/drawing/2014/main" id="{DB2286C0-AE97-B65C-58D7-B84932CCE2AB}"/>
                  </a:ext>
                </a:extLst>
              </p:cNvPr>
              <p:cNvSpPr txBox="1">
                <a:spLocks noRot="1" noChangeAspect="1" noMove="1" noResize="1" noEditPoints="1" noAdjustHandles="1" noChangeArrowheads="1" noChangeShapeType="1" noTextEdit="1"/>
              </p:cNvSpPr>
              <p:nvPr/>
            </p:nvSpPr>
            <p:spPr>
              <a:xfrm>
                <a:off x="11479458" y="1727524"/>
                <a:ext cx="592598" cy="465256"/>
              </a:xfrm>
              <a:prstGeom prst="rect">
                <a:avLst/>
              </a:prstGeom>
              <a:blipFill>
                <a:blip r:embed="rId7"/>
                <a:stretch>
                  <a:fillRect b="-129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57D8B56-489D-1C8A-4179-8E25E08CBE10}"/>
              </a:ext>
            </a:extLst>
          </p:cNvPr>
          <p:cNvSpPr txBox="1"/>
          <p:nvPr/>
        </p:nvSpPr>
        <p:spPr>
          <a:xfrm rot="20747837">
            <a:off x="6506019" y="639286"/>
            <a:ext cx="2817118" cy="369332"/>
          </a:xfrm>
          <a:prstGeom prst="rect">
            <a:avLst/>
          </a:prstGeom>
          <a:noFill/>
        </p:spPr>
        <p:txBody>
          <a:bodyPr wrap="none" rtlCol="0">
            <a:spAutoFit/>
          </a:bodyPr>
          <a:lstStyle/>
          <a:p>
            <a:r>
              <a:rPr lang="en-US" dirty="0"/>
              <a:t>excluded by gaussian bound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D0945D4-0A1E-5CA9-4300-1638B188BBA9}"/>
                  </a:ext>
                </a:extLst>
              </p:cNvPr>
              <p:cNvSpPr txBox="1"/>
              <p:nvPr/>
            </p:nvSpPr>
            <p:spPr>
              <a:xfrm>
                <a:off x="3098311" y="1015927"/>
                <a:ext cx="2319032" cy="1257075"/>
              </a:xfrm>
              <a:prstGeom prst="rect">
                <a:avLst/>
              </a:prstGeom>
              <a:noFill/>
            </p:spPr>
            <p:txBody>
              <a:bodyPr wrap="none">
                <a:spAutoFit/>
              </a:bodyPr>
              <a:lstStyle/>
              <a:p>
                <a:pPr/>
                <a14:m>
                  <m:oMathPara xmlns:m="http://schemas.openxmlformats.org/officeDocument/2006/math">
                    <m:o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𝜎</m:t>
                          </m:r>
                        </m:e>
                        <m:sub>
                          <m:r>
                            <a:rPr lang="en-US" sz="4000" b="0" i="1" smtClean="0">
                              <a:latin typeface="Cambria Math" panose="02040503050406030204" pitchFamily="18" charset="0"/>
                            </a:rPr>
                            <m:t>𝑞</m:t>
                          </m:r>
                        </m:sub>
                      </m:sSub>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𝜎</m:t>
                          </m:r>
                        </m:e>
                        <m:sub>
                          <m:r>
                            <a:rPr lang="en-US" sz="4000" b="0" i="1" smtClean="0">
                              <a:latin typeface="Cambria Math" panose="02040503050406030204" pitchFamily="18" charset="0"/>
                            </a:rPr>
                            <m:t>𝑝</m:t>
                          </m:r>
                        </m:sub>
                      </m:sSub>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m:rPr>
                              <m:sty m:val="p"/>
                            </m:rPr>
                            <a:rPr lang="en-US" sz="4000" b="0" i="1" smtClean="0">
                              <a:latin typeface="Cambria Math" panose="02040503050406030204" pitchFamily="18" charset="0"/>
                            </a:rPr>
                            <m:t>ℏ</m:t>
                          </m:r>
                        </m:num>
                        <m:den>
                          <m:r>
                            <a:rPr lang="en-US" sz="4000" b="0" i="1" smtClean="0">
                              <a:latin typeface="Cambria Math" panose="02040503050406030204" pitchFamily="18" charset="0"/>
                            </a:rPr>
                            <m:t>2</m:t>
                          </m:r>
                        </m:den>
                      </m:f>
                    </m:oMath>
                  </m:oMathPara>
                </a14:m>
                <a:endParaRPr lang="en-US" sz="4000" dirty="0"/>
              </a:p>
            </p:txBody>
          </p:sp>
        </mc:Choice>
        <mc:Fallback xmlns="">
          <p:sp>
            <p:nvSpPr>
              <p:cNvPr id="4" name="TextBox 3">
                <a:extLst>
                  <a:ext uri="{FF2B5EF4-FFF2-40B4-BE49-F238E27FC236}">
                    <a16:creationId xmlns:a16="http://schemas.microsoft.com/office/drawing/2014/main" id="{4D0945D4-0A1E-5CA9-4300-1638B188BBA9}"/>
                  </a:ext>
                </a:extLst>
              </p:cNvPr>
              <p:cNvSpPr txBox="1">
                <a:spLocks noRot="1" noChangeAspect="1" noMove="1" noResize="1" noEditPoints="1" noAdjustHandles="1" noChangeArrowheads="1" noChangeShapeType="1" noTextEdit="1"/>
              </p:cNvSpPr>
              <p:nvPr/>
            </p:nvSpPr>
            <p:spPr>
              <a:xfrm>
                <a:off x="3098311" y="1015927"/>
                <a:ext cx="2319032" cy="1257075"/>
              </a:xfrm>
              <a:prstGeom prst="rect">
                <a:avLst/>
              </a:prstGeom>
              <a:blipFill>
                <a:blip r:embed="rId8"/>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6FEFED1-39E5-6FAF-A53E-2727195A7ADE}"/>
              </a:ext>
            </a:extLst>
          </p:cNvPr>
          <p:cNvSpPr txBox="1"/>
          <p:nvPr/>
        </p:nvSpPr>
        <p:spPr>
          <a:xfrm>
            <a:off x="2958775" y="2201337"/>
            <a:ext cx="901209" cy="307777"/>
          </a:xfrm>
          <a:prstGeom prst="rect">
            <a:avLst/>
          </a:prstGeom>
          <a:noFill/>
        </p:spPr>
        <p:txBody>
          <a:bodyPr wrap="none" rtlCol="0">
            <a:spAutoFit/>
          </a:bodyPr>
          <a:lstStyle/>
          <a:p>
            <a:r>
              <a:rPr lang="en-US" sz="1400" dirty="0"/>
              <a:t>2.71828…</a:t>
            </a:r>
          </a:p>
        </p:txBody>
      </p:sp>
      <p:cxnSp>
        <p:nvCxnSpPr>
          <p:cNvPr id="20" name="Straight Arrow Connector 19">
            <a:extLst>
              <a:ext uri="{FF2B5EF4-FFF2-40B4-BE49-F238E27FC236}">
                <a16:creationId xmlns:a16="http://schemas.microsoft.com/office/drawing/2014/main" id="{6FBFF1A8-C892-C3F1-5C11-D4613706BD93}"/>
              </a:ext>
            </a:extLst>
          </p:cNvPr>
          <p:cNvCxnSpPr/>
          <p:nvPr/>
        </p:nvCxnSpPr>
        <p:spPr>
          <a:xfrm flipH="1" flipV="1">
            <a:off x="2550695" y="2158699"/>
            <a:ext cx="445168" cy="193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467266C-9575-E0D9-C868-8172140D2951}"/>
              </a:ext>
            </a:extLst>
          </p:cNvPr>
          <p:cNvSpPr txBox="1"/>
          <p:nvPr/>
        </p:nvSpPr>
        <p:spPr>
          <a:xfrm>
            <a:off x="771959" y="1039251"/>
            <a:ext cx="937757" cy="369332"/>
          </a:xfrm>
          <a:prstGeom prst="rect">
            <a:avLst/>
          </a:prstGeom>
          <a:noFill/>
        </p:spPr>
        <p:txBody>
          <a:bodyPr wrap="none" rtlCol="0">
            <a:spAutoFit/>
          </a:bodyPr>
          <a:lstStyle/>
          <a:p>
            <a:r>
              <a:rPr lang="en-US" dirty="0"/>
              <a:t>classical</a:t>
            </a:r>
          </a:p>
        </p:txBody>
      </p:sp>
      <p:sp>
        <p:nvSpPr>
          <p:cNvPr id="22" name="TextBox 21">
            <a:extLst>
              <a:ext uri="{FF2B5EF4-FFF2-40B4-BE49-F238E27FC236}">
                <a16:creationId xmlns:a16="http://schemas.microsoft.com/office/drawing/2014/main" id="{9C0302A1-E0FC-0160-ABDD-C925AE0C3951}"/>
              </a:ext>
            </a:extLst>
          </p:cNvPr>
          <p:cNvSpPr txBox="1"/>
          <p:nvPr/>
        </p:nvSpPr>
        <p:spPr>
          <a:xfrm>
            <a:off x="3468841" y="1036686"/>
            <a:ext cx="1041760" cy="369332"/>
          </a:xfrm>
          <a:prstGeom prst="rect">
            <a:avLst/>
          </a:prstGeom>
          <a:noFill/>
        </p:spPr>
        <p:txBody>
          <a:bodyPr wrap="none" rtlCol="0">
            <a:spAutoFit/>
          </a:bodyPr>
          <a:lstStyle/>
          <a:p>
            <a:r>
              <a:rPr lang="en-US" dirty="0"/>
              <a:t>quantum</a:t>
            </a:r>
          </a:p>
        </p:txBody>
      </p:sp>
      <p:sp>
        <p:nvSpPr>
          <p:cNvPr id="23" name="TextBox 22">
            <a:extLst>
              <a:ext uri="{FF2B5EF4-FFF2-40B4-BE49-F238E27FC236}">
                <a16:creationId xmlns:a16="http://schemas.microsoft.com/office/drawing/2014/main" id="{EDCDCD66-7AF9-E8A2-0361-12010488D775}"/>
              </a:ext>
            </a:extLst>
          </p:cNvPr>
          <p:cNvSpPr txBox="1"/>
          <p:nvPr/>
        </p:nvSpPr>
        <p:spPr>
          <a:xfrm>
            <a:off x="2222346" y="5146077"/>
            <a:ext cx="4576509" cy="584775"/>
          </a:xfrm>
          <a:prstGeom prst="rect">
            <a:avLst/>
          </a:prstGeom>
          <a:noFill/>
        </p:spPr>
        <p:txBody>
          <a:bodyPr wrap="none" rtlCol="0">
            <a:spAutoFit/>
          </a:bodyPr>
          <a:lstStyle/>
          <a:p>
            <a:r>
              <a:rPr lang="en-US" sz="3200" dirty="0"/>
              <a:t>Is this the only difference?</a:t>
            </a:r>
          </a:p>
        </p:txBody>
      </p:sp>
      <p:sp>
        <p:nvSpPr>
          <p:cNvPr id="7" name="Footer Placeholder 6">
            <a:extLst>
              <a:ext uri="{FF2B5EF4-FFF2-40B4-BE49-F238E27FC236}">
                <a16:creationId xmlns:a16="http://schemas.microsoft.com/office/drawing/2014/main" id="{177CD33E-24D7-CD7C-50D4-94371005990F}"/>
              </a:ext>
            </a:extLst>
          </p:cNvPr>
          <p:cNvSpPr>
            <a:spLocks noGrp="1"/>
          </p:cNvSpPr>
          <p:nvPr>
            <p:ph type="ftr" sz="quarter" idx="11"/>
          </p:nvPr>
        </p:nvSpPr>
        <p:spPr/>
        <p:txBody>
          <a:bodyPr/>
          <a:lstStyle/>
          <a:p>
            <a:r>
              <a:rPr lang="en-US"/>
              <a:t>Christine Aidala - University of Michigan</a:t>
            </a:r>
            <a:endParaRPr lang="en-US" dirty="0"/>
          </a:p>
        </p:txBody>
      </p:sp>
      <p:sp>
        <p:nvSpPr>
          <p:cNvPr id="10" name="Slide Number Placeholder 9">
            <a:extLst>
              <a:ext uri="{FF2B5EF4-FFF2-40B4-BE49-F238E27FC236}">
                <a16:creationId xmlns:a16="http://schemas.microsoft.com/office/drawing/2014/main" id="{6619E935-10EC-6D81-A94E-1985D804FDED}"/>
              </a:ext>
            </a:extLst>
          </p:cNvPr>
          <p:cNvSpPr>
            <a:spLocks noGrp="1"/>
          </p:cNvSpPr>
          <p:nvPr>
            <p:ph type="sldNum" sz="quarter" idx="12"/>
          </p:nvPr>
        </p:nvSpPr>
        <p:spPr/>
        <p:txBody>
          <a:bodyPr/>
          <a:lstStyle/>
          <a:p>
            <a:fld id="{F47845EA-7733-40EE-B074-20032348B727}" type="slidenum">
              <a:rPr lang="en-US" smtClean="0"/>
              <a:t>15</a:t>
            </a:fld>
            <a:endParaRPr lang="en-US"/>
          </a:p>
        </p:txBody>
      </p:sp>
      <p:pic>
        <p:nvPicPr>
          <p:cNvPr id="24" name="Picture 23">
            <a:extLst>
              <a:ext uri="{FF2B5EF4-FFF2-40B4-BE49-F238E27FC236}">
                <a16:creationId xmlns:a16="http://schemas.microsoft.com/office/drawing/2014/main" id="{436E5B25-19A7-4C72-E729-3EACF41ED2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Tree>
    <p:extLst>
      <p:ext uri="{BB962C8B-B14F-4D97-AF65-F5344CB8AC3E}">
        <p14:creationId xmlns:p14="http://schemas.microsoft.com/office/powerpoint/2010/main" val="289129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20B9F6-E8D4-2137-852F-C565306FC324}"/>
              </a:ext>
            </a:extLst>
          </p:cNvPr>
          <p:cNvSpPr txBox="1"/>
          <p:nvPr/>
        </p:nvSpPr>
        <p:spPr>
          <a:xfrm>
            <a:off x="313451" y="432196"/>
            <a:ext cx="11146583" cy="1569660"/>
          </a:xfrm>
          <a:prstGeom prst="rect">
            <a:avLst/>
          </a:prstGeom>
          <a:noFill/>
        </p:spPr>
        <p:txBody>
          <a:bodyPr wrap="square" rtlCol="0">
            <a:spAutoFit/>
          </a:bodyPr>
          <a:lstStyle/>
          <a:p>
            <a:r>
              <a:rPr lang="en-US" sz="3200" dirty="0">
                <a:solidFill>
                  <a:schemeClr val="accent6">
                    <a:lumMod val="75000"/>
                  </a:schemeClr>
                </a:solidFill>
              </a:rPr>
              <a:t>Suppose the lower bound on the entropy is the only difference,</a:t>
            </a:r>
            <a:br>
              <a:rPr lang="en-US" sz="3200" dirty="0">
                <a:solidFill>
                  <a:schemeClr val="accent6">
                    <a:lumMod val="75000"/>
                  </a:schemeClr>
                </a:solidFill>
              </a:rPr>
            </a:br>
            <a:r>
              <a:rPr lang="en-US" sz="3200" dirty="0">
                <a:solidFill>
                  <a:schemeClr val="accent6">
                    <a:lumMod val="75000"/>
                  </a:schemeClr>
                </a:solidFill>
              </a:rPr>
              <a:t>then in the limit of high entropy of quantum mechanics we should recover classical mechanics</a:t>
            </a:r>
          </a:p>
        </p:txBody>
      </p:sp>
      <p:sp>
        <p:nvSpPr>
          <p:cNvPr id="4" name="TextBox 3">
            <a:extLst>
              <a:ext uri="{FF2B5EF4-FFF2-40B4-BE49-F238E27FC236}">
                <a16:creationId xmlns:a16="http://schemas.microsoft.com/office/drawing/2014/main" id="{281DAE04-25FC-DE33-8DFB-E1DB8B697546}"/>
              </a:ext>
            </a:extLst>
          </p:cNvPr>
          <p:cNvSpPr txBox="1"/>
          <p:nvPr/>
        </p:nvSpPr>
        <p:spPr>
          <a:xfrm>
            <a:off x="6294009" y="2001856"/>
            <a:ext cx="2560637" cy="923330"/>
          </a:xfrm>
          <a:prstGeom prst="rect">
            <a:avLst/>
          </a:prstGeom>
          <a:noFill/>
        </p:spPr>
        <p:txBody>
          <a:bodyPr wrap="none" rtlCol="0">
            <a:spAutoFit/>
          </a:bodyPr>
          <a:lstStyle/>
          <a:p>
            <a:r>
              <a:rPr lang="en-US" sz="5400" dirty="0"/>
              <a:t>Can we?</a:t>
            </a:r>
          </a:p>
        </p:txBody>
      </p:sp>
      <p:sp>
        <p:nvSpPr>
          <p:cNvPr id="2" name="Footer Placeholder 1">
            <a:extLst>
              <a:ext uri="{FF2B5EF4-FFF2-40B4-BE49-F238E27FC236}">
                <a16:creationId xmlns:a16="http://schemas.microsoft.com/office/drawing/2014/main" id="{061466AC-6C72-38B1-FD22-DADCEDEC324C}"/>
              </a:ext>
            </a:extLst>
          </p:cNvPr>
          <p:cNvSpPr>
            <a:spLocks noGrp="1"/>
          </p:cNvSpPr>
          <p:nvPr>
            <p:ph type="ftr" sz="quarter" idx="11"/>
          </p:nvPr>
        </p:nvSpPr>
        <p:spPr/>
        <p:txBody>
          <a:bodyPr/>
          <a:lstStyle/>
          <a:p>
            <a:r>
              <a:rPr lang="en-US"/>
              <a:t>Christine Aidala - University of Michigan</a:t>
            </a:r>
            <a:endParaRPr lang="en-US" dirty="0"/>
          </a:p>
        </p:txBody>
      </p:sp>
      <p:sp>
        <p:nvSpPr>
          <p:cNvPr id="5" name="Slide Number Placeholder 4">
            <a:extLst>
              <a:ext uri="{FF2B5EF4-FFF2-40B4-BE49-F238E27FC236}">
                <a16:creationId xmlns:a16="http://schemas.microsoft.com/office/drawing/2014/main" id="{FF3D76F1-20FB-7DC4-F427-7C0F74473456}"/>
              </a:ext>
            </a:extLst>
          </p:cNvPr>
          <p:cNvSpPr>
            <a:spLocks noGrp="1"/>
          </p:cNvSpPr>
          <p:nvPr>
            <p:ph type="sldNum" sz="quarter" idx="12"/>
          </p:nvPr>
        </p:nvSpPr>
        <p:spPr/>
        <p:txBody>
          <a:bodyPr/>
          <a:lstStyle/>
          <a:p>
            <a:fld id="{F47845EA-7733-40EE-B074-20032348B727}" type="slidenum">
              <a:rPr lang="en-US" smtClean="0"/>
              <a:t>16</a:t>
            </a:fld>
            <a:endParaRPr lang="en-US"/>
          </a:p>
        </p:txBody>
      </p:sp>
    </p:spTree>
    <p:extLst>
      <p:ext uri="{BB962C8B-B14F-4D97-AF65-F5344CB8AC3E}">
        <p14:creationId xmlns:p14="http://schemas.microsoft.com/office/powerpoint/2010/main" val="3783884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E55956-4187-4D36-C12C-930DDDBAF4B7}"/>
              </a:ext>
            </a:extLst>
          </p:cNvPr>
          <p:cNvPicPr>
            <a:picLocks noChangeAspect="1"/>
          </p:cNvPicPr>
          <p:nvPr/>
        </p:nvPicPr>
        <p:blipFill>
          <a:blip r:embed="rId2"/>
          <a:stretch>
            <a:fillRect/>
          </a:stretch>
        </p:blipFill>
        <p:spPr>
          <a:xfrm>
            <a:off x="700668" y="502166"/>
            <a:ext cx="3721958" cy="2680696"/>
          </a:xfrm>
          <a:prstGeom prst="rect">
            <a:avLst/>
          </a:prstGeom>
        </p:spPr>
      </p:pic>
      <p:grpSp>
        <p:nvGrpSpPr>
          <p:cNvPr id="7" name="Group 6">
            <a:extLst>
              <a:ext uri="{FF2B5EF4-FFF2-40B4-BE49-F238E27FC236}">
                <a16:creationId xmlns:a16="http://schemas.microsoft.com/office/drawing/2014/main" id="{C5B5664E-C8B9-7E4B-85EF-E4DCC46A0FD7}"/>
              </a:ext>
            </a:extLst>
          </p:cNvPr>
          <p:cNvGrpSpPr/>
          <p:nvPr/>
        </p:nvGrpSpPr>
        <p:grpSpPr>
          <a:xfrm>
            <a:off x="5390103" y="287251"/>
            <a:ext cx="5811253" cy="2936994"/>
            <a:chOff x="4902868" y="594274"/>
            <a:chExt cx="5811253" cy="2936994"/>
          </a:xfrm>
        </p:grpSpPr>
        <p:pic>
          <p:nvPicPr>
            <p:cNvPr id="5" name="Picture 4">
              <a:extLst>
                <a:ext uri="{FF2B5EF4-FFF2-40B4-BE49-F238E27FC236}">
                  <a16:creationId xmlns:a16="http://schemas.microsoft.com/office/drawing/2014/main" id="{F84F0959-466D-E260-1A33-473957097F75}"/>
                </a:ext>
              </a:extLst>
            </p:cNvPr>
            <p:cNvPicPr>
              <a:picLocks noChangeAspect="1"/>
            </p:cNvPicPr>
            <p:nvPr/>
          </p:nvPicPr>
          <p:blipFill>
            <a:blip r:embed="rId3"/>
            <a:stretch>
              <a:fillRect/>
            </a:stretch>
          </p:blipFill>
          <p:spPr>
            <a:xfrm>
              <a:off x="4908882" y="594274"/>
              <a:ext cx="5796407" cy="2936994"/>
            </a:xfrm>
            <a:prstGeom prst="rect">
              <a:avLst/>
            </a:prstGeom>
          </p:spPr>
        </p:pic>
        <p:sp>
          <p:nvSpPr>
            <p:cNvPr id="6" name="Rectangle 5">
              <a:extLst>
                <a:ext uri="{FF2B5EF4-FFF2-40B4-BE49-F238E27FC236}">
                  <a16:creationId xmlns:a16="http://schemas.microsoft.com/office/drawing/2014/main" id="{BF0D3F9D-4CEA-BEF2-28D7-BC14437394EA}"/>
                </a:ext>
              </a:extLst>
            </p:cNvPr>
            <p:cNvSpPr/>
            <p:nvPr/>
          </p:nvSpPr>
          <p:spPr>
            <a:xfrm>
              <a:off x="4902868" y="2370220"/>
              <a:ext cx="5811253" cy="1161048"/>
            </a:xfrm>
            <a:prstGeom prst="rect">
              <a:avLst/>
            </a:prstGeom>
            <a:gradFill>
              <a:gsLst>
                <a:gs pos="0">
                  <a:schemeClr val="bg1">
                    <a:alpha val="0"/>
                  </a:schemeClr>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87E30018-A31B-2585-091A-BF1A891F8411}"/>
              </a:ext>
            </a:extLst>
          </p:cNvPr>
          <p:cNvPicPr>
            <a:picLocks noChangeAspect="1"/>
          </p:cNvPicPr>
          <p:nvPr/>
        </p:nvPicPr>
        <p:blipFill>
          <a:blip r:embed="rId4"/>
          <a:stretch>
            <a:fillRect/>
          </a:stretch>
        </p:blipFill>
        <p:spPr>
          <a:xfrm>
            <a:off x="1069883" y="3406163"/>
            <a:ext cx="7163017" cy="3105289"/>
          </a:xfrm>
          <a:prstGeom prst="rect">
            <a:avLst/>
          </a:prstGeom>
        </p:spPr>
      </p:pic>
      <p:sp>
        <p:nvSpPr>
          <p:cNvPr id="10" name="TextBox 9">
            <a:extLst>
              <a:ext uri="{FF2B5EF4-FFF2-40B4-BE49-F238E27FC236}">
                <a16:creationId xmlns:a16="http://schemas.microsoft.com/office/drawing/2014/main" id="{8532CCA9-DF27-8568-C799-C55F9B7BD3E2}"/>
              </a:ext>
            </a:extLst>
          </p:cNvPr>
          <p:cNvSpPr txBox="1"/>
          <p:nvPr/>
        </p:nvSpPr>
        <p:spPr>
          <a:xfrm>
            <a:off x="2561647" y="2905863"/>
            <a:ext cx="931665" cy="276999"/>
          </a:xfrm>
          <a:prstGeom prst="rect">
            <a:avLst/>
          </a:prstGeom>
          <a:noFill/>
        </p:spPr>
        <p:txBody>
          <a:bodyPr wrap="none" rtlCol="0">
            <a:spAutoFit/>
          </a:bodyPr>
          <a:lstStyle/>
          <a:p>
            <a:r>
              <a:rPr lang="en-US" sz="1200" dirty="0">
                <a:solidFill>
                  <a:schemeClr val="tx1">
                    <a:lumMod val="50000"/>
                    <a:lumOff val="50000"/>
                  </a:schemeClr>
                </a:solidFill>
              </a:rPr>
              <a:t>06/01/2024</a:t>
            </a:r>
          </a:p>
        </p:txBody>
      </p:sp>
      <p:sp>
        <p:nvSpPr>
          <p:cNvPr id="2" name="Footer Placeholder 1">
            <a:extLst>
              <a:ext uri="{FF2B5EF4-FFF2-40B4-BE49-F238E27FC236}">
                <a16:creationId xmlns:a16="http://schemas.microsoft.com/office/drawing/2014/main" id="{DA592B7B-F719-0180-FDD3-B2B8C69BE501}"/>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AEFEE983-5F70-7CFB-83AA-1080F6B48BF6}"/>
              </a:ext>
            </a:extLst>
          </p:cNvPr>
          <p:cNvSpPr>
            <a:spLocks noGrp="1"/>
          </p:cNvSpPr>
          <p:nvPr>
            <p:ph type="sldNum" sz="quarter" idx="12"/>
          </p:nvPr>
        </p:nvSpPr>
        <p:spPr/>
        <p:txBody>
          <a:bodyPr/>
          <a:lstStyle/>
          <a:p>
            <a:fld id="{F47845EA-7733-40EE-B074-20032348B727}" type="slidenum">
              <a:rPr lang="en-US" smtClean="0"/>
              <a:t>17</a:t>
            </a:fld>
            <a:endParaRPr lang="en-US"/>
          </a:p>
        </p:txBody>
      </p:sp>
    </p:spTree>
    <p:extLst>
      <p:ext uri="{BB962C8B-B14F-4D97-AF65-F5344CB8AC3E}">
        <p14:creationId xmlns:p14="http://schemas.microsoft.com/office/powerpoint/2010/main" val="38318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9613D73-FF3F-9C8A-FE70-80D9287D22BF}"/>
              </a:ext>
            </a:extLst>
          </p:cNvPr>
          <p:cNvPicPr>
            <a:picLocks noChangeAspect="1"/>
          </p:cNvPicPr>
          <p:nvPr/>
        </p:nvPicPr>
        <p:blipFill>
          <a:blip r:embed="rId2"/>
          <a:stretch>
            <a:fillRect/>
          </a:stretch>
        </p:blipFill>
        <p:spPr>
          <a:xfrm>
            <a:off x="948832" y="1433977"/>
            <a:ext cx="7102777" cy="4006091"/>
          </a:xfrm>
          <a:prstGeom prst="rect">
            <a:avLst/>
          </a:prstGeom>
        </p:spPr>
      </p:pic>
      <p:sp>
        <p:nvSpPr>
          <p:cNvPr id="4" name="Rectangle 3">
            <a:extLst>
              <a:ext uri="{FF2B5EF4-FFF2-40B4-BE49-F238E27FC236}">
                <a16:creationId xmlns:a16="http://schemas.microsoft.com/office/drawing/2014/main" id="{5E46D4B4-7D84-0E3E-41C1-2D78F73DDEDA}"/>
              </a:ext>
            </a:extLst>
          </p:cNvPr>
          <p:cNvSpPr/>
          <p:nvPr/>
        </p:nvSpPr>
        <p:spPr>
          <a:xfrm>
            <a:off x="1117935" y="4403510"/>
            <a:ext cx="6818363" cy="1049233"/>
          </a:xfrm>
          <a:prstGeom prst="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19C4AF6-9F01-9E4D-3206-16E58AD0F75E}"/>
              </a:ext>
            </a:extLst>
          </p:cNvPr>
          <p:cNvSpPr txBox="1"/>
          <p:nvPr/>
        </p:nvSpPr>
        <p:spPr>
          <a:xfrm>
            <a:off x="2430707" y="4743460"/>
            <a:ext cx="3970895" cy="369332"/>
          </a:xfrm>
          <a:prstGeom prst="rect">
            <a:avLst/>
          </a:prstGeom>
          <a:noFill/>
        </p:spPr>
        <p:txBody>
          <a:bodyPr wrap="none" rtlCol="0">
            <a:spAutoFit/>
          </a:bodyPr>
          <a:lstStyle/>
          <a:p>
            <a:r>
              <a:rPr lang="en-US" dirty="0"/>
              <a:t>excluded by 3</a:t>
            </a:r>
            <a:r>
              <a:rPr lang="en-US" baseline="30000" dirty="0"/>
              <a:t>rd</a:t>
            </a:r>
            <a:r>
              <a:rPr lang="en-US" dirty="0"/>
              <a:t> law of thermodynamics</a:t>
            </a:r>
          </a:p>
        </p:txBody>
      </p:sp>
      <p:sp>
        <p:nvSpPr>
          <p:cNvPr id="7" name="TextBox 6">
            <a:extLst>
              <a:ext uri="{FF2B5EF4-FFF2-40B4-BE49-F238E27FC236}">
                <a16:creationId xmlns:a16="http://schemas.microsoft.com/office/drawing/2014/main" id="{90FFC06A-0928-DEDE-FDD1-A65C57640215}"/>
              </a:ext>
            </a:extLst>
          </p:cNvPr>
          <p:cNvSpPr txBox="1"/>
          <p:nvPr/>
        </p:nvSpPr>
        <p:spPr>
          <a:xfrm rot="20747837">
            <a:off x="1436330" y="2060529"/>
            <a:ext cx="2817118" cy="369332"/>
          </a:xfrm>
          <a:prstGeom prst="rect">
            <a:avLst/>
          </a:prstGeom>
          <a:noFill/>
        </p:spPr>
        <p:txBody>
          <a:bodyPr wrap="none" rtlCol="0">
            <a:spAutoFit/>
          </a:bodyPr>
          <a:lstStyle/>
          <a:p>
            <a:r>
              <a:rPr lang="en-US" dirty="0"/>
              <a:t>excluded by gaussian bound</a:t>
            </a:r>
          </a:p>
        </p:txBody>
      </p:sp>
      <p:sp>
        <p:nvSpPr>
          <p:cNvPr id="11" name="Freeform: Shape 10">
            <a:extLst>
              <a:ext uri="{FF2B5EF4-FFF2-40B4-BE49-F238E27FC236}">
                <a16:creationId xmlns:a16="http://schemas.microsoft.com/office/drawing/2014/main" id="{90A31EF0-26DD-48A0-4D13-625C9D2E9572}"/>
              </a:ext>
            </a:extLst>
          </p:cNvPr>
          <p:cNvSpPr/>
          <p:nvPr/>
        </p:nvSpPr>
        <p:spPr>
          <a:xfrm>
            <a:off x="1117935" y="1614618"/>
            <a:ext cx="6925435" cy="3825882"/>
          </a:xfrm>
          <a:custGeom>
            <a:avLst/>
            <a:gdLst>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6350 w 5476989"/>
              <a:gd name="connsiteY0" fmla="*/ 191140 h 2663295"/>
              <a:gd name="connsiteX1" fmla="*/ 0 w 5476989"/>
              <a:gd name="connsiteY1" fmla="*/ 2626365 h 2663295"/>
              <a:gd name="connsiteX2" fmla="*/ 422275 w 5476989"/>
              <a:gd name="connsiteY2" fmla="*/ 1594490 h 2663295"/>
              <a:gd name="connsiteX3" fmla="*/ 2212975 w 5476989"/>
              <a:gd name="connsiteY3" fmla="*/ 676915 h 2663295"/>
              <a:gd name="connsiteX4" fmla="*/ 4038600 w 5476989"/>
              <a:gd name="connsiteY4" fmla="*/ 330840 h 2663295"/>
              <a:gd name="connsiteX5" fmla="*/ 5299075 w 5476989"/>
              <a:gd name="connsiteY5" fmla="*/ 175265 h 2663295"/>
              <a:gd name="connsiteX6" fmla="*/ 6350 w 5476989"/>
              <a:gd name="connsiteY6" fmla="*/ 191140 h 2663295"/>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96520"/>
              <a:gd name="connsiteX1" fmla="*/ 0 w 5476989"/>
              <a:gd name="connsiteY1" fmla="*/ 2451100 h 2496520"/>
              <a:gd name="connsiteX2" fmla="*/ 422275 w 5476989"/>
              <a:gd name="connsiteY2" fmla="*/ 1419225 h 2496520"/>
              <a:gd name="connsiteX3" fmla="*/ 2212975 w 5476989"/>
              <a:gd name="connsiteY3" fmla="*/ 501650 h 2496520"/>
              <a:gd name="connsiteX4" fmla="*/ 4038600 w 5476989"/>
              <a:gd name="connsiteY4" fmla="*/ 155575 h 2496520"/>
              <a:gd name="connsiteX5" fmla="*/ 5299075 w 5476989"/>
              <a:gd name="connsiteY5" fmla="*/ 0 h 2496520"/>
              <a:gd name="connsiteX6" fmla="*/ 6350 w 5476989"/>
              <a:gd name="connsiteY6" fmla="*/ 15875 h 2496520"/>
              <a:gd name="connsiteX0" fmla="*/ 6350 w 5476989"/>
              <a:gd name="connsiteY0" fmla="*/ 15875 h 2451100"/>
              <a:gd name="connsiteX1" fmla="*/ 0 w 5476989"/>
              <a:gd name="connsiteY1" fmla="*/ 2451100 h 2451100"/>
              <a:gd name="connsiteX2" fmla="*/ 422275 w 5476989"/>
              <a:gd name="connsiteY2" fmla="*/ 1419225 h 2451100"/>
              <a:gd name="connsiteX3" fmla="*/ 2212975 w 5476989"/>
              <a:gd name="connsiteY3" fmla="*/ 501650 h 2451100"/>
              <a:gd name="connsiteX4" fmla="*/ 4038600 w 5476989"/>
              <a:gd name="connsiteY4" fmla="*/ 155575 h 2451100"/>
              <a:gd name="connsiteX5" fmla="*/ 5299075 w 5476989"/>
              <a:gd name="connsiteY5" fmla="*/ 0 h 2451100"/>
              <a:gd name="connsiteX6" fmla="*/ 6350 w 5476989"/>
              <a:gd name="connsiteY6" fmla="*/ 15875 h 2451100"/>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299075"/>
              <a:gd name="connsiteY0" fmla="*/ 15875 h 2473325"/>
              <a:gd name="connsiteX1" fmla="*/ 0 w 5299075"/>
              <a:gd name="connsiteY1" fmla="*/ 2473325 h 2473325"/>
              <a:gd name="connsiteX2" fmla="*/ 422275 w 5299075"/>
              <a:gd name="connsiteY2" fmla="*/ 1419225 h 2473325"/>
              <a:gd name="connsiteX3" fmla="*/ 2212975 w 5299075"/>
              <a:gd name="connsiteY3" fmla="*/ 501650 h 2473325"/>
              <a:gd name="connsiteX4" fmla="*/ 4038600 w 5299075"/>
              <a:gd name="connsiteY4" fmla="*/ 155575 h 2473325"/>
              <a:gd name="connsiteX5" fmla="*/ 5299075 w 5299075"/>
              <a:gd name="connsiteY5" fmla="*/ 0 h 2473325"/>
              <a:gd name="connsiteX6" fmla="*/ 6350 w 5299075"/>
              <a:gd name="connsiteY6" fmla="*/ 15875 h 2473325"/>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35980 w 5296455"/>
              <a:gd name="connsiteY4" fmla="*/ 155575 h 2541444"/>
              <a:gd name="connsiteX5" fmla="*/ 5296455 w 5296455"/>
              <a:gd name="connsiteY5" fmla="*/ 0 h 2541444"/>
              <a:gd name="connsiteX6" fmla="*/ 3730 w 5296455"/>
              <a:gd name="connsiteY6" fmla="*/ 15875 h 2541444"/>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25500 w 5296455"/>
              <a:gd name="connsiteY4" fmla="*/ 176534 h 2541444"/>
              <a:gd name="connsiteX5" fmla="*/ 5296455 w 5296455"/>
              <a:gd name="connsiteY5" fmla="*/ 0 h 2541444"/>
              <a:gd name="connsiteX6" fmla="*/ 3730 w 5296455"/>
              <a:gd name="connsiteY6" fmla="*/ 15875 h 2541444"/>
              <a:gd name="connsiteX0" fmla="*/ 3730 w 4761990"/>
              <a:gd name="connsiteY0" fmla="*/ 0 h 2525569"/>
              <a:gd name="connsiteX1" fmla="*/ 0 w 4761990"/>
              <a:gd name="connsiteY1" fmla="*/ 2525569 h 2525569"/>
              <a:gd name="connsiteX2" fmla="*/ 419655 w 4761990"/>
              <a:gd name="connsiteY2" fmla="*/ 1403350 h 2525569"/>
              <a:gd name="connsiteX3" fmla="*/ 2210355 w 4761990"/>
              <a:gd name="connsiteY3" fmla="*/ 485775 h 2525569"/>
              <a:gd name="connsiteX4" fmla="*/ 4025500 w 4761990"/>
              <a:gd name="connsiteY4" fmla="*/ 160659 h 2525569"/>
              <a:gd name="connsiteX5" fmla="*/ 4761990 w 4761990"/>
              <a:gd name="connsiteY5" fmla="*/ 60104 h 2525569"/>
              <a:gd name="connsiteX6" fmla="*/ 3730 w 4761990"/>
              <a:gd name="connsiteY6" fmla="*/ 0 h 2525569"/>
              <a:gd name="connsiteX0" fmla="*/ 72 w 4802871"/>
              <a:gd name="connsiteY0" fmla="*/ 8016 h 2465466"/>
              <a:gd name="connsiteX1" fmla="*/ 40881 w 4802871"/>
              <a:gd name="connsiteY1" fmla="*/ 2465466 h 2465466"/>
              <a:gd name="connsiteX2" fmla="*/ 460536 w 4802871"/>
              <a:gd name="connsiteY2" fmla="*/ 1343247 h 2465466"/>
              <a:gd name="connsiteX3" fmla="*/ 2251236 w 4802871"/>
              <a:gd name="connsiteY3" fmla="*/ 425672 h 2465466"/>
              <a:gd name="connsiteX4" fmla="*/ 4066381 w 4802871"/>
              <a:gd name="connsiteY4" fmla="*/ 100556 h 2465466"/>
              <a:gd name="connsiteX5" fmla="*/ 4802871 w 4802871"/>
              <a:gd name="connsiteY5" fmla="*/ 1 h 2465466"/>
              <a:gd name="connsiteX6" fmla="*/ 72 w 4802871"/>
              <a:gd name="connsiteY6" fmla="*/ 8016 h 2465466"/>
              <a:gd name="connsiteX0" fmla="*/ 72 w 4802871"/>
              <a:gd name="connsiteY0" fmla="*/ 0 h 2473170"/>
              <a:gd name="connsiteX1" fmla="*/ 40881 w 4802871"/>
              <a:gd name="connsiteY1" fmla="*/ 2473170 h 2473170"/>
              <a:gd name="connsiteX2" fmla="*/ 460536 w 4802871"/>
              <a:gd name="connsiteY2" fmla="*/ 1350951 h 2473170"/>
              <a:gd name="connsiteX3" fmla="*/ 2251236 w 4802871"/>
              <a:gd name="connsiteY3" fmla="*/ 433376 h 2473170"/>
              <a:gd name="connsiteX4" fmla="*/ 4066381 w 4802871"/>
              <a:gd name="connsiteY4" fmla="*/ 108260 h 2473170"/>
              <a:gd name="connsiteX5" fmla="*/ 4802871 w 4802871"/>
              <a:gd name="connsiteY5" fmla="*/ 7705 h 2473170"/>
              <a:gd name="connsiteX6" fmla="*/ 72 w 4802871"/>
              <a:gd name="connsiteY6" fmla="*/ 0 h 2473170"/>
              <a:gd name="connsiteX0" fmla="*/ 343568 w 5146367"/>
              <a:gd name="connsiteY0" fmla="*/ 0 h 2506306"/>
              <a:gd name="connsiteX1" fmla="*/ 385423 w 5146367"/>
              <a:gd name="connsiteY1" fmla="*/ 2007326 h 2506306"/>
              <a:gd name="connsiteX2" fmla="*/ 384377 w 5146367"/>
              <a:gd name="connsiteY2" fmla="*/ 2473170 h 2506306"/>
              <a:gd name="connsiteX3" fmla="*/ 804032 w 5146367"/>
              <a:gd name="connsiteY3" fmla="*/ 1350951 h 2506306"/>
              <a:gd name="connsiteX4" fmla="*/ 2594732 w 5146367"/>
              <a:gd name="connsiteY4" fmla="*/ 433376 h 2506306"/>
              <a:gd name="connsiteX5" fmla="*/ 4409877 w 5146367"/>
              <a:gd name="connsiteY5" fmla="*/ 108260 h 2506306"/>
              <a:gd name="connsiteX6" fmla="*/ 5146367 w 5146367"/>
              <a:gd name="connsiteY6" fmla="*/ 7705 h 2506306"/>
              <a:gd name="connsiteX7" fmla="*/ 343568 w 5146367"/>
              <a:gd name="connsiteY7" fmla="*/ 0 h 2506306"/>
              <a:gd name="connsiteX0" fmla="*/ 0 w 4802799"/>
              <a:gd name="connsiteY0" fmla="*/ 0 h 2506306"/>
              <a:gd name="connsiteX1" fmla="*/ 41855 w 4802799"/>
              <a:gd name="connsiteY1" fmla="*/ 2007326 h 2506306"/>
              <a:gd name="connsiteX2" fmla="*/ 40809 w 4802799"/>
              <a:gd name="connsiteY2" fmla="*/ 2473170 h 2506306"/>
              <a:gd name="connsiteX3" fmla="*/ 460464 w 4802799"/>
              <a:gd name="connsiteY3" fmla="*/ 1350951 h 2506306"/>
              <a:gd name="connsiteX4" fmla="*/ 2251164 w 4802799"/>
              <a:gd name="connsiteY4" fmla="*/ 433376 h 2506306"/>
              <a:gd name="connsiteX5" fmla="*/ 4066309 w 4802799"/>
              <a:gd name="connsiteY5" fmla="*/ 108260 h 2506306"/>
              <a:gd name="connsiteX6" fmla="*/ 4802799 w 4802799"/>
              <a:gd name="connsiteY6" fmla="*/ 7705 h 2506306"/>
              <a:gd name="connsiteX7" fmla="*/ 0 w 4802799"/>
              <a:gd name="connsiteY7" fmla="*/ 0 h 2506306"/>
              <a:gd name="connsiteX0" fmla="*/ 0 w 4802799"/>
              <a:gd name="connsiteY0" fmla="*/ 0 h 2473170"/>
              <a:gd name="connsiteX1" fmla="*/ 41855 w 4802799"/>
              <a:gd name="connsiteY1" fmla="*/ 2007326 h 2473170"/>
              <a:gd name="connsiteX2" fmla="*/ 40809 w 4802799"/>
              <a:gd name="connsiteY2" fmla="*/ 2473170 h 2473170"/>
              <a:gd name="connsiteX3" fmla="*/ 460464 w 4802799"/>
              <a:gd name="connsiteY3" fmla="*/ 1350951 h 2473170"/>
              <a:gd name="connsiteX4" fmla="*/ 2251164 w 4802799"/>
              <a:gd name="connsiteY4" fmla="*/ 433376 h 2473170"/>
              <a:gd name="connsiteX5" fmla="*/ 4066309 w 4802799"/>
              <a:gd name="connsiteY5" fmla="*/ 108260 h 2473170"/>
              <a:gd name="connsiteX6" fmla="*/ 4802799 w 4802799"/>
              <a:gd name="connsiteY6" fmla="*/ 7705 h 2473170"/>
              <a:gd name="connsiteX7" fmla="*/ 0 w 4802799"/>
              <a:gd name="connsiteY7" fmla="*/ 0 h 2473170"/>
              <a:gd name="connsiteX0" fmla="*/ 13165 w 4815964"/>
              <a:gd name="connsiteY0" fmla="*/ 0 h 2509198"/>
              <a:gd name="connsiteX1" fmla="*/ 1 w 4815964"/>
              <a:gd name="connsiteY1" fmla="*/ 2463193 h 2509198"/>
              <a:gd name="connsiteX2" fmla="*/ 53974 w 4815964"/>
              <a:gd name="connsiteY2" fmla="*/ 2473170 h 2509198"/>
              <a:gd name="connsiteX3" fmla="*/ 473629 w 4815964"/>
              <a:gd name="connsiteY3" fmla="*/ 1350951 h 2509198"/>
              <a:gd name="connsiteX4" fmla="*/ 2264329 w 4815964"/>
              <a:gd name="connsiteY4" fmla="*/ 433376 h 2509198"/>
              <a:gd name="connsiteX5" fmla="*/ 4079474 w 4815964"/>
              <a:gd name="connsiteY5" fmla="*/ 108260 h 2509198"/>
              <a:gd name="connsiteX6" fmla="*/ 4815964 w 4815964"/>
              <a:gd name="connsiteY6" fmla="*/ 7705 h 2509198"/>
              <a:gd name="connsiteX7" fmla="*/ 13165 w 4815964"/>
              <a:gd name="connsiteY7" fmla="*/ 0 h 2509198"/>
              <a:gd name="connsiteX0" fmla="*/ 13164 w 4815963"/>
              <a:gd name="connsiteY0" fmla="*/ 0 h 2473170"/>
              <a:gd name="connsiteX1" fmla="*/ 0 w 4815963"/>
              <a:gd name="connsiteY1" fmla="*/ 246319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13164 w 4815963"/>
              <a:gd name="connsiteY0" fmla="*/ 0 h 2473170"/>
              <a:gd name="connsiteX1" fmla="*/ 0 w 4815963"/>
              <a:gd name="connsiteY1" fmla="*/ 247105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18519" h="2478409">
                <a:moveTo>
                  <a:pt x="0" y="0"/>
                </a:moveTo>
                <a:lnTo>
                  <a:pt x="2556" y="2476292"/>
                </a:lnTo>
                <a:lnTo>
                  <a:pt x="56529" y="2478409"/>
                </a:lnTo>
                <a:cubicBezTo>
                  <a:pt x="100450" y="2309076"/>
                  <a:pt x="123512" y="1779995"/>
                  <a:pt x="468324" y="1350951"/>
                </a:cubicBezTo>
                <a:cubicBezTo>
                  <a:pt x="813136" y="921907"/>
                  <a:pt x="1664599" y="589838"/>
                  <a:pt x="2266884" y="438615"/>
                </a:cubicBezTo>
                <a:cubicBezTo>
                  <a:pt x="2869169" y="287392"/>
                  <a:pt x="3567680" y="181387"/>
                  <a:pt x="4082029" y="113499"/>
                </a:cubicBezTo>
                <a:cubicBezTo>
                  <a:pt x="4596379" y="29891"/>
                  <a:pt x="4421950" y="60942"/>
                  <a:pt x="4818519" y="12944"/>
                </a:cubicBezTo>
                <a:lnTo>
                  <a:pt x="0" y="0"/>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Connector 12">
            <a:extLst>
              <a:ext uri="{FF2B5EF4-FFF2-40B4-BE49-F238E27FC236}">
                <a16:creationId xmlns:a16="http://schemas.microsoft.com/office/drawing/2014/main" id="{5BA58D43-7E57-CF93-B12A-E0EDA135BD67}"/>
              </a:ext>
            </a:extLst>
          </p:cNvPr>
          <p:cNvCxnSpPr>
            <a:cxnSpLocks/>
          </p:cNvCxnSpPr>
          <p:nvPr/>
        </p:nvCxnSpPr>
        <p:spPr>
          <a:xfrm>
            <a:off x="948832" y="5799438"/>
            <a:ext cx="651016" cy="0"/>
          </a:xfrm>
          <a:prstGeom prst="line">
            <a:avLst/>
          </a:prstGeom>
          <a:ln w="28575">
            <a:solidFill>
              <a:srgbClr val="4F86B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4376E72-FE14-C715-09F2-EAAA63B61402}"/>
              </a:ext>
            </a:extLst>
          </p:cNvPr>
          <p:cNvCxnSpPr>
            <a:cxnSpLocks/>
          </p:cNvCxnSpPr>
          <p:nvPr/>
        </p:nvCxnSpPr>
        <p:spPr>
          <a:xfrm>
            <a:off x="948832" y="6042454"/>
            <a:ext cx="651016" cy="0"/>
          </a:xfrm>
          <a:prstGeom prst="line">
            <a:avLst/>
          </a:prstGeom>
          <a:ln w="28575">
            <a:solidFill>
              <a:srgbClr val="C6423E"/>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AA5E8B6-8600-02F8-342F-83ACE9A2BF68}"/>
              </a:ext>
            </a:extLst>
          </p:cNvPr>
          <p:cNvSpPr txBox="1"/>
          <p:nvPr/>
        </p:nvSpPr>
        <p:spPr>
          <a:xfrm>
            <a:off x="1599848" y="5594348"/>
            <a:ext cx="937757" cy="369332"/>
          </a:xfrm>
          <a:prstGeom prst="rect">
            <a:avLst/>
          </a:prstGeom>
          <a:noFill/>
        </p:spPr>
        <p:txBody>
          <a:bodyPr wrap="none" rtlCol="0">
            <a:spAutoFit/>
          </a:bodyPr>
          <a:lstStyle/>
          <a:p>
            <a:r>
              <a:rPr lang="en-US" dirty="0"/>
              <a:t>classical</a:t>
            </a:r>
          </a:p>
        </p:txBody>
      </p:sp>
      <p:sp>
        <p:nvSpPr>
          <p:cNvPr id="16" name="TextBox 15">
            <a:extLst>
              <a:ext uri="{FF2B5EF4-FFF2-40B4-BE49-F238E27FC236}">
                <a16:creationId xmlns:a16="http://schemas.microsoft.com/office/drawing/2014/main" id="{10FBD2D4-42AF-40E3-3215-E3ADF960B34E}"/>
              </a:ext>
            </a:extLst>
          </p:cNvPr>
          <p:cNvSpPr txBox="1"/>
          <p:nvPr/>
        </p:nvSpPr>
        <p:spPr>
          <a:xfrm>
            <a:off x="1599848" y="5834362"/>
            <a:ext cx="1041760" cy="369332"/>
          </a:xfrm>
          <a:prstGeom prst="rect">
            <a:avLst/>
          </a:prstGeom>
          <a:noFill/>
        </p:spPr>
        <p:txBody>
          <a:bodyPr wrap="none" rtlCol="0">
            <a:spAutoFit/>
          </a:bodyPr>
          <a:lstStyle/>
          <a:p>
            <a:r>
              <a:rPr lang="en-US" dirty="0"/>
              <a:t>quantum</a:t>
            </a:r>
          </a:p>
        </p:txBody>
      </p:sp>
      <p:sp>
        <p:nvSpPr>
          <p:cNvPr id="22" name="Freeform: Shape 21">
            <a:extLst>
              <a:ext uri="{FF2B5EF4-FFF2-40B4-BE49-F238E27FC236}">
                <a16:creationId xmlns:a16="http://schemas.microsoft.com/office/drawing/2014/main" id="{65BBB6CC-2CC6-D0FC-7C67-39CC900D3282}"/>
              </a:ext>
            </a:extLst>
          </p:cNvPr>
          <p:cNvSpPr/>
          <p:nvPr/>
        </p:nvSpPr>
        <p:spPr>
          <a:xfrm>
            <a:off x="1426407" y="3032840"/>
            <a:ext cx="1143602" cy="1366372"/>
          </a:xfrm>
          <a:custGeom>
            <a:avLst/>
            <a:gdLst>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410155 w 5880794"/>
              <a:gd name="connsiteY0" fmla="*/ 191140 h 2663295"/>
              <a:gd name="connsiteX1" fmla="*/ 403805 w 5880794"/>
              <a:gd name="connsiteY1" fmla="*/ 2626365 h 2663295"/>
              <a:gd name="connsiteX2" fmla="*/ 826080 w 5880794"/>
              <a:gd name="connsiteY2" fmla="*/ 1594490 h 2663295"/>
              <a:gd name="connsiteX3" fmla="*/ 2616780 w 5880794"/>
              <a:gd name="connsiteY3" fmla="*/ 676915 h 2663295"/>
              <a:gd name="connsiteX4" fmla="*/ 4442405 w 5880794"/>
              <a:gd name="connsiteY4" fmla="*/ 330840 h 2663295"/>
              <a:gd name="connsiteX5" fmla="*/ 5702880 w 5880794"/>
              <a:gd name="connsiteY5" fmla="*/ 175265 h 2663295"/>
              <a:gd name="connsiteX6" fmla="*/ 410155 w 5880794"/>
              <a:gd name="connsiteY6" fmla="*/ 191140 h 2663295"/>
              <a:gd name="connsiteX0" fmla="*/ 6350 w 5476989"/>
              <a:gd name="connsiteY0" fmla="*/ 191140 h 2663295"/>
              <a:gd name="connsiteX1" fmla="*/ 0 w 5476989"/>
              <a:gd name="connsiteY1" fmla="*/ 2626365 h 2663295"/>
              <a:gd name="connsiteX2" fmla="*/ 422275 w 5476989"/>
              <a:gd name="connsiteY2" fmla="*/ 1594490 h 2663295"/>
              <a:gd name="connsiteX3" fmla="*/ 2212975 w 5476989"/>
              <a:gd name="connsiteY3" fmla="*/ 676915 h 2663295"/>
              <a:gd name="connsiteX4" fmla="*/ 4038600 w 5476989"/>
              <a:gd name="connsiteY4" fmla="*/ 330840 h 2663295"/>
              <a:gd name="connsiteX5" fmla="*/ 5299075 w 5476989"/>
              <a:gd name="connsiteY5" fmla="*/ 175265 h 2663295"/>
              <a:gd name="connsiteX6" fmla="*/ 6350 w 5476989"/>
              <a:gd name="connsiteY6" fmla="*/ 191140 h 2663295"/>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88030"/>
              <a:gd name="connsiteX1" fmla="*/ 0 w 5476989"/>
              <a:gd name="connsiteY1" fmla="*/ 2451100 h 2488030"/>
              <a:gd name="connsiteX2" fmla="*/ 422275 w 5476989"/>
              <a:gd name="connsiteY2" fmla="*/ 1419225 h 2488030"/>
              <a:gd name="connsiteX3" fmla="*/ 2212975 w 5476989"/>
              <a:gd name="connsiteY3" fmla="*/ 501650 h 2488030"/>
              <a:gd name="connsiteX4" fmla="*/ 4038600 w 5476989"/>
              <a:gd name="connsiteY4" fmla="*/ 155575 h 2488030"/>
              <a:gd name="connsiteX5" fmla="*/ 5299075 w 5476989"/>
              <a:gd name="connsiteY5" fmla="*/ 0 h 2488030"/>
              <a:gd name="connsiteX6" fmla="*/ 6350 w 5476989"/>
              <a:gd name="connsiteY6" fmla="*/ 15875 h 2488030"/>
              <a:gd name="connsiteX0" fmla="*/ 6350 w 5476989"/>
              <a:gd name="connsiteY0" fmla="*/ 15875 h 2496520"/>
              <a:gd name="connsiteX1" fmla="*/ 0 w 5476989"/>
              <a:gd name="connsiteY1" fmla="*/ 2451100 h 2496520"/>
              <a:gd name="connsiteX2" fmla="*/ 422275 w 5476989"/>
              <a:gd name="connsiteY2" fmla="*/ 1419225 h 2496520"/>
              <a:gd name="connsiteX3" fmla="*/ 2212975 w 5476989"/>
              <a:gd name="connsiteY3" fmla="*/ 501650 h 2496520"/>
              <a:gd name="connsiteX4" fmla="*/ 4038600 w 5476989"/>
              <a:gd name="connsiteY4" fmla="*/ 155575 h 2496520"/>
              <a:gd name="connsiteX5" fmla="*/ 5299075 w 5476989"/>
              <a:gd name="connsiteY5" fmla="*/ 0 h 2496520"/>
              <a:gd name="connsiteX6" fmla="*/ 6350 w 5476989"/>
              <a:gd name="connsiteY6" fmla="*/ 15875 h 2496520"/>
              <a:gd name="connsiteX0" fmla="*/ 6350 w 5476989"/>
              <a:gd name="connsiteY0" fmla="*/ 15875 h 2451100"/>
              <a:gd name="connsiteX1" fmla="*/ 0 w 5476989"/>
              <a:gd name="connsiteY1" fmla="*/ 2451100 h 2451100"/>
              <a:gd name="connsiteX2" fmla="*/ 422275 w 5476989"/>
              <a:gd name="connsiteY2" fmla="*/ 1419225 h 2451100"/>
              <a:gd name="connsiteX3" fmla="*/ 2212975 w 5476989"/>
              <a:gd name="connsiteY3" fmla="*/ 501650 h 2451100"/>
              <a:gd name="connsiteX4" fmla="*/ 4038600 w 5476989"/>
              <a:gd name="connsiteY4" fmla="*/ 155575 h 2451100"/>
              <a:gd name="connsiteX5" fmla="*/ 5299075 w 5476989"/>
              <a:gd name="connsiteY5" fmla="*/ 0 h 2451100"/>
              <a:gd name="connsiteX6" fmla="*/ 6350 w 5476989"/>
              <a:gd name="connsiteY6" fmla="*/ 15875 h 2451100"/>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476989"/>
              <a:gd name="connsiteY0" fmla="*/ 15875 h 2473325"/>
              <a:gd name="connsiteX1" fmla="*/ 0 w 5476989"/>
              <a:gd name="connsiteY1" fmla="*/ 2473325 h 2473325"/>
              <a:gd name="connsiteX2" fmla="*/ 422275 w 5476989"/>
              <a:gd name="connsiteY2" fmla="*/ 1419225 h 2473325"/>
              <a:gd name="connsiteX3" fmla="*/ 2212975 w 5476989"/>
              <a:gd name="connsiteY3" fmla="*/ 501650 h 2473325"/>
              <a:gd name="connsiteX4" fmla="*/ 4038600 w 5476989"/>
              <a:gd name="connsiteY4" fmla="*/ 155575 h 2473325"/>
              <a:gd name="connsiteX5" fmla="*/ 5299075 w 5476989"/>
              <a:gd name="connsiteY5" fmla="*/ 0 h 2473325"/>
              <a:gd name="connsiteX6" fmla="*/ 6350 w 5476989"/>
              <a:gd name="connsiteY6" fmla="*/ 15875 h 2473325"/>
              <a:gd name="connsiteX0" fmla="*/ 6350 w 5299075"/>
              <a:gd name="connsiteY0" fmla="*/ 15875 h 2473325"/>
              <a:gd name="connsiteX1" fmla="*/ 0 w 5299075"/>
              <a:gd name="connsiteY1" fmla="*/ 2473325 h 2473325"/>
              <a:gd name="connsiteX2" fmla="*/ 422275 w 5299075"/>
              <a:gd name="connsiteY2" fmla="*/ 1419225 h 2473325"/>
              <a:gd name="connsiteX3" fmla="*/ 2212975 w 5299075"/>
              <a:gd name="connsiteY3" fmla="*/ 501650 h 2473325"/>
              <a:gd name="connsiteX4" fmla="*/ 4038600 w 5299075"/>
              <a:gd name="connsiteY4" fmla="*/ 155575 h 2473325"/>
              <a:gd name="connsiteX5" fmla="*/ 5299075 w 5299075"/>
              <a:gd name="connsiteY5" fmla="*/ 0 h 2473325"/>
              <a:gd name="connsiteX6" fmla="*/ 6350 w 5299075"/>
              <a:gd name="connsiteY6" fmla="*/ 15875 h 2473325"/>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35980 w 5296455"/>
              <a:gd name="connsiteY4" fmla="*/ 155575 h 2541444"/>
              <a:gd name="connsiteX5" fmla="*/ 5296455 w 5296455"/>
              <a:gd name="connsiteY5" fmla="*/ 0 h 2541444"/>
              <a:gd name="connsiteX6" fmla="*/ 3730 w 5296455"/>
              <a:gd name="connsiteY6" fmla="*/ 15875 h 2541444"/>
              <a:gd name="connsiteX0" fmla="*/ 3730 w 5296455"/>
              <a:gd name="connsiteY0" fmla="*/ 15875 h 2541444"/>
              <a:gd name="connsiteX1" fmla="*/ 0 w 5296455"/>
              <a:gd name="connsiteY1" fmla="*/ 2541444 h 2541444"/>
              <a:gd name="connsiteX2" fmla="*/ 419655 w 5296455"/>
              <a:gd name="connsiteY2" fmla="*/ 1419225 h 2541444"/>
              <a:gd name="connsiteX3" fmla="*/ 2210355 w 5296455"/>
              <a:gd name="connsiteY3" fmla="*/ 501650 h 2541444"/>
              <a:gd name="connsiteX4" fmla="*/ 4025500 w 5296455"/>
              <a:gd name="connsiteY4" fmla="*/ 176534 h 2541444"/>
              <a:gd name="connsiteX5" fmla="*/ 5296455 w 5296455"/>
              <a:gd name="connsiteY5" fmla="*/ 0 h 2541444"/>
              <a:gd name="connsiteX6" fmla="*/ 3730 w 5296455"/>
              <a:gd name="connsiteY6" fmla="*/ 15875 h 2541444"/>
              <a:gd name="connsiteX0" fmla="*/ 3730 w 4761990"/>
              <a:gd name="connsiteY0" fmla="*/ 0 h 2525569"/>
              <a:gd name="connsiteX1" fmla="*/ 0 w 4761990"/>
              <a:gd name="connsiteY1" fmla="*/ 2525569 h 2525569"/>
              <a:gd name="connsiteX2" fmla="*/ 419655 w 4761990"/>
              <a:gd name="connsiteY2" fmla="*/ 1403350 h 2525569"/>
              <a:gd name="connsiteX3" fmla="*/ 2210355 w 4761990"/>
              <a:gd name="connsiteY3" fmla="*/ 485775 h 2525569"/>
              <a:gd name="connsiteX4" fmla="*/ 4025500 w 4761990"/>
              <a:gd name="connsiteY4" fmla="*/ 160659 h 2525569"/>
              <a:gd name="connsiteX5" fmla="*/ 4761990 w 4761990"/>
              <a:gd name="connsiteY5" fmla="*/ 60104 h 2525569"/>
              <a:gd name="connsiteX6" fmla="*/ 3730 w 4761990"/>
              <a:gd name="connsiteY6" fmla="*/ 0 h 2525569"/>
              <a:gd name="connsiteX0" fmla="*/ 72 w 4802871"/>
              <a:gd name="connsiteY0" fmla="*/ 8016 h 2465466"/>
              <a:gd name="connsiteX1" fmla="*/ 40881 w 4802871"/>
              <a:gd name="connsiteY1" fmla="*/ 2465466 h 2465466"/>
              <a:gd name="connsiteX2" fmla="*/ 460536 w 4802871"/>
              <a:gd name="connsiteY2" fmla="*/ 1343247 h 2465466"/>
              <a:gd name="connsiteX3" fmla="*/ 2251236 w 4802871"/>
              <a:gd name="connsiteY3" fmla="*/ 425672 h 2465466"/>
              <a:gd name="connsiteX4" fmla="*/ 4066381 w 4802871"/>
              <a:gd name="connsiteY4" fmla="*/ 100556 h 2465466"/>
              <a:gd name="connsiteX5" fmla="*/ 4802871 w 4802871"/>
              <a:gd name="connsiteY5" fmla="*/ 1 h 2465466"/>
              <a:gd name="connsiteX6" fmla="*/ 72 w 4802871"/>
              <a:gd name="connsiteY6" fmla="*/ 8016 h 2465466"/>
              <a:gd name="connsiteX0" fmla="*/ 72 w 4802871"/>
              <a:gd name="connsiteY0" fmla="*/ 0 h 2473170"/>
              <a:gd name="connsiteX1" fmla="*/ 40881 w 4802871"/>
              <a:gd name="connsiteY1" fmla="*/ 2473170 h 2473170"/>
              <a:gd name="connsiteX2" fmla="*/ 460536 w 4802871"/>
              <a:gd name="connsiteY2" fmla="*/ 1350951 h 2473170"/>
              <a:gd name="connsiteX3" fmla="*/ 2251236 w 4802871"/>
              <a:gd name="connsiteY3" fmla="*/ 433376 h 2473170"/>
              <a:gd name="connsiteX4" fmla="*/ 4066381 w 4802871"/>
              <a:gd name="connsiteY4" fmla="*/ 108260 h 2473170"/>
              <a:gd name="connsiteX5" fmla="*/ 4802871 w 4802871"/>
              <a:gd name="connsiteY5" fmla="*/ 7705 h 2473170"/>
              <a:gd name="connsiteX6" fmla="*/ 72 w 4802871"/>
              <a:gd name="connsiteY6" fmla="*/ 0 h 2473170"/>
              <a:gd name="connsiteX0" fmla="*/ 343568 w 5146367"/>
              <a:gd name="connsiteY0" fmla="*/ 0 h 2506306"/>
              <a:gd name="connsiteX1" fmla="*/ 385423 w 5146367"/>
              <a:gd name="connsiteY1" fmla="*/ 2007326 h 2506306"/>
              <a:gd name="connsiteX2" fmla="*/ 384377 w 5146367"/>
              <a:gd name="connsiteY2" fmla="*/ 2473170 h 2506306"/>
              <a:gd name="connsiteX3" fmla="*/ 804032 w 5146367"/>
              <a:gd name="connsiteY3" fmla="*/ 1350951 h 2506306"/>
              <a:gd name="connsiteX4" fmla="*/ 2594732 w 5146367"/>
              <a:gd name="connsiteY4" fmla="*/ 433376 h 2506306"/>
              <a:gd name="connsiteX5" fmla="*/ 4409877 w 5146367"/>
              <a:gd name="connsiteY5" fmla="*/ 108260 h 2506306"/>
              <a:gd name="connsiteX6" fmla="*/ 5146367 w 5146367"/>
              <a:gd name="connsiteY6" fmla="*/ 7705 h 2506306"/>
              <a:gd name="connsiteX7" fmla="*/ 343568 w 5146367"/>
              <a:gd name="connsiteY7" fmla="*/ 0 h 2506306"/>
              <a:gd name="connsiteX0" fmla="*/ 0 w 4802799"/>
              <a:gd name="connsiteY0" fmla="*/ 0 h 2506306"/>
              <a:gd name="connsiteX1" fmla="*/ 41855 w 4802799"/>
              <a:gd name="connsiteY1" fmla="*/ 2007326 h 2506306"/>
              <a:gd name="connsiteX2" fmla="*/ 40809 w 4802799"/>
              <a:gd name="connsiteY2" fmla="*/ 2473170 h 2506306"/>
              <a:gd name="connsiteX3" fmla="*/ 460464 w 4802799"/>
              <a:gd name="connsiteY3" fmla="*/ 1350951 h 2506306"/>
              <a:gd name="connsiteX4" fmla="*/ 2251164 w 4802799"/>
              <a:gd name="connsiteY4" fmla="*/ 433376 h 2506306"/>
              <a:gd name="connsiteX5" fmla="*/ 4066309 w 4802799"/>
              <a:gd name="connsiteY5" fmla="*/ 108260 h 2506306"/>
              <a:gd name="connsiteX6" fmla="*/ 4802799 w 4802799"/>
              <a:gd name="connsiteY6" fmla="*/ 7705 h 2506306"/>
              <a:gd name="connsiteX7" fmla="*/ 0 w 4802799"/>
              <a:gd name="connsiteY7" fmla="*/ 0 h 2506306"/>
              <a:gd name="connsiteX0" fmla="*/ 0 w 4802799"/>
              <a:gd name="connsiteY0" fmla="*/ 0 h 2473170"/>
              <a:gd name="connsiteX1" fmla="*/ 41855 w 4802799"/>
              <a:gd name="connsiteY1" fmla="*/ 2007326 h 2473170"/>
              <a:gd name="connsiteX2" fmla="*/ 40809 w 4802799"/>
              <a:gd name="connsiteY2" fmla="*/ 2473170 h 2473170"/>
              <a:gd name="connsiteX3" fmla="*/ 460464 w 4802799"/>
              <a:gd name="connsiteY3" fmla="*/ 1350951 h 2473170"/>
              <a:gd name="connsiteX4" fmla="*/ 2251164 w 4802799"/>
              <a:gd name="connsiteY4" fmla="*/ 433376 h 2473170"/>
              <a:gd name="connsiteX5" fmla="*/ 4066309 w 4802799"/>
              <a:gd name="connsiteY5" fmla="*/ 108260 h 2473170"/>
              <a:gd name="connsiteX6" fmla="*/ 4802799 w 4802799"/>
              <a:gd name="connsiteY6" fmla="*/ 7705 h 2473170"/>
              <a:gd name="connsiteX7" fmla="*/ 0 w 4802799"/>
              <a:gd name="connsiteY7" fmla="*/ 0 h 2473170"/>
              <a:gd name="connsiteX0" fmla="*/ 13165 w 4815964"/>
              <a:gd name="connsiteY0" fmla="*/ 0 h 2509198"/>
              <a:gd name="connsiteX1" fmla="*/ 1 w 4815964"/>
              <a:gd name="connsiteY1" fmla="*/ 2463193 h 2509198"/>
              <a:gd name="connsiteX2" fmla="*/ 53974 w 4815964"/>
              <a:gd name="connsiteY2" fmla="*/ 2473170 h 2509198"/>
              <a:gd name="connsiteX3" fmla="*/ 473629 w 4815964"/>
              <a:gd name="connsiteY3" fmla="*/ 1350951 h 2509198"/>
              <a:gd name="connsiteX4" fmla="*/ 2264329 w 4815964"/>
              <a:gd name="connsiteY4" fmla="*/ 433376 h 2509198"/>
              <a:gd name="connsiteX5" fmla="*/ 4079474 w 4815964"/>
              <a:gd name="connsiteY5" fmla="*/ 108260 h 2509198"/>
              <a:gd name="connsiteX6" fmla="*/ 4815964 w 4815964"/>
              <a:gd name="connsiteY6" fmla="*/ 7705 h 2509198"/>
              <a:gd name="connsiteX7" fmla="*/ 13165 w 4815964"/>
              <a:gd name="connsiteY7" fmla="*/ 0 h 2509198"/>
              <a:gd name="connsiteX0" fmla="*/ 13164 w 4815963"/>
              <a:gd name="connsiteY0" fmla="*/ 0 h 2473170"/>
              <a:gd name="connsiteX1" fmla="*/ 0 w 4815963"/>
              <a:gd name="connsiteY1" fmla="*/ 246319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13164 w 4815963"/>
              <a:gd name="connsiteY0" fmla="*/ 0 h 2473170"/>
              <a:gd name="connsiteX1" fmla="*/ 0 w 4815963"/>
              <a:gd name="connsiteY1" fmla="*/ 2471053 h 2473170"/>
              <a:gd name="connsiteX2" fmla="*/ 53973 w 4815963"/>
              <a:gd name="connsiteY2" fmla="*/ 2473170 h 2473170"/>
              <a:gd name="connsiteX3" fmla="*/ 473628 w 4815963"/>
              <a:gd name="connsiteY3" fmla="*/ 1350951 h 2473170"/>
              <a:gd name="connsiteX4" fmla="*/ 2264328 w 4815963"/>
              <a:gd name="connsiteY4" fmla="*/ 433376 h 2473170"/>
              <a:gd name="connsiteX5" fmla="*/ 4079473 w 4815963"/>
              <a:gd name="connsiteY5" fmla="*/ 108260 h 2473170"/>
              <a:gd name="connsiteX6" fmla="*/ 4815963 w 4815963"/>
              <a:gd name="connsiteY6" fmla="*/ 7705 h 2473170"/>
              <a:gd name="connsiteX7" fmla="*/ 13164 w 4815963"/>
              <a:gd name="connsiteY7" fmla="*/ 0 h 2473170"/>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76184 w 4818519"/>
              <a:gd name="connsiteY3" fmla="*/ 1356190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8409"/>
              <a:gd name="connsiteX1" fmla="*/ 2556 w 4818519"/>
              <a:gd name="connsiteY1" fmla="*/ 2476292 h 2478409"/>
              <a:gd name="connsiteX2" fmla="*/ 56529 w 4818519"/>
              <a:gd name="connsiteY2" fmla="*/ 2478409 h 2478409"/>
              <a:gd name="connsiteX3" fmla="*/ 468324 w 4818519"/>
              <a:gd name="connsiteY3" fmla="*/ 1350951 h 2478409"/>
              <a:gd name="connsiteX4" fmla="*/ 2266884 w 4818519"/>
              <a:gd name="connsiteY4" fmla="*/ 438615 h 2478409"/>
              <a:gd name="connsiteX5" fmla="*/ 4082029 w 4818519"/>
              <a:gd name="connsiteY5" fmla="*/ 113499 h 2478409"/>
              <a:gd name="connsiteX6" fmla="*/ 4818519 w 4818519"/>
              <a:gd name="connsiteY6" fmla="*/ 12944 h 2478409"/>
              <a:gd name="connsiteX7" fmla="*/ 0 w 4818519"/>
              <a:gd name="connsiteY7" fmla="*/ 0 h 2478409"/>
              <a:gd name="connsiteX0" fmla="*/ 0 w 4818519"/>
              <a:gd name="connsiteY0" fmla="*/ 0 h 2476292"/>
              <a:gd name="connsiteX1" fmla="*/ 2556 w 4818519"/>
              <a:gd name="connsiteY1" fmla="*/ 2476292 h 2476292"/>
              <a:gd name="connsiteX2" fmla="*/ 199014 w 4818519"/>
              <a:gd name="connsiteY2" fmla="*/ 1704036 h 2476292"/>
              <a:gd name="connsiteX3" fmla="*/ 468324 w 4818519"/>
              <a:gd name="connsiteY3" fmla="*/ 1350951 h 2476292"/>
              <a:gd name="connsiteX4" fmla="*/ 2266884 w 4818519"/>
              <a:gd name="connsiteY4" fmla="*/ 438615 h 2476292"/>
              <a:gd name="connsiteX5" fmla="*/ 4082029 w 4818519"/>
              <a:gd name="connsiteY5" fmla="*/ 113499 h 2476292"/>
              <a:gd name="connsiteX6" fmla="*/ 4818519 w 4818519"/>
              <a:gd name="connsiteY6" fmla="*/ 12944 h 2476292"/>
              <a:gd name="connsiteX7" fmla="*/ 0 w 4818519"/>
              <a:gd name="connsiteY7" fmla="*/ 0 h 2476292"/>
              <a:gd name="connsiteX0" fmla="*/ 0 w 4818519"/>
              <a:gd name="connsiteY0" fmla="*/ 0 h 1705136"/>
              <a:gd name="connsiteX1" fmla="*/ 108592 w 4818519"/>
              <a:gd name="connsiteY1" fmla="*/ 1705004 h 1705136"/>
              <a:gd name="connsiteX2" fmla="*/ 199014 w 4818519"/>
              <a:gd name="connsiteY2" fmla="*/ 1704036 h 1705136"/>
              <a:gd name="connsiteX3" fmla="*/ 468324 w 4818519"/>
              <a:gd name="connsiteY3" fmla="*/ 1350951 h 1705136"/>
              <a:gd name="connsiteX4" fmla="*/ 2266884 w 4818519"/>
              <a:gd name="connsiteY4" fmla="*/ 438615 h 1705136"/>
              <a:gd name="connsiteX5" fmla="*/ 4082029 w 4818519"/>
              <a:gd name="connsiteY5" fmla="*/ 113499 h 1705136"/>
              <a:gd name="connsiteX6" fmla="*/ 4818519 w 4818519"/>
              <a:gd name="connsiteY6" fmla="*/ 12944 h 1705136"/>
              <a:gd name="connsiteX7" fmla="*/ 0 w 4818519"/>
              <a:gd name="connsiteY7" fmla="*/ 0 h 1705136"/>
              <a:gd name="connsiteX0" fmla="*/ 222769 w 4709927"/>
              <a:gd name="connsiteY0" fmla="*/ 1273564 h 1692192"/>
              <a:gd name="connsiteX1" fmla="*/ 0 w 4709927"/>
              <a:gd name="connsiteY1" fmla="*/ 1692060 h 1692192"/>
              <a:gd name="connsiteX2" fmla="*/ 90422 w 4709927"/>
              <a:gd name="connsiteY2" fmla="*/ 1691092 h 1692192"/>
              <a:gd name="connsiteX3" fmla="*/ 359732 w 4709927"/>
              <a:gd name="connsiteY3" fmla="*/ 1338007 h 1692192"/>
              <a:gd name="connsiteX4" fmla="*/ 2158292 w 4709927"/>
              <a:gd name="connsiteY4" fmla="*/ 425671 h 1692192"/>
              <a:gd name="connsiteX5" fmla="*/ 3973437 w 4709927"/>
              <a:gd name="connsiteY5" fmla="*/ 100555 h 1692192"/>
              <a:gd name="connsiteX6" fmla="*/ 4709927 w 4709927"/>
              <a:gd name="connsiteY6" fmla="*/ 0 h 1692192"/>
              <a:gd name="connsiteX7" fmla="*/ 222769 w 4709927"/>
              <a:gd name="connsiteY7" fmla="*/ 1273564 h 1692192"/>
              <a:gd name="connsiteX0" fmla="*/ 222769 w 3973437"/>
              <a:gd name="connsiteY0" fmla="*/ 1173009 h 1591637"/>
              <a:gd name="connsiteX1" fmla="*/ 0 w 3973437"/>
              <a:gd name="connsiteY1" fmla="*/ 1591505 h 1591637"/>
              <a:gd name="connsiteX2" fmla="*/ 90422 w 3973437"/>
              <a:gd name="connsiteY2" fmla="*/ 1590537 h 1591637"/>
              <a:gd name="connsiteX3" fmla="*/ 359732 w 3973437"/>
              <a:gd name="connsiteY3" fmla="*/ 1237452 h 1591637"/>
              <a:gd name="connsiteX4" fmla="*/ 2158292 w 3973437"/>
              <a:gd name="connsiteY4" fmla="*/ 325116 h 1591637"/>
              <a:gd name="connsiteX5" fmla="*/ 3973437 w 3973437"/>
              <a:gd name="connsiteY5" fmla="*/ 0 h 1591637"/>
              <a:gd name="connsiteX6" fmla="*/ 222769 w 3973437"/>
              <a:gd name="connsiteY6" fmla="*/ 1173009 h 1591637"/>
              <a:gd name="connsiteX0" fmla="*/ 222769 w 2160276"/>
              <a:gd name="connsiteY0" fmla="*/ 857759 h 1276387"/>
              <a:gd name="connsiteX1" fmla="*/ 0 w 2160276"/>
              <a:gd name="connsiteY1" fmla="*/ 1276255 h 1276387"/>
              <a:gd name="connsiteX2" fmla="*/ 90422 w 2160276"/>
              <a:gd name="connsiteY2" fmla="*/ 1275287 h 1276387"/>
              <a:gd name="connsiteX3" fmla="*/ 359732 w 2160276"/>
              <a:gd name="connsiteY3" fmla="*/ 922202 h 1276387"/>
              <a:gd name="connsiteX4" fmla="*/ 2158292 w 2160276"/>
              <a:gd name="connsiteY4" fmla="*/ 9866 h 1276387"/>
              <a:gd name="connsiteX5" fmla="*/ 795685 w 2160276"/>
              <a:gd name="connsiteY5" fmla="*/ 391250 h 1276387"/>
              <a:gd name="connsiteX6" fmla="*/ 222769 w 2160276"/>
              <a:gd name="connsiteY6" fmla="*/ 857759 h 1276387"/>
              <a:gd name="connsiteX0" fmla="*/ 222769 w 1677126"/>
              <a:gd name="connsiteY0" fmla="*/ 466509 h 885137"/>
              <a:gd name="connsiteX1" fmla="*/ 0 w 1677126"/>
              <a:gd name="connsiteY1" fmla="*/ 885005 h 885137"/>
              <a:gd name="connsiteX2" fmla="*/ 90422 w 1677126"/>
              <a:gd name="connsiteY2" fmla="*/ 884037 h 885137"/>
              <a:gd name="connsiteX3" fmla="*/ 359732 w 1677126"/>
              <a:gd name="connsiteY3" fmla="*/ 530952 h 885137"/>
              <a:gd name="connsiteX4" fmla="*/ 1674505 w 1677126"/>
              <a:gd name="connsiteY4" fmla="*/ 75218 h 885137"/>
              <a:gd name="connsiteX5" fmla="*/ 795685 w 1677126"/>
              <a:gd name="connsiteY5" fmla="*/ 0 h 885137"/>
              <a:gd name="connsiteX6" fmla="*/ 222769 w 1677126"/>
              <a:gd name="connsiteY6" fmla="*/ 466509 h 885137"/>
              <a:gd name="connsiteX0" fmla="*/ 222769 w 796777"/>
              <a:gd name="connsiteY0" fmla="*/ 466509 h 885137"/>
              <a:gd name="connsiteX1" fmla="*/ 0 w 796777"/>
              <a:gd name="connsiteY1" fmla="*/ 885005 h 885137"/>
              <a:gd name="connsiteX2" fmla="*/ 90422 w 796777"/>
              <a:gd name="connsiteY2" fmla="*/ 884037 h 885137"/>
              <a:gd name="connsiteX3" fmla="*/ 359732 w 796777"/>
              <a:gd name="connsiteY3" fmla="*/ 530952 h 885137"/>
              <a:gd name="connsiteX4" fmla="*/ 795685 w 796777"/>
              <a:gd name="connsiteY4" fmla="*/ 0 h 885137"/>
              <a:gd name="connsiteX5" fmla="*/ 222769 w 796777"/>
              <a:gd name="connsiteY5" fmla="*/ 466509 h 885137"/>
              <a:gd name="connsiteX0" fmla="*/ 358814 w 932822"/>
              <a:gd name="connsiteY0" fmla="*/ 466509 h 885137"/>
              <a:gd name="connsiteX1" fmla="*/ 136045 w 932822"/>
              <a:gd name="connsiteY1" fmla="*/ 885005 h 885137"/>
              <a:gd name="connsiteX2" fmla="*/ 226467 w 932822"/>
              <a:gd name="connsiteY2" fmla="*/ 884037 h 885137"/>
              <a:gd name="connsiteX3" fmla="*/ 495777 w 932822"/>
              <a:gd name="connsiteY3" fmla="*/ 530952 h 885137"/>
              <a:gd name="connsiteX4" fmla="*/ 931730 w 932822"/>
              <a:gd name="connsiteY4" fmla="*/ 0 h 885137"/>
              <a:gd name="connsiteX5" fmla="*/ 358814 w 932822"/>
              <a:gd name="connsiteY5" fmla="*/ 466509 h 885137"/>
              <a:gd name="connsiteX0" fmla="*/ 371994 w 912866"/>
              <a:gd name="connsiteY0" fmla="*/ 432573 h 885137"/>
              <a:gd name="connsiteX1" fmla="*/ 116089 w 912866"/>
              <a:gd name="connsiteY1" fmla="*/ 885005 h 885137"/>
              <a:gd name="connsiteX2" fmla="*/ 206511 w 912866"/>
              <a:gd name="connsiteY2" fmla="*/ 884037 h 885137"/>
              <a:gd name="connsiteX3" fmla="*/ 475821 w 912866"/>
              <a:gd name="connsiteY3" fmla="*/ 530952 h 885137"/>
              <a:gd name="connsiteX4" fmla="*/ 911774 w 912866"/>
              <a:gd name="connsiteY4" fmla="*/ 0 h 885137"/>
              <a:gd name="connsiteX5" fmla="*/ 371994 w 912866"/>
              <a:gd name="connsiteY5" fmla="*/ 432573 h 885137"/>
              <a:gd name="connsiteX0" fmla="*/ 255905 w 796777"/>
              <a:gd name="connsiteY0" fmla="*/ 432573 h 885137"/>
              <a:gd name="connsiteX1" fmla="*/ 0 w 796777"/>
              <a:gd name="connsiteY1" fmla="*/ 885005 h 885137"/>
              <a:gd name="connsiteX2" fmla="*/ 90422 w 796777"/>
              <a:gd name="connsiteY2" fmla="*/ 884037 h 885137"/>
              <a:gd name="connsiteX3" fmla="*/ 359732 w 796777"/>
              <a:gd name="connsiteY3" fmla="*/ 530952 h 885137"/>
              <a:gd name="connsiteX4" fmla="*/ 795685 w 796777"/>
              <a:gd name="connsiteY4" fmla="*/ 0 h 885137"/>
              <a:gd name="connsiteX5" fmla="*/ 255905 w 796777"/>
              <a:gd name="connsiteY5" fmla="*/ 432573 h 885137"/>
              <a:gd name="connsiteX0" fmla="*/ 255905 w 796777"/>
              <a:gd name="connsiteY0" fmla="*/ 432573 h 885137"/>
              <a:gd name="connsiteX1" fmla="*/ 0 w 796777"/>
              <a:gd name="connsiteY1" fmla="*/ 885005 h 885137"/>
              <a:gd name="connsiteX2" fmla="*/ 90422 w 796777"/>
              <a:gd name="connsiteY2" fmla="*/ 884037 h 885137"/>
              <a:gd name="connsiteX3" fmla="*/ 359732 w 796777"/>
              <a:gd name="connsiteY3" fmla="*/ 530952 h 885137"/>
              <a:gd name="connsiteX4" fmla="*/ 795685 w 796777"/>
              <a:gd name="connsiteY4" fmla="*/ 0 h 885137"/>
              <a:gd name="connsiteX5" fmla="*/ 255905 w 796777"/>
              <a:gd name="connsiteY5" fmla="*/ 432573 h 885137"/>
              <a:gd name="connsiteX0" fmla="*/ 255905 w 796621"/>
              <a:gd name="connsiteY0" fmla="*/ 432573 h 885137"/>
              <a:gd name="connsiteX1" fmla="*/ 0 w 796621"/>
              <a:gd name="connsiteY1" fmla="*/ 885005 h 885137"/>
              <a:gd name="connsiteX2" fmla="*/ 90422 w 796621"/>
              <a:gd name="connsiteY2" fmla="*/ 884037 h 885137"/>
              <a:gd name="connsiteX3" fmla="*/ 300087 w 796621"/>
              <a:gd name="connsiteY3" fmla="*/ 416802 h 885137"/>
              <a:gd name="connsiteX4" fmla="*/ 795685 w 796621"/>
              <a:gd name="connsiteY4" fmla="*/ 0 h 885137"/>
              <a:gd name="connsiteX5" fmla="*/ 255905 w 796621"/>
              <a:gd name="connsiteY5" fmla="*/ 432573 h 885137"/>
              <a:gd name="connsiteX0" fmla="*/ 255905 w 795685"/>
              <a:gd name="connsiteY0" fmla="*/ 432573 h 885137"/>
              <a:gd name="connsiteX1" fmla="*/ 0 w 795685"/>
              <a:gd name="connsiteY1" fmla="*/ 885005 h 885137"/>
              <a:gd name="connsiteX2" fmla="*/ 90422 w 795685"/>
              <a:gd name="connsiteY2" fmla="*/ 884037 h 885137"/>
              <a:gd name="connsiteX3" fmla="*/ 300087 w 795685"/>
              <a:gd name="connsiteY3" fmla="*/ 416802 h 885137"/>
              <a:gd name="connsiteX4" fmla="*/ 795685 w 795685"/>
              <a:gd name="connsiteY4" fmla="*/ 0 h 885137"/>
              <a:gd name="connsiteX5" fmla="*/ 255905 w 795685"/>
              <a:gd name="connsiteY5" fmla="*/ 432573 h 88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685" h="885137">
                <a:moveTo>
                  <a:pt x="255905" y="432573"/>
                </a:moveTo>
                <a:cubicBezTo>
                  <a:pt x="166921" y="537396"/>
                  <a:pt x="22058" y="815417"/>
                  <a:pt x="0" y="885005"/>
                </a:cubicBezTo>
                <a:cubicBezTo>
                  <a:pt x="17991" y="885711"/>
                  <a:pt x="72431" y="883331"/>
                  <a:pt x="90422" y="884037"/>
                </a:cubicBezTo>
                <a:cubicBezTo>
                  <a:pt x="134343" y="714704"/>
                  <a:pt x="182543" y="564141"/>
                  <a:pt x="300087" y="416802"/>
                </a:cubicBezTo>
                <a:cubicBezTo>
                  <a:pt x="417631" y="269463"/>
                  <a:pt x="662773" y="97125"/>
                  <a:pt x="795685" y="0"/>
                </a:cubicBezTo>
                <a:cubicBezTo>
                  <a:pt x="486352" y="178338"/>
                  <a:pt x="344889" y="327750"/>
                  <a:pt x="255905" y="432573"/>
                </a:cubicBezTo>
                <a:close/>
              </a:path>
            </a:pathLst>
          </a:cu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a:extLst>
              <a:ext uri="{FF2B5EF4-FFF2-40B4-BE49-F238E27FC236}">
                <a16:creationId xmlns:a16="http://schemas.microsoft.com/office/drawing/2014/main" id="{59907F10-CC95-D4B6-3385-8CEC75B03A89}"/>
              </a:ext>
            </a:extLst>
          </p:cNvPr>
          <p:cNvCxnSpPr>
            <a:cxnSpLocks/>
          </p:cNvCxnSpPr>
          <p:nvPr/>
        </p:nvCxnSpPr>
        <p:spPr>
          <a:xfrm flipV="1">
            <a:off x="1809750" y="3722833"/>
            <a:ext cx="6126548" cy="18481"/>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C882A0CD-64FA-952E-F538-EF7F5183782B}"/>
              </a:ext>
            </a:extLst>
          </p:cNvPr>
          <p:cNvCxnSpPr>
            <a:cxnSpLocks/>
          </p:cNvCxnSpPr>
          <p:nvPr/>
        </p:nvCxnSpPr>
        <p:spPr>
          <a:xfrm>
            <a:off x="2491740" y="3100876"/>
            <a:ext cx="5444558" cy="0"/>
          </a:xfrm>
          <a:prstGeom prst="line">
            <a:avLst/>
          </a:prstGeom>
          <a:ln w="28575"/>
        </p:spPr>
        <p:style>
          <a:lnRef idx="1">
            <a:schemeClr val="dk1"/>
          </a:lnRef>
          <a:fillRef idx="0">
            <a:schemeClr val="dk1"/>
          </a:fillRef>
          <a:effectRef idx="0">
            <a:schemeClr val="dk1"/>
          </a:effectRef>
          <a:fontRef idx="minor">
            <a:schemeClr val="tx1"/>
          </a:fontRef>
        </p:style>
      </p:cxnSp>
      <p:sp>
        <p:nvSpPr>
          <p:cNvPr id="27" name="Freeform: Shape 26">
            <a:extLst>
              <a:ext uri="{FF2B5EF4-FFF2-40B4-BE49-F238E27FC236}">
                <a16:creationId xmlns:a16="http://schemas.microsoft.com/office/drawing/2014/main" id="{D674E43B-0279-584B-3DD7-5355D237131F}"/>
              </a:ext>
            </a:extLst>
          </p:cNvPr>
          <p:cNvSpPr/>
          <p:nvPr/>
        </p:nvSpPr>
        <p:spPr>
          <a:xfrm>
            <a:off x="4622720" y="3750036"/>
            <a:ext cx="470066" cy="208119"/>
          </a:xfrm>
          <a:custGeom>
            <a:avLst/>
            <a:gdLst>
              <a:gd name="connsiteX0" fmla="*/ 568411 w 568411"/>
              <a:gd name="connsiteY0" fmla="*/ 0 h 49427"/>
              <a:gd name="connsiteX1" fmla="*/ 0 w 568411"/>
              <a:gd name="connsiteY1"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186171"/>
              <a:gd name="connsiteX1" fmla="*/ 285750 w 568411"/>
              <a:gd name="connsiteY1" fmla="*/ 185866 h 186171"/>
              <a:gd name="connsiteX2" fmla="*/ 0 w 568411"/>
              <a:gd name="connsiteY2" fmla="*/ 49427 h 186171"/>
              <a:gd name="connsiteX0" fmla="*/ 568411 w 568411"/>
              <a:gd name="connsiteY0" fmla="*/ 0 h 185880"/>
              <a:gd name="connsiteX1" fmla="*/ 285750 w 568411"/>
              <a:gd name="connsiteY1" fmla="*/ 185866 h 185880"/>
              <a:gd name="connsiteX2" fmla="*/ 0 w 568411"/>
              <a:gd name="connsiteY2" fmla="*/ 49427 h 185880"/>
              <a:gd name="connsiteX0" fmla="*/ 517611 w 517611"/>
              <a:gd name="connsiteY0" fmla="*/ 2322 h 188188"/>
              <a:gd name="connsiteX1" fmla="*/ 234950 w 517611"/>
              <a:gd name="connsiteY1" fmla="*/ 188188 h 188188"/>
              <a:gd name="connsiteX2" fmla="*/ 0 w 517611"/>
              <a:gd name="connsiteY2" fmla="*/ 949 h 188188"/>
              <a:gd name="connsiteX0" fmla="*/ 517611 w 517611"/>
              <a:gd name="connsiteY0" fmla="*/ 1373 h 187239"/>
              <a:gd name="connsiteX1" fmla="*/ 234950 w 517611"/>
              <a:gd name="connsiteY1" fmla="*/ 187239 h 187239"/>
              <a:gd name="connsiteX2" fmla="*/ 0 w 517611"/>
              <a:gd name="connsiteY2" fmla="*/ 0 h 187239"/>
              <a:gd name="connsiteX0" fmla="*/ 425536 w 425536"/>
              <a:gd name="connsiteY0" fmla="*/ 26773 h 187379"/>
              <a:gd name="connsiteX1" fmla="*/ 234950 w 425536"/>
              <a:gd name="connsiteY1" fmla="*/ 187239 h 187379"/>
              <a:gd name="connsiteX2" fmla="*/ 0 w 425536"/>
              <a:gd name="connsiteY2" fmla="*/ 0 h 187379"/>
              <a:gd name="connsiteX0" fmla="*/ 425536 w 425536"/>
              <a:gd name="connsiteY0" fmla="*/ 26773 h 187476"/>
              <a:gd name="connsiteX1" fmla="*/ 234950 w 425536"/>
              <a:gd name="connsiteY1" fmla="*/ 187239 h 187476"/>
              <a:gd name="connsiteX2" fmla="*/ 0 w 425536"/>
              <a:gd name="connsiteY2" fmla="*/ 0 h 187476"/>
              <a:gd name="connsiteX0" fmla="*/ 469986 w 469986"/>
              <a:gd name="connsiteY0" fmla="*/ 0 h 208333"/>
              <a:gd name="connsiteX1" fmla="*/ 234950 w 469986"/>
              <a:gd name="connsiteY1" fmla="*/ 208091 h 208333"/>
              <a:gd name="connsiteX2" fmla="*/ 0 w 469986"/>
              <a:gd name="connsiteY2" fmla="*/ 20852 h 208333"/>
              <a:gd name="connsiteX0" fmla="*/ 469986 w 469986"/>
              <a:gd name="connsiteY0" fmla="*/ 0 h 208333"/>
              <a:gd name="connsiteX1" fmla="*/ 234950 w 469986"/>
              <a:gd name="connsiteY1" fmla="*/ 208091 h 208333"/>
              <a:gd name="connsiteX2" fmla="*/ 0 w 469986"/>
              <a:gd name="connsiteY2" fmla="*/ 20852 h 208333"/>
              <a:gd name="connsiteX0" fmla="*/ 470066 w 470066"/>
              <a:gd name="connsiteY0" fmla="*/ 0 h 208315"/>
              <a:gd name="connsiteX1" fmla="*/ 235030 w 470066"/>
              <a:gd name="connsiteY1" fmla="*/ 208091 h 208315"/>
              <a:gd name="connsiteX2" fmla="*/ 80 w 470066"/>
              <a:gd name="connsiteY2" fmla="*/ 20852 h 208315"/>
              <a:gd name="connsiteX0" fmla="*/ 470066 w 470066"/>
              <a:gd name="connsiteY0" fmla="*/ 0 h 208119"/>
              <a:gd name="connsiteX1" fmla="*/ 235030 w 470066"/>
              <a:gd name="connsiteY1" fmla="*/ 208091 h 208119"/>
              <a:gd name="connsiteX2" fmla="*/ 80 w 470066"/>
              <a:gd name="connsiteY2" fmla="*/ 8152 h 208119"/>
            </a:gdLst>
            <a:ahLst/>
            <a:cxnLst>
              <a:cxn ang="0">
                <a:pos x="connsiteX0" y="connsiteY0"/>
              </a:cxn>
              <a:cxn ang="0">
                <a:pos x="connsiteX1" y="connsiteY1"/>
              </a:cxn>
              <a:cxn ang="0">
                <a:pos x="connsiteX2" y="connsiteY2"/>
              </a:cxn>
            </a:cxnLst>
            <a:rect l="l" t="t" r="r" b="b"/>
            <a:pathLst>
              <a:path w="470066" h="208119">
                <a:moveTo>
                  <a:pt x="470066" y="0"/>
                </a:moveTo>
                <a:cubicBezTo>
                  <a:pt x="464746" y="147680"/>
                  <a:pt x="313361" y="206732"/>
                  <a:pt x="235030" y="208091"/>
                </a:cubicBezTo>
                <a:cubicBezTo>
                  <a:pt x="156699" y="209450"/>
                  <a:pt x="-4125" y="163126"/>
                  <a:pt x="80" y="8152"/>
                </a:cubicBez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8" name="Freeform: Shape 27">
            <a:extLst>
              <a:ext uri="{FF2B5EF4-FFF2-40B4-BE49-F238E27FC236}">
                <a16:creationId xmlns:a16="http://schemas.microsoft.com/office/drawing/2014/main" id="{CAAFEFF5-5222-720D-5752-F9889E0E81C9}"/>
              </a:ext>
            </a:extLst>
          </p:cNvPr>
          <p:cNvSpPr/>
          <p:nvPr/>
        </p:nvSpPr>
        <p:spPr>
          <a:xfrm>
            <a:off x="4896521" y="3122605"/>
            <a:ext cx="470066" cy="208119"/>
          </a:xfrm>
          <a:custGeom>
            <a:avLst/>
            <a:gdLst>
              <a:gd name="connsiteX0" fmla="*/ 568411 w 568411"/>
              <a:gd name="connsiteY0" fmla="*/ 0 h 49427"/>
              <a:gd name="connsiteX1" fmla="*/ 0 w 568411"/>
              <a:gd name="connsiteY1"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186171"/>
              <a:gd name="connsiteX1" fmla="*/ 285750 w 568411"/>
              <a:gd name="connsiteY1" fmla="*/ 185866 h 186171"/>
              <a:gd name="connsiteX2" fmla="*/ 0 w 568411"/>
              <a:gd name="connsiteY2" fmla="*/ 49427 h 186171"/>
              <a:gd name="connsiteX0" fmla="*/ 568411 w 568411"/>
              <a:gd name="connsiteY0" fmla="*/ 0 h 185880"/>
              <a:gd name="connsiteX1" fmla="*/ 285750 w 568411"/>
              <a:gd name="connsiteY1" fmla="*/ 185866 h 185880"/>
              <a:gd name="connsiteX2" fmla="*/ 0 w 568411"/>
              <a:gd name="connsiteY2" fmla="*/ 49427 h 185880"/>
              <a:gd name="connsiteX0" fmla="*/ 517611 w 517611"/>
              <a:gd name="connsiteY0" fmla="*/ 2322 h 188188"/>
              <a:gd name="connsiteX1" fmla="*/ 234950 w 517611"/>
              <a:gd name="connsiteY1" fmla="*/ 188188 h 188188"/>
              <a:gd name="connsiteX2" fmla="*/ 0 w 517611"/>
              <a:gd name="connsiteY2" fmla="*/ 949 h 188188"/>
              <a:gd name="connsiteX0" fmla="*/ 517611 w 517611"/>
              <a:gd name="connsiteY0" fmla="*/ 1373 h 187239"/>
              <a:gd name="connsiteX1" fmla="*/ 234950 w 517611"/>
              <a:gd name="connsiteY1" fmla="*/ 187239 h 187239"/>
              <a:gd name="connsiteX2" fmla="*/ 0 w 517611"/>
              <a:gd name="connsiteY2" fmla="*/ 0 h 187239"/>
              <a:gd name="connsiteX0" fmla="*/ 425536 w 425536"/>
              <a:gd name="connsiteY0" fmla="*/ 26773 h 187379"/>
              <a:gd name="connsiteX1" fmla="*/ 234950 w 425536"/>
              <a:gd name="connsiteY1" fmla="*/ 187239 h 187379"/>
              <a:gd name="connsiteX2" fmla="*/ 0 w 425536"/>
              <a:gd name="connsiteY2" fmla="*/ 0 h 187379"/>
              <a:gd name="connsiteX0" fmla="*/ 425536 w 425536"/>
              <a:gd name="connsiteY0" fmla="*/ 26773 h 187476"/>
              <a:gd name="connsiteX1" fmla="*/ 234950 w 425536"/>
              <a:gd name="connsiteY1" fmla="*/ 187239 h 187476"/>
              <a:gd name="connsiteX2" fmla="*/ 0 w 425536"/>
              <a:gd name="connsiteY2" fmla="*/ 0 h 187476"/>
              <a:gd name="connsiteX0" fmla="*/ 469986 w 469986"/>
              <a:gd name="connsiteY0" fmla="*/ 0 h 208333"/>
              <a:gd name="connsiteX1" fmla="*/ 234950 w 469986"/>
              <a:gd name="connsiteY1" fmla="*/ 208091 h 208333"/>
              <a:gd name="connsiteX2" fmla="*/ 0 w 469986"/>
              <a:gd name="connsiteY2" fmla="*/ 20852 h 208333"/>
              <a:gd name="connsiteX0" fmla="*/ 469986 w 469986"/>
              <a:gd name="connsiteY0" fmla="*/ 0 h 208333"/>
              <a:gd name="connsiteX1" fmla="*/ 234950 w 469986"/>
              <a:gd name="connsiteY1" fmla="*/ 208091 h 208333"/>
              <a:gd name="connsiteX2" fmla="*/ 0 w 469986"/>
              <a:gd name="connsiteY2" fmla="*/ 20852 h 208333"/>
              <a:gd name="connsiteX0" fmla="*/ 470066 w 470066"/>
              <a:gd name="connsiteY0" fmla="*/ 0 h 208315"/>
              <a:gd name="connsiteX1" fmla="*/ 235030 w 470066"/>
              <a:gd name="connsiteY1" fmla="*/ 208091 h 208315"/>
              <a:gd name="connsiteX2" fmla="*/ 80 w 470066"/>
              <a:gd name="connsiteY2" fmla="*/ 20852 h 208315"/>
              <a:gd name="connsiteX0" fmla="*/ 470066 w 470066"/>
              <a:gd name="connsiteY0" fmla="*/ 0 h 208119"/>
              <a:gd name="connsiteX1" fmla="*/ 235030 w 470066"/>
              <a:gd name="connsiteY1" fmla="*/ 208091 h 208119"/>
              <a:gd name="connsiteX2" fmla="*/ 80 w 470066"/>
              <a:gd name="connsiteY2" fmla="*/ 8152 h 208119"/>
            </a:gdLst>
            <a:ahLst/>
            <a:cxnLst>
              <a:cxn ang="0">
                <a:pos x="connsiteX0" y="connsiteY0"/>
              </a:cxn>
              <a:cxn ang="0">
                <a:pos x="connsiteX1" y="connsiteY1"/>
              </a:cxn>
              <a:cxn ang="0">
                <a:pos x="connsiteX2" y="connsiteY2"/>
              </a:cxn>
            </a:cxnLst>
            <a:rect l="l" t="t" r="r" b="b"/>
            <a:pathLst>
              <a:path w="470066" h="208119">
                <a:moveTo>
                  <a:pt x="470066" y="0"/>
                </a:moveTo>
                <a:cubicBezTo>
                  <a:pt x="464746" y="147680"/>
                  <a:pt x="313361" y="206732"/>
                  <a:pt x="235030" y="208091"/>
                </a:cubicBezTo>
                <a:cubicBezTo>
                  <a:pt x="156699" y="209450"/>
                  <a:pt x="-4125" y="163126"/>
                  <a:pt x="80" y="8152"/>
                </a:cubicBezTo>
              </a:path>
            </a:pathLst>
          </a:cu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E36491C5-9640-03E8-894D-973C7234C1C6}"/>
              </a:ext>
            </a:extLst>
          </p:cNvPr>
          <p:cNvSpPr txBox="1"/>
          <p:nvPr/>
        </p:nvSpPr>
        <p:spPr>
          <a:xfrm>
            <a:off x="4251777" y="3280051"/>
            <a:ext cx="1346779" cy="369332"/>
          </a:xfrm>
          <a:prstGeom prst="rect">
            <a:avLst/>
          </a:prstGeom>
          <a:noFill/>
        </p:spPr>
        <p:txBody>
          <a:bodyPr wrap="none" rtlCol="0">
            <a:spAutoFit/>
          </a:bodyPr>
          <a:lstStyle/>
          <a:p>
            <a:r>
              <a:rPr lang="en-US" dirty="0"/>
              <a:t>Unitary map</a:t>
            </a:r>
          </a:p>
        </p:txBody>
      </p:sp>
      <p:sp>
        <p:nvSpPr>
          <p:cNvPr id="30" name="Freeform: Shape 29">
            <a:extLst>
              <a:ext uri="{FF2B5EF4-FFF2-40B4-BE49-F238E27FC236}">
                <a16:creationId xmlns:a16="http://schemas.microsoft.com/office/drawing/2014/main" id="{CB4C3EF9-C2C3-7F31-1FB4-19BF8691F829}"/>
              </a:ext>
            </a:extLst>
          </p:cNvPr>
          <p:cNvSpPr/>
          <p:nvPr/>
        </p:nvSpPr>
        <p:spPr>
          <a:xfrm rot="5400000" flipV="1">
            <a:off x="7889956" y="3269555"/>
            <a:ext cx="603845" cy="297017"/>
          </a:xfrm>
          <a:custGeom>
            <a:avLst/>
            <a:gdLst>
              <a:gd name="connsiteX0" fmla="*/ 568411 w 568411"/>
              <a:gd name="connsiteY0" fmla="*/ 0 h 49427"/>
              <a:gd name="connsiteX1" fmla="*/ 0 w 568411"/>
              <a:gd name="connsiteY1"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49427"/>
              <a:gd name="connsiteX1" fmla="*/ 276225 w 568411"/>
              <a:gd name="connsiteY1" fmla="*/ 23941 h 49427"/>
              <a:gd name="connsiteX2" fmla="*/ 0 w 568411"/>
              <a:gd name="connsiteY2" fmla="*/ 49427 h 49427"/>
              <a:gd name="connsiteX0" fmla="*/ 568411 w 568411"/>
              <a:gd name="connsiteY0" fmla="*/ 0 h 186171"/>
              <a:gd name="connsiteX1" fmla="*/ 285750 w 568411"/>
              <a:gd name="connsiteY1" fmla="*/ 185866 h 186171"/>
              <a:gd name="connsiteX2" fmla="*/ 0 w 568411"/>
              <a:gd name="connsiteY2" fmla="*/ 49427 h 186171"/>
              <a:gd name="connsiteX0" fmla="*/ 568411 w 568411"/>
              <a:gd name="connsiteY0" fmla="*/ 0 h 185880"/>
              <a:gd name="connsiteX1" fmla="*/ 285750 w 568411"/>
              <a:gd name="connsiteY1" fmla="*/ 185866 h 185880"/>
              <a:gd name="connsiteX2" fmla="*/ 0 w 568411"/>
              <a:gd name="connsiteY2" fmla="*/ 49427 h 185880"/>
              <a:gd name="connsiteX0" fmla="*/ 517611 w 517611"/>
              <a:gd name="connsiteY0" fmla="*/ 2322 h 188188"/>
              <a:gd name="connsiteX1" fmla="*/ 234950 w 517611"/>
              <a:gd name="connsiteY1" fmla="*/ 188188 h 188188"/>
              <a:gd name="connsiteX2" fmla="*/ 0 w 517611"/>
              <a:gd name="connsiteY2" fmla="*/ 949 h 188188"/>
              <a:gd name="connsiteX0" fmla="*/ 517611 w 517611"/>
              <a:gd name="connsiteY0" fmla="*/ 1373 h 187239"/>
              <a:gd name="connsiteX1" fmla="*/ 234950 w 517611"/>
              <a:gd name="connsiteY1" fmla="*/ 187239 h 187239"/>
              <a:gd name="connsiteX2" fmla="*/ 0 w 517611"/>
              <a:gd name="connsiteY2" fmla="*/ 0 h 187239"/>
              <a:gd name="connsiteX0" fmla="*/ 425536 w 425536"/>
              <a:gd name="connsiteY0" fmla="*/ 26773 h 187379"/>
              <a:gd name="connsiteX1" fmla="*/ 234950 w 425536"/>
              <a:gd name="connsiteY1" fmla="*/ 187239 h 187379"/>
              <a:gd name="connsiteX2" fmla="*/ 0 w 425536"/>
              <a:gd name="connsiteY2" fmla="*/ 0 h 187379"/>
              <a:gd name="connsiteX0" fmla="*/ 425536 w 425536"/>
              <a:gd name="connsiteY0" fmla="*/ 26773 h 187476"/>
              <a:gd name="connsiteX1" fmla="*/ 234950 w 425536"/>
              <a:gd name="connsiteY1" fmla="*/ 187239 h 187476"/>
              <a:gd name="connsiteX2" fmla="*/ 0 w 425536"/>
              <a:gd name="connsiteY2" fmla="*/ 0 h 187476"/>
              <a:gd name="connsiteX0" fmla="*/ 469986 w 469986"/>
              <a:gd name="connsiteY0" fmla="*/ 0 h 208333"/>
              <a:gd name="connsiteX1" fmla="*/ 234950 w 469986"/>
              <a:gd name="connsiteY1" fmla="*/ 208091 h 208333"/>
              <a:gd name="connsiteX2" fmla="*/ 0 w 469986"/>
              <a:gd name="connsiteY2" fmla="*/ 20852 h 208333"/>
              <a:gd name="connsiteX0" fmla="*/ 469986 w 469986"/>
              <a:gd name="connsiteY0" fmla="*/ 0 h 208333"/>
              <a:gd name="connsiteX1" fmla="*/ 234950 w 469986"/>
              <a:gd name="connsiteY1" fmla="*/ 208091 h 208333"/>
              <a:gd name="connsiteX2" fmla="*/ 0 w 469986"/>
              <a:gd name="connsiteY2" fmla="*/ 20852 h 208333"/>
              <a:gd name="connsiteX0" fmla="*/ 470066 w 470066"/>
              <a:gd name="connsiteY0" fmla="*/ 0 h 208315"/>
              <a:gd name="connsiteX1" fmla="*/ 235030 w 470066"/>
              <a:gd name="connsiteY1" fmla="*/ 208091 h 208315"/>
              <a:gd name="connsiteX2" fmla="*/ 80 w 470066"/>
              <a:gd name="connsiteY2" fmla="*/ 20852 h 208315"/>
              <a:gd name="connsiteX0" fmla="*/ 470066 w 470066"/>
              <a:gd name="connsiteY0" fmla="*/ 0 h 208119"/>
              <a:gd name="connsiteX1" fmla="*/ 235030 w 470066"/>
              <a:gd name="connsiteY1" fmla="*/ 208091 h 208119"/>
              <a:gd name="connsiteX2" fmla="*/ 80 w 470066"/>
              <a:gd name="connsiteY2" fmla="*/ 8152 h 208119"/>
            </a:gdLst>
            <a:ahLst/>
            <a:cxnLst>
              <a:cxn ang="0">
                <a:pos x="connsiteX0" y="connsiteY0"/>
              </a:cxn>
              <a:cxn ang="0">
                <a:pos x="connsiteX1" y="connsiteY1"/>
              </a:cxn>
              <a:cxn ang="0">
                <a:pos x="connsiteX2" y="connsiteY2"/>
              </a:cxn>
            </a:cxnLst>
            <a:rect l="l" t="t" r="r" b="b"/>
            <a:pathLst>
              <a:path w="470066" h="208119">
                <a:moveTo>
                  <a:pt x="470066" y="0"/>
                </a:moveTo>
                <a:cubicBezTo>
                  <a:pt x="464746" y="147680"/>
                  <a:pt x="313361" y="206732"/>
                  <a:pt x="235030" y="208091"/>
                </a:cubicBezTo>
                <a:cubicBezTo>
                  <a:pt x="156699" y="209450"/>
                  <a:pt x="-4125" y="163126"/>
                  <a:pt x="80" y="8152"/>
                </a:cubicBezTo>
              </a:path>
            </a:pathLst>
          </a:custGeom>
          <a:ln>
            <a:solidFill>
              <a:srgbClr val="7030A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EE3A6B8-D28E-D951-896C-3779C2C29092}"/>
                  </a:ext>
                </a:extLst>
              </p:cNvPr>
              <p:cNvSpPr txBox="1"/>
              <p:nvPr/>
            </p:nvSpPr>
            <p:spPr>
              <a:xfrm>
                <a:off x="8416240" y="3094897"/>
                <a:ext cx="1625510" cy="646331"/>
              </a:xfrm>
              <a:prstGeom prst="rect">
                <a:avLst/>
              </a:prstGeom>
              <a:noFill/>
            </p:spPr>
            <p:txBody>
              <a:bodyPr wrap="none" rtlCol="0">
                <a:spAutoFit/>
              </a:bodyPr>
              <a:lstStyle/>
              <a:p>
                <a14:m>
                  <m:oMath xmlns:m="http://schemas.openxmlformats.org/officeDocument/2006/math">
                    <m:r>
                      <a:rPr lang="en-US" b="0" i="1" smtClean="0">
                        <a:solidFill>
                          <a:srgbClr val="7030A0"/>
                        </a:solidFill>
                        <a:latin typeface="Cambria Math" panose="02040503050406030204" pitchFamily="18" charset="0"/>
                      </a:rPr>
                      <m:t>𝑅</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𝜌</m:t>
                        </m:r>
                      </m:e>
                    </m:d>
                  </m:oMath>
                </a14:m>
                <a:r>
                  <a:rPr lang="en-US" dirty="0">
                    <a:solidFill>
                      <a:srgbClr val="7030A0"/>
                    </a:solidFill>
                  </a:rPr>
                  <a:t> Entropy-</a:t>
                </a:r>
                <a:br>
                  <a:rPr lang="en-US" dirty="0">
                    <a:solidFill>
                      <a:srgbClr val="7030A0"/>
                    </a:solidFill>
                  </a:rPr>
                </a:br>
                <a:r>
                  <a:rPr lang="en-US" dirty="0">
                    <a:solidFill>
                      <a:srgbClr val="7030A0"/>
                    </a:solidFill>
                  </a:rPr>
                  <a:t>increasing map</a:t>
                </a:r>
              </a:p>
            </p:txBody>
          </p:sp>
        </mc:Choice>
        <mc:Fallback xmlns="">
          <p:sp>
            <p:nvSpPr>
              <p:cNvPr id="31" name="TextBox 30">
                <a:extLst>
                  <a:ext uri="{FF2B5EF4-FFF2-40B4-BE49-F238E27FC236}">
                    <a16:creationId xmlns:a16="http://schemas.microsoft.com/office/drawing/2014/main" id="{6EE3A6B8-D28E-D951-896C-3779C2C29092}"/>
                  </a:ext>
                </a:extLst>
              </p:cNvPr>
              <p:cNvSpPr txBox="1">
                <a:spLocks noRot="1" noChangeAspect="1" noMove="1" noResize="1" noEditPoints="1" noAdjustHandles="1" noChangeArrowheads="1" noChangeShapeType="1" noTextEdit="1"/>
              </p:cNvSpPr>
              <p:nvPr/>
            </p:nvSpPr>
            <p:spPr>
              <a:xfrm>
                <a:off x="8416240" y="3094897"/>
                <a:ext cx="1625510" cy="646331"/>
              </a:xfrm>
              <a:prstGeom prst="rect">
                <a:avLst/>
              </a:prstGeom>
              <a:blipFill>
                <a:blip r:embed="rId3"/>
                <a:stretch>
                  <a:fillRect l="-3383" t="-5660" r="-1128"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A18F347-255E-FCB7-58F3-996136CB9E7A}"/>
                  </a:ext>
                </a:extLst>
              </p:cNvPr>
              <p:cNvSpPr txBox="1"/>
              <p:nvPr/>
            </p:nvSpPr>
            <p:spPr>
              <a:xfrm>
                <a:off x="403860" y="114401"/>
                <a:ext cx="11536876" cy="1077218"/>
              </a:xfrm>
              <a:prstGeom prst="rect">
                <a:avLst/>
              </a:prstGeom>
              <a:noFill/>
            </p:spPr>
            <p:txBody>
              <a:bodyPr wrap="none" rtlCol="0">
                <a:spAutoFit/>
              </a:bodyPr>
              <a:lstStyle/>
              <a:p>
                <a:r>
                  <a:rPr lang="en-US" sz="3200" dirty="0"/>
                  <a:t>Looking for a map </a:t>
                </a:r>
                <a14:m>
                  <m:oMath xmlns:m="http://schemas.openxmlformats.org/officeDocument/2006/math">
                    <m:r>
                      <a:rPr lang="en-US" sz="3200" b="0" i="1" smtClean="0">
                        <a:latin typeface="Cambria Math" panose="02040503050406030204" pitchFamily="18" charset="0"/>
                      </a:rPr>
                      <m:t>𝑅</m:t>
                    </m:r>
                    <m:r>
                      <a:rPr lang="en-US" sz="3200" b="0" i="1" smtClean="0">
                        <a:latin typeface="Cambria Math" panose="02040503050406030204" pitchFamily="18" charset="0"/>
                      </a:rPr>
                      <m:t>(</m:t>
                    </m:r>
                    <m:r>
                      <a:rPr lang="en-US" sz="3200" b="0" i="1" smtClean="0">
                        <a:latin typeface="Cambria Math" panose="02040503050406030204" pitchFamily="18" charset="0"/>
                      </a:rPr>
                      <m:t>𝜌</m:t>
                    </m:r>
                    <m:r>
                      <a:rPr lang="en-US" sz="3200" b="0" i="1" smtClean="0">
                        <a:latin typeface="Cambria Math" panose="02040503050406030204" pitchFamily="18" charset="0"/>
                      </a:rPr>
                      <m:t>)</m:t>
                    </m:r>
                  </m:oMath>
                </a14:m>
                <a:r>
                  <a:rPr lang="en-US" sz="3200" dirty="0"/>
                  <a:t> that increases entropy of all mixed states,</a:t>
                </a:r>
                <a:br>
                  <a:rPr lang="en-US" sz="3200" dirty="0"/>
                </a:br>
                <a:r>
                  <a:rPr lang="en-US" sz="3200" dirty="0"/>
                  <a:t>such that every level set of entropy maps to another level set</a:t>
                </a:r>
              </a:p>
            </p:txBody>
          </p:sp>
        </mc:Choice>
        <mc:Fallback xmlns="">
          <p:sp>
            <p:nvSpPr>
              <p:cNvPr id="32" name="TextBox 31">
                <a:extLst>
                  <a:ext uri="{FF2B5EF4-FFF2-40B4-BE49-F238E27FC236}">
                    <a16:creationId xmlns:a16="http://schemas.microsoft.com/office/drawing/2014/main" id="{4A18F347-255E-FCB7-58F3-996136CB9E7A}"/>
                  </a:ext>
                </a:extLst>
              </p:cNvPr>
              <p:cNvSpPr txBox="1">
                <a:spLocks noRot="1" noChangeAspect="1" noMove="1" noResize="1" noEditPoints="1" noAdjustHandles="1" noChangeArrowheads="1" noChangeShapeType="1" noTextEdit="1"/>
              </p:cNvSpPr>
              <p:nvPr/>
            </p:nvSpPr>
            <p:spPr>
              <a:xfrm>
                <a:off x="403860" y="114401"/>
                <a:ext cx="11536876" cy="1077218"/>
              </a:xfrm>
              <a:prstGeom prst="rect">
                <a:avLst/>
              </a:prstGeom>
              <a:blipFill>
                <a:blip r:embed="rId4"/>
                <a:stretch>
                  <a:fillRect l="-1321" t="-681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737C191-17CF-6BAF-4BD5-13FFBB81486C}"/>
                  </a:ext>
                </a:extLst>
              </p:cNvPr>
              <p:cNvSpPr txBox="1"/>
              <p:nvPr/>
            </p:nvSpPr>
            <p:spPr>
              <a:xfrm>
                <a:off x="8708688" y="1560523"/>
                <a:ext cx="3266407" cy="830997"/>
              </a:xfrm>
              <a:prstGeom prst="rect">
                <a:avLst/>
              </a:prstGeom>
              <a:noFill/>
            </p:spPr>
            <p:txBody>
              <a:bodyPr wrap="none" rtlCol="0">
                <a:spAutoFit/>
              </a:bodyPr>
              <a:lstStyle/>
              <a:p>
                <a14:m>
                  <m:oMath xmlns:m="http://schemas.openxmlformats.org/officeDocument/2006/math">
                    <m:r>
                      <a:rPr lang="en-US" sz="2400" b="0" i="1" smtClean="0">
                        <a:solidFill>
                          <a:schemeClr val="accent6">
                            <a:lumMod val="75000"/>
                          </a:schemeClr>
                        </a:solidFill>
                        <a:latin typeface="Cambria Math" panose="02040503050406030204" pitchFamily="18" charset="0"/>
                      </a:rPr>
                      <m:t>⇒</m:t>
                    </m:r>
                  </m:oMath>
                </a14:m>
                <a:r>
                  <a:rPr lang="en-US" sz="2400" dirty="0">
                    <a:solidFill>
                      <a:schemeClr val="accent6">
                        <a:lumMod val="75000"/>
                      </a:schemeClr>
                    </a:solidFill>
                  </a:rPr>
                  <a:t> Unitary maps must be</a:t>
                </a:r>
                <a:br>
                  <a:rPr lang="en-US" sz="2400" dirty="0">
                    <a:solidFill>
                      <a:schemeClr val="accent6">
                        <a:lumMod val="75000"/>
                      </a:schemeClr>
                    </a:solidFill>
                  </a:rPr>
                </a:br>
                <a:r>
                  <a:rPr lang="en-US" sz="2400" dirty="0">
                    <a:solidFill>
                      <a:schemeClr val="accent6">
                        <a:lumMod val="75000"/>
                      </a:schemeClr>
                    </a:solidFill>
                  </a:rPr>
                  <a:t>mapped to unitary maps</a:t>
                </a:r>
              </a:p>
            </p:txBody>
          </p:sp>
        </mc:Choice>
        <mc:Fallback xmlns="">
          <p:sp>
            <p:nvSpPr>
              <p:cNvPr id="33" name="TextBox 32">
                <a:extLst>
                  <a:ext uri="{FF2B5EF4-FFF2-40B4-BE49-F238E27FC236}">
                    <a16:creationId xmlns:a16="http://schemas.microsoft.com/office/drawing/2014/main" id="{3737C191-17CF-6BAF-4BD5-13FFBB81486C}"/>
                  </a:ext>
                </a:extLst>
              </p:cNvPr>
              <p:cNvSpPr txBox="1">
                <a:spLocks noRot="1" noChangeAspect="1" noMove="1" noResize="1" noEditPoints="1" noAdjustHandles="1" noChangeArrowheads="1" noChangeShapeType="1" noTextEdit="1"/>
              </p:cNvSpPr>
              <p:nvPr/>
            </p:nvSpPr>
            <p:spPr>
              <a:xfrm>
                <a:off x="8708688" y="1560523"/>
                <a:ext cx="3266407" cy="830997"/>
              </a:xfrm>
              <a:prstGeom prst="rect">
                <a:avLst/>
              </a:prstGeom>
              <a:blipFill>
                <a:blip r:embed="rId5"/>
                <a:stretch>
                  <a:fillRect l="-2991" t="-5882" r="-1869"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B9EF397-8DB3-956B-3379-710AFF71DC43}"/>
                  </a:ext>
                </a:extLst>
              </p:cNvPr>
              <p:cNvSpPr txBox="1"/>
              <p:nvPr/>
            </p:nvSpPr>
            <p:spPr>
              <a:xfrm>
                <a:off x="787410" y="1264043"/>
                <a:ext cx="322844"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𝑆</m:t>
                      </m:r>
                    </m:oMath>
                  </m:oMathPara>
                </a14:m>
                <a:endParaRPr lang="en-US" sz="1400" dirty="0"/>
              </a:p>
            </p:txBody>
          </p:sp>
        </mc:Choice>
        <mc:Fallback xmlns="">
          <p:sp>
            <p:nvSpPr>
              <p:cNvPr id="34" name="TextBox 33">
                <a:extLst>
                  <a:ext uri="{FF2B5EF4-FFF2-40B4-BE49-F238E27FC236}">
                    <a16:creationId xmlns:a16="http://schemas.microsoft.com/office/drawing/2014/main" id="{2B9EF397-8DB3-956B-3379-710AFF71DC43}"/>
                  </a:ext>
                </a:extLst>
              </p:cNvPr>
              <p:cNvSpPr txBox="1">
                <a:spLocks noRot="1" noChangeAspect="1" noMove="1" noResize="1" noEditPoints="1" noAdjustHandles="1" noChangeArrowheads="1" noChangeShapeType="1" noTextEdit="1"/>
              </p:cNvSpPr>
              <p:nvPr/>
            </p:nvSpPr>
            <p:spPr>
              <a:xfrm>
                <a:off x="787410" y="1264043"/>
                <a:ext cx="322844"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B0BC4A3-9AD5-B32A-4040-5D12CB976421}"/>
                  </a:ext>
                </a:extLst>
              </p:cNvPr>
              <p:cNvSpPr txBox="1"/>
              <p:nvPr/>
            </p:nvSpPr>
            <p:spPr>
              <a:xfrm>
                <a:off x="7912468" y="4416184"/>
                <a:ext cx="590546" cy="465256"/>
              </a:xfrm>
              <a:prstGeom prst="rect">
                <a:avLst/>
              </a:prstGeom>
              <a:noFill/>
            </p:spPr>
            <p:txBody>
              <a:bodyPr wrap="none" rtlCol="0">
                <a:spAutoFit/>
              </a:bodyPr>
              <a:lstStyle/>
              <a:p>
                <a:pPr/>
                <a14:m>
                  <m:oMathPara xmlns:m="http://schemas.openxmlformats.org/officeDocument/2006/math">
                    <m:oMath>
                      <m:f>
                        <m:fPr>
                          <m:ctrlPr>
                            <a:rPr lang="en-US" sz="1400" b="0" i="1" smtClean="0">
                              <a:latin typeface="Cambria Math" panose="02040503050406030204" pitchFamily="18" charset="0"/>
                            </a:rPr>
                          </m:ctrlPr>
                        </m:fPr>
                        <m:num>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𝑥</m:t>
                              </m:r>
                            </m:sub>
                          </m:sSub>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𝜎</m:t>
                              </m:r>
                            </m:e>
                            <m:sub>
                              <m:r>
                                <a:rPr lang="en-US" sz="1400" b="0" i="1" smtClean="0">
                                  <a:latin typeface="Cambria Math" panose="02040503050406030204" pitchFamily="18" charset="0"/>
                                </a:rPr>
                                <m:t>𝑝</m:t>
                              </m:r>
                            </m:sub>
                          </m:sSub>
                        </m:num>
                        <m:den>
                          <m:r>
                            <m:rPr>
                              <m:sty m:val="p"/>
                            </m:rPr>
                            <a:rPr lang="en-US" sz="1400" b="0" i="1" smtClean="0">
                              <a:latin typeface="Cambria Math" panose="02040503050406030204" pitchFamily="18" charset="0"/>
                            </a:rPr>
                            <m:t>ℏ</m:t>
                          </m:r>
                        </m:den>
                      </m:f>
                    </m:oMath>
                  </m:oMathPara>
                </a14:m>
                <a:endParaRPr lang="en-US" sz="1400" dirty="0"/>
              </a:p>
            </p:txBody>
          </p:sp>
        </mc:Choice>
        <mc:Fallback xmlns="">
          <p:sp>
            <p:nvSpPr>
              <p:cNvPr id="35" name="TextBox 34">
                <a:extLst>
                  <a:ext uri="{FF2B5EF4-FFF2-40B4-BE49-F238E27FC236}">
                    <a16:creationId xmlns:a16="http://schemas.microsoft.com/office/drawing/2014/main" id="{9B0BC4A3-9AD5-B32A-4040-5D12CB976421}"/>
                  </a:ext>
                </a:extLst>
              </p:cNvPr>
              <p:cNvSpPr txBox="1">
                <a:spLocks noRot="1" noChangeAspect="1" noMove="1" noResize="1" noEditPoints="1" noAdjustHandles="1" noChangeArrowheads="1" noChangeShapeType="1" noTextEdit="1"/>
              </p:cNvSpPr>
              <p:nvPr/>
            </p:nvSpPr>
            <p:spPr>
              <a:xfrm>
                <a:off x="7912468" y="4416184"/>
                <a:ext cx="590546" cy="465256"/>
              </a:xfrm>
              <a:prstGeom prst="rect">
                <a:avLst/>
              </a:prstGeom>
              <a:blipFill>
                <a:blip r:embed="rId7"/>
                <a:stretch>
                  <a:fillRect b="-1299"/>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4F2F08A2-FE14-C001-78FA-11070C716F76}"/>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A564189E-7E60-1FE5-D541-ACEB6CA01A11}"/>
              </a:ext>
            </a:extLst>
          </p:cNvPr>
          <p:cNvSpPr>
            <a:spLocks noGrp="1"/>
          </p:cNvSpPr>
          <p:nvPr>
            <p:ph type="sldNum" sz="quarter" idx="12"/>
          </p:nvPr>
        </p:nvSpPr>
        <p:spPr/>
        <p:txBody>
          <a:bodyPr/>
          <a:lstStyle/>
          <a:p>
            <a:fld id="{F47845EA-7733-40EE-B074-20032348B727}" type="slidenum">
              <a:rPr lang="en-US" smtClean="0"/>
              <a:t>18</a:t>
            </a:fld>
            <a:endParaRPr lang="en-US"/>
          </a:p>
        </p:txBody>
      </p:sp>
      <p:sp>
        <p:nvSpPr>
          <p:cNvPr id="8" name="TextBox 7">
            <a:extLst>
              <a:ext uri="{FF2B5EF4-FFF2-40B4-BE49-F238E27FC236}">
                <a16:creationId xmlns:a16="http://schemas.microsoft.com/office/drawing/2014/main" id="{3EDBEB3A-5110-C094-FF0E-BC10EA02F476}"/>
              </a:ext>
            </a:extLst>
          </p:cNvPr>
          <p:cNvSpPr txBox="1"/>
          <p:nvPr/>
        </p:nvSpPr>
        <p:spPr>
          <a:xfrm rot="19923249">
            <a:off x="10365582" y="799294"/>
            <a:ext cx="1640193" cy="461665"/>
          </a:xfrm>
          <a:prstGeom prst="rect">
            <a:avLst/>
          </a:prstGeom>
          <a:noFill/>
        </p:spPr>
        <p:txBody>
          <a:bodyPr wrap="none" rtlCol="0">
            <a:spAutoFit/>
          </a:bodyPr>
          <a:lstStyle/>
          <a:p>
            <a:r>
              <a:rPr lang="en-US" sz="2400" dirty="0">
                <a:solidFill>
                  <a:srgbClr val="C00000"/>
                </a:solidFill>
              </a:rPr>
              <a:t>In the limit!</a:t>
            </a:r>
          </a:p>
        </p:txBody>
      </p:sp>
      <p:sp>
        <p:nvSpPr>
          <p:cNvPr id="9" name="TextBox 8">
            <a:extLst>
              <a:ext uri="{FF2B5EF4-FFF2-40B4-BE49-F238E27FC236}">
                <a16:creationId xmlns:a16="http://schemas.microsoft.com/office/drawing/2014/main" id="{9FEAC753-6497-1BFF-CD80-1AC56DC126EB}"/>
              </a:ext>
            </a:extLst>
          </p:cNvPr>
          <p:cNvSpPr txBox="1"/>
          <p:nvPr/>
        </p:nvSpPr>
        <p:spPr>
          <a:xfrm>
            <a:off x="4292600" y="6270109"/>
            <a:ext cx="5022850" cy="523220"/>
          </a:xfrm>
          <a:prstGeom prst="rect">
            <a:avLst/>
          </a:prstGeom>
          <a:noFill/>
        </p:spPr>
        <p:txBody>
          <a:bodyPr wrap="square">
            <a:spAutoFit/>
          </a:bodyPr>
          <a:lstStyle/>
          <a:p>
            <a:r>
              <a:rPr lang="en-US" sz="1400" dirty="0">
                <a:hlinkClick r:id="rId8"/>
              </a:rPr>
              <a:t>https://arxiv.org/pdf/2411.00972</a:t>
            </a:r>
            <a:endParaRPr lang="en-US" sz="1400" dirty="0"/>
          </a:p>
          <a:p>
            <a:r>
              <a:rPr lang="en-US" sz="1400" dirty="0">
                <a:hlinkClick r:id="rId9"/>
              </a:rPr>
              <a:t>https://iopscience.iop.org/article/10.1088/1402-4896/ae3a20</a:t>
            </a:r>
            <a:r>
              <a:rPr lang="en-US" sz="1400" dirty="0"/>
              <a:t> </a:t>
            </a:r>
          </a:p>
        </p:txBody>
      </p:sp>
      <p:pic>
        <p:nvPicPr>
          <p:cNvPr id="17" name="Picture 16">
            <a:extLst>
              <a:ext uri="{FF2B5EF4-FFF2-40B4-BE49-F238E27FC236}">
                <a16:creationId xmlns:a16="http://schemas.microsoft.com/office/drawing/2014/main" id="{FC992918-ED05-DDE8-B868-763390E5FC6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Tree>
    <p:extLst>
      <p:ext uri="{BB962C8B-B14F-4D97-AF65-F5344CB8AC3E}">
        <p14:creationId xmlns:p14="http://schemas.microsoft.com/office/powerpoint/2010/main" val="3021221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18B2F5-4039-508D-AB4E-4695DB49B0BA}"/>
              </a:ext>
            </a:extLst>
          </p:cNvPr>
          <p:cNvSpPr txBox="1"/>
          <p:nvPr/>
        </p:nvSpPr>
        <p:spPr>
          <a:xfrm>
            <a:off x="327047" y="1367341"/>
            <a:ext cx="3980000" cy="584775"/>
          </a:xfrm>
          <a:prstGeom prst="rect">
            <a:avLst/>
          </a:prstGeom>
          <a:noFill/>
        </p:spPr>
        <p:txBody>
          <a:bodyPr wrap="none" rtlCol="0">
            <a:spAutoFit/>
          </a:bodyPr>
          <a:lstStyle/>
          <a:p>
            <a:r>
              <a:rPr lang="en-US" sz="3200" dirty="0"/>
              <a:t>In quantum mechanics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CA0B0F5-4BD9-B895-022A-A0B79394F8EB}"/>
                  </a:ext>
                </a:extLst>
              </p:cNvPr>
              <p:cNvSpPr txBox="1"/>
              <p:nvPr/>
            </p:nvSpPr>
            <p:spPr>
              <a:xfrm>
                <a:off x="3480843" y="2060156"/>
                <a:ext cx="4220193" cy="584775"/>
              </a:xfrm>
              <a:prstGeom prst="rect">
                <a:avLst/>
              </a:prstGeom>
              <a:noFill/>
            </p:spPr>
            <p:txBody>
              <a:bodyPr wrap="none" rtlCol="0">
                <a:spAutoFit/>
              </a:bodyPr>
              <a:lstStyle/>
              <a:p>
                <a:pPr/>
                <a14:m>
                  <m:oMathPara xmlns:m="http://schemas.openxmlformats.org/officeDocument/2006/math">
                    <m:oMath>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𝑅</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e>
                          </m:d>
                          <m:r>
                            <a:rPr lang="en-US" sz="3200" b="0" i="1" smtClean="0">
                              <a:latin typeface="Cambria Math" panose="02040503050406030204" pitchFamily="18" charset="0"/>
                            </a:rPr>
                            <m:t>,</m:t>
                          </m:r>
                          <m:r>
                            <a:rPr lang="en-US" sz="3200" b="0" i="1" smtClean="0">
                              <a:latin typeface="Cambria Math" panose="02040503050406030204" pitchFamily="18" charset="0"/>
                            </a:rPr>
                            <m:t>𝑅</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𝑃</m:t>
                              </m:r>
                            </m:e>
                          </m:d>
                        </m:e>
                      </m:d>
                      <m:r>
                        <a:rPr lang="en-US" sz="3200" b="0" i="1" smtClean="0">
                          <a:latin typeface="Cambria Math" panose="02040503050406030204" pitchFamily="18" charset="0"/>
                        </a:rPr>
                        <m:t>=</m:t>
                      </m:r>
                      <m:r>
                        <a:rPr lang="en-US" sz="3200" b="0" i="1" smtClean="0">
                          <a:latin typeface="Cambria Math" panose="02040503050406030204" pitchFamily="18" charset="0"/>
                        </a:rPr>
                        <m:t>𝜆</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r>
                            <a:rPr lang="en-US" sz="3200" b="0" i="1" smtClean="0">
                              <a:latin typeface="Cambria Math" panose="02040503050406030204" pitchFamily="18" charset="0"/>
                            </a:rPr>
                            <m:t>,</m:t>
                          </m:r>
                          <m:r>
                            <a:rPr lang="en-US" sz="3200" b="0" i="1" smtClean="0">
                              <a:latin typeface="Cambria Math" panose="02040503050406030204" pitchFamily="18" charset="0"/>
                            </a:rPr>
                            <m:t>𝑃</m:t>
                          </m:r>
                        </m:e>
                      </m:d>
                    </m:oMath>
                  </m:oMathPara>
                </a14:m>
                <a:endParaRPr lang="en-US" sz="3200" dirty="0"/>
              </a:p>
            </p:txBody>
          </p:sp>
        </mc:Choice>
        <mc:Fallback xmlns="">
          <p:sp>
            <p:nvSpPr>
              <p:cNvPr id="4" name="TextBox 3">
                <a:extLst>
                  <a:ext uri="{FF2B5EF4-FFF2-40B4-BE49-F238E27FC236}">
                    <a16:creationId xmlns:a16="http://schemas.microsoft.com/office/drawing/2014/main" id="{0CA0B0F5-4BD9-B895-022A-A0B79394F8EB}"/>
                  </a:ext>
                </a:extLst>
              </p:cNvPr>
              <p:cNvSpPr txBox="1">
                <a:spLocks noRot="1" noChangeAspect="1" noMove="1" noResize="1" noEditPoints="1" noAdjustHandles="1" noChangeArrowheads="1" noChangeShapeType="1" noTextEdit="1"/>
              </p:cNvSpPr>
              <p:nvPr/>
            </p:nvSpPr>
            <p:spPr>
              <a:xfrm>
                <a:off x="3480843" y="2060156"/>
                <a:ext cx="4220193" cy="58477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B319B9-6BD3-2DD5-3F2A-C30A25920096}"/>
                  </a:ext>
                </a:extLst>
              </p:cNvPr>
              <p:cNvSpPr txBox="1"/>
              <p:nvPr/>
            </p:nvSpPr>
            <p:spPr>
              <a:xfrm>
                <a:off x="2317047" y="3979509"/>
                <a:ext cx="4827795" cy="853054"/>
              </a:xfrm>
              <a:prstGeom prst="rect">
                <a:avLst/>
              </a:prstGeom>
              <a:noFill/>
            </p:spPr>
            <p:txBody>
              <a:bodyPr wrap="none" rtlCol="0">
                <a:spAutoFit/>
              </a:bodyPr>
              <a:lstStyle/>
              <a:p>
                <a:pPr/>
                <a14:m>
                  <m:oMathPara xmlns:m="http://schemas.openxmlformats.org/officeDocument/2006/math">
                    <m:oMath>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𝑑𝑋</m:t>
                          </m:r>
                        </m:num>
                        <m:den>
                          <m:r>
                            <a:rPr lang="en-US" sz="2200" b="0" i="1" smtClean="0">
                              <a:latin typeface="Cambria Math" panose="02040503050406030204" pitchFamily="18" charset="0"/>
                            </a:rPr>
                            <m:t>𝑑𝑡</m:t>
                          </m:r>
                        </m:den>
                      </m:f>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𝚤</m:t>
                          </m:r>
                        </m:num>
                        <m:den>
                          <m:r>
                            <m:rPr>
                              <m:sty m:val="p"/>
                            </m:rPr>
                            <a:rPr lang="en-US" sz="2200" b="0" i="1" smtClean="0">
                              <a:latin typeface="Cambria Math" panose="02040503050406030204" pitchFamily="18" charset="0"/>
                            </a:rPr>
                            <m:t>ℏ</m:t>
                          </m:r>
                        </m:den>
                      </m:f>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𝐻</m:t>
                          </m:r>
                          <m:r>
                            <a:rPr lang="en-US" sz="2200" b="0" i="1" smtClean="0">
                              <a:latin typeface="Cambria Math" panose="02040503050406030204" pitchFamily="18" charset="0"/>
                            </a:rPr>
                            <m:t>,</m:t>
                          </m:r>
                          <m:r>
                            <a:rPr lang="en-US" sz="2200" b="0" i="1" smtClean="0">
                              <a:latin typeface="Cambria Math" panose="02040503050406030204" pitchFamily="18" charset="0"/>
                            </a:rPr>
                            <m:t>𝑋</m:t>
                          </m:r>
                        </m:e>
                      </m:d>
                      <m:r>
                        <a:rPr lang="en-US" sz="2200" b="0" i="1" smtClean="0">
                          <a:latin typeface="Cambria Math" panose="02040503050406030204" pitchFamily="18" charset="0"/>
                        </a:rPr>
                        <m:t>+</m:t>
                      </m:r>
                      <m:r>
                        <a:rPr lang="en-US" sz="2200" b="0" i="1" smtClean="0">
                          <a:latin typeface="Cambria Math" panose="02040503050406030204" pitchFamily="18" charset="0"/>
                        </a:rPr>
                        <m:t>𝛾</m:t>
                      </m:r>
                      <m:d>
                        <m:dPr>
                          <m:ctrlPr>
                            <a:rPr lang="en-US" sz="2200" b="0" i="1" smtClean="0">
                              <a:latin typeface="Cambria Math" panose="02040503050406030204" pitchFamily="18" charset="0"/>
                            </a:rPr>
                          </m:ctrlPr>
                        </m:dPr>
                        <m:e>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𝐿</m:t>
                              </m:r>
                            </m:e>
                            <m:sup>
                              <m:r>
                                <a:rPr lang="en-US" sz="2200" i="1">
                                  <a:latin typeface="Cambria Math" panose="02040503050406030204" pitchFamily="18" charset="0"/>
                                  <a:ea typeface="Cambria Math" panose="02040503050406030204" pitchFamily="18" charset="0"/>
                                </a:rPr>
                                <m:t>†</m:t>
                              </m:r>
                            </m:sup>
                          </m:sSup>
                          <m:r>
                            <a:rPr lang="en-US" sz="2200" b="0" i="1" smtClean="0">
                              <a:latin typeface="Cambria Math" panose="02040503050406030204" pitchFamily="18" charset="0"/>
                            </a:rPr>
                            <m:t>𝑋𝐿</m:t>
                          </m:r>
                          <m:r>
                            <a:rPr lang="en-US" sz="2200" b="0" i="0" smtClean="0">
                              <a:latin typeface="Cambria Math" panose="02040503050406030204" pitchFamily="18" charset="0"/>
                            </a:rPr>
                            <m:t>−</m:t>
                          </m:r>
                          <m:f>
                            <m:fPr>
                              <m:ctrlPr>
                                <a:rPr lang="en-US" sz="2200" b="0" i="0" smtClean="0">
                                  <a:latin typeface="Cambria Math" panose="02040503050406030204" pitchFamily="18" charset="0"/>
                                </a:rPr>
                              </m:ctrlPr>
                            </m:fPr>
                            <m:num>
                              <m:r>
                                <a:rPr lang="en-US" sz="2200" b="0" i="0" smtClean="0">
                                  <a:latin typeface="Cambria Math" panose="02040503050406030204" pitchFamily="18" charset="0"/>
                                </a:rPr>
                                <m:t>1</m:t>
                              </m:r>
                            </m:num>
                            <m:den>
                              <m:r>
                                <a:rPr lang="en-US" sz="2200" b="0" i="0" smtClean="0">
                                  <a:latin typeface="Cambria Math" panose="02040503050406030204" pitchFamily="18" charset="0"/>
                                </a:rPr>
                                <m:t>2</m:t>
                              </m:r>
                            </m:den>
                          </m:f>
                          <m:d>
                            <m:dPr>
                              <m:begChr m:val="{"/>
                              <m:endChr m:val="}"/>
                              <m:ctrlPr>
                                <a:rPr lang="en-US" sz="2200" i="1">
                                  <a:latin typeface="Cambria Math" panose="02040503050406030204" pitchFamily="18" charset="0"/>
                                </a:rPr>
                              </m:ctrlPr>
                            </m:dPr>
                            <m:e>
                              <m:sSup>
                                <m:sSupPr>
                                  <m:ctrlPr>
                                    <a:rPr lang="en-US" sz="2200" i="1">
                                      <a:latin typeface="Cambria Math" panose="02040503050406030204" pitchFamily="18" charset="0"/>
                                    </a:rPr>
                                  </m:ctrlPr>
                                </m:sSupPr>
                                <m:e>
                                  <m:r>
                                    <a:rPr lang="en-US" sz="2200" i="1">
                                      <a:latin typeface="Cambria Math" panose="02040503050406030204" pitchFamily="18" charset="0"/>
                                    </a:rPr>
                                    <m:t>𝐿</m:t>
                                  </m:r>
                                </m:e>
                                <m:sup>
                                  <m:r>
                                    <a:rPr lang="en-US" sz="2200" i="1">
                                      <a:latin typeface="Cambria Math" panose="02040503050406030204" pitchFamily="18" charset="0"/>
                                      <a:ea typeface="Cambria Math" panose="02040503050406030204" pitchFamily="18" charset="0"/>
                                    </a:rPr>
                                    <m:t>†</m:t>
                                  </m:r>
                                </m:sup>
                              </m:sSup>
                              <m:r>
                                <a:rPr lang="en-US" sz="2200" i="1">
                                  <a:latin typeface="Cambria Math" panose="02040503050406030204" pitchFamily="18" charset="0"/>
                                </a:rPr>
                                <m:t>𝐿</m:t>
                              </m:r>
                              <m:r>
                                <a:rPr lang="en-US" sz="2200" b="0" i="1" smtClean="0">
                                  <a:latin typeface="Cambria Math" panose="02040503050406030204" pitchFamily="18" charset="0"/>
                                </a:rPr>
                                <m:t>,</m:t>
                              </m:r>
                              <m:r>
                                <a:rPr lang="en-US" sz="2200" b="0" i="1" smtClean="0">
                                  <a:latin typeface="Cambria Math" panose="02040503050406030204" pitchFamily="18" charset="0"/>
                                </a:rPr>
                                <m:t>𝑋</m:t>
                              </m:r>
                            </m:e>
                          </m:d>
                        </m:e>
                      </m:d>
                    </m:oMath>
                  </m:oMathPara>
                </a14:m>
                <a:endParaRPr lang="en-US" sz="2200" dirty="0"/>
              </a:p>
            </p:txBody>
          </p:sp>
        </mc:Choice>
        <mc:Fallback xmlns="">
          <p:sp>
            <p:nvSpPr>
              <p:cNvPr id="8" name="TextBox 7">
                <a:extLst>
                  <a:ext uri="{FF2B5EF4-FFF2-40B4-BE49-F238E27FC236}">
                    <a16:creationId xmlns:a16="http://schemas.microsoft.com/office/drawing/2014/main" id="{D0B319B9-6BD3-2DD5-3F2A-C30A25920096}"/>
                  </a:ext>
                </a:extLst>
              </p:cNvPr>
              <p:cNvSpPr txBox="1">
                <a:spLocks noRot="1" noChangeAspect="1" noMove="1" noResize="1" noEditPoints="1" noAdjustHandles="1" noChangeArrowheads="1" noChangeShapeType="1" noTextEdit="1"/>
              </p:cNvSpPr>
              <p:nvPr/>
            </p:nvSpPr>
            <p:spPr>
              <a:xfrm>
                <a:off x="2317047" y="3979509"/>
                <a:ext cx="4827795" cy="853054"/>
              </a:xfrm>
              <a:prstGeom prst="rect">
                <a:avLst/>
              </a:prstGeom>
              <a:blipFill>
                <a:blip r:embed="rId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5A7AFD9-1511-F3B0-2091-CFBE689D384F}"/>
              </a:ext>
            </a:extLst>
          </p:cNvPr>
          <p:cNvSpPr txBox="1"/>
          <p:nvPr/>
        </p:nvSpPr>
        <p:spPr>
          <a:xfrm>
            <a:off x="7192627" y="4051465"/>
            <a:ext cx="2514343" cy="646331"/>
          </a:xfrm>
          <a:prstGeom prst="rect">
            <a:avLst/>
          </a:prstGeom>
          <a:noFill/>
        </p:spPr>
        <p:txBody>
          <a:bodyPr wrap="square" rtlCol="0">
            <a:spAutoFit/>
          </a:bodyPr>
          <a:lstStyle/>
          <a:p>
            <a:r>
              <a:rPr lang="en-US" dirty="0">
                <a:solidFill>
                  <a:schemeClr val="accent6">
                    <a:lumMod val="75000"/>
                  </a:schemeClr>
                </a:solidFill>
              </a:rPr>
              <a:t>Lindblad equation</a:t>
            </a:r>
          </a:p>
          <a:p>
            <a:r>
              <a:rPr lang="en-US" dirty="0">
                <a:solidFill>
                  <a:schemeClr val="accent6">
                    <a:lumMod val="75000"/>
                  </a:schemeClr>
                </a:solidFill>
              </a:rPr>
              <a:t>(open quantum system)</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6822A68-F7F1-FE1B-5C7B-56D151A44A6E}"/>
                  </a:ext>
                </a:extLst>
              </p:cNvPr>
              <p:cNvSpPr txBox="1"/>
              <p:nvPr/>
            </p:nvSpPr>
            <p:spPr>
              <a:xfrm>
                <a:off x="811874" y="4776743"/>
                <a:ext cx="5155514" cy="656013"/>
              </a:xfrm>
              <a:prstGeom prst="rect">
                <a:avLst/>
              </a:prstGeom>
              <a:noFill/>
            </p:spPr>
            <p:txBody>
              <a:bodyPr wrap="none" rtlCol="0">
                <a:spAutoFit/>
              </a:bodyPr>
              <a:lstStyle/>
              <a:p>
                <a:r>
                  <a:rPr lang="en-US" dirty="0"/>
                  <a:t>w</a:t>
                </a:r>
                <a:r>
                  <a:rPr lang="en-US" b="0" dirty="0"/>
                  <a:t>ith </a:t>
                </a:r>
                <a14:m>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=0,  </m:t>
                    </m:r>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  </m:t>
                    </m:r>
                  </m:oMath>
                </a14:m>
                <a:r>
                  <a:rPr lang="en-US" dirty="0"/>
                  <a:t>and </a:t>
                </a:r>
                <a14:m>
                  <m:oMath xmlns:m="http://schemas.openxmlformats.org/officeDocument/2006/math">
                    <m:r>
                      <a:rPr lang="en-US" i="1">
                        <a:latin typeface="Cambria Math" panose="02040503050406030204" pitchFamily="18" charset="0"/>
                      </a:rPr>
                      <m:t>𝐿</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𝜔</m:t>
                            </m:r>
                          </m:num>
                          <m:den>
                            <m:r>
                              <a:rPr lang="en-US" i="1">
                                <a:latin typeface="Cambria Math" panose="02040503050406030204" pitchFamily="18" charset="0"/>
                                <a:ea typeface="Cambria Math" panose="02040503050406030204" pitchFamily="18" charset="0"/>
                              </a:rPr>
                              <m:t>2</m:t>
                            </m:r>
                            <m:r>
                              <m:rPr>
                                <m:sty m:val="p"/>
                              </m:rPr>
                              <a:rPr lang="en-US" i="1">
                                <a:latin typeface="Cambria Math" panose="02040503050406030204" pitchFamily="18" charset="0"/>
                                <a:ea typeface="Cambria Math" panose="02040503050406030204" pitchFamily="18" charset="0"/>
                              </a:rPr>
                              <m:t>ℏ</m:t>
                            </m:r>
                          </m:den>
                        </m:f>
                      </m:e>
                    </m:rad>
                    <m:d>
                      <m:dPr>
                        <m:ctrlPr>
                          <a:rPr lang="en-US" i="1">
                            <a:latin typeface="Cambria Math" panose="02040503050406030204" pitchFamily="18" charset="0"/>
                          </a:rPr>
                        </m:ctrlPr>
                      </m:dPr>
                      <m:e>
                        <m:r>
                          <a:rPr lang="en-US" i="1">
                            <a:latin typeface="Cambria Math" panose="02040503050406030204" pitchFamily="18" charset="0"/>
                          </a:rPr>
                          <m:t>𝑋</m:t>
                        </m:r>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𝚤</m:t>
                            </m:r>
                          </m:num>
                          <m:den>
                            <m:r>
                              <a:rPr lang="en-US" i="1">
                                <a:latin typeface="Cambria Math" panose="02040503050406030204" pitchFamily="18" charset="0"/>
                              </a:rPr>
                              <m:t>𝑚</m:t>
                            </m:r>
                            <m:r>
                              <a:rPr lang="en-US" i="1">
                                <a:latin typeface="Cambria Math" panose="02040503050406030204" pitchFamily="18" charset="0"/>
                              </a:rPr>
                              <m:t>𝜔</m:t>
                            </m:r>
                          </m:den>
                        </m:f>
                        <m:r>
                          <a:rPr lang="en-US" i="1">
                            <a:latin typeface="Cambria Math" panose="02040503050406030204" pitchFamily="18" charset="0"/>
                          </a:rPr>
                          <m:t>𝑃</m:t>
                        </m:r>
                      </m:e>
                    </m:d>
                  </m:oMath>
                </a14:m>
                <a:endParaRPr lang="en-US" dirty="0"/>
              </a:p>
            </p:txBody>
          </p:sp>
        </mc:Choice>
        <mc:Fallback xmlns="">
          <p:sp>
            <p:nvSpPr>
              <p:cNvPr id="10" name="TextBox 9">
                <a:extLst>
                  <a:ext uri="{FF2B5EF4-FFF2-40B4-BE49-F238E27FC236}">
                    <a16:creationId xmlns:a16="http://schemas.microsoft.com/office/drawing/2014/main" id="{A6822A68-F7F1-FE1B-5C7B-56D151A44A6E}"/>
                  </a:ext>
                </a:extLst>
              </p:cNvPr>
              <p:cNvSpPr txBox="1">
                <a:spLocks noRot="1" noChangeAspect="1" noMove="1" noResize="1" noEditPoints="1" noAdjustHandles="1" noChangeArrowheads="1" noChangeShapeType="1" noTextEdit="1"/>
              </p:cNvSpPr>
              <p:nvPr/>
            </p:nvSpPr>
            <p:spPr>
              <a:xfrm>
                <a:off x="811874" y="4776743"/>
                <a:ext cx="5155514" cy="656013"/>
              </a:xfrm>
              <a:prstGeom prst="rect">
                <a:avLst/>
              </a:prstGeom>
              <a:blipFill>
                <a:blip r:embed="rId4"/>
                <a:stretch>
                  <a:fillRect l="-946"/>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DBFDD2B8-7398-DB65-886B-69EB43961381}"/>
              </a:ext>
            </a:extLst>
          </p:cNvPr>
          <p:cNvSpPr txBox="1"/>
          <p:nvPr/>
        </p:nvSpPr>
        <p:spPr>
          <a:xfrm>
            <a:off x="327047" y="129568"/>
            <a:ext cx="7472174" cy="584775"/>
          </a:xfrm>
          <a:prstGeom prst="rect">
            <a:avLst/>
          </a:prstGeom>
          <a:noFill/>
        </p:spPr>
        <p:txBody>
          <a:bodyPr wrap="none" rtlCol="0">
            <a:spAutoFit/>
          </a:bodyPr>
          <a:lstStyle/>
          <a:p>
            <a:r>
              <a:rPr lang="en-US" sz="3200" dirty="0"/>
              <a:t>In classical mechanics – stretch phase space</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D8D6114-AF47-94E0-D3FE-BE8FDBC8C0E8}"/>
                  </a:ext>
                </a:extLst>
              </p:cNvPr>
              <p:cNvSpPr txBox="1"/>
              <p:nvPr/>
            </p:nvSpPr>
            <p:spPr>
              <a:xfrm>
                <a:off x="3852930" y="581650"/>
                <a:ext cx="8129832" cy="578685"/>
              </a:xfrm>
              <a:prstGeom prst="rect">
                <a:avLst/>
              </a:prstGeom>
              <a:noFill/>
            </p:spPr>
            <p:txBody>
              <a:bodyPr wrap="square" rtlCol="0">
                <a:spAutoFit/>
              </a:bodyPr>
              <a:lstStyle/>
              <a:p>
                <a:pPr/>
                <a14:m>
                  <m:oMathPara xmlns:m="http://schemas.openxmlformats.org/officeDocument/2006/math">
                    <m:oMath>
                      <m:r>
                        <a:rPr lang="en-US" sz="2800" i="1" smtClean="0">
                          <a:latin typeface="Cambria Math" panose="02040503050406030204" pitchFamily="18" charset="0"/>
                        </a:rPr>
                        <m:t>𝑆</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𝑅</m:t>
                          </m:r>
                          <m:d>
                            <m:dPr>
                              <m:ctrlPr>
                                <a:rPr lang="en-US" sz="2800" i="1">
                                  <a:latin typeface="Cambria Math" panose="02040503050406030204" pitchFamily="18" charset="0"/>
                                </a:rPr>
                              </m:ctrlPr>
                            </m:dPr>
                            <m:e>
                              <m:r>
                                <a:rPr lang="en-US" sz="2800" i="1">
                                  <a:latin typeface="Cambria Math" panose="02040503050406030204" pitchFamily="18" charset="0"/>
                                </a:rPr>
                                <m:t>𝜌</m:t>
                              </m:r>
                            </m:e>
                          </m:d>
                        </m:e>
                      </m:d>
                      <m:r>
                        <a:rPr lang="en-US" sz="2800" i="1">
                          <a:latin typeface="Cambria Math" panose="02040503050406030204" pitchFamily="18" charset="0"/>
                        </a:rPr>
                        <m:t>=</m:t>
                      </m:r>
                      <m:r>
                        <a:rPr lang="en-US" sz="2800" i="1">
                          <a:latin typeface="Cambria Math" panose="02040503050406030204" pitchFamily="18" charset="0"/>
                        </a:rPr>
                        <m:t>𝑆</m:t>
                      </m:r>
                      <m:d>
                        <m:dPr>
                          <m:ctrlPr>
                            <a:rPr lang="en-US" sz="2800" i="1">
                              <a:latin typeface="Cambria Math" panose="02040503050406030204" pitchFamily="18" charset="0"/>
                            </a:rPr>
                          </m:ctrlPr>
                        </m:dPr>
                        <m:e>
                          <m:r>
                            <a:rPr lang="en-US" sz="2800" i="1">
                              <a:latin typeface="Cambria Math" panose="02040503050406030204" pitchFamily="18" charset="0"/>
                            </a:rPr>
                            <m:t>𝜌</m:t>
                          </m:r>
                        </m:e>
                      </m:d>
                      <m:r>
                        <a:rPr lang="en-US" sz="2800" i="1">
                          <a:latin typeface="Cambria Math" panose="02040503050406030204" pitchFamily="18" charset="0"/>
                        </a:rPr>
                        <m:t>+</m:t>
                      </m:r>
                      <m:func>
                        <m:funcPr>
                          <m:ctrlPr>
                            <a:rPr lang="en-US" sz="2800">
                              <a:latin typeface="Cambria Math" panose="02040503050406030204" pitchFamily="18" charset="0"/>
                            </a:rPr>
                          </m:ctrlPr>
                        </m:funcPr>
                        <m:fName>
                          <m:r>
                            <m:rPr>
                              <m:sty m:val="p"/>
                            </m:rPr>
                            <a:rPr lang="en-US" sz="2800">
                              <a:latin typeface="Cambria Math" panose="02040503050406030204" pitchFamily="18" charset="0"/>
                            </a:rPr>
                            <m:t>log</m:t>
                          </m:r>
                        </m:fName>
                        <m:e>
                          <m:r>
                            <a:rPr lang="en-US" sz="2800" i="1">
                              <a:latin typeface="Cambria Math" panose="02040503050406030204" pitchFamily="18" charset="0"/>
                            </a:rPr>
                            <m:t>𝜆</m:t>
                          </m:r>
                        </m:e>
                      </m:func>
                      <m:r>
                        <a:rPr lang="en-US" sz="2800" i="1" smtClean="0">
                          <a:latin typeface="Cambria Math" panose="02040503050406030204" pitchFamily="18" charset="0"/>
                          <a:ea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𝑅</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𝑥</m:t>
                              </m:r>
                            </m:e>
                          </m:d>
                          <m:r>
                            <a:rPr lang="en-US" sz="2800" b="0" i="1" smtClean="0">
                              <a:latin typeface="Cambria Math" panose="02040503050406030204" pitchFamily="18" charset="0"/>
                            </a:rPr>
                            <m:t>,</m:t>
                          </m:r>
                          <m:r>
                            <a:rPr lang="en-US" sz="2800" b="0" i="1" smtClean="0">
                              <a:latin typeface="Cambria Math" panose="02040503050406030204" pitchFamily="18" charset="0"/>
                            </a:rPr>
                            <m:t>𝑅</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𝑝</m:t>
                              </m:r>
                            </m:e>
                          </m:d>
                        </m:e>
                      </m:d>
                      <m:r>
                        <a:rPr lang="en-US" sz="2800" b="0" i="1" smtClean="0">
                          <a:latin typeface="Cambria Math" panose="02040503050406030204" pitchFamily="18" charset="0"/>
                        </a:rPr>
                        <m:t>=</m:t>
                      </m:r>
                      <m:r>
                        <a:rPr lang="en-US" sz="2800" b="0" i="1" smtClean="0">
                          <a:latin typeface="Cambria Math" panose="02040503050406030204" pitchFamily="18" charset="0"/>
                        </a:rPr>
                        <m:t>𝜆</m:t>
                      </m:r>
                      <m:r>
                        <a:rPr lang="en-US" sz="2800" b="0" i="1" smtClean="0">
                          <a:latin typeface="Cambria Math" panose="02040503050406030204" pitchFamily="18" charset="0"/>
                        </a:rPr>
                        <m:t>{</m:t>
                      </m:r>
                      <m:r>
                        <a:rPr lang="en-US" sz="2800" b="0" i="1" smtClean="0">
                          <a:latin typeface="Cambria Math" panose="02040503050406030204" pitchFamily="18" charset="0"/>
                        </a:rPr>
                        <m:t>𝑥</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oMath>
                  </m:oMathPara>
                </a14:m>
                <a:endParaRPr lang="en-US" sz="2800" dirty="0"/>
              </a:p>
            </p:txBody>
          </p:sp>
        </mc:Choice>
        <mc:Fallback xmlns="">
          <p:sp>
            <p:nvSpPr>
              <p:cNvPr id="16" name="TextBox 15">
                <a:extLst>
                  <a:ext uri="{FF2B5EF4-FFF2-40B4-BE49-F238E27FC236}">
                    <a16:creationId xmlns:a16="http://schemas.microsoft.com/office/drawing/2014/main" id="{6D8D6114-AF47-94E0-D3FE-BE8FDBC8C0E8}"/>
                  </a:ext>
                </a:extLst>
              </p:cNvPr>
              <p:cNvSpPr txBox="1">
                <a:spLocks noRot="1" noChangeAspect="1" noMove="1" noResize="1" noEditPoints="1" noAdjustHandles="1" noChangeArrowheads="1" noChangeShapeType="1" noTextEdit="1"/>
              </p:cNvSpPr>
              <p:nvPr/>
            </p:nvSpPr>
            <p:spPr>
              <a:xfrm>
                <a:off x="3852930" y="581650"/>
                <a:ext cx="8129832" cy="578685"/>
              </a:xfrm>
              <a:prstGeom prst="rect">
                <a:avLst/>
              </a:prstGeom>
              <a:blipFill>
                <a:blip r:embed="rId6"/>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F185F4EF-D2C8-1A34-1BB2-5B862449ACF2}"/>
              </a:ext>
            </a:extLst>
          </p:cNvPr>
          <p:cNvCxnSpPr/>
          <p:nvPr/>
        </p:nvCxnSpPr>
        <p:spPr>
          <a:xfrm flipH="1" flipV="1">
            <a:off x="7790611" y="1051841"/>
            <a:ext cx="2413687" cy="518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37F8BAB-A1B3-3CE4-5D6B-72BC3A4419B8}"/>
              </a:ext>
            </a:extLst>
          </p:cNvPr>
          <p:cNvCxnSpPr>
            <a:cxnSpLocks/>
          </p:cNvCxnSpPr>
          <p:nvPr/>
        </p:nvCxnSpPr>
        <p:spPr>
          <a:xfrm flipV="1">
            <a:off x="10426719" y="1099423"/>
            <a:ext cx="238669" cy="471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6586B09-A0D7-01D6-A13D-3258C1B32755}"/>
              </a:ext>
            </a:extLst>
          </p:cNvPr>
          <p:cNvSpPr txBox="1"/>
          <p:nvPr/>
        </p:nvSpPr>
        <p:spPr>
          <a:xfrm>
            <a:off x="9507505" y="1499359"/>
            <a:ext cx="2315766" cy="923330"/>
          </a:xfrm>
          <a:prstGeom prst="rect">
            <a:avLst/>
          </a:prstGeom>
          <a:noFill/>
        </p:spPr>
        <p:txBody>
          <a:bodyPr wrap="square" rtlCol="0">
            <a:spAutoFit/>
          </a:bodyPr>
          <a:lstStyle/>
          <a:p>
            <a:pPr algn="r"/>
            <a:r>
              <a:rPr lang="en-US" dirty="0"/>
              <a:t>Jacobian is a constant: all volumes rescaled by the same factor</a:t>
            </a:r>
          </a:p>
        </p:txBody>
      </p:sp>
      <p:sp>
        <p:nvSpPr>
          <p:cNvPr id="24" name="TextBox 23">
            <a:extLst>
              <a:ext uri="{FF2B5EF4-FFF2-40B4-BE49-F238E27FC236}">
                <a16:creationId xmlns:a16="http://schemas.microsoft.com/office/drawing/2014/main" id="{22C4A9FC-8ED2-D213-DEB7-FA50E16CC214}"/>
              </a:ext>
            </a:extLst>
          </p:cNvPr>
          <p:cNvSpPr txBox="1"/>
          <p:nvPr/>
        </p:nvSpPr>
        <p:spPr>
          <a:xfrm>
            <a:off x="954674" y="2145610"/>
            <a:ext cx="2074735" cy="461665"/>
          </a:xfrm>
          <a:prstGeom prst="rect">
            <a:avLst/>
          </a:prstGeom>
          <a:noFill/>
        </p:spPr>
        <p:txBody>
          <a:bodyPr wrap="none" rtlCol="0">
            <a:spAutoFit/>
          </a:bodyPr>
          <a:lstStyle/>
          <a:p>
            <a:r>
              <a:rPr lang="en-US" sz="2400" dirty="0"/>
              <a:t>Stretching map</a:t>
            </a:r>
          </a:p>
        </p:txBody>
      </p:sp>
      <p:sp>
        <p:nvSpPr>
          <p:cNvPr id="25" name="TextBox 24">
            <a:extLst>
              <a:ext uri="{FF2B5EF4-FFF2-40B4-BE49-F238E27FC236}">
                <a16:creationId xmlns:a16="http://schemas.microsoft.com/office/drawing/2014/main" id="{6455D0C4-55E6-646B-73D2-D449E43ADBA8}"/>
              </a:ext>
            </a:extLst>
          </p:cNvPr>
          <p:cNvSpPr txBox="1"/>
          <p:nvPr/>
        </p:nvSpPr>
        <p:spPr>
          <a:xfrm>
            <a:off x="954673" y="2935036"/>
            <a:ext cx="2697213" cy="461665"/>
          </a:xfrm>
          <a:prstGeom prst="rect">
            <a:avLst/>
          </a:prstGeom>
          <a:noFill/>
        </p:spPr>
        <p:txBody>
          <a:bodyPr wrap="none" rtlCol="0">
            <a:spAutoFit/>
          </a:bodyPr>
          <a:lstStyle/>
          <a:p>
            <a:r>
              <a:rPr lang="en-US" sz="2400" dirty="0"/>
              <a:t>Pure stretching map</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89AC228-E5A6-B12D-AC03-666A1772B8CC}"/>
                  </a:ext>
                </a:extLst>
              </p:cNvPr>
              <p:cNvSpPr txBox="1"/>
              <p:nvPr/>
            </p:nvSpPr>
            <p:spPr>
              <a:xfrm>
                <a:off x="3830595" y="2822991"/>
                <a:ext cx="2533579" cy="652871"/>
              </a:xfrm>
              <a:prstGeom prst="rect">
                <a:avLst/>
              </a:prstGeom>
              <a:noFill/>
            </p:spPr>
            <p:txBody>
              <a:bodyPr wrap="none" rtlCol="0">
                <a:spAutoFit/>
              </a:bodyPr>
              <a:lstStyle/>
              <a:p>
                <a:pPr/>
                <a14:m>
                  <m:oMathPara xmlns:m="http://schemas.openxmlformats.org/officeDocument/2006/math">
                    <m:oMath>
                      <m:r>
                        <a:rPr lang="en-US" sz="3200" i="1" smtClean="0">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𝑋</m:t>
                          </m:r>
                        </m:e>
                      </m:d>
                      <m:r>
                        <a:rPr lang="en-US" sz="3200" b="0" i="1" smtClean="0">
                          <a:latin typeface="Cambria Math" panose="02040503050406030204" pitchFamily="18" charset="0"/>
                        </a:rPr>
                        <m:t>=</m:t>
                      </m:r>
                      <m:rad>
                        <m:radPr>
                          <m:degHide m:val="on"/>
                          <m:ctrlPr>
                            <a:rPr lang="en-US" sz="3200" b="0" i="1" smtClean="0">
                              <a:latin typeface="Cambria Math" panose="02040503050406030204" pitchFamily="18" charset="0"/>
                            </a:rPr>
                          </m:ctrlPr>
                        </m:radPr>
                        <m:deg/>
                        <m:e>
                          <m:r>
                            <a:rPr lang="en-US" sz="3200" i="1">
                              <a:latin typeface="Cambria Math" panose="02040503050406030204" pitchFamily="18" charset="0"/>
                            </a:rPr>
                            <m:t>𝜆</m:t>
                          </m:r>
                        </m:e>
                      </m:rad>
                      <m:r>
                        <a:rPr lang="en-US" sz="3200" b="0" i="1" smtClean="0">
                          <a:latin typeface="Cambria Math" panose="02040503050406030204" pitchFamily="18" charset="0"/>
                        </a:rPr>
                        <m:t> </m:t>
                      </m:r>
                      <m:r>
                        <a:rPr lang="en-US" sz="3200" b="0" i="1" smtClean="0">
                          <a:latin typeface="Cambria Math" panose="02040503050406030204" pitchFamily="18" charset="0"/>
                        </a:rPr>
                        <m:t>𝑋</m:t>
                      </m:r>
                    </m:oMath>
                  </m:oMathPara>
                </a14:m>
                <a:endParaRPr lang="en-US" sz="3200" dirty="0"/>
              </a:p>
            </p:txBody>
          </p:sp>
        </mc:Choice>
        <mc:Fallback xmlns="">
          <p:sp>
            <p:nvSpPr>
              <p:cNvPr id="26" name="TextBox 25">
                <a:extLst>
                  <a:ext uri="{FF2B5EF4-FFF2-40B4-BE49-F238E27FC236}">
                    <a16:creationId xmlns:a16="http://schemas.microsoft.com/office/drawing/2014/main" id="{C89AC228-E5A6-B12D-AC03-666A1772B8CC}"/>
                  </a:ext>
                </a:extLst>
              </p:cNvPr>
              <p:cNvSpPr txBox="1">
                <a:spLocks noRot="1" noChangeAspect="1" noMove="1" noResize="1" noEditPoints="1" noAdjustHandles="1" noChangeArrowheads="1" noChangeShapeType="1" noTextEdit="1"/>
              </p:cNvSpPr>
              <p:nvPr/>
            </p:nvSpPr>
            <p:spPr>
              <a:xfrm>
                <a:off x="3830595" y="2822991"/>
                <a:ext cx="2533579" cy="65287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58B3EBB-20A5-8C53-6C57-0BE58425EE31}"/>
                  </a:ext>
                </a:extLst>
              </p:cNvPr>
              <p:cNvSpPr txBox="1"/>
              <p:nvPr/>
            </p:nvSpPr>
            <p:spPr>
              <a:xfrm>
                <a:off x="6542883" y="2824129"/>
                <a:ext cx="2514343" cy="652871"/>
              </a:xfrm>
              <a:prstGeom prst="rect">
                <a:avLst/>
              </a:prstGeom>
              <a:noFill/>
            </p:spPr>
            <p:txBody>
              <a:bodyPr wrap="none" rtlCol="0">
                <a:spAutoFit/>
              </a:bodyPr>
              <a:lstStyle/>
              <a:p>
                <a:pPr/>
                <a14:m>
                  <m:oMathPara xmlns:m="http://schemas.openxmlformats.org/officeDocument/2006/math">
                    <m:oMath>
                      <m:r>
                        <a:rPr lang="en-US" sz="320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𝑃</m:t>
                          </m:r>
                        </m:e>
                      </m:d>
                      <m:r>
                        <a:rPr lang="en-US" sz="3200" b="0" i="1" smtClean="0">
                          <a:latin typeface="Cambria Math" panose="02040503050406030204" pitchFamily="18" charset="0"/>
                        </a:rPr>
                        <m:t>=</m:t>
                      </m:r>
                      <m:rad>
                        <m:radPr>
                          <m:degHide m:val="on"/>
                          <m:ctrlPr>
                            <a:rPr lang="en-US" sz="3200" b="0" i="1" smtClean="0">
                              <a:latin typeface="Cambria Math" panose="02040503050406030204" pitchFamily="18" charset="0"/>
                            </a:rPr>
                          </m:ctrlPr>
                        </m:radPr>
                        <m:deg/>
                        <m:e>
                          <m:r>
                            <a:rPr lang="en-US" sz="3200" i="1">
                              <a:latin typeface="Cambria Math" panose="02040503050406030204" pitchFamily="18" charset="0"/>
                            </a:rPr>
                            <m:t>𝜆</m:t>
                          </m:r>
                        </m:e>
                      </m:rad>
                      <m:r>
                        <a:rPr lang="en-US" sz="3200" b="0" i="1" smtClean="0">
                          <a:latin typeface="Cambria Math" panose="02040503050406030204" pitchFamily="18" charset="0"/>
                        </a:rPr>
                        <m:t> </m:t>
                      </m:r>
                      <m:r>
                        <a:rPr lang="en-US" sz="3200" b="0" i="1" smtClean="0">
                          <a:latin typeface="Cambria Math" panose="02040503050406030204" pitchFamily="18" charset="0"/>
                        </a:rPr>
                        <m:t>𝑃</m:t>
                      </m:r>
                    </m:oMath>
                  </m:oMathPara>
                </a14:m>
                <a:endParaRPr lang="en-US" sz="3200" dirty="0"/>
              </a:p>
            </p:txBody>
          </p:sp>
        </mc:Choice>
        <mc:Fallback xmlns="">
          <p:sp>
            <p:nvSpPr>
              <p:cNvPr id="27" name="TextBox 26">
                <a:extLst>
                  <a:ext uri="{FF2B5EF4-FFF2-40B4-BE49-F238E27FC236}">
                    <a16:creationId xmlns:a16="http://schemas.microsoft.com/office/drawing/2014/main" id="{258B3EBB-20A5-8C53-6C57-0BE58425EE31}"/>
                  </a:ext>
                </a:extLst>
              </p:cNvPr>
              <p:cNvSpPr txBox="1">
                <a:spLocks noRot="1" noChangeAspect="1" noMove="1" noResize="1" noEditPoints="1" noAdjustHandles="1" noChangeArrowheads="1" noChangeShapeType="1" noTextEdit="1"/>
              </p:cNvSpPr>
              <p:nvPr/>
            </p:nvSpPr>
            <p:spPr>
              <a:xfrm>
                <a:off x="6542883" y="2824129"/>
                <a:ext cx="2514343" cy="652871"/>
              </a:xfrm>
              <a:prstGeom prst="rect">
                <a:avLst/>
              </a:prstGeom>
              <a:blipFill>
                <a:blip r:embed="rId8"/>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0AB89718-8B2B-3785-8F34-7BF1214117B0}"/>
              </a:ext>
            </a:extLst>
          </p:cNvPr>
          <p:cNvSpPr txBox="1"/>
          <p:nvPr/>
        </p:nvSpPr>
        <p:spPr>
          <a:xfrm>
            <a:off x="9192731" y="3042758"/>
            <a:ext cx="2315767" cy="707886"/>
          </a:xfrm>
          <a:prstGeom prst="rect">
            <a:avLst/>
          </a:prstGeom>
          <a:noFill/>
        </p:spPr>
        <p:txBody>
          <a:bodyPr wrap="square" rtlCol="0">
            <a:spAutoFit/>
          </a:bodyPr>
          <a:lstStyle/>
          <a:p>
            <a:r>
              <a:rPr lang="en-US" sz="2000" dirty="0">
                <a:solidFill>
                  <a:srgbClr val="C00000"/>
                </a:solidFill>
              </a:rPr>
              <a:t>Need to take care of operator ordering!!!</a:t>
            </a:r>
          </a:p>
        </p:txBody>
      </p:sp>
      <p:sp>
        <p:nvSpPr>
          <p:cNvPr id="29" name="TextBox 28">
            <a:extLst>
              <a:ext uri="{FF2B5EF4-FFF2-40B4-BE49-F238E27FC236}">
                <a16:creationId xmlns:a16="http://schemas.microsoft.com/office/drawing/2014/main" id="{B9EE4A29-E6CD-D94E-D81B-380DD33386CF}"/>
              </a:ext>
            </a:extLst>
          </p:cNvPr>
          <p:cNvSpPr txBox="1"/>
          <p:nvPr/>
        </p:nvSpPr>
        <p:spPr>
          <a:xfrm>
            <a:off x="327047" y="3603095"/>
            <a:ext cx="1826608" cy="923330"/>
          </a:xfrm>
          <a:prstGeom prst="rect">
            <a:avLst/>
          </a:prstGeom>
          <a:noFill/>
        </p:spPr>
        <p:txBody>
          <a:bodyPr wrap="square" rtlCol="0">
            <a:spAutoFit/>
          </a:bodyPr>
          <a:lstStyle/>
          <a:p>
            <a:r>
              <a:rPr lang="en-US" dirty="0"/>
              <a:t>Infinitesimal pure</a:t>
            </a:r>
            <a:br>
              <a:rPr lang="en-US" dirty="0"/>
            </a:br>
            <a:r>
              <a:rPr lang="en-US" dirty="0"/>
              <a:t>stretching map must satisfy:</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BD574DD-9751-BAC7-C02E-BF380216A694}"/>
                  </a:ext>
                </a:extLst>
              </p:cNvPr>
              <p:cNvSpPr txBox="1"/>
              <p:nvPr/>
            </p:nvSpPr>
            <p:spPr>
              <a:xfrm>
                <a:off x="3919953" y="5592713"/>
                <a:ext cx="5173339" cy="653449"/>
              </a:xfrm>
              <a:prstGeom prst="rect">
                <a:avLst/>
              </a:prstGeom>
              <a:noFill/>
            </p:spPr>
            <p:txBody>
              <a:bodyPr wrap="none" rtlCol="0">
                <a:spAutoFit/>
              </a:bodyPr>
              <a:lstStyle/>
              <a:p>
                <a:r>
                  <a:rPr lang="en-US" dirty="0">
                    <a:solidFill>
                      <a:schemeClr val="accent6">
                        <a:lumMod val="75000"/>
                      </a:schemeClr>
                    </a:solidFill>
                  </a:rPr>
                  <a:t>Need anti-normal ordering (</a:t>
                </a:r>
                <a14:m>
                  <m:oMath xmlns:m="http://schemas.openxmlformats.org/officeDocument/2006/math">
                    <m:r>
                      <a:rPr lang="en-US" b="0" i="1" smtClean="0">
                        <a:solidFill>
                          <a:schemeClr val="accent6">
                            <a:lumMod val="75000"/>
                          </a:schemeClr>
                        </a:solidFill>
                        <a:latin typeface="Cambria Math" panose="02040503050406030204" pitchFamily="18" charset="0"/>
                      </a:rPr>
                      <m:t>𝑎</m:t>
                    </m:r>
                    <m:sSup>
                      <m:sSupPr>
                        <m:ctrlPr>
                          <a:rPr lang="en-US" b="0" i="1" smtClean="0">
                            <a:solidFill>
                              <a:schemeClr val="accent6">
                                <a:lumMod val="75000"/>
                              </a:schemeClr>
                            </a:solidFill>
                            <a:latin typeface="Cambria Math" panose="02040503050406030204" pitchFamily="18" charset="0"/>
                          </a:rPr>
                        </m:ctrlPr>
                      </m:sSupPr>
                      <m:e>
                        <m:r>
                          <a:rPr lang="en-US" b="0" i="1" smtClean="0">
                            <a:solidFill>
                              <a:schemeClr val="accent6">
                                <a:lumMod val="75000"/>
                              </a:schemeClr>
                            </a:solidFill>
                            <a:latin typeface="Cambria Math" panose="02040503050406030204" pitchFamily="18" charset="0"/>
                          </a:rPr>
                          <m:t>𝑎</m:t>
                        </m:r>
                      </m:e>
                      <m:sup>
                        <m:r>
                          <a:rPr lang="en-US" b="0" i="1" smtClean="0">
                            <a:solidFill>
                              <a:schemeClr val="accent6">
                                <a:lumMod val="75000"/>
                              </a:schemeClr>
                            </a:solidFill>
                            <a:latin typeface="Cambria Math" panose="02040503050406030204" pitchFamily="18" charset="0"/>
                          </a:rPr>
                          <m:t>†</m:t>
                        </m:r>
                      </m:sup>
                    </m:sSup>
                  </m:oMath>
                </a14:m>
                <a:r>
                  <a:rPr lang="en-US" dirty="0">
                    <a:solidFill>
                      <a:schemeClr val="accent6">
                        <a:lumMod val="75000"/>
                      </a:schemeClr>
                    </a:solidFill>
                  </a:rPr>
                  <a:t>), associated with </a:t>
                </a:r>
                <a:br>
                  <a:rPr lang="en-US" dirty="0">
                    <a:solidFill>
                      <a:schemeClr val="accent6">
                        <a:lumMod val="75000"/>
                      </a:schemeClr>
                    </a:solidFill>
                  </a:rPr>
                </a:br>
                <a:r>
                  <a:rPr lang="en-US" dirty="0" err="1">
                    <a:solidFill>
                      <a:schemeClr val="accent6">
                        <a:lumMod val="75000"/>
                      </a:schemeClr>
                    </a:solidFill>
                  </a:rPr>
                  <a:t>Husimi</a:t>
                </a:r>
                <a:r>
                  <a:rPr lang="en-US" dirty="0">
                    <a:solidFill>
                      <a:schemeClr val="accent6">
                        <a:lumMod val="75000"/>
                      </a:schemeClr>
                    </a:solidFill>
                  </a:rPr>
                  <a:t> Q </a:t>
                </a:r>
                <a:r>
                  <a:rPr lang="en-US" dirty="0" err="1">
                    <a:solidFill>
                      <a:schemeClr val="accent6">
                        <a:lumMod val="75000"/>
                      </a:schemeClr>
                    </a:solidFill>
                  </a:rPr>
                  <a:t>quasiprobability</a:t>
                </a:r>
                <a:r>
                  <a:rPr lang="en-US" dirty="0">
                    <a:solidFill>
                      <a:schemeClr val="accent6">
                        <a:lumMod val="75000"/>
                      </a:schemeClr>
                    </a:solidFill>
                  </a:rPr>
                  <a:t> distribution in phase space</a:t>
                </a:r>
              </a:p>
            </p:txBody>
          </p:sp>
        </mc:Choice>
        <mc:Fallback xmlns="">
          <p:sp>
            <p:nvSpPr>
              <p:cNvPr id="30" name="TextBox 29">
                <a:extLst>
                  <a:ext uri="{FF2B5EF4-FFF2-40B4-BE49-F238E27FC236}">
                    <a16:creationId xmlns:a16="http://schemas.microsoft.com/office/drawing/2014/main" id="{4BD574DD-9751-BAC7-C02E-BF380216A694}"/>
                  </a:ext>
                </a:extLst>
              </p:cNvPr>
              <p:cNvSpPr txBox="1">
                <a:spLocks noRot="1" noChangeAspect="1" noMove="1" noResize="1" noEditPoints="1" noAdjustHandles="1" noChangeArrowheads="1" noChangeShapeType="1" noTextEdit="1"/>
              </p:cNvSpPr>
              <p:nvPr/>
            </p:nvSpPr>
            <p:spPr>
              <a:xfrm>
                <a:off x="3919953" y="5592713"/>
                <a:ext cx="5173339" cy="653449"/>
              </a:xfrm>
              <a:prstGeom prst="rect">
                <a:avLst/>
              </a:prstGeom>
              <a:blipFill>
                <a:blip r:embed="rId9"/>
                <a:stretch>
                  <a:fillRect l="-942" t="-2778" r="-118" b="-12963"/>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1AAFBF2E-9927-48A9-7034-986E5D18090E}"/>
              </a:ext>
            </a:extLst>
          </p:cNvPr>
          <p:cNvSpPr>
            <a:spLocks noGrp="1"/>
          </p:cNvSpPr>
          <p:nvPr>
            <p:ph type="ftr" sz="quarter" idx="11"/>
          </p:nvPr>
        </p:nvSpPr>
        <p:spPr/>
        <p:txBody>
          <a:bodyPr/>
          <a:lstStyle/>
          <a:p>
            <a:r>
              <a:rPr lang="en-US"/>
              <a:t>Christine Aidala - University of Michigan</a:t>
            </a:r>
            <a:endParaRPr lang="en-US" dirty="0"/>
          </a:p>
        </p:txBody>
      </p:sp>
      <p:sp>
        <p:nvSpPr>
          <p:cNvPr id="5" name="Slide Number Placeholder 4">
            <a:extLst>
              <a:ext uri="{FF2B5EF4-FFF2-40B4-BE49-F238E27FC236}">
                <a16:creationId xmlns:a16="http://schemas.microsoft.com/office/drawing/2014/main" id="{A3F16447-0549-DBAD-FA4F-BF3E2AC66208}"/>
              </a:ext>
            </a:extLst>
          </p:cNvPr>
          <p:cNvSpPr>
            <a:spLocks noGrp="1"/>
          </p:cNvSpPr>
          <p:nvPr>
            <p:ph type="sldNum" sz="quarter" idx="12"/>
          </p:nvPr>
        </p:nvSpPr>
        <p:spPr/>
        <p:txBody>
          <a:bodyPr/>
          <a:lstStyle/>
          <a:p>
            <a:fld id="{F47845EA-7733-40EE-B074-20032348B727}" type="slidenum">
              <a:rPr lang="en-US" smtClean="0"/>
              <a:t>19</a:t>
            </a:fld>
            <a:endParaRPr lang="en-US"/>
          </a:p>
        </p:txBody>
      </p:sp>
      <p:cxnSp>
        <p:nvCxnSpPr>
          <p:cNvPr id="12" name="Straight Arrow Connector 11">
            <a:extLst>
              <a:ext uri="{FF2B5EF4-FFF2-40B4-BE49-F238E27FC236}">
                <a16:creationId xmlns:a16="http://schemas.microsoft.com/office/drawing/2014/main" id="{0264B2BE-FCCA-3F2D-5635-C82B45D06EFA}"/>
              </a:ext>
            </a:extLst>
          </p:cNvPr>
          <p:cNvCxnSpPr>
            <a:cxnSpLocks/>
          </p:cNvCxnSpPr>
          <p:nvPr/>
        </p:nvCxnSpPr>
        <p:spPr>
          <a:xfrm flipV="1">
            <a:off x="1341783" y="5189543"/>
            <a:ext cx="447258" cy="424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B39AE2B-E379-441E-049F-7C340E2FE385}"/>
              </a:ext>
            </a:extLst>
          </p:cNvPr>
          <p:cNvSpPr txBox="1"/>
          <p:nvPr/>
        </p:nvSpPr>
        <p:spPr>
          <a:xfrm>
            <a:off x="232441" y="5614171"/>
            <a:ext cx="2955992" cy="646331"/>
          </a:xfrm>
          <a:prstGeom prst="rect">
            <a:avLst/>
          </a:prstGeom>
          <a:noFill/>
        </p:spPr>
        <p:txBody>
          <a:bodyPr wrap="square" rtlCol="0">
            <a:spAutoFit/>
          </a:bodyPr>
          <a:lstStyle/>
          <a:p>
            <a:r>
              <a:rPr lang="en-US" dirty="0"/>
              <a:t>No unitary/conservative part:</a:t>
            </a:r>
            <a:br>
              <a:rPr lang="en-US" dirty="0"/>
            </a:br>
            <a:r>
              <a:rPr lang="en-US" dirty="0"/>
              <a:t>purely entropy-increasing</a:t>
            </a:r>
          </a:p>
        </p:txBody>
      </p:sp>
      <p:pic>
        <p:nvPicPr>
          <p:cNvPr id="31" name="Picture 30">
            <a:extLst>
              <a:ext uri="{FF2B5EF4-FFF2-40B4-BE49-F238E27FC236}">
                <a16:creationId xmlns:a16="http://schemas.microsoft.com/office/drawing/2014/main" id="{6234B793-1DDC-AFB0-30F3-DBDC07D8B63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33" name="TextBox 32">
            <a:extLst>
              <a:ext uri="{FF2B5EF4-FFF2-40B4-BE49-F238E27FC236}">
                <a16:creationId xmlns:a16="http://schemas.microsoft.com/office/drawing/2014/main" id="{401F5EE3-2855-1EC4-824C-58C083C39E72}"/>
              </a:ext>
            </a:extLst>
          </p:cNvPr>
          <p:cNvSpPr txBox="1"/>
          <p:nvPr/>
        </p:nvSpPr>
        <p:spPr>
          <a:xfrm>
            <a:off x="4327774" y="6341516"/>
            <a:ext cx="3456203" cy="369332"/>
          </a:xfrm>
          <a:prstGeom prst="rect">
            <a:avLst/>
          </a:prstGeom>
          <a:noFill/>
        </p:spPr>
        <p:txBody>
          <a:bodyPr wrap="none" rtlCol="0">
            <a:spAutoFit/>
          </a:bodyPr>
          <a:lstStyle/>
          <a:p>
            <a:r>
              <a:rPr lang="en-US" i="1" dirty="0"/>
              <a:t>Physica Scripta </a:t>
            </a:r>
            <a:r>
              <a:rPr lang="en-US" dirty="0"/>
              <a:t>101</a:t>
            </a:r>
            <a:r>
              <a:rPr lang="en-US" b="1" dirty="0"/>
              <a:t>,</a:t>
            </a:r>
            <a:r>
              <a:rPr lang="en-US" dirty="0"/>
              <a:t> 065105 (2026)</a:t>
            </a:r>
          </a:p>
        </p:txBody>
      </p:sp>
    </p:spTree>
    <p:extLst>
      <p:ext uri="{BB962C8B-B14F-4D97-AF65-F5344CB8AC3E}">
        <p14:creationId xmlns:p14="http://schemas.microsoft.com/office/powerpoint/2010/main" val="185086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8" grpId="0"/>
      <p:bldP spid="9" grpId="0"/>
      <p:bldP spid="10" grpId="0"/>
      <p:bldP spid="24" grpId="0"/>
      <p:bldP spid="25" grpId="0"/>
      <p:bldP spid="26" grpId="0"/>
      <p:bldP spid="27" grpId="0"/>
      <p:bldP spid="28" grpId="0"/>
      <p:bldP spid="29" grpId="0"/>
      <p:bldP spid="30"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AA189-71C2-2FCF-B078-B3ACFBDE3F7A}"/>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5C94CFDF-ACA4-A34F-BE37-C0C6034C08D3}"/>
              </a:ext>
            </a:extLst>
          </p:cNvPr>
          <p:cNvSpPr txBox="1"/>
          <p:nvPr/>
        </p:nvSpPr>
        <p:spPr>
          <a:xfrm>
            <a:off x="800371" y="1215081"/>
            <a:ext cx="6077433" cy="523220"/>
          </a:xfrm>
          <a:prstGeom prst="rect">
            <a:avLst/>
          </a:prstGeom>
          <a:noFill/>
        </p:spPr>
        <p:txBody>
          <a:bodyPr wrap="none" rtlCol="0">
            <a:spAutoFit/>
          </a:bodyPr>
          <a:lstStyle/>
          <a:p>
            <a:r>
              <a:rPr lang="en-US" sz="2800" dirty="0" err="1"/>
              <a:t>Husimi</a:t>
            </a:r>
            <a:r>
              <a:rPr lang="en-US" sz="2800" dirty="0"/>
              <a:t> Q distribution is simply stretched</a:t>
            </a:r>
          </a:p>
        </p:txBody>
      </p:sp>
      <p:sp>
        <p:nvSpPr>
          <p:cNvPr id="2" name="TextBox 1">
            <a:extLst>
              <a:ext uri="{FF2B5EF4-FFF2-40B4-BE49-F238E27FC236}">
                <a16:creationId xmlns:a16="http://schemas.microsoft.com/office/drawing/2014/main" id="{6EF228E8-BDF9-97A0-3558-1CC46AE4DD10}"/>
              </a:ext>
            </a:extLst>
          </p:cNvPr>
          <p:cNvSpPr txBox="1"/>
          <p:nvPr/>
        </p:nvSpPr>
        <p:spPr>
          <a:xfrm>
            <a:off x="327047" y="395270"/>
            <a:ext cx="9680599" cy="584775"/>
          </a:xfrm>
          <a:prstGeom prst="rect">
            <a:avLst/>
          </a:prstGeom>
          <a:noFill/>
        </p:spPr>
        <p:txBody>
          <a:bodyPr wrap="none" rtlCol="0">
            <a:spAutoFit/>
          </a:bodyPr>
          <a:lstStyle/>
          <a:p>
            <a:r>
              <a:rPr lang="en-US" sz="3200" dirty="0"/>
              <a:t>Effects of stretching map on phase-space representations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1C4398D-6878-F29E-C80B-D69133F0B2DB}"/>
                  </a:ext>
                </a:extLst>
              </p:cNvPr>
              <p:cNvSpPr txBox="1"/>
              <p:nvPr/>
            </p:nvSpPr>
            <p:spPr>
              <a:xfrm>
                <a:off x="800372" y="1870669"/>
                <a:ext cx="9207274" cy="954107"/>
              </a:xfrm>
              <a:prstGeom prst="rect">
                <a:avLst/>
              </a:prstGeom>
              <a:noFill/>
            </p:spPr>
            <p:txBody>
              <a:bodyPr wrap="square" rtlCol="0">
                <a:spAutoFit/>
              </a:bodyPr>
              <a:lstStyle/>
              <a:p>
                <a:r>
                  <a:rPr lang="en-US" sz="2800" dirty="0"/>
                  <a:t>Wigner function is stretched and convolved with a Gaussian, and coincides with the </a:t>
                </a:r>
                <a:r>
                  <a:rPr lang="en-US" sz="2800" dirty="0" err="1"/>
                  <a:t>Husimi</a:t>
                </a:r>
                <a:r>
                  <a:rPr lang="en-US" sz="2800" dirty="0"/>
                  <a:t> Q in the limit </a:t>
                </a:r>
                <a14:m>
                  <m:oMath xmlns:m="http://schemas.openxmlformats.org/officeDocument/2006/math">
                    <m:r>
                      <a:rPr lang="en-US" sz="2800" i="1">
                        <a:latin typeface="Cambria Math" panose="02040503050406030204" pitchFamily="18" charset="0"/>
                      </a:rPr>
                      <m:t>𝜆</m:t>
                    </m:r>
                    <m:r>
                      <a:rPr lang="en-US" sz="2800" i="1">
                        <a:latin typeface="Cambria Math" panose="02040503050406030204" pitchFamily="18" charset="0"/>
                      </a:rPr>
                      <m:t>→∞</m:t>
                    </m:r>
                  </m:oMath>
                </a14:m>
                <a:endParaRPr lang="en-US" sz="2800" dirty="0"/>
              </a:p>
            </p:txBody>
          </p:sp>
        </mc:Choice>
        <mc:Fallback xmlns="">
          <p:sp>
            <p:nvSpPr>
              <p:cNvPr id="3" name="TextBox 2">
                <a:extLst>
                  <a:ext uri="{FF2B5EF4-FFF2-40B4-BE49-F238E27FC236}">
                    <a16:creationId xmlns:a16="http://schemas.microsoft.com/office/drawing/2014/main" id="{71C4398D-6878-F29E-C80B-D69133F0B2DB}"/>
                  </a:ext>
                </a:extLst>
              </p:cNvPr>
              <p:cNvSpPr txBox="1">
                <a:spLocks noRot="1" noChangeAspect="1" noMove="1" noResize="1" noEditPoints="1" noAdjustHandles="1" noChangeArrowheads="1" noChangeShapeType="1" noTextEdit="1"/>
              </p:cNvSpPr>
              <p:nvPr/>
            </p:nvSpPr>
            <p:spPr>
              <a:xfrm>
                <a:off x="800372" y="1870669"/>
                <a:ext cx="9207274" cy="954107"/>
              </a:xfrm>
              <a:prstGeom prst="rect">
                <a:avLst/>
              </a:prstGeom>
              <a:blipFill>
                <a:blip r:embed="rId2"/>
                <a:stretch>
                  <a:fillRect l="-1324" t="-6410" b="-17949"/>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72A33649-1710-B950-E1B6-5F937219DDDD}"/>
              </a:ext>
            </a:extLst>
          </p:cNvPr>
          <p:cNvSpPr>
            <a:spLocks noGrp="1"/>
          </p:cNvSpPr>
          <p:nvPr>
            <p:ph type="ftr" sz="quarter" idx="11"/>
          </p:nvPr>
        </p:nvSpPr>
        <p:spPr/>
        <p:txBody>
          <a:body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3D7E110C-DBF6-60EC-F56E-5AC1B8741DD1}"/>
              </a:ext>
            </a:extLst>
          </p:cNvPr>
          <p:cNvSpPr>
            <a:spLocks noGrp="1"/>
          </p:cNvSpPr>
          <p:nvPr>
            <p:ph type="sldNum" sz="quarter" idx="12"/>
          </p:nvPr>
        </p:nvSpPr>
        <p:spPr/>
        <p:txBody>
          <a:bodyPr/>
          <a:lstStyle/>
          <a:p>
            <a:fld id="{F47845EA-7733-40EE-B074-20032348B727}" type="slidenum">
              <a:rPr lang="en-US" smtClean="0"/>
              <a:t>20</a:t>
            </a:fld>
            <a:endParaRPr lang="en-US"/>
          </a:p>
        </p:txBody>
      </p:sp>
    </p:spTree>
    <p:extLst>
      <p:ext uri="{BB962C8B-B14F-4D97-AF65-F5344CB8AC3E}">
        <p14:creationId xmlns:p14="http://schemas.microsoft.com/office/powerpoint/2010/main" val="1264419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A2ED4C-83C7-0F54-324D-97897DE01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391" y="1406966"/>
            <a:ext cx="10976171" cy="2036459"/>
          </a:xfrm>
          <a:prstGeom prst="rect">
            <a:avLst/>
          </a:prstGeom>
        </p:spPr>
      </p:pic>
      <p:pic>
        <p:nvPicPr>
          <p:cNvPr id="4" name="Picture 3">
            <a:extLst>
              <a:ext uri="{FF2B5EF4-FFF2-40B4-BE49-F238E27FC236}">
                <a16:creationId xmlns:a16="http://schemas.microsoft.com/office/drawing/2014/main" id="{1CD7061C-4527-301E-CE64-E9DB331F0F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078" y="3764810"/>
            <a:ext cx="5207399" cy="2672860"/>
          </a:xfrm>
          <a:prstGeom prst="rect">
            <a:avLst/>
          </a:prstGeom>
        </p:spPr>
      </p:pic>
      <p:sp>
        <p:nvSpPr>
          <p:cNvPr id="5" name="TextBox 4">
            <a:extLst>
              <a:ext uri="{FF2B5EF4-FFF2-40B4-BE49-F238E27FC236}">
                <a16:creationId xmlns:a16="http://schemas.microsoft.com/office/drawing/2014/main" id="{0AB304EC-3C63-4397-C10E-5CFB768C1D8B}"/>
              </a:ext>
            </a:extLst>
          </p:cNvPr>
          <p:cNvSpPr txBox="1"/>
          <p:nvPr/>
        </p:nvSpPr>
        <p:spPr>
          <a:xfrm>
            <a:off x="3964049" y="6360432"/>
            <a:ext cx="917239" cy="307777"/>
          </a:xfrm>
          <a:prstGeom prst="rect">
            <a:avLst/>
          </a:prstGeom>
          <a:noFill/>
        </p:spPr>
        <p:txBody>
          <a:bodyPr wrap="none" rtlCol="0">
            <a:spAutoFit/>
          </a:bodyPr>
          <a:lstStyle/>
          <a:p>
            <a:r>
              <a:rPr lang="en-US" sz="1400" dirty="0"/>
              <a:t>Wikipedia</a:t>
            </a:r>
          </a:p>
        </p:txBody>
      </p:sp>
      <p:sp>
        <p:nvSpPr>
          <p:cNvPr id="6" name="TextBox 5">
            <a:extLst>
              <a:ext uri="{FF2B5EF4-FFF2-40B4-BE49-F238E27FC236}">
                <a16:creationId xmlns:a16="http://schemas.microsoft.com/office/drawing/2014/main" id="{8E0DA042-8434-B69C-EF54-56D0D7EE717C}"/>
              </a:ext>
            </a:extLst>
          </p:cNvPr>
          <p:cNvSpPr txBox="1"/>
          <p:nvPr/>
        </p:nvSpPr>
        <p:spPr>
          <a:xfrm>
            <a:off x="414725" y="213852"/>
            <a:ext cx="11326049" cy="1384995"/>
          </a:xfrm>
          <a:prstGeom prst="rect">
            <a:avLst/>
          </a:prstGeom>
          <a:noFill/>
        </p:spPr>
        <p:txBody>
          <a:bodyPr wrap="none" rtlCol="0">
            <a:spAutoFit/>
          </a:bodyPr>
          <a:lstStyle/>
          <a:p>
            <a:r>
              <a:rPr lang="en-US" sz="3600" dirty="0"/>
              <a:t>Stretching a cat state</a:t>
            </a:r>
          </a:p>
          <a:p>
            <a:r>
              <a:rPr lang="en-US" sz="2800" dirty="0"/>
              <a:t>		- a quantum superposition of two macroscopically distinct states</a:t>
            </a:r>
          </a:p>
          <a:p>
            <a:endParaRPr lang="en-US" sz="2000" dirty="0"/>
          </a:p>
        </p:txBody>
      </p:sp>
      <p:sp>
        <p:nvSpPr>
          <p:cNvPr id="2" name="TextBox 1">
            <a:extLst>
              <a:ext uri="{FF2B5EF4-FFF2-40B4-BE49-F238E27FC236}">
                <a16:creationId xmlns:a16="http://schemas.microsoft.com/office/drawing/2014/main" id="{403C8E1A-7762-4AFC-3B57-F90AAE8323B2}"/>
              </a:ext>
            </a:extLst>
          </p:cNvPr>
          <p:cNvSpPr txBox="1"/>
          <p:nvPr/>
        </p:nvSpPr>
        <p:spPr>
          <a:xfrm>
            <a:off x="5219081" y="5690040"/>
            <a:ext cx="3794291" cy="646331"/>
          </a:xfrm>
          <a:prstGeom prst="rect">
            <a:avLst/>
          </a:prstGeom>
          <a:noFill/>
        </p:spPr>
        <p:txBody>
          <a:bodyPr wrap="square" rtlCol="0">
            <a:spAutoFit/>
          </a:bodyPr>
          <a:lstStyle/>
          <a:p>
            <a:r>
              <a:rPr lang="en-US" dirty="0"/>
              <a:t>Wigner </a:t>
            </a:r>
            <a:r>
              <a:rPr lang="en-US" dirty="0" err="1"/>
              <a:t>quasiprobability</a:t>
            </a:r>
            <a:r>
              <a:rPr lang="en-US" dirty="0"/>
              <a:t> distribution for a cat state</a:t>
            </a:r>
          </a:p>
        </p:txBody>
      </p:sp>
      <p:pic>
        <p:nvPicPr>
          <p:cNvPr id="8" name="Picture 7">
            <a:extLst>
              <a:ext uri="{FF2B5EF4-FFF2-40B4-BE49-F238E27FC236}">
                <a16:creationId xmlns:a16="http://schemas.microsoft.com/office/drawing/2014/main" id="{B43BB442-6EF2-9D84-9E15-111EADB0CB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10" name="TextBox 9">
            <a:extLst>
              <a:ext uri="{FF2B5EF4-FFF2-40B4-BE49-F238E27FC236}">
                <a16:creationId xmlns:a16="http://schemas.microsoft.com/office/drawing/2014/main" id="{40301A4B-66CE-3749-9838-0F5CD4D2481A}"/>
              </a:ext>
            </a:extLst>
          </p:cNvPr>
          <p:cNvSpPr txBox="1"/>
          <p:nvPr/>
        </p:nvSpPr>
        <p:spPr>
          <a:xfrm>
            <a:off x="6612270" y="3403055"/>
            <a:ext cx="3456203" cy="369332"/>
          </a:xfrm>
          <a:prstGeom prst="rect">
            <a:avLst/>
          </a:prstGeom>
          <a:noFill/>
        </p:spPr>
        <p:txBody>
          <a:bodyPr wrap="none" rtlCol="0">
            <a:spAutoFit/>
          </a:bodyPr>
          <a:lstStyle/>
          <a:p>
            <a:r>
              <a:rPr lang="en-US" i="1" dirty="0"/>
              <a:t>Physica Scripta </a:t>
            </a:r>
            <a:r>
              <a:rPr lang="en-US" dirty="0"/>
              <a:t>101</a:t>
            </a:r>
            <a:r>
              <a:rPr lang="en-US" b="1" dirty="0"/>
              <a:t>,</a:t>
            </a:r>
            <a:r>
              <a:rPr lang="en-US" dirty="0"/>
              <a:t> 065105 (2026)</a:t>
            </a:r>
          </a:p>
        </p:txBody>
      </p:sp>
      <p:sp>
        <p:nvSpPr>
          <p:cNvPr id="11" name="Footer Placeholder 10">
            <a:extLst>
              <a:ext uri="{FF2B5EF4-FFF2-40B4-BE49-F238E27FC236}">
                <a16:creationId xmlns:a16="http://schemas.microsoft.com/office/drawing/2014/main" id="{8D9CF96D-F10C-64E0-2DA2-4276BC536AF9}"/>
              </a:ext>
            </a:extLst>
          </p:cNvPr>
          <p:cNvSpPr>
            <a:spLocks noGrp="1"/>
          </p:cNvSpPr>
          <p:nvPr>
            <p:ph type="ftr" sz="quarter" idx="11"/>
          </p:nvPr>
        </p:nvSpPr>
        <p:spPr/>
        <p:txBody>
          <a:bodyPr/>
          <a:lstStyle/>
          <a:p>
            <a:r>
              <a:rPr lang="en-US"/>
              <a:t>Christine Aidala - University of Michigan</a:t>
            </a:r>
            <a:endParaRPr lang="en-US" dirty="0"/>
          </a:p>
        </p:txBody>
      </p:sp>
      <p:sp>
        <p:nvSpPr>
          <p:cNvPr id="12" name="Slide Number Placeholder 11">
            <a:extLst>
              <a:ext uri="{FF2B5EF4-FFF2-40B4-BE49-F238E27FC236}">
                <a16:creationId xmlns:a16="http://schemas.microsoft.com/office/drawing/2014/main" id="{88F8FEF4-CF57-52CD-C9D9-EF1ED76E9288}"/>
              </a:ext>
            </a:extLst>
          </p:cNvPr>
          <p:cNvSpPr>
            <a:spLocks noGrp="1"/>
          </p:cNvSpPr>
          <p:nvPr>
            <p:ph type="sldNum" sz="quarter" idx="12"/>
          </p:nvPr>
        </p:nvSpPr>
        <p:spPr/>
        <p:txBody>
          <a:bodyPr/>
          <a:lstStyle/>
          <a:p>
            <a:fld id="{F47845EA-7733-40EE-B074-20032348B727}" type="slidenum">
              <a:rPr lang="en-US" smtClean="0"/>
              <a:t>21</a:t>
            </a:fld>
            <a:endParaRPr lang="en-US"/>
          </a:p>
        </p:txBody>
      </p:sp>
    </p:spTree>
    <p:extLst>
      <p:ext uri="{BB962C8B-B14F-4D97-AF65-F5344CB8AC3E}">
        <p14:creationId xmlns:p14="http://schemas.microsoft.com/office/powerpoint/2010/main" val="2005030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B37AA7-10AB-42FD-CC89-E36C59252C43}"/>
              </a:ext>
            </a:extLst>
          </p:cNvPr>
          <p:cNvSpPr txBox="1"/>
          <p:nvPr/>
        </p:nvSpPr>
        <p:spPr>
          <a:xfrm>
            <a:off x="327047" y="395270"/>
            <a:ext cx="11518666" cy="584775"/>
          </a:xfrm>
          <a:prstGeom prst="rect">
            <a:avLst/>
          </a:prstGeom>
          <a:noFill/>
        </p:spPr>
        <p:txBody>
          <a:bodyPr wrap="none" rtlCol="0">
            <a:spAutoFit/>
          </a:bodyPr>
          <a:lstStyle/>
          <a:p>
            <a:r>
              <a:rPr lang="en-US" sz="3200" dirty="0"/>
              <a:t>Another perspective: move the pure states to minus infinite entropy</a:t>
            </a:r>
          </a:p>
        </p:txBody>
      </p:sp>
      <p:pic>
        <p:nvPicPr>
          <p:cNvPr id="5" name="Picture 4">
            <a:extLst>
              <a:ext uri="{FF2B5EF4-FFF2-40B4-BE49-F238E27FC236}">
                <a16:creationId xmlns:a16="http://schemas.microsoft.com/office/drawing/2014/main" id="{0261B0AE-75B0-1148-AE23-97628505FA06}"/>
              </a:ext>
            </a:extLst>
          </p:cNvPr>
          <p:cNvPicPr>
            <a:picLocks noChangeAspect="1"/>
          </p:cNvPicPr>
          <p:nvPr/>
        </p:nvPicPr>
        <p:blipFill>
          <a:blip r:embed="rId2"/>
          <a:stretch>
            <a:fillRect/>
          </a:stretch>
        </p:blipFill>
        <p:spPr>
          <a:xfrm>
            <a:off x="6766342" y="1096774"/>
            <a:ext cx="5079371" cy="2655584"/>
          </a:xfrm>
          <a:prstGeom prst="rect">
            <a:avLst/>
          </a:prstGeom>
        </p:spPr>
      </p:pic>
      <p:sp>
        <p:nvSpPr>
          <p:cNvPr id="7" name="Arrow: Down 6">
            <a:extLst>
              <a:ext uri="{FF2B5EF4-FFF2-40B4-BE49-F238E27FC236}">
                <a16:creationId xmlns:a16="http://schemas.microsoft.com/office/drawing/2014/main" id="{74BDB52F-FC01-AE4F-9232-A25EA0479A29}"/>
              </a:ext>
            </a:extLst>
          </p:cNvPr>
          <p:cNvSpPr/>
          <p:nvPr/>
        </p:nvSpPr>
        <p:spPr>
          <a:xfrm>
            <a:off x="6483178" y="2010032"/>
            <a:ext cx="398493" cy="1161536"/>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3458A58-C00E-F17B-6D98-1CC27672A6D5}"/>
              </a:ext>
            </a:extLst>
          </p:cNvPr>
          <p:cNvSpPr txBox="1"/>
          <p:nvPr/>
        </p:nvSpPr>
        <p:spPr>
          <a:xfrm>
            <a:off x="239102" y="2210062"/>
            <a:ext cx="3289683" cy="369332"/>
          </a:xfrm>
          <a:prstGeom prst="rect">
            <a:avLst/>
          </a:prstGeom>
          <a:noFill/>
        </p:spPr>
        <p:txBody>
          <a:bodyPr wrap="none" rtlCol="0">
            <a:spAutoFit/>
          </a:bodyPr>
          <a:lstStyle/>
          <a:p>
            <a:r>
              <a:rPr lang="en-US" dirty="0"/>
              <a:t>Redefine original space such that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2607D6-4C7C-95DD-DA4E-CFB40CF43918}"/>
                  </a:ext>
                </a:extLst>
              </p:cNvPr>
              <p:cNvSpPr txBox="1"/>
              <p:nvPr/>
            </p:nvSpPr>
            <p:spPr>
              <a:xfrm>
                <a:off x="237050" y="2579394"/>
                <a:ext cx="1919436" cy="910377"/>
              </a:xfrm>
              <a:prstGeom prst="rect">
                <a:avLst/>
              </a:prstGeom>
              <a:noFill/>
            </p:spPr>
            <p:txBody>
              <a:bodyPr wrap="none" rtlCol="0">
                <a:spAutoFit/>
              </a:bodyPr>
              <a:lstStyle/>
              <a:p>
                <a:pPr/>
                <a14:m>
                  <m:oMathPara xmlns:m="http://schemas.openxmlformats.org/officeDocument/2006/math">
                    <m:oMath>
                      <m:d>
                        <m:dPr>
                          <m:begChr m:val="["/>
                          <m:endChr m:val="]"/>
                          <m:ctrlPr>
                            <a:rPr lang="en-US" sz="2800" b="0" i="1" smtClean="0">
                              <a:latin typeface="Cambria Math" panose="02040503050406030204" pitchFamily="18" charset="0"/>
                            </a:rPr>
                          </m:ctrlPr>
                        </m:d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𝑋</m:t>
                              </m:r>
                            </m:e>
                          </m:acc>
                          <m:r>
                            <a:rPr lang="en-US" sz="2800" b="0" i="1" smtClean="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𝑃</m:t>
                              </m:r>
                            </m:e>
                          </m:acc>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𝚤</m:t>
                          </m:r>
                          <m:r>
                            <m:rPr>
                              <m:sty m:val="p"/>
                            </m:rPr>
                            <a:rPr lang="en-US" sz="2800" b="0" i="1" smtClean="0">
                              <a:latin typeface="Cambria Math" panose="02040503050406030204" pitchFamily="18" charset="0"/>
                            </a:rPr>
                            <m:t>ℏ</m:t>
                          </m:r>
                        </m:num>
                        <m:den>
                          <m:r>
                            <a:rPr lang="en-US" sz="2800" b="0" i="1" smtClean="0">
                              <a:latin typeface="Cambria Math" panose="02040503050406030204" pitchFamily="18" charset="0"/>
                            </a:rPr>
                            <m:t>𝜆</m:t>
                          </m:r>
                        </m:den>
                      </m:f>
                    </m:oMath>
                  </m:oMathPara>
                </a14:m>
                <a:endParaRPr lang="en-US" sz="2800" dirty="0"/>
              </a:p>
            </p:txBody>
          </p:sp>
        </mc:Choice>
        <mc:Fallback xmlns="">
          <p:sp>
            <p:nvSpPr>
              <p:cNvPr id="9" name="TextBox 8">
                <a:extLst>
                  <a:ext uri="{FF2B5EF4-FFF2-40B4-BE49-F238E27FC236}">
                    <a16:creationId xmlns:a16="http://schemas.microsoft.com/office/drawing/2014/main" id="{0D2607D6-4C7C-95DD-DA4E-CFB40CF43918}"/>
                  </a:ext>
                </a:extLst>
              </p:cNvPr>
              <p:cNvSpPr txBox="1">
                <a:spLocks noRot="1" noChangeAspect="1" noMove="1" noResize="1" noEditPoints="1" noAdjustHandles="1" noChangeArrowheads="1" noChangeShapeType="1" noTextEdit="1"/>
              </p:cNvSpPr>
              <p:nvPr/>
            </p:nvSpPr>
            <p:spPr>
              <a:xfrm>
                <a:off x="237050" y="2579394"/>
                <a:ext cx="1919436" cy="9103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284C02E-FAD5-E33D-78F0-3D8AFD038B1C}"/>
                  </a:ext>
                </a:extLst>
              </p:cNvPr>
              <p:cNvSpPr txBox="1"/>
              <p:nvPr/>
            </p:nvSpPr>
            <p:spPr>
              <a:xfrm>
                <a:off x="2270045" y="2710487"/>
                <a:ext cx="3411383" cy="648191"/>
              </a:xfrm>
              <a:prstGeom prst="rect">
                <a:avLst/>
              </a:prstGeom>
              <a:noFill/>
            </p:spPr>
            <p:txBody>
              <a:bodyPr wrap="none" rtlCol="0">
                <a:spAutoFit/>
              </a:bodyPr>
              <a:lstStyle/>
              <a:p>
                <a:pPr/>
                <a14:m>
                  <m:oMathPara xmlns:m="http://schemas.openxmlformats.org/officeDocument/2006/math">
                    <m:oMath>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𝑋</m:t>
                                  </m:r>
                                </m:e>
                              </m:acc>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𝑃</m:t>
                                  </m:r>
                                </m:e>
                              </m:acc>
                            </m:e>
                          </m:d>
                        </m:e>
                      </m:d>
                      <m:r>
                        <a:rPr lang="en-US" sz="3200" b="0" i="1" smtClean="0">
                          <a:latin typeface="Cambria Math" panose="02040503050406030204" pitchFamily="18" charset="0"/>
                        </a:rPr>
                        <m:t>=</m:t>
                      </m:r>
                      <m:r>
                        <a:rPr lang="en-US" sz="3200" b="0" i="1" smtClean="0">
                          <a:latin typeface="Cambria Math" panose="02040503050406030204" pitchFamily="18" charset="0"/>
                        </a:rPr>
                        <m:t>𝚤</m:t>
                      </m:r>
                      <m:r>
                        <m:rPr>
                          <m:sty m:val="p"/>
                        </m:rPr>
                        <a:rPr lang="en-US" sz="3200" b="0" i="1" smtClean="0">
                          <a:latin typeface="Cambria Math" panose="02040503050406030204" pitchFamily="18" charset="0"/>
                        </a:rPr>
                        <m:t>ℏ</m:t>
                      </m:r>
                    </m:oMath>
                  </m:oMathPara>
                </a14:m>
                <a:endParaRPr lang="en-US" sz="3200" dirty="0"/>
              </a:p>
            </p:txBody>
          </p:sp>
        </mc:Choice>
        <mc:Fallback xmlns="">
          <p:sp>
            <p:nvSpPr>
              <p:cNvPr id="11" name="TextBox 10">
                <a:extLst>
                  <a:ext uri="{FF2B5EF4-FFF2-40B4-BE49-F238E27FC236}">
                    <a16:creationId xmlns:a16="http://schemas.microsoft.com/office/drawing/2014/main" id="{B284C02E-FAD5-E33D-78F0-3D8AFD038B1C}"/>
                  </a:ext>
                </a:extLst>
              </p:cNvPr>
              <p:cNvSpPr txBox="1">
                <a:spLocks noRot="1" noChangeAspect="1" noMove="1" noResize="1" noEditPoints="1" noAdjustHandles="1" noChangeArrowheads="1" noChangeShapeType="1" noTextEdit="1"/>
              </p:cNvSpPr>
              <p:nvPr/>
            </p:nvSpPr>
            <p:spPr>
              <a:xfrm>
                <a:off x="2270045" y="2710487"/>
                <a:ext cx="3411383" cy="648191"/>
              </a:xfrm>
              <a:prstGeom prst="rect">
                <a:avLst/>
              </a:prstGeom>
              <a:blipFill>
                <a:blip r:embed="rId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1B2E387-B588-AF81-6B18-E9F46BB43A68}"/>
              </a:ext>
            </a:extLst>
          </p:cNvPr>
          <p:cNvSpPr txBox="1"/>
          <p:nvPr/>
        </p:nvSpPr>
        <p:spPr>
          <a:xfrm>
            <a:off x="239102" y="1094299"/>
            <a:ext cx="1118961" cy="369332"/>
          </a:xfrm>
          <a:prstGeom prst="rect">
            <a:avLst/>
          </a:prstGeom>
          <a:noFill/>
        </p:spPr>
        <p:txBody>
          <a:bodyPr wrap="none" rtlCol="0">
            <a:spAutoFit/>
          </a:bodyPr>
          <a:lstStyle/>
          <a:p>
            <a:r>
              <a:rPr lang="en-US" dirty="0"/>
              <a:t>Instead of</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EBCBA59-413C-5D8A-8EA6-5FFDFF306601}"/>
                  </a:ext>
                </a:extLst>
              </p:cNvPr>
              <p:cNvSpPr txBox="1"/>
              <p:nvPr/>
            </p:nvSpPr>
            <p:spPr>
              <a:xfrm>
                <a:off x="239102" y="1525323"/>
                <a:ext cx="1915332" cy="523220"/>
              </a:xfrm>
              <a:prstGeom prst="rect">
                <a:avLst/>
              </a:prstGeom>
              <a:noFill/>
            </p:spPr>
            <p:txBody>
              <a:bodyPr wrap="none" rtlCol="0">
                <a:spAutoFit/>
              </a:bodyPr>
              <a:lstStyle/>
              <a:p>
                <a:pPr/>
                <a14:m>
                  <m:oMathPara xmlns:m="http://schemas.openxmlformats.org/officeDocument/2006/math">
                    <m:oMath>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r>
                            <a:rPr lang="en-US" sz="2800" b="0" i="1" smtClean="0">
                              <a:latin typeface="Cambria Math" panose="02040503050406030204" pitchFamily="18" charset="0"/>
                            </a:rPr>
                            <m:t>,</m:t>
                          </m:r>
                          <m:r>
                            <a:rPr lang="en-US" sz="2800" b="0" i="1" smtClean="0">
                              <a:latin typeface="Cambria Math" panose="02040503050406030204" pitchFamily="18" charset="0"/>
                            </a:rPr>
                            <m:t>𝑃</m:t>
                          </m:r>
                        </m:e>
                      </m:d>
                      <m:r>
                        <a:rPr lang="en-US" sz="2800" b="0" i="1" smtClean="0">
                          <a:latin typeface="Cambria Math" panose="02040503050406030204" pitchFamily="18" charset="0"/>
                        </a:rPr>
                        <m:t>=</m:t>
                      </m:r>
                      <m:r>
                        <a:rPr lang="en-US" sz="2800" b="0" i="1" smtClean="0">
                          <a:latin typeface="Cambria Math" panose="02040503050406030204" pitchFamily="18" charset="0"/>
                        </a:rPr>
                        <m:t>𝚤</m:t>
                      </m:r>
                      <m:r>
                        <m:rPr>
                          <m:sty m:val="p"/>
                        </m:rPr>
                        <a:rPr lang="en-US" sz="2800" b="0" i="1" smtClean="0">
                          <a:latin typeface="Cambria Math" panose="02040503050406030204" pitchFamily="18" charset="0"/>
                        </a:rPr>
                        <m:t>ℏ</m:t>
                      </m:r>
                    </m:oMath>
                  </m:oMathPara>
                </a14:m>
                <a:endParaRPr lang="en-US" sz="2800" dirty="0"/>
              </a:p>
            </p:txBody>
          </p:sp>
        </mc:Choice>
        <mc:Fallback xmlns="">
          <p:sp>
            <p:nvSpPr>
              <p:cNvPr id="13" name="TextBox 12">
                <a:extLst>
                  <a:ext uri="{FF2B5EF4-FFF2-40B4-BE49-F238E27FC236}">
                    <a16:creationId xmlns:a16="http://schemas.microsoft.com/office/drawing/2014/main" id="{BEBCBA59-413C-5D8A-8EA6-5FFDFF306601}"/>
                  </a:ext>
                </a:extLst>
              </p:cNvPr>
              <p:cNvSpPr txBox="1">
                <a:spLocks noRot="1" noChangeAspect="1" noMove="1" noResize="1" noEditPoints="1" noAdjustHandles="1" noChangeArrowheads="1" noChangeShapeType="1" noTextEdit="1"/>
              </p:cNvSpPr>
              <p:nvPr/>
            </p:nvSpPr>
            <p:spPr>
              <a:xfrm>
                <a:off x="239102" y="1525323"/>
                <a:ext cx="1915332"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D87852B-EBBE-9868-91F3-93E066901258}"/>
                  </a:ext>
                </a:extLst>
              </p:cNvPr>
              <p:cNvSpPr txBox="1"/>
              <p:nvPr/>
            </p:nvSpPr>
            <p:spPr>
              <a:xfrm>
                <a:off x="2270045" y="1494545"/>
                <a:ext cx="3563668" cy="584775"/>
              </a:xfrm>
              <a:prstGeom prst="rect">
                <a:avLst/>
              </a:prstGeom>
              <a:noFill/>
            </p:spPr>
            <p:txBody>
              <a:bodyPr wrap="none" rtlCol="0">
                <a:spAutoFit/>
              </a:bodyPr>
              <a:lstStyle/>
              <a:p>
                <a:pPr/>
                <a14:m>
                  <m:oMathPara xmlns:m="http://schemas.openxmlformats.org/officeDocument/2006/math">
                    <m:oMath>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𝑃</m:t>
                              </m:r>
                            </m:e>
                          </m:d>
                        </m:e>
                      </m:d>
                      <m:r>
                        <a:rPr lang="en-US" sz="3200" b="0" i="1" smtClean="0">
                          <a:latin typeface="Cambria Math" panose="02040503050406030204" pitchFamily="18" charset="0"/>
                        </a:rPr>
                        <m:t>=</m:t>
                      </m:r>
                      <m:r>
                        <a:rPr lang="en-US" sz="3200" b="0" i="1" smtClean="0">
                          <a:latin typeface="Cambria Math" panose="02040503050406030204" pitchFamily="18" charset="0"/>
                        </a:rPr>
                        <m:t>𝜆</m:t>
                      </m:r>
                      <m:r>
                        <a:rPr lang="en-US" sz="3200" b="0" i="1" smtClean="0">
                          <a:latin typeface="Cambria Math" panose="02040503050406030204" pitchFamily="18" charset="0"/>
                        </a:rPr>
                        <m:t>𝚤</m:t>
                      </m:r>
                      <m:r>
                        <m:rPr>
                          <m:sty m:val="p"/>
                        </m:rPr>
                        <a:rPr lang="en-US" sz="3200" b="0" i="1" smtClean="0">
                          <a:latin typeface="Cambria Math" panose="02040503050406030204" pitchFamily="18" charset="0"/>
                        </a:rPr>
                        <m:t>ℏ</m:t>
                      </m:r>
                    </m:oMath>
                  </m:oMathPara>
                </a14:m>
                <a:endParaRPr lang="en-US" sz="3200" dirty="0"/>
              </a:p>
            </p:txBody>
          </p:sp>
        </mc:Choice>
        <mc:Fallback xmlns="">
          <p:sp>
            <p:nvSpPr>
              <p:cNvPr id="14" name="TextBox 13">
                <a:extLst>
                  <a:ext uri="{FF2B5EF4-FFF2-40B4-BE49-F238E27FC236}">
                    <a16:creationId xmlns:a16="http://schemas.microsoft.com/office/drawing/2014/main" id="{3D87852B-EBBE-9868-91F3-93E066901258}"/>
                  </a:ext>
                </a:extLst>
              </p:cNvPr>
              <p:cNvSpPr txBox="1">
                <a:spLocks noRot="1" noChangeAspect="1" noMove="1" noResize="1" noEditPoints="1" noAdjustHandles="1" noChangeArrowheads="1" noChangeShapeType="1" noTextEdit="1"/>
              </p:cNvSpPr>
              <p:nvPr/>
            </p:nvSpPr>
            <p:spPr>
              <a:xfrm>
                <a:off x="2270045" y="1494545"/>
                <a:ext cx="3563668" cy="584775"/>
              </a:xfrm>
              <a:prstGeom prst="rect">
                <a:avLst/>
              </a:prstGeom>
              <a:blipFill>
                <a:blip r:embed="rId6"/>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8C3C52F7-DB2B-ED71-E8E2-F5E36850F402}"/>
              </a:ext>
            </a:extLst>
          </p:cNvPr>
          <p:cNvCxnSpPr>
            <a:cxnSpLocks/>
          </p:cNvCxnSpPr>
          <p:nvPr/>
        </p:nvCxnSpPr>
        <p:spPr>
          <a:xfrm flipH="1" flipV="1">
            <a:off x="2075935" y="3358678"/>
            <a:ext cx="474257" cy="384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1A592CE-21EC-CBFF-2620-2F32B5725CC4}"/>
                  </a:ext>
                </a:extLst>
              </p:cNvPr>
              <p:cNvSpPr txBox="1"/>
              <p:nvPr/>
            </p:nvSpPr>
            <p:spPr>
              <a:xfrm>
                <a:off x="1936360" y="3641351"/>
                <a:ext cx="1861856" cy="496611"/>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 ⇒ </m:t>
                    </m:r>
                    <m:f>
                      <m:fPr>
                        <m:ctrlPr>
                          <a:rPr lang="en-US" b="0" i="1" smtClean="0">
                            <a:latin typeface="Cambria Math" panose="02040503050406030204" pitchFamily="18" charset="0"/>
                          </a:rPr>
                        </m:ctrlPr>
                      </m:fPr>
                      <m:num>
                        <m:r>
                          <m:rPr>
                            <m:sty m:val="p"/>
                          </m:rPr>
                          <a:rPr lang="en-US" b="0" i="1" smtClean="0">
                            <a:latin typeface="Cambria Math" panose="02040503050406030204" pitchFamily="18" charset="0"/>
                          </a:rPr>
                          <m:t>ℏ</m:t>
                        </m:r>
                      </m:num>
                      <m:den>
                        <m:r>
                          <a:rPr lang="en-US" b="0" i="1" smtClean="0">
                            <a:latin typeface="Cambria Math" panose="02040503050406030204" pitchFamily="18" charset="0"/>
                          </a:rPr>
                          <m:t>𝜆</m:t>
                        </m:r>
                      </m:den>
                    </m:f>
                    <m:r>
                      <a:rPr lang="en-US" b="0" i="1" smtClean="0">
                        <a:latin typeface="Cambria Math" panose="02040503050406030204" pitchFamily="18" charset="0"/>
                      </a:rPr>
                      <m:t>→0</m:t>
                    </m:r>
                  </m:oMath>
                </a14:m>
                <a:r>
                  <a:rPr lang="en-US" dirty="0"/>
                  <a:t> </a:t>
                </a:r>
              </a:p>
            </p:txBody>
          </p:sp>
        </mc:Choice>
        <mc:Fallback xmlns="">
          <p:sp>
            <p:nvSpPr>
              <p:cNvPr id="18" name="TextBox 17">
                <a:extLst>
                  <a:ext uri="{FF2B5EF4-FFF2-40B4-BE49-F238E27FC236}">
                    <a16:creationId xmlns:a16="http://schemas.microsoft.com/office/drawing/2014/main" id="{01A592CE-21EC-CBFF-2620-2F32B5725CC4}"/>
                  </a:ext>
                </a:extLst>
              </p:cNvPr>
              <p:cNvSpPr txBox="1">
                <a:spLocks noRot="1" noChangeAspect="1" noMove="1" noResize="1" noEditPoints="1" noAdjustHandles="1" noChangeArrowheads="1" noChangeShapeType="1" noTextEdit="1"/>
              </p:cNvSpPr>
              <p:nvPr/>
            </p:nvSpPr>
            <p:spPr>
              <a:xfrm>
                <a:off x="1936360" y="3641351"/>
                <a:ext cx="1861856" cy="496611"/>
              </a:xfrm>
              <a:prstGeom prst="rect">
                <a:avLst/>
              </a:prstGeom>
              <a:blipFill>
                <a:blip r:embed="rId7"/>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F012D83-7F43-6496-604B-AD6DE07288B7}"/>
                  </a:ext>
                </a:extLst>
              </p:cNvPr>
              <p:cNvSpPr txBox="1"/>
              <p:nvPr/>
            </p:nvSpPr>
            <p:spPr>
              <a:xfrm>
                <a:off x="426743" y="4443766"/>
                <a:ext cx="8915226" cy="1077218"/>
              </a:xfrm>
              <a:prstGeom prst="rect">
                <a:avLst/>
              </a:prstGeom>
              <a:noFill/>
            </p:spPr>
            <p:txBody>
              <a:bodyPr wrap="square" rtlCol="0">
                <a:spAutoFit/>
              </a:bodyPr>
              <a:lstStyle/>
              <a:p>
                <a:r>
                  <a:rPr lang="en-US" sz="3200" dirty="0">
                    <a:solidFill>
                      <a:schemeClr val="accent6">
                        <a:lumMod val="75000"/>
                      </a:schemeClr>
                    </a:solidFill>
                  </a:rPr>
                  <a:t>Mathematically equivalent to lowering the entropy of a pure state to </a:t>
                </a: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or </a:t>
                </a:r>
                <a14:m>
                  <m:oMath xmlns:m="http://schemas.openxmlformats.org/officeDocument/2006/math">
                    <m:r>
                      <m:rPr>
                        <m:sty m:val="p"/>
                      </m:rPr>
                      <a:rPr lang="en-US" sz="3200" b="0" i="1" smtClean="0">
                        <a:solidFill>
                          <a:schemeClr val="accent6">
                            <a:lumMod val="75000"/>
                          </a:schemeClr>
                        </a:solidFill>
                        <a:latin typeface="Cambria Math" panose="02040503050406030204" pitchFamily="18" charset="0"/>
                      </a:rPr>
                      <m:t>ℏ</m:t>
                    </m:r>
                    <m:r>
                      <a:rPr lang="en-US" sz="3200" b="0" i="1" smtClean="0">
                        <a:solidFill>
                          <a:schemeClr val="accent6">
                            <a:lumMod val="75000"/>
                          </a:schemeClr>
                        </a:solidFill>
                        <a:latin typeface="Cambria Math" panose="02040503050406030204" pitchFamily="18" charset="0"/>
                      </a:rPr>
                      <m:t>→0</m:t>
                    </m:r>
                  </m:oMath>
                </a14:m>
                <a:r>
                  <a:rPr lang="en-US" sz="3200" dirty="0">
                    <a:solidFill>
                      <a:schemeClr val="accent6">
                        <a:lumMod val="75000"/>
                      </a:schemeClr>
                    </a:solidFill>
                  </a:rPr>
                  <a:t> (group contraction)</a:t>
                </a:r>
              </a:p>
            </p:txBody>
          </p:sp>
        </mc:Choice>
        <mc:Fallback xmlns="">
          <p:sp>
            <p:nvSpPr>
              <p:cNvPr id="20" name="TextBox 19">
                <a:extLst>
                  <a:ext uri="{FF2B5EF4-FFF2-40B4-BE49-F238E27FC236}">
                    <a16:creationId xmlns:a16="http://schemas.microsoft.com/office/drawing/2014/main" id="{4F012D83-7F43-6496-604B-AD6DE07288B7}"/>
                  </a:ext>
                </a:extLst>
              </p:cNvPr>
              <p:cNvSpPr txBox="1">
                <a:spLocks noRot="1" noChangeAspect="1" noMove="1" noResize="1" noEditPoints="1" noAdjustHandles="1" noChangeArrowheads="1" noChangeShapeType="1" noTextEdit="1"/>
              </p:cNvSpPr>
              <p:nvPr/>
            </p:nvSpPr>
            <p:spPr>
              <a:xfrm>
                <a:off x="426743" y="4443766"/>
                <a:ext cx="8915226" cy="1077218"/>
              </a:xfrm>
              <a:prstGeom prst="rect">
                <a:avLst/>
              </a:prstGeom>
              <a:blipFill>
                <a:blip r:embed="rId8"/>
                <a:stretch>
                  <a:fillRect l="-1710" t="-7345" b="-18079"/>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BBF92C70-B180-5094-4CD3-0ACE0FED4FE6}"/>
              </a:ext>
            </a:extLst>
          </p:cNvPr>
          <p:cNvSpPr>
            <a:spLocks noGrp="1"/>
          </p:cNvSpPr>
          <p:nvPr>
            <p:ph type="ftr" sz="quarter" idx="11"/>
          </p:nvPr>
        </p:nvSpPr>
        <p:spPr/>
        <p:txBody>
          <a:bodyPr/>
          <a:lstStyle/>
          <a:p>
            <a:r>
              <a:rPr lang="en-US"/>
              <a:t>Christine Aidala - University of Michigan</a:t>
            </a:r>
            <a:endParaRPr lang="en-US" dirty="0"/>
          </a:p>
        </p:txBody>
      </p:sp>
      <p:sp>
        <p:nvSpPr>
          <p:cNvPr id="6" name="TextBox 5">
            <a:extLst>
              <a:ext uri="{FF2B5EF4-FFF2-40B4-BE49-F238E27FC236}">
                <a16:creationId xmlns:a16="http://schemas.microsoft.com/office/drawing/2014/main" id="{D4709D1E-3F92-8815-F828-63EE81DC0B86}"/>
              </a:ext>
            </a:extLst>
          </p:cNvPr>
          <p:cNvSpPr txBox="1"/>
          <p:nvPr/>
        </p:nvSpPr>
        <p:spPr>
          <a:xfrm>
            <a:off x="469900" y="6235700"/>
            <a:ext cx="3456203" cy="369332"/>
          </a:xfrm>
          <a:prstGeom prst="rect">
            <a:avLst/>
          </a:prstGeom>
          <a:noFill/>
        </p:spPr>
        <p:txBody>
          <a:bodyPr wrap="none" rtlCol="0">
            <a:spAutoFit/>
          </a:bodyPr>
          <a:lstStyle/>
          <a:p>
            <a:r>
              <a:rPr lang="en-US" i="1" dirty="0"/>
              <a:t>Physica Scripta </a:t>
            </a:r>
            <a:r>
              <a:rPr lang="en-US" dirty="0"/>
              <a:t>101</a:t>
            </a:r>
            <a:r>
              <a:rPr lang="en-US" b="1" dirty="0"/>
              <a:t>,</a:t>
            </a:r>
            <a:r>
              <a:rPr lang="en-US" dirty="0"/>
              <a:t> 065105 (2026)</a:t>
            </a:r>
          </a:p>
        </p:txBody>
      </p:sp>
      <p:sp>
        <p:nvSpPr>
          <p:cNvPr id="2" name="Slide Number Placeholder 1">
            <a:extLst>
              <a:ext uri="{FF2B5EF4-FFF2-40B4-BE49-F238E27FC236}">
                <a16:creationId xmlns:a16="http://schemas.microsoft.com/office/drawing/2014/main" id="{6F907443-6B1F-4C55-4162-BBA1E2A6C221}"/>
              </a:ext>
            </a:extLst>
          </p:cNvPr>
          <p:cNvSpPr>
            <a:spLocks noGrp="1"/>
          </p:cNvSpPr>
          <p:nvPr>
            <p:ph type="sldNum" sz="quarter" idx="12"/>
          </p:nvPr>
        </p:nvSpPr>
        <p:spPr/>
        <p:txBody>
          <a:bodyPr/>
          <a:lstStyle/>
          <a:p>
            <a:fld id="{F47845EA-7733-40EE-B074-20032348B727}" type="slidenum">
              <a:rPr lang="en-US" smtClean="0"/>
              <a:t>22</a:t>
            </a:fld>
            <a:endParaRPr lang="en-US"/>
          </a:p>
        </p:txBody>
      </p:sp>
      <p:pic>
        <p:nvPicPr>
          <p:cNvPr id="15" name="Picture 14">
            <a:extLst>
              <a:ext uri="{FF2B5EF4-FFF2-40B4-BE49-F238E27FC236}">
                <a16:creationId xmlns:a16="http://schemas.microsoft.com/office/drawing/2014/main" id="{9B9340FA-45ED-1FF2-935D-E364D8E0098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Tree>
    <p:extLst>
      <p:ext uri="{BB962C8B-B14F-4D97-AF65-F5344CB8AC3E}">
        <p14:creationId xmlns:p14="http://schemas.microsoft.com/office/powerpoint/2010/main" val="60074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79F4-20D7-78CC-70C9-E497432A889C}"/>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229687F3-B712-EF84-E4BC-405B977085F8}"/>
              </a:ext>
            </a:extLst>
          </p:cNvPr>
          <p:cNvGraphicFramePr>
            <a:graphicFrameLocks noGrp="1"/>
          </p:cNvGraphicFramePr>
          <p:nvPr/>
        </p:nvGraphicFramePr>
        <p:xfrm>
          <a:off x="1526967" y="925636"/>
          <a:ext cx="6644788" cy="3298182"/>
        </p:xfrm>
        <a:graphic>
          <a:graphicData uri="http://schemas.openxmlformats.org/drawingml/2006/table">
            <a:tbl>
              <a:tblPr firstRow="1" bandRow="1">
                <a:tableStyleId>{2D5ABB26-0587-4C30-8999-92F81FD0307C}</a:tableStyleId>
              </a:tblPr>
              <a:tblGrid>
                <a:gridCol w="3322394">
                  <a:extLst>
                    <a:ext uri="{9D8B030D-6E8A-4147-A177-3AD203B41FA5}">
                      <a16:colId xmlns:a16="http://schemas.microsoft.com/office/drawing/2014/main" val="318984211"/>
                    </a:ext>
                  </a:extLst>
                </a:gridCol>
                <a:gridCol w="3322394">
                  <a:extLst>
                    <a:ext uri="{9D8B030D-6E8A-4147-A177-3AD203B41FA5}">
                      <a16:colId xmlns:a16="http://schemas.microsoft.com/office/drawing/2014/main" val="4065757525"/>
                    </a:ext>
                  </a:extLst>
                </a:gridCol>
              </a:tblGrid>
              <a:tr h="1649091">
                <a:tc>
                  <a:txBody>
                    <a:bodyPr/>
                    <a:lstStyle/>
                    <a:p>
                      <a:pPr algn="ctr"/>
                      <a:r>
                        <a:rPr lang="en-US" sz="2800" dirty="0"/>
                        <a:t>Classical</a:t>
                      </a:r>
                      <a:br>
                        <a:rPr lang="en-US" sz="2800" dirty="0"/>
                      </a:br>
                      <a:r>
                        <a:rPr lang="en-US" sz="2800" dirty="0"/>
                        <a:t>Mechanics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Relativistic</a:t>
                      </a:r>
                      <a:br>
                        <a:rPr lang="en-US" sz="2800" dirty="0"/>
                      </a:br>
                      <a:r>
                        <a:rPr lang="en-US" sz="2800" dirty="0"/>
                        <a:t>Mechanics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742816"/>
                  </a:ext>
                </a:extLst>
              </a:tr>
              <a:tr h="1649091">
                <a:tc>
                  <a:txBody>
                    <a:bodyPr/>
                    <a:lstStyle/>
                    <a:p>
                      <a:pPr algn="ctr"/>
                      <a:r>
                        <a:rPr lang="en-US" sz="2800" dirty="0"/>
                        <a:t>Quantum</a:t>
                      </a:r>
                      <a:br>
                        <a:rPr lang="en-US" sz="2800" dirty="0"/>
                      </a:br>
                      <a:r>
                        <a:rPr lang="en-US" sz="2800" dirty="0"/>
                        <a:t>Mechanics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Quantum</a:t>
                      </a:r>
                      <a:br>
                        <a:rPr lang="en-US" sz="2800" dirty="0"/>
                      </a:br>
                      <a:r>
                        <a:rPr lang="en-US" sz="2800" dirty="0"/>
                        <a:t>Field Theory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0478271"/>
                  </a:ext>
                </a:extLst>
              </a:tr>
            </a:tbl>
          </a:graphicData>
        </a:graphic>
      </p:graphicFrame>
      <p:cxnSp>
        <p:nvCxnSpPr>
          <p:cNvPr id="17" name="Straight Arrow Connector 16">
            <a:extLst>
              <a:ext uri="{FF2B5EF4-FFF2-40B4-BE49-F238E27FC236}">
                <a16:creationId xmlns:a16="http://schemas.microsoft.com/office/drawing/2014/main" id="{0A132DCF-3983-A5CB-62F2-E824B2AC52F5}"/>
              </a:ext>
            </a:extLst>
          </p:cNvPr>
          <p:cNvCxnSpPr/>
          <p:nvPr/>
        </p:nvCxnSpPr>
        <p:spPr>
          <a:xfrm>
            <a:off x="1530674" y="626285"/>
            <a:ext cx="6621057" cy="0"/>
          </a:xfrm>
          <a:prstGeom prst="straightConnector1">
            <a:avLst/>
          </a:prstGeom>
          <a:ln w="12700">
            <a:tailEnd type="triangle" w="lg" len="lg"/>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BB749DCD-D9A5-EA68-04ED-F7B900D96CB9}"/>
              </a:ext>
            </a:extLst>
          </p:cNvPr>
          <p:cNvSpPr txBox="1"/>
          <p:nvPr/>
        </p:nvSpPr>
        <p:spPr>
          <a:xfrm>
            <a:off x="4466884" y="221963"/>
            <a:ext cx="764953" cy="369332"/>
          </a:xfrm>
          <a:prstGeom prst="rect">
            <a:avLst/>
          </a:prstGeom>
          <a:noFill/>
        </p:spPr>
        <p:txBody>
          <a:bodyPr wrap="none" rtlCol="0">
            <a:spAutoFit/>
          </a:bodyPr>
          <a:lstStyle/>
          <a:p>
            <a:r>
              <a:rPr lang="en-US" dirty="0"/>
              <a:t>Speed</a:t>
            </a:r>
          </a:p>
        </p:txBody>
      </p:sp>
      <p:cxnSp>
        <p:nvCxnSpPr>
          <p:cNvPr id="19" name="Straight Arrow Connector 18">
            <a:extLst>
              <a:ext uri="{FF2B5EF4-FFF2-40B4-BE49-F238E27FC236}">
                <a16:creationId xmlns:a16="http://schemas.microsoft.com/office/drawing/2014/main" id="{6F1FA267-63DA-4312-6AF5-216A42B626EC}"/>
              </a:ext>
            </a:extLst>
          </p:cNvPr>
          <p:cNvCxnSpPr>
            <a:cxnSpLocks/>
          </p:cNvCxnSpPr>
          <p:nvPr/>
        </p:nvCxnSpPr>
        <p:spPr>
          <a:xfrm flipV="1">
            <a:off x="1216976" y="918962"/>
            <a:ext cx="0" cy="3298182"/>
          </a:xfrm>
          <a:prstGeom prst="straightConnector1">
            <a:avLst/>
          </a:prstGeom>
          <a:ln w="12700">
            <a:tailEnd type="triangle" w="lg" len="lg"/>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E755AA77-ADC7-CC51-72C4-A30641F7ED1A}"/>
              </a:ext>
            </a:extLst>
          </p:cNvPr>
          <p:cNvSpPr txBox="1"/>
          <p:nvPr/>
        </p:nvSpPr>
        <p:spPr>
          <a:xfrm rot="16200000">
            <a:off x="448656" y="2390060"/>
            <a:ext cx="916661" cy="369332"/>
          </a:xfrm>
          <a:prstGeom prst="rect">
            <a:avLst/>
          </a:prstGeom>
          <a:noFill/>
        </p:spPr>
        <p:txBody>
          <a:bodyPr wrap="none" rtlCol="0">
            <a:spAutoFit/>
          </a:bodyPr>
          <a:lstStyle/>
          <a:p>
            <a:r>
              <a:rPr lang="en-US" dirty="0"/>
              <a:t>Entropy</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ABB359C-8913-CDC5-18E9-DEDB670CDF6F}"/>
                  </a:ext>
                </a:extLst>
              </p:cNvPr>
              <p:cNvSpPr txBox="1"/>
              <p:nvPr/>
            </p:nvSpPr>
            <p:spPr>
              <a:xfrm>
                <a:off x="1594346" y="336584"/>
                <a:ext cx="730328" cy="276999"/>
              </a:xfrm>
              <a:prstGeom prst="rect">
                <a:avLst/>
              </a:prstGeom>
              <a:noFill/>
            </p:spPr>
            <p:txBody>
              <a:bodyPr wrap="none" rtlCol="0">
                <a:spAutoFit/>
              </a:bodyPr>
              <a:lstStyle/>
              <a:p>
                <a:r>
                  <a:rPr lang="en-US" sz="1200" b="0" dirty="0"/>
                  <a:t>“</a:t>
                </a:r>
                <a14:m>
                  <m:oMath xmlns:m="http://schemas.openxmlformats.org/officeDocument/2006/math">
                    <m:r>
                      <a:rPr lang="en-US" sz="1200" b="0" i="1" smtClean="0">
                        <a:latin typeface="Cambria Math" panose="02040503050406030204" pitchFamily="18" charset="0"/>
                      </a:rPr>
                      <m:t>𝑐</m:t>
                    </m:r>
                    <m:r>
                      <a:rPr lang="en-US" sz="1200" b="0" i="1" smtClean="0">
                        <a:latin typeface="Cambria Math" panose="02040503050406030204" pitchFamily="18" charset="0"/>
                      </a:rPr>
                      <m:t>→∞</m:t>
                    </m:r>
                  </m:oMath>
                </a14:m>
                <a:r>
                  <a:rPr lang="en-US" sz="1200" dirty="0"/>
                  <a:t>”</a:t>
                </a:r>
              </a:p>
            </p:txBody>
          </p:sp>
        </mc:Choice>
        <mc:Fallback xmlns="">
          <p:sp>
            <p:nvSpPr>
              <p:cNvPr id="23" name="TextBox 22">
                <a:extLst>
                  <a:ext uri="{FF2B5EF4-FFF2-40B4-BE49-F238E27FC236}">
                    <a16:creationId xmlns:a16="http://schemas.microsoft.com/office/drawing/2014/main" id="{0ABB359C-8913-CDC5-18E9-DEDB670CDF6F}"/>
                  </a:ext>
                </a:extLst>
              </p:cNvPr>
              <p:cNvSpPr txBox="1">
                <a:spLocks noRot="1" noChangeAspect="1" noMove="1" noResize="1" noEditPoints="1" noAdjustHandles="1" noChangeArrowheads="1" noChangeShapeType="1" noTextEdit="1"/>
              </p:cNvSpPr>
              <p:nvPr/>
            </p:nvSpPr>
            <p:spPr>
              <a:xfrm>
                <a:off x="1594346" y="336584"/>
                <a:ext cx="730328" cy="276999"/>
              </a:xfrm>
              <a:prstGeom prst="rect">
                <a:avLst/>
              </a:prstGeom>
              <a:blipFill>
                <a:blip r:embed="rId2"/>
                <a:stretch>
                  <a:fillRect l="-840"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A5FBB8F-AFAC-7E40-22B3-F24298CB56DD}"/>
                  </a:ext>
                </a:extLst>
              </p:cNvPr>
              <p:cNvSpPr txBox="1"/>
              <p:nvPr/>
            </p:nvSpPr>
            <p:spPr>
              <a:xfrm rot="16200000">
                <a:off x="604052" y="1084680"/>
                <a:ext cx="698204" cy="276999"/>
              </a:xfrm>
              <a:prstGeom prst="rect">
                <a:avLst/>
              </a:prstGeom>
              <a:noFill/>
            </p:spPr>
            <p:txBody>
              <a:bodyPr wrap="none" rtlCol="0">
                <a:spAutoFit/>
              </a:bodyPr>
              <a:lstStyle/>
              <a:p>
                <a:r>
                  <a:rPr lang="en-US" sz="1200" b="0" dirty="0"/>
                  <a:t>“</a:t>
                </a:r>
                <a14:m>
                  <m:oMath xmlns:m="http://schemas.openxmlformats.org/officeDocument/2006/math">
                    <m:r>
                      <m:rPr>
                        <m:sty m:val="p"/>
                      </m:rPr>
                      <a:rPr lang="en-US" sz="1200" b="0" i="1" smtClean="0">
                        <a:latin typeface="Cambria Math" panose="02040503050406030204" pitchFamily="18" charset="0"/>
                      </a:rPr>
                      <m:t>ℏ</m:t>
                    </m:r>
                    <m:r>
                      <a:rPr lang="en-US" sz="1200" b="0" i="1" smtClean="0">
                        <a:latin typeface="Cambria Math" panose="02040503050406030204" pitchFamily="18" charset="0"/>
                      </a:rPr>
                      <m:t>→0</m:t>
                    </m:r>
                  </m:oMath>
                </a14:m>
                <a:r>
                  <a:rPr lang="en-US" sz="1200" dirty="0"/>
                  <a:t>”</a:t>
                </a:r>
              </a:p>
            </p:txBody>
          </p:sp>
        </mc:Choice>
        <mc:Fallback xmlns="">
          <p:sp>
            <p:nvSpPr>
              <p:cNvPr id="24" name="TextBox 23">
                <a:extLst>
                  <a:ext uri="{FF2B5EF4-FFF2-40B4-BE49-F238E27FC236}">
                    <a16:creationId xmlns:a16="http://schemas.microsoft.com/office/drawing/2014/main" id="{1A5FBB8F-AFAC-7E40-22B3-F24298CB56DD}"/>
                  </a:ext>
                </a:extLst>
              </p:cNvPr>
              <p:cNvSpPr txBox="1">
                <a:spLocks noRot="1" noChangeAspect="1" noMove="1" noResize="1" noEditPoints="1" noAdjustHandles="1" noChangeArrowheads="1" noChangeShapeType="1" noTextEdit="1"/>
              </p:cNvSpPr>
              <p:nvPr/>
            </p:nvSpPr>
            <p:spPr>
              <a:xfrm rot="16200000">
                <a:off x="604052" y="1084680"/>
                <a:ext cx="698204" cy="276999"/>
              </a:xfrm>
              <a:prstGeom prst="rect">
                <a:avLst/>
              </a:prstGeom>
              <a:blipFill>
                <a:blip r:embed="rId3"/>
                <a:stretch>
                  <a:fillRect l="-2222" r="-17778"/>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4ACC577C-D954-BFF2-7405-1BFAAC91134F}"/>
              </a:ext>
            </a:extLst>
          </p:cNvPr>
          <p:cNvSpPr txBox="1"/>
          <p:nvPr/>
        </p:nvSpPr>
        <p:spPr>
          <a:xfrm>
            <a:off x="1831767" y="4970070"/>
            <a:ext cx="6123408" cy="1261884"/>
          </a:xfrm>
          <a:prstGeom prst="rect">
            <a:avLst/>
          </a:prstGeom>
          <a:noFill/>
        </p:spPr>
        <p:txBody>
          <a:bodyPr wrap="none" rtlCol="0">
            <a:spAutoFit/>
          </a:bodyPr>
          <a:lstStyle/>
          <a:p>
            <a:pPr algn="ctr"/>
            <a:r>
              <a:rPr lang="en-US" sz="3800" dirty="0">
                <a:solidFill>
                  <a:schemeClr val="accent6">
                    <a:lumMod val="75000"/>
                  </a:schemeClr>
                </a:solidFill>
              </a:rPr>
              <a:t>No-mechanism limit</a:t>
            </a:r>
            <a:br>
              <a:rPr lang="en-US" sz="3800" dirty="0">
                <a:solidFill>
                  <a:schemeClr val="accent6">
                    <a:lumMod val="75000"/>
                  </a:schemeClr>
                </a:solidFill>
              </a:rPr>
            </a:br>
            <a:r>
              <a:rPr lang="en-US" sz="3800" dirty="0">
                <a:solidFill>
                  <a:schemeClr val="accent6">
                    <a:lumMod val="75000"/>
                  </a:schemeClr>
                </a:solidFill>
              </a:rPr>
              <a:t>(same as non-relativistic limit)</a:t>
            </a:r>
          </a:p>
        </p:txBody>
      </p:sp>
      <p:sp>
        <p:nvSpPr>
          <p:cNvPr id="4" name="Footer Placeholder 3">
            <a:extLst>
              <a:ext uri="{FF2B5EF4-FFF2-40B4-BE49-F238E27FC236}">
                <a16:creationId xmlns:a16="http://schemas.microsoft.com/office/drawing/2014/main" id="{97380330-404F-0E02-FCB7-F4412675BD69}"/>
              </a:ext>
            </a:extLst>
          </p:cNvPr>
          <p:cNvSpPr>
            <a:spLocks noGrp="1"/>
          </p:cNvSpPr>
          <p:nvPr>
            <p:ph type="ftr" sz="quarter" idx="11"/>
          </p:nvPr>
        </p:nvSpPr>
        <p:spPr/>
        <p:txBody>
          <a:bodyPr/>
          <a:lstStyle/>
          <a:p>
            <a:r>
              <a:rPr lang="en-US" dirty="0"/>
              <a:t>Christine Aidala - University of Michigan</a:t>
            </a:r>
          </a:p>
        </p:txBody>
      </p:sp>
      <p:sp>
        <p:nvSpPr>
          <p:cNvPr id="5" name="TextBox 4">
            <a:extLst>
              <a:ext uri="{FF2B5EF4-FFF2-40B4-BE49-F238E27FC236}">
                <a16:creationId xmlns:a16="http://schemas.microsoft.com/office/drawing/2014/main" id="{CC23747D-C521-B576-6A45-FFE42839D0E9}"/>
              </a:ext>
            </a:extLst>
          </p:cNvPr>
          <p:cNvSpPr txBox="1"/>
          <p:nvPr/>
        </p:nvSpPr>
        <p:spPr>
          <a:xfrm>
            <a:off x="469900" y="6235700"/>
            <a:ext cx="3456203" cy="369332"/>
          </a:xfrm>
          <a:prstGeom prst="rect">
            <a:avLst/>
          </a:prstGeom>
          <a:noFill/>
        </p:spPr>
        <p:txBody>
          <a:bodyPr wrap="none" rtlCol="0">
            <a:spAutoFit/>
          </a:bodyPr>
          <a:lstStyle/>
          <a:p>
            <a:r>
              <a:rPr lang="en-US" i="1" dirty="0"/>
              <a:t>Physica Scripta </a:t>
            </a:r>
            <a:r>
              <a:rPr lang="en-US" dirty="0"/>
              <a:t>101</a:t>
            </a:r>
            <a:r>
              <a:rPr lang="en-US" b="1" dirty="0"/>
              <a:t>,</a:t>
            </a:r>
            <a:r>
              <a:rPr lang="en-US" dirty="0"/>
              <a:t> 065105 (2026)</a:t>
            </a:r>
          </a:p>
        </p:txBody>
      </p:sp>
      <p:sp>
        <p:nvSpPr>
          <p:cNvPr id="3" name="Slide Number Placeholder 2">
            <a:extLst>
              <a:ext uri="{FF2B5EF4-FFF2-40B4-BE49-F238E27FC236}">
                <a16:creationId xmlns:a16="http://schemas.microsoft.com/office/drawing/2014/main" id="{49AD8212-DD83-A3FC-6B96-1480C7A8FD55}"/>
              </a:ext>
            </a:extLst>
          </p:cNvPr>
          <p:cNvSpPr>
            <a:spLocks noGrp="1"/>
          </p:cNvSpPr>
          <p:nvPr>
            <p:ph type="sldNum" sz="quarter" idx="12"/>
          </p:nvPr>
        </p:nvSpPr>
        <p:spPr/>
        <p:txBody>
          <a:bodyPr/>
          <a:lstStyle/>
          <a:p>
            <a:fld id="{F47845EA-7733-40EE-B074-20032348B727}" type="slidenum">
              <a:rPr lang="en-US" smtClean="0"/>
              <a:t>23</a:t>
            </a:fld>
            <a:endParaRPr lang="en-US"/>
          </a:p>
        </p:txBody>
      </p:sp>
      <p:pic>
        <p:nvPicPr>
          <p:cNvPr id="7" name="Picture 6">
            <a:extLst>
              <a:ext uri="{FF2B5EF4-FFF2-40B4-BE49-F238E27FC236}">
                <a16:creationId xmlns:a16="http://schemas.microsoft.com/office/drawing/2014/main" id="{C99DD0B5-BE16-8F2C-BBF5-15966AAC3C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Tree>
    <p:extLst>
      <p:ext uri="{BB962C8B-B14F-4D97-AF65-F5344CB8AC3E}">
        <p14:creationId xmlns:p14="http://schemas.microsoft.com/office/powerpoint/2010/main" val="845389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7C59CC-2D56-4592-CB42-3A62A4936EF5}"/>
              </a:ext>
            </a:extLst>
          </p:cNvPr>
          <p:cNvSpPr txBox="1"/>
          <p:nvPr/>
        </p:nvSpPr>
        <p:spPr>
          <a:xfrm>
            <a:off x="1090705" y="3785228"/>
            <a:ext cx="7759254" cy="2308324"/>
          </a:xfrm>
          <a:prstGeom prst="rect">
            <a:avLst/>
          </a:prstGeom>
          <a:noFill/>
        </p:spPr>
        <p:txBody>
          <a:bodyPr wrap="square" rtlCol="0">
            <a:spAutoFit/>
          </a:bodyPr>
          <a:lstStyle/>
          <a:p>
            <a:pPr algn="ctr"/>
            <a:r>
              <a:rPr lang="en-US" sz="4800" dirty="0">
                <a:solidFill>
                  <a:schemeClr val="accent6">
                    <a:lumMod val="75000"/>
                  </a:schemeClr>
                </a:solidFill>
              </a:rPr>
              <a:t>Quantizing a classical theory means putting a lower bound on the entropy</a:t>
            </a:r>
          </a:p>
        </p:txBody>
      </p:sp>
      <p:sp>
        <p:nvSpPr>
          <p:cNvPr id="3" name="TextBox 2">
            <a:extLst>
              <a:ext uri="{FF2B5EF4-FFF2-40B4-BE49-F238E27FC236}">
                <a16:creationId xmlns:a16="http://schemas.microsoft.com/office/drawing/2014/main" id="{2CD087FE-FE9C-0ECA-404A-F7C9C3558A53}"/>
              </a:ext>
            </a:extLst>
          </p:cNvPr>
          <p:cNvSpPr txBox="1"/>
          <p:nvPr/>
        </p:nvSpPr>
        <p:spPr>
          <a:xfrm>
            <a:off x="4420974" y="361012"/>
            <a:ext cx="6973168" cy="1384995"/>
          </a:xfrm>
          <a:prstGeom prst="rect">
            <a:avLst/>
          </a:prstGeom>
          <a:noFill/>
        </p:spPr>
        <p:txBody>
          <a:bodyPr wrap="square" rtlCol="0">
            <a:spAutoFit/>
          </a:bodyPr>
          <a:lstStyle/>
          <a:p>
            <a:r>
              <a:rPr lang="en-US" sz="2800" dirty="0"/>
              <a:t>Dirac’s correspondence principle: give me a theory with an entropic lower bound that recovers the classical one at high entropy</a:t>
            </a:r>
          </a:p>
        </p:txBody>
      </p:sp>
      <p:sp>
        <p:nvSpPr>
          <p:cNvPr id="4" name="TextBox 3">
            <a:extLst>
              <a:ext uri="{FF2B5EF4-FFF2-40B4-BE49-F238E27FC236}">
                <a16:creationId xmlns:a16="http://schemas.microsoft.com/office/drawing/2014/main" id="{DA242283-72CD-E517-4B16-4025C6BBFF0D}"/>
              </a:ext>
            </a:extLst>
          </p:cNvPr>
          <p:cNvSpPr txBox="1"/>
          <p:nvPr/>
        </p:nvSpPr>
        <p:spPr>
          <a:xfrm>
            <a:off x="3342041" y="1943941"/>
            <a:ext cx="5507918" cy="830997"/>
          </a:xfrm>
          <a:prstGeom prst="rect">
            <a:avLst/>
          </a:prstGeom>
          <a:noFill/>
        </p:spPr>
        <p:txBody>
          <a:bodyPr wrap="none" rtlCol="0">
            <a:spAutoFit/>
          </a:bodyPr>
          <a:lstStyle/>
          <a:p>
            <a:r>
              <a:rPr lang="en-US" sz="4800" dirty="0">
                <a:solidFill>
                  <a:srgbClr val="C00000"/>
                </a:solidFill>
              </a:rPr>
              <a:t>Only one way to do it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672C512-A133-E66B-AFE3-5379AACC31B2}"/>
                  </a:ext>
                </a:extLst>
              </p:cNvPr>
              <p:cNvSpPr txBox="1"/>
              <p:nvPr/>
            </p:nvSpPr>
            <p:spPr>
              <a:xfrm>
                <a:off x="458574" y="452264"/>
                <a:ext cx="3337388" cy="1168653"/>
              </a:xfrm>
              <a:prstGeom prst="rect">
                <a:avLst/>
              </a:prstGeom>
              <a:noFill/>
            </p:spPr>
            <p:txBody>
              <a:bodyPr wrap="none" rtlCol="0">
                <a:spAutoFit/>
              </a:bodyPr>
              <a:lstStyle/>
              <a:p>
                <a:pPr/>
                <a14:m>
                  <m:oMathPara xmlns:m="http://schemas.openxmlformats.org/officeDocument/2006/math">
                    <m:oMath>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𝐴</m:t>
                          </m:r>
                          <m:r>
                            <a:rPr lang="en-US" sz="3600" b="0" i="1" smtClean="0">
                              <a:latin typeface="Cambria Math" panose="02040503050406030204" pitchFamily="18" charset="0"/>
                            </a:rPr>
                            <m:t>,</m:t>
                          </m:r>
                          <m:r>
                            <a:rPr lang="en-US" sz="3600" b="0" i="1" smtClean="0">
                              <a:latin typeface="Cambria Math" panose="02040503050406030204" pitchFamily="18" charset="0"/>
                            </a:rPr>
                            <m:t>𝐵</m:t>
                          </m:r>
                        </m:e>
                      </m:d>
                      <m:r>
                        <a:rPr lang="en-US" sz="3600" b="0" i="1" smtClean="0">
                          <a:latin typeface="Cambria Math" panose="02040503050406030204" pitchFamily="18" charset="0"/>
                          <a:ea typeface="Cambria Math" panose="02040503050406030204" pitchFamily="18" charset="0"/>
                        </a:rPr>
                        <m:t>⟶</m:t>
                      </m:r>
                      <m:f>
                        <m:fPr>
                          <m:ctrlPr>
                            <a:rPr lang="en-US" sz="3600" b="0" i="1" smtClean="0">
                              <a:latin typeface="Cambria Math" panose="02040503050406030204" pitchFamily="18" charset="0"/>
                              <a:ea typeface="Cambria Math" panose="02040503050406030204" pitchFamily="18" charset="0"/>
                            </a:rPr>
                          </m:ctrlPr>
                        </m:fPr>
                        <m:num>
                          <m:d>
                            <m:dPr>
                              <m:begChr m:val="["/>
                              <m:endChr m:val="]"/>
                              <m:ctrlPr>
                                <a:rPr lang="en-US" sz="3600" b="0" i="1" smtClean="0">
                                  <a:latin typeface="Cambria Math" panose="02040503050406030204" pitchFamily="18" charset="0"/>
                                  <a:ea typeface="Cambria Math" panose="02040503050406030204" pitchFamily="18" charset="0"/>
                                </a:rPr>
                              </m:ctrlPr>
                            </m:dPr>
                            <m:e>
                              <m:r>
                                <a:rPr lang="en-US" sz="3600" b="0" i="1" smtClean="0">
                                  <a:latin typeface="Cambria Math" panose="02040503050406030204" pitchFamily="18" charset="0"/>
                                  <a:ea typeface="Cambria Math" panose="02040503050406030204" pitchFamily="18" charset="0"/>
                                </a:rPr>
                                <m:t>𝐴</m:t>
                              </m:r>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𝐵</m:t>
                              </m:r>
                            </m:e>
                          </m:d>
                        </m:num>
                        <m:den>
                          <m:r>
                            <a:rPr lang="en-US" sz="3600" b="0" i="1" smtClean="0">
                              <a:latin typeface="Cambria Math" panose="02040503050406030204" pitchFamily="18" charset="0"/>
                              <a:ea typeface="Cambria Math" panose="02040503050406030204" pitchFamily="18" charset="0"/>
                            </a:rPr>
                            <m:t>𝚤</m:t>
                          </m:r>
                          <m:r>
                            <m:rPr>
                              <m:sty m:val="p"/>
                            </m:rPr>
                            <a:rPr lang="en-US" sz="3600" b="0" i="1" smtClean="0">
                              <a:latin typeface="Cambria Math" panose="02040503050406030204" pitchFamily="18" charset="0"/>
                              <a:ea typeface="Cambria Math" panose="02040503050406030204" pitchFamily="18" charset="0"/>
                            </a:rPr>
                            <m:t>ℏ</m:t>
                          </m:r>
                        </m:den>
                      </m:f>
                    </m:oMath>
                  </m:oMathPara>
                </a14:m>
                <a:endParaRPr lang="en-US" sz="3600" dirty="0"/>
              </a:p>
            </p:txBody>
          </p:sp>
        </mc:Choice>
        <mc:Fallback xmlns="">
          <p:sp>
            <p:nvSpPr>
              <p:cNvPr id="5" name="TextBox 4">
                <a:extLst>
                  <a:ext uri="{FF2B5EF4-FFF2-40B4-BE49-F238E27FC236}">
                    <a16:creationId xmlns:a16="http://schemas.microsoft.com/office/drawing/2014/main" id="{6672C512-A133-E66B-AFE3-5379AACC31B2}"/>
                  </a:ext>
                </a:extLst>
              </p:cNvPr>
              <p:cNvSpPr txBox="1">
                <a:spLocks noRot="1" noChangeAspect="1" noMove="1" noResize="1" noEditPoints="1" noAdjustHandles="1" noChangeArrowheads="1" noChangeShapeType="1" noTextEdit="1"/>
              </p:cNvSpPr>
              <p:nvPr/>
            </p:nvSpPr>
            <p:spPr>
              <a:xfrm>
                <a:off x="458574" y="452264"/>
                <a:ext cx="3337388" cy="1168653"/>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86D4C64C-F13C-9003-E996-F0C9FCF46043}"/>
              </a:ext>
            </a:extLst>
          </p:cNvPr>
          <p:cNvSpPr txBox="1"/>
          <p:nvPr/>
        </p:nvSpPr>
        <p:spPr>
          <a:xfrm>
            <a:off x="1677643" y="2835904"/>
            <a:ext cx="8833508" cy="369332"/>
          </a:xfrm>
          <a:prstGeom prst="rect">
            <a:avLst/>
          </a:prstGeom>
          <a:noFill/>
        </p:spPr>
        <p:txBody>
          <a:bodyPr wrap="none" rtlCol="0">
            <a:spAutoFit/>
          </a:bodyPr>
          <a:lstStyle/>
          <a:p>
            <a:r>
              <a:rPr lang="en-US" dirty="0"/>
              <a:t>Moyal bracket is the unique one-parameter Lie-algebraic deformation of the Poisson bracket</a:t>
            </a:r>
          </a:p>
        </p:txBody>
      </p:sp>
      <p:sp>
        <p:nvSpPr>
          <p:cNvPr id="8" name="Footer Placeholder 7">
            <a:extLst>
              <a:ext uri="{FF2B5EF4-FFF2-40B4-BE49-F238E27FC236}">
                <a16:creationId xmlns:a16="http://schemas.microsoft.com/office/drawing/2014/main" id="{52724D0D-8EAF-146E-88C5-1CDD8E33839A}"/>
              </a:ext>
            </a:extLst>
          </p:cNvPr>
          <p:cNvSpPr>
            <a:spLocks noGrp="1"/>
          </p:cNvSpPr>
          <p:nvPr>
            <p:ph type="ftr" sz="quarter" idx="11"/>
          </p:nvPr>
        </p:nvSpPr>
        <p:spPr/>
        <p:txBody>
          <a:bodyPr/>
          <a:lstStyle/>
          <a:p>
            <a:r>
              <a:rPr lang="en-US"/>
              <a:t>Christine Aidala - University of Michigan</a:t>
            </a:r>
            <a:endParaRPr lang="en-US" dirty="0"/>
          </a:p>
        </p:txBody>
      </p:sp>
      <p:sp>
        <p:nvSpPr>
          <p:cNvPr id="9" name="TextBox 8">
            <a:extLst>
              <a:ext uri="{FF2B5EF4-FFF2-40B4-BE49-F238E27FC236}">
                <a16:creationId xmlns:a16="http://schemas.microsoft.com/office/drawing/2014/main" id="{99F0172A-91CB-BDA1-B11D-DDCD5587FFB3}"/>
              </a:ext>
            </a:extLst>
          </p:cNvPr>
          <p:cNvSpPr txBox="1"/>
          <p:nvPr/>
        </p:nvSpPr>
        <p:spPr>
          <a:xfrm>
            <a:off x="469900" y="6235700"/>
            <a:ext cx="3456203" cy="369332"/>
          </a:xfrm>
          <a:prstGeom prst="rect">
            <a:avLst/>
          </a:prstGeom>
          <a:noFill/>
        </p:spPr>
        <p:txBody>
          <a:bodyPr wrap="none" rtlCol="0">
            <a:spAutoFit/>
          </a:bodyPr>
          <a:lstStyle/>
          <a:p>
            <a:r>
              <a:rPr lang="en-US" i="1" dirty="0"/>
              <a:t>Physica Scripta </a:t>
            </a:r>
            <a:r>
              <a:rPr lang="en-US" dirty="0"/>
              <a:t>101</a:t>
            </a:r>
            <a:r>
              <a:rPr lang="en-US" b="1" dirty="0"/>
              <a:t>,</a:t>
            </a:r>
            <a:r>
              <a:rPr lang="en-US" dirty="0"/>
              <a:t> 065105 (2026)</a:t>
            </a:r>
          </a:p>
        </p:txBody>
      </p:sp>
      <p:sp>
        <p:nvSpPr>
          <p:cNvPr id="7" name="Slide Number Placeholder 6">
            <a:extLst>
              <a:ext uri="{FF2B5EF4-FFF2-40B4-BE49-F238E27FC236}">
                <a16:creationId xmlns:a16="http://schemas.microsoft.com/office/drawing/2014/main" id="{3A58FE74-4482-ED2A-0D41-5FFD7871D159}"/>
              </a:ext>
            </a:extLst>
          </p:cNvPr>
          <p:cNvSpPr>
            <a:spLocks noGrp="1"/>
          </p:cNvSpPr>
          <p:nvPr>
            <p:ph type="sldNum" sz="quarter" idx="12"/>
          </p:nvPr>
        </p:nvSpPr>
        <p:spPr/>
        <p:txBody>
          <a:bodyPr/>
          <a:lstStyle/>
          <a:p>
            <a:fld id="{F47845EA-7733-40EE-B074-20032348B727}" type="slidenum">
              <a:rPr lang="en-US" smtClean="0"/>
              <a:t>24</a:t>
            </a:fld>
            <a:endParaRPr lang="en-US"/>
          </a:p>
        </p:txBody>
      </p:sp>
      <p:pic>
        <p:nvPicPr>
          <p:cNvPr id="11" name="Picture 10">
            <a:extLst>
              <a:ext uri="{FF2B5EF4-FFF2-40B4-BE49-F238E27FC236}">
                <a16:creationId xmlns:a16="http://schemas.microsoft.com/office/drawing/2014/main" id="{690895D9-5969-59DD-4638-8A590BE9EB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Tree>
    <p:extLst>
      <p:ext uri="{BB962C8B-B14F-4D97-AF65-F5344CB8AC3E}">
        <p14:creationId xmlns:p14="http://schemas.microsoft.com/office/powerpoint/2010/main" val="345366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A89BACF-A7DF-6C3C-4038-D106BCD26AE4}"/>
              </a:ext>
            </a:extLst>
          </p:cNvPr>
          <p:cNvGrpSpPr/>
          <p:nvPr/>
        </p:nvGrpSpPr>
        <p:grpSpPr>
          <a:xfrm>
            <a:off x="388835" y="1454253"/>
            <a:ext cx="6320152" cy="1759053"/>
            <a:chOff x="329683" y="1172919"/>
            <a:chExt cx="6320152" cy="1759053"/>
          </a:xfrm>
        </p:grpSpPr>
        <p:sp>
          <p:nvSpPr>
            <p:cNvPr id="5" name="Rectangle 4">
              <a:extLst>
                <a:ext uri="{FF2B5EF4-FFF2-40B4-BE49-F238E27FC236}">
                  <a16:creationId xmlns:a16="http://schemas.microsoft.com/office/drawing/2014/main" id="{7ED5BECC-483A-F696-4DF8-99C549998F13}"/>
                </a:ext>
              </a:extLst>
            </p:cNvPr>
            <p:cNvSpPr/>
            <p:nvPr/>
          </p:nvSpPr>
          <p:spPr>
            <a:xfrm>
              <a:off x="3208122" y="1232661"/>
              <a:ext cx="1816402" cy="4919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Standard probability</a:t>
              </a:r>
            </a:p>
          </p:txBody>
        </p:sp>
        <p:sp>
          <p:nvSpPr>
            <p:cNvPr id="6" name="Rectangle 5">
              <a:extLst>
                <a:ext uri="{FF2B5EF4-FFF2-40B4-BE49-F238E27FC236}">
                  <a16:creationId xmlns:a16="http://schemas.microsoft.com/office/drawing/2014/main" id="{22272639-0F20-91B8-8B5A-FA6235E7A889}"/>
                </a:ext>
              </a:extLst>
            </p:cNvPr>
            <p:cNvSpPr/>
            <p:nvPr/>
          </p:nvSpPr>
          <p:spPr>
            <a:xfrm>
              <a:off x="3208122" y="2440030"/>
              <a:ext cx="1816402" cy="4919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Information theory</a:t>
              </a:r>
            </a:p>
          </p:txBody>
        </p:sp>
        <p:sp>
          <p:nvSpPr>
            <p:cNvPr id="7" name="Rectangle 6">
              <a:extLst>
                <a:ext uri="{FF2B5EF4-FFF2-40B4-BE49-F238E27FC236}">
                  <a16:creationId xmlns:a16="http://schemas.microsoft.com/office/drawing/2014/main" id="{264D651B-7AF1-A261-3EB0-3A789526E354}"/>
                </a:ext>
              </a:extLst>
            </p:cNvPr>
            <p:cNvSpPr/>
            <p:nvPr/>
          </p:nvSpPr>
          <p:spPr>
            <a:xfrm>
              <a:off x="329683" y="1791536"/>
              <a:ext cx="1883631" cy="4919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err="1">
                  <a:solidFill>
                    <a:schemeClr val="tx1"/>
                  </a:solidFill>
                </a:rPr>
                <a:t>Symplectic</a:t>
              </a:r>
              <a:r>
                <a:rPr lang="en-US" sz="1600" dirty="0">
                  <a:solidFill>
                    <a:schemeClr val="tx1"/>
                  </a:solidFill>
                </a:rPr>
                <a:t> manifold</a:t>
              </a:r>
            </a:p>
            <a:p>
              <a:pPr algn="ctr"/>
              <a:r>
                <a:rPr lang="en-US" sz="1600" dirty="0">
                  <a:solidFill>
                    <a:schemeClr val="tx1"/>
                  </a:solidFill>
                </a:rPr>
                <a:t>(phase space)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7483119-87C6-E559-2C12-1A9D5008F747}"/>
                    </a:ext>
                  </a:extLst>
                </p:cNvPr>
                <p:cNvSpPr txBox="1"/>
                <p:nvPr/>
              </p:nvSpPr>
              <p:spPr>
                <a:xfrm>
                  <a:off x="626700" y="1339172"/>
                  <a:ext cx="1420389" cy="378180"/>
                </a:xfrm>
                <a:prstGeom prst="rect">
                  <a:avLst/>
                </a:prstGeom>
                <a:noFill/>
              </p:spPr>
              <p:txBody>
                <a:bodyPr wrap="none" rtlCol="0">
                  <a:spAutoFit/>
                </a:bodyPr>
                <a:lstStyle/>
                <a:p>
                  <a14:m>
                    <m:oMath xmlns:m="http://schemas.openxmlformats.org/officeDocument/2006/math">
                      <m:r>
                        <a:rPr lang="en-US" sz="1600" b="0" i="1" smtClean="0">
                          <a:latin typeface="Cambria Math" panose="02040503050406030204" pitchFamily="18" charset="0"/>
                        </a:rPr>
                        <m:t>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𝑈</m:t>
                          </m:r>
                        </m:e>
                      </m:d>
                      <m:r>
                        <a:rPr lang="en-US" sz="1600" b="0" i="1" smtClean="0">
                          <a:latin typeface="Cambria Math" panose="02040503050406030204" pitchFamily="18" charset="0"/>
                        </a:rPr>
                        <m:t>=</m:t>
                      </m:r>
                      <m:nary>
                        <m:naryPr>
                          <m:supHide m:val="on"/>
                          <m:ctrlPr>
                            <a:rPr lang="en-US" sz="1600" b="0" i="1" smtClean="0">
                              <a:latin typeface="Cambria Math" panose="02040503050406030204" pitchFamily="18" charset="0"/>
                            </a:rPr>
                          </m:ctrlPr>
                        </m:naryPr>
                        <m:sub>
                          <m:r>
                            <a:rPr lang="en-US" sz="1600" b="0" i="1" smtClean="0">
                              <a:latin typeface="Cambria Math" panose="02040503050406030204" pitchFamily="18" charset="0"/>
                            </a:rPr>
                            <m:t>𝑈</m:t>
                          </m:r>
                        </m:sub>
                        <m:sup/>
                        <m:e>
                          <m:sSup>
                            <m:sSupPr>
                              <m:ctrlPr>
                                <a:rPr lang="en-US" sz="1600" i="1">
                                  <a:latin typeface="Cambria Math" panose="02040503050406030204" pitchFamily="18" charset="0"/>
                                </a:rPr>
                              </m:ctrlPr>
                            </m:sSupPr>
                            <m:e>
                              <m:r>
                                <a:rPr lang="en-US" sz="1600" i="1">
                                  <a:latin typeface="Cambria Math" panose="02040503050406030204" pitchFamily="18" charset="0"/>
                                </a:rPr>
                                <m:t>𝜔</m:t>
                              </m:r>
                            </m:e>
                            <m:sup>
                              <m:r>
                                <a:rPr lang="en-US" sz="1600" i="1">
                                  <a:latin typeface="Cambria Math" panose="02040503050406030204" pitchFamily="18" charset="0"/>
                                </a:rPr>
                                <m:t>𝑛</m:t>
                              </m:r>
                            </m:sup>
                          </m:sSup>
                        </m:e>
                      </m:nary>
                    </m:oMath>
                  </a14:m>
                  <a:r>
                    <a:rPr lang="en-US" sz="1600" dirty="0"/>
                    <a:t> </a:t>
                  </a:r>
                </a:p>
              </p:txBody>
            </p:sp>
          </mc:Choice>
          <mc:Fallback xmlns="">
            <p:sp>
              <p:nvSpPr>
                <p:cNvPr id="8" name="TextBox 7">
                  <a:extLst>
                    <a:ext uri="{FF2B5EF4-FFF2-40B4-BE49-F238E27FC236}">
                      <a16:creationId xmlns:a16="http://schemas.microsoft.com/office/drawing/2014/main" id="{E7483119-87C6-E559-2C12-1A9D5008F747}"/>
                    </a:ext>
                  </a:extLst>
                </p:cNvPr>
                <p:cNvSpPr txBox="1">
                  <a:spLocks noRot="1" noChangeAspect="1" noMove="1" noResize="1" noEditPoints="1" noAdjustHandles="1" noChangeArrowheads="1" noChangeShapeType="1" noTextEdit="1"/>
                </p:cNvSpPr>
                <p:nvPr/>
              </p:nvSpPr>
              <p:spPr>
                <a:xfrm>
                  <a:off x="626700" y="1339172"/>
                  <a:ext cx="1420389" cy="378180"/>
                </a:xfrm>
                <a:prstGeom prst="rect">
                  <a:avLst/>
                </a:prstGeom>
                <a:blipFill>
                  <a:blip r:embed="rId2"/>
                  <a:stretch>
                    <a:fillRect t="-125806" r="-15451" b="-1822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0010B80-DCF9-6E75-0364-616DB80C5E52}"/>
                    </a:ext>
                  </a:extLst>
                </p:cNvPr>
                <p:cNvSpPr txBox="1"/>
                <p:nvPr/>
              </p:nvSpPr>
              <p:spPr>
                <a:xfrm>
                  <a:off x="5049517" y="1172919"/>
                  <a:ext cx="1485963" cy="655193"/>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rPr>
                          <m:t>𝜌</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𝑈</m:t>
                                </m:r>
                              </m:e>
                            </m:d>
                          </m:den>
                        </m:f>
                      </m:oMath>
                    </m:oMathPara>
                  </a14:m>
                  <a:endParaRPr lang="en-US" sz="1600" dirty="0"/>
                </a:p>
              </p:txBody>
            </p:sp>
          </mc:Choice>
          <mc:Fallback xmlns="">
            <p:sp>
              <p:nvSpPr>
                <p:cNvPr id="9" name="TextBox 8">
                  <a:extLst>
                    <a:ext uri="{FF2B5EF4-FFF2-40B4-BE49-F238E27FC236}">
                      <a16:creationId xmlns:a16="http://schemas.microsoft.com/office/drawing/2014/main" id="{00010B80-DCF9-6E75-0364-616DB80C5E52}"/>
                    </a:ext>
                  </a:extLst>
                </p:cNvPr>
                <p:cNvSpPr txBox="1">
                  <a:spLocks noRot="1" noChangeAspect="1" noMove="1" noResize="1" noEditPoints="1" noAdjustHandles="1" noChangeArrowheads="1" noChangeShapeType="1" noTextEdit="1"/>
                </p:cNvSpPr>
                <p:nvPr/>
              </p:nvSpPr>
              <p:spPr>
                <a:xfrm>
                  <a:off x="5049517" y="1172919"/>
                  <a:ext cx="1485963" cy="65519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B89734A-EAD1-64B0-F582-16CAC6011CE5}"/>
                    </a:ext>
                  </a:extLst>
                </p:cNvPr>
                <p:cNvSpPr txBox="1"/>
                <p:nvPr/>
              </p:nvSpPr>
              <p:spPr>
                <a:xfrm>
                  <a:off x="5016118" y="2563499"/>
                  <a:ext cx="1633717" cy="338554"/>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rPr>
                          <m:t>𝑆</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𝜌</m:t>
                            </m:r>
                          </m:e>
                        </m:d>
                        <m:r>
                          <a:rPr lang="en-US" sz="1600" b="0" i="1" smtClean="0">
                            <a:latin typeface="Cambria Math" panose="02040503050406030204" pitchFamily="18" charset="0"/>
                          </a:rPr>
                          <m:t>=</m:t>
                        </m:r>
                        <m:func>
                          <m:funcPr>
                            <m:ctrlPr>
                              <a:rPr lang="en-US" sz="1600" b="0" i="0" smtClean="0">
                                <a:latin typeface="Cambria Math" panose="02040503050406030204" pitchFamily="18" charset="0"/>
                              </a:rPr>
                            </m:ctrlPr>
                          </m:funcPr>
                          <m:fName>
                            <m:r>
                              <m:rPr>
                                <m:sty m:val="p"/>
                              </m:rPr>
                              <a:rPr lang="en-US" sz="1600" b="0" i="0" smtClean="0">
                                <a:latin typeface="Cambria Math" panose="02040503050406030204" pitchFamily="18" charset="0"/>
                              </a:rPr>
                              <m:t>log</m:t>
                            </m:r>
                          </m:fName>
                          <m:e>
                            <m:r>
                              <a:rPr lang="en-US" sz="1600" i="1">
                                <a:latin typeface="Cambria Math" panose="02040503050406030204" pitchFamily="18" charset="0"/>
                              </a:rPr>
                              <m:t>𝜇</m:t>
                            </m:r>
                            <m:d>
                              <m:dPr>
                                <m:ctrlPr>
                                  <a:rPr lang="en-US" sz="1600" i="1">
                                    <a:latin typeface="Cambria Math" panose="02040503050406030204" pitchFamily="18" charset="0"/>
                                  </a:rPr>
                                </m:ctrlPr>
                              </m:dPr>
                              <m:e>
                                <m:r>
                                  <a:rPr lang="en-US" sz="1600" i="1">
                                    <a:latin typeface="Cambria Math" panose="02040503050406030204" pitchFamily="18" charset="0"/>
                                  </a:rPr>
                                  <m:t>𝑈</m:t>
                                </m:r>
                              </m:e>
                            </m:d>
                          </m:e>
                        </m:func>
                      </m:oMath>
                    </m:oMathPara>
                  </a14:m>
                  <a:endParaRPr lang="en-US" sz="1600" dirty="0"/>
                </a:p>
              </p:txBody>
            </p:sp>
          </mc:Choice>
          <mc:Fallback xmlns="">
            <p:sp>
              <p:nvSpPr>
                <p:cNvPr id="10" name="TextBox 9">
                  <a:extLst>
                    <a:ext uri="{FF2B5EF4-FFF2-40B4-BE49-F238E27FC236}">
                      <a16:creationId xmlns:a16="http://schemas.microsoft.com/office/drawing/2014/main" id="{4B89734A-EAD1-64B0-F582-16CAC6011CE5}"/>
                    </a:ext>
                  </a:extLst>
                </p:cNvPr>
                <p:cNvSpPr txBox="1">
                  <a:spLocks noRot="1" noChangeAspect="1" noMove="1" noResize="1" noEditPoints="1" noAdjustHandles="1" noChangeArrowheads="1" noChangeShapeType="1" noTextEdit="1"/>
                </p:cNvSpPr>
                <p:nvPr/>
              </p:nvSpPr>
              <p:spPr>
                <a:xfrm>
                  <a:off x="5016118" y="2563499"/>
                  <a:ext cx="1633717" cy="338554"/>
                </a:xfrm>
                <a:prstGeom prst="rect">
                  <a:avLst/>
                </a:prstGeom>
                <a:blipFill>
                  <a:blip r:embed="rId4"/>
                  <a:stretch>
                    <a:fillRect b="-10909"/>
                  </a:stretch>
                </a:blipFill>
              </p:spPr>
              <p:txBody>
                <a:bodyPr/>
                <a:lstStyle/>
                <a:p>
                  <a:r>
                    <a:rPr lang="en-US">
                      <a:noFill/>
                    </a:rPr>
                    <a:t> </a:t>
                  </a:r>
                </a:p>
              </p:txBody>
            </p:sp>
          </mc:Fallback>
        </mc:AlternateContent>
        <p:sp>
          <p:nvSpPr>
            <p:cNvPr id="11" name="Arrow: Left-Right 10">
              <a:extLst>
                <a:ext uri="{FF2B5EF4-FFF2-40B4-BE49-F238E27FC236}">
                  <a16:creationId xmlns:a16="http://schemas.microsoft.com/office/drawing/2014/main" id="{E79860D1-4404-ADD4-93CF-0710721199B3}"/>
                </a:ext>
              </a:extLst>
            </p:cNvPr>
            <p:cNvSpPr/>
            <p:nvPr/>
          </p:nvSpPr>
          <p:spPr>
            <a:xfrm rot="20292001">
              <a:off x="2387900" y="1610826"/>
              <a:ext cx="782062" cy="24596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Arrow: Left-Right 11">
              <a:extLst>
                <a:ext uri="{FF2B5EF4-FFF2-40B4-BE49-F238E27FC236}">
                  <a16:creationId xmlns:a16="http://schemas.microsoft.com/office/drawing/2014/main" id="{801B8C52-4238-BD05-D5C2-32B45E11FE36}"/>
                </a:ext>
              </a:extLst>
            </p:cNvPr>
            <p:cNvSpPr/>
            <p:nvPr/>
          </p:nvSpPr>
          <p:spPr>
            <a:xfrm rot="1307999" flipH="1">
              <a:off x="2383246" y="2275654"/>
              <a:ext cx="782062" cy="24596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 name="Arrow: Left-Right 12">
              <a:extLst>
                <a:ext uri="{FF2B5EF4-FFF2-40B4-BE49-F238E27FC236}">
                  <a16:creationId xmlns:a16="http://schemas.microsoft.com/office/drawing/2014/main" id="{4884D414-2A35-83D0-0FAF-8566EB63FF97}"/>
                </a:ext>
              </a:extLst>
            </p:cNvPr>
            <p:cNvSpPr/>
            <p:nvPr/>
          </p:nvSpPr>
          <p:spPr>
            <a:xfrm rot="5400000">
              <a:off x="3884204" y="1924670"/>
              <a:ext cx="518807" cy="24596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B2C94F8-33CE-DC50-3C1D-56FEE7A6AEE3}"/>
                    </a:ext>
                  </a:extLst>
                </p:cNvPr>
                <p:cNvSpPr txBox="1"/>
                <p:nvPr/>
              </p:nvSpPr>
              <p:spPr>
                <a:xfrm>
                  <a:off x="434335" y="2503249"/>
                  <a:ext cx="1805120" cy="376052"/>
                </a:xfrm>
                <a:prstGeom prst="rect">
                  <a:avLst/>
                </a:prstGeom>
                <a:noFill/>
              </p:spPr>
              <p:txBody>
                <a:bodyPr wrap="none" rtlCol="0">
                  <a:spAutoFit/>
                </a:bodyPr>
                <a:lstStyle/>
                <a:p>
                  <a14:m>
                    <m:oMath xmlns:m="http://schemas.openxmlformats.org/officeDocument/2006/math">
                      <m:r>
                        <a:rPr lang="en-US" sz="1600" b="0" i="1" smtClean="0">
                          <a:latin typeface="Cambria Math" panose="02040503050406030204" pitchFamily="18" charset="0"/>
                        </a:rPr>
                        <m:t>𝜌</m:t>
                      </m:r>
                    </m:oMath>
                  </a14:m>
                  <a:r>
                    <a:rPr lang="en-US" sz="1600" dirty="0"/>
                    <a:t> uniform over </a:t>
                  </a:r>
                  <a14:m>
                    <m:oMath xmlns:m="http://schemas.openxmlformats.org/officeDocument/2006/math">
                      <m:r>
                        <a:rPr lang="en-US" sz="1600" b="0" i="1" smtClean="0">
                          <a:latin typeface="Cambria Math" panose="02040503050406030204" pitchFamily="18" charset="0"/>
                        </a:rPr>
                        <m:t>𝑈</m:t>
                      </m:r>
                    </m:oMath>
                  </a14:m>
                  <a:endParaRPr lang="en-US" sz="1600" dirty="0"/>
                </a:p>
              </p:txBody>
            </p:sp>
          </mc:Choice>
          <mc:Fallback xmlns="">
            <p:sp>
              <p:nvSpPr>
                <p:cNvPr id="14" name="TextBox 13">
                  <a:extLst>
                    <a:ext uri="{FF2B5EF4-FFF2-40B4-BE49-F238E27FC236}">
                      <a16:creationId xmlns:a16="http://schemas.microsoft.com/office/drawing/2014/main" id="{7B2C94F8-33CE-DC50-3C1D-56FEE7A6AEE3}"/>
                    </a:ext>
                  </a:extLst>
                </p:cNvPr>
                <p:cNvSpPr txBox="1">
                  <a:spLocks noRot="1" noChangeAspect="1" noMove="1" noResize="1" noEditPoints="1" noAdjustHandles="1" noChangeArrowheads="1" noChangeShapeType="1" noTextEdit="1"/>
                </p:cNvSpPr>
                <p:nvPr/>
              </p:nvSpPr>
              <p:spPr>
                <a:xfrm>
                  <a:off x="434335" y="2503249"/>
                  <a:ext cx="1805120" cy="376052"/>
                </a:xfrm>
                <a:prstGeom prst="rect">
                  <a:avLst/>
                </a:prstGeom>
                <a:blipFill>
                  <a:blip r:embed="rId5"/>
                  <a:stretch>
                    <a:fillRect t="-4918" b="-11475"/>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1BCEE7F-3880-161A-3800-F65C654E477A}"/>
              </a:ext>
            </a:extLst>
          </p:cNvPr>
          <p:cNvGrpSpPr/>
          <p:nvPr/>
        </p:nvGrpSpPr>
        <p:grpSpPr>
          <a:xfrm>
            <a:off x="381886" y="3838049"/>
            <a:ext cx="7628885" cy="1716301"/>
            <a:chOff x="53340" y="3574508"/>
            <a:chExt cx="7628885" cy="1716301"/>
          </a:xfrm>
        </p:grpSpPr>
        <p:sp>
          <p:nvSpPr>
            <p:cNvPr id="17" name="Rectangle 16">
              <a:extLst>
                <a:ext uri="{FF2B5EF4-FFF2-40B4-BE49-F238E27FC236}">
                  <a16:creationId xmlns:a16="http://schemas.microsoft.com/office/drawing/2014/main" id="{0B8EE642-2436-24BB-81AD-7FC2558F3EED}"/>
                </a:ext>
              </a:extLst>
            </p:cNvPr>
            <p:cNvSpPr/>
            <p:nvPr/>
          </p:nvSpPr>
          <p:spPr>
            <a:xfrm>
              <a:off x="3204418" y="4742624"/>
              <a:ext cx="1814751" cy="4914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a:solidFill>
                    <a:schemeClr val="tx1"/>
                  </a:solidFill>
                </a:rPr>
                <a:t>Quantum information theory</a:t>
              </a:r>
              <a:endParaRPr lang="en-US" sz="1600" dirty="0">
                <a:solidFill>
                  <a:schemeClr val="tx1"/>
                </a:solidFill>
              </a:endParaRPr>
            </a:p>
          </p:txBody>
        </p:sp>
        <p:sp>
          <p:nvSpPr>
            <p:cNvPr id="18" name="Rectangle 17">
              <a:extLst>
                <a:ext uri="{FF2B5EF4-FFF2-40B4-BE49-F238E27FC236}">
                  <a16:creationId xmlns:a16="http://schemas.microsoft.com/office/drawing/2014/main" id="{DF58B4EC-EDC5-EADD-FD3A-A58657E0BB03}"/>
                </a:ext>
              </a:extLst>
            </p:cNvPr>
            <p:cNvSpPr/>
            <p:nvPr/>
          </p:nvSpPr>
          <p:spPr>
            <a:xfrm>
              <a:off x="3203212" y="3605618"/>
              <a:ext cx="1814751" cy="4914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Quantum probability</a:t>
              </a:r>
            </a:p>
          </p:txBody>
        </p:sp>
        <p:sp>
          <p:nvSpPr>
            <p:cNvPr id="19" name="Rectangle 18">
              <a:extLst>
                <a:ext uri="{FF2B5EF4-FFF2-40B4-BE49-F238E27FC236}">
                  <a16:creationId xmlns:a16="http://schemas.microsoft.com/office/drawing/2014/main" id="{4A1B417A-9E7E-7A87-44C6-1450BF3EB3E0}"/>
                </a:ext>
              </a:extLst>
            </p:cNvPr>
            <p:cNvSpPr/>
            <p:nvPr/>
          </p:nvSpPr>
          <p:spPr>
            <a:xfrm>
              <a:off x="53340" y="4090708"/>
              <a:ext cx="2158323" cy="4914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rPr>
                <a:t>Projective Hilbert space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458D240-8F76-F41F-82B8-589E3659D082}"/>
                    </a:ext>
                  </a:extLst>
                </p:cNvPr>
                <p:cNvSpPr txBox="1"/>
                <p:nvPr/>
              </p:nvSpPr>
              <p:spPr>
                <a:xfrm>
                  <a:off x="916084" y="3574508"/>
                  <a:ext cx="496198" cy="228635"/>
                </a:xfrm>
                <a:prstGeom prst="rect">
                  <a:avLst/>
                </a:prstGeom>
                <a:noFill/>
              </p:spPr>
              <p:txBody>
                <a:bodyPr wrap="none" rtlCol="0">
                  <a:spAutoFit/>
                </a:bodyPr>
                <a:lstStyle/>
                <a:p>
                  <a:pPr/>
                  <a14:m>
                    <m:oMathPara xmlns:m="http://schemas.openxmlformats.org/officeDocument/2006/math">
                      <m:oMath>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𝜓</m:t>
                            </m:r>
                          </m:e>
                          <m:e>
                            <m:r>
                              <a:rPr lang="en-US" sz="1600" b="0" i="1" smtClean="0">
                                <a:latin typeface="Cambria Math" panose="02040503050406030204" pitchFamily="18" charset="0"/>
                              </a:rPr>
                              <m:t>𝜙</m:t>
                            </m:r>
                          </m:e>
                        </m:d>
                      </m:oMath>
                    </m:oMathPara>
                  </a14:m>
                  <a:endParaRPr lang="en-US" sz="1600" dirty="0"/>
                </a:p>
              </p:txBody>
            </p:sp>
          </mc:Choice>
          <mc:Fallback xmlns="">
            <p:sp>
              <p:nvSpPr>
                <p:cNvPr id="20" name="TextBox 19">
                  <a:extLst>
                    <a:ext uri="{FF2B5EF4-FFF2-40B4-BE49-F238E27FC236}">
                      <a16:creationId xmlns:a16="http://schemas.microsoft.com/office/drawing/2014/main" id="{4458D240-8F76-F41F-82B8-589E3659D082}"/>
                    </a:ext>
                  </a:extLst>
                </p:cNvPr>
                <p:cNvSpPr txBox="1">
                  <a:spLocks noRot="1" noChangeAspect="1" noMove="1" noResize="1" noEditPoints="1" noAdjustHandles="1" noChangeArrowheads="1" noChangeShapeType="1" noTextEdit="1"/>
                </p:cNvSpPr>
                <p:nvPr/>
              </p:nvSpPr>
              <p:spPr>
                <a:xfrm>
                  <a:off x="916084" y="3574508"/>
                  <a:ext cx="496198" cy="228635"/>
                </a:xfrm>
                <a:prstGeom prst="rect">
                  <a:avLst/>
                </a:prstGeom>
                <a:blipFill>
                  <a:blip r:embed="rId6"/>
                  <a:stretch>
                    <a:fillRect r="-22222" b="-648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C62A96-BD75-E90E-06DA-FE0F717379DC}"/>
                    </a:ext>
                  </a:extLst>
                </p:cNvPr>
                <p:cNvSpPr txBox="1"/>
                <p:nvPr/>
              </p:nvSpPr>
              <p:spPr>
                <a:xfrm>
                  <a:off x="5396522" y="3647113"/>
                  <a:ext cx="1263122" cy="228635"/>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rPr>
                          <m:t>𝑝</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𝜓</m:t>
                            </m:r>
                          </m:e>
                          <m:e>
                            <m:r>
                              <a:rPr lang="en-US" sz="1600" b="0" i="1" smtClean="0">
                                <a:latin typeface="Cambria Math" panose="02040503050406030204" pitchFamily="18" charset="0"/>
                              </a:rPr>
                              <m:t>𝜙</m:t>
                            </m:r>
                          </m:e>
                        </m:d>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d>
                                  <m:dPr>
                                    <m:begChr m:val="⟨"/>
                                    <m:endChr m:val="⟩"/>
                                    <m:ctrlPr>
                                      <a:rPr lang="en-US" sz="1600" b="0" i="1" smtClean="0">
                                        <a:latin typeface="Cambria Math" panose="02040503050406030204" pitchFamily="18" charset="0"/>
                                      </a:rPr>
                                    </m:ctrlPr>
                                  </m:dPr>
                                  <m:e>
                                    <m:r>
                                      <a:rPr lang="en-US" sz="1600" b="0" i="1" smtClean="0">
                                        <a:latin typeface="Cambria Math" panose="02040503050406030204" pitchFamily="18" charset="0"/>
                                      </a:rPr>
                                      <m:t>𝜓</m:t>
                                    </m:r>
                                  </m:e>
                                  <m:e>
                                    <m:r>
                                      <a:rPr lang="en-US" sz="1600" b="0" i="1" smtClean="0">
                                        <a:latin typeface="Cambria Math" panose="02040503050406030204" pitchFamily="18" charset="0"/>
                                      </a:rPr>
                                      <m:t>𝜙</m:t>
                                    </m:r>
                                  </m:e>
                                </m:d>
                              </m:e>
                            </m:d>
                          </m:e>
                          <m:sup>
                            <m:r>
                              <a:rPr lang="en-US" sz="1600" b="0" i="1" smtClean="0">
                                <a:latin typeface="Cambria Math" panose="02040503050406030204" pitchFamily="18" charset="0"/>
                              </a:rPr>
                              <m:t>2</m:t>
                            </m:r>
                          </m:sup>
                        </m:sSup>
                      </m:oMath>
                    </m:oMathPara>
                  </a14:m>
                  <a:endParaRPr lang="en-US" sz="1600" dirty="0"/>
                </a:p>
              </p:txBody>
            </p:sp>
          </mc:Choice>
          <mc:Fallback xmlns="">
            <p:sp>
              <p:nvSpPr>
                <p:cNvPr id="21" name="TextBox 20">
                  <a:extLst>
                    <a:ext uri="{FF2B5EF4-FFF2-40B4-BE49-F238E27FC236}">
                      <a16:creationId xmlns:a16="http://schemas.microsoft.com/office/drawing/2014/main" id="{6BC62A96-BD75-E90E-06DA-FE0F717379DC}"/>
                    </a:ext>
                  </a:extLst>
                </p:cNvPr>
                <p:cNvSpPr txBox="1">
                  <a:spLocks noRot="1" noChangeAspect="1" noMove="1" noResize="1" noEditPoints="1" noAdjustHandles="1" noChangeArrowheads="1" noChangeShapeType="1" noTextEdit="1"/>
                </p:cNvSpPr>
                <p:nvPr/>
              </p:nvSpPr>
              <p:spPr>
                <a:xfrm>
                  <a:off x="5396522" y="3647113"/>
                  <a:ext cx="1263122" cy="228635"/>
                </a:xfrm>
                <a:prstGeom prst="rect">
                  <a:avLst/>
                </a:prstGeom>
                <a:blipFill>
                  <a:blip r:embed="rId7"/>
                  <a:stretch>
                    <a:fillRect r="-39130" b="-648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E096C43-B44B-C70A-C255-A09C8C46B44A}"/>
                    </a:ext>
                  </a:extLst>
                </p:cNvPr>
                <p:cNvSpPr txBox="1"/>
                <p:nvPr/>
              </p:nvSpPr>
              <p:spPr>
                <a:xfrm>
                  <a:off x="449293" y="4627024"/>
                  <a:ext cx="1101216" cy="373697"/>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rPr>
                          <m:t>𝜌</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𝜌</m:t>
                            </m:r>
                          </m:e>
                          <m:sub>
                            <m:r>
                              <a:rPr lang="en-US" sz="1600" b="0" i="1" smtClean="0">
                                <a:latin typeface="Cambria Math" panose="02040503050406030204" pitchFamily="18" charset="0"/>
                              </a:rPr>
                              <m:t>𝜓</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𝜌</m:t>
                            </m:r>
                          </m:e>
                          <m:sub>
                            <m:r>
                              <a:rPr lang="en-US" sz="1600" b="0" i="1" smtClean="0">
                                <a:latin typeface="Cambria Math" panose="02040503050406030204" pitchFamily="18" charset="0"/>
                              </a:rPr>
                              <m:t>𝜙</m:t>
                            </m:r>
                          </m:sub>
                        </m:sSub>
                      </m:oMath>
                    </m:oMathPara>
                  </a14:m>
                  <a:endParaRPr lang="en-US" sz="1600" dirty="0"/>
                </a:p>
              </p:txBody>
            </p:sp>
          </mc:Choice>
          <mc:Fallback xmlns="">
            <p:sp>
              <p:nvSpPr>
                <p:cNvPr id="22" name="TextBox 21">
                  <a:extLst>
                    <a:ext uri="{FF2B5EF4-FFF2-40B4-BE49-F238E27FC236}">
                      <a16:creationId xmlns:a16="http://schemas.microsoft.com/office/drawing/2014/main" id="{DE096C43-B44B-C70A-C255-A09C8C46B44A}"/>
                    </a:ext>
                  </a:extLst>
                </p:cNvPr>
                <p:cNvSpPr txBox="1">
                  <a:spLocks noRot="1" noChangeAspect="1" noMove="1" noResize="1" noEditPoints="1" noAdjustHandles="1" noChangeArrowheads="1" noChangeShapeType="1" noTextEdit="1"/>
                </p:cNvSpPr>
                <p:nvPr/>
              </p:nvSpPr>
              <p:spPr>
                <a:xfrm>
                  <a:off x="449293" y="4627024"/>
                  <a:ext cx="1101216" cy="373697"/>
                </a:xfrm>
                <a:prstGeom prst="rect">
                  <a:avLst/>
                </a:prstGeom>
                <a:blipFill>
                  <a:blip r:embed="rId8"/>
                  <a:stretch>
                    <a:fillRect r="-32597" b="-360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430ED55-01D7-D25B-455A-9B01B0F89D04}"/>
                    </a:ext>
                  </a:extLst>
                </p:cNvPr>
                <p:cNvSpPr txBox="1"/>
                <p:nvPr/>
              </p:nvSpPr>
              <p:spPr>
                <a:xfrm>
                  <a:off x="5069267" y="4645248"/>
                  <a:ext cx="2612958" cy="645561"/>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rPr>
                          <m:t>𝑆</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𝜌</m:t>
                            </m:r>
                          </m:e>
                        </m:d>
                        <m:r>
                          <a:rPr lang="en-US" sz="1600" b="0" i="1" smtClean="0">
                            <a:latin typeface="Cambria Math" panose="02040503050406030204" pitchFamily="18" charset="0"/>
                          </a:rPr>
                          <m:t>=</m:t>
                        </m:r>
                        <m:r>
                          <a:rPr lang="en-US" sz="1600" b="0" i="1" smtClean="0">
                            <a:latin typeface="Cambria Math" panose="02040503050406030204" pitchFamily="18" charset="0"/>
                          </a:rPr>
                          <m:t>𝑆</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rad>
                                  <m:radPr>
                                    <m:degHide m:val="on"/>
                                    <m:ctrlPr>
                                      <a:rPr lang="en-US" sz="1600" b="0" i="1" smtClean="0">
                                        <a:latin typeface="Cambria Math" panose="02040503050406030204" pitchFamily="18" charset="0"/>
                                      </a:rPr>
                                    </m:ctrlPr>
                                  </m:radPr>
                                  <m:deg/>
                                  <m:e>
                                    <m:r>
                                      <a:rPr lang="en-US" sz="1600" b="0" i="1" smtClean="0">
                                        <a:latin typeface="Cambria Math" panose="02040503050406030204" pitchFamily="18" charset="0"/>
                                      </a:rPr>
                                      <m:t>𝑝</m:t>
                                    </m:r>
                                  </m:e>
                                </m:rad>
                              </m:num>
                              <m:den>
                                <m:r>
                                  <a:rPr lang="en-US" sz="1600" b="0" i="1" smtClean="0">
                                    <a:latin typeface="Cambria Math" panose="02040503050406030204" pitchFamily="18" charset="0"/>
                                  </a:rPr>
                                  <m:t>2</m:t>
                                </m:r>
                              </m:den>
                            </m:f>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rad>
                                  <m:radPr>
                                    <m:degHide m:val="on"/>
                                    <m:ctrlPr>
                                      <a:rPr lang="en-US" sz="1600" b="0" i="1" smtClean="0">
                                        <a:latin typeface="Cambria Math" panose="02040503050406030204" pitchFamily="18" charset="0"/>
                                      </a:rPr>
                                    </m:ctrlPr>
                                  </m:radPr>
                                  <m:deg/>
                                  <m:e>
                                    <m:r>
                                      <a:rPr lang="en-US" sz="1600" b="0" i="1" smtClean="0">
                                        <a:latin typeface="Cambria Math" panose="02040503050406030204" pitchFamily="18" charset="0"/>
                                      </a:rPr>
                                      <m:t>𝑝</m:t>
                                    </m:r>
                                  </m:e>
                                </m:rad>
                              </m:num>
                              <m:den>
                                <m:r>
                                  <a:rPr lang="en-US" sz="1600" b="0" i="1" smtClean="0">
                                    <a:latin typeface="Cambria Math" panose="02040503050406030204" pitchFamily="18" charset="0"/>
                                  </a:rPr>
                                  <m:t>2</m:t>
                                </m:r>
                              </m:den>
                            </m:f>
                          </m:e>
                        </m:d>
                      </m:oMath>
                    </m:oMathPara>
                  </a14:m>
                  <a:endParaRPr lang="en-US" sz="1600" dirty="0"/>
                </a:p>
              </p:txBody>
            </p:sp>
          </mc:Choice>
          <mc:Fallback xmlns="">
            <p:sp>
              <p:nvSpPr>
                <p:cNvPr id="23" name="TextBox 22">
                  <a:extLst>
                    <a:ext uri="{FF2B5EF4-FFF2-40B4-BE49-F238E27FC236}">
                      <a16:creationId xmlns:a16="http://schemas.microsoft.com/office/drawing/2014/main" id="{F430ED55-01D7-D25B-455A-9B01B0F89D04}"/>
                    </a:ext>
                  </a:extLst>
                </p:cNvPr>
                <p:cNvSpPr txBox="1">
                  <a:spLocks noRot="1" noChangeAspect="1" noMove="1" noResize="1" noEditPoints="1" noAdjustHandles="1" noChangeArrowheads="1" noChangeShapeType="1" noTextEdit="1"/>
                </p:cNvSpPr>
                <p:nvPr/>
              </p:nvSpPr>
              <p:spPr>
                <a:xfrm>
                  <a:off x="5069267" y="4645248"/>
                  <a:ext cx="2612958" cy="645561"/>
                </a:xfrm>
                <a:prstGeom prst="rect">
                  <a:avLst/>
                </a:prstGeom>
                <a:blipFill>
                  <a:blip r:embed="rId9"/>
                  <a:stretch>
                    <a:fillRect/>
                  </a:stretch>
                </a:blipFill>
              </p:spPr>
              <p:txBody>
                <a:bodyPr/>
                <a:lstStyle/>
                <a:p>
                  <a:r>
                    <a:rPr lang="en-US">
                      <a:noFill/>
                    </a:rPr>
                    <a:t> </a:t>
                  </a:r>
                </a:p>
              </p:txBody>
            </p:sp>
          </mc:Fallback>
        </mc:AlternateContent>
        <p:sp>
          <p:nvSpPr>
            <p:cNvPr id="24" name="Arrow: Left-Right 23">
              <a:extLst>
                <a:ext uri="{FF2B5EF4-FFF2-40B4-BE49-F238E27FC236}">
                  <a16:creationId xmlns:a16="http://schemas.microsoft.com/office/drawing/2014/main" id="{39E07C9D-17B0-FC80-7244-719DEE92C6A9}"/>
                </a:ext>
              </a:extLst>
            </p:cNvPr>
            <p:cNvSpPr/>
            <p:nvPr/>
          </p:nvSpPr>
          <p:spPr>
            <a:xfrm rot="20292001">
              <a:off x="2371405" y="3983363"/>
              <a:ext cx="781351" cy="24574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5" name="Arrow: Left-Right 24">
              <a:extLst>
                <a:ext uri="{FF2B5EF4-FFF2-40B4-BE49-F238E27FC236}">
                  <a16:creationId xmlns:a16="http://schemas.microsoft.com/office/drawing/2014/main" id="{0D35075C-1F83-12E7-BD2B-4E4C92B3427A}"/>
                </a:ext>
              </a:extLst>
            </p:cNvPr>
            <p:cNvSpPr/>
            <p:nvPr/>
          </p:nvSpPr>
          <p:spPr>
            <a:xfrm rot="1307999" flipH="1">
              <a:off x="2371406" y="4632840"/>
              <a:ext cx="781351" cy="24574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6" name="Arrow: Left-Right 25">
              <a:extLst>
                <a:ext uri="{FF2B5EF4-FFF2-40B4-BE49-F238E27FC236}">
                  <a16:creationId xmlns:a16="http://schemas.microsoft.com/office/drawing/2014/main" id="{CCC5EA0A-1EB1-4926-0843-B95DD2E002B5}"/>
                </a:ext>
              </a:extLst>
            </p:cNvPr>
            <p:cNvSpPr/>
            <p:nvPr/>
          </p:nvSpPr>
          <p:spPr>
            <a:xfrm rot="5400000">
              <a:off x="3878680" y="4279308"/>
              <a:ext cx="518336" cy="24574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28" name="TextBox 27">
            <a:extLst>
              <a:ext uri="{FF2B5EF4-FFF2-40B4-BE49-F238E27FC236}">
                <a16:creationId xmlns:a16="http://schemas.microsoft.com/office/drawing/2014/main" id="{B79F16F0-78D7-ACB2-F960-1DD22F72E45A}"/>
              </a:ext>
            </a:extLst>
          </p:cNvPr>
          <p:cNvSpPr txBox="1"/>
          <p:nvPr/>
        </p:nvSpPr>
        <p:spPr>
          <a:xfrm>
            <a:off x="6945523" y="1440778"/>
            <a:ext cx="5043497" cy="830997"/>
          </a:xfrm>
          <a:prstGeom prst="rect">
            <a:avLst/>
          </a:prstGeom>
          <a:noFill/>
        </p:spPr>
        <p:txBody>
          <a:bodyPr wrap="none" rtlCol="0">
            <a:spAutoFit/>
          </a:bodyPr>
          <a:lstStyle/>
          <a:p>
            <a:r>
              <a:rPr lang="en-US" sz="2400" dirty="0">
                <a:solidFill>
                  <a:srgbClr val="C00000"/>
                </a:solidFill>
              </a:rPr>
              <a:t>Thermodynamics/Statistical mechanics</a:t>
            </a:r>
            <a:br>
              <a:rPr lang="en-US" sz="2400" dirty="0">
                <a:solidFill>
                  <a:srgbClr val="C00000"/>
                </a:solidFill>
              </a:rPr>
            </a:br>
            <a:r>
              <a:rPr lang="en-US" sz="2400" dirty="0">
                <a:solidFill>
                  <a:srgbClr val="C00000"/>
                </a:solidFill>
              </a:rPr>
              <a:t>are not built on top of mechanics</a:t>
            </a:r>
          </a:p>
        </p:txBody>
      </p:sp>
      <p:sp>
        <p:nvSpPr>
          <p:cNvPr id="32" name="TextBox 31">
            <a:extLst>
              <a:ext uri="{FF2B5EF4-FFF2-40B4-BE49-F238E27FC236}">
                <a16:creationId xmlns:a16="http://schemas.microsoft.com/office/drawing/2014/main" id="{0262C4A5-B8C2-E977-B8C4-F634121AB508}"/>
              </a:ext>
            </a:extLst>
          </p:cNvPr>
          <p:cNvSpPr txBox="1"/>
          <p:nvPr/>
        </p:nvSpPr>
        <p:spPr>
          <a:xfrm>
            <a:off x="6945523" y="2339847"/>
            <a:ext cx="4965270" cy="830997"/>
          </a:xfrm>
          <a:prstGeom prst="rect">
            <a:avLst/>
          </a:prstGeom>
          <a:noFill/>
        </p:spPr>
        <p:txBody>
          <a:bodyPr wrap="none" rtlCol="0">
            <a:spAutoFit/>
          </a:bodyPr>
          <a:lstStyle/>
          <a:p>
            <a:r>
              <a:rPr lang="en-US" sz="2400" dirty="0">
                <a:solidFill>
                  <a:schemeClr val="accent6">
                    <a:lumMod val="75000"/>
                  </a:schemeClr>
                </a:solidFill>
              </a:rPr>
              <a:t>Mechanics is the ideal case of</a:t>
            </a:r>
            <a:br>
              <a:rPr lang="en-US" sz="2400" dirty="0">
                <a:solidFill>
                  <a:schemeClr val="accent6">
                    <a:lumMod val="75000"/>
                  </a:schemeClr>
                </a:solidFill>
              </a:rPr>
            </a:br>
            <a:r>
              <a:rPr lang="en-US" sz="2400" dirty="0">
                <a:solidFill>
                  <a:schemeClr val="accent6">
                    <a:lumMod val="75000"/>
                  </a:schemeClr>
                </a:solidFill>
              </a:rPr>
              <a:t>thermodynamics/statistical mechanics</a:t>
            </a:r>
          </a:p>
        </p:txBody>
      </p:sp>
      <p:sp>
        <p:nvSpPr>
          <p:cNvPr id="33" name="TextBox 32">
            <a:extLst>
              <a:ext uri="{FF2B5EF4-FFF2-40B4-BE49-F238E27FC236}">
                <a16:creationId xmlns:a16="http://schemas.microsoft.com/office/drawing/2014/main" id="{5BA4C731-0BAD-05A7-A572-49A320868932}"/>
              </a:ext>
            </a:extLst>
          </p:cNvPr>
          <p:cNvSpPr txBox="1"/>
          <p:nvPr/>
        </p:nvSpPr>
        <p:spPr>
          <a:xfrm>
            <a:off x="7440670" y="215963"/>
            <a:ext cx="4208630" cy="923330"/>
          </a:xfrm>
          <a:prstGeom prst="rect">
            <a:avLst/>
          </a:prstGeom>
          <a:noFill/>
        </p:spPr>
        <p:txBody>
          <a:bodyPr wrap="square" rtlCol="0">
            <a:spAutoFit/>
          </a:bodyPr>
          <a:lstStyle/>
          <a:p>
            <a:r>
              <a:rPr lang="en-US" dirty="0"/>
              <a:t>The geometric structures of both classical and quantum mechanics are equivalent to the entropic structures</a:t>
            </a:r>
          </a:p>
        </p:txBody>
      </p:sp>
      <p:sp>
        <p:nvSpPr>
          <p:cNvPr id="27" name="TextBox 26">
            <a:extLst>
              <a:ext uri="{FF2B5EF4-FFF2-40B4-BE49-F238E27FC236}">
                <a16:creationId xmlns:a16="http://schemas.microsoft.com/office/drawing/2014/main" id="{43338706-2560-7809-1A66-F1325E252525}"/>
              </a:ext>
            </a:extLst>
          </p:cNvPr>
          <p:cNvSpPr txBox="1"/>
          <p:nvPr/>
        </p:nvSpPr>
        <p:spPr>
          <a:xfrm>
            <a:off x="286718" y="240224"/>
            <a:ext cx="6193875" cy="923330"/>
          </a:xfrm>
          <a:prstGeom prst="rect">
            <a:avLst/>
          </a:prstGeom>
          <a:noFill/>
        </p:spPr>
        <p:txBody>
          <a:bodyPr wrap="none" rtlCol="0">
            <a:spAutoFit/>
          </a:bodyPr>
          <a:lstStyle/>
          <a:p>
            <a:r>
              <a:rPr lang="en-US" sz="5400" dirty="0">
                <a:solidFill>
                  <a:schemeClr val="accent6">
                    <a:lumMod val="75000"/>
                  </a:schemeClr>
                </a:solidFill>
              </a:rPr>
              <a:t>Geometry is entropy!</a:t>
            </a:r>
          </a:p>
        </p:txBody>
      </p:sp>
      <p:sp>
        <p:nvSpPr>
          <p:cNvPr id="2" name="Footer Placeholder 1">
            <a:extLst>
              <a:ext uri="{FF2B5EF4-FFF2-40B4-BE49-F238E27FC236}">
                <a16:creationId xmlns:a16="http://schemas.microsoft.com/office/drawing/2014/main" id="{5A7EE2EC-E0DA-34DA-600F-4F234AE74BD8}"/>
              </a:ext>
            </a:extLst>
          </p:cNvPr>
          <p:cNvSpPr>
            <a:spLocks noGrp="1"/>
          </p:cNvSpPr>
          <p:nvPr>
            <p:ph type="ftr" sz="quarter" idx="11"/>
          </p:nvPr>
        </p:nvSpPr>
        <p:spPr/>
        <p:txBody>
          <a:bodyPr/>
          <a:lstStyle/>
          <a:p>
            <a:r>
              <a:rPr lang="en-US"/>
              <a:t>Christine Aidala - University of Michigan</a:t>
            </a:r>
          </a:p>
        </p:txBody>
      </p:sp>
      <p:sp>
        <p:nvSpPr>
          <p:cNvPr id="3" name="Slide Number Placeholder 2">
            <a:extLst>
              <a:ext uri="{FF2B5EF4-FFF2-40B4-BE49-F238E27FC236}">
                <a16:creationId xmlns:a16="http://schemas.microsoft.com/office/drawing/2014/main" id="{C0ABF58D-C00F-5F42-5CF8-7DD22B6BE919}"/>
              </a:ext>
            </a:extLst>
          </p:cNvPr>
          <p:cNvSpPr>
            <a:spLocks noGrp="1"/>
          </p:cNvSpPr>
          <p:nvPr>
            <p:ph type="sldNum" sz="quarter" idx="12"/>
          </p:nvPr>
        </p:nvSpPr>
        <p:spPr/>
        <p:txBody>
          <a:bodyPr/>
          <a:lstStyle/>
          <a:p>
            <a:fld id="{F47845EA-7733-40EE-B074-20032348B727}" type="slidenum">
              <a:rPr lang="en-US" smtClean="0"/>
              <a:t>25</a:t>
            </a:fld>
            <a:endParaRPr lang="en-US"/>
          </a:p>
        </p:txBody>
      </p:sp>
    </p:spTree>
    <p:extLst>
      <p:ext uri="{BB962C8B-B14F-4D97-AF65-F5344CB8AC3E}">
        <p14:creationId xmlns:p14="http://schemas.microsoft.com/office/powerpoint/2010/main" val="29190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500"/>
                                  </p:stCondLst>
                                  <p:childTnLst>
                                    <p:set>
                                      <p:cBhvr>
                                        <p:cTn id="13"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7ED2C-F58D-EE42-1160-A9DB2476E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8CDD1-3494-5F30-CB5B-4C5E330AEF04}"/>
              </a:ext>
            </a:extLst>
          </p:cNvPr>
          <p:cNvSpPr>
            <a:spLocks noGrp="1"/>
          </p:cNvSpPr>
          <p:nvPr>
            <p:ph type="title"/>
          </p:nvPr>
        </p:nvSpPr>
        <p:spPr/>
        <p:txBody>
          <a:bodyPr>
            <a:normAutofit/>
          </a:bodyPr>
          <a:lstStyle/>
          <a:p>
            <a:r>
              <a:rPr lang="en-US" dirty="0"/>
              <a:t>Illuminating paradoxes and developing standards of rigor</a:t>
            </a:r>
            <a:br>
              <a:rPr lang="en-US" dirty="0"/>
            </a:br>
            <a:endParaRPr lang="en-US" dirty="0"/>
          </a:p>
        </p:txBody>
      </p:sp>
      <p:sp>
        <p:nvSpPr>
          <p:cNvPr id="3" name="Text Placeholder 2">
            <a:extLst>
              <a:ext uri="{FF2B5EF4-FFF2-40B4-BE49-F238E27FC236}">
                <a16:creationId xmlns:a16="http://schemas.microsoft.com/office/drawing/2014/main" id="{8E9F7208-D3B0-02F7-8F6D-A689E1CD28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78D271-0065-829D-54D5-8887AC4424E6}"/>
              </a:ext>
            </a:extLst>
          </p:cNvPr>
          <p:cNvSpPr>
            <a:spLocks noGrp="1"/>
          </p:cNvSpPr>
          <p:nvPr>
            <p:ph type="sldNum" sz="quarter" idx="12"/>
          </p:nvPr>
        </p:nvSpPr>
        <p:spPr/>
        <p:txBody>
          <a:bodyPr/>
          <a:lstStyle/>
          <a:p>
            <a:fld id="{F47845EA-7733-40EE-B074-20032348B727}" type="slidenum">
              <a:rPr lang="en-US" smtClean="0"/>
              <a:t>26</a:t>
            </a:fld>
            <a:endParaRPr lang="en-US"/>
          </a:p>
        </p:txBody>
      </p:sp>
      <p:sp>
        <p:nvSpPr>
          <p:cNvPr id="5" name="Footer Placeholder 4">
            <a:extLst>
              <a:ext uri="{FF2B5EF4-FFF2-40B4-BE49-F238E27FC236}">
                <a16:creationId xmlns:a16="http://schemas.microsoft.com/office/drawing/2014/main" id="{A639E69D-C743-4F89-CB03-504F84811949}"/>
              </a:ext>
            </a:extLst>
          </p:cNvPr>
          <p:cNvSpPr>
            <a:spLocks noGrp="1"/>
          </p:cNvSpPr>
          <p:nvPr>
            <p:ph type="ftr" sz="quarter" idx="11"/>
          </p:nvPr>
        </p:nvSpPr>
        <p:spPr/>
        <p:txBody>
          <a:bodyPr/>
          <a:lstStyle/>
          <a:p>
            <a:r>
              <a:rPr lang="en-US"/>
              <a:t>Christine Aidala - University of Michigan</a:t>
            </a:r>
          </a:p>
        </p:txBody>
      </p:sp>
      <p:pic>
        <p:nvPicPr>
          <p:cNvPr id="6" name="Picture 5">
            <a:extLst>
              <a:ext uri="{FF2B5EF4-FFF2-40B4-BE49-F238E27FC236}">
                <a16:creationId xmlns:a16="http://schemas.microsoft.com/office/drawing/2014/main" id="{C26D5FF1-F4F1-5957-5C8D-A4C14355A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700" y="230210"/>
            <a:ext cx="3820018" cy="1412864"/>
          </a:xfrm>
          <a:prstGeom prst="rect">
            <a:avLst/>
          </a:prstGeom>
        </p:spPr>
      </p:pic>
    </p:spTree>
    <p:extLst>
      <p:ext uri="{BB962C8B-B14F-4D97-AF65-F5344CB8AC3E}">
        <p14:creationId xmlns:p14="http://schemas.microsoft.com/office/powerpoint/2010/main" val="2934376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C06D44-F19F-41C8-E5E6-5245C2EB0166}"/>
              </a:ext>
            </a:extLst>
          </p:cNvPr>
          <p:cNvSpPr>
            <a:spLocks noGrp="1"/>
          </p:cNvSpPr>
          <p:nvPr>
            <p:ph type="sldNum" sz="quarter" idx="12"/>
          </p:nvPr>
        </p:nvSpPr>
        <p:spPr/>
        <p:txBody>
          <a:bodyPr/>
          <a:lstStyle/>
          <a:p>
            <a:fld id="{F47845EA-7733-40EE-B074-20032348B727}" type="slidenum">
              <a:rPr lang="en-US" smtClean="0"/>
              <a:t>27</a:t>
            </a:fld>
            <a:endParaRPr lang="en-US"/>
          </a:p>
        </p:txBody>
      </p:sp>
      <p:pic>
        <p:nvPicPr>
          <p:cNvPr id="4" name="Picture 3">
            <a:extLst>
              <a:ext uri="{FF2B5EF4-FFF2-40B4-BE49-F238E27FC236}">
                <a16:creationId xmlns:a16="http://schemas.microsoft.com/office/drawing/2014/main" id="{59AF6F90-35BD-073A-62CF-CF775D4C1441}"/>
              </a:ext>
            </a:extLst>
          </p:cNvPr>
          <p:cNvPicPr>
            <a:picLocks noChangeAspect="1"/>
          </p:cNvPicPr>
          <p:nvPr/>
        </p:nvPicPr>
        <p:blipFill>
          <a:blip r:embed="rId2"/>
          <a:stretch>
            <a:fillRect/>
          </a:stretch>
        </p:blipFill>
        <p:spPr>
          <a:xfrm>
            <a:off x="300740" y="4131245"/>
            <a:ext cx="8975624" cy="1086308"/>
          </a:xfrm>
          <a:prstGeom prst="rect">
            <a:avLst/>
          </a:prstGeom>
        </p:spPr>
      </p:pic>
      <p:sp>
        <p:nvSpPr>
          <p:cNvPr id="5" name="Title 1">
            <a:extLst>
              <a:ext uri="{FF2B5EF4-FFF2-40B4-BE49-F238E27FC236}">
                <a16:creationId xmlns:a16="http://schemas.microsoft.com/office/drawing/2014/main" id="{5E537D39-DDE6-FFF8-664A-A138A2695AC2}"/>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Poor dimensional checking in statistical mechanics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08CA92D-A72C-C577-35A7-C21DDB3F4305}"/>
                  </a:ext>
                </a:extLst>
              </p:cNvPr>
              <p:cNvSpPr txBox="1"/>
              <p:nvPr/>
            </p:nvSpPr>
            <p:spPr>
              <a:xfrm>
                <a:off x="820132" y="1150069"/>
                <a:ext cx="3597973" cy="1099275"/>
              </a:xfrm>
              <a:prstGeom prst="rect">
                <a:avLst/>
              </a:prstGeom>
              <a:noFill/>
            </p:spPr>
            <p:txBody>
              <a:bodyPr wrap="none" rtlCol="0">
                <a:spAutoFit/>
              </a:bodyPr>
              <a:lstStyle/>
              <a:p>
                <a:pPr/>
                <a14:m>
                  <m:oMathPara xmlns:m="http://schemas.openxmlformats.org/officeDocument/2006/math">
                    <m:oMath>
                      <m:r>
                        <a:rPr lang="en-US" sz="3200" b="0" i="1" smtClean="0">
                          <a:latin typeface="Cambria Math" panose="02040503050406030204" pitchFamily="18" charset="0"/>
                        </a:rPr>
                        <m:t>−</m:t>
                      </m:r>
                      <m:nary>
                        <m:naryPr>
                          <m:supHide m:val="on"/>
                          <m:ctrlPr>
                            <a:rPr lang="en-US" sz="3200" b="0" i="1" smtClean="0">
                              <a:latin typeface="Cambria Math" panose="02040503050406030204" pitchFamily="18" charset="0"/>
                            </a:rPr>
                          </m:ctrlPr>
                        </m:naryPr>
                        <m:sub>
                          <m:r>
                            <a:rPr lang="en-US" sz="3200" b="0" i="1" smtClean="0">
                              <a:latin typeface="Cambria Math" panose="02040503050406030204" pitchFamily="18" charset="0"/>
                            </a:rPr>
                            <m:t>𝑋</m:t>
                          </m:r>
                        </m:sub>
                        <m:sup/>
                        <m:e>
                          <m:r>
                            <a:rPr lang="en-US" sz="3200" i="1">
                              <a:latin typeface="Cambria Math" panose="02040503050406030204" pitchFamily="18" charset="0"/>
                            </a:rPr>
                            <m:t>𝜌</m:t>
                          </m:r>
                          <m:func>
                            <m:funcPr>
                              <m:ctrlPr>
                                <a:rPr lang="en-US" sz="3200">
                                  <a:latin typeface="Cambria Math" panose="02040503050406030204" pitchFamily="18" charset="0"/>
                                </a:rPr>
                              </m:ctrlPr>
                            </m:funcPr>
                            <m:fName>
                              <m:r>
                                <m:rPr>
                                  <m:sty m:val="p"/>
                                </m:rPr>
                                <a:rPr lang="en-US" sz="3200">
                                  <a:latin typeface="Cambria Math" panose="02040503050406030204" pitchFamily="18" charset="0"/>
                                </a:rPr>
                                <m:t>log</m:t>
                              </m:r>
                            </m:fName>
                            <m:e>
                              <m:r>
                                <a:rPr lang="en-US" sz="3200" i="1">
                                  <a:latin typeface="Cambria Math" panose="02040503050406030204" pitchFamily="18" charset="0"/>
                                </a:rPr>
                                <m:t>𝜌</m:t>
                              </m:r>
                            </m:e>
                          </m:func>
                          <m:r>
                            <a:rPr lang="en-US" sz="3200" i="1">
                              <a:latin typeface="Cambria Math" panose="02040503050406030204" pitchFamily="18" charset="0"/>
                            </a:rPr>
                            <m:t>𝑑</m:t>
                          </m:r>
                          <m:sSup>
                            <m:sSupPr>
                              <m:ctrlPr>
                                <a:rPr lang="en-US" sz="3200" i="1">
                                  <a:latin typeface="Cambria Math" panose="02040503050406030204" pitchFamily="18" charset="0"/>
                                </a:rPr>
                              </m:ctrlPr>
                            </m:sSupPr>
                            <m:e>
                              <m:r>
                                <a:rPr lang="en-US" sz="3200" i="1">
                                  <a:latin typeface="Cambria Math" panose="02040503050406030204" pitchFamily="18" charset="0"/>
                                </a:rPr>
                                <m:t>𝑞</m:t>
                              </m:r>
                            </m:e>
                            <m:sup>
                              <m:r>
                                <a:rPr lang="en-US" sz="3200" b="0" i="1" smtClean="0">
                                  <a:latin typeface="Cambria Math" panose="02040503050406030204" pitchFamily="18" charset="0"/>
                                </a:rPr>
                                <m:t>𝑖</m:t>
                              </m:r>
                            </m:sup>
                          </m:sSup>
                          <m:r>
                            <a:rPr lang="en-US" sz="3200" i="1">
                              <a:latin typeface="Cambria Math" panose="02040503050406030204" pitchFamily="18" charset="0"/>
                            </a:rPr>
                            <m:t> </m:t>
                          </m:r>
                          <m:r>
                            <a:rPr lang="en-US" sz="3200" i="1">
                              <a:latin typeface="Cambria Math" panose="02040503050406030204" pitchFamily="18" charset="0"/>
                            </a:rPr>
                            <m:t>𝑑</m:t>
                          </m:r>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b="0" i="1" smtClean="0">
                                  <a:latin typeface="Cambria Math" panose="02040503050406030204" pitchFamily="18" charset="0"/>
                                </a:rPr>
                                <m:t>𝑗</m:t>
                              </m:r>
                            </m:sub>
                          </m:sSub>
                        </m:e>
                      </m:nary>
                    </m:oMath>
                  </m:oMathPara>
                </a14:m>
                <a:endParaRPr lang="en-US" sz="3200" dirty="0"/>
              </a:p>
            </p:txBody>
          </p:sp>
        </mc:Choice>
        <mc:Fallback xmlns="">
          <p:sp>
            <p:nvSpPr>
              <p:cNvPr id="6" name="TextBox 5">
                <a:extLst>
                  <a:ext uri="{FF2B5EF4-FFF2-40B4-BE49-F238E27FC236}">
                    <a16:creationId xmlns:a16="http://schemas.microsoft.com/office/drawing/2014/main" id="{C08CA92D-A72C-C577-35A7-C21DDB3F4305}"/>
                  </a:ext>
                </a:extLst>
              </p:cNvPr>
              <p:cNvSpPr txBox="1">
                <a:spLocks noRot="1" noChangeAspect="1" noMove="1" noResize="1" noEditPoints="1" noAdjustHandles="1" noChangeArrowheads="1" noChangeShapeType="1" noTextEdit="1"/>
              </p:cNvSpPr>
              <p:nvPr/>
            </p:nvSpPr>
            <p:spPr>
              <a:xfrm>
                <a:off x="820132" y="1150069"/>
                <a:ext cx="3597973" cy="1099275"/>
              </a:xfrm>
              <a:prstGeom prst="rect">
                <a:avLst/>
              </a:prstGeom>
              <a:blipFill>
                <a:blip r:embed="rId3"/>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C339E867-2269-4614-9163-FD161797C0A5}"/>
              </a:ext>
            </a:extLst>
          </p:cNvPr>
          <p:cNvCxnSpPr>
            <a:cxnSpLocks/>
          </p:cNvCxnSpPr>
          <p:nvPr/>
        </p:nvCxnSpPr>
        <p:spPr>
          <a:xfrm flipV="1">
            <a:off x="2040556" y="1969503"/>
            <a:ext cx="578562" cy="344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041408-6678-20F6-1FC9-BA8D6CAE52D2}"/>
              </a:ext>
            </a:extLst>
          </p:cNvPr>
          <p:cNvSpPr txBox="1"/>
          <p:nvPr/>
        </p:nvSpPr>
        <p:spPr>
          <a:xfrm>
            <a:off x="628766" y="2282551"/>
            <a:ext cx="2610010" cy="707886"/>
          </a:xfrm>
          <a:prstGeom prst="rect">
            <a:avLst/>
          </a:prstGeom>
          <a:noFill/>
        </p:spPr>
        <p:txBody>
          <a:bodyPr wrap="none" rtlCol="0">
            <a:spAutoFit/>
          </a:bodyPr>
          <a:lstStyle/>
          <a:p>
            <a:r>
              <a:rPr lang="en-US" sz="2000" dirty="0">
                <a:solidFill>
                  <a:srgbClr val="C00000"/>
                </a:solidFill>
              </a:rPr>
              <a:t>Density in phase space </a:t>
            </a:r>
            <a:br>
              <a:rPr lang="en-US" sz="2000" dirty="0">
                <a:solidFill>
                  <a:srgbClr val="C00000"/>
                </a:solidFill>
              </a:rPr>
            </a:br>
            <a:r>
              <a:rPr lang="en-US" sz="2000" dirty="0">
                <a:solidFill>
                  <a:srgbClr val="C00000"/>
                </a:solidFill>
              </a:rPr>
              <a:t>is not a pure number!</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5BDD113-BFD0-ADF6-65BD-BC2207A40DA0}"/>
                  </a:ext>
                </a:extLst>
              </p:cNvPr>
              <p:cNvSpPr txBox="1"/>
              <p:nvPr/>
            </p:nvSpPr>
            <p:spPr>
              <a:xfrm>
                <a:off x="4428336" y="1331081"/>
                <a:ext cx="3632469" cy="847476"/>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m:t>
                      </m:r>
                      <m:nary>
                        <m:naryPr>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𝑋</m:t>
                          </m:r>
                        </m:sub>
                        <m:sup/>
                        <m:e>
                          <m:r>
                            <a:rPr lang="en-US" sz="2400" i="1">
                              <a:latin typeface="Cambria Math" panose="02040503050406030204" pitchFamily="18" charset="0"/>
                            </a:rPr>
                            <m:t>𝜌</m:t>
                          </m:r>
                          <m:func>
                            <m:funcPr>
                              <m:ctrlPr>
                                <a:rPr lang="en-US" sz="2400">
                                  <a:latin typeface="Cambria Math" panose="02040503050406030204" pitchFamily="18" charset="0"/>
                                </a:rPr>
                              </m:ctrlPr>
                            </m:funcPr>
                            <m:fName>
                              <m:r>
                                <m:rPr>
                                  <m:sty m:val="p"/>
                                </m:rPr>
                                <a:rPr lang="en-US" sz="2400">
                                  <a:latin typeface="Cambria Math" panose="02040503050406030204" pitchFamily="18" charset="0"/>
                                </a:rPr>
                                <m:t>log</m:t>
                              </m:r>
                            </m:fName>
                            <m:e>
                              <m:r>
                                <a:rPr lang="en-US" sz="2400" b="0" i="1" smtClean="0">
                                  <a:latin typeface="Cambria Math" panose="02040503050406030204" pitchFamily="18" charset="0"/>
                                </a:rPr>
                                <m:t>(</m:t>
                              </m:r>
                              <m:sSup>
                                <m:sSupPr>
                                  <m:ctrlPr>
                                    <a:rPr lang="en-US" sz="2400" b="0" i="1" smtClean="0">
                                      <a:solidFill>
                                        <a:schemeClr val="accent6">
                                          <a:lumMod val="75000"/>
                                        </a:schemeClr>
                                      </a:solidFill>
                                      <a:latin typeface="Cambria Math" panose="02040503050406030204" pitchFamily="18" charset="0"/>
                                    </a:rPr>
                                  </m:ctrlPr>
                                </m:sSupPr>
                                <m:e>
                                  <m:r>
                                    <a:rPr lang="en-US" sz="2400" b="0" i="1" smtClean="0">
                                      <a:solidFill>
                                        <a:schemeClr val="accent6">
                                          <a:lumMod val="75000"/>
                                        </a:schemeClr>
                                      </a:solidFill>
                                      <a:latin typeface="Cambria Math" panose="02040503050406030204" pitchFamily="18" charset="0"/>
                                    </a:rPr>
                                    <m:t>ℎ</m:t>
                                  </m:r>
                                </m:e>
                                <m:sup>
                                  <m:r>
                                    <a:rPr lang="en-US" sz="2400" b="0" i="1" smtClean="0">
                                      <a:solidFill>
                                        <a:schemeClr val="accent6">
                                          <a:lumMod val="75000"/>
                                        </a:schemeClr>
                                      </a:solidFill>
                                      <a:latin typeface="Cambria Math" panose="02040503050406030204" pitchFamily="18" charset="0"/>
                                    </a:rPr>
                                    <m:t>𝑛</m:t>
                                  </m:r>
                                </m:sup>
                              </m:sSup>
                              <m:r>
                                <a:rPr lang="en-US" sz="2400" i="1">
                                  <a:latin typeface="Cambria Math" panose="02040503050406030204" pitchFamily="18" charset="0"/>
                                </a:rPr>
                                <m:t>𝜌</m:t>
                              </m:r>
                              <m:r>
                                <a:rPr lang="en-US" sz="2400" b="0" i="1" smtClean="0">
                                  <a:latin typeface="Cambria Math" panose="02040503050406030204" pitchFamily="18" charset="0"/>
                                </a:rPr>
                                <m:t>)</m:t>
                              </m:r>
                            </m:e>
                          </m:func>
                          <m:r>
                            <a:rPr lang="en-US" sz="2400" i="1">
                              <a:latin typeface="Cambria Math" panose="02040503050406030204" pitchFamily="18" charset="0"/>
                            </a:rPr>
                            <m:t>𝑑</m:t>
                          </m:r>
                          <m:sSup>
                            <m:sSupPr>
                              <m:ctrlPr>
                                <a:rPr lang="en-US" sz="2400" i="1">
                                  <a:latin typeface="Cambria Math" panose="02040503050406030204" pitchFamily="18" charset="0"/>
                                </a:rPr>
                              </m:ctrlPr>
                            </m:sSupPr>
                            <m:e>
                              <m:r>
                                <a:rPr lang="en-US" sz="2400" i="1">
                                  <a:latin typeface="Cambria Math" panose="02040503050406030204" pitchFamily="18" charset="0"/>
                                </a:rPr>
                                <m:t>𝑞</m:t>
                              </m:r>
                            </m:e>
                            <m:sup>
                              <m:r>
                                <a:rPr lang="en-US" sz="2400" b="0" i="1" smtClean="0">
                                  <a:latin typeface="Cambria Math" panose="02040503050406030204" pitchFamily="18" charset="0"/>
                                </a:rPr>
                                <m:t>𝑖</m:t>
                              </m:r>
                            </m:sup>
                          </m:sSup>
                          <m:r>
                            <a:rPr lang="en-US" sz="2400" i="1">
                              <a:latin typeface="Cambria Math" panose="02040503050406030204" pitchFamily="18" charset="0"/>
                            </a:rPr>
                            <m:t> </m:t>
                          </m:r>
                          <m:r>
                            <a:rPr lang="en-US" sz="2400" i="1">
                              <a:latin typeface="Cambria Math" panose="02040503050406030204" pitchFamily="18" charset="0"/>
                            </a:rPr>
                            <m:t>𝑑</m:t>
                          </m:r>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𝑗</m:t>
                              </m:r>
                            </m:sub>
                          </m:sSub>
                        </m:e>
                      </m:nary>
                    </m:oMath>
                  </m:oMathPara>
                </a14:m>
                <a:endParaRPr lang="en-US" sz="2400" dirty="0"/>
              </a:p>
            </p:txBody>
          </p:sp>
        </mc:Choice>
        <mc:Fallback xmlns="">
          <p:sp>
            <p:nvSpPr>
              <p:cNvPr id="12" name="TextBox 11">
                <a:extLst>
                  <a:ext uri="{FF2B5EF4-FFF2-40B4-BE49-F238E27FC236}">
                    <a16:creationId xmlns:a16="http://schemas.microsoft.com/office/drawing/2014/main" id="{D5BDD113-BFD0-ADF6-65BD-BC2207A40DA0}"/>
                  </a:ext>
                </a:extLst>
              </p:cNvPr>
              <p:cNvSpPr txBox="1">
                <a:spLocks noRot="1" noChangeAspect="1" noMove="1" noResize="1" noEditPoints="1" noAdjustHandles="1" noChangeArrowheads="1" noChangeShapeType="1" noTextEdit="1"/>
              </p:cNvSpPr>
              <p:nvPr/>
            </p:nvSpPr>
            <p:spPr>
              <a:xfrm>
                <a:off x="4428336" y="1331081"/>
                <a:ext cx="3632469" cy="847476"/>
              </a:xfrm>
              <a:prstGeom prst="rect">
                <a:avLst/>
              </a:prstGeom>
              <a:blipFill>
                <a:blip r:embed="rId4"/>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552875F4-0A4D-2050-35BF-B93A2EBF4E0E}"/>
              </a:ext>
            </a:extLst>
          </p:cNvPr>
          <p:cNvCxnSpPr>
            <a:cxnSpLocks/>
          </p:cNvCxnSpPr>
          <p:nvPr/>
        </p:nvCxnSpPr>
        <p:spPr>
          <a:xfrm flipH="1" flipV="1">
            <a:off x="5141591" y="4770266"/>
            <a:ext cx="1134081" cy="777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74C3EC8-7B15-8F73-6C50-8E907B42106C}"/>
              </a:ext>
            </a:extLst>
          </p:cNvPr>
          <p:cNvCxnSpPr>
            <a:cxnSpLocks/>
          </p:cNvCxnSpPr>
          <p:nvPr/>
        </p:nvCxnSpPr>
        <p:spPr>
          <a:xfrm flipV="1">
            <a:off x="7170820" y="4793381"/>
            <a:ext cx="1568918" cy="817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051265F-0AA9-D048-42A9-EEB3CDD29DCC}"/>
              </a:ext>
            </a:extLst>
          </p:cNvPr>
          <p:cNvSpPr txBox="1"/>
          <p:nvPr/>
        </p:nvSpPr>
        <p:spPr>
          <a:xfrm>
            <a:off x="2291674" y="5570647"/>
            <a:ext cx="6075189" cy="461665"/>
          </a:xfrm>
          <a:prstGeom prst="rect">
            <a:avLst/>
          </a:prstGeom>
          <a:noFill/>
        </p:spPr>
        <p:txBody>
          <a:bodyPr wrap="none" rtlCol="0">
            <a:spAutoFit/>
          </a:bodyPr>
          <a:lstStyle/>
          <a:p>
            <a:r>
              <a:rPr lang="en-US" sz="2400" dirty="0">
                <a:solidFill>
                  <a:srgbClr val="C00000"/>
                </a:solidFill>
              </a:rPr>
              <a:t>You can’t “approximate physical dimensions”!!!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46CB516-DDC6-6EC2-7E08-85B9E5A32BA5}"/>
                  </a:ext>
                </a:extLst>
              </p:cNvPr>
              <p:cNvSpPr txBox="1"/>
              <p:nvPr/>
            </p:nvSpPr>
            <p:spPr>
              <a:xfrm>
                <a:off x="3603867" y="6082591"/>
                <a:ext cx="2417328"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𝑙𝑒𝑛𝑔𝑡</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𝑁</m:t>
                          </m:r>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𝑙𝑒𝑛𝑔𝑡</m:t>
                      </m:r>
                      <m:sSup>
                        <m:sSupPr>
                          <m:ctrlPr>
                            <a:rPr lang="en-US" i="1">
                              <a:latin typeface="Cambria Math" panose="02040503050406030204" pitchFamily="18" charset="0"/>
                            </a:rPr>
                          </m:ctrlPr>
                        </m:sSupPr>
                        <m:e>
                          <m:r>
                            <a:rPr lang="en-US" i="1">
                              <a:latin typeface="Cambria Math" panose="02040503050406030204" pitchFamily="18" charset="0"/>
                            </a:rPr>
                            <m:t>ℎ</m:t>
                          </m:r>
                        </m:e>
                        <m:sup>
                          <m:r>
                            <a:rPr lang="en-US" i="1">
                              <a:latin typeface="Cambria Math" panose="02040503050406030204" pitchFamily="18" charset="0"/>
                            </a:rPr>
                            <m:t>𝑁</m:t>
                          </m:r>
                          <m:r>
                            <a:rPr lang="en-US" b="0" i="1" smtClean="0">
                              <a:latin typeface="Cambria Math" panose="02040503050406030204" pitchFamily="18" charset="0"/>
                            </a:rPr>
                            <m:t>−1</m:t>
                          </m:r>
                        </m:sup>
                      </m:sSup>
                    </m:oMath>
                  </m:oMathPara>
                </a14:m>
                <a:endParaRPr lang="en-US" dirty="0"/>
              </a:p>
            </p:txBody>
          </p:sp>
        </mc:Choice>
        <mc:Fallback xmlns="">
          <p:sp>
            <p:nvSpPr>
              <p:cNvPr id="20" name="TextBox 19">
                <a:extLst>
                  <a:ext uri="{FF2B5EF4-FFF2-40B4-BE49-F238E27FC236}">
                    <a16:creationId xmlns:a16="http://schemas.microsoft.com/office/drawing/2014/main" id="{946CB516-DDC6-6EC2-7E08-85B9E5A32BA5}"/>
                  </a:ext>
                </a:extLst>
              </p:cNvPr>
              <p:cNvSpPr txBox="1">
                <a:spLocks noRot="1" noChangeAspect="1" noMove="1" noResize="1" noEditPoints="1" noAdjustHandles="1" noChangeArrowheads="1" noChangeShapeType="1" noTextEdit="1"/>
              </p:cNvSpPr>
              <p:nvPr/>
            </p:nvSpPr>
            <p:spPr>
              <a:xfrm>
                <a:off x="3603867" y="6082591"/>
                <a:ext cx="2417328" cy="369332"/>
              </a:xfrm>
              <a:prstGeom prst="rect">
                <a:avLst/>
              </a:prstGeom>
              <a:blipFill>
                <a:blip r:embed="rId5"/>
                <a:stretch>
                  <a:fillRect b="-13333"/>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A0C7E819-E5B5-86D0-E94A-23D9FCCEEB67}"/>
              </a:ext>
            </a:extLst>
          </p:cNvPr>
          <p:cNvSpPr txBox="1"/>
          <p:nvPr/>
        </p:nvSpPr>
        <p:spPr>
          <a:xfrm>
            <a:off x="628765" y="3707540"/>
            <a:ext cx="9891647" cy="400110"/>
          </a:xfrm>
          <a:prstGeom prst="rect">
            <a:avLst/>
          </a:prstGeom>
          <a:noFill/>
        </p:spPr>
        <p:txBody>
          <a:bodyPr wrap="square" rtlCol="0">
            <a:spAutoFit/>
          </a:bodyPr>
          <a:lstStyle/>
          <a:p>
            <a:r>
              <a:rPr lang="en-US" sz="2000" dirty="0"/>
              <a:t>Example 2: When deriving Sackur–Tetrode equation for the entropy of a monatomic ideal gas</a:t>
            </a:r>
          </a:p>
        </p:txBody>
      </p:sp>
      <p:sp>
        <p:nvSpPr>
          <p:cNvPr id="25" name="TextBox 24">
            <a:extLst>
              <a:ext uri="{FF2B5EF4-FFF2-40B4-BE49-F238E27FC236}">
                <a16:creationId xmlns:a16="http://schemas.microsoft.com/office/drawing/2014/main" id="{DCC9D0F8-3F91-133C-41FE-B83DBDD2C5BD}"/>
              </a:ext>
            </a:extLst>
          </p:cNvPr>
          <p:cNvSpPr txBox="1"/>
          <p:nvPr/>
        </p:nvSpPr>
        <p:spPr>
          <a:xfrm>
            <a:off x="527885" y="826784"/>
            <a:ext cx="4541203" cy="400110"/>
          </a:xfrm>
          <a:prstGeom prst="rect">
            <a:avLst/>
          </a:prstGeom>
          <a:noFill/>
        </p:spPr>
        <p:txBody>
          <a:bodyPr wrap="square" rtlCol="0">
            <a:spAutoFit/>
          </a:bodyPr>
          <a:lstStyle/>
          <a:p>
            <a:r>
              <a:rPr lang="en-US" sz="2000" dirty="0"/>
              <a:t>Example 1: Definition of Gibbs entropy</a:t>
            </a:r>
          </a:p>
        </p:txBody>
      </p:sp>
      <p:sp>
        <p:nvSpPr>
          <p:cNvPr id="3" name="Footer Placeholder 2">
            <a:extLst>
              <a:ext uri="{FF2B5EF4-FFF2-40B4-BE49-F238E27FC236}">
                <a16:creationId xmlns:a16="http://schemas.microsoft.com/office/drawing/2014/main" id="{18FBCAE2-FB38-5FE5-4F3C-1E9A2802C2E4}"/>
              </a:ext>
            </a:extLst>
          </p:cNvPr>
          <p:cNvSpPr>
            <a:spLocks noGrp="1"/>
          </p:cNvSpPr>
          <p:nvPr>
            <p:ph type="ftr" sz="quarter" idx="11"/>
          </p:nvPr>
        </p:nvSpPr>
        <p:spPr/>
        <p:txBody>
          <a:bodyPr/>
          <a:lstStyle/>
          <a:p>
            <a:r>
              <a:rPr lang="en-US"/>
              <a:t>Christine Aidala - University of Michigan</a:t>
            </a:r>
            <a:endParaRPr lang="en-US" dirty="0"/>
          </a:p>
        </p:txBody>
      </p:sp>
      <p:sp>
        <p:nvSpPr>
          <p:cNvPr id="14" name="TextBox 13">
            <a:extLst>
              <a:ext uri="{FF2B5EF4-FFF2-40B4-BE49-F238E27FC236}">
                <a16:creationId xmlns:a16="http://schemas.microsoft.com/office/drawing/2014/main" id="{987D93A2-73A6-33DF-8FDE-F0A9BA1A31CA}"/>
              </a:ext>
            </a:extLst>
          </p:cNvPr>
          <p:cNvSpPr txBox="1"/>
          <p:nvPr/>
        </p:nvSpPr>
        <p:spPr>
          <a:xfrm>
            <a:off x="4030908" y="2269958"/>
            <a:ext cx="7413530" cy="1015663"/>
          </a:xfrm>
          <a:prstGeom prst="rect">
            <a:avLst/>
          </a:prstGeom>
          <a:noFill/>
        </p:spPr>
        <p:txBody>
          <a:bodyPr wrap="square" rtlCol="0">
            <a:spAutoFit/>
          </a:bodyPr>
          <a:lstStyle/>
          <a:p>
            <a:r>
              <a:rPr lang="en-US" sz="2000" dirty="0">
                <a:solidFill>
                  <a:schemeClr val="accent6">
                    <a:lumMod val="75000"/>
                  </a:schemeClr>
                </a:solidFill>
              </a:rPr>
              <a:t>Need to make a dimensionless argument by multiplying by the volume in phase space corresponding to zero entropy for a uniform distribution</a:t>
            </a:r>
          </a:p>
        </p:txBody>
      </p:sp>
      <p:cxnSp>
        <p:nvCxnSpPr>
          <p:cNvPr id="32" name="Straight Arrow Connector 31">
            <a:extLst>
              <a:ext uri="{FF2B5EF4-FFF2-40B4-BE49-F238E27FC236}">
                <a16:creationId xmlns:a16="http://schemas.microsoft.com/office/drawing/2014/main" id="{CEC2190B-EEA8-0C35-5EFE-2DCDC3CAC165}"/>
              </a:ext>
            </a:extLst>
          </p:cNvPr>
          <p:cNvCxnSpPr>
            <a:cxnSpLocks/>
          </p:cNvCxnSpPr>
          <p:nvPr/>
        </p:nvCxnSpPr>
        <p:spPr>
          <a:xfrm flipV="1">
            <a:off x="5829895" y="1925320"/>
            <a:ext cx="445777" cy="388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15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65DC6E-A175-0164-8030-C330DADBF991}"/>
              </a:ext>
            </a:extLst>
          </p:cNvPr>
          <p:cNvPicPr>
            <a:picLocks noChangeAspect="1"/>
          </p:cNvPicPr>
          <p:nvPr/>
        </p:nvPicPr>
        <p:blipFill>
          <a:blip r:embed="rId2"/>
          <a:stretch>
            <a:fillRect/>
          </a:stretch>
        </p:blipFill>
        <p:spPr>
          <a:xfrm>
            <a:off x="4192625" y="1257734"/>
            <a:ext cx="3373018" cy="160039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A9C690A-C693-99DF-4494-6065036FFB91}"/>
                  </a:ext>
                </a:extLst>
              </p:cNvPr>
              <p:cNvSpPr txBox="1"/>
              <p:nvPr/>
            </p:nvSpPr>
            <p:spPr>
              <a:xfrm>
                <a:off x="286389" y="1084113"/>
                <a:ext cx="1656223" cy="910699"/>
              </a:xfrm>
              <a:prstGeom prst="rect">
                <a:avLst/>
              </a:prstGeom>
              <a:noFill/>
            </p:spPr>
            <p:txBody>
              <a:bodyPr wrap="none" rtlCol="0">
                <a:spAutoFit/>
              </a:bodyPr>
              <a:lstStyle/>
              <a:p>
                <a:pPr/>
                <a14:m>
                  <m:oMathPara xmlns:m="http://schemas.openxmlformats.org/officeDocument/2006/math">
                    <m:oMath>
                      <m:r>
                        <a:rPr lang="en-US" b="0" i="1" smtClean="0">
                          <a:solidFill>
                            <a:schemeClr val="accent1"/>
                          </a:solidFill>
                          <a:latin typeface="Cambria Math" panose="02040503050406030204" pitchFamily="18" charset="0"/>
                        </a:rPr>
                        <m:t>𝜓</m:t>
                      </m:r>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𝑥</m:t>
                          </m:r>
                        </m:e>
                      </m:d>
                      <m:r>
                        <a:rPr lang="en-US" b="0" i="1" smtClean="0">
                          <a:solidFill>
                            <a:schemeClr val="accent1"/>
                          </a:solidFill>
                          <a:latin typeface="Cambria Math" panose="02040503050406030204" pitchFamily="18" charset="0"/>
                        </a:rPr>
                        <m:t>=</m:t>
                      </m:r>
                      <m:rad>
                        <m:radPr>
                          <m:degHide m:val="on"/>
                          <m:ctrlPr>
                            <a:rPr lang="en-US" b="0" i="1" smtClean="0">
                              <a:solidFill>
                                <a:schemeClr val="accent1"/>
                              </a:solidFill>
                              <a:latin typeface="Cambria Math" panose="02040503050406030204" pitchFamily="18" charset="0"/>
                            </a:rPr>
                          </m:ctrlPr>
                        </m:radPr>
                        <m:deg/>
                        <m:e>
                          <m:f>
                            <m:fPr>
                              <m:ctrlPr>
                                <a:rPr lang="en-US" b="0" i="1" smtClean="0">
                                  <a:solidFill>
                                    <a:schemeClr val="accent1"/>
                                  </a:solidFill>
                                  <a:latin typeface="Cambria Math" panose="02040503050406030204" pitchFamily="18" charset="0"/>
                                </a:rPr>
                              </m:ctrlPr>
                            </m:fPr>
                            <m:num>
                              <m:sSup>
                                <m:sSupPr>
                                  <m:ctrlPr>
                                    <a:rPr lang="en-US" b="0" i="1" smtClean="0">
                                      <a:solidFill>
                                        <a:schemeClr val="accent1"/>
                                      </a:solidFill>
                                      <a:latin typeface="Cambria Math" panose="02040503050406030204" pitchFamily="18" charset="0"/>
                                    </a:rPr>
                                  </m:ctrlPr>
                                </m:sSupPr>
                                <m:e>
                                  <m:r>
                                    <a:rPr lang="en-US" b="0" i="1" smtClean="0">
                                      <a:solidFill>
                                        <a:schemeClr val="accent1"/>
                                      </a:solidFill>
                                      <a:latin typeface="Cambria Math" panose="02040503050406030204" pitchFamily="18" charset="0"/>
                                    </a:rPr>
                                    <m:t>𝑒</m:t>
                                  </m:r>
                                </m:e>
                                <m:sup>
                                  <m:r>
                                    <a:rPr lang="en-US" b="0" i="1" smtClean="0">
                                      <a:solidFill>
                                        <a:schemeClr val="accent1"/>
                                      </a:solidFill>
                                      <a:latin typeface="Cambria Math" panose="02040503050406030204" pitchFamily="18" charset="0"/>
                                    </a:rPr>
                                    <m:t>−</m:t>
                                  </m:r>
                                  <m:sSup>
                                    <m:sSupPr>
                                      <m:ctrlPr>
                                        <a:rPr lang="en-US" b="0" i="1" smtClean="0">
                                          <a:solidFill>
                                            <a:schemeClr val="accent1"/>
                                          </a:solidFill>
                                          <a:latin typeface="Cambria Math" panose="02040503050406030204" pitchFamily="18" charset="0"/>
                                        </a:rPr>
                                      </m:ctrlPr>
                                    </m:sSupPr>
                                    <m:e>
                                      <m:r>
                                        <a:rPr lang="en-US" b="0" i="1" smtClean="0">
                                          <a:solidFill>
                                            <a:schemeClr val="accent1"/>
                                          </a:solidFill>
                                          <a:latin typeface="Cambria Math" panose="02040503050406030204" pitchFamily="18" charset="0"/>
                                        </a:rPr>
                                        <m:t>𝑥</m:t>
                                      </m:r>
                                    </m:e>
                                    <m:sup>
                                      <m:r>
                                        <a:rPr lang="en-US" b="0" i="1" smtClean="0">
                                          <a:solidFill>
                                            <a:schemeClr val="accent1"/>
                                          </a:solidFill>
                                          <a:latin typeface="Cambria Math" panose="02040503050406030204" pitchFamily="18" charset="0"/>
                                        </a:rPr>
                                        <m:t>2</m:t>
                                      </m:r>
                                    </m:sup>
                                  </m:sSup>
                                </m:sup>
                              </m:sSup>
                            </m:num>
                            <m:den>
                              <m:rad>
                                <m:radPr>
                                  <m:degHide m:val="on"/>
                                  <m:ctrlPr>
                                    <a:rPr lang="en-US" i="1">
                                      <a:solidFill>
                                        <a:schemeClr val="accent1"/>
                                      </a:solidFill>
                                      <a:latin typeface="Cambria Math" panose="02040503050406030204" pitchFamily="18" charset="0"/>
                                    </a:rPr>
                                  </m:ctrlPr>
                                </m:radPr>
                                <m:deg/>
                                <m:e>
                                  <m:r>
                                    <a:rPr lang="en-US" i="1">
                                      <a:solidFill>
                                        <a:schemeClr val="accent1"/>
                                      </a:solidFill>
                                      <a:latin typeface="Cambria Math" panose="02040503050406030204" pitchFamily="18" charset="0"/>
                                    </a:rPr>
                                    <m:t>𝜋</m:t>
                                  </m:r>
                                </m:e>
                              </m:rad>
                            </m:den>
                          </m:f>
                        </m:e>
                      </m:rad>
                    </m:oMath>
                  </m:oMathPara>
                </a14:m>
                <a:endParaRPr lang="en-US" dirty="0">
                  <a:solidFill>
                    <a:schemeClr val="accent1"/>
                  </a:solidFill>
                </a:endParaRPr>
              </a:p>
            </p:txBody>
          </p:sp>
        </mc:Choice>
        <mc:Fallback xmlns="">
          <p:sp>
            <p:nvSpPr>
              <p:cNvPr id="6" name="TextBox 5">
                <a:extLst>
                  <a:ext uri="{FF2B5EF4-FFF2-40B4-BE49-F238E27FC236}">
                    <a16:creationId xmlns:a16="http://schemas.microsoft.com/office/drawing/2014/main" id="{CA9C690A-C693-99DF-4494-6065036FFB91}"/>
                  </a:ext>
                </a:extLst>
              </p:cNvPr>
              <p:cNvSpPr txBox="1">
                <a:spLocks noRot="1" noChangeAspect="1" noMove="1" noResize="1" noEditPoints="1" noAdjustHandles="1" noChangeArrowheads="1" noChangeShapeType="1" noTextEdit="1"/>
              </p:cNvSpPr>
              <p:nvPr/>
            </p:nvSpPr>
            <p:spPr>
              <a:xfrm>
                <a:off x="286389" y="1084113"/>
                <a:ext cx="1656223" cy="9106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F4435B-D11B-0E4F-A1B8-F6AF7D008BC0}"/>
                  </a:ext>
                </a:extLst>
              </p:cNvPr>
              <p:cNvSpPr txBox="1"/>
              <p:nvPr/>
            </p:nvSpPr>
            <p:spPr>
              <a:xfrm>
                <a:off x="323514" y="2119465"/>
                <a:ext cx="1581972" cy="738664"/>
              </a:xfrm>
              <a:prstGeom prst="rect">
                <a:avLst/>
              </a:prstGeom>
              <a:noFill/>
            </p:spPr>
            <p:txBody>
              <a:bodyPr wrap="none" rtlCol="0">
                <a:spAutoFit/>
              </a:bodyPr>
              <a:lstStyle/>
              <a:p>
                <a:pPr/>
                <a14:m>
                  <m:oMathPara xmlns:m="http://schemas.openxmlformats.org/officeDocument/2006/math">
                    <m:o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𝜌</m:t>
                          </m:r>
                        </m:e>
                        <m:sub>
                          <m:r>
                            <a:rPr lang="en-US" b="0" i="1" smtClean="0">
                              <a:solidFill>
                                <a:schemeClr val="accent1"/>
                              </a:solidFill>
                              <a:latin typeface="Cambria Math" panose="02040503050406030204" pitchFamily="18" charset="0"/>
                            </a:rPr>
                            <m:t>𝜓</m:t>
                          </m:r>
                        </m:sub>
                      </m:sSub>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𝑥</m:t>
                          </m:r>
                        </m:e>
                      </m:d>
                      <m:r>
                        <a:rPr lang="en-US" b="0" i="1" smtClean="0">
                          <a:solidFill>
                            <a:schemeClr val="accent1"/>
                          </a:solidFill>
                          <a:latin typeface="Cambria Math" panose="02040503050406030204" pitchFamily="18" charset="0"/>
                        </a:rPr>
                        <m:t>=</m:t>
                      </m:r>
                      <m:f>
                        <m:fPr>
                          <m:ctrlPr>
                            <a:rPr lang="en-US" i="1">
                              <a:solidFill>
                                <a:schemeClr val="accent1"/>
                              </a:solidFill>
                              <a:latin typeface="Cambria Math" panose="02040503050406030204" pitchFamily="18" charset="0"/>
                            </a:rPr>
                          </m:ctrlPr>
                        </m:fPr>
                        <m:num>
                          <m:sSup>
                            <m:sSupPr>
                              <m:ctrlPr>
                                <a:rPr lang="en-US" i="1">
                                  <a:solidFill>
                                    <a:schemeClr val="accent1"/>
                                  </a:solidFill>
                                  <a:latin typeface="Cambria Math" panose="02040503050406030204" pitchFamily="18" charset="0"/>
                                </a:rPr>
                              </m:ctrlPr>
                            </m:sSupPr>
                            <m:e>
                              <m:r>
                                <a:rPr lang="en-US" i="1">
                                  <a:solidFill>
                                    <a:schemeClr val="accent1"/>
                                  </a:solidFill>
                                  <a:latin typeface="Cambria Math" panose="02040503050406030204" pitchFamily="18" charset="0"/>
                                </a:rPr>
                                <m:t>𝑒</m:t>
                              </m:r>
                            </m:e>
                            <m:sup>
                              <m:r>
                                <a:rPr lang="en-US" i="1">
                                  <a:solidFill>
                                    <a:schemeClr val="accent1"/>
                                  </a:solidFill>
                                  <a:latin typeface="Cambria Math" panose="02040503050406030204" pitchFamily="18" charset="0"/>
                                </a:rPr>
                                <m:t>−</m:t>
                              </m:r>
                              <m:sSup>
                                <m:sSupPr>
                                  <m:ctrlPr>
                                    <a:rPr lang="en-US" i="1">
                                      <a:solidFill>
                                        <a:schemeClr val="accent1"/>
                                      </a:solidFill>
                                      <a:latin typeface="Cambria Math" panose="02040503050406030204" pitchFamily="18" charset="0"/>
                                    </a:rPr>
                                  </m:ctrlPr>
                                </m:sSupPr>
                                <m:e>
                                  <m:r>
                                    <a:rPr lang="en-US" i="1">
                                      <a:solidFill>
                                        <a:schemeClr val="accent1"/>
                                      </a:solidFill>
                                      <a:latin typeface="Cambria Math" panose="02040503050406030204" pitchFamily="18" charset="0"/>
                                    </a:rPr>
                                    <m:t>𝑥</m:t>
                                  </m:r>
                                </m:e>
                                <m:sup>
                                  <m:r>
                                    <a:rPr lang="en-US" i="1">
                                      <a:solidFill>
                                        <a:schemeClr val="accent1"/>
                                      </a:solidFill>
                                      <a:latin typeface="Cambria Math" panose="02040503050406030204" pitchFamily="18" charset="0"/>
                                    </a:rPr>
                                    <m:t>2</m:t>
                                  </m:r>
                                </m:sup>
                              </m:sSup>
                            </m:sup>
                          </m:sSup>
                        </m:num>
                        <m:den>
                          <m:rad>
                            <m:radPr>
                              <m:degHide m:val="on"/>
                              <m:ctrlPr>
                                <a:rPr lang="en-US" i="1">
                                  <a:solidFill>
                                    <a:schemeClr val="accent1"/>
                                  </a:solidFill>
                                  <a:latin typeface="Cambria Math" panose="02040503050406030204" pitchFamily="18" charset="0"/>
                                </a:rPr>
                              </m:ctrlPr>
                            </m:radPr>
                            <m:deg/>
                            <m:e>
                              <m:r>
                                <a:rPr lang="en-US" i="1">
                                  <a:solidFill>
                                    <a:schemeClr val="accent1"/>
                                  </a:solidFill>
                                  <a:latin typeface="Cambria Math" panose="02040503050406030204" pitchFamily="18" charset="0"/>
                                </a:rPr>
                                <m:t>𝜋</m:t>
                              </m:r>
                            </m:e>
                          </m:rad>
                        </m:den>
                      </m:f>
                    </m:oMath>
                  </m:oMathPara>
                </a14:m>
                <a:endParaRPr lang="en-US" dirty="0">
                  <a:solidFill>
                    <a:schemeClr val="accent1"/>
                  </a:solidFill>
                </a:endParaRPr>
              </a:p>
            </p:txBody>
          </p:sp>
        </mc:Choice>
        <mc:Fallback xmlns="">
          <p:sp>
            <p:nvSpPr>
              <p:cNvPr id="8" name="TextBox 7">
                <a:extLst>
                  <a:ext uri="{FF2B5EF4-FFF2-40B4-BE49-F238E27FC236}">
                    <a16:creationId xmlns:a16="http://schemas.microsoft.com/office/drawing/2014/main" id="{1CF4435B-D11B-0E4F-A1B8-F6AF7D008BC0}"/>
                  </a:ext>
                </a:extLst>
              </p:cNvPr>
              <p:cNvSpPr txBox="1">
                <a:spLocks noRot="1" noChangeAspect="1" noMove="1" noResize="1" noEditPoints="1" noAdjustHandles="1" noChangeArrowheads="1" noChangeShapeType="1" noTextEdit="1"/>
              </p:cNvSpPr>
              <p:nvPr/>
            </p:nvSpPr>
            <p:spPr>
              <a:xfrm>
                <a:off x="323514" y="2119465"/>
                <a:ext cx="1581972" cy="73866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A33EC2-C5F9-F348-2CB4-398F114E137E}"/>
                  </a:ext>
                </a:extLst>
              </p:cNvPr>
              <p:cNvSpPr txBox="1"/>
              <p:nvPr/>
            </p:nvSpPr>
            <p:spPr>
              <a:xfrm>
                <a:off x="2415182" y="1349538"/>
                <a:ext cx="1530740" cy="379848"/>
              </a:xfrm>
              <a:prstGeom prst="rect">
                <a:avLst/>
              </a:prstGeom>
              <a:noFill/>
            </p:spPr>
            <p:txBody>
              <a:bodyPr wrap="none" rtlCol="0">
                <a:spAutoFit/>
              </a:bodyPr>
              <a:lstStyle/>
              <a:p>
                <a:pPr/>
                <a14:m>
                  <m:oMathPara xmlns:m="http://schemas.openxmlformats.org/officeDocument/2006/math">
                    <m:oMath>
                      <m:r>
                        <a:rPr lang="en-US" b="0" i="1" smtClean="0">
                          <a:solidFill>
                            <a:schemeClr val="accent1"/>
                          </a:solidFill>
                          <a:latin typeface="Cambria Math" panose="02040503050406030204" pitchFamily="18" charset="0"/>
                        </a:rPr>
                        <m:t>∫</m:t>
                      </m:r>
                      <m:sSup>
                        <m:sSupPr>
                          <m:ctrlPr>
                            <a:rPr lang="en-US" b="0" i="1" smtClean="0">
                              <a:solidFill>
                                <a:schemeClr val="accent1"/>
                              </a:solidFill>
                              <a:latin typeface="Cambria Math" panose="02040503050406030204" pitchFamily="18" charset="0"/>
                            </a:rPr>
                          </m:ctrlPr>
                        </m:sSupPr>
                        <m:e>
                          <m:d>
                            <m:dPr>
                              <m:begChr m:val="|"/>
                              <m:endChr m:val="|"/>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𝜓</m:t>
                              </m:r>
                            </m:e>
                          </m:d>
                        </m:e>
                        <m:sup>
                          <m:r>
                            <a:rPr lang="en-US" b="0" i="1" smtClean="0">
                              <a:solidFill>
                                <a:schemeClr val="accent1"/>
                              </a:solidFill>
                              <a:latin typeface="Cambria Math" panose="02040503050406030204" pitchFamily="18" charset="0"/>
                            </a:rPr>
                            <m:t>2</m:t>
                          </m:r>
                        </m:sup>
                      </m:sSup>
                      <m:r>
                        <a:rPr lang="en-US" b="0" i="1" smtClean="0">
                          <a:solidFill>
                            <a:schemeClr val="accent1"/>
                          </a:solidFill>
                          <a:latin typeface="Cambria Math" panose="02040503050406030204" pitchFamily="18" charset="0"/>
                        </a:rPr>
                        <m:t>𝑑𝑥</m:t>
                      </m:r>
                      <m:r>
                        <a:rPr lang="en-US" b="0" i="1" smtClean="0">
                          <a:solidFill>
                            <a:schemeClr val="accent1"/>
                          </a:solidFill>
                          <a:latin typeface="Cambria Math" panose="02040503050406030204" pitchFamily="18" charset="0"/>
                        </a:rPr>
                        <m:t>=1</m:t>
                      </m:r>
                    </m:oMath>
                  </m:oMathPara>
                </a14:m>
                <a:endParaRPr lang="en-US" dirty="0">
                  <a:solidFill>
                    <a:schemeClr val="accent1"/>
                  </a:solidFill>
                </a:endParaRPr>
              </a:p>
            </p:txBody>
          </p:sp>
        </mc:Choice>
        <mc:Fallback xmlns="">
          <p:sp>
            <p:nvSpPr>
              <p:cNvPr id="9" name="TextBox 8">
                <a:extLst>
                  <a:ext uri="{FF2B5EF4-FFF2-40B4-BE49-F238E27FC236}">
                    <a16:creationId xmlns:a16="http://schemas.microsoft.com/office/drawing/2014/main" id="{80A33EC2-C5F9-F348-2CB4-398F114E137E}"/>
                  </a:ext>
                </a:extLst>
              </p:cNvPr>
              <p:cNvSpPr txBox="1">
                <a:spLocks noRot="1" noChangeAspect="1" noMove="1" noResize="1" noEditPoints="1" noAdjustHandles="1" noChangeArrowheads="1" noChangeShapeType="1" noTextEdit="1"/>
              </p:cNvSpPr>
              <p:nvPr/>
            </p:nvSpPr>
            <p:spPr>
              <a:xfrm>
                <a:off x="2415182" y="1349538"/>
                <a:ext cx="1530740" cy="379848"/>
              </a:xfrm>
              <a:prstGeom prst="rect">
                <a:avLst/>
              </a:prstGeom>
              <a:blipFill>
                <a:blip r:embed="rId6"/>
                <a:stretch>
                  <a:fillRect b="-174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FDC59A-540A-B60A-8A8D-9E3AA61F6353}"/>
                  </a:ext>
                </a:extLst>
              </p:cNvPr>
              <p:cNvSpPr txBox="1"/>
              <p:nvPr/>
            </p:nvSpPr>
            <p:spPr>
              <a:xfrm>
                <a:off x="2493633" y="2128249"/>
                <a:ext cx="1245597" cy="610936"/>
              </a:xfrm>
              <a:prstGeom prst="rect">
                <a:avLst/>
              </a:prstGeom>
              <a:noFill/>
            </p:spPr>
            <p:txBody>
              <a:bodyPr wrap="none" rtlCol="0">
                <a:spAutoFit/>
              </a:bodyPr>
              <a:lstStyle/>
              <a:p>
                <a:pPr/>
                <a14:m>
                  <m:oMathPara xmlns:m="http://schemas.openxmlformats.org/officeDocument/2006/math">
                    <m:oMath>
                      <m:sSub>
                        <m:sSubPr>
                          <m:ctrlPr>
                            <a:rPr lang="en-US" b="0" i="1" smtClean="0">
                              <a:solidFill>
                                <a:schemeClr val="accent1"/>
                              </a:solidFill>
                              <a:latin typeface="Cambria Math" panose="02040503050406030204" pitchFamily="18" charset="0"/>
                            </a:rPr>
                          </m:ctrlPr>
                        </m:sSubPr>
                        <m:e>
                          <m:d>
                            <m:dPr>
                              <m:begChr m:val="⟨"/>
                              <m:endChr m:val="⟩"/>
                              <m:ctrlPr>
                                <a:rPr lang="en-US" b="0" i="1" smtClean="0">
                                  <a:solidFill>
                                    <a:schemeClr val="accent1"/>
                                  </a:solidFill>
                                  <a:latin typeface="Cambria Math" panose="02040503050406030204" pitchFamily="18" charset="0"/>
                                </a:rPr>
                              </m:ctrlPr>
                            </m:dPr>
                            <m:e>
                              <m:sSup>
                                <m:sSupPr>
                                  <m:ctrlPr>
                                    <a:rPr lang="en-US" b="0" i="1" smtClean="0">
                                      <a:solidFill>
                                        <a:schemeClr val="accent1"/>
                                      </a:solidFill>
                                      <a:latin typeface="Cambria Math" panose="02040503050406030204" pitchFamily="18" charset="0"/>
                                    </a:rPr>
                                  </m:ctrlPr>
                                </m:sSupPr>
                                <m:e>
                                  <m:r>
                                    <a:rPr lang="en-US" b="0" i="1" smtClean="0">
                                      <a:solidFill>
                                        <a:schemeClr val="accent1"/>
                                      </a:solidFill>
                                      <a:latin typeface="Cambria Math" panose="02040503050406030204" pitchFamily="18" charset="0"/>
                                    </a:rPr>
                                    <m:t>𝑋</m:t>
                                  </m:r>
                                </m:e>
                                <m:sup>
                                  <m:r>
                                    <a:rPr lang="en-US" b="0" i="1" smtClean="0">
                                      <a:solidFill>
                                        <a:schemeClr val="accent1"/>
                                      </a:solidFill>
                                      <a:latin typeface="Cambria Math" panose="02040503050406030204" pitchFamily="18" charset="0"/>
                                    </a:rPr>
                                    <m:t>2</m:t>
                                  </m:r>
                                </m:sup>
                              </m:sSup>
                            </m:e>
                          </m:d>
                        </m:e>
                        <m:sub>
                          <m:r>
                            <a:rPr lang="en-US" b="0" i="1" smtClean="0">
                              <a:solidFill>
                                <a:schemeClr val="accent1"/>
                              </a:solidFill>
                              <a:latin typeface="Cambria Math" panose="02040503050406030204" pitchFamily="18" charset="0"/>
                            </a:rPr>
                            <m:t>𝜓</m:t>
                          </m:r>
                        </m:sub>
                      </m:sSub>
                      <m:r>
                        <a:rPr lang="en-US" i="1">
                          <a:solidFill>
                            <a:schemeClr val="accent1"/>
                          </a:solidFill>
                          <a:latin typeface="Cambria Math" panose="02040503050406030204" pitchFamily="18" charset="0"/>
                        </a:rPr>
                        <m:t>=</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1</m:t>
                          </m:r>
                        </m:num>
                        <m:den>
                          <m:r>
                            <a:rPr lang="en-US" b="0" i="1" smtClean="0">
                              <a:solidFill>
                                <a:schemeClr val="accent1"/>
                              </a:solidFill>
                              <a:latin typeface="Cambria Math" panose="02040503050406030204" pitchFamily="18" charset="0"/>
                            </a:rPr>
                            <m:t>2</m:t>
                          </m:r>
                        </m:den>
                      </m:f>
                    </m:oMath>
                  </m:oMathPara>
                </a14:m>
                <a:endParaRPr lang="en-US" dirty="0">
                  <a:solidFill>
                    <a:schemeClr val="accent1"/>
                  </a:solidFill>
                </a:endParaRPr>
              </a:p>
            </p:txBody>
          </p:sp>
        </mc:Choice>
        <mc:Fallback xmlns="">
          <p:sp>
            <p:nvSpPr>
              <p:cNvPr id="10" name="TextBox 9">
                <a:extLst>
                  <a:ext uri="{FF2B5EF4-FFF2-40B4-BE49-F238E27FC236}">
                    <a16:creationId xmlns:a16="http://schemas.microsoft.com/office/drawing/2014/main" id="{4CFDC59A-540A-B60A-8A8D-9E3AA61F6353}"/>
                  </a:ext>
                </a:extLst>
              </p:cNvPr>
              <p:cNvSpPr txBox="1">
                <a:spLocks noRot="1" noChangeAspect="1" noMove="1" noResize="1" noEditPoints="1" noAdjustHandles="1" noChangeArrowheads="1" noChangeShapeType="1" noTextEdit="1"/>
              </p:cNvSpPr>
              <p:nvPr/>
            </p:nvSpPr>
            <p:spPr>
              <a:xfrm>
                <a:off x="2493633" y="2128249"/>
                <a:ext cx="1245597" cy="610936"/>
              </a:xfrm>
              <a:prstGeom prst="rect">
                <a:avLst/>
              </a:prstGeom>
              <a:blipFill>
                <a:blip r:embed="rId7"/>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031C006-0B2C-F435-D65D-B984DB389935}"/>
              </a:ext>
            </a:extLst>
          </p:cNvPr>
          <p:cNvPicPr>
            <a:picLocks noChangeAspect="1"/>
          </p:cNvPicPr>
          <p:nvPr/>
        </p:nvPicPr>
        <p:blipFill>
          <a:blip r:embed="rId8"/>
          <a:stretch>
            <a:fillRect/>
          </a:stretch>
        </p:blipFill>
        <p:spPr>
          <a:xfrm>
            <a:off x="4192625" y="3401082"/>
            <a:ext cx="3373018" cy="132010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B2C3448-A2EB-262C-169A-5F766DAEEC39}"/>
                  </a:ext>
                </a:extLst>
              </p:cNvPr>
              <p:cNvSpPr txBox="1"/>
              <p:nvPr/>
            </p:nvSpPr>
            <p:spPr>
              <a:xfrm>
                <a:off x="276161" y="3104277"/>
                <a:ext cx="2188100" cy="910699"/>
              </a:xfrm>
              <a:prstGeom prst="rect">
                <a:avLst/>
              </a:prstGeom>
              <a:noFill/>
            </p:spPr>
            <p:txBody>
              <a:bodyPr wrap="none" rtlCol="0">
                <a:spAutoFit/>
              </a:bodyPr>
              <a:lstStyle/>
              <a:p>
                <a:pPr/>
                <a14:m>
                  <m:oMathPara xmlns:m="http://schemas.openxmlformats.org/officeDocument/2006/math">
                    <m:oMath>
                      <m:r>
                        <a:rPr lang="en-US" b="0" i="1" smtClean="0">
                          <a:solidFill>
                            <a:srgbClr val="C00000"/>
                          </a:solidFill>
                          <a:latin typeface="Cambria Math" panose="02040503050406030204" pitchFamily="18" charset="0"/>
                        </a:rPr>
                        <m:t>𝜙</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𝑦</m:t>
                          </m:r>
                        </m:e>
                      </m:d>
                      <m:r>
                        <a:rPr lang="en-US" b="0" i="1" smtClean="0">
                          <a:solidFill>
                            <a:srgbClr val="C00000"/>
                          </a:solidFill>
                          <a:latin typeface="Cambria Math" panose="02040503050406030204" pitchFamily="18" charset="0"/>
                        </a:rPr>
                        <m:t>=</m:t>
                      </m:r>
                      <m:rad>
                        <m:radPr>
                          <m:degHide m:val="on"/>
                          <m:ctrlPr>
                            <a:rPr lang="en-US" b="0" i="1" smtClean="0">
                              <a:solidFill>
                                <a:srgbClr val="C00000"/>
                              </a:solidFill>
                              <a:latin typeface="Cambria Math" panose="02040503050406030204" pitchFamily="18" charset="0"/>
                            </a:rPr>
                          </m:ctrlPr>
                        </m:radPr>
                        <m:deg/>
                        <m:e>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1</m:t>
                              </m:r>
                            </m:num>
                            <m:den>
                              <m:r>
                                <a:rPr lang="en-US" b="0" i="1" smtClean="0">
                                  <a:solidFill>
                                    <a:srgbClr val="C00000"/>
                                  </a:solidFill>
                                  <a:latin typeface="Cambria Math" panose="02040503050406030204" pitchFamily="18" charset="0"/>
                                </a:rPr>
                                <m:t>𝜋</m:t>
                              </m:r>
                              <m:d>
                                <m:dPr>
                                  <m:ctrlPr>
                                    <a:rPr lang="en-US" b="0" i="1" smtClean="0">
                                      <a:solidFill>
                                        <a:srgbClr val="C00000"/>
                                      </a:solidFill>
                                      <a:latin typeface="Cambria Math" panose="02040503050406030204" pitchFamily="18" charset="0"/>
                                    </a:rPr>
                                  </m:ctrlPr>
                                </m:dPr>
                                <m:e>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𝑦</m:t>
                                      </m:r>
                                    </m:e>
                                    <m:sup>
                                      <m:r>
                                        <a:rPr lang="en-US" b="0" i="1" smtClean="0">
                                          <a:solidFill>
                                            <a:srgbClr val="C00000"/>
                                          </a:solidFill>
                                          <a:latin typeface="Cambria Math" panose="02040503050406030204" pitchFamily="18" charset="0"/>
                                        </a:rPr>
                                        <m:t>2</m:t>
                                      </m:r>
                                    </m:sup>
                                  </m:sSup>
                                  <m:r>
                                    <a:rPr lang="en-US" b="0" i="1" smtClean="0">
                                      <a:solidFill>
                                        <a:srgbClr val="C00000"/>
                                      </a:solidFill>
                                      <a:latin typeface="Cambria Math" panose="02040503050406030204" pitchFamily="18" charset="0"/>
                                    </a:rPr>
                                    <m:t>+1</m:t>
                                  </m:r>
                                </m:e>
                              </m:d>
                            </m:den>
                          </m:f>
                        </m:e>
                      </m:rad>
                    </m:oMath>
                  </m:oMathPara>
                </a14:m>
                <a:endParaRPr lang="en-US" b="0" dirty="0">
                  <a:solidFill>
                    <a:srgbClr val="C00000"/>
                  </a:solidFill>
                </a:endParaRPr>
              </a:p>
            </p:txBody>
          </p:sp>
        </mc:Choice>
        <mc:Fallback xmlns="">
          <p:sp>
            <p:nvSpPr>
              <p:cNvPr id="7" name="TextBox 6">
                <a:extLst>
                  <a:ext uri="{FF2B5EF4-FFF2-40B4-BE49-F238E27FC236}">
                    <a16:creationId xmlns:a16="http://schemas.microsoft.com/office/drawing/2014/main" id="{7B2C3448-A2EB-262C-169A-5F766DAEEC39}"/>
                  </a:ext>
                </a:extLst>
              </p:cNvPr>
              <p:cNvSpPr txBox="1">
                <a:spLocks noRot="1" noChangeAspect="1" noMove="1" noResize="1" noEditPoints="1" noAdjustHandles="1" noChangeArrowheads="1" noChangeShapeType="1" noTextEdit="1"/>
              </p:cNvSpPr>
              <p:nvPr/>
            </p:nvSpPr>
            <p:spPr>
              <a:xfrm>
                <a:off x="276161" y="3104277"/>
                <a:ext cx="2188100" cy="9106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868A95C-37EB-AE71-2B79-291BDFB3D235}"/>
                  </a:ext>
                </a:extLst>
              </p:cNvPr>
              <p:cNvSpPr txBox="1"/>
              <p:nvPr/>
            </p:nvSpPr>
            <p:spPr>
              <a:xfrm>
                <a:off x="315178" y="4152276"/>
                <a:ext cx="2113463" cy="660052"/>
              </a:xfrm>
              <a:prstGeom prst="rect">
                <a:avLst/>
              </a:prstGeom>
              <a:noFill/>
            </p:spPr>
            <p:txBody>
              <a:bodyPr wrap="none" rtlCol="0">
                <a:spAutoFit/>
              </a:bodyPr>
              <a:lstStyle/>
              <a:p>
                <a:pPr/>
                <a14:m>
                  <m:oMathPara xmlns:m="http://schemas.openxmlformats.org/officeDocument/2006/math">
                    <m:oMath>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𝜌</m:t>
                          </m:r>
                        </m:e>
                        <m:sub>
                          <m:r>
                            <a:rPr lang="en-US" b="0" i="1" smtClean="0">
                              <a:solidFill>
                                <a:srgbClr val="C00000"/>
                              </a:solidFill>
                              <a:latin typeface="Cambria Math" panose="02040503050406030204" pitchFamily="18" charset="0"/>
                            </a:rPr>
                            <m:t>𝜙</m:t>
                          </m:r>
                        </m:sub>
                      </m:sSub>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𝑦</m:t>
                          </m:r>
                        </m:e>
                      </m:d>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𝜋</m:t>
                          </m:r>
                          <m:d>
                            <m:dPr>
                              <m:ctrlPr>
                                <a:rPr lang="en-US" b="0" i="1" smtClean="0">
                                  <a:solidFill>
                                    <a:srgbClr val="C00000"/>
                                  </a:solidFill>
                                  <a:latin typeface="Cambria Math" panose="02040503050406030204" pitchFamily="18" charset="0"/>
                                </a:rPr>
                              </m:ctrlPr>
                            </m:dPr>
                            <m:e>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𝑦</m:t>
                                  </m:r>
                                </m:e>
                                <m:sup>
                                  <m:r>
                                    <a:rPr lang="en-US" i="1">
                                      <a:solidFill>
                                        <a:srgbClr val="C00000"/>
                                      </a:solidFill>
                                      <a:latin typeface="Cambria Math" panose="02040503050406030204" pitchFamily="18" charset="0"/>
                                    </a:rPr>
                                    <m:t>2</m:t>
                                  </m:r>
                                </m:sup>
                              </m:sSup>
                              <m:r>
                                <a:rPr lang="en-US" i="1">
                                  <a:solidFill>
                                    <a:srgbClr val="C00000"/>
                                  </a:solidFill>
                                  <a:latin typeface="Cambria Math" panose="02040503050406030204" pitchFamily="18" charset="0"/>
                                </a:rPr>
                                <m:t>+1</m:t>
                              </m:r>
                            </m:e>
                          </m:d>
                        </m:den>
                      </m:f>
                    </m:oMath>
                  </m:oMathPara>
                </a14:m>
                <a:endParaRPr lang="en-US" dirty="0">
                  <a:solidFill>
                    <a:srgbClr val="C00000"/>
                  </a:solidFill>
                </a:endParaRPr>
              </a:p>
            </p:txBody>
          </p:sp>
        </mc:Choice>
        <mc:Fallback xmlns="">
          <p:sp>
            <p:nvSpPr>
              <p:cNvPr id="11" name="TextBox 10">
                <a:extLst>
                  <a:ext uri="{FF2B5EF4-FFF2-40B4-BE49-F238E27FC236}">
                    <a16:creationId xmlns:a16="http://schemas.microsoft.com/office/drawing/2014/main" id="{9868A95C-37EB-AE71-2B79-291BDFB3D235}"/>
                  </a:ext>
                </a:extLst>
              </p:cNvPr>
              <p:cNvSpPr txBox="1">
                <a:spLocks noRot="1" noChangeAspect="1" noMove="1" noResize="1" noEditPoints="1" noAdjustHandles="1" noChangeArrowheads="1" noChangeShapeType="1" noTextEdit="1"/>
              </p:cNvSpPr>
              <p:nvPr/>
            </p:nvSpPr>
            <p:spPr>
              <a:xfrm>
                <a:off x="315178" y="4152276"/>
                <a:ext cx="2113463" cy="66005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11125E0-FC0E-8F3A-0D08-DFE7154F3E26}"/>
                  </a:ext>
                </a:extLst>
              </p:cNvPr>
              <p:cNvSpPr txBox="1"/>
              <p:nvPr/>
            </p:nvSpPr>
            <p:spPr>
              <a:xfrm>
                <a:off x="2619629" y="3479278"/>
                <a:ext cx="1530868" cy="379848"/>
              </a:xfrm>
              <a:prstGeom prst="rect">
                <a:avLst/>
              </a:prstGeom>
              <a:noFill/>
            </p:spPr>
            <p:txBody>
              <a:bodyPr wrap="none" rtlCol="0">
                <a:spAutoFit/>
              </a:bodyPr>
              <a:lstStyle/>
              <a:p>
                <a:pPr/>
                <a14:m>
                  <m:oMathPara xmlns:m="http://schemas.openxmlformats.org/officeDocument/2006/math">
                    <m:oMath>
                      <m:r>
                        <a:rPr lang="en-US" i="1" smtClean="0">
                          <a:solidFill>
                            <a:srgbClr val="C00000"/>
                          </a:solidFill>
                          <a:latin typeface="Cambria Math" panose="02040503050406030204" pitchFamily="18" charset="0"/>
                        </a:rPr>
                        <m:t>∫</m:t>
                      </m:r>
                      <m:sSup>
                        <m:sSupPr>
                          <m:ctrlPr>
                            <a:rPr lang="en-US" b="0" i="1" smtClean="0">
                              <a:solidFill>
                                <a:srgbClr val="C00000"/>
                              </a:solidFill>
                              <a:latin typeface="Cambria Math" panose="02040503050406030204" pitchFamily="18" charset="0"/>
                            </a:rPr>
                          </m:ctrlPr>
                        </m:sSupPr>
                        <m:e>
                          <m:d>
                            <m:dPr>
                              <m:begChr m:val="|"/>
                              <m:endChr m:val="|"/>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𝜙</m:t>
                              </m:r>
                            </m:e>
                          </m:d>
                        </m:e>
                        <m:sup>
                          <m:r>
                            <a:rPr lang="en-US" i="1">
                              <a:solidFill>
                                <a:srgbClr val="C00000"/>
                              </a:solidFill>
                              <a:latin typeface="Cambria Math" panose="02040503050406030204" pitchFamily="18" charset="0"/>
                            </a:rPr>
                            <m:t>2</m:t>
                          </m:r>
                        </m:sup>
                      </m:sSup>
                      <m:r>
                        <a:rPr lang="en-US" b="0" i="1" smtClean="0">
                          <a:solidFill>
                            <a:srgbClr val="C00000"/>
                          </a:solidFill>
                          <a:latin typeface="Cambria Math" panose="02040503050406030204" pitchFamily="18" charset="0"/>
                        </a:rPr>
                        <m:t>𝑑𝑦</m:t>
                      </m:r>
                      <m:r>
                        <a:rPr lang="en-US" i="1">
                          <a:solidFill>
                            <a:srgbClr val="C00000"/>
                          </a:solidFill>
                          <a:latin typeface="Cambria Math" panose="02040503050406030204" pitchFamily="18" charset="0"/>
                        </a:rPr>
                        <m:t>=1</m:t>
                      </m:r>
                    </m:oMath>
                  </m:oMathPara>
                </a14:m>
                <a:endParaRPr lang="en-US" dirty="0">
                  <a:solidFill>
                    <a:srgbClr val="C00000"/>
                  </a:solidFill>
                </a:endParaRPr>
              </a:p>
            </p:txBody>
          </p:sp>
        </mc:Choice>
        <mc:Fallback xmlns="">
          <p:sp>
            <p:nvSpPr>
              <p:cNvPr id="12" name="TextBox 11">
                <a:extLst>
                  <a:ext uri="{FF2B5EF4-FFF2-40B4-BE49-F238E27FC236}">
                    <a16:creationId xmlns:a16="http://schemas.microsoft.com/office/drawing/2014/main" id="{C11125E0-FC0E-8F3A-0D08-DFE7154F3E26}"/>
                  </a:ext>
                </a:extLst>
              </p:cNvPr>
              <p:cNvSpPr txBox="1">
                <a:spLocks noRot="1" noChangeAspect="1" noMove="1" noResize="1" noEditPoints="1" noAdjustHandles="1" noChangeArrowheads="1" noChangeShapeType="1" noTextEdit="1"/>
              </p:cNvSpPr>
              <p:nvPr/>
            </p:nvSpPr>
            <p:spPr>
              <a:xfrm>
                <a:off x="2619629" y="3479278"/>
                <a:ext cx="1530868" cy="379848"/>
              </a:xfrm>
              <a:prstGeom prst="rect">
                <a:avLst/>
              </a:prstGeom>
              <a:blipFill>
                <a:blip r:embed="rId11"/>
                <a:stretch>
                  <a:fillRect l="-398" b="-177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6BB1099-3720-2A1F-A31A-641D61F3754F}"/>
                  </a:ext>
                </a:extLst>
              </p:cNvPr>
              <p:cNvSpPr txBox="1"/>
              <p:nvPr/>
            </p:nvSpPr>
            <p:spPr>
              <a:xfrm>
                <a:off x="2571177" y="4321592"/>
                <a:ext cx="1319079" cy="399597"/>
              </a:xfrm>
              <a:prstGeom prst="rect">
                <a:avLst/>
              </a:prstGeom>
              <a:noFill/>
            </p:spPr>
            <p:txBody>
              <a:bodyPr wrap="none" rtlCol="0">
                <a:spAutoFit/>
              </a:bodyPr>
              <a:lstStyle/>
              <a:p>
                <a:pPr/>
                <a14:m>
                  <m:oMathPara xmlns:m="http://schemas.openxmlformats.org/officeDocument/2006/math">
                    <m:oMath>
                      <m:sSub>
                        <m:sSubPr>
                          <m:ctrlPr>
                            <a:rPr lang="en-US" b="0" i="1" smtClean="0">
                              <a:solidFill>
                                <a:srgbClr val="C00000"/>
                              </a:solidFill>
                              <a:latin typeface="Cambria Math" panose="02040503050406030204" pitchFamily="18" charset="0"/>
                            </a:rPr>
                          </m:ctrlPr>
                        </m:sSubPr>
                        <m:e>
                          <m:d>
                            <m:dPr>
                              <m:begChr m:val="⟨"/>
                              <m:endChr m:val="⟩"/>
                              <m:ctrlPr>
                                <a:rPr lang="en-US" b="0" i="1" smtClean="0">
                                  <a:solidFill>
                                    <a:srgbClr val="C00000"/>
                                  </a:solidFill>
                                  <a:latin typeface="Cambria Math" panose="02040503050406030204" pitchFamily="18" charset="0"/>
                                </a:rPr>
                              </m:ctrlPr>
                            </m:dPr>
                            <m:e>
                              <m:sSup>
                                <m:sSupPr>
                                  <m:ctrlPr>
                                    <a:rPr lang="en-US" b="0" i="1" smtClean="0">
                                      <a:solidFill>
                                        <a:srgbClr val="C00000"/>
                                      </a:solidFill>
                                      <a:latin typeface="Cambria Math" panose="02040503050406030204" pitchFamily="18" charset="0"/>
                                    </a:rPr>
                                  </m:ctrlPr>
                                </m:sSupPr>
                                <m:e>
                                  <m:r>
                                    <a:rPr lang="en-US" b="0" i="1" smtClean="0">
                                      <a:solidFill>
                                        <a:srgbClr val="C00000"/>
                                      </a:solidFill>
                                      <a:latin typeface="Cambria Math" panose="02040503050406030204" pitchFamily="18" charset="0"/>
                                    </a:rPr>
                                    <m:t>𝑌</m:t>
                                  </m:r>
                                </m:e>
                                <m:sup>
                                  <m:r>
                                    <a:rPr lang="en-US" b="0" i="1" smtClean="0">
                                      <a:solidFill>
                                        <a:srgbClr val="C00000"/>
                                      </a:solidFill>
                                      <a:latin typeface="Cambria Math" panose="02040503050406030204" pitchFamily="18" charset="0"/>
                                    </a:rPr>
                                    <m:t>2</m:t>
                                  </m:r>
                                </m:sup>
                              </m:sSup>
                            </m:e>
                          </m:d>
                        </m:e>
                        <m:sub>
                          <m:r>
                            <a:rPr lang="en-US" b="0" i="1" smtClean="0">
                              <a:solidFill>
                                <a:srgbClr val="C00000"/>
                              </a:solidFill>
                              <a:latin typeface="Cambria Math" panose="02040503050406030204" pitchFamily="18" charset="0"/>
                            </a:rPr>
                            <m:t>𝜙</m:t>
                          </m:r>
                        </m:sub>
                      </m:sSub>
                      <m:r>
                        <a:rPr lang="en-US" b="0" i="1" smtClean="0">
                          <a:solidFill>
                            <a:srgbClr val="C00000"/>
                          </a:solidFill>
                          <a:latin typeface="Cambria Math" panose="02040503050406030204" pitchFamily="18" charset="0"/>
                        </a:rPr>
                        <m:t>→∞</m:t>
                      </m:r>
                    </m:oMath>
                  </m:oMathPara>
                </a14:m>
                <a:endParaRPr lang="en-US" dirty="0">
                  <a:solidFill>
                    <a:srgbClr val="C00000"/>
                  </a:solidFill>
                </a:endParaRPr>
              </a:p>
            </p:txBody>
          </p:sp>
        </mc:Choice>
        <mc:Fallback xmlns="">
          <p:sp>
            <p:nvSpPr>
              <p:cNvPr id="13" name="TextBox 12">
                <a:extLst>
                  <a:ext uri="{FF2B5EF4-FFF2-40B4-BE49-F238E27FC236}">
                    <a16:creationId xmlns:a16="http://schemas.microsoft.com/office/drawing/2014/main" id="{96BB1099-3720-2A1F-A31A-641D61F3754F}"/>
                  </a:ext>
                </a:extLst>
              </p:cNvPr>
              <p:cNvSpPr txBox="1">
                <a:spLocks noRot="1" noChangeAspect="1" noMove="1" noResize="1" noEditPoints="1" noAdjustHandles="1" noChangeArrowheads="1" noChangeShapeType="1" noTextEdit="1"/>
              </p:cNvSpPr>
              <p:nvPr/>
            </p:nvSpPr>
            <p:spPr>
              <a:xfrm>
                <a:off x="2571177" y="4321592"/>
                <a:ext cx="1319079" cy="399597"/>
              </a:xfrm>
              <a:prstGeom prst="rect">
                <a:avLst/>
              </a:prstGeom>
              <a:blipFill>
                <a:blip r:embed="rId12"/>
                <a:stretch>
                  <a:fillRect b="-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4932008-A7A3-D710-9F74-1846C5846B16}"/>
                  </a:ext>
                </a:extLst>
              </p:cNvPr>
              <p:cNvSpPr txBox="1"/>
              <p:nvPr/>
            </p:nvSpPr>
            <p:spPr>
              <a:xfrm>
                <a:off x="9094970" y="1893664"/>
                <a:ext cx="2038956" cy="58214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𝑦</m:t>
                      </m:r>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tan</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𝜋</m:t>
                                  </m:r>
                                </m:num>
                                <m:den>
                                  <m:r>
                                    <a:rPr lang="en-US" i="1">
                                      <a:latin typeface="Cambria Math" panose="02040503050406030204" pitchFamily="18" charset="0"/>
                                    </a:rPr>
                                    <m:t>2</m:t>
                                  </m:r>
                                </m:den>
                              </m:f>
                              <m:func>
                                <m:funcPr>
                                  <m:ctrlPr>
                                    <a:rPr lang="en-US">
                                      <a:latin typeface="Cambria Math" panose="02040503050406030204" pitchFamily="18" charset="0"/>
                                    </a:rPr>
                                  </m:ctrlPr>
                                </m:funcPr>
                                <m:fName>
                                  <m:r>
                                    <m:rPr>
                                      <m:sty m:val="p"/>
                                    </m:rPr>
                                    <a:rPr lang="en-US">
                                      <a:latin typeface="Cambria Math" panose="02040503050406030204" pitchFamily="18" charset="0"/>
                                    </a:rPr>
                                    <m:t>erf</m:t>
                                  </m:r>
                                </m:fName>
                                <m:e>
                                  <m:d>
                                    <m:dPr>
                                      <m:ctrlPr>
                                        <a:rPr lang="en-US" i="1">
                                          <a:latin typeface="Cambria Math" panose="02040503050406030204" pitchFamily="18" charset="0"/>
                                        </a:rPr>
                                      </m:ctrlPr>
                                    </m:dPr>
                                    <m:e>
                                      <m:r>
                                        <a:rPr lang="en-US" i="1">
                                          <a:latin typeface="Cambria Math" panose="02040503050406030204" pitchFamily="18" charset="0"/>
                                        </a:rPr>
                                        <m:t>𝑥</m:t>
                                      </m:r>
                                    </m:e>
                                  </m:d>
                                </m:e>
                              </m:func>
                            </m:e>
                          </m:d>
                        </m:e>
                      </m:func>
                    </m:oMath>
                  </m:oMathPara>
                </a14:m>
                <a:endParaRPr lang="en-US" dirty="0"/>
              </a:p>
            </p:txBody>
          </p:sp>
        </mc:Choice>
        <mc:Fallback xmlns="">
          <p:sp>
            <p:nvSpPr>
              <p:cNvPr id="4" name="TextBox 3">
                <a:extLst>
                  <a:ext uri="{FF2B5EF4-FFF2-40B4-BE49-F238E27FC236}">
                    <a16:creationId xmlns:a16="http://schemas.microsoft.com/office/drawing/2014/main" id="{A4932008-A7A3-D710-9F74-1846C5846B16}"/>
                  </a:ext>
                </a:extLst>
              </p:cNvPr>
              <p:cNvSpPr txBox="1">
                <a:spLocks noRot="1" noChangeAspect="1" noMove="1" noResize="1" noEditPoints="1" noAdjustHandles="1" noChangeArrowheads="1" noChangeShapeType="1" noTextEdit="1"/>
              </p:cNvSpPr>
              <p:nvPr/>
            </p:nvSpPr>
            <p:spPr>
              <a:xfrm>
                <a:off x="9094970" y="1893664"/>
                <a:ext cx="2038956" cy="58214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6F3C640-8007-1F95-C9B8-4098ECEE83E9}"/>
                  </a:ext>
                </a:extLst>
              </p:cNvPr>
              <p:cNvSpPr txBox="1"/>
              <p:nvPr/>
            </p:nvSpPr>
            <p:spPr>
              <a:xfrm>
                <a:off x="9159892" y="2409395"/>
                <a:ext cx="1909112" cy="656013"/>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𝜓</m:t>
                    </m:r>
                    <m:d>
                      <m:dPr>
                        <m:ctrlPr>
                          <a:rPr lang="en-US" i="1">
                            <a:latin typeface="Cambria Math" panose="02040503050406030204" pitchFamily="18" charset="0"/>
                          </a:rPr>
                        </m:ctrlPr>
                      </m:dPr>
                      <m:e>
                        <m:r>
                          <a:rPr lang="en-US" i="1">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𝜓</m:t>
                    </m:r>
                    <m:d>
                      <m:dPr>
                        <m:ctrlPr>
                          <a:rPr lang="en-US" i="1">
                            <a:latin typeface="Cambria Math" panose="02040503050406030204" pitchFamily="18" charset="0"/>
                          </a:rPr>
                        </m:ctrlPr>
                      </m:dPr>
                      <m:e>
                        <m:r>
                          <a:rPr lang="en-US" i="1">
                            <a:latin typeface="Cambria Math" panose="02040503050406030204" pitchFamily="18" charset="0"/>
                          </a:rPr>
                          <m:t>𝑥</m:t>
                        </m:r>
                      </m:e>
                    </m:d>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𝑑𝑦</m:t>
                            </m:r>
                          </m:den>
                        </m:f>
                      </m:e>
                    </m:rad>
                  </m:oMath>
                </a14:m>
                <a:r>
                  <a:rPr lang="en-US" dirty="0"/>
                  <a:t> </a:t>
                </a:r>
              </a:p>
            </p:txBody>
          </p:sp>
        </mc:Choice>
        <mc:Fallback xmlns="">
          <p:sp>
            <p:nvSpPr>
              <p:cNvPr id="14" name="TextBox 13">
                <a:extLst>
                  <a:ext uri="{FF2B5EF4-FFF2-40B4-BE49-F238E27FC236}">
                    <a16:creationId xmlns:a16="http://schemas.microsoft.com/office/drawing/2014/main" id="{36F3C640-8007-1F95-C9B8-4098ECEE83E9}"/>
                  </a:ext>
                </a:extLst>
              </p:cNvPr>
              <p:cNvSpPr txBox="1">
                <a:spLocks noRot="1" noChangeAspect="1" noMove="1" noResize="1" noEditPoints="1" noAdjustHandles="1" noChangeArrowheads="1" noChangeShapeType="1" noTextEdit="1"/>
              </p:cNvSpPr>
              <p:nvPr/>
            </p:nvSpPr>
            <p:spPr>
              <a:xfrm>
                <a:off x="9159892" y="2409395"/>
                <a:ext cx="1909112" cy="656013"/>
              </a:xfrm>
              <a:prstGeom prst="rect">
                <a:avLst/>
              </a:prstGeom>
              <a:blipFill>
                <a:blip r:embed="rId14"/>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6D07470A-1CC1-526E-2634-1B9DD2559229}"/>
              </a:ext>
            </a:extLst>
          </p:cNvPr>
          <p:cNvSpPr txBox="1"/>
          <p:nvPr/>
        </p:nvSpPr>
        <p:spPr>
          <a:xfrm>
            <a:off x="7469204" y="1019391"/>
            <a:ext cx="4722796" cy="923330"/>
          </a:xfrm>
          <a:prstGeom prst="rect">
            <a:avLst/>
          </a:prstGeom>
          <a:noFill/>
        </p:spPr>
        <p:txBody>
          <a:bodyPr wrap="square" rtlCol="0">
            <a:spAutoFit/>
          </a:bodyPr>
          <a:lstStyle/>
          <a:p>
            <a:pPr algn="ctr"/>
            <a:r>
              <a:rPr lang="en-US" dirty="0"/>
              <a:t>Re-expressing the same state in a different coordinate system can turn a finite expectation value into an infinite one—unphysical!!!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762F00-1B13-D7ED-5656-1EB2E2ED7EFF}"/>
                  </a:ext>
                </a:extLst>
              </p:cNvPr>
              <p:cNvSpPr txBox="1"/>
              <p:nvPr/>
            </p:nvSpPr>
            <p:spPr>
              <a:xfrm>
                <a:off x="8101303" y="3770545"/>
                <a:ext cx="3602781" cy="414729"/>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𝑥</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0</m:t>
                            </m:r>
                          </m:sub>
                        </m:sSub>
                        <m:r>
                          <a:rPr lang="en-US" sz="1400" b="0" i="1" smtClean="0">
                            <a:latin typeface="Cambria Math" panose="02040503050406030204" pitchFamily="18" charset="0"/>
                          </a:rPr>
                          <m:t>,</m:t>
                        </m:r>
                        <m:r>
                          <a:rPr lang="en-US" sz="1400" b="0" i="1" smtClean="0">
                            <a:latin typeface="Cambria Math" panose="02040503050406030204" pitchFamily="18" charset="0"/>
                          </a:rPr>
                          <m:t>𝑡</m:t>
                        </m:r>
                      </m:e>
                    </m:d>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0</m:t>
                        </m:r>
                      </m:sub>
                    </m:sSub>
                    <m:func>
                      <m:funcPr>
                        <m:ctrlPr>
                          <a:rPr lang="en-US" sz="1400" b="0" i="1" smtClean="0">
                            <a:latin typeface="Cambria Math" panose="02040503050406030204" pitchFamily="18" charset="0"/>
                          </a:rPr>
                        </m:ctrlPr>
                      </m:funcPr>
                      <m:fName>
                        <m:sSup>
                          <m:sSupPr>
                            <m:ctrlPr>
                              <a:rPr lang="en-US" sz="1400" b="0" i="0" smtClean="0">
                                <a:latin typeface="Cambria Math" panose="02040503050406030204" pitchFamily="18" charset="0"/>
                              </a:rPr>
                            </m:ctrlPr>
                          </m:sSupPr>
                          <m:e>
                            <m:r>
                              <m:rPr>
                                <m:sty m:val="p"/>
                              </m:rPr>
                              <a:rPr lang="en-US" sz="1400" b="0" i="0" smtClean="0">
                                <a:latin typeface="Cambria Math" panose="02040503050406030204" pitchFamily="18" charset="0"/>
                              </a:rPr>
                              <m:t>cos</m:t>
                            </m:r>
                          </m:e>
                          <m:sup>
                            <m:r>
                              <a:rPr lang="en-US" sz="1400" b="0" i="0" smtClean="0">
                                <a:latin typeface="Cambria Math" panose="02040503050406030204" pitchFamily="18" charset="0"/>
                              </a:rPr>
                              <m:t>2</m:t>
                            </m:r>
                          </m:sup>
                        </m:sSup>
                      </m:fName>
                      <m:e>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𝜋</m:t>
                            </m:r>
                            <m:r>
                              <a:rPr lang="en-US" sz="1400" b="0" i="1" smtClean="0">
                                <a:latin typeface="Cambria Math" panose="02040503050406030204" pitchFamily="18" charset="0"/>
                              </a:rPr>
                              <m:t>𝑡</m:t>
                            </m:r>
                          </m:num>
                          <m:den>
                            <m:r>
                              <a:rPr lang="en-US" sz="1400" b="0" i="1" smtClean="0">
                                <a:latin typeface="Cambria Math" panose="02040503050406030204" pitchFamily="18" charset="0"/>
                              </a:rPr>
                              <m:t>2</m:t>
                            </m:r>
                          </m:den>
                        </m:f>
                      </m:e>
                    </m:func>
                    <m:r>
                      <a:rPr lang="en-US" sz="1400" b="0" i="1" smtClean="0">
                        <a:latin typeface="Cambria Math" panose="02040503050406030204" pitchFamily="18" charset="0"/>
                      </a:rPr>
                      <m:t>+</m:t>
                    </m:r>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tan</m:t>
                        </m:r>
                      </m:fName>
                      <m:e>
                        <m:d>
                          <m:dPr>
                            <m:ctrlPr>
                              <a:rPr lang="en-US" sz="1400" i="1">
                                <a:latin typeface="Cambria Math" panose="02040503050406030204" pitchFamily="18" charset="0"/>
                              </a:rPr>
                            </m:ctrlPr>
                          </m:dPr>
                          <m:e>
                            <m:f>
                              <m:fPr>
                                <m:ctrlPr>
                                  <a:rPr lang="en-US" sz="1400" i="1">
                                    <a:latin typeface="Cambria Math" panose="02040503050406030204" pitchFamily="18" charset="0"/>
                                  </a:rPr>
                                </m:ctrlPr>
                              </m:fPr>
                              <m:num>
                                <m:r>
                                  <a:rPr lang="en-US" sz="1400" i="1">
                                    <a:latin typeface="Cambria Math" panose="02040503050406030204" pitchFamily="18" charset="0"/>
                                  </a:rPr>
                                  <m:t>𝜋</m:t>
                                </m:r>
                              </m:num>
                              <m:den>
                                <m:r>
                                  <a:rPr lang="en-US" sz="1400" i="1">
                                    <a:latin typeface="Cambria Math" panose="02040503050406030204" pitchFamily="18" charset="0"/>
                                  </a:rPr>
                                  <m:t>2</m:t>
                                </m:r>
                              </m:den>
                            </m:f>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erf</m:t>
                                </m:r>
                              </m:fName>
                              <m:e>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0</m:t>
                                        </m:r>
                                      </m:sub>
                                    </m:sSub>
                                  </m:e>
                                </m:d>
                              </m:e>
                            </m:func>
                          </m:e>
                        </m:d>
                      </m:e>
                    </m:func>
                    <m:func>
                      <m:funcPr>
                        <m:ctrlPr>
                          <a:rPr lang="en-US" sz="1400" b="0" i="1" smtClean="0">
                            <a:latin typeface="Cambria Math" panose="02040503050406030204" pitchFamily="18" charset="0"/>
                          </a:rPr>
                        </m:ctrlPr>
                      </m:funcPr>
                      <m:fName>
                        <m:sSup>
                          <m:sSupPr>
                            <m:ctrlPr>
                              <a:rPr lang="en-US" sz="1400" b="0" i="0" smtClean="0">
                                <a:latin typeface="Cambria Math" panose="02040503050406030204" pitchFamily="18" charset="0"/>
                              </a:rPr>
                            </m:ctrlPr>
                          </m:sSupPr>
                          <m:e>
                            <m:r>
                              <m:rPr>
                                <m:sty m:val="p"/>
                              </m:rPr>
                              <a:rPr lang="en-US" sz="1400" b="0" i="0" smtClean="0">
                                <a:latin typeface="Cambria Math" panose="02040503050406030204" pitchFamily="18" charset="0"/>
                              </a:rPr>
                              <m:t>sin</m:t>
                            </m:r>
                          </m:e>
                          <m:sup>
                            <m:r>
                              <a:rPr lang="en-US" sz="1400" b="0" i="1" smtClean="0">
                                <a:latin typeface="Cambria Math" panose="02040503050406030204" pitchFamily="18" charset="0"/>
                              </a:rPr>
                              <m:t>2</m:t>
                            </m:r>
                          </m:sup>
                        </m:sSup>
                      </m:fName>
                      <m:e>
                        <m:f>
                          <m:fPr>
                            <m:ctrlPr>
                              <a:rPr lang="en-US" sz="1400" i="1">
                                <a:latin typeface="Cambria Math" panose="02040503050406030204" pitchFamily="18" charset="0"/>
                              </a:rPr>
                            </m:ctrlPr>
                          </m:fPr>
                          <m:num>
                            <m:r>
                              <a:rPr lang="en-US" sz="1400" i="1">
                                <a:latin typeface="Cambria Math" panose="02040503050406030204" pitchFamily="18" charset="0"/>
                              </a:rPr>
                              <m:t>𝜋</m:t>
                            </m:r>
                            <m:r>
                              <a:rPr lang="en-US" sz="1400" i="1">
                                <a:latin typeface="Cambria Math" panose="02040503050406030204" pitchFamily="18" charset="0"/>
                              </a:rPr>
                              <m:t>𝑡</m:t>
                            </m:r>
                          </m:num>
                          <m:den>
                            <m:r>
                              <a:rPr lang="en-US" sz="1400" i="1">
                                <a:latin typeface="Cambria Math" panose="02040503050406030204" pitchFamily="18" charset="0"/>
                              </a:rPr>
                              <m:t>2</m:t>
                            </m:r>
                          </m:den>
                        </m:f>
                      </m:e>
                    </m:func>
                  </m:oMath>
                </a14:m>
                <a:r>
                  <a:rPr lang="en-US" sz="1400" dirty="0"/>
                  <a:t> </a:t>
                </a:r>
              </a:p>
            </p:txBody>
          </p:sp>
        </mc:Choice>
        <mc:Fallback xmlns="">
          <p:sp>
            <p:nvSpPr>
              <p:cNvPr id="16" name="TextBox 15">
                <a:extLst>
                  <a:ext uri="{FF2B5EF4-FFF2-40B4-BE49-F238E27FC236}">
                    <a16:creationId xmlns:a16="http://schemas.microsoft.com/office/drawing/2014/main" id="{AE762F00-1B13-D7ED-5656-1EB2E2ED7EFF}"/>
                  </a:ext>
                </a:extLst>
              </p:cNvPr>
              <p:cNvSpPr txBox="1">
                <a:spLocks noRot="1" noChangeAspect="1" noMove="1" noResize="1" noEditPoints="1" noAdjustHandles="1" noChangeArrowheads="1" noChangeShapeType="1" noTextEdit="1"/>
              </p:cNvSpPr>
              <p:nvPr/>
            </p:nvSpPr>
            <p:spPr>
              <a:xfrm>
                <a:off x="8101303" y="3770545"/>
                <a:ext cx="3602781" cy="414729"/>
              </a:xfrm>
              <a:prstGeom prst="rect">
                <a:avLst/>
              </a:prstGeom>
              <a:blipFill>
                <a:blip r:embed="rId15"/>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198CC722-E6B7-5C34-49EC-FE5BD80B67A1}"/>
              </a:ext>
            </a:extLst>
          </p:cNvPr>
          <p:cNvSpPr txBox="1"/>
          <p:nvPr/>
        </p:nvSpPr>
        <p:spPr>
          <a:xfrm>
            <a:off x="7672614" y="3106920"/>
            <a:ext cx="4408537" cy="640955"/>
          </a:xfrm>
          <a:prstGeom prst="rect">
            <a:avLst/>
          </a:prstGeom>
          <a:noFill/>
        </p:spPr>
        <p:txBody>
          <a:bodyPr wrap="square" rtlCol="0">
            <a:spAutoFit/>
          </a:bodyPr>
          <a:lstStyle/>
          <a:p>
            <a:pPr algn="ctr"/>
            <a:r>
              <a:rPr lang="en-US" dirty="0"/>
              <a:t>Expectations can also oscillate between finite and infinite in finite time—unphysical!!!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1FA2FD6-CB39-9E59-2AA3-1F56F3895C46}"/>
                  </a:ext>
                </a:extLst>
              </p:cNvPr>
              <p:cNvSpPr txBox="1"/>
              <p:nvPr/>
            </p:nvSpPr>
            <p:spPr>
              <a:xfrm>
                <a:off x="207409" y="5226324"/>
                <a:ext cx="9122221" cy="1200329"/>
              </a:xfrm>
              <a:prstGeom prst="rect">
                <a:avLst/>
              </a:prstGeom>
              <a:noFill/>
            </p:spPr>
            <p:txBody>
              <a:bodyPr wrap="square" rtlCol="0">
                <a:spAutoFit/>
              </a:bodyPr>
              <a:lstStyle/>
              <a:p>
                <a:r>
                  <a:rPr lang="en-US" sz="2400" dirty="0">
                    <a:solidFill>
                      <a:srgbClr val="C00000"/>
                    </a:solidFill>
                  </a:rPr>
                  <a:t>Every continuous linear operator defined on the whole Hilbert space is bounded </a:t>
                </a:r>
                <a14:m>
                  <m:oMath xmlns:m="http://schemas.openxmlformats.org/officeDocument/2006/math">
                    <m:r>
                      <a:rPr lang="en-US" sz="2400" b="0" i="1" smtClean="0">
                        <a:solidFill>
                          <a:srgbClr val="C00000"/>
                        </a:solidFill>
                        <a:latin typeface="Cambria Math" panose="02040503050406030204" pitchFamily="18" charset="0"/>
                      </a:rPr>
                      <m:t>⇒</m:t>
                    </m:r>
                  </m:oMath>
                </a14:m>
                <a:r>
                  <a:rPr lang="en-US" sz="2400" dirty="0">
                    <a:solidFill>
                      <a:srgbClr val="C00000"/>
                    </a:solidFill>
                  </a:rPr>
                  <a:t> position/momentum/energy/number of particles are not defined on the whole Hilbert space!!!</a:t>
                </a:r>
              </a:p>
            </p:txBody>
          </p:sp>
        </mc:Choice>
        <mc:Fallback xmlns="">
          <p:sp>
            <p:nvSpPr>
              <p:cNvPr id="20" name="TextBox 19">
                <a:extLst>
                  <a:ext uri="{FF2B5EF4-FFF2-40B4-BE49-F238E27FC236}">
                    <a16:creationId xmlns:a16="http://schemas.microsoft.com/office/drawing/2014/main" id="{D1FA2FD6-CB39-9E59-2AA3-1F56F3895C46}"/>
                  </a:ext>
                </a:extLst>
              </p:cNvPr>
              <p:cNvSpPr txBox="1">
                <a:spLocks noRot="1" noChangeAspect="1" noMove="1" noResize="1" noEditPoints="1" noAdjustHandles="1" noChangeArrowheads="1" noChangeShapeType="1" noTextEdit="1"/>
              </p:cNvSpPr>
              <p:nvPr/>
            </p:nvSpPr>
            <p:spPr>
              <a:xfrm>
                <a:off x="207409" y="5226324"/>
                <a:ext cx="9122221" cy="1200329"/>
              </a:xfrm>
              <a:prstGeom prst="rect">
                <a:avLst/>
              </a:prstGeom>
              <a:blipFill>
                <a:blip r:embed="rId16"/>
                <a:stretch>
                  <a:fillRect l="-1003" t="-4061" b="-10660"/>
                </a:stretch>
              </a:blipFill>
            </p:spPr>
            <p:txBody>
              <a:bodyPr/>
              <a:lstStyle/>
              <a:p>
                <a:r>
                  <a:rPr lang="en-US">
                    <a:noFill/>
                  </a:rPr>
                  <a:t> </a:t>
                </a:r>
              </a:p>
            </p:txBody>
          </p:sp>
        </mc:Fallback>
      </mc:AlternateContent>
      <p:sp>
        <p:nvSpPr>
          <p:cNvPr id="18" name="Title 1">
            <a:extLst>
              <a:ext uri="{FF2B5EF4-FFF2-40B4-BE49-F238E27FC236}">
                <a16:creationId xmlns:a16="http://schemas.microsoft.com/office/drawing/2014/main" id="{5ECAE972-5615-48BE-AC09-BDE959EF0F79}"/>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Inconsistent expectations in Hilbert spaces</a:t>
            </a:r>
          </a:p>
        </p:txBody>
      </p:sp>
      <p:sp>
        <p:nvSpPr>
          <p:cNvPr id="21" name="TextBox 20">
            <a:extLst>
              <a:ext uri="{FF2B5EF4-FFF2-40B4-BE49-F238E27FC236}">
                <a16:creationId xmlns:a16="http://schemas.microsoft.com/office/drawing/2014/main" id="{1E84E9C7-7173-C544-33FF-302FE6D768FB}"/>
              </a:ext>
            </a:extLst>
          </p:cNvPr>
          <p:cNvSpPr txBox="1"/>
          <p:nvPr/>
        </p:nvSpPr>
        <p:spPr>
          <a:xfrm>
            <a:off x="4096616" y="714781"/>
            <a:ext cx="4465493" cy="369332"/>
          </a:xfrm>
          <a:prstGeom prst="rect">
            <a:avLst/>
          </a:prstGeom>
          <a:noFill/>
        </p:spPr>
        <p:txBody>
          <a:bodyPr wrap="square">
            <a:spAutoFit/>
          </a:bodyPr>
          <a:lstStyle/>
          <a:p>
            <a:r>
              <a:rPr lang="en-US" i="1" dirty="0"/>
              <a:t>Quantum Stud.: Math. Found.</a:t>
            </a:r>
            <a:r>
              <a:rPr lang="en-US" dirty="0"/>
              <a:t> </a:t>
            </a:r>
            <a:r>
              <a:rPr lang="en-US" b="1" dirty="0"/>
              <a:t>12</a:t>
            </a:r>
            <a:r>
              <a:rPr lang="en-US" dirty="0"/>
              <a:t>, 13 (2025)</a:t>
            </a:r>
          </a:p>
        </p:txBody>
      </p:sp>
      <p:sp>
        <p:nvSpPr>
          <p:cNvPr id="2" name="Footer Placeholder 1">
            <a:extLst>
              <a:ext uri="{FF2B5EF4-FFF2-40B4-BE49-F238E27FC236}">
                <a16:creationId xmlns:a16="http://schemas.microsoft.com/office/drawing/2014/main" id="{82ADFB50-8FF7-77D0-BA1F-213CF92AB1C8}"/>
              </a:ext>
            </a:extLst>
          </p:cNvPr>
          <p:cNvSpPr>
            <a:spLocks noGrp="1"/>
          </p:cNvSpPr>
          <p:nvPr>
            <p:ph type="ftr" sz="quarter" idx="11"/>
          </p:nvPr>
        </p:nvSpPr>
        <p:spPr/>
        <p:txBody>
          <a:bodyPr/>
          <a:lstStyle/>
          <a:p>
            <a:r>
              <a:rPr lang="en-US"/>
              <a:t>Christine Aidala - University of Michigan</a:t>
            </a:r>
            <a:endParaRPr lang="en-US" dirty="0"/>
          </a:p>
        </p:txBody>
      </p:sp>
      <p:sp>
        <p:nvSpPr>
          <p:cNvPr id="22" name="Slide Number Placeholder 21">
            <a:extLst>
              <a:ext uri="{FF2B5EF4-FFF2-40B4-BE49-F238E27FC236}">
                <a16:creationId xmlns:a16="http://schemas.microsoft.com/office/drawing/2014/main" id="{4D3AADF9-9EB0-A4A5-8691-17E997E86BE7}"/>
              </a:ext>
            </a:extLst>
          </p:cNvPr>
          <p:cNvSpPr>
            <a:spLocks noGrp="1"/>
          </p:cNvSpPr>
          <p:nvPr>
            <p:ph type="sldNum" sz="quarter" idx="12"/>
          </p:nvPr>
        </p:nvSpPr>
        <p:spPr/>
        <p:txBody>
          <a:bodyPr/>
          <a:lstStyle/>
          <a:p>
            <a:fld id="{F47845EA-7733-40EE-B074-20032348B727}" type="slidenum">
              <a:rPr lang="en-US" smtClean="0"/>
              <a:t>28</a:t>
            </a:fld>
            <a:endParaRPr lang="en-US"/>
          </a:p>
        </p:txBody>
      </p:sp>
      <p:sp>
        <p:nvSpPr>
          <p:cNvPr id="24" name="TextBox 23">
            <a:extLst>
              <a:ext uri="{FF2B5EF4-FFF2-40B4-BE49-F238E27FC236}">
                <a16:creationId xmlns:a16="http://schemas.microsoft.com/office/drawing/2014/main" id="{50E5D7D2-57F0-7CC5-8091-ED39FDEDB095}"/>
              </a:ext>
            </a:extLst>
          </p:cNvPr>
          <p:cNvSpPr txBox="1"/>
          <p:nvPr/>
        </p:nvSpPr>
        <p:spPr>
          <a:xfrm>
            <a:off x="4808852" y="6262701"/>
            <a:ext cx="4811398" cy="523220"/>
          </a:xfrm>
          <a:prstGeom prst="rect">
            <a:avLst/>
          </a:prstGeom>
          <a:noFill/>
        </p:spPr>
        <p:txBody>
          <a:bodyPr wrap="square">
            <a:spAutoFit/>
          </a:bodyPr>
          <a:lstStyle/>
          <a:p>
            <a:r>
              <a:rPr lang="en-US" sz="1400" dirty="0">
                <a:hlinkClick r:id="rId17"/>
              </a:rPr>
              <a:t>https://arxiv.org/pdf/2308.06669</a:t>
            </a:r>
            <a:endParaRPr lang="en-US" sz="1400" dirty="0"/>
          </a:p>
          <a:p>
            <a:r>
              <a:rPr lang="en-US" sz="1400" dirty="0">
                <a:hlinkClick r:id="rId18"/>
              </a:rPr>
              <a:t>https://link.springer.com/article/10.1007/s40509-024-00357-0</a:t>
            </a:r>
            <a:r>
              <a:rPr lang="en-US" sz="1400" dirty="0"/>
              <a:t>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77ECEA7-9D15-9EEB-9208-90CBE1EFCE5E}"/>
                  </a:ext>
                </a:extLst>
              </p:cNvPr>
              <p:cNvSpPr txBox="1"/>
              <p:nvPr/>
            </p:nvSpPr>
            <p:spPr>
              <a:xfrm>
                <a:off x="1776667" y="2792294"/>
                <a:ext cx="3446136" cy="307777"/>
              </a:xfrm>
              <a:prstGeom prst="rect">
                <a:avLst/>
              </a:prstGeom>
              <a:noFill/>
            </p:spPr>
            <p:txBody>
              <a:bodyPr wrap="none" rtlCol="0">
                <a:spAutoFit/>
              </a:bodyPr>
              <a:lstStyle/>
              <a:p>
                <a:r>
                  <a:rPr lang="en-US" sz="1400" dirty="0"/>
                  <a:t>Expectation of position</a:t>
                </a:r>
                <a:r>
                  <a:rPr lang="en-US" sz="1400" baseline="30000" dirty="0"/>
                  <a:t>2</a:t>
                </a:r>
                <a:r>
                  <a:rPr lang="en-US" sz="1400" dirty="0"/>
                  <a:t> finite in terms of </a:t>
                </a:r>
                <a14:m>
                  <m:oMath xmlns:m="http://schemas.openxmlformats.org/officeDocument/2006/math">
                    <m:r>
                      <a:rPr lang="en-US" sz="1400" b="0" i="1" smtClean="0">
                        <a:latin typeface="Cambria Math" panose="02040503050406030204" pitchFamily="18" charset="0"/>
                      </a:rPr>
                      <m:t>𝑥</m:t>
                    </m:r>
                  </m:oMath>
                </a14:m>
                <a:r>
                  <a:rPr lang="en-US" sz="1400" dirty="0"/>
                  <a:t>…</a:t>
                </a:r>
              </a:p>
            </p:txBody>
          </p:sp>
        </mc:Choice>
        <mc:Fallback xmlns="">
          <p:sp>
            <p:nvSpPr>
              <p:cNvPr id="19" name="TextBox 18">
                <a:extLst>
                  <a:ext uri="{FF2B5EF4-FFF2-40B4-BE49-F238E27FC236}">
                    <a16:creationId xmlns:a16="http://schemas.microsoft.com/office/drawing/2014/main" id="{877ECEA7-9D15-9EEB-9208-90CBE1EFCE5E}"/>
                  </a:ext>
                </a:extLst>
              </p:cNvPr>
              <p:cNvSpPr txBox="1">
                <a:spLocks noRot="1" noChangeAspect="1" noMove="1" noResize="1" noEditPoints="1" noAdjustHandles="1" noChangeArrowheads="1" noChangeShapeType="1" noTextEdit="1"/>
              </p:cNvSpPr>
              <p:nvPr/>
            </p:nvSpPr>
            <p:spPr>
              <a:xfrm>
                <a:off x="1776667" y="2792294"/>
                <a:ext cx="3446136" cy="307777"/>
              </a:xfrm>
              <a:prstGeom prst="rect">
                <a:avLst/>
              </a:prstGeom>
              <a:blipFill>
                <a:blip r:embed="rId19"/>
                <a:stretch>
                  <a:fillRect l="-530" t="-3922" b="-19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1369987-8FCE-51F3-E928-75643397BBA2}"/>
                  </a:ext>
                </a:extLst>
              </p:cNvPr>
              <p:cNvSpPr txBox="1"/>
              <p:nvPr/>
            </p:nvSpPr>
            <p:spPr>
              <a:xfrm>
                <a:off x="2124580" y="4808252"/>
                <a:ext cx="2212272" cy="307777"/>
              </a:xfrm>
              <a:prstGeom prst="rect">
                <a:avLst/>
              </a:prstGeom>
              <a:noFill/>
            </p:spPr>
            <p:txBody>
              <a:bodyPr wrap="none" rtlCol="0">
                <a:spAutoFit/>
              </a:bodyPr>
              <a:lstStyle/>
              <a:p>
                <a:r>
                  <a:rPr lang="en-US" sz="1400" dirty="0"/>
                  <a:t>…but infinite in terms of </a:t>
                </a:r>
                <a14:m>
                  <m:oMath xmlns:m="http://schemas.openxmlformats.org/officeDocument/2006/math">
                    <m:r>
                      <a:rPr lang="en-US" sz="1400" b="0" i="1" smtClean="0">
                        <a:latin typeface="Cambria Math" panose="02040503050406030204" pitchFamily="18" charset="0"/>
                      </a:rPr>
                      <m:t>𝑦</m:t>
                    </m:r>
                  </m:oMath>
                </a14:m>
                <a:r>
                  <a:rPr lang="en-US" sz="1400" dirty="0"/>
                  <a:t>!</a:t>
                </a:r>
              </a:p>
            </p:txBody>
          </p:sp>
        </mc:Choice>
        <mc:Fallback xmlns="">
          <p:sp>
            <p:nvSpPr>
              <p:cNvPr id="25" name="TextBox 24">
                <a:extLst>
                  <a:ext uri="{FF2B5EF4-FFF2-40B4-BE49-F238E27FC236}">
                    <a16:creationId xmlns:a16="http://schemas.microsoft.com/office/drawing/2014/main" id="{B1369987-8FCE-51F3-E928-75643397BBA2}"/>
                  </a:ext>
                </a:extLst>
              </p:cNvPr>
              <p:cNvSpPr txBox="1">
                <a:spLocks noRot="1" noChangeAspect="1" noMove="1" noResize="1" noEditPoints="1" noAdjustHandles="1" noChangeArrowheads="1" noChangeShapeType="1" noTextEdit="1"/>
              </p:cNvSpPr>
              <p:nvPr/>
            </p:nvSpPr>
            <p:spPr>
              <a:xfrm>
                <a:off x="2124580" y="4808252"/>
                <a:ext cx="2212272" cy="307777"/>
              </a:xfrm>
              <a:prstGeom prst="rect">
                <a:avLst/>
              </a:prstGeom>
              <a:blipFill>
                <a:blip r:embed="rId20"/>
                <a:stretch>
                  <a:fillRect l="-829" t="-4000" b="-20000"/>
                </a:stretch>
              </a:blipFill>
            </p:spPr>
            <p:txBody>
              <a:bodyPr/>
              <a:lstStyle/>
              <a:p>
                <a:r>
                  <a:rPr lang="en-US">
                    <a:noFill/>
                  </a:rPr>
                  <a:t> </a:t>
                </a:r>
              </a:p>
            </p:txBody>
          </p:sp>
        </mc:Fallback>
      </mc:AlternateContent>
      <p:pic>
        <p:nvPicPr>
          <p:cNvPr id="27" name="Picture 26">
            <a:extLst>
              <a:ext uri="{FF2B5EF4-FFF2-40B4-BE49-F238E27FC236}">
                <a16:creationId xmlns:a16="http://schemas.microsoft.com/office/drawing/2014/main" id="{E52BC947-5380-8C67-B2AD-9452ACFC749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795294" y="4778659"/>
            <a:ext cx="2022837" cy="2022837"/>
          </a:xfrm>
          <a:prstGeom prst="rect">
            <a:avLst/>
          </a:prstGeom>
        </p:spPr>
      </p:pic>
    </p:spTree>
    <p:extLst>
      <p:ext uri="{BB962C8B-B14F-4D97-AF65-F5344CB8AC3E}">
        <p14:creationId xmlns:p14="http://schemas.microsoft.com/office/powerpoint/2010/main" val="63963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4" grpId="0"/>
      <p:bldP spid="14" grpId="0"/>
      <p:bldP spid="15" grpId="0"/>
      <p:bldP spid="16" grpId="0"/>
      <p:bldP spid="17" grpId="0"/>
      <p:bldP spid="20" grpId="0"/>
      <p:bldP spid="2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4F76C-61E5-8745-0933-856A3C98C5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D32C0C-6A42-E4F8-9C97-24720A4D1049}"/>
              </a:ext>
            </a:extLst>
          </p:cNvPr>
          <p:cNvSpPr>
            <a:spLocks noGrp="1"/>
          </p:cNvSpPr>
          <p:nvPr>
            <p:ph type="sldNum" sz="quarter" idx="12"/>
          </p:nvPr>
        </p:nvSpPr>
        <p:spPr/>
        <p:txBody>
          <a:bodyPr/>
          <a:lstStyle/>
          <a:p>
            <a:fld id="{F47845EA-7733-40EE-B074-20032348B727}" type="slidenum">
              <a:rPr lang="en-US" smtClean="0"/>
              <a:t>29</a:t>
            </a:fld>
            <a:endParaRPr lang="en-US"/>
          </a:p>
        </p:txBody>
      </p:sp>
      <p:sp>
        <p:nvSpPr>
          <p:cNvPr id="6" name="TextBox 5">
            <a:extLst>
              <a:ext uri="{FF2B5EF4-FFF2-40B4-BE49-F238E27FC236}">
                <a16:creationId xmlns:a16="http://schemas.microsoft.com/office/drawing/2014/main" id="{79F8B6D6-8D29-F83C-56B6-0EA60F879A97}"/>
              </a:ext>
            </a:extLst>
          </p:cNvPr>
          <p:cNvSpPr txBox="1"/>
          <p:nvPr/>
        </p:nvSpPr>
        <p:spPr>
          <a:xfrm>
            <a:off x="654204" y="1117040"/>
            <a:ext cx="10505825" cy="523220"/>
          </a:xfrm>
          <a:prstGeom prst="rect">
            <a:avLst/>
          </a:prstGeom>
          <a:noFill/>
        </p:spPr>
        <p:txBody>
          <a:bodyPr wrap="none" rtlCol="0">
            <a:spAutoFit/>
          </a:bodyPr>
          <a:lstStyle/>
          <a:p>
            <a:r>
              <a:rPr lang="en-US" sz="2800" dirty="0"/>
              <a:t>Consider the sequence of quantum harmonic oscillator states given by: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AFE5DC5-F34B-857D-0DCC-6E0E88DD8B01}"/>
                  </a:ext>
                </a:extLst>
              </p:cNvPr>
              <p:cNvSpPr txBox="1"/>
              <p:nvPr/>
            </p:nvSpPr>
            <p:spPr>
              <a:xfrm>
                <a:off x="2724262" y="1593018"/>
                <a:ext cx="6240837" cy="977255"/>
              </a:xfrm>
              <a:prstGeom prst="rect">
                <a:avLst/>
              </a:prstGeom>
              <a:noFill/>
            </p:spPr>
            <p:txBody>
              <a:bodyPr wrap="square" rtlCol="0">
                <a:spAutoFit/>
              </a:bodyPr>
              <a:lstStyle/>
              <a:p>
                <a14:m>
                  <m:oMath xmlns:m="http://schemas.openxmlformats.org/officeDocument/2006/math">
                    <m:d>
                      <m:dPr>
                        <m:begChr m:val="|"/>
                        <m:endChr m:val="⟩"/>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𝜓</m:t>
                            </m:r>
                          </m:e>
                          <m:sub>
                            <m:r>
                              <a:rPr lang="en-US" sz="2800" b="0" i="1" smtClean="0">
                                <a:latin typeface="Cambria Math" panose="02040503050406030204" pitchFamily="18" charset="0"/>
                              </a:rPr>
                              <m:t>𝑖</m:t>
                            </m:r>
                          </m:sub>
                        </m:sSub>
                      </m:e>
                    </m:d>
                    <m:r>
                      <a:rPr lang="en-US" sz="2800" b="0" i="1" smtClean="0">
                        <a:latin typeface="Cambria Math" panose="02040503050406030204" pitchFamily="18" charset="0"/>
                      </a:rPr>
                      <m:t>=</m:t>
                    </m:r>
                    <m:rad>
                      <m:radPr>
                        <m:degHide m:val="on"/>
                        <m:ctrlPr>
                          <a:rPr lang="en-US" sz="2800" b="0" i="1" smtClean="0">
                            <a:latin typeface="Cambria Math" panose="02040503050406030204" pitchFamily="18" charset="0"/>
                          </a:rPr>
                        </m:ctrlPr>
                      </m:radPr>
                      <m:deg/>
                      <m:e>
                        <m:f>
                          <m:fPr>
                            <m:ctrlPr>
                              <a:rPr lang="en-US" sz="2800" i="1">
                                <a:latin typeface="Cambria Math" panose="02040503050406030204" pitchFamily="18" charset="0"/>
                              </a:rPr>
                            </m:ctrlPr>
                          </m:fPr>
                          <m:num>
                            <m:r>
                              <a:rPr lang="en-US" sz="2800" i="1">
                                <a:latin typeface="Cambria Math" panose="02040503050406030204" pitchFamily="18" charset="0"/>
                              </a:rPr>
                              <m:t>𝑖</m:t>
                            </m:r>
                            <m:r>
                              <a:rPr lang="en-US" sz="2800" i="1">
                                <a:latin typeface="Cambria Math" panose="02040503050406030204" pitchFamily="18" charset="0"/>
                              </a:rPr>
                              <m:t>−1</m:t>
                            </m:r>
                          </m:num>
                          <m:den>
                            <m:r>
                              <a:rPr lang="en-US" sz="2800" b="0" i="1" smtClean="0">
                                <a:latin typeface="Cambria Math" panose="02040503050406030204" pitchFamily="18" charset="0"/>
                              </a:rPr>
                              <m:t>𝑖</m:t>
                            </m:r>
                          </m:den>
                        </m:f>
                      </m:e>
                    </m:rad>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0</m:t>
                        </m:r>
                      </m:e>
                    </m:d>
                    <m:r>
                      <a:rPr lang="en-US" sz="2800" b="0" i="1" smtClean="0">
                        <a:latin typeface="Cambria Math" panose="02040503050406030204" pitchFamily="18" charset="0"/>
                      </a:rPr>
                      <m:t>+</m:t>
                    </m:r>
                    <m:rad>
                      <m:radPr>
                        <m:degHide m:val="on"/>
                        <m:ctrlPr>
                          <a:rPr lang="en-US" sz="2800" i="1">
                            <a:latin typeface="Cambria Math" panose="02040503050406030204" pitchFamily="18" charset="0"/>
                          </a:rPr>
                        </m:ctrlPr>
                      </m:radPr>
                      <m:deg/>
                      <m:e>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𝑖</m:t>
                            </m:r>
                          </m:den>
                        </m:f>
                      </m:e>
                    </m:rad>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e>
                    </m:d>
                  </m:oMath>
                </a14:m>
                <a:r>
                  <a:rPr lang="en-US" sz="2800" dirty="0"/>
                  <a:t> for </a:t>
                </a:r>
                <a14:m>
                  <m:oMath xmlns:m="http://schemas.openxmlformats.org/officeDocument/2006/math">
                    <m:r>
                      <a:rPr lang="en-US" sz="2800" b="0" i="1" smtClean="0">
                        <a:latin typeface="Cambria Math" panose="02040503050406030204" pitchFamily="18" charset="0"/>
                      </a:rPr>
                      <m:t>𝑖</m:t>
                    </m:r>
                    <m:r>
                      <a:rPr lang="en-US" sz="2800" b="0" i="1" smtClean="0">
                        <a:latin typeface="Cambria Math" panose="02040503050406030204" pitchFamily="18" charset="0"/>
                      </a:rPr>
                      <m:t>=1,…,∞</m:t>
                    </m:r>
                  </m:oMath>
                </a14:m>
                <a:endParaRPr lang="en-US" sz="2800" dirty="0"/>
              </a:p>
            </p:txBody>
          </p:sp>
        </mc:Choice>
        <mc:Fallback xmlns="">
          <p:sp>
            <p:nvSpPr>
              <p:cNvPr id="7" name="TextBox 6">
                <a:extLst>
                  <a:ext uri="{FF2B5EF4-FFF2-40B4-BE49-F238E27FC236}">
                    <a16:creationId xmlns:a16="http://schemas.microsoft.com/office/drawing/2014/main" id="{7AFE5DC5-F34B-857D-0DCC-6E0E88DD8B01}"/>
                  </a:ext>
                </a:extLst>
              </p:cNvPr>
              <p:cNvSpPr txBox="1">
                <a:spLocks noRot="1" noChangeAspect="1" noMove="1" noResize="1" noEditPoints="1" noAdjustHandles="1" noChangeArrowheads="1" noChangeShapeType="1" noTextEdit="1"/>
              </p:cNvSpPr>
              <p:nvPr/>
            </p:nvSpPr>
            <p:spPr>
              <a:xfrm>
                <a:off x="2724262" y="1593018"/>
                <a:ext cx="6240837" cy="97725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92FA15-4F3B-F849-3073-70C9258BA3E4}"/>
                  </a:ext>
                </a:extLst>
              </p:cNvPr>
              <p:cNvSpPr txBox="1"/>
              <p:nvPr/>
            </p:nvSpPr>
            <p:spPr>
              <a:xfrm>
                <a:off x="4512041" y="3590887"/>
                <a:ext cx="1583959" cy="461665"/>
              </a:xfrm>
              <a:prstGeom prst="rect">
                <a:avLst/>
              </a:prstGeom>
              <a:noFill/>
            </p:spPr>
            <p:txBody>
              <a:bodyPr wrap="none" rtlCol="0">
                <a:spAutoFit/>
              </a:bodyPr>
              <a:lstStyle/>
              <a:p>
                <a:pPr/>
                <a14:m>
                  <m:oMathPara xmlns:m="http://schemas.openxmlformats.org/officeDocument/2006/math">
                    <m:o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𝑖</m:t>
                              </m:r>
                            </m:sub>
                          </m:sSub>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8" name="TextBox 7">
                <a:extLst>
                  <a:ext uri="{FF2B5EF4-FFF2-40B4-BE49-F238E27FC236}">
                    <a16:creationId xmlns:a16="http://schemas.microsoft.com/office/drawing/2014/main" id="{A392FA15-4F3B-F849-3073-70C9258BA3E4}"/>
                  </a:ext>
                </a:extLst>
              </p:cNvPr>
              <p:cNvSpPr txBox="1">
                <a:spLocks noRot="1" noChangeAspect="1" noMove="1" noResize="1" noEditPoints="1" noAdjustHandles="1" noChangeArrowheads="1" noChangeShapeType="1" noTextEdit="1"/>
              </p:cNvSpPr>
              <p:nvPr/>
            </p:nvSpPr>
            <p:spPr>
              <a:xfrm>
                <a:off x="4512041" y="3590887"/>
                <a:ext cx="1583959" cy="461665"/>
              </a:xfrm>
              <a:prstGeom prst="rect">
                <a:avLst/>
              </a:prstGeom>
              <a:blipFill>
                <a:blip r:embed="rId3"/>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D9522BF-1EBE-1CFD-FD4A-F7EFF5EF709C}"/>
                  </a:ext>
                </a:extLst>
              </p:cNvPr>
              <p:cNvSpPr txBox="1"/>
              <p:nvPr/>
            </p:nvSpPr>
            <p:spPr>
              <a:xfrm>
                <a:off x="2598778" y="4763438"/>
                <a:ext cx="5068567" cy="1480149"/>
              </a:xfrm>
              <a:prstGeom prst="rect">
                <a:avLst/>
              </a:prstGeom>
              <a:noFill/>
            </p:spPr>
            <p:txBody>
              <a:bodyPr wrap="none" rtlCol="0">
                <a:spAutoFit/>
              </a:bodyPr>
              <a:lstStyle/>
              <a:p>
                <a:pPr/>
                <a14:m>
                  <m:oMathPara xmlns:m="http://schemas.openxmlformats.org/officeDocument/2006/math">
                    <m:o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𝑖</m:t>
                              </m:r>
                            </m:sub>
                          </m:sSub>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d>
                          <m:sSub>
                            <m:sSubPr>
                              <m:ctrlPr>
                                <a:rPr lang="en-US" sz="2400" i="1">
                                  <a:latin typeface="Cambria Math" panose="02040503050406030204" pitchFamily="18" charset="0"/>
                                </a:rPr>
                              </m:ctrlPr>
                            </m:sSubPr>
                            <m:e>
                              <m:r>
                                <a:rPr lang="en-US" sz="2400" i="1">
                                  <a:latin typeface="Cambria Math" panose="02040503050406030204" pitchFamily="18" charset="0"/>
                                </a:rPr>
                                <m:t>𝜓</m:t>
                              </m:r>
                            </m:e>
                            <m:sub>
                              <m:r>
                                <a:rPr lang="en-US" sz="2400" i="1">
                                  <a:latin typeface="Cambria Math" panose="02040503050406030204" pitchFamily="18" charset="0"/>
                                </a:rPr>
                                <m:t>𝑖</m:t>
                              </m:r>
                            </m:sub>
                          </m:sSub>
                        </m:e>
                      </m:d>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𝑖</m:t>
                          </m:r>
                          <m:r>
                            <a:rPr lang="en-US" sz="2400" i="1">
                              <a:latin typeface="Cambria Math" panose="02040503050406030204" pitchFamily="18" charset="0"/>
                            </a:rPr>
                            <m:t>−1</m:t>
                          </m:r>
                        </m:num>
                        <m:den>
                          <m:r>
                            <a:rPr lang="en-US" sz="2400" i="1">
                              <a:latin typeface="Cambria Math" panose="02040503050406030204" pitchFamily="18" charset="0"/>
                            </a:rPr>
                            <m:t>𝑖</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d>
                          <m:r>
                            <a:rPr lang="en-US" sz="2400" i="1">
                              <a:latin typeface="Cambria Math" panose="02040503050406030204" pitchFamily="18" charset="0"/>
                            </a:rPr>
                            <m:t>0</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𝑖</m:t>
                          </m:r>
                        </m:den>
                      </m:f>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m:t>
                          </m:r>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𝑁</m:t>
                                  </m:r>
                                </m:e>
                              </m:acc>
                            </m:e>
                          </m:d>
                          <m:r>
                            <a:rPr lang="en-US" sz="2400" i="1">
                              <a:latin typeface="Cambria Math" panose="02040503050406030204" pitchFamily="18" charset="0"/>
                            </a:rPr>
                            <m:t>𝑖</m:t>
                          </m:r>
                        </m:e>
                      </m:d>
                    </m:oMath>
                  </m:oMathPara>
                </a14:m>
                <a:endParaRPr lang="en-US" sz="2400" i="1" dirty="0">
                  <a:latin typeface="Cambria Math" panose="02040503050406030204" pitchFamily="18" charset="0"/>
                </a:endParaRPr>
              </a:p>
              <a:p>
                <a:pPr/>
                <a14:m>
                  <m:oMathPara xmlns:m="http://schemas.openxmlformats.org/officeDocument/2006/math">
                    <m:o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𝑖</m:t>
                          </m:r>
                          <m:r>
                            <a:rPr lang="en-US" sz="2400" b="0" i="1" smtClean="0">
                              <a:latin typeface="Cambria Math" panose="02040503050406030204" pitchFamily="18" charset="0"/>
                            </a:rPr>
                            <m:t>−1</m:t>
                          </m:r>
                        </m:num>
                        <m:den>
                          <m:r>
                            <a:rPr lang="en-US" sz="2400" i="1">
                              <a:latin typeface="Cambria Math" panose="02040503050406030204" pitchFamily="18" charset="0"/>
                            </a:rPr>
                            <m:t>𝑖</m:t>
                          </m:r>
                        </m:den>
                      </m:f>
                      <m:d>
                        <m:dPr>
                          <m:ctrlPr>
                            <a:rPr lang="en-US" sz="2400" b="0" i="1" smtClean="0">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𝑖</m:t>
                          </m:r>
                        </m:den>
                      </m:f>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𝑖</m:t>
                          </m:r>
                        </m:e>
                      </m:d>
                      <m:r>
                        <a:rPr lang="en-US" sz="2400" b="0" i="1" smtClean="0">
                          <a:latin typeface="Cambria Math" panose="02040503050406030204" pitchFamily="18" charset="0"/>
                        </a:rPr>
                        <m:t>=1→1</m:t>
                      </m:r>
                    </m:oMath>
                  </m:oMathPara>
                </a14:m>
                <a:endParaRPr lang="en-US" sz="2400" dirty="0"/>
              </a:p>
            </p:txBody>
          </p:sp>
        </mc:Choice>
        <mc:Fallback xmlns="">
          <p:sp>
            <p:nvSpPr>
              <p:cNvPr id="9" name="TextBox 8">
                <a:extLst>
                  <a:ext uri="{FF2B5EF4-FFF2-40B4-BE49-F238E27FC236}">
                    <a16:creationId xmlns:a16="http://schemas.microsoft.com/office/drawing/2014/main" id="{6D9522BF-1EBE-1CFD-FD4A-F7EFF5EF709C}"/>
                  </a:ext>
                </a:extLst>
              </p:cNvPr>
              <p:cNvSpPr txBox="1">
                <a:spLocks noRot="1" noChangeAspect="1" noMove="1" noResize="1" noEditPoints="1" noAdjustHandles="1" noChangeArrowheads="1" noChangeShapeType="1" noTextEdit="1"/>
              </p:cNvSpPr>
              <p:nvPr/>
            </p:nvSpPr>
            <p:spPr>
              <a:xfrm>
                <a:off x="2598778" y="4763438"/>
                <a:ext cx="5068567" cy="148014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0A469E1-FD08-C043-648A-41A41E25AFD1}"/>
                  </a:ext>
                </a:extLst>
              </p:cNvPr>
              <p:cNvSpPr txBox="1"/>
              <p:nvPr/>
            </p:nvSpPr>
            <p:spPr>
              <a:xfrm>
                <a:off x="654204" y="3104684"/>
                <a:ext cx="9436558" cy="523220"/>
              </a:xfrm>
              <a:prstGeom prst="rect">
                <a:avLst/>
              </a:prstGeom>
              <a:noFill/>
            </p:spPr>
            <p:txBody>
              <a:bodyPr wrap="none" rtlCol="0">
                <a:spAutoFit/>
              </a:bodyPr>
              <a:lstStyle/>
              <a:p>
                <a:r>
                  <a:rPr lang="en-US" sz="2800" dirty="0">
                    <a:solidFill>
                      <a:schemeClr val="tx1"/>
                    </a:solidFill>
                  </a:rPr>
                  <a:t>In the limit that </a:t>
                </a:r>
                <a14:m>
                  <m:oMath xmlns:m="http://schemas.openxmlformats.org/officeDocument/2006/math">
                    <m:r>
                      <a:rPr lang="en-US" sz="2800" b="0" i="1" smtClean="0">
                        <a:solidFill>
                          <a:schemeClr val="tx1"/>
                        </a:solidFill>
                        <a:latin typeface="Cambria Math" panose="02040503050406030204" pitchFamily="18" charset="0"/>
                      </a:rPr>
                      <m:t>𝑖</m:t>
                    </m:r>
                    <m:r>
                      <a:rPr lang="en-US" sz="2800" b="0" i="1" smtClean="0">
                        <a:solidFill>
                          <a:schemeClr val="tx1"/>
                        </a:solidFill>
                        <a:latin typeface="Cambria Math" panose="02040503050406030204" pitchFamily="18" charset="0"/>
                      </a:rPr>
                      <m:t>→∞</m:t>
                    </m:r>
                  </m:oMath>
                </a14:m>
                <a:r>
                  <a:rPr lang="en-US" sz="2800" dirty="0">
                    <a:solidFill>
                      <a:schemeClr val="tx1"/>
                    </a:solidFill>
                  </a:rPr>
                  <a:t>, the state converges to the ground state:</a:t>
                </a:r>
              </a:p>
            </p:txBody>
          </p:sp>
        </mc:Choice>
        <mc:Fallback xmlns="">
          <p:sp>
            <p:nvSpPr>
              <p:cNvPr id="10" name="TextBox 9">
                <a:extLst>
                  <a:ext uri="{FF2B5EF4-FFF2-40B4-BE49-F238E27FC236}">
                    <a16:creationId xmlns:a16="http://schemas.microsoft.com/office/drawing/2014/main" id="{50A469E1-FD08-C043-648A-41A41E25AFD1}"/>
                  </a:ext>
                </a:extLst>
              </p:cNvPr>
              <p:cNvSpPr txBox="1">
                <a:spLocks noRot="1" noChangeAspect="1" noMove="1" noResize="1" noEditPoints="1" noAdjustHandles="1" noChangeArrowheads="1" noChangeShapeType="1" noTextEdit="1"/>
              </p:cNvSpPr>
              <p:nvPr/>
            </p:nvSpPr>
            <p:spPr>
              <a:xfrm>
                <a:off x="654204" y="3104684"/>
                <a:ext cx="9436558" cy="523220"/>
              </a:xfrm>
              <a:prstGeom prst="rect">
                <a:avLst/>
              </a:prstGeom>
              <a:blipFill>
                <a:blip r:embed="rId5"/>
                <a:stretch>
                  <a:fillRect l="-1292" t="-10465" r="-258" b="-32558"/>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B0E3D2E8-695D-A1D3-CFF0-9E92846AAFEB}"/>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Inconsistent convergence in Hilbert spaces</a:t>
            </a:r>
          </a:p>
        </p:txBody>
      </p:sp>
      <p:sp>
        <p:nvSpPr>
          <p:cNvPr id="5" name="Footer Placeholder 4">
            <a:extLst>
              <a:ext uri="{FF2B5EF4-FFF2-40B4-BE49-F238E27FC236}">
                <a16:creationId xmlns:a16="http://schemas.microsoft.com/office/drawing/2014/main" id="{1D75BCC0-33A0-D798-F50E-6879FA1B5D47}"/>
              </a:ext>
            </a:extLst>
          </p:cNvPr>
          <p:cNvSpPr>
            <a:spLocks noGrp="1"/>
          </p:cNvSpPr>
          <p:nvPr>
            <p:ph type="ftr" sz="quarter" idx="11"/>
          </p:nvPr>
        </p:nvSpPr>
        <p:spPr/>
        <p:txBody>
          <a:bodyPr/>
          <a:lstStyle/>
          <a:p>
            <a:r>
              <a:rPr lang="en-US"/>
              <a:t>Christine Aidala - University of Michigan</a:t>
            </a:r>
            <a:endParaRPr lang="en-US" dirty="0"/>
          </a:p>
        </p:txBody>
      </p:sp>
      <p:sp>
        <p:nvSpPr>
          <p:cNvPr id="13" name="TextBox 12">
            <a:extLst>
              <a:ext uri="{FF2B5EF4-FFF2-40B4-BE49-F238E27FC236}">
                <a16:creationId xmlns:a16="http://schemas.microsoft.com/office/drawing/2014/main" id="{CFC66D60-6BB4-DD00-5BF1-C8409F446CC3}"/>
              </a:ext>
            </a:extLst>
          </p:cNvPr>
          <p:cNvSpPr txBox="1"/>
          <p:nvPr/>
        </p:nvSpPr>
        <p:spPr>
          <a:xfrm>
            <a:off x="3173689" y="6265111"/>
            <a:ext cx="6336880" cy="307777"/>
          </a:xfrm>
          <a:prstGeom prst="rect">
            <a:avLst/>
          </a:prstGeom>
          <a:noFill/>
        </p:spPr>
        <p:txBody>
          <a:bodyPr wrap="square">
            <a:spAutoFit/>
          </a:bodyPr>
          <a:lstStyle/>
          <a:p>
            <a:r>
              <a:rPr lang="en-US" sz="1400" dirty="0">
                <a:hlinkClick r:id="rId6"/>
              </a:rPr>
              <a:t>https://assumptionsofphysics.org/autogen/briefs/006-InconsistentConvergence.pdf</a:t>
            </a:r>
            <a:r>
              <a:rPr lang="en-US" sz="1400" dirty="0"/>
              <a:t> </a:t>
            </a:r>
          </a:p>
        </p:txBody>
      </p:sp>
      <p:sp>
        <p:nvSpPr>
          <p:cNvPr id="11" name="TextBox 10">
            <a:extLst>
              <a:ext uri="{FF2B5EF4-FFF2-40B4-BE49-F238E27FC236}">
                <a16:creationId xmlns:a16="http://schemas.microsoft.com/office/drawing/2014/main" id="{7C5A43F4-8B91-9B41-EFF8-A82F2D1269B0}"/>
              </a:ext>
            </a:extLst>
          </p:cNvPr>
          <p:cNvSpPr txBox="1"/>
          <p:nvPr/>
        </p:nvSpPr>
        <p:spPr>
          <a:xfrm>
            <a:off x="654204" y="4287400"/>
            <a:ext cx="9375705" cy="523220"/>
          </a:xfrm>
          <a:prstGeom prst="rect">
            <a:avLst/>
          </a:prstGeom>
          <a:noFill/>
        </p:spPr>
        <p:txBody>
          <a:bodyPr wrap="square">
            <a:spAutoFit/>
          </a:bodyPr>
          <a:lstStyle/>
          <a:p>
            <a:r>
              <a:rPr lang="en-US" sz="2800" dirty="0">
                <a:solidFill>
                  <a:srgbClr val="C00000"/>
                </a:solidFill>
              </a:rPr>
              <a:t>But the energy level converges to the first level—inconsistent!! </a:t>
            </a:r>
            <a:endParaRPr lang="en-US" sz="1600" dirty="0"/>
          </a:p>
        </p:txBody>
      </p:sp>
      <p:pic>
        <p:nvPicPr>
          <p:cNvPr id="16" name="Picture 15">
            <a:extLst>
              <a:ext uri="{FF2B5EF4-FFF2-40B4-BE49-F238E27FC236}">
                <a16:creationId xmlns:a16="http://schemas.microsoft.com/office/drawing/2014/main" id="{07C74012-E78D-7FB1-E92B-F9F7AE959F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91910" y="4778662"/>
            <a:ext cx="2022835" cy="2022835"/>
          </a:xfrm>
          <a:prstGeom prst="rect">
            <a:avLst/>
          </a:prstGeom>
        </p:spPr>
      </p:pic>
    </p:spTree>
    <p:extLst>
      <p:ext uri="{BB962C8B-B14F-4D97-AF65-F5344CB8AC3E}">
        <p14:creationId xmlns:p14="http://schemas.microsoft.com/office/powerpoint/2010/main" val="257130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23C58-DDE2-652D-CFB7-2E4D5E79C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096E4-D072-B99B-7301-563640869C7C}"/>
              </a:ext>
            </a:extLst>
          </p:cNvPr>
          <p:cNvSpPr>
            <a:spLocks noGrp="1"/>
          </p:cNvSpPr>
          <p:nvPr>
            <p:ph type="title"/>
          </p:nvPr>
        </p:nvSpPr>
        <p:spPr/>
        <p:txBody>
          <a:bodyPr>
            <a:normAutofit/>
          </a:bodyPr>
          <a:lstStyle/>
          <a:p>
            <a:r>
              <a:rPr lang="en-US" dirty="0"/>
              <a:t>Identifying logical dependencies</a:t>
            </a:r>
            <a:br>
              <a:rPr lang="en-US" dirty="0"/>
            </a:br>
            <a:r>
              <a:rPr lang="en-US" dirty="0"/>
              <a:t>and clarifying base conditions</a:t>
            </a:r>
          </a:p>
        </p:txBody>
      </p:sp>
      <p:sp>
        <p:nvSpPr>
          <p:cNvPr id="3" name="Text Placeholder 2">
            <a:extLst>
              <a:ext uri="{FF2B5EF4-FFF2-40B4-BE49-F238E27FC236}">
                <a16:creationId xmlns:a16="http://schemas.microsoft.com/office/drawing/2014/main" id="{69252994-BDF9-0238-C855-FF2A78B665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1E975B-1119-582F-E6C1-47C3979D0427}"/>
              </a:ext>
            </a:extLst>
          </p:cNvPr>
          <p:cNvSpPr>
            <a:spLocks noGrp="1"/>
          </p:cNvSpPr>
          <p:nvPr>
            <p:ph type="sldNum" sz="quarter" idx="12"/>
          </p:nvPr>
        </p:nvSpPr>
        <p:spPr/>
        <p:txBody>
          <a:bodyPr/>
          <a:lstStyle/>
          <a:p>
            <a:fld id="{F47845EA-7733-40EE-B074-20032348B727}" type="slidenum">
              <a:rPr lang="en-US" smtClean="0"/>
              <a:t>30</a:t>
            </a:fld>
            <a:endParaRPr lang="en-US"/>
          </a:p>
        </p:txBody>
      </p:sp>
      <p:sp>
        <p:nvSpPr>
          <p:cNvPr id="5" name="Footer Placeholder 4">
            <a:extLst>
              <a:ext uri="{FF2B5EF4-FFF2-40B4-BE49-F238E27FC236}">
                <a16:creationId xmlns:a16="http://schemas.microsoft.com/office/drawing/2014/main" id="{33810840-19C8-2E19-6F1D-FEA775D56E3F}"/>
              </a:ext>
            </a:extLst>
          </p:cNvPr>
          <p:cNvSpPr>
            <a:spLocks noGrp="1"/>
          </p:cNvSpPr>
          <p:nvPr>
            <p:ph type="ftr" sz="quarter" idx="11"/>
          </p:nvPr>
        </p:nvSpPr>
        <p:spPr/>
        <p:txBody>
          <a:bodyPr/>
          <a:lstStyle/>
          <a:p>
            <a:r>
              <a:rPr lang="en-US"/>
              <a:t>Christine Aidala - University of Michigan</a:t>
            </a:r>
          </a:p>
        </p:txBody>
      </p:sp>
      <p:pic>
        <p:nvPicPr>
          <p:cNvPr id="6" name="Picture 5">
            <a:extLst>
              <a:ext uri="{FF2B5EF4-FFF2-40B4-BE49-F238E27FC236}">
                <a16:creationId xmlns:a16="http://schemas.microsoft.com/office/drawing/2014/main" id="{9C3D619A-F8E6-D906-12ED-9A2A3CD77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700" y="230210"/>
            <a:ext cx="3820018" cy="1412864"/>
          </a:xfrm>
          <a:prstGeom prst="rect">
            <a:avLst/>
          </a:prstGeom>
        </p:spPr>
      </p:pic>
    </p:spTree>
    <p:extLst>
      <p:ext uri="{BB962C8B-B14F-4D97-AF65-F5344CB8AC3E}">
        <p14:creationId xmlns:p14="http://schemas.microsoft.com/office/powerpoint/2010/main" val="3092981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12A25-D52A-C5ED-397F-D6A7F1E59FE9}"/>
              </a:ext>
            </a:extLst>
          </p:cNvPr>
          <p:cNvSpPr>
            <a:spLocks noGrp="1"/>
          </p:cNvSpPr>
          <p:nvPr>
            <p:ph type="title"/>
          </p:nvPr>
        </p:nvSpPr>
        <p:spPr/>
        <p:txBody>
          <a:bodyPr/>
          <a:lstStyle/>
          <a:p>
            <a:r>
              <a:rPr lang="en-US" dirty="0"/>
              <a:t>Assumptions of classical mechanics</a:t>
            </a:r>
          </a:p>
        </p:txBody>
      </p:sp>
      <p:sp>
        <p:nvSpPr>
          <p:cNvPr id="6" name="Rectangle 5">
            <a:extLst>
              <a:ext uri="{FF2B5EF4-FFF2-40B4-BE49-F238E27FC236}">
                <a16:creationId xmlns:a16="http://schemas.microsoft.com/office/drawing/2014/main" id="{664888A8-59F5-2A96-5A20-BDBCB30F8325}"/>
              </a:ext>
            </a:extLst>
          </p:cNvPr>
          <p:cNvSpPr/>
          <p:nvPr/>
        </p:nvSpPr>
        <p:spPr>
          <a:xfrm>
            <a:off x="795550" y="1760123"/>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(IR) Infinitesimal reducibility</a:t>
            </a:r>
          </a:p>
        </p:txBody>
      </p:sp>
      <p:sp>
        <p:nvSpPr>
          <p:cNvPr id="7" name="Rectangle 6">
            <a:extLst>
              <a:ext uri="{FF2B5EF4-FFF2-40B4-BE49-F238E27FC236}">
                <a16:creationId xmlns:a16="http://schemas.microsoft.com/office/drawing/2014/main" id="{B53A64F3-F6C5-B99D-CFBF-098015CE1C7D}"/>
              </a:ext>
            </a:extLst>
          </p:cNvPr>
          <p:cNvSpPr/>
          <p:nvPr/>
        </p:nvSpPr>
        <p:spPr>
          <a:xfrm>
            <a:off x="784117" y="3333472"/>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(IND) Degree of freedom independence</a:t>
            </a:r>
          </a:p>
        </p:txBody>
      </p:sp>
      <p:sp>
        <p:nvSpPr>
          <p:cNvPr id="10" name="Rectangle 9">
            <a:extLst>
              <a:ext uri="{FF2B5EF4-FFF2-40B4-BE49-F238E27FC236}">
                <a16:creationId xmlns:a16="http://schemas.microsoft.com/office/drawing/2014/main" id="{971BBC42-C45F-27CB-C8AB-03AD6D6AFD03}"/>
              </a:ext>
            </a:extLst>
          </p:cNvPr>
          <p:cNvSpPr/>
          <p:nvPr/>
        </p:nvSpPr>
        <p:spPr>
          <a:xfrm>
            <a:off x="6299130" y="1768467"/>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Hamiltonian</a:t>
            </a:r>
            <a:br>
              <a:rPr lang="en-US" sz="1400" dirty="0"/>
            </a:br>
            <a:r>
              <a:rPr lang="en-US" sz="1400" dirty="0"/>
              <a:t>Mechanics</a:t>
            </a:r>
          </a:p>
        </p:txBody>
      </p:sp>
      <p:sp>
        <p:nvSpPr>
          <p:cNvPr id="11" name="Rectangle 10">
            <a:extLst>
              <a:ext uri="{FF2B5EF4-FFF2-40B4-BE49-F238E27FC236}">
                <a16:creationId xmlns:a16="http://schemas.microsoft.com/office/drawing/2014/main" id="{14B43407-8104-624C-6E30-DC5015FAAA41}"/>
              </a:ext>
            </a:extLst>
          </p:cNvPr>
          <p:cNvSpPr/>
          <p:nvPr/>
        </p:nvSpPr>
        <p:spPr>
          <a:xfrm>
            <a:off x="3538245" y="3222742"/>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(DR) Determinism</a:t>
            </a:r>
            <a:br>
              <a:rPr lang="en-US" sz="1400" dirty="0"/>
            </a:br>
            <a:r>
              <a:rPr lang="en-US" sz="1400" dirty="0"/>
              <a:t>/Reversibility</a:t>
            </a:r>
          </a:p>
        </p:txBody>
      </p:sp>
      <p:sp>
        <p:nvSpPr>
          <p:cNvPr id="12" name="Rectangle 11">
            <a:extLst>
              <a:ext uri="{FF2B5EF4-FFF2-40B4-BE49-F238E27FC236}">
                <a16:creationId xmlns:a16="http://schemas.microsoft.com/office/drawing/2014/main" id="{9A8B8B95-67C6-6DFA-97C1-F134710CF73F}"/>
              </a:ext>
            </a:extLst>
          </p:cNvPr>
          <p:cNvSpPr/>
          <p:nvPr/>
        </p:nvSpPr>
        <p:spPr>
          <a:xfrm>
            <a:off x="3541734" y="1764878"/>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Classical Phase Space</a:t>
            </a:r>
          </a:p>
        </p:txBody>
      </p:sp>
      <p:sp>
        <p:nvSpPr>
          <p:cNvPr id="13" name="Rectangle 12">
            <a:extLst>
              <a:ext uri="{FF2B5EF4-FFF2-40B4-BE49-F238E27FC236}">
                <a16:creationId xmlns:a16="http://schemas.microsoft.com/office/drawing/2014/main" id="{116B5E90-4D32-28F4-994A-EB525E7310D5}"/>
              </a:ext>
            </a:extLst>
          </p:cNvPr>
          <p:cNvSpPr/>
          <p:nvPr/>
        </p:nvSpPr>
        <p:spPr>
          <a:xfrm>
            <a:off x="6299130" y="3409862"/>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(KE) Kinematic Equivalence</a:t>
            </a:r>
          </a:p>
        </p:txBody>
      </p:sp>
      <p:sp>
        <p:nvSpPr>
          <p:cNvPr id="14" name="Rectangle 13">
            <a:extLst>
              <a:ext uri="{FF2B5EF4-FFF2-40B4-BE49-F238E27FC236}">
                <a16:creationId xmlns:a16="http://schemas.microsoft.com/office/drawing/2014/main" id="{84878DF4-7079-2B76-EED1-B5AD6D8F2226}"/>
              </a:ext>
            </a:extLst>
          </p:cNvPr>
          <p:cNvSpPr/>
          <p:nvPr/>
        </p:nvSpPr>
        <p:spPr>
          <a:xfrm>
            <a:off x="9235445" y="1771504"/>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Lagrangian</a:t>
            </a:r>
            <a:br>
              <a:rPr lang="en-US" sz="1400" dirty="0"/>
            </a:br>
            <a:r>
              <a:rPr lang="en-US" sz="1400" dirty="0"/>
              <a:t>Mechanics</a:t>
            </a:r>
          </a:p>
        </p:txBody>
      </p:sp>
      <p:sp>
        <p:nvSpPr>
          <p:cNvPr id="15" name="Rectangle 14">
            <a:extLst>
              <a:ext uri="{FF2B5EF4-FFF2-40B4-BE49-F238E27FC236}">
                <a16:creationId xmlns:a16="http://schemas.microsoft.com/office/drawing/2014/main" id="{1D422F95-B6A4-042D-2DA2-06973DE43EA4}"/>
              </a:ext>
            </a:extLst>
          </p:cNvPr>
          <p:cNvSpPr/>
          <p:nvPr/>
        </p:nvSpPr>
        <p:spPr>
          <a:xfrm>
            <a:off x="10045301" y="2940246"/>
            <a:ext cx="1540471" cy="750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Massive particles under potential forces</a:t>
            </a:r>
          </a:p>
        </p:txBody>
      </p:sp>
      <p:grpSp>
        <p:nvGrpSpPr>
          <p:cNvPr id="16" name="Group 15">
            <a:extLst>
              <a:ext uri="{FF2B5EF4-FFF2-40B4-BE49-F238E27FC236}">
                <a16:creationId xmlns:a16="http://schemas.microsoft.com/office/drawing/2014/main" id="{F2118995-16B2-3319-4CD2-512CC73144A1}"/>
              </a:ext>
            </a:extLst>
          </p:cNvPr>
          <p:cNvGrpSpPr/>
          <p:nvPr/>
        </p:nvGrpSpPr>
        <p:grpSpPr>
          <a:xfrm>
            <a:off x="449958" y="982203"/>
            <a:ext cx="2254214" cy="614706"/>
            <a:chOff x="7517416" y="5122425"/>
            <a:chExt cx="3079535" cy="839764"/>
          </a:xfrm>
        </p:grpSpPr>
        <p:grpSp>
          <p:nvGrpSpPr>
            <p:cNvPr id="17" name="Group 16">
              <a:extLst>
                <a:ext uri="{FF2B5EF4-FFF2-40B4-BE49-F238E27FC236}">
                  <a16:creationId xmlns:a16="http://schemas.microsoft.com/office/drawing/2014/main" id="{EC0D26EF-D5BD-940B-60E8-24D4A6F8E0EE}"/>
                </a:ext>
              </a:extLst>
            </p:cNvPr>
            <p:cNvGrpSpPr/>
            <p:nvPr/>
          </p:nvGrpSpPr>
          <p:grpSpPr>
            <a:xfrm>
              <a:off x="7517416" y="5122425"/>
              <a:ext cx="3079535" cy="839764"/>
              <a:chOff x="2758985" y="3636747"/>
              <a:chExt cx="7518499" cy="2050233"/>
            </a:xfrm>
          </p:grpSpPr>
          <p:grpSp>
            <p:nvGrpSpPr>
              <p:cNvPr id="23" name="Group 22">
                <a:extLst>
                  <a:ext uri="{FF2B5EF4-FFF2-40B4-BE49-F238E27FC236}">
                    <a16:creationId xmlns:a16="http://schemas.microsoft.com/office/drawing/2014/main" id="{1E8EB450-8C25-76EB-9A8B-E144A3CA8D93}"/>
                  </a:ext>
                </a:extLst>
              </p:cNvPr>
              <p:cNvGrpSpPr/>
              <p:nvPr/>
            </p:nvGrpSpPr>
            <p:grpSpPr>
              <a:xfrm>
                <a:off x="2758985" y="4061287"/>
                <a:ext cx="1727299" cy="1625693"/>
                <a:chOff x="2743126" y="2971800"/>
                <a:chExt cx="1295474" cy="1219270"/>
              </a:xfrm>
            </p:grpSpPr>
            <p:sp>
              <p:nvSpPr>
                <p:cNvPr id="28" name="Oval 27">
                  <a:extLst>
                    <a:ext uri="{FF2B5EF4-FFF2-40B4-BE49-F238E27FC236}">
                      <a16:creationId xmlns:a16="http://schemas.microsoft.com/office/drawing/2014/main" id="{1ED463AE-22E1-4335-E83E-810DC707497F}"/>
                    </a:ext>
                  </a:extLst>
                </p:cNvPr>
                <p:cNvSpPr/>
                <p:nvPr/>
              </p:nvSpPr>
              <p:spPr>
                <a:xfrm>
                  <a:off x="2743200" y="2971800"/>
                  <a:ext cx="1295400" cy="1219200"/>
                </a:xfrm>
                <a:prstGeom prst="ellipse">
                  <a:avLst/>
                </a:prstGeom>
                <a:solidFill>
                  <a:schemeClr val="accent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Chord 5">
                  <a:extLst>
                    <a:ext uri="{FF2B5EF4-FFF2-40B4-BE49-F238E27FC236}">
                      <a16:creationId xmlns:a16="http://schemas.microsoft.com/office/drawing/2014/main" id="{F6D6F01F-639E-F2F4-5A5A-AD8D4A627E03}"/>
                    </a:ext>
                  </a:extLst>
                </p:cNvPr>
                <p:cNvSpPr/>
                <p:nvPr/>
              </p:nvSpPr>
              <p:spPr>
                <a:xfrm>
                  <a:off x="2743126" y="3073904"/>
                  <a:ext cx="817308" cy="1117166"/>
                </a:xfrm>
                <a:custGeom>
                  <a:avLst/>
                  <a:gdLst>
                    <a:gd name="connsiteX0" fmla="*/ 817235 w 1295400"/>
                    <a:gd name="connsiteY0" fmla="*/ 1197947 h 1219200"/>
                    <a:gd name="connsiteX1" fmla="*/ 70854 w 1295400"/>
                    <a:gd name="connsiteY1" fmla="*/ 886831 h 1219200"/>
                    <a:gd name="connsiteX2" fmla="*/ 288864 w 1295400"/>
                    <a:gd name="connsiteY2" fmla="*/ 102104 h 1219200"/>
                    <a:gd name="connsiteX3" fmla="*/ 817235 w 1295400"/>
                    <a:gd name="connsiteY3" fmla="*/ 1197947 h 1219200"/>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Lst>
                  <a:ahLst/>
                  <a:cxnLst>
                    <a:cxn ang="0">
                      <a:pos x="connsiteX0" y="connsiteY0"/>
                    </a:cxn>
                    <a:cxn ang="0">
                      <a:pos x="connsiteX1" y="connsiteY1"/>
                    </a:cxn>
                    <a:cxn ang="0">
                      <a:pos x="connsiteX2" y="connsiteY2"/>
                    </a:cxn>
                    <a:cxn ang="0">
                      <a:pos x="connsiteX3" y="connsiteY3"/>
                    </a:cxn>
                  </a:cxnLst>
                  <a:rect l="l" t="t" r="r" b="b"/>
                  <a:pathLst>
                    <a:path w="817308" h="1117166">
                      <a:moveTo>
                        <a:pt x="817308" y="1095843"/>
                      </a:moveTo>
                      <a:cubicBezTo>
                        <a:pt x="521648" y="1171311"/>
                        <a:pt x="210243" y="1041507"/>
                        <a:pt x="70927" y="784727"/>
                      </a:cubicBezTo>
                      <a:cubicBezTo>
                        <a:pt x="-78669" y="508999"/>
                        <a:pt x="15088" y="171521"/>
                        <a:pt x="288937" y="0"/>
                      </a:cubicBezTo>
                      <a:cubicBezTo>
                        <a:pt x="73901" y="563401"/>
                        <a:pt x="336384" y="989642"/>
                        <a:pt x="817308" y="1095843"/>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24" name="Group 23">
                <a:extLst>
                  <a:ext uri="{FF2B5EF4-FFF2-40B4-BE49-F238E27FC236}">
                    <a16:creationId xmlns:a16="http://schemas.microsoft.com/office/drawing/2014/main" id="{EE29E3DA-21F2-66F7-FD21-0FDBC8C83E18}"/>
                  </a:ext>
                </a:extLst>
              </p:cNvPr>
              <p:cNvGrpSpPr/>
              <p:nvPr/>
            </p:nvGrpSpPr>
            <p:grpSpPr>
              <a:xfrm>
                <a:off x="8550185" y="3654841"/>
                <a:ext cx="1727299" cy="1625693"/>
                <a:chOff x="2743126" y="2971800"/>
                <a:chExt cx="1295474" cy="1219270"/>
              </a:xfrm>
            </p:grpSpPr>
            <p:sp>
              <p:nvSpPr>
                <p:cNvPr id="26" name="Oval 25">
                  <a:extLst>
                    <a:ext uri="{FF2B5EF4-FFF2-40B4-BE49-F238E27FC236}">
                      <a16:creationId xmlns:a16="http://schemas.microsoft.com/office/drawing/2014/main" id="{FA2D718E-4C1F-EC67-3A9C-17B21F235221}"/>
                    </a:ext>
                  </a:extLst>
                </p:cNvPr>
                <p:cNvSpPr/>
                <p:nvPr/>
              </p:nvSpPr>
              <p:spPr>
                <a:xfrm>
                  <a:off x="2743200" y="2971800"/>
                  <a:ext cx="1295400" cy="1219200"/>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Chord 5">
                  <a:extLst>
                    <a:ext uri="{FF2B5EF4-FFF2-40B4-BE49-F238E27FC236}">
                      <a16:creationId xmlns:a16="http://schemas.microsoft.com/office/drawing/2014/main" id="{BDB87D51-21EB-C274-6F46-53EBA5F46DE9}"/>
                    </a:ext>
                  </a:extLst>
                </p:cNvPr>
                <p:cNvSpPr/>
                <p:nvPr/>
              </p:nvSpPr>
              <p:spPr>
                <a:xfrm>
                  <a:off x="2743126" y="3073904"/>
                  <a:ext cx="817308" cy="1117166"/>
                </a:xfrm>
                <a:custGeom>
                  <a:avLst/>
                  <a:gdLst>
                    <a:gd name="connsiteX0" fmla="*/ 817235 w 1295400"/>
                    <a:gd name="connsiteY0" fmla="*/ 1197947 h 1219200"/>
                    <a:gd name="connsiteX1" fmla="*/ 70854 w 1295400"/>
                    <a:gd name="connsiteY1" fmla="*/ 886831 h 1219200"/>
                    <a:gd name="connsiteX2" fmla="*/ 288864 w 1295400"/>
                    <a:gd name="connsiteY2" fmla="*/ 102104 h 1219200"/>
                    <a:gd name="connsiteX3" fmla="*/ 817235 w 1295400"/>
                    <a:gd name="connsiteY3" fmla="*/ 1197947 h 1219200"/>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Lst>
                  <a:ahLst/>
                  <a:cxnLst>
                    <a:cxn ang="0">
                      <a:pos x="connsiteX0" y="connsiteY0"/>
                    </a:cxn>
                    <a:cxn ang="0">
                      <a:pos x="connsiteX1" y="connsiteY1"/>
                    </a:cxn>
                    <a:cxn ang="0">
                      <a:pos x="connsiteX2" y="connsiteY2"/>
                    </a:cxn>
                    <a:cxn ang="0">
                      <a:pos x="connsiteX3" y="connsiteY3"/>
                    </a:cxn>
                  </a:cxnLst>
                  <a:rect l="l" t="t" r="r" b="b"/>
                  <a:pathLst>
                    <a:path w="817308" h="1117166">
                      <a:moveTo>
                        <a:pt x="817308" y="1095843"/>
                      </a:moveTo>
                      <a:cubicBezTo>
                        <a:pt x="521648" y="1171311"/>
                        <a:pt x="210243" y="1041507"/>
                        <a:pt x="70927" y="784727"/>
                      </a:cubicBezTo>
                      <a:cubicBezTo>
                        <a:pt x="-78669" y="508999"/>
                        <a:pt x="15088" y="171521"/>
                        <a:pt x="288937" y="0"/>
                      </a:cubicBezTo>
                      <a:cubicBezTo>
                        <a:pt x="73901" y="563401"/>
                        <a:pt x="336384" y="989642"/>
                        <a:pt x="817308" y="1095843"/>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5" name="Freeform: Shape 24">
                <a:extLst>
                  <a:ext uri="{FF2B5EF4-FFF2-40B4-BE49-F238E27FC236}">
                    <a16:creationId xmlns:a16="http://schemas.microsoft.com/office/drawing/2014/main" id="{1C5CDD83-5E11-0689-61D6-9D51EF040C42}"/>
                  </a:ext>
                </a:extLst>
              </p:cNvPr>
              <p:cNvSpPr/>
              <p:nvPr/>
            </p:nvSpPr>
            <p:spPr>
              <a:xfrm>
                <a:off x="4691594" y="3636747"/>
                <a:ext cx="3485323" cy="668600"/>
              </a:xfrm>
              <a:custGeom>
                <a:avLst/>
                <a:gdLst>
                  <a:gd name="connsiteX0" fmla="*/ 0 w 2141883"/>
                  <a:gd name="connsiteY0" fmla="*/ 601959 h 601959"/>
                  <a:gd name="connsiteX1" fmla="*/ 1088335 w 2141883"/>
                  <a:gd name="connsiteY1" fmla="*/ 10581 h 601959"/>
                  <a:gd name="connsiteX2" fmla="*/ 2141883 w 2141883"/>
                  <a:gd name="connsiteY2" fmla="*/ 278937 h 601959"/>
                  <a:gd name="connsiteX0" fmla="*/ 0 w 2350605"/>
                  <a:gd name="connsiteY0" fmla="*/ 441051 h 441051"/>
                  <a:gd name="connsiteX1" fmla="*/ 1297057 w 2350605"/>
                  <a:gd name="connsiteY1" fmla="*/ 3730 h 441051"/>
                  <a:gd name="connsiteX2" fmla="*/ 2350605 w 2350605"/>
                  <a:gd name="connsiteY2" fmla="*/ 272086 h 441051"/>
                  <a:gd name="connsiteX0" fmla="*/ 0 w 2613992"/>
                  <a:gd name="connsiteY0" fmla="*/ 465762 h 465762"/>
                  <a:gd name="connsiteX1" fmla="*/ 1297057 w 2613992"/>
                  <a:gd name="connsiteY1" fmla="*/ 28441 h 465762"/>
                  <a:gd name="connsiteX2" fmla="*/ 2613992 w 2613992"/>
                  <a:gd name="connsiteY2" fmla="*/ 147710 h 465762"/>
                  <a:gd name="connsiteX0" fmla="*/ 0 w 2613992"/>
                  <a:gd name="connsiteY0" fmla="*/ 501450 h 501450"/>
                  <a:gd name="connsiteX1" fmla="*/ 1237423 w 2613992"/>
                  <a:gd name="connsiteY1" fmla="*/ 19403 h 501450"/>
                  <a:gd name="connsiteX2" fmla="*/ 2613992 w 2613992"/>
                  <a:gd name="connsiteY2" fmla="*/ 183398 h 501450"/>
                </a:gdLst>
                <a:ahLst/>
                <a:cxnLst>
                  <a:cxn ang="0">
                    <a:pos x="connsiteX0" y="connsiteY0"/>
                  </a:cxn>
                  <a:cxn ang="0">
                    <a:pos x="connsiteX1" y="connsiteY1"/>
                  </a:cxn>
                  <a:cxn ang="0">
                    <a:pos x="connsiteX2" y="connsiteY2"/>
                  </a:cxn>
                </a:cxnLst>
                <a:rect l="l" t="t" r="r" b="b"/>
                <a:pathLst>
                  <a:path w="2613992" h="501450">
                    <a:moveTo>
                      <a:pt x="0" y="501450"/>
                    </a:moveTo>
                    <a:cubicBezTo>
                      <a:pt x="365677" y="232679"/>
                      <a:pt x="801758" y="72412"/>
                      <a:pt x="1237423" y="19403"/>
                    </a:cubicBezTo>
                    <a:cubicBezTo>
                      <a:pt x="1673088" y="-33606"/>
                      <a:pt x="2265708" y="22301"/>
                      <a:pt x="2613992" y="183398"/>
                    </a:cubicBezTo>
                  </a:path>
                </a:pathLst>
              </a:custGeom>
              <a:noFill/>
              <a:ln w="28575">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Oval 19">
              <a:extLst>
                <a:ext uri="{FF2B5EF4-FFF2-40B4-BE49-F238E27FC236}">
                  <a16:creationId xmlns:a16="http://schemas.microsoft.com/office/drawing/2014/main" id="{26F9D695-5262-EC3E-F19A-171694DE881E}"/>
                </a:ext>
              </a:extLst>
            </p:cNvPr>
            <p:cNvSpPr/>
            <p:nvPr/>
          </p:nvSpPr>
          <p:spPr>
            <a:xfrm rot="19209652">
              <a:off x="8016367" y="5411825"/>
              <a:ext cx="51144" cy="10228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7B43983-96D7-6A5F-628E-B357B57020F0}"/>
                </a:ext>
              </a:extLst>
            </p:cNvPr>
            <p:cNvSpPr/>
            <p:nvPr/>
          </p:nvSpPr>
          <p:spPr>
            <a:xfrm rot="2714105">
              <a:off x="10396427" y="5524374"/>
              <a:ext cx="65673" cy="10228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6AC72BB4-1947-EB30-4C60-2844FF024186}"/>
                </a:ext>
              </a:extLst>
            </p:cNvPr>
            <p:cNvCxnSpPr>
              <a:cxnSpLocks/>
            </p:cNvCxnSpPr>
            <p:nvPr/>
          </p:nvCxnSpPr>
          <p:spPr>
            <a:xfrm>
              <a:off x="8131274" y="5466648"/>
              <a:ext cx="2204538" cy="8367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8099D67-9766-C967-0410-D07A64D73B81}"/>
                  </a:ext>
                </a:extLst>
              </p:cNvPr>
              <p:cNvSpPr txBox="1"/>
              <p:nvPr/>
            </p:nvSpPr>
            <p:spPr>
              <a:xfrm>
                <a:off x="3865153" y="1317599"/>
                <a:ext cx="886653" cy="378565"/>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𝑖</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08099D67-9766-C967-0410-D07A64D73B81}"/>
                  </a:ext>
                </a:extLst>
              </p:cNvPr>
              <p:cNvSpPr txBox="1">
                <a:spLocks noRot="1" noChangeAspect="1" noMove="1" noResize="1" noEditPoints="1" noAdjustHandles="1" noChangeArrowheads="1" noChangeShapeType="1" noTextEdit="1"/>
              </p:cNvSpPr>
              <p:nvPr/>
            </p:nvSpPr>
            <p:spPr>
              <a:xfrm>
                <a:off x="3865153" y="1317599"/>
                <a:ext cx="886653" cy="378565"/>
              </a:xfrm>
              <a:prstGeom prst="rect">
                <a:avLst/>
              </a:prstGeom>
              <a:blipFill>
                <a:blip r:embed="rId3"/>
                <a:stretch>
                  <a:fillRect b="-161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B9226B9-DCFC-0BAC-5E2B-DBF75C32030F}"/>
                  </a:ext>
                </a:extLst>
              </p:cNvPr>
              <p:cNvSpPr txBox="1"/>
              <p:nvPr/>
            </p:nvSpPr>
            <p:spPr>
              <a:xfrm>
                <a:off x="989153" y="4091860"/>
                <a:ext cx="1153264"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𝜌</m:t>
                      </m:r>
                    </m:oMath>
                  </m:oMathPara>
                </a14:m>
                <a:endParaRPr lang="en-US" dirty="0"/>
              </a:p>
            </p:txBody>
          </p:sp>
        </mc:Choice>
        <mc:Fallback xmlns="">
          <p:sp>
            <p:nvSpPr>
              <p:cNvPr id="31" name="TextBox 30">
                <a:extLst>
                  <a:ext uri="{FF2B5EF4-FFF2-40B4-BE49-F238E27FC236}">
                    <a16:creationId xmlns:a16="http://schemas.microsoft.com/office/drawing/2014/main" id="{4B9226B9-DCFC-0BAC-5E2B-DBF75C32030F}"/>
                  </a:ext>
                </a:extLst>
              </p:cNvPr>
              <p:cNvSpPr txBox="1">
                <a:spLocks noRot="1" noChangeAspect="1" noMove="1" noResize="1" noEditPoints="1" noAdjustHandles="1" noChangeArrowheads="1" noChangeShapeType="1" noTextEdit="1"/>
              </p:cNvSpPr>
              <p:nvPr/>
            </p:nvSpPr>
            <p:spPr>
              <a:xfrm>
                <a:off x="989153" y="4091860"/>
                <a:ext cx="1153264" cy="369332"/>
              </a:xfrm>
              <a:prstGeom prst="rect">
                <a:avLst/>
              </a:prstGeom>
              <a:blipFill>
                <a:blip r:embed="rId4"/>
                <a:stretch>
                  <a:fillRect b="-6557"/>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98A479D7-1324-BEC8-F8BF-AB14FF713D07}"/>
              </a:ext>
            </a:extLst>
          </p:cNvPr>
          <p:cNvGrpSpPr/>
          <p:nvPr/>
        </p:nvGrpSpPr>
        <p:grpSpPr>
          <a:xfrm>
            <a:off x="3438958" y="3964551"/>
            <a:ext cx="1917040" cy="1163779"/>
            <a:chOff x="7793990" y="384701"/>
            <a:chExt cx="3775722" cy="2292130"/>
          </a:xfrm>
        </p:grpSpPr>
        <p:sp>
          <p:nvSpPr>
            <p:cNvPr id="33" name="Freeform: Shape 32">
              <a:extLst>
                <a:ext uri="{FF2B5EF4-FFF2-40B4-BE49-F238E27FC236}">
                  <a16:creationId xmlns:a16="http://schemas.microsoft.com/office/drawing/2014/main" id="{0227E7AE-BE3E-3A46-0203-398D3F191871}"/>
                </a:ext>
              </a:extLst>
            </p:cNvPr>
            <p:cNvSpPr/>
            <p:nvPr/>
          </p:nvSpPr>
          <p:spPr>
            <a:xfrm>
              <a:off x="8849637" y="1422517"/>
              <a:ext cx="1065262" cy="992249"/>
            </a:xfrm>
            <a:custGeom>
              <a:avLst/>
              <a:gdLst>
                <a:gd name="connsiteX0" fmla="*/ 903963 w 1065262"/>
                <a:gd name="connsiteY0" fmla="*/ 20203 h 992249"/>
                <a:gd name="connsiteX1" fmla="*/ 179216 w 1065262"/>
                <a:gd name="connsiteY1" fmla="*/ 67616 h 992249"/>
                <a:gd name="connsiteX2" fmla="*/ 43750 w 1065262"/>
                <a:gd name="connsiteY2" fmla="*/ 562070 h 992249"/>
                <a:gd name="connsiteX3" fmla="*/ 50523 w 1065262"/>
                <a:gd name="connsiteY3" fmla="*/ 988790 h 992249"/>
                <a:gd name="connsiteX4" fmla="*/ 626256 w 1065262"/>
                <a:gd name="connsiteY4" fmla="*/ 744950 h 992249"/>
                <a:gd name="connsiteX5" fmla="*/ 626256 w 1065262"/>
                <a:gd name="connsiteY5" fmla="*/ 413056 h 992249"/>
                <a:gd name="connsiteX6" fmla="*/ 1046203 w 1065262"/>
                <a:gd name="connsiteY6" fmla="*/ 216630 h 992249"/>
                <a:gd name="connsiteX7" fmla="*/ 903963 w 1065262"/>
                <a:gd name="connsiteY7" fmla="*/ 20203 h 99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5262" h="992249">
                  <a:moveTo>
                    <a:pt x="903963" y="20203"/>
                  </a:moveTo>
                  <a:cubicBezTo>
                    <a:pt x="759465" y="-4633"/>
                    <a:pt x="322585" y="-22695"/>
                    <a:pt x="179216" y="67616"/>
                  </a:cubicBezTo>
                  <a:cubicBezTo>
                    <a:pt x="35847" y="157927"/>
                    <a:pt x="65199" y="408541"/>
                    <a:pt x="43750" y="562070"/>
                  </a:cubicBezTo>
                  <a:cubicBezTo>
                    <a:pt x="22301" y="715599"/>
                    <a:pt x="-46561" y="958310"/>
                    <a:pt x="50523" y="988790"/>
                  </a:cubicBezTo>
                  <a:cubicBezTo>
                    <a:pt x="147607" y="1019270"/>
                    <a:pt x="530301" y="840906"/>
                    <a:pt x="626256" y="744950"/>
                  </a:cubicBezTo>
                  <a:cubicBezTo>
                    <a:pt x="722211" y="648994"/>
                    <a:pt x="556265" y="501109"/>
                    <a:pt x="626256" y="413056"/>
                  </a:cubicBezTo>
                  <a:cubicBezTo>
                    <a:pt x="696247" y="325003"/>
                    <a:pt x="996532" y="279848"/>
                    <a:pt x="1046203" y="216630"/>
                  </a:cubicBezTo>
                  <a:cubicBezTo>
                    <a:pt x="1095874" y="153412"/>
                    <a:pt x="1048461" y="45039"/>
                    <a:pt x="903963" y="20203"/>
                  </a:cubicBezTo>
                  <a:close/>
                </a:path>
              </a:pathLst>
            </a:custGeom>
            <a:solidFill>
              <a:schemeClr val="bg1">
                <a:lumMod val="95000"/>
              </a:schemeClr>
            </a:solidFill>
            <a:ln>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4" name="Group 33">
              <a:extLst>
                <a:ext uri="{FF2B5EF4-FFF2-40B4-BE49-F238E27FC236}">
                  <a16:creationId xmlns:a16="http://schemas.microsoft.com/office/drawing/2014/main" id="{77E01EFE-9288-F9D3-4883-ADB7110F3207}"/>
                </a:ext>
              </a:extLst>
            </p:cNvPr>
            <p:cNvGrpSpPr/>
            <p:nvPr/>
          </p:nvGrpSpPr>
          <p:grpSpPr>
            <a:xfrm>
              <a:off x="7793990" y="384701"/>
              <a:ext cx="3775722" cy="2292130"/>
              <a:chOff x="7956550" y="3872968"/>
              <a:chExt cx="3775722" cy="2292130"/>
            </a:xfrm>
          </p:grpSpPr>
          <p:cxnSp>
            <p:nvCxnSpPr>
              <p:cNvPr id="37" name="Straight Connector 36">
                <a:extLst>
                  <a:ext uri="{FF2B5EF4-FFF2-40B4-BE49-F238E27FC236}">
                    <a16:creationId xmlns:a16="http://schemas.microsoft.com/office/drawing/2014/main" id="{DEDF3B12-8850-7983-5145-50269F73D149}"/>
                  </a:ext>
                </a:extLst>
              </p:cNvPr>
              <p:cNvCxnSpPr/>
              <p:nvPr/>
            </p:nvCxnSpPr>
            <p:spPr>
              <a:xfrm>
                <a:off x="9457908" y="4425232"/>
                <a:ext cx="0" cy="1739866"/>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8DF9DA8-A96A-6825-1FCB-AA1945217E89}"/>
                  </a:ext>
                </a:extLst>
              </p:cNvPr>
              <p:cNvCxnSpPr>
                <a:cxnSpLocks/>
              </p:cNvCxnSpPr>
              <p:nvPr/>
            </p:nvCxnSpPr>
            <p:spPr>
              <a:xfrm>
                <a:off x="7956550" y="5295164"/>
                <a:ext cx="3554400"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370B15D0-8FC5-AD87-28F2-ECA35DCC932E}"/>
                  </a:ext>
                </a:extLst>
              </p:cNvPr>
              <p:cNvGrpSpPr/>
              <p:nvPr/>
            </p:nvGrpSpPr>
            <p:grpSpPr>
              <a:xfrm>
                <a:off x="8240006" y="5222444"/>
                <a:ext cx="2679390" cy="72720"/>
                <a:chOff x="1676409" y="2800350"/>
                <a:chExt cx="5867391" cy="233150"/>
              </a:xfrm>
            </p:grpSpPr>
            <p:cxnSp>
              <p:nvCxnSpPr>
                <p:cNvPr id="114" name="Straight Arrow Connector 113">
                  <a:extLst>
                    <a:ext uri="{FF2B5EF4-FFF2-40B4-BE49-F238E27FC236}">
                      <a16:creationId xmlns:a16="http://schemas.microsoft.com/office/drawing/2014/main" id="{70E6E632-1D35-BC04-FDE6-B8DE376BBD99}"/>
                    </a:ext>
                  </a:extLst>
                </p:cNvPr>
                <p:cNvCxnSpPr/>
                <p:nvPr/>
              </p:nvCxnSpPr>
              <p:spPr>
                <a:xfrm flipH="1" flipV="1">
                  <a:off x="4343400"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AE67AFA-8AB4-9B6F-CB76-410ABF982829}"/>
                    </a:ext>
                  </a:extLst>
                </p:cNvPr>
                <p:cNvCxnSpPr/>
                <p:nvPr/>
              </p:nvCxnSpPr>
              <p:spPr>
                <a:xfrm flipH="1" flipV="1">
                  <a:off x="3809997"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D46DC79D-C8B9-BCC4-4FB3-CC64E706CB2E}"/>
                    </a:ext>
                  </a:extLst>
                </p:cNvPr>
                <p:cNvCxnSpPr/>
                <p:nvPr/>
              </p:nvCxnSpPr>
              <p:spPr>
                <a:xfrm flipH="1" flipV="1">
                  <a:off x="4876797"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C1DD4A4-BF75-8272-7764-036EB530EA99}"/>
                    </a:ext>
                  </a:extLst>
                </p:cNvPr>
                <p:cNvCxnSpPr/>
                <p:nvPr/>
              </p:nvCxnSpPr>
              <p:spPr>
                <a:xfrm flipH="1" flipV="1">
                  <a:off x="5410197"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648B8558-B21F-504A-7C9E-E8AF49FC4F9F}"/>
                    </a:ext>
                  </a:extLst>
                </p:cNvPr>
                <p:cNvCxnSpPr/>
                <p:nvPr/>
              </p:nvCxnSpPr>
              <p:spPr>
                <a:xfrm flipH="1" flipV="1">
                  <a:off x="5943597"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3E18EE1D-FC14-6D0E-6476-49CC2848F072}"/>
                    </a:ext>
                  </a:extLst>
                </p:cNvPr>
                <p:cNvCxnSpPr/>
                <p:nvPr/>
              </p:nvCxnSpPr>
              <p:spPr>
                <a:xfrm flipH="1" flipV="1">
                  <a:off x="6476997"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40508626-8658-2606-E7C0-4A743F93DC18}"/>
                    </a:ext>
                  </a:extLst>
                </p:cNvPr>
                <p:cNvCxnSpPr/>
                <p:nvPr/>
              </p:nvCxnSpPr>
              <p:spPr>
                <a:xfrm flipH="1" flipV="1">
                  <a:off x="7010397"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B786B97-EE9C-4B3E-5494-59680174D185}"/>
                    </a:ext>
                  </a:extLst>
                </p:cNvPr>
                <p:cNvCxnSpPr/>
                <p:nvPr/>
              </p:nvCxnSpPr>
              <p:spPr>
                <a:xfrm flipH="1" flipV="1">
                  <a:off x="7543797"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DE9A2BB6-1058-7C32-BFD9-827D8EBD94B2}"/>
                    </a:ext>
                  </a:extLst>
                </p:cNvPr>
                <p:cNvCxnSpPr/>
                <p:nvPr/>
              </p:nvCxnSpPr>
              <p:spPr>
                <a:xfrm flipH="1" flipV="1">
                  <a:off x="3276600"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92FD2AF6-C083-592B-8B33-C3ADD2B2C49A}"/>
                    </a:ext>
                  </a:extLst>
                </p:cNvPr>
                <p:cNvCxnSpPr/>
                <p:nvPr/>
              </p:nvCxnSpPr>
              <p:spPr>
                <a:xfrm flipH="1" flipV="1">
                  <a:off x="2743203"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34CCCDCD-D766-0709-0314-BD03F5134C5D}"/>
                    </a:ext>
                  </a:extLst>
                </p:cNvPr>
                <p:cNvCxnSpPr/>
                <p:nvPr/>
              </p:nvCxnSpPr>
              <p:spPr>
                <a:xfrm flipH="1" flipV="1">
                  <a:off x="2209806"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B71FB9EF-C227-A087-717B-DABBE55CB41B}"/>
                    </a:ext>
                  </a:extLst>
                </p:cNvPr>
                <p:cNvCxnSpPr/>
                <p:nvPr/>
              </p:nvCxnSpPr>
              <p:spPr>
                <a:xfrm flipH="1" flipV="1">
                  <a:off x="1676409" y="2800350"/>
                  <a:ext cx="3" cy="233150"/>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grpSp>
          <p:cxnSp>
            <p:nvCxnSpPr>
              <p:cNvPr id="40" name="Straight Arrow Connector 39">
                <a:extLst>
                  <a:ext uri="{FF2B5EF4-FFF2-40B4-BE49-F238E27FC236}">
                    <a16:creationId xmlns:a16="http://schemas.microsoft.com/office/drawing/2014/main" id="{9C74465B-9678-CE0C-2AEF-2273D115CBBC}"/>
                  </a:ext>
                </a:extLst>
              </p:cNvPr>
              <p:cNvCxnSpPr/>
              <p:nvPr/>
            </p:nvCxnSpPr>
            <p:spPr>
              <a:xfrm flipV="1">
                <a:off x="9457910" y="5016786"/>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70B9D23-8C66-B7E2-48CC-A08B802357F3}"/>
                  </a:ext>
                </a:extLst>
              </p:cNvPr>
              <p:cNvCxnSpPr/>
              <p:nvPr/>
            </p:nvCxnSpPr>
            <p:spPr>
              <a:xfrm flipV="1">
                <a:off x="9701491" y="5014202"/>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92A2010-0188-7973-A980-8D02BF3EF95F}"/>
                  </a:ext>
                </a:extLst>
              </p:cNvPr>
              <p:cNvCxnSpPr/>
              <p:nvPr/>
            </p:nvCxnSpPr>
            <p:spPr>
              <a:xfrm flipV="1">
                <a:off x="9945072" y="5016786"/>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6D7AF83-5761-7427-AC57-2AD004085AFC}"/>
                  </a:ext>
                </a:extLst>
              </p:cNvPr>
              <p:cNvCxnSpPr/>
              <p:nvPr/>
            </p:nvCxnSpPr>
            <p:spPr>
              <a:xfrm flipV="1">
                <a:off x="10188654" y="5019370"/>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70C07E7-9661-DDB7-0D7D-B6C19E3D57E7}"/>
                  </a:ext>
                </a:extLst>
              </p:cNvPr>
              <p:cNvCxnSpPr/>
              <p:nvPr/>
            </p:nvCxnSpPr>
            <p:spPr>
              <a:xfrm flipV="1">
                <a:off x="10432235" y="5021955"/>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F2B354B-4FCA-0F2B-21FD-11BFED28911E}"/>
                  </a:ext>
                </a:extLst>
              </p:cNvPr>
              <p:cNvCxnSpPr/>
              <p:nvPr/>
            </p:nvCxnSpPr>
            <p:spPr>
              <a:xfrm flipV="1">
                <a:off x="10675816" y="502453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3537B8F-AB7C-5C14-FF32-64B5F56439A7}"/>
                  </a:ext>
                </a:extLst>
              </p:cNvPr>
              <p:cNvCxnSpPr/>
              <p:nvPr/>
            </p:nvCxnSpPr>
            <p:spPr>
              <a:xfrm flipV="1">
                <a:off x="10919397" y="5027123"/>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BA11AEF-22F9-4B36-5300-4D37CFD572A6}"/>
                  </a:ext>
                </a:extLst>
              </p:cNvPr>
              <p:cNvCxnSpPr/>
              <p:nvPr/>
            </p:nvCxnSpPr>
            <p:spPr>
              <a:xfrm flipV="1">
                <a:off x="9214327" y="5016786"/>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EF86648-A847-5362-1E97-121AACD41F1D}"/>
                  </a:ext>
                </a:extLst>
              </p:cNvPr>
              <p:cNvCxnSpPr/>
              <p:nvPr/>
            </p:nvCxnSpPr>
            <p:spPr>
              <a:xfrm flipV="1">
                <a:off x="8970744" y="5017293"/>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6A07429-7144-5B14-34A9-26B6B13143A7}"/>
                  </a:ext>
                </a:extLst>
              </p:cNvPr>
              <p:cNvCxnSpPr/>
              <p:nvPr/>
            </p:nvCxnSpPr>
            <p:spPr>
              <a:xfrm flipV="1">
                <a:off x="8727161" y="501779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A7D2B66-7BFE-3DAC-6439-AA6D32B81A51}"/>
                  </a:ext>
                </a:extLst>
              </p:cNvPr>
              <p:cNvCxnSpPr/>
              <p:nvPr/>
            </p:nvCxnSpPr>
            <p:spPr>
              <a:xfrm flipV="1">
                <a:off x="8483578" y="5018306"/>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5D10CE7-1A41-F9B7-1800-F6F019E81040}"/>
                  </a:ext>
                </a:extLst>
              </p:cNvPr>
              <p:cNvCxnSpPr/>
              <p:nvPr/>
            </p:nvCxnSpPr>
            <p:spPr>
              <a:xfrm flipV="1">
                <a:off x="8239994" y="5018812"/>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F9B6D6D-6E3A-78A4-373D-4E4B12336E73}"/>
                  </a:ext>
                </a:extLst>
              </p:cNvPr>
              <p:cNvCxnSpPr/>
              <p:nvPr/>
            </p:nvCxnSpPr>
            <p:spPr>
              <a:xfrm flipV="1">
                <a:off x="9457908" y="479189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6686E118-80E7-39E8-7F55-20AD0BE91F12}"/>
                  </a:ext>
                </a:extLst>
              </p:cNvPr>
              <p:cNvCxnSpPr/>
              <p:nvPr/>
            </p:nvCxnSpPr>
            <p:spPr>
              <a:xfrm flipV="1">
                <a:off x="9700267" y="478931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6FB8C87-3826-41AB-677E-50261D967140}"/>
                  </a:ext>
                </a:extLst>
              </p:cNvPr>
              <p:cNvCxnSpPr/>
              <p:nvPr/>
            </p:nvCxnSpPr>
            <p:spPr>
              <a:xfrm flipV="1">
                <a:off x="9943848" y="478931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FAACF66-5E96-89C5-35F7-7364B5F99636}"/>
                  </a:ext>
                </a:extLst>
              </p:cNvPr>
              <p:cNvCxnSpPr/>
              <p:nvPr/>
            </p:nvCxnSpPr>
            <p:spPr>
              <a:xfrm flipV="1">
                <a:off x="10187429" y="478931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8217B3F-C0AE-8E2F-FA40-41950947AEB3}"/>
                  </a:ext>
                </a:extLst>
              </p:cNvPr>
              <p:cNvCxnSpPr/>
              <p:nvPr/>
            </p:nvCxnSpPr>
            <p:spPr>
              <a:xfrm flipV="1">
                <a:off x="10431011" y="478931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501B389-054E-B964-F8EA-02DAD83335F0}"/>
                  </a:ext>
                </a:extLst>
              </p:cNvPr>
              <p:cNvCxnSpPr/>
              <p:nvPr/>
            </p:nvCxnSpPr>
            <p:spPr>
              <a:xfrm flipV="1">
                <a:off x="10674592" y="478931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FA136E0-C5CB-D343-7661-44B867663126}"/>
                  </a:ext>
                </a:extLst>
              </p:cNvPr>
              <p:cNvCxnSpPr/>
              <p:nvPr/>
            </p:nvCxnSpPr>
            <p:spPr>
              <a:xfrm flipV="1">
                <a:off x="10918173" y="478931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E60D930A-865C-966B-57D5-4C36AE17EF0B}"/>
                  </a:ext>
                </a:extLst>
              </p:cNvPr>
              <p:cNvCxnSpPr/>
              <p:nvPr/>
            </p:nvCxnSpPr>
            <p:spPr>
              <a:xfrm flipV="1">
                <a:off x="9214327" y="478931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72C58BB-1E13-EBE6-7F44-A411E4225D46}"/>
                  </a:ext>
                </a:extLst>
              </p:cNvPr>
              <p:cNvCxnSpPr/>
              <p:nvPr/>
            </p:nvCxnSpPr>
            <p:spPr>
              <a:xfrm flipV="1">
                <a:off x="8970746" y="478672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7ABE139-9426-A0CD-6F07-5B6C129E04A9}"/>
                  </a:ext>
                </a:extLst>
              </p:cNvPr>
              <p:cNvCxnSpPr/>
              <p:nvPr/>
            </p:nvCxnSpPr>
            <p:spPr>
              <a:xfrm flipV="1">
                <a:off x="8727164" y="478414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413C995-0E96-172D-C651-F286AF790450}"/>
                  </a:ext>
                </a:extLst>
              </p:cNvPr>
              <p:cNvCxnSpPr/>
              <p:nvPr/>
            </p:nvCxnSpPr>
            <p:spPr>
              <a:xfrm flipV="1">
                <a:off x="8483583" y="478155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FBA3EDD-4573-69C1-E93E-01FCC2B011E1}"/>
                  </a:ext>
                </a:extLst>
              </p:cNvPr>
              <p:cNvCxnSpPr/>
              <p:nvPr/>
            </p:nvCxnSpPr>
            <p:spPr>
              <a:xfrm flipV="1">
                <a:off x="8240002" y="4778970"/>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3F2EC5F-FD14-4E05-BEA0-A6619A63CB10}"/>
                  </a:ext>
                </a:extLst>
              </p:cNvPr>
              <p:cNvCxnSpPr/>
              <p:nvPr/>
            </p:nvCxnSpPr>
            <p:spPr>
              <a:xfrm flipV="1">
                <a:off x="9457908"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EAAB227-6953-CA47-167A-98CB07962CE2}"/>
                  </a:ext>
                </a:extLst>
              </p:cNvPr>
              <p:cNvCxnSpPr/>
              <p:nvPr/>
            </p:nvCxnSpPr>
            <p:spPr>
              <a:xfrm flipV="1">
                <a:off x="9701489"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C20AAEC-B07B-298C-ECDE-EF44A794BC47}"/>
                  </a:ext>
                </a:extLst>
              </p:cNvPr>
              <p:cNvCxnSpPr/>
              <p:nvPr/>
            </p:nvCxnSpPr>
            <p:spPr>
              <a:xfrm flipV="1">
                <a:off x="9945071"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40F0848-1E8A-0868-BE44-85667FC2CABC}"/>
                  </a:ext>
                </a:extLst>
              </p:cNvPr>
              <p:cNvCxnSpPr/>
              <p:nvPr/>
            </p:nvCxnSpPr>
            <p:spPr>
              <a:xfrm flipV="1">
                <a:off x="10188652"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97EDA16-3141-E72D-A090-01B8DF74C731}"/>
                  </a:ext>
                </a:extLst>
              </p:cNvPr>
              <p:cNvCxnSpPr/>
              <p:nvPr/>
            </p:nvCxnSpPr>
            <p:spPr>
              <a:xfrm flipV="1">
                <a:off x="10432233"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4C45343-E119-EA50-435C-E7F1C2775810}"/>
                  </a:ext>
                </a:extLst>
              </p:cNvPr>
              <p:cNvCxnSpPr/>
              <p:nvPr/>
            </p:nvCxnSpPr>
            <p:spPr>
              <a:xfrm flipV="1">
                <a:off x="10675814"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CFC7F09-3467-C50C-3970-11868D5A34C7}"/>
                  </a:ext>
                </a:extLst>
              </p:cNvPr>
              <p:cNvCxnSpPr/>
              <p:nvPr/>
            </p:nvCxnSpPr>
            <p:spPr>
              <a:xfrm flipV="1">
                <a:off x="10919396"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EA77D76-5D60-DA94-0B53-027BC317894F}"/>
                  </a:ext>
                </a:extLst>
              </p:cNvPr>
              <p:cNvCxnSpPr/>
              <p:nvPr/>
            </p:nvCxnSpPr>
            <p:spPr>
              <a:xfrm flipV="1">
                <a:off x="9214327"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2808B41-2D27-2DCD-0122-59FD26AD07A5}"/>
                  </a:ext>
                </a:extLst>
              </p:cNvPr>
              <p:cNvCxnSpPr/>
              <p:nvPr/>
            </p:nvCxnSpPr>
            <p:spPr>
              <a:xfrm flipV="1">
                <a:off x="8970746"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B973E62-21C2-4602-D86E-D6DAFCF0E45A}"/>
                  </a:ext>
                </a:extLst>
              </p:cNvPr>
              <p:cNvCxnSpPr/>
              <p:nvPr/>
            </p:nvCxnSpPr>
            <p:spPr>
              <a:xfrm flipV="1">
                <a:off x="8727164"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F05D7AB-75B8-6DA3-29D3-D23443F34728}"/>
                  </a:ext>
                </a:extLst>
              </p:cNvPr>
              <p:cNvCxnSpPr/>
              <p:nvPr/>
            </p:nvCxnSpPr>
            <p:spPr>
              <a:xfrm flipV="1">
                <a:off x="8483583"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29AFD95-84F3-59A4-E8DB-88408BD22012}"/>
                  </a:ext>
                </a:extLst>
              </p:cNvPr>
              <p:cNvCxnSpPr/>
              <p:nvPr/>
            </p:nvCxnSpPr>
            <p:spPr>
              <a:xfrm flipV="1">
                <a:off x="8240002" y="4564421"/>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9D604E2-7DDB-B641-E47B-AE941258C17D}"/>
                  </a:ext>
                </a:extLst>
              </p:cNvPr>
              <p:cNvCxnSpPr/>
              <p:nvPr/>
            </p:nvCxnSpPr>
            <p:spPr>
              <a:xfrm flipH="1" flipV="1">
                <a:off x="9353516"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4C94DD7C-3571-2CB2-D9BB-98923BD3CA52}"/>
                  </a:ext>
                </a:extLst>
              </p:cNvPr>
              <p:cNvCxnSpPr/>
              <p:nvPr/>
            </p:nvCxnSpPr>
            <p:spPr>
              <a:xfrm flipH="1" flipV="1">
                <a:off x="9109935"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00EAD65-DB45-7BDE-7083-2E84C5AC1952}"/>
                  </a:ext>
                </a:extLst>
              </p:cNvPr>
              <p:cNvCxnSpPr/>
              <p:nvPr/>
            </p:nvCxnSpPr>
            <p:spPr>
              <a:xfrm flipH="1" flipV="1">
                <a:off x="8866354"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1B91E45-3DD8-BA65-F7C4-051723AFB08E}"/>
                  </a:ext>
                </a:extLst>
              </p:cNvPr>
              <p:cNvCxnSpPr/>
              <p:nvPr/>
            </p:nvCxnSpPr>
            <p:spPr>
              <a:xfrm flipH="1" flipV="1">
                <a:off x="8622772"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C13B27B6-7C19-F9A9-23A6-D1DB0AD9853A}"/>
                  </a:ext>
                </a:extLst>
              </p:cNvPr>
              <p:cNvCxnSpPr/>
              <p:nvPr/>
            </p:nvCxnSpPr>
            <p:spPr>
              <a:xfrm flipH="1" flipV="1">
                <a:off x="8379191"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7B8CF99-491F-5B99-6589-A582C4A3E5DE}"/>
                  </a:ext>
                </a:extLst>
              </p:cNvPr>
              <p:cNvCxnSpPr/>
              <p:nvPr/>
            </p:nvCxnSpPr>
            <p:spPr>
              <a:xfrm flipH="1" flipV="1">
                <a:off x="8135610"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59B937F9-722D-FE28-3E98-CEF0140C5397}"/>
                  </a:ext>
                </a:extLst>
              </p:cNvPr>
              <p:cNvCxnSpPr/>
              <p:nvPr/>
            </p:nvCxnSpPr>
            <p:spPr>
              <a:xfrm flipH="1" flipV="1">
                <a:off x="9597099"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75E4912-ED18-615C-73C2-AB2C6057B634}"/>
                  </a:ext>
                </a:extLst>
              </p:cNvPr>
              <p:cNvCxnSpPr/>
              <p:nvPr/>
            </p:nvCxnSpPr>
            <p:spPr>
              <a:xfrm flipH="1" flipV="1">
                <a:off x="9840682"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4873809F-8F48-65D8-9291-E4049F5D160C}"/>
                  </a:ext>
                </a:extLst>
              </p:cNvPr>
              <p:cNvCxnSpPr/>
              <p:nvPr/>
            </p:nvCxnSpPr>
            <p:spPr>
              <a:xfrm flipH="1" flipV="1">
                <a:off x="10084265"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D02703B8-2A69-113D-EB4A-8490F130A2FC}"/>
                  </a:ext>
                </a:extLst>
              </p:cNvPr>
              <p:cNvCxnSpPr/>
              <p:nvPr/>
            </p:nvCxnSpPr>
            <p:spPr>
              <a:xfrm flipH="1" flipV="1">
                <a:off x="10327848"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293D5DF3-1C29-2EF0-D4CF-B95FE11E249C}"/>
                  </a:ext>
                </a:extLst>
              </p:cNvPr>
              <p:cNvCxnSpPr/>
              <p:nvPr/>
            </p:nvCxnSpPr>
            <p:spPr>
              <a:xfrm flipH="1" flipV="1">
                <a:off x="10571432"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4624BFB-0B7C-174B-1C1B-255B8961AF6F}"/>
                  </a:ext>
                </a:extLst>
              </p:cNvPr>
              <p:cNvCxnSpPr/>
              <p:nvPr/>
            </p:nvCxnSpPr>
            <p:spPr>
              <a:xfrm flipH="1" flipV="1">
                <a:off x="10815015" y="5503949"/>
                <a:ext cx="104390" cy="3738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D49CAF77-AB2E-CE38-4757-FAE2C9607278}"/>
                  </a:ext>
                </a:extLst>
              </p:cNvPr>
              <p:cNvCxnSpPr/>
              <p:nvPr/>
            </p:nvCxnSpPr>
            <p:spPr>
              <a:xfrm flipH="1" flipV="1">
                <a:off x="9318719"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10045441-0261-17D9-5016-DE1C587C18A8}"/>
                  </a:ext>
                </a:extLst>
              </p:cNvPr>
              <p:cNvCxnSpPr/>
              <p:nvPr/>
            </p:nvCxnSpPr>
            <p:spPr>
              <a:xfrm flipH="1" flipV="1">
                <a:off x="9075138"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9AFBBB65-FC06-EB56-A48E-0135BAFC8782}"/>
                  </a:ext>
                </a:extLst>
              </p:cNvPr>
              <p:cNvCxnSpPr/>
              <p:nvPr/>
            </p:nvCxnSpPr>
            <p:spPr>
              <a:xfrm flipH="1" flipV="1">
                <a:off x="8831556"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CF5E1732-A738-74C7-5445-53B9471C216F}"/>
                  </a:ext>
                </a:extLst>
              </p:cNvPr>
              <p:cNvCxnSpPr/>
              <p:nvPr/>
            </p:nvCxnSpPr>
            <p:spPr>
              <a:xfrm flipH="1" flipV="1">
                <a:off x="8587975"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8C2083EA-3A83-6D55-5DEA-C137F322CC58}"/>
                  </a:ext>
                </a:extLst>
              </p:cNvPr>
              <p:cNvCxnSpPr/>
              <p:nvPr/>
            </p:nvCxnSpPr>
            <p:spPr>
              <a:xfrm flipH="1" flipV="1">
                <a:off x="8344394"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4A7C53EF-15E2-EE6C-4956-5BB8D2DBA969}"/>
                  </a:ext>
                </a:extLst>
              </p:cNvPr>
              <p:cNvCxnSpPr/>
              <p:nvPr/>
            </p:nvCxnSpPr>
            <p:spPr>
              <a:xfrm flipH="1" flipV="1">
                <a:off x="8100813"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5C3FDBDB-ABF7-7EDC-DE35-12146914CD59}"/>
                  </a:ext>
                </a:extLst>
              </p:cNvPr>
              <p:cNvCxnSpPr/>
              <p:nvPr/>
            </p:nvCxnSpPr>
            <p:spPr>
              <a:xfrm flipH="1" flipV="1">
                <a:off x="9561078"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F64F79B0-22D9-7B51-C25A-67748DB690B2}"/>
                  </a:ext>
                </a:extLst>
              </p:cNvPr>
              <p:cNvCxnSpPr/>
              <p:nvPr/>
            </p:nvCxnSpPr>
            <p:spPr>
              <a:xfrm flipH="1" flipV="1">
                <a:off x="9803436"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59816495-5DF4-35EC-533D-5A2E7CE4F97B}"/>
                  </a:ext>
                </a:extLst>
              </p:cNvPr>
              <p:cNvCxnSpPr/>
              <p:nvPr/>
            </p:nvCxnSpPr>
            <p:spPr>
              <a:xfrm flipH="1" flipV="1">
                <a:off x="10045795"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C9203919-B43B-B5B6-3C5E-462D1FF9FCA4}"/>
                  </a:ext>
                </a:extLst>
              </p:cNvPr>
              <p:cNvCxnSpPr/>
              <p:nvPr/>
            </p:nvCxnSpPr>
            <p:spPr>
              <a:xfrm flipH="1" flipV="1">
                <a:off x="10288154"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1EACD0FB-852A-D859-87C2-4BD10B0B3131}"/>
                  </a:ext>
                </a:extLst>
              </p:cNvPr>
              <p:cNvCxnSpPr/>
              <p:nvPr/>
            </p:nvCxnSpPr>
            <p:spPr>
              <a:xfrm flipH="1" flipV="1">
                <a:off x="10530513"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D2CE7EB-FCC4-D80A-85D3-480909DEE38C}"/>
                  </a:ext>
                </a:extLst>
              </p:cNvPr>
              <p:cNvCxnSpPr/>
              <p:nvPr/>
            </p:nvCxnSpPr>
            <p:spPr>
              <a:xfrm flipH="1" flipV="1">
                <a:off x="10772871" y="5763635"/>
                <a:ext cx="140412"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807072B-E21B-EAFB-9077-9C6D9435CF12}"/>
                  </a:ext>
                </a:extLst>
              </p:cNvPr>
              <p:cNvCxnSpPr/>
              <p:nvPr/>
            </p:nvCxnSpPr>
            <p:spPr>
              <a:xfrm flipH="1" flipV="1">
                <a:off x="9249124"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067CA0BC-9191-6C27-914E-1A5792C331B1}"/>
                  </a:ext>
                </a:extLst>
              </p:cNvPr>
              <p:cNvCxnSpPr/>
              <p:nvPr/>
            </p:nvCxnSpPr>
            <p:spPr>
              <a:xfrm flipH="1" flipV="1">
                <a:off x="9005543"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CD5C877D-F2AE-BDA2-5FE4-EDF2F19E7498}"/>
                  </a:ext>
                </a:extLst>
              </p:cNvPr>
              <p:cNvCxnSpPr/>
              <p:nvPr/>
            </p:nvCxnSpPr>
            <p:spPr>
              <a:xfrm flipH="1" flipV="1">
                <a:off x="8761962"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6E3736B0-C120-57F1-ECCD-1E464958FA8C}"/>
                  </a:ext>
                </a:extLst>
              </p:cNvPr>
              <p:cNvCxnSpPr/>
              <p:nvPr/>
            </p:nvCxnSpPr>
            <p:spPr>
              <a:xfrm flipH="1" flipV="1">
                <a:off x="8518380"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3CAAEEBD-2329-6BFE-5E06-25EA75F1F949}"/>
                  </a:ext>
                </a:extLst>
              </p:cNvPr>
              <p:cNvCxnSpPr/>
              <p:nvPr/>
            </p:nvCxnSpPr>
            <p:spPr>
              <a:xfrm flipH="1" flipV="1">
                <a:off x="8274799"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07FA2E75-6EE6-E1F2-3EA6-BFE8EAFBD5A8}"/>
                  </a:ext>
                </a:extLst>
              </p:cNvPr>
              <p:cNvCxnSpPr/>
              <p:nvPr/>
            </p:nvCxnSpPr>
            <p:spPr>
              <a:xfrm flipH="1" flipV="1">
                <a:off x="8031218"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56A79F67-6B7C-3ADD-C194-60380FB7DAD2}"/>
                  </a:ext>
                </a:extLst>
              </p:cNvPr>
              <p:cNvCxnSpPr/>
              <p:nvPr/>
            </p:nvCxnSpPr>
            <p:spPr>
              <a:xfrm flipH="1" flipV="1">
                <a:off x="9492705"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4522CA44-7557-2D17-8ABA-A5FEA179167F}"/>
                  </a:ext>
                </a:extLst>
              </p:cNvPr>
              <p:cNvCxnSpPr/>
              <p:nvPr/>
            </p:nvCxnSpPr>
            <p:spPr>
              <a:xfrm flipH="1" flipV="1">
                <a:off x="9736287"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C1475C41-95CD-EC8E-0C70-13DE00DFCD63}"/>
                  </a:ext>
                </a:extLst>
              </p:cNvPr>
              <p:cNvCxnSpPr/>
              <p:nvPr/>
            </p:nvCxnSpPr>
            <p:spPr>
              <a:xfrm flipH="1" flipV="1">
                <a:off x="9979868"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14CCA7F4-DACD-AB15-22F3-BB4C8EA590E5}"/>
                  </a:ext>
                </a:extLst>
              </p:cNvPr>
              <p:cNvCxnSpPr/>
              <p:nvPr/>
            </p:nvCxnSpPr>
            <p:spPr>
              <a:xfrm flipH="1" flipV="1">
                <a:off x="10223449"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0321B8B2-7C70-F563-0CB9-B4E91F2BE6CA}"/>
                  </a:ext>
                </a:extLst>
              </p:cNvPr>
              <p:cNvCxnSpPr/>
              <p:nvPr/>
            </p:nvCxnSpPr>
            <p:spPr>
              <a:xfrm flipH="1" flipV="1">
                <a:off x="10467030"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65A1B57E-8A4F-4E6D-FC00-8ED06D53E813}"/>
                  </a:ext>
                </a:extLst>
              </p:cNvPr>
              <p:cNvCxnSpPr/>
              <p:nvPr/>
            </p:nvCxnSpPr>
            <p:spPr>
              <a:xfrm flipH="1" flipV="1">
                <a:off x="10710612" y="6007217"/>
                <a:ext cx="208784" cy="18692"/>
              </a:xfrm>
              <a:prstGeom prst="straightConnector1">
                <a:avLst/>
              </a:prstGeom>
              <a:ln>
                <a:headEnd type="none" w="med" len="med"/>
                <a:tailEnd type="triangle" w="sm" len="s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A117C9C0-72E4-CCD3-9D4D-43836B4372C1}"/>
                      </a:ext>
                    </a:extLst>
                  </p:cNvPr>
                  <p:cNvSpPr txBox="1"/>
                  <p:nvPr/>
                </p:nvSpPr>
                <p:spPr>
                  <a:xfrm>
                    <a:off x="11089465" y="5080774"/>
                    <a:ext cx="642807" cy="606185"/>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𝑞</m:t>
                          </m:r>
                        </m:oMath>
                      </m:oMathPara>
                    </a14:m>
                    <a:endParaRPr lang="en-US" sz="1400" dirty="0"/>
                  </a:p>
                </p:txBody>
              </p:sp>
            </mc:Choice>
            <mc:Fallback xmlns="">
              <p:sp>
                <p:nvSpPr>
                  <p:cNvPr id="112" name="TextBox 111">
                    <a:extLst>
                      <a:ext uri="{FF2B5EF4-FFF2-40B4-BE49-F238E27FC236}">
                        <a16:creationId xmlns:a16="http://schemas.microsoft.com/office/drawing/2014/main" id="{A117C9C0-72E4-CCD3-9D4D-43836B4372C1}"/>
                      </a:ext>
                    </a:extLst>
                  </p:cNvPr>
                  <p:cNvSpPr txBox="1">
                    <a:spLocks noRot="1" noChangeAspect="1" noMove="1" noResize="1" noEditPoints="1" noAdjustHandles="1" noChangeArrowheads="1" noChangeShapeType="1" noTextEdit="1"/>
                  </p:cNvSpPr>
                  <p:nvPr/>
                </p:nvSpPr>
                <p:spPr>
                  <a:xfrm>
                    <a:off x="11089465" y="5080774"/>
                    <a:ext cx="642807" cy="606185"/>
                  </a:xfrm>
                  <a:prstGeom prst="rect">
                    <a:avLst/>
                  </a:prstGeom>
                  <a:blipFill>
                    <a:blip r:embed="rId5"/>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F9502892-130D-BE81-0592-A6F84DCC59F6}"/>
                      </a:ext>
                    </a:extLst>
                  </p:cNvPr>
                  <p:cNvSpPr txBox="1"/>
                  <p:nvPr/>
                </p:nvSpPr>
                <p:spPr>
                  <a:xfrm>
                    <a:off x="9358664" y="3872968"/>
                    <a:ext cx="642682" cy="606185"/>
                  </a:xfrm>
                  <a:prstGeom prst="rect">
                    <a:avLst/>
                  </a:prstGeom>
                  <a:noFill/>
                </p:spPr>
                <p:txBody>
                  <a:bodyPr wrap="none" rtlCol="0">
                    <a:spAutoFit/>
                  </a:bodyPr>
                  <a:lstStyle/>
                  <a:p>
                    <a:pPr/>
                    <a14:m>
                      <m:oMathPara xmlns:m="http://schemas.openxmlformats.org/officeDocument/2006/math">
                        <m:oMath>
                          <m:r>
                            <a:rPr lang="en-US" sz="1400" b="0" i="1" dirty="0" smtClean="0">
                              <a:latin typeface="Cambria Math"/>
                            </a:rPr>
                            <m:t>𝑝</m:t>
                          </m:r>
                        </m:oMath>
                      </m:oMathPara>
                    </a14:m>
                    <a:endParaRPr lang="en-US" sz="1400" dirty="0"/>
                  </a:p>
                </p:txBody>
              </p:sp>
            </mc:Choice>
            <mc:Fallback xmlns="">
              <p:sp>
                <p:nvSpPr>
                  <p:cNvPr id="113" name="TextBox 112">
                    <a:extLst>
                      <a:ext uri="{FF2B5EF4-FFF2-40B4-BE49-F238E27FC236}">
                        <a16:creationId xmlns:a16="http://schemas.microsoft.com/office/drawing/2014/main" id="{F9502892-130D-BE81-0592-A6F84DCC59F6}"/>
                      </a:ext>
                    </a:extLst>
                  </p:cNvPr>
                  <p:cNvSpPr txBox="1">
                    <a:spLocks noRot="1" noChangeAspect="1" noMove="1" noResize="1" noEditPoints="1" noAdjustHandles="1" noChangeArrowheads="1" noChangeShapeType="1" noTextEdit="1"/>
                  </p:cNvSpPr>
                  <p:nvPr/>
                </p:nvSpPr>
                <p:spPr>
                  <a:xfrm>
                    <a:off x="9358664" y="3872968"/>
                    <a:ext cx="642682" cy="606185"/>
                  </a:xfrm>
                  <a:prstGeom prst="rect">
                    <a:avLst/>
                  </a:prstGeom>
                  <a:blipFill>
                    <a:blip r:embed="rId6"/>
                    <a:stretch>
                      <a:fillRect/>
                    </a:stretch>
                  </a:blipFill>
                </p:spPr>
                <p:txBody>
                  <a:bodyPr/>
                  <a:lstStyle/>
                  <a:p>
                    <a:r>
                      <a:rPr lang="en-US">
                        <a:noFill/>
                      </a:rPr>
                      <a:t> </a:t>
                    </a:r>
                  </a:p>
                </p:txBody>
              </p:sp>
            </mc:Fallback>
          </mc:AlternateContent>
        </p:grpSp>
      </p:grpSp>
      <p:sp>
        <p:nvSpPr>
          <p:cNvPr id="126" name="Oval 125">
            <a:extLst>
              <a:ext uri="{FF2B5EF4-FFF2-40B4-BE49-F238E27FC236}">
                <a16:creationId xmlns:a16="http://schemas.microsoft.com/office/drawing/2014/main" id="{259C423C-C3C3-3202-3655-E5353B4601B1}"/>
              </a:ext>
            </a:extLst>
          </p:cNvPr>
          <p:cNvSpPr/>
          <p:nvPr/>
        </p:nvSpPr>
        <p:spPr>
          <a:xfrm>
            <a:off x="1413066" y="2777968"/>
            <a:ext cx="282574" cy="282574"/>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chemeClr val="tx1"/>
                  </a:solidFill>
                </a:ln>
                <a:solidFill>
                  <a:schemeClr val="tx1"/>
                </a:solidFill>
              </a:rPr>
              <a:t>+</a:t>
            </a:r>
          </a:p>
        </p:txBody>
      </p:sp>
      <p:cxnSp>
        <p:nvCxnSpPr>
          <p:cNvPr id="128" name="Straight Arrow Connector 127">
            <a:extLst>
              <a:ext uri="{FF2B5EF4-FFF2-40B4-BE49-F238E27FC236}">
                <a16:creationId xmlns:a16="http://schemas.microsoft.com/office/drawing/2014/main" id="{9645E6F1-211D-C951-0FBA-7B291C34358D}"/>
              </a:ext>
            </a:extLst>
          </p:cNvPr>
          <p:cNvCxnSpPr>
            <a:cxnSpLocks/>
            <a:stCxn id="6" idx="2"/>
            <a:endCxn id="126" idx="0"/>
          </p:cNvCxnSpPr>
          <p:nvPr/>
        </p:nvCxnSpPr>
        <p:spPr>
          <a:xfrm flipH="1">
            <a:off x="1554353" y="2510381"/>
            <a:ext cx="11433" cy="2675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FCD3CF7C-4A20-C3A0-94A4-7B107D8F747C}"/>
              </a:ext>
            </a:extLst>
          </p:cNvPr>
          <p:cNvCxnSpPr>
            <a:stCxn id="7" idx="0"/>
            <a:endCxn id="126" idx="4"/>
          </p:cNvCxnSpPr>
          <p:nvPr/>
        </p:nvCxnSpPr>
        <p:spPr>
          <a:xfrm flipV="1">
            <a:off x="1554353" y="3060542"/>
            <a:ext cx="0" cy="272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FFB26A0B-6A06-7C2C-BAB7-8D82072946E8}"/>
              </a:ext>
            </a:extLst>
          </p:cNvPr>
          <p:cNvCxnSpPr>
            <a:stCxn id="126" idx="6"/>
            <a:endCxn id="12" idx="1"/>
          </p:cNvCxnSpPr>
          <p:nvPr/>
        </p:nvCxnSpPr>
        <p:spPr>
          <a:xfrm flipV="1">
            <a:off x="1695640" y="2140007"/>
            <a:ext cx="1846094" cy="779248"/>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C0FA960D-19CD-AF74-3350-E3E95A338725}"/>
              </a:ext>
            </a:extLst>
          </p:cNvPr>
          <p:cNvSpPr/>
          <p:nvPr/>
        </p:nvSpPr>
        <p:spPr>
          <a:xfrm>
            <a:off x="4167192" y="2740740"/>
            <a:ext cx="282574" cy="282574"/>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chemeClr val="tx1"/>
                  </a:solidFill>
                </a:ln>
                <a:solidFill>
                  <a:schemeClr val="tx1"/>
                </a:solidFill>
              </a:rPr>
              <a:t>+</a:t>
            </a:r>
          </a:p>
        </p:txBody>
      </p:sp>
      <p:cxnSp>
        <p:nvCxnSpPr>
          <p:cNvPr id="135" name="Straight Arrow Connector 134">
            <a:extLst>
              <a:ext uri="{FF2B5EF4-FFF2-40B4-BE49-F238E27FC236}">
                <a16:creationId xmlns:a16="http://schemas.microsoft.com/office/drawing/2014/main" id="{87F270DE-15CA-6235-5119-51B79E4FD572}"/>
              </a:ext>
            </a:extLst>
          </p:cNvPr>
          <p:cNvCxnSpPr>
            <a:cxnSpLocks/>
            <a:stCxn id="12" idx="2"/>
            <a:endCxn id="134" idx="0"/>
          </p:cNvCxnSpPr>
          <p:nvPr/>
        </p:nvCxnSpPr>
        <p:spPr>
          <a:xfrm flipH="1">
            <a:off x="4308479" y="2515136"/>
            <a:ext cx="3491" cy="225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FAD08E7C-4241-F56D-FFE3-386E3D20A0F5}"/>
              </a:ext>
            </a:extLst>
          </p:cNvPr>
          <p:cNvCxnSpPr>
            <a:cxnSpLocks/>
            <a:stCxn id="11" idx="0"/>
            <a:endCxn id="134" idx="4"/>
          </p:cNvCxnSpPr>
          <p:nvPr/>
        </p:nvCxnSpPr>
        <p:spPr>
          <a:xfrm flipH="1" flipV="1">
            <a:off x="4308479" y="3023314"/>
            <a:ext cx="2" cy="199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21F8705C-2F3F-E6C9-F94F-6238C6DEB9CA}"/>
              </a:ext>
            </a:extLst>
          </p:cNvPr>
          <p:cNvCxnSpPr>
            <a:cxnSpLocks/>
            <a:stCxn id="134" idx="6"/>
            <a:endCxn id="10" idx="1"/>
          </p:cNvCxnSpPr>
          <p:nvPr/>
        </p:nvCxnSpPr>
        <p:spPr>
          <a:xfrm flipV="1">
            <a:off x="4449766" y="2143596"/>
            <a:ext cx="1849364" cy="73843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5" name="Oval 144">
            <a:extLst>
              <a:ext uri="{FF2B5EF4-FFF2-40B4-BE49-F238E27FC236}">
                <a16:creationId xmlns:a16="http://schemas.microsoft.com/office/drawing/2014/main" id="{6964F762-E8C5-68E2-5EDC-04BE8F469704}"/>
              </a:ext>
            </a:extLst>
          </p:cNvPr>
          <p:cNvSpPr/>
          <p:nvPr/>
        </p:nvSpPr>
        <p:spPr>
          <a:xfrm>
            <a:off x="6921320" y="2742677"/>
            <a:ext cx="282574" cy="282574"/>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chemeClr val="tx1"/>
                  </a:solidFill>
                </a:ln>
                <a:solidFill>
                  <a:schemeClr val="tx1"/>
                </a:solidFill>
              </a:rPr>
              <a:t>+</a:t>
            </a:r>
          </a:p>
        </p:txBody>
      </p:sp>
      <p:cxnSp>
        <p:nvCxnSpPr>
          <p:cNvPr id="146" name="Straight Arrow Connector 145">
            <a:extLst>
              <a:ext uri="{FF2B5EF4-FFF2-40B4-BE49-F238E27FC236}">
                <a16:creationId xmlns:a16="http://schemas.microsoft.com/office/drawing/2014/main" id="{C2BC4786-532F-D7EA-6627-1091685AFF94}"/>
              </a:ext>
            </a:extLst>
          </p:cNvPr>
          <p:cNvCxnSpPr>
            <a:cxnSpLocks/>
            <a:endCxn id="145" idx="0"/>
          </p:cNvCxnSpPr>
          <p:nvPr/>
        </p:nvCxnSpPr>
        <p:spPr>
          <a:xfrm flipH="1">
            <a:off x="7062607" y="2517073"/>
            <a:ext cx="3491" cy="225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07DFA825-0EA6-8DA9-24E5-AC040915EBEF}"/>
              </a:ext>
            </a:extLst>
          </p:cNvPr>
          <p:cNvCxnSpPr>
            <a:cxnSpLocks/>
            <a:stCxn id="13" idx="0"/>
            <a:endCxn id="145" idx="4"/>
          </p:cNvCxnSpPr>
          <p:nvPr/>
        </p:nvCxnSpPr>
        <p:spPr>
          <a:xfrm flipH="1" flipV="1">
            <a:off x="7062607" y="3025251"/>
            <a:ext cx="6759" cy="384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74624EBB-D92B-98B5-A27F-0FB9253548BD}"/>
              </a:ext>
            </a:extLst>
          </p:cNvPr>
          <p:cNvCxnSpPr>
            <a:cxnSpLocks/>
            <a:stCxn id="145" idx="6"/>
            <a:endCxn id="14" idx="1"/>
          </p:cNvCxnSpPr>
          <p:nvPr/>
        </p:nvCxnSpPr>
        <p:spPr>
          <a:xfrm flipV="1">
            <a:off x="7203894" y="2146633"/>
            <a:ext cx="2031551" cy="73733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0" name="TextBox 149">
            <a:extLst>
              <a:ext uri="{FF2B5EF4-FFF2-40B4-BE49-F238E27FC236}">
                <a16:creationId xmlns:a16="http://schemas.microsoft.com/office/drawing/2014/main" id="{95E2AC72-3E18-E37F-33E3-8F229AF1B3EB}"/>
              </a:ext>
            </a:extLst>
          </p:cNvPr>
          <p:cNvSpPr txBox="1"/>
          <p:nvPr/>
        </p:nvSpPr>
        <p:spPr>
          <a:xfrm>
            <a:off x="7085728" y="3088818"/>
            <a:ext cx="569387" cy="307777"/>
          </a:xfrm>
          <a:prstGeom prst="rect">
            <a:avLst/>
          </a:prstGeom>
          <a:noFill/>
        </p:spPr>
        <p:txBody>
          <a:bodyPr wrap="none" rtlCol="0">
            <a:spAutoFit/>
          </a:bodyPr>
          <a:lstStyle/>
          <a:p>
            <a:r>
              <a:rPr lang="en-US" sz="1400" dirty="0"/>
              <a:t>weak</a:t>
            </a:r>
          </a:p>
        </p:txBody>
      </p:sp>
      <p:sp>
        <p:nvSpPr>
          <p:cNvPr id="151" name="Oval 150">
            <a:extLst>
              <a:ext uri="{FF2B5EF4-FFF2-40B4-BE49-F238E27FC236}">
                <a16:creationId xmlns:a16="http://schemas.microsoft.com/office/drawing/2014/main" id="{04749430-EA4A-B5A9-21D3-462B9AD10A2E}"/>
              </a:ext>
            </a:extLst>
          </p:cNvPr>
          <p:cNvSpPr/>
          <p:nvPr/>
        </p:nvSpPr>
        <p:spPr>
          <a:xfrm>
            <a:off x="8512761" y="3088818"/>
            <a:ext cx="282574" cy="282574"/>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a:solidFill>
                    <a:schemeClr val="tx1"/>
                  </a:solidFill>
                </a:ln>
                <a:solidFill>
                  <a:schemeClr val="tx1"/>
                </a:solidFill>
              </a:rPr>
              <a:t>+</a:t>
            </a:r>
          </a:p>
        </p:txBody>
      </p:sp>
      <p:cxnSp>
        <p:nvCxnSpPr>
          <p:cNvPr id="152" name="Straight Arrow Connector 151">
            <a:extLst>
              <a:ext uri="{FF2B5EF4-FFF2-40B4-BE49-F238E27FC236}">
                <a16:creationId xmlns:a16="http://schemas.microsoft.com/office/drawing/2014/main" id="{D14A3EB6-D352-7B14-DB0A-FEC413A29169}"/>
              </a:ext>
            </a:extLst>
          </p:cNvPr>
          <p:cNvCxnSpPr>
            <a:cxnSpLocks/>
            <a:stCxn id="13" idx="3"/>
            <a:endCxn id="151" idx="2"/>
          </p:cNvCxnSpPr>
          <p:nvPr/>
        </p:nvCxnSpPr>
        <p:spPr>
          <a:xfrm flipV="1">
            <a:off x="7839601" y="3230105"/>
            <a:ext cx="673160" cy="554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1FB3FC72-7386-3D4B-46B8-C4BDFB01CC54}"/>
              </a:ext>
            </a:extLst>
          </p:cNvPr>
          <p:cNvCxnSpPr>
            <a:cxnSpLocks/>
            <a:stCxn id="14" idx="2"/>
            <a:endCxn id="151" idx="7"/>
          </p:cNvCxnSpPr>
          <p:nvPr/>
        </p:nvCxnSpPr>
        <p:spPr>
          <a:xfrm flipH="1">
            <a:off x="8753953" y="2521762"/>
            <a:ext cx="1251728" cy="608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2D9CA8E0-869A-21F6-82EA-64E0B885D5A5}"/>
              </a:ext>
            </a:extLst>
          </p:cNvPr>
          <p:cNvCxnSpPr>
            <a:cxnSpLocks/>
            <a:stCxn id="151" idx="5"/>
            <a:endCxn id="15" idx="1"/>
          </p:cNvCxnSpPr>
          <p:nvPr/>
        </p:nvCxnSpPr>
        <p:spPr>
          <a:xfrm flipV="1">
            <a:off x="8753953" y="3315375"/>
            <a:ext cx="1291348" cy="14635"/>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F5B45126-0D6F-F4DD-F156-927821F1C914}"/>
              </a:ext>
            </a:extLst>
          </p:cNvPr>
          <p:cNvSpPr txBox="1"/>
          <p:nvPr/>
        </p:nvSpPr>
        <p:spPr>
          <a:xfrm>
            <a:off x="7892461" y="3536616"/>
            <a:ext cx="417102" cy="307777"/>
          </a:xfrm>
          <a:prstGeom prst="rect">
            <a:avLst/>
          </a:prstGeom>
          <a:noFill/>
        </p:spPr>
        <p:txBody>
          <a:bodyPr wrap="none" rtlCol="0">
            <a:spAutoFit/>
          </a:bodyPr>
          <a:lstStyle/>
          <a:p>
            <a:r>
              <a:rPr lang="en-US" sz="1400" dirty="0"/>
              <a:t>full</a:t>
            </a:r>
          </a:p>
        </p:txBody>
      </p:sp>
      <p:grpSp>
        <p:nvGrpSpPr>
          <p:cNvPr id="127" name="Group 126">
            <a:extLst>
              <a:ext uri="{FF2B5EF4-FFF2-40B4-BE49-F238E27FC236}">
                <a16:creationId xmlns:a16="http://schemas.microsoft.com/office/drawing/2014/main" id="{5E252A5E-F58F-AB4C-9DC9-20136877CCD1}"/>
              </a:ext>
            </a:extLst>
          </p:cNvPr>
          <p:cNvGrpSpPr/>
          <p:nvPr/>
        </p:nvGrpSpPr>
        <p:grpSpPr>
          <a:xfrm>
            <a:off x="5838694" y="4185860"/>
            <a:ext cx="2236262" cy="1106629"/>
            <a:chOff x="5838694" y="5424727"/>
            <a:chExt cx="2236262" cy="1106629"/>
          </a:xfrm>
        </p:grpSpPr>
        <p:grpSp>
          <p:nvGrpSpPr>
            <p:cNvPr id="168" name="Group 167">
              <a:extLst>
                <a:ext uri="{FF2B5EF4-FFF2-40B4-BE49-F238E27FC236}">
                  <a16:creationId xmlns:a16="http://schemas.microsoft.com/office/drawing/2014/main" id="{D9EF30CA-3D12-DC7B-E8FC-22016C1F7FA9}"/>
                </a:ext>
              </a:extLst>
            </p:cNvPr>
            <p:cNvGrpSpPr/>
            <p:nvPr/>
          </p:nvGrpSpPr>
          <p:grpSpPr>
            <a:xfrm>
              <a:off x="5838694" y="5424727"/>
              <a:ext cx="1128449" cy="1106629"/>
              <a:chOff x="6096000" y="5436371"/>
              <a:chExt cx="1128449" cy="1106629"/>
            </a:xfrm>
          </p:grpSpPr>
          <p:cxnSp>
            <p:nvCxnSpPr>
              <p:cNvPr id="162" name="Straight Connector 161">
                <a:extLst>
                  <a:ext uri="{FF2B5EF4-FFF2-40B4-BE49-F238E27FC236}">
                    <a16:creationId xmlns:a16="http://schemas.microsoft.com/office/drawing/2014/main" id="{C63580EB-C759-CF5E-8217-5E32714AA173}"/>
                  </a:ext>
                </a:extLst>
              </p:cNvPr>
              <p:cNvCxnSpPr/>
              <p:nvPr/>
            </p:nvCxnSpPr>
            <p:spPr>
              <a:xfrm>
                <a:off x="6566609" y="5659621"/>
                <a:ext cx="0" cy="883379"/>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4F737220-5F02-F4FA-19BF-F2F1DC252D16}"/>
                  </a:ext>
                </a:extLst>
              </p:cNvPr>
              <p:cNvCxnSpPr>
                <a:cxnSpLocks/>
              </p:cNvCxnSpPr>
              <p:nvPr/>
            </p:nvCxnSpPr>
            <p:spPr>
              <a:xfrm>
                <a:off x="6096000" y="6101223"/>
                <a:ext cx="1028700" cy="1327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4B76D2B8-25F1-497E-CAB0-07D1D830DD6A}"/>
                      </a:ext>
                    </a:extLst>
                  </p:cNvPr>
                  <p:cNvSpPr txBox="1"/>
                  <p:nvPr/>
                </p:nvSpPr>
                <p:spPr>
                  <a:xfrm>
                    <a:off x="6898078" y="5828668"/>
                    <a:ext cx="326371"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𝑞</m:t>
                          </m:r>
                        </m:oMath>
                      </m:oMathPara>
                    </a14:m>
                    <a:endParaRPr lang="en-US" sz="1400" dirty="0"/>
                  </a:p>
                </p:txBody>
              </p:sp>
            </mc:Choice>
            <mc:Fallback xmlns="">
              <p:sp>
                <p:nvSpPr>
                  <p:cNvPr id="164" name="TextBox 163">
                    <a:extLst>
                      <a:ext uri="{FF2B5EF4-FFF2-40B4-BE49-F238E27FC236}">
                        <a16:creationId xmlns:a16="http://schemas.microsoft.com/office/drawing/2014/main" id="{4B76D2B8-25F1-497E-CAB0-07D1D830DD6A}"/>
                      </a:ext>
                    </a:extLst>
                  </p:cNvPr>
                  <p:cNvSpPr txBox="1">
                    <a:spLocks noRot="1" noChangeAspect="1" noMove="1" noResize="1" noEditPoints="1" noAdjustHandles="1" noChangeArrowheads="1" noChangeShapeType="1" noTextEdit="1"/>
                  </p:cNvSpPr>
                  <p:nvPr/>
                </p:nvSpPr>
                <p:spPr>
                  <a:xfrm>
                    <a:off x="6898078" y="5828668"/>
                    <a:ext cx="326371"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846BC504-3408-F131-D8D2-330ED2D7E288}"/>
                      </a:ext>
                    </a:extLst>
                  </p:cNvPr>
                  <p:cNvSpPr txBox="1"/>
                  <p:nvPr/>
                </p:nvSpPr>
                <p:spPr>
                  <a:xfrm>
                    <a:off x="6516220" y="5436371"/>
                    <a:ext cx="326308" cy="307777"/>
                  </a:xfrm>
                  <a:prstGeom prst="rect">
                    <a:avLst/>
                  </a:prstGeom>
                  <a:noFill/>
                </p:spPr>
                <p:txBody>
                  <a:bodyPr wrap="none" rtlCol="0">
                    <a:spAutoFit/>
                  </a:bodyPr>
                  <a:lstStyle/>
                  <a:p>
                    <a:pPr/>
                    <a14:m>
                      <m:oMathPara xmlns:m="http://schemas.openxmlformats.org/officeDocument/2006/math">
                        <m:oMath>
                          <m:r>
                            <a:rPr lang="en-US" sz="1400" b="0" i="1" dirty="0" smtClean="0">
                              <a:latin typeface="Cambria Math"/>
                            </a:rPr>
                            <m:t>𝑝</m:t>
                          </m:r>
                        </m:oMath>
                      </m:oMathPara>
                    </a14:m>
                    <a:endParaRPr lang="en-US" sz="1400" dirty="0"/>
                  </a:p>
                </p:txBody>
              </p:sp>
            </mc:Choice>
            <mc:Fallback xmlns="">
              <p:sp>
                <p:nvSpPr>
                  <p:cNvPr id="165" name="TextBox 164">
                    <a:extLst>
                      <a:ext uri="{FF2B5EF4-FFF2-40B4-BE49-F238E27FC236}">
                        <a16:creationId xmlns:a16="http://schemas.microsoft.com/office/drawing/2014/main" id="{846BC504-3408-F131-D8D2-330ED2D7E288}"/>
                      </a:ext>
                    </a:extLst>
                  </p:cNvPr>
                  <p:cNvSpPr txBox="1">
                    <a:spLocks noRot="1" noChangeAspect="1" noMove="1" noResize="1" noEditPoints="1" noAdjustHandles="1" noChangeArrowheads="1" noChangeShapeType="1" noTextEdit="1"/>
                  </p:cNvSpPr>
                  <p:nvPr/>
                </p:nvSpPr>
                <p:spPr>
                  <a:xfrm>
                    <a:off x="6516220" y="5436371"/>
                    <a:ext cx="326308" cy="307777"/>
                  </a:xfrm>
                  <a:prstGeom prst="rect">
                    <a:avLst/>
                  </a:prstGeom>
                  <a:blipFill>
                    <a:blip r:embed="rId8"/>
                    <a:stretch>
                      <a:fillRect b="-2000"/>
                    </a:stretch>
                  </a:blipFill>
                </p:spPr>
                <p:txBody>
                  <a:bodyPr/>
                  <a:lstStyle/>
                  <a:p>
                    <a:r>
                      <a:rPr lang="en-US">
                        <a:noFill/>
                      </a:rPr>
                      <a:t> </a:t>
                    </a:r>
                  </a:p>
                </p:txBody>
              </p:sp>
            </mc:Fallback>
          </mc:AlternateContent>
        </p:grpSp>
        <p:cxnSp>
          <p:nvCxnSpPr>
            <p:cNvPr id="170" name="Straight Connector 169">
              <a:extLst>
                <a:ext uri="{FF2B5EF4-FFF2-40B4-BE49-F238E27FC236}">
                  <a16:creationId xmlns:a16="http://schemas.microsoft.com/office/drawing/2014/main" id="{FC1241B0-C49B-EC0F-F199-04A4C2E3B0CE}"/>
                </a:ext>
              </a:extLst>
            </p:cNvPr>
            <p:cNvCxnSpPr/>
            <p:nvPr/>
          </p:nvCxnSpPr>
          <p:spPr>
            <a:xfrm>
              <a:off x="7496066" y="5673649"/>
              <a:ext cx="0" cy="725398"/>
            </a:xfrm>
            <a:prstGeom prst="line">
              <a:avLst/>
            </a:prstGeom>
          </p:spPr>
          <p:style>
            <a:lnRef idx="1">
              <a:schemeClr val="dk1"/>
            </a:lnRef>
            <a:fillRef idx="0">
              <a:schemeClr val="dk1"/>
            </a:fillRef>
            <a:effectRef idx="0">
              <a:schemeClr val="dk1"/>
            </a:effectRef>
            <a:fontRef idx="minor">
              <a:schemeClr val="tx1"/>
            </a:fontRef>
          </p:style>
        </p:cxnSp>
        <p:cxnSp>
          <p:nvCxnSpPr>
            <p:cNvPr id="172" name="Straight Connector 171">
              <a:extLst>
                <a:ext uri="{FF2B5EF4-FFF2-40B4-BE49-F238E27FC236}">
                  <a16:creationId xmlns:a16="http://schemas.microsoft.com/office/drawing/2014/main" id="{A03FA0C6-C8C0-6252-4A17-0C5D66BBACEA}"/>
                </a:ext>
              </a:extLst>
            </p:cNvPr>
            <p:cNvCxnSpPr/>
            <p:nvPr/>
          </p:nvCxnSpPr>
          <p:spPr>
            <a:xfrm flipV="1">
              <a:off x="7253155" y="5816590"/>
              <a:ext cx="515435" cy="447050"/>
            </a:xfrm>
            <a:prstGeom prst="line">
              <a:avLst/>
            </a:prstGeom>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E03D5BA6-6D8A-83A0-456A-BBD3DA7E9579}"/>
                </a:ext>
              </a:extLst>
            </p:cNvPr>
            <p:cNvCxnSpPr/>
            <p:nvPr/>
          </p:nvCxnSpPr>
          <p:spPr>
            <a:xfrm>
              <a:off x="7318964" y="5947394"/>
              <a:ext cx="573497" cy="342730"/>
            </a:xfrm>
            <a:prstGeom prst="line">
              <a:avLst/>
            </a:prstGeom>
          </p:spPr>
          <p:style>
            <a:lnRef idx="1">
              <a:schemeClr val="dk1"/>
            </a:lnRef>
            <a:fillRef idx="0">
              <a:schemeClr val="dk1"/>
            </a:fillRef>
            <a:effectRef idx="0">
              <a:schemeClr val="dk1"/>
            </a:effectRef>
            <a:fontRef idx="minor">
              <a:schemeClr val="tx1"/>
            </a:fontRef>
          </p:style>
        </p:cxnSp>
        <p:sp>
          <p:nvSpPr>
            <p:cNvPr id="175" name="Freeform: Shape 174">
              <a:extLst>
                <a:ext uri="{FF2B5EF4-FFF2-40B4-BE49-F238E27FC236}">
                  <a16:creationId xmlns:a16="http://schemas.microsoft.com/office/drawing/2014/main" id="{EB72B691-0926-B67D-914A-B77B6ED5BDFD}"/>
                </a:ext>
              </a:extLst>
            </p:cNvPr>
            <p:cNvSpPr/>
            <p:nvPr/>
          </p:nvSpPr>
          <p:spPr>
            <a:xfrm>
              <a:off x="7223760" y="5870988"/>
              <a:ext cx="746760" cy="205962"/>
            </a:xfrm>
            <a:custGeom>
              <a:avLst/>
              <a:gdLst>
                <a:gd name="connsiteX0" fmla="*/ 0 w 746760"/>
                <a:gd name="connsiteY0" fmla="*/ 205962 h 205962"/>
                <a:gd name="connsiteX1" fmla="*/ 209550 w 746760"/>
                <a:gd name="connsiteY1" fmla="*/ 222 h 205962"/>
                <a:gd name="connsiteX2" fmla="*/ 396240 w 746760"/>
                <a:gd name="connsiteY2" fmla="*/ 164052 h 205962"/>
                <a:gd name="connsiteX3" fmla="*/ 556260 w 746760"/>
                <a:gd name="connsiteY3" fmla="*/ 68802 h 205962"/>
                <a:gd name="connsiteX4" fmla="*/ 746760 w 746760"/>
                <a:gd name="connsiteY4" fmla="*/ 175482 h 205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60" h="205962">
                  <a:moveTo>
                    <a:pt x="0" y="205962"/>
                  </a:moveTo>
                  <a:cubicBezTo>
                    <a:pt x="71755" y="106584"/>
                    <a:pt x="143510" y="7207"/>
                    <a:pt x="209550" y="222"/>
                  </a:cubicBezTo>
                  <a:cubicBezTo>
                    <a:pt x="275590" y="-6763"/>
                    <a:pt x="338455" y="152622"/>
                    <a:pt x="396240" y="164052"/>
                  </a:cubicBezTo>
                  <a:cubicBezTo>
                    <a:pt x="454025" y="175482"/>
                    <a:pt x="497840" y="66897"/>
                    <a:pt x="556260" y="68802"/>
                  </a:cubicBezTo>
                  <a:cubicBezTo>
                    <a:pt x="614680" y="70707"/>
                    <a:pt x="680720" y="123094"/>
                    <a:pt x="746760" y="17548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2F266571-5ACA-EE5A-5FA5-AC9DE988491B}"/>
                    </a:ext>
                  </a:extLst>
                </p:cNvPr>
                <p:cNvSpPr txBox="1"/>
                <p:nvPr/>
              </p:nvSpPr>
              <p:spPr>
                <a:xfrm>
                  <a:off x="7284877" y="5513107"/>
                  <a:ext cx="296299" cy="276999"/>
                </a:xfrm>
                <a:prstGeom prst="rect">
                  <a:avLst/>
                </a:prstGeom>
                <a:noFill/>
              </p:spPr>
              <p:txBody>
                <a:bodyPr wrap="none" rtlCol="0">
                  <a:spAutoFit/>
                </a:bodyPr>
                <a:lstStyle/>
                <a:p>
                  <a:pPr/>
                  <a14:m>
                    <m:oMathPara xmlns:m="http://schemas.openxmlformats.org/officeDocument/2006/math">
                      <m:oMath>
                        <m:r>
                          <a:rPr lang="en-US" sz="1200" b="0" i="1" smtClean="0">
                            <a:latin typeface="Cambria Math" panose="02040503050406030204" pitchFamily="18" charset="0"/>
                          </a:rPr>
                          <m:t>𝑧</m:t>
                        </m:r>
                      </m:oMath>
                    </m:oMathPara>
                  </a14:m>
                  <a:endParaRPr lang="en-US" sz="1200" dirty="0"/>
                </a:p>
              </p:txBody>
            </p:sp>
          </mc:Choice>
          <mc:Fallback xmlns="">
            <p:sp>
              <p:nvSpPr>
                <p:cNvPr id="176" name="TextBox 175">
                  <a:extLst>
                    <a:ext uri="{FF2B5EF4-FFF2-40B4-BE49-F238E27FC236}">
                      <a16:creationId xmlns:a16="http://schemas.microsoft.com/office/drawing/2014/main" id="{2F266571-5ACA-EE5A-5FA5-AC9DE988491B}"/>
                    </a:ext>
                  </a:extLst>
                </p:cNvPr>
                <p:cNvSpPr txBox="1">
                  <a:spLocks noRot="1" noChangeAspect="1" noMove="1" noResize="1" noEditPoints="1" noAdjustHandles="1" noChangeArrowheads="1" noChangeShapeType="1" noTextEdit="1"/>
                </p:cNvSpPr>
                <p:nvPr/>
              </p:nvSpPr>
              <p:spPr>
                <a:xfrm>
                  <a:off x="7284877" y="5513107"/>
                  <a:ext cx="296299" cy="27699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8F3EF7D0-7D7E-14D8-D34D-CBBBA6EB9D7A}"/>
                    </a:ext>
                  </a:extLst>
                </p:cNvPr>
                <p:cNvSpPr txBox="1"/>
                <p:nvPr/>
              </p:nvSpPr>
              <p:spPr>
                <a:xfrm>
                  <a:off x="7768590" y="6063047"/>
                  <a:ext cx="306366" cy="276999"/>
                </a:xfrm>
                <a:prstGeom prst="rect">
                  <a:avLst/>
                </a:prstGeom>
                <a:noFill/>
              </p:spPr>
              <p:txBody>
                <a:bodyPr wrap="none" rtlCol="0">
                  <a:spAutoFit/>
                </a:bodyPr>
                <a:lstStyle/>
                <a:p>
                  <a:pPr/>
                  <a14:m>
                    <m:oMathPara xmlns:m="http://schemas.openxmlformats.org/officeDocument/2006/math">
                      <m:oMath>
                        <m:r>
                          <a:rPr lang="en-US" sz="1200" b="0" i="1" smtClean="0">
                            <a:latin typeface="Cambria Math" panose="02040503050406030204" pitchFamily="18" charset="0"/>
                          </a:rPr>
                          <m:t>𝑥</m:t>
                        </m:r>
                      </m:oMath>
                    </m:oMathPara>
                  </a14:m>
                  <a:endParaRPr lang="en-US" sz="1200" dirty="0"/>
                </a:p>
              </p:txBody>
            </p:sp>
          </mc:Choice>
          <mc:Fallback xmlns="">
            <p:sp>
              <p:nvSpPr>
                <p:cNvPr id="177" name="TextBox 176">
                  <a:extLst>
                    <a:ext uri="{FF2B5EF4-FFF2-40B4-BE49-F238E27FC236}">
                      <a16:creationId xmlns:a16="http://schemas.microsoft.com/office/drawing/2014/main" id="{8F3EF7D0-7D7E-14D8-D34D-CBBBA6EB9D7A}"/>
                    </a:ext>
                  </a:extLst>
                </p:cNvPr>
                <p:cNvSpPr txBox="1">
                  <a:spLocks noRot="1" noChangeAspect="1" noMove="1" noResize="1" noEditPoints="1" noAdjustHandles="1" noChangeArrowheads="1" noChangeShapeType="1" noTextEdit="1"/>
                </p:cNvSpPr>
                <p:nvPr/>
              </p:nvSpPr>
              <p:spPr>
                <a:xfrm>
                  <a:off x="7768590" y="6063047"/>
                  <a:ext cx="306366" cy="27699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DAE1C117-CC2B-D8D5-48C2-1D94CA107498}"/>
                    </a:ext>
                  </a:extLst>
                </p:cNvPr>
                <p:cNvSpPr txBox="1"/>
                <p:nvPr/>
              </p:nvSpPr>
              <p:spPr>
                <a:xfrm>
                  <a:off x="7624431" y="5595720"/>
                  <a:ext cx="309123" cy="276999"/>
                </a:xfrm>
                <a:prstGeom prst="rect">
                  <a:avLst/>
                </a:prstGeom>
                <a:noFill/>
              </p:spPr>
              <p:txBody>
                <a:bodyPr wrap="none" rtlCol="0">
                  <a:spAutoFit/>
                </a:bodyPr>
                <a:lstStyle/>
                <a:p>
                  <a:pPr/>
                  <a14:m>
                    <m:oMathPara xmlns:m="http://schemas.openxmlformats.org/officeDocument/2006/math">
                      <m:oMath>
                        <m:r>
                          <a:rPr lang="en-US" sz="1200" b="0" i="1" smtClean="0">
                            <a:latin typeface="Cambria Math" panose="02040503050406030204" pitchFamily="18" charset="0"/>
                          </a:rPr>
                          <m:t>𝑦</m:t>
                        </m:r>
                      </m:oMath>
                    </m:oMathPara>
                  </a14:m>
                  <a:endParaRPr lang="en-US" sz="1200" dirty="0"/>
                </a:p>
              </p:txBody>
            </p:sp>
          </mc:Choice>
          <mc:Fallback xmlns="">
            <p:sp>
              <p:nvSpPr>
                <p:cNvPr id="178" name="TextBox 177">
                  <a:extLst>
                    <a:ext uri="{FF2B5EF4-FFF2-40B4-BE49-F238E27FC236}">
                      <a16:creationId xmlns:a16="http://schemas.microsoft.com/office/drawing/2014/main" id="{DAE1C117-CC2B-D8D5-48C2-1D94CA107498}"/>
                    </a:ext>
                  </a:extLst>
                </p:cNvPr>
                <p:cNvSpPr txBox="1">
                  <a:spLocks noRot="1" noChangeAspect="1" noMove="1" noResize="1" noEditPoints="1" noAdjustHandles="1" noChangeArrowheads="1" noChangeShapeType="1" noTextEdit="1"/>
                </p:cNvSpPr>
                <p:nvPr/>
              </p:nvSpPr>
              <p:spPr>
                <a:xfrm>
                  <a:off x="7624431" y="5595720"/>
                  <a:ext cx="309123" cy="276999"/>
                </a:xfrm>
                <a:prstGeom prst="rect">
                  <a:avLst/>
                </a:prstGeom>
                <a:blipFill>
                  <a:blip r:embed="rId11"/>
                  <a:stretch>
                    <a:fillRect/>
                  </a:stretch>
                </a:blipFill>
              </p:spPr>
              <p:txBody>
                <a:bodyPr/>
                <a:lstStyle/>
                <a:p>
                  <a:r>
                    <a:rPr lang="en-US">
                      <a:noFill/>
                    </a:rPr>
                    <a:t> </a:t>
                  </a:r>
                </a:p>
              </p:txBody>
            </p:sp>
          </mc:Fallback>
        </mc:AlternateContent>
        <p:sp>
          <p:nvSpPr>
            <p:cNvPr id="179" name="Oval 178">
              <a:extLst>
                <a:ext uri="{FF2B5EF4-FFF2-40B4-BE49-F238E27FC236}">
                  <a16:creationId xmlns:a16="http://schemas.microsoft.com/office/drawing/2014/main" id="{953095B7-9449-6215-F8A4-B4E3570A6E47}"/>
                </a:ext>
              </a:extLst>
            </p:cNvPr>
            <p:cNvSpPr/>
            <p:nvPr/>
          </p:nvSpPr>
          <p:spPr>
            <a:xfrm>
              <a:off x="6484620" y="582526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1" name="Straight Arrow Connector 180">
              <a:extLst>
                <a:ext uri="{FF2B5EF4-FFF2-40B4-BE49-F238E27FC236}">
                  <a16:creationId xmlns:a16="http://schemas.microsoft.com/office/drawing/2014/main" id="{C814B14A-82AE-7D9D-6380-120B22890F7B}"/>
                </a:ext>
              </a:extLst>
            </p:cNvPr>
            <p:cNvCxnSpPr>
              <a:cxnSpLocks/>
            </p:cNvCxnSpPr>
            <p:nvPr/>
          </p:nvCxnSpPr>
          <p:spPr>
            <a:xfrm>
              <a:off x="6591456" y="5850640"/>
              <a:ext cx="632304" cy="96754"/>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440D2121-AF35-8D49-0034-7FEA5F6464A1}"/>
                  </a:ext>
                </a:extLst>
              </p:cNvPr>
              <p:cNvSpPr txBox="1"/>
              <p:nvPr/>
            </p:nvSpPr>
            <p:spPr>
              <a:xfrm>
                <a:off x="6062592" y="1143043"/>
                <a:ext cx="985141" cy="568554"/>
              </a:xfrm>
              <a:prstGeom prst="rect">
                <a:avLst/>
              </a:prstGeom>
              <a:noFill/>
            </p:spPr>
            <p:txBody>
              <a:bodyPr wrap="none" rtlCol="0">
                <a:spAutoFit/>
              </a:bodyPr>
              <a:lstStyle/>
              <a:p>
                <a:pPr/>
                <a14:m>
                  <m:oMathPara xmlns:m="http://schemas.openxmlformats.org/officeDocument/2006/math">
                    <m:oMath>
                      <m:f>
                        <m:fPr>
                          <m:ctrlPr>
                            <a:rPr lang="en-US" sz="1400" b="0" i="1" smtClean="0">
                              <a:latin typeface="Cambria Math"/>
                            </a:rPr>
                          </m:ctrlPr>
                        </m:fPr>
                        <m:num>
                          <m:r>
                            <a:rPr lang="en-US" sz="1400" b="0" i="1" smtClean="0">
                              <a:latin typeface="Cambria Math"/>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𝑞</m:t>
                              </m:r>
                            </m:e>
                            <m:sup>
                              <m:r>
                                <a:rPr lang="en-US" sz="1400" b="0" i="1" smtClean="0">
                                  <a:latin typeface="Cambria Math" panose="02040503050406030204" pitchFamily="18" charset="0"/>
                                </a:rPr>
                                <m:t>𝑖</m:t>
                              </m:r>
                            </m:sup>
                          </m:sSup>
                        </m:num>
                        <m:den>
                          <m:r>
                            <a:rPr lang="en-US" sz="1400" b="0" i="1" smtClean="0">
                              <a:latin typeface="Cambria Math"/>
                            </a:rPr>
                            <m:t>𝑑𝑡</m:t>
                          </m:r>
                        </m:den>
                      </m:f>
                      <m:r>
                        <a:rPr lang="en-US" sz="1400" i="1">
                          <a:latin typeface="Cambria Math"/>
                        </a:rPr>
                        <m:t>=</m:t>
                      </m:r>
                      <m:f>
                        <m:fPr>
                          <m:ctrlPr>
                            <a:rPr lang="en-US" sz="1400" i="1">
                              <a:latin typeface="Cambria Math"/>
                            </a:rPr>
                          </m:ctrlPr>
                        </m:fPr>
                        <m:num>
                          <m:r>
                            <a:rPr lang="en-US" sz="1400" i="1">
                              <a:latin typeface="Cambria Math"/>
                            </a:rPr>
                            <m:t>𝜕</m:t>
                          </m:r>
                          <m:r>
                            <a:rPr lang="en-US" sz="1400" i="1">
                              <a:latin typeface="Cambria Math"/>
                            </a:rPr>
                            <m:t>𝐻</m:t>
                          </m:r>
                        </m:num>
                        <m:den>
                          <m:r>
                            <a:rPr lang="en-US" sz="1400" i="1">
                              <a:latin typeface="Cambria Math"/>
                            </a:rPr>
                            <m:t>𝜕</m:t>
                          </m:r>
                          <m:sSub>
                            <m:sSubPr>
                              <m:ctrlPr>
                                <a:rPr lang="en-US" sz="1400" i="1">
                                  <a:latin typeface="Cambria Math"/>
                                </a:rPr>
                              </m:ctrlPr>
                            </m:sSubPr>
                            <m:e>
                              <m:r>
                                <a:rPr lang="en-US" sz="1400" i="1">
                                  <a:latin typeface="Cambria Math"/>
                                </a:rPr>
                                <m:t>𝑝</m:t>
                              </m:r>
                            </m:e>
                            <m:sub>
                              <m:r>
                                <a:rPr lang="en-US" sz="1400" b="0" i="1" smtClean="0">
                                  <a:latin typeface="Cambria Math" panose="02040503050406030204" pitchFamily="18" charset="0"/>
                                </a:rPr>
                                <m:t>𝑖</m:t>
                              </m:r>
                            </m:sub>
                          </m:sSub>
                        </m:den>
                      </m:f>
                    </m:oMath>
                  </m:oMathPara>
                </a14:m>
                <a:endParaRPr lang="en-US" sz="1400" dirty="0"/>
              </a:p>
            </p:txBody>
          </p:sp>
        </mc:Choice>
        <mc:Fallback xmlns="">
          <p:sp>
            <p:nvSpPr>
              <p:cNvPr id="183" name="TextBox 182">
                <a:extLst>
                  <a:ext uri="{FF2B5EF4-FFF2-40B4-BE49-F238E27FC236}">
                    <a16:creationId xmlns:a16="http://schemas.microsoft.com/office/drawing/2014/main" id="{440D2121-AF35-8D49-0034-7FEA5F6464A1}"/>
                  </a:ext>
                </a:extLst>
              </p:cNvPr>
              <p:cNvSpPr txBox="1">
                <a:spLocks noRot="1" noChangeAspect="1" noMove="1" noResize="1" noEditPoints="1" noAdjustHandles="1" noChangeArrowheads="1" noChangeShapeType="1" noTextEdit="1"/>
              </p:cNvSpPr>
              <p:nvPr/>
            </p:nvSpPr>
            <p:spPr>
              <a:xfrm>
                <a:off x="6062592" y="1143043"/>
                <a:ext cx="985141" cy="56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4" name="Rectangle 183">
                <a:extLst>
                  <a:ext uri="{FF2B5EF4-FFF2-40B4-BE49-F238E27FC236}">
                    <a16:creationId xmlns:a16="http://schemas.microsoft.com/office/drawing/2014/main" id="{24772135-A905-5BD0-8C36-FD185D181F5F}"/>
                  </a:ext>
                </a:extLst>
              </p:cNvPr>
              <p:cNvSpPr/>
              <p:nvPr/>
            </p:nvSpPr>
            <p:spPr>
              <a:xfrm>
                <a:off x="7080246" y="1176243"/>
                <a:ext cx="1149737" cy="539891"/>
              </a:xfrm>
              <a:prstGeom prst="rect">
                <a:avLst/>
              </a:prstGeom>
            </p:spPr>
            <p:txBody>
              <a:bodyPr wrap="none">
                <a:spAutoFit/>
              </a:bodyPr>
              <a:lstStyle/>
              <a:p>
                <a:pPr/>
                <a14:m>
                  <m:oMathPara xmlns:m="http://schemas.openxmlformats.org/officeDocument/2006/math">
                    <m:oMath>
                      <m:f>
                        <m:fPr>
                          <m:ctrlPr>
                            <a:rPr lang="en-US" sz="1400" b="0" i="1" smtClean="0">
                              <a:latin typeface="Cambria Math"/>
                            </a:rPr>
                          </m:ctrlPr>
                        </m:fPr>
                        <m:num>
                          <m:r>
                            <a:rPr lang="en-US" sz="1400" b="0" i="1" smtClean="0">
                              <a:latin typeface="Cambria Math"/>
                            </a:rPr>
                            <m:t>𝑑</m:t>
                          </m:r>
                          <m:sSub>
                            <m:sSubPr>
                              <m:ctrlPr>
                                <a:rPr lang="en-US" sz="1400" b="0" i="1" smtClean="0">
                                  <a:latin typeface="Cambria Math"/>
                                </a:rPr>
                              </m:ctrlPr>
                            </m:sSubPr>
                            <m:e>
                              <m:r>
                                <a:rPr lang="en-US" sz="1400" b="0" i="1" smtClean="0">
                                  <a:latin typeface="Cambria Math"/>
                                </a:rPr>
                                <m:t>𝑝</m:t>
                              </m:r>
                            </m:e>
                            <m:sub>
                              <m:r>
                                <a:rPr lang="en-US" sz="1400" b="0" i="1" smtClean="0">
                                  <a:latin typeface="Cambria Math" panose="02040503050406030204" pitchFamily="18" charset="0"/>
                                </a:rPr>
                                <m:t>𝑖</m:t>
                              </m:r>
                            </m:sub>
                          </m:sSub>
                        </m:num>
                        <m:den>
                          <m:r>
                            <a:rPr lang="en-US" sz="1400" b="0" i="1" smtClean="0">
                              <a:latin typeface="Cambria Math"/>
                            </a:rPr>
                            <m:t>𝑑𝑡</m:t>
                          </m:r>
                        </m:den>
                      </m:f>
                      <m:r>
                        <a:rPr lang="en-US" sz="1400" b="0" i="1" smtClean="0">
                          <a:latin typeface="Cambria Math"/>
                        </a:rPr>
                        <m:t>=</m:t>
                      </m:r>
                      <m:r>
                        <a:rPr lang="en-US" sz="1400" i="1" smtClean="0">
                          <a:latin typeface="Cambria Math" panose="02040503050406030204" pitchFamily="18" charset="0"/>
                        </a:rPr>
                        <m:t>−</m:t>
                      </m:r>
                      <m:f>
                        <m:fPr>
                          <m:ctrlPr>
                            <a:rPr lang="en-US" sz="1400" i="1">
                              <a:latin typeface="Cambria Math"/>
                            </a:rPr>
                          </m:ctrlPr>
                        </m:fPr>
                        <m:num>
                          <m:r>
                            <a:rPr lang="en-US" sz="1400" i="1">
                              <a:latin typeface="Cambria Math"/>
                            </a:rPr>
                            <m:t>𝜕</m:t>
                          </m:r>
                          <m:r>
                            <a:rPr lang="en-US" sz="1400" i="1">
                              <a:latin typeface="Cambria Math"/>
                            </a:rPr>
                            <m:t>𝐻</m:t>
                          </m:r>
                        </m:num>
                        <m:den>
                          <m:r>
                            <a:rPr lang="en-US" sz="1400" i="1">
                              <a:latin typeface="Cambria Math"/>
                            </a:rPr>
                            <m:t>𝜕</m:t>
                          </m:r>
                          <m:sSup>
                            <m:sSupPr>
                              <m:ctrlPr>
                                <a:rPr lang="en-US" sz="1400" i="1">
                                  <a:latin typeface="Cambria Math" panose="02040503050406030204" pitchFamily="18" charset="0"/>
                                </a:rPr>
                              </m:ctrlPr>
                            </m:sSupPr>
                            <m:e>
                              <m:r>
                                <a:rPr lang="en-US" sz="1400" i="1">
                                  <a:latin typeface="Cambria Math" panose="02040503050406030204" pitchFamily="18" charset="0"/>
                                </a:rPr>
                                <m:t>𝑞</m:t>
                              </m:r>
                            </m:e>
                            <m:sup>
                              <m:r>
                                <a:rPr lang="en-US" sz="1400" b="0" i="1" smtClean="0">
                                  <a:latin typeface="Cambria Math" panose="02040503050406030204" pitchFamily="18" charset="0"/>
                                </a:rPr>
                                <m:t>𝑖</m:t>
                              </m:r>
                            </m:sup>
                          </m:sSup>
                        </m:den>
                      </m:f>
                    </m:oMath>
                  </m:oMathPara>
                </a14:m>
                <a:endParaRPr lang="en-US" sz="1400" dirty="0"/>
              </a:p>
            </p:txBody>
          </p:sp>
        </mc:Choice>
        <mc:Fallback xmlns="">
          <p:sp>
            <p:nvSpPr>
              <p:cNvPr id="184" name="Rectangle 183">
                <a:extLst>
                  <a:ext uri="{FF2B5EF4-FFF2-40B4-BE49-F238E27FC236}">
                    <a16:creationId xmlns:a16="http://schemas.microsoft.com/office/drawing/2014/main" id="{24772135-A905-5BD0-8C36-FD185D181F5F}"/>
                  </a:ext>
                </a:extLst>
              </p:cNvPr>
              <p:cNvSpPr>
                <a:spLocks noRot="1" noChangeAspect="1" noMove="1" noResize="1" noEditPoints="1" noAdjustHandles="1" noChangeArrowheads="1" noChangeShapeType="1" noTextEdit="1"/>
              </p:cNvSpPr>
              <p:nvPr/>
            </p:nvSpPr>
            <p:spPr>
              <a:xfrm>
                <a:off x="7080246" y="1176243"/>
                <a:ext cx="1149737" cy="539891"/>
              </a:xfrm>
              <a:prstGeom prst="rect">
                <a:avLst/>
              </a:prstGeom>
              <a:blipFill>
                <a:blip r:embed="rId13"/>
                <a:stretch>
                  <a:fillRect b="-22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5" name="Rectangle 184">
                <a:extLst>
                  <a:ext uri="{FF2B5EF4-FFF2-40B4-BE49-F238E27FC236}">
                    <a16:creationId xmlns:a16="http://schemas.microsoft.com/office/drawing/2014/main" id="{A90D2B25-7B27-E807-437A-57CD43E358FB}"/>
                  </a:ext>
                </a:extLst>
              </p:cNvPr>
              <p:cNvSpPr/>
              <p:nvPr/>
            </p:nvSpPr>
            <p:spPr>
              <a:xfrm>
                <a:off x="9105876" y="1194688"/>
                <a:ext cx="1819664" cy="558230"/>
              </a:xfrm>
              <a:prstGeom prst="rect">
                <a:avLst/>
              </a:prstGeom>
            </p:spPr>
            <p:txBody>
              <a:bodyPr wrap="none">
                <a:spAutoFit/>
              </a:bodyPr>
              <a:lstStyle/>
              <a:p>
                <a:pPr/>
                <a14:m>
                  <m:oMathPara xmlns:m="http://schemas.openxmlformats.org/officeDocument/2006/math">
                    <m:oMath>
                      <m:r>
                        <a:rPr lang="en-US" sz="1400" b="0" i="1" smtClean="0">
                          <a:latin typeface="Cambria Math" panose="02040503050406030204" pitchFamily="18" charset="0"/>
                        </a:rPr>
                        <m:t>𝛿</m:t>
                      </m:r>
                      <m:nary>
                        <m:naryPr>
                          <m:supHide m:val="on"/>
                          <m:ctrlPr>
                            <a:rPr lang="en-US" sz="1400" b="0" i="1" smtClean="0">
                              <a:latin typeface="Cambria Math" panose="02040503050406030204" pitchFamily="18" charset="0"/>
                            </a:rPr>
                          </m:ctrlPr>
                        </m:naryPr>
                        <m:sub>
                          <m:r>
                            <a:rPr lang="en-US" sz="1400" b="0" i="1" smtClean="0">
                              <a:latin typeface="Cambria Math" panose="02040503050406030204" pitchFamily="18" charset="0"/>
                            </a:rPr>
                            <m:t>𝛾</m:t>
                          </m:r>
                        </m:sub>
                        <m:sup/>
                        <m:e>
                          <m:r>
                            <a:rPr lang="en-US" sz="1400" b="0" i="1" smtClean="0">
                              <a:latin typeface="Cambria Math" panose="02040503050406030204" pitchFamily="18" charset="0"/>
                            </a:rPr>
                            <m:t>𝐿</m:t>
                          </m:r>
                          <m:d>
                            <m:dPr>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𝑞</m:t>
                                  </m:r>
                                </m:e>
                                <m:sup>
                                  <m:r>
                                    <a:rPr lang="en-US" sz="1400" b="0" i="1" smtClean="0">
                                      <a:latin typeface="Cambria Math" panose="02040503050406030204" pitchFamily="18" charset="0"/>
                                    </a:rPr>
                                    <m:t>𝑖</m:t>
                                  </m:r>
                                </m:sup>
                              </m:sSup>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𝑞</m:t>
                                      </m:r>
                                    </m:e>
                                  </m:acc>
                                </m:e>
                                <m:sup>
                                  <m:r>
                                    <a:rPr lang="en-US" sz="1400" b="0" i="1" smtClean="0">
                                      <a:latin typeface="Cambria Math" panose="02040503050406030204" pitchFamily="18" charset="0"/>
                                    </a:rPr>
                                    <m:t>𝑖</m:t>
                                  </m:r>
                                </m:sup>
                              </m:sSup>
                              <m:r>
                                <a:rPr lang="en-US" sz="1400" b="0" i="1" smtClean="0">
                                  <a:latin typeface="Cambria Math" panose="02040503050406030204" pitchFamily="18" charset="0"/>
                                </a:rPr>
                                <m:t>,</m:t>
                              </m:r>
                              <m:r>
                                <a:rPr lang="en-US" sz="1400" b="0" i="1" smtClean="0">
                                  <a:latin typeface="Cambria Math" panose="02040503050406030204" pitchFamily="18" charset="0"/>
                                </a:rPr>
                                <m:t>𝑡</m:t>
                              </m:r>
                            </m:e>
                          </m:d>
                          <m:r>
                            <a:rPr lang="en-US" sz="1400" b="0" i="1" smtClean="0">
                              <a:latin typeface="Cambria Math" panose="02040503050406030204" pitchFamily="18" charset="0"/>
                            </a:rPr>
                            <m:t>𝑑𝑡</m:t>
                          </m:r>
                        </m:e>
                      </m:nary>
                      <m:r>
                        <a:rPr lang="en-US" sz="1400" b="0" i="1" smtClean="0">
                          <a:latin typeface="Cambria Math" panose="02040503050406030204" pitchFamily="18" charset="0"/>
                        </a:rPr>
                        <m:t>=0</m:t>
                      </m:r>
                    </m:oMath>
                  </m:oMathPara>
                </a14:m>
                <a:endParaRPr lang="en-US" sz="1400" dirty="0"/>
              </a:p>
            </p:txBody>
          </p:sp>
        </mc:Choice>
        <mc:Fallback xmlns="">
          <p:sp>
            <p:nvSpPr>
              <p:cNvPr id="185" name="Rectangle 184">
                <a:extLst>
                  <a:ext uri="{FF2B5EF4-FFF2-40B4-BE49-F238E27FC236}">
                    <a16:creationId xmlns:a16="http://schemas.microsoft.com/office/drawing/2014/main" id="{A90D2B25-7B27-E807-437A-57CD43E358FB}"/>
                  </a:ext>
                </a:extLst>
              </p:cNvPr>
              <p:cNvSpPr>
                <a:spLocks noRot="1" noChangeAspect="1" noMove="1" noResize="1" noEditPoints="1" noAdjustHandles="1" noChangeArrowheads="1" noChangeShapeType="1" noTextEdit="1"/>
              </p:cNvSpPr>
              <p:nvPr/>
            </p:nvSpPr>
            <p:spPr>
              <a:xfrm>
                <a:off x="9105876" y="1194688"/>
                <a:ext cx="1819664" cy="558230"/>
              </a:xfrm>
              <a:prstGeom prst="rect">
                <a:avLst/>
              </a:prstGeom>
              <a:blipFill>
                <a:blip r:embed="rId14"/>
                <a:stretch>
                  <a:fillRect l="-28188" t="-155435" b="-2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6" name="Rectangle 185">
                <a:extLst>
                  <a:ext uri="{FF2B5EF4-FFF2-40B4-BE49-F238E27FC236}">
                    <a16:creationId xmlns:a16="http://schemas.microsoft.com/office/drawing/2014/main" id="{0AD436E2-CEC3-20B3-4600-2394800CB2BC}"/>
                  </a:ext>
                </a:extLst>
              </p:cNvPr>
              <p:cNvSpPr/>
              <p:nvPr/>
            </p:nvSpPr>
            <p:spPr>
              <a:xfrm>
                <a:off x="8979069" y="3677577"/>
                <a:ext cx="3119444" cy="497059"/>
              </a:xfrm>
              <a:prstGeom prst="rect">
                <a:avLst/>
              </a:prstGeom>
            </p:spPr>
            <p:txBody>
              <a:bodyPr wrap="none">
                <a:spAutoFit/>
              </a:bodyPr>
              <a:lstStyle/>
              <a:p>
                <a:pPr/>
                <a14:m>
                  <m:oMathPara xmlns:m="http://schemas.openxmlformats.org/officeDocument/2006/math">
                    <m:oMath>
                      <m:r>
                        <a:rPr lang="en-US" sz="1400" b="0" i="1" smtClean="0">
                          <a:latin typeface="Cambria Math" panose="02040503050406030204" pitchFamily="18" charset="0"/>
                        </a:rPr>
                        <m:t>𝐻</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r>
                            <a:rPr lang="en-US" sz="1400" b="0" i="1" smtClean="0">
                              <a:latin typeface="Cambria Math" panose="02040503050406030204" pitchFamily="18" charset="0"/>
                            </a:rPr>
                            <m:t>𝑚</m:t>
                          </m:r>
                        </m:den>
                      </m:f>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𝔮</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𝐴</m:t>
                              </m:r>
                            </m:e>
                            <m:sub>
                              <m:r>
                                <a:rPr lang="en-US" sz="1400" b="0" i="1" smtClean="0">
                                  <a:latin typeface="Cambria Math" panose="02040503050406030204" pitchFamily="18" charset="0"/>
                                </a:rPr>
                                <m:t>𝑖</m:t>
                              </m:r>
                            </m:sub>
                          </m:sSub>
                        </m:e>
                      </m:d>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𝑔</m:t>
                          </m:r>
                        </m:e>
                        <m:sup>
                          <m:r>
                            <a:rPr lang="en-US" sz="1400" b="0" i="1" smtClean="0">
                              <a:latin typeface="Cambria Math" panose="02040503050406030204" pitchFamily="18" charset="0"/>
                            </a:rPr>
                            <m:t>𝑖𝑗</m:t>
                          </m:r>
                        </m:sup>
                      </m:sSup>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𝑝</m:t>
                              </m:r>
                            </m:e>
                            <m:sub>
                              <m:r>
                                <a:rPr lang="en-US" sz="1400" b="0" i="1" smtClean="0">
                                  <a:latin typeface="Cambria Math" panose="02040503050406030204" pitchFamily="18" charset="0"/>
                                </a:rPr>
                                <m:t>𝑗</m:t>
                              </m:r>
                            </m:sub>
                          </m:sSub>
                          <m:r>
                            <a:rPr lang="en-US" sz="1400" i="1">
                              <a:latin typeface="Cambria Math" panose="02040503050406030204" pitchFamily="18" charset="0"/>
                            </a:rPr>
                            <m:t>−</m:t>
                          </m:r>
                          <m:r>
                            <a:rPr lang="en-US" sz="1400" b="0" i="1" smtClean="0">
                              <a:latin typeface="Cambria Math" panose="02040503050406030204" pitchFamily="18" charset="0"/>
                            </a:rPr>
                            <m:t>𝔮</m:t>
                          </m:r>
                          <m:sSub>
                            <m:sSubPr>
                              <m:ctrlPr>
                                <a:rPr lang="en-US" sz="1400" i="1">
                                  <a:latin typeface="Cambria Math" panose="02040503050406030204" pitchFamily="18" charset="0"/>
                                </a:rPr>
                              </m:ctrlPr>
                            </m:sSubPr>
                            <m:e>
                              <m:r>
                                <a:rPr lang="en-US" sz="1400" i="1">
                                  <a:latin typeface="Cambria Math" panose="02040503050406030204" pitchFamily="18" charset="0"/>
                                </a:rPr>
                                <m:t>𝐴</m:t>
                              </m:r>
                            </m:e>
                            <m:sub>
                              <m:r>
                                <a:rPr lang="en-US" sz="1400" b="0" i="1" smtClean="0">
                                  <a:latin typeface="Cambria Math" panose="02040503050406030204" pitchFamily="18" charset="0"/>
                                </a:rPr>
                                <m:t>𝑗</m:t>
                              </m:r>
                            </m:sub>
                          </m:sSub>
                        </m:e>
                      </m:d>
                      <m:r>
                        <a:rPr lang="en-US" sz="1400" b="0" i="1" smtClean="0">
                          <a:latin typeface="Cambria Math" panose="02040503050406030204" pitchFamily="18" charset="0"/>
                        </a:rPr>
                        <m:t>+</m:t>
                      </m:r>
                      <m:r>
                        <a:rPr lang="en-US" sz="1400" i="1">
                          <a:latin typeface="Cambria Math" panose="02040503050406030204" pitchFamily="18" charset="0"/>
                        </a:rPr>
                        <m:t>𝔮</m:t>
                      </m:r>
                      <m:r>
                        <a:rPr lang="en-US" sz="1400" b="0" i="1" smtClean="0">
                          <a:latin typeface="Cambria Math" panose="02040503050406030204" pitchFamily="18" charset="0"/>
                        </a:rPr>
                        <m:t>𝑉</m:t>
                      </m:r>
                    </m:oMath>
                  </m:oMathPara>
                </a14:m>
                <a:endParaRPr lang="en-US" sz="1400" dirty="0"/>
              </a:p>
            </p:txBody>
          </p:sp>
        </mc:Choice>
        <mc:Fallback xmlns="">
          <p:sp>
            <p:nvSpPr>
              <p:cNvPr id="186" name="Rectangle 185">
                <a:extLst>
                  <a:ext uri="{FF2B5EF4-FFF2-40B4-BE49-F238E27FC236}">
                    <a16:creationId xmlns:a16="http://schemas.microsoft.com/office/drawing/2014/main" id="{0AD436E2-CEC3-20B3-4600-2394800CB2BC}"/>
                  </a:ext>
                </a:extLst>
              </p:cNvPr>
              <p:cNvSpPr>
                <a:spLocks noRot="1" noChangeAspect="1" noMove="1" noResize="1" noEditPoints="1" noAdjustHandles="1" noChangeArrowheads="1" noChangeShapeType="1" noTextEdit="1"/>
              </p:cNvSpPr>
              <p:nvPr/>
            </p:nvSpPr>
            <p:spPr>
              <a:xfrm>
                <a:off x="8979069" y="3677577"/>
                <a:ext cx="3119444" cy="497059"/>
              </a:xfrm>
              <a:prstGeom prst="rect">
                <a:avLst/>
              </a:prstGeom>
              <a:blipFill>
                <a:blip r:embed="rId15"/>
                <a:stretch>
                  <a:fillRect b="-122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C434DF6-3833-BD16-247C-41E502BB77B9}"/>
              </a:ext>
            </a:extLst>
          </p:cNvPr>
          <p:cNvSpPr>
            <a:spLocks noGrp="1"/>
          </p:cNvSpPr>
          <p:nvPr>
            <p:ph type="ftr" sz="quarter" idx="11"/>
          </p:nvPr>
        </p:nvSpPr>
        <p:spPr/>
        <p:txBody>
          <a:bodyPr/>
          <a:lstStyle/>
          <a:p>
            <a:r>
              <a:rPr lang="en-US"/>
              <a:t>Christine Aidala - University of Michigan</a:t>
            </a:r>
          </a:p>
        </p:txBody>
      </p:sp>
      <p:sp>
        <p:nvSpPr>
          <p:cNvPr id="3" name="Slide Number Placeholder 2">
            <a:extLst>
              <a:ext uri="{FF2B5EF4-FFF2-40B4-BE49-F238E27FC236}">
                <a16:creationId xmlns:a16="http://schemas.microsoft.com/office/drawing/2014/main" id="{A5F603C2-03DA-2A98-17AC-16C30F5EE5F0}"/>
              </a:ext>
            </a:extLst>
          </p:cNvPr>
          <p:cNvSpPr>
            <a:spLocks noGrp="1"/>
          </p:cNvSpPr>
          <p:nvPr>
            <p:ph type="sldNum" sz="quarter" idx="13"/>
          </p:nvPr>
        </p:nvSpPr>
        <p:spPr/>
        <p:txBody>
          <a:bodyPr/>
          <a:lstStyle/>
          <a:p>
            <a:fld id="{F47845EA-7733-40EE-B074-20032348B727}" type="slidenum">
              <a:rPr lang="en-US" smtClean="0"/>
              <a:t>31</a:t>
            </a:fld>
            <a:endParaRPr lang="en-US"/>
          </a:p>
        </p:txBody>
      </p:sp>
    </p:spTree>
    <p:extLst>
      <p:ext uri="{BB962C8B-B14F-4D97-AF65-F5344CB8AC3E}">
        <p14:creationId xmlns:p14="http://schemas.microsoft.com/office/powerpoint/2010/main" val="1187366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47C5-A160-D629-A7F3-C26040DC4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3C3F6-4C5A-917A-C5D3-757862112C7B}"/>
              </a:ext>
            </a:extLst>
          </p:cNvPr>
          <p:cNvSpPr>
            <a:spLocks noGrp="1"/>
          </p:cNvSpPr>
          <p:nvPr>
            <p:ph type="title"/>
          </p:nvPr>
        </p:nvSpPr>
        <p:spPr/>
        <p:txBody>
          <a:bodyPr>
            <a:normAutofit/>
          </a:bodyPr>
          <a:lstStyle/>
          <a:p>
            <a:r>
              <a:rPr lang="en-US" dirty="0"/>
              <a:t>Classical conditions and their relationships</a:t>
            </a:r>
          </a:p>
        </p:txBody>
      </p:sp>
      <p:sp>
        <p:nvSpPr>
          <p:cNvPr id="3" name="TextBox 2">
            <a:extLst>
              <a:ext uri="{FF2B5EF4-FFF2-40B4-BE49-F238E27FC236}">
                <a16:creationId xmlns:a16="http://schemas.microsoft.com/office/drawing/2014/main" id="{4B8CF508-1B41-AB16-A95E-4F0E41CFE07C}"/>
              </a:ext>
            </a:extLst>
          </p:cNvPr>
          <p:cNvSpPr txBox="1"/>
          <p:nvPr/>
        </p:nvSpPr>
        <p:spPr>
          <a:xfrm>
            <a:off x="9588165" y="3652862"/>
            <a:ext cx="367408" cy="369332"/>
          </a:xfrm>
          <a:prstGeom prst="rect">
            <a:avLst/>
          </a:prstGeom>
          <a:noFill/>
        </p:spPr>
        <p:txBody>
          <a:bodyPr wrap="none" rtlCol="0">
            <a:spAutoFit/>
          </a:bodyPr>
          <a:lstStyle/>
          <a:p>
            <a:r>
              <a:rPr lang="en-US" dirty="0"/>
              <a:t>IR</a:t>
            </a:r>
          </a:p>
        </p:txBody>
      </p:sp>
      <p:sp>
        <p:nvSpPr>
          <p:cNvPr id="6" name="TextBox 5">
            <a:extLst>
              <a:ext uri="{FF2B5EF4-FFF2-40B4-BE49-F238E27FC236}">
                <a16:creationId xmlns:a16="http://schemas.microsoft.com/office/drawing/2014/main" id="{092DF659-0FE1-732D-68FD-FC81566F78B2}"/>
              </a:ext>
            </a:extLst>
          </p:cNvPr>
          <p:cNvSpPr txBox="1"/>
          <p:nvPr/>
        </p:nvSpPr>
        <p:spPr>
          <a:xfrm>
            <a:off x="10989032" y="3652862"/>
            <a:ext cx="534121" cy="369332"/>
          </a:xfrm>
          <a:prstGeom prst="rect">
            <a:avLst/>
          </a:prstGeom>
          <a:noFill/>
        </p:spPr>
        <p:txBody>
          <a:bodyPr wrap="none" rtlCol="0">
            <a:spAutoFit/>
          </a:bodyPr>
          <a:lstStyle/>
          <a:p>
            <a:r>
              <a:rPr lang="en-US" dirty="0"/>
              <a:t>IND</a:t>
            </a:r>
          </a:p>
        </p:txBody>
      </p:sp>
      <p:sp>
        <p:nvSpPr>
          <p:cNvPr id="7" name="TextBox 6">
            <a:extLst>
              <a:ext uri="{FF2B5EF4-FFF2-40B4-BE49-F238E27FC236}">
                <a16:creationId xmlns:a16="http://schemas.microsoft.com/office/drawing/2014/main" id="{715781A7-E80F-A562-16A3-661B2F85E2BB}"/>
              </a:ext>
            </a:extLst>
          </p:cNvPr>
          <p:cNvSpPr txBox="1"/>
          <p:nvPr/>
        </p:nvSpPr>
        <p:spPr>
          <a:xfrm>
            <a:off x="10047455" y="3000797"/>
            <a:ext cx="524503" cy="369332"/>
          </a:xfrm>
          <a:prstGeom prst="rect">
            <a:avLst/>
          </a:prstGeom>
          <a:noFill/>
        </p:spPr>
        <p:txBody>
          <a:bodyPr wrap="none" rtlCol="0">
            <a:spAutoFit/>
          </a:bodyPr>
          <a:lstStyle/>
          <a:p>
            <a:r>
              <a:rPr lang="en-US" dirty="0"/>
              <a:t>CST</a:t>
            </a:r>
          </a:p>
        </p:txBody>
      </p:sp>
      <p:sp>
        <p:nvSpPr>
          <p:cNvPr id="8" name="TextBox 7">
            <a:extLst>
              <a:ext uri="{FF2B5EF4-FFF2-40B4-BE49-F238E27FC236}">
                <a16:creationId xmlns:a16="http://schemas.microsoft.com/office/drawing/2014/main" id="{10D04B71-56E6-7367-E730-18064EDF8D25}"/>
              </a:ext>
            </a:extLst>
          </p:cNvPr>
          <p:cNvSpPr txBox="1"/>
          <p:nvPr/>
        </p:nvSpPr>
        <p:spPr>
          <a:xfrm>
            <a:off x="11313994" y="2997869"/>
            <a:ext cx="452368" cy="369332"/>
          </a:xfrm>
          <a:prstGeom prst="rect">
            <a:avLst/>
          </a:prstGeom>
          <a:noFill/>
        </p:spPr>
        <p:txBody>
          <a:bodyPr wrap="none" rtlCol="0">
            <a:spAutoFit/>
          </a:bodyPr>
          <a:lstStyle/>
          <a:p>
            <a:r>
              <a:rPr lang="en-US" dirty="0"/>
              <a:t>DR</a:t>
            </a:r>
          </a:p>
        </p:txBody>
      </p:sp>
      <p:sp>
        <p:nvSpPr>
          <p:cNvPr id="9" name="TextBox 8">
            <a:extLst>
              <a:ext uri="{FF2B5EF4-FFF2-40B4-BE49-F238E27FC236}">
                <a16:creationId xmlns:a16="http://schemas.microsoft.com/office/drawing/2014/main" id="{BEF7E643-ACF6-F126-AAFD-55D957D432E5}"/>
              </a:ext>
            </a:extLst>
          </p:cNvPr>
          <p:cNvSpPr txBox="1"/>
          <p:nvPr/>
        </p:nvSpPr>
        <p:spPr>
          <a:xfrm>
            <a:off x="8943681" y="3000797"/>
            <a:ext cx="622286" cy="369332"/>
          </a:xfrm>
          <a:prstGeom prst="rect">
            <a:avLst/>
          </a:prstGeom>
          <a:noFill/>
        </p:spPr>
        <p:txBody>
          <a:bodyPr wrap="none" rtlCol="0">
            <a:spAutoFit/>
          </a:bodyPr>
          <a:lstStyle/>
          <a:p>
            <a:r>
              <a:rPr lang="en-US" dirty="0"/>
              <a:t>WKE</a:t>
            </a:r>
          </a:p>
        </p:txBody>
      </p:sp>
      <p:sp>
        <p:nvSpPr>
          <p:cNvPr id="14" name="TextBox 13">
            <a:extLst>
              <a:ext uri="{FF2B5EF4-FFF2-40B4-BE49-F238E27FC236}">
                <a16:creationId xmlns:a16="http://schemas.microsoft.com/office/drawing/2014/main" id="{48ACE12B-C3A4-1516-4A3B-5B28B7C072B7}"/>
              </a:ext>
            </a:extLst>
          </p:cNvPr>
          <p:cNvSpPr txBox="1"/>
          <p:nvPr/>
        </p:nvSpPr>
        <p:spPr>
          <a:xfrm>
            <a:off x="9651987" y="2222432"/>
            <a:ext cx="530915" cy="369332"/>
          </a:xfrm>
          <a:prstGeom prst="rect">
            <a:avLst/>
          </a:prstGeom>
          <a:noFill/>
        </p:spPr>
        <p:txBody>
          <a:bodyPr wrap="none" rtlCol="0">
            <a:spAutoFit/>
          </a:bodyPr>
          <a:lstStyle/>
          <a:p>
            <a:r>
              <a:rPr lang="en-US" dirty="0"/>
              <a:t>NM</a:t>
            </a:r>
          </a:p>
        </p:txBody>
      </p:sp>
      <p:sp>
        <p:nvSpPr>
          <p:cNvPr id="15" name="TextBox 14">
            <a:extLst>
              <a:ext uri="{FF2B5EF4-FFF2-40B4-BE49-F238E27FC236}">
                <a16:creationId xmlns:a16="http://schemas.microsoft.com/office/drawing/2014/main" id="{12332ECC-D8CE-E5ED-8023-78B59E217C80}"/>
              </a:ext>
            </a:extLst>
          </p:cNvPr>
          <p:cNvSpPr txBox="1"/>
          <p:nvPr/>
        </p:nvSpPr>
        <p:spPr>
          <a:xfrm>
            <a:off x="10825453" y="2184725"/>
            <a:ext cx="526106" cy="369332"/>
          </a:xfrm>
          <a:prstGeom prst="rect">
            <a:avLst/>
          </a:prstGeom>
          <a:noFill/>
        </p:spPr>
        <p:txBody>
          <a:bodyPr wrap="none" rtlCol="0">
            <a:spAutoFit/>
          </a:bodyPr>
          <a:lstStyle/>
          <a:p>
            <a:r>
              <a:rPr lang="en-US" dirty="0"/>
              <a:t>HM</a:t>
            </a:r>
          </a:p>
        </p:txBody>
      </p:sp>
      <p:sp>
        <p:nvSpPr>
          <p:cNvPr id="16" name="TextBox 15">
            <a:extLst>
              <a:ext uri="{FF2B5EF4-FFF2-40B4-BE49-F238E27FC236}">
                <a16:creationId xmlns:a16="http://schemas.microsoft.com/office/drawing/2014/main" id="{E7890711-5AD1-73B1-0229-9A5CDE200DEB}"/>
              </a:ext>
            </a:extLst>
          </p:cNvPr>
          <p:cNvSpPr txBox="1"/>
          <p:nvPr/>
        </p:nvSpPr>
        <p:spPr>
          <a:xfrm>
            <a:off x="10273638" y="1602317"/>
            <a:ext cx="479618" cy="369332"/>
          </a:xfrm>
          <a:prstGeom prst="rect">
            <a:avLst/>
          </a:prstGeom>
          <a:noFill/>
        </p:spPr>
        <p:txBody>
          <a:bodyPr wrap="none" rtlCol="0">
            <a:spAutoFit/>
          </a:bodyPr>
          <a:lstStyle/>
          <a:p>
            <a:r>
              <a:rPr lang="en-US" dirty="0"/>
              <a:t>LM</a:t>
            </a:r>
          </a:p>
        </p:txBody>
      </p:sp>
      <p:sp>
        <p:nvSpPr>
          <p:cNvPr id="19" name="TextBox 18">
            <a:extLst>
              <a:ext uri="{FF2B5EF4-FFF2-40B4-BE49-F238E27FC236}">
                <a16:creationId xmlns:a16="http://schemas.microsoft.com/office/drawing/2014/main" id="{F47D1796-68C7-8020-EC05-9472AD6B0C51}"/>
              </a:ext>
            </a:extLst>
          </p:cNvPr>
          <p:cNvSpPr txBox="1"/>
          <p:nvPr/>
        </p:nvSpPr>
        <p:spPr>
          <a:xfrm>
            <a:off x="8852965" y="2000059"/>
            <a:ext cx="522900" cy="369332"/>
          </a:xfrm>
          <a:prstGeom prst="rect">
            <a:avLst/>
          </a:prstGeom>
          <a:noFill/>
        </p:spPr>
        <p:txBody>
          <a:bodyPr wrap="none" rtlCol="0">
            <a:spAutoFit/>
          </a:bodyPr>
          <a:lstStyle/>
          <a:p>
            <a:r>
              <a:rPr lang="en-US" dirty="0"/>
              <a:t>FKE</a:t>
            </a:r>
          </a:p>
        </p:txBody>
      </p:sp>
      <p:sp>
        <p:nvSpPr>
          <p:cNvPr id="20" name="TextBox 19">
            <a:extLst>
              <a:ext uri="{FF2B5EF4-FFF2-40B4-BE49-F238E27FC236}">
                <a16:creationId xmlns:a16="http://schemas.microsoft.com/office/drawing/2014/main" id="{3B8C0C2D-9EAD-2205-A059-1B87EC012F0F}"/>
              </a:ext>
            </a:extLst>
          </p:cNvPr>
          <p:cNvSpPr txBox="1"/>
          <p:nvPr/>
        </p:nvSpPr>
        <p:spPr>
          <a:xfrm>
            <a:off x="9717390" y="982203"/>
            <a:ext cx="724878" cy="369332"/>
          </a:xfrm>
          <a:prstGeom prst="rect">
            <a:avLst/>
          </a:prstGeom>
          <a:noFill/>
        </p:spPr>
        <p:txBody>
          <a:bodyPr wrap="none" rtlCol="0">
            <a:spAutoFit/>
          </a:bodyPr>
          <a:lstStyle/>
          <a:p>
            <a:r>
              <a:rPr lang="en-US" dirty="0"/>
              <a:t>MPPF</a:t>
            </a:r>
          </a:p>
        </p:txBody>
      </p:sp>
      <p:sp>
        <p:nvSpPr>
          <p:cNvPr id="21" name="TextBox 20">
            <a:extLst>
              <a:ext uri="{FF2B5EF4-FFF2-40B4-BE49-F238E27FC236}">
                <a16:creationId xmlns:a16="http://schemas.microsoft.com/office/drawing/2014/main" id="{8C212360-D77B-4610-9439-D8A7BD952FD8}"/>
              </a:ext>
            </a:extLst>
          </p:cNvPr>
          <p:cNvSpPr txBox="1"/>
          <p:nvPr/>
        </p:nvSpPr>
        <p:spPr>
          <a:xfrm>
            <a:off x="216341" y="1734240"/>
            <a:ext cx="4040145" cy="1200329"/>
          </a:xfrm>
          <a:prstGeom prst="rect">
            <a:avLst/>
          </a:prstGeom>
          <a:noFill/>
        </p:spPr>
        <p:txBody>
          <a:bodyPr wrap="none" rtlCol="0">
            <a:spAutoFit/>
          </a:bodyPr>
          <a:lstStyle/>
          <a:p>
            <a:r>
              <a:rPr lang="en-US" dirty="0"/>
              <a:t>IR: Infinitesimal Reducibility</a:t>
            </a:r>
            <a:br>
              <a:rPr lang="en-US" dirty="0"/>
            </a:br>
            <a:r>
              <a:rPr lang="en-US" dirty="0"/>
              <a:t>IND: </a:t>
            </a:r>
            <a:r>
              <a:rPr lang="en-US" dirty="0" err="1"/>
              <a:t>INDependent</a:t>
            </a:r>
            <a:r>
              <a:rPr lang="en-US" dirty="0"/>
              <a:t> DOF</a:t>
            </a:r>
            <a:br>
              <a:rPr lang="en-US" dirty="0"/>
            </a:br>
            <a:r>
              <a:rPr lang="en-US" dirty="0"/>
              <a:t>W/FKE: Weak/Full Kinematic Equivalence</a:t>
            </a:r>
          </a:p>
          <a:p>
            <a:r>
              <a:rPr lang="en-US" dirty="0"/>
              <a:t>DR: </a:t>
            </a:r>
            <a:r>
              <a:rPr lang="en-US" dirty="0" err="1"/>
              <a:t>Determinism+Reversibility</a:t>
            </a:r>
            <a:endParaRPr lang="en-US" dirty="0"/>
          </a:p>
        </p:txBody>
      </p:sp>
      <p:cxnSp>
        <p:nvCxnSpPr>
          <p:cNvPr id="23" name="Straight Connector 22">
            <a:extLst>
              <a:ext uri="{FF2B5EF4-FFF2-40B4-BE49-F238E27FC236}">
                <a16:creationId xmlns:a16="http://schemas.microsoft.com/office/drawing/2014/main" id="{40816E29-3047-3D88-BC2B-E773BC10C68D}"/>
              </a:ext>
            </a:extLst>
          </p:cNvPr>
          <p:cNvCxnSpPr>
            <a:stCxn id="3" idx="0"/>
            <a:endCxn id="7" idx="2"/>
          </p:cNvCxnSpPr>
          <p:nvPr/>
        </p:nvCxnSpPr>
        <p:spPr>
          <a:xfrm flipV="1">
            <a:off x="9771869" y="3370129"/>
            <a:ext cx="537838" cy="282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52482B5-F5CE-80BD-8545-D4869A5A2699}"/>
              </a:ext>
            </a:extLst>
          </p:cNvPr>
          <p:cNvCxnSpPr>
            <a:stCxn id="6" idx="0"/>
            <a:endCxn id="7" idx="2"/>
          </p:cNvCxnSpPr>
          <p:nvPr/>
        </p:nvCxnSpPr>
        <p:spPr>
          <a:xfrm flipH="1" flipV="1">
            <a:off x="10309707" y="3370129"/>
            <a:ext cx="946386" cy="282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EAC9811-A443-B279-2EC6-FB84CBBC9C19}"/>
              </a:ext>
            </a:extLst>
          </p:cNvPr>
          <p:cNvCxnSpPr>
            <a:stCxn id="9" idx="0"/>
            <a:endCxn id="14" idx="2"/>
          </p:cNvCxnSpPr>
          <p:nvPr/>
        </p:nvCxnSpPr>
        <p:spPr>
          <a:xfrm flipV="1">
            <a:off x="9254824" y="2591764"/>
            <a:ext cx="662621" cy="409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5E01C41-1BE7-039C-147E-37901A2D8D86}"/>
              </a:ext>
            </a:extLst>
          </p:cNvPr>
          <p:cNvCxnSpPr>
            <a:stCxn id="7" idx="0"/>
            <a:endCxn id="14" idx="2"/>
          </p:cNvCxnSpPr>
          <p:nvPr/>
        </p:nvCxnSpPr>
        <p:spPr>
          <a:xfrm flipH="1" flipV="1">
            <a:off x="9917445" y="2591764"/>
            <a:ext cx="392262" cy="409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B048BE1-6C83-6713-AAA3-5384F8C28E9C}"/>
              </a:ext>
            </a:extLst>
          </p:cNvPr>
          <p:cNvCxnSpPr>
            <a:stCxn id="8" idx="0"/>
            <a:endCxn id="15" idx="2"/>
          </p:cNvCxnSpPr>
          <p:nvPr/>
        </p:nvCxnSpPr>
        <p:spPr>
          <a:xfrm flipH="1" flipV="1">
            <a:off x="11088506" y="2554057"/>
            <a:ext cx="451672" cy="443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8407950-D76B-1DA3-563C-F13916D23510}"/>
              </a:ext>
            </a:extLst>
          </p:cNvPr>
          <p:cNvCxnSpPr>
            <a:stCxn id="7" idx="0"/>
            <a:endCxn id="15" idx="2"/>
          </p:cNvCxnSpPr>
          <p:nvPr/>
        </p:nvCxnSpPr>
        <p:spPr>
          <a:xfrm flipV="1">
            <a:off x="10309707" y="2554057"/>
            <a:ext cx="778799" cy="446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12668F-E38B-4CC8-F18A-6FFAA69E2960}"/>
              </a:ext>
            </a:extLst>
          </p:cNvPr>
          <p:cNvCxnSpPr>
            <a:stCxn id="14" idx="0"/>
            <a:endCxn id="16" idx="2"/>
          </p:cNvCxnSpPr>
          <p:nvPr/>
        </p:nvCxnSpPr>
        <p:spPr>
          <a:xfrm flipV="1">
            <a:off x="9917445" y="1971649"/>
            <a:ext cx="596002" cy="2507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92E6D7D-2397-7E28-BF2C-C669A8B43C50}"/>
              </a:ext>
            </a:extLst>
          </p:cNvPr>
          <p:cNvCxnSpPr>
            <a:stCxn id="15" idx="0"/>
            <a:endCxn id="16" idx="2"/>
          </p:cNvCxnSpPr>
          <p:nvPr/>
        </p:nvCxnSpPr>
        <p:spPr>
          <a:xfrm flipH="1" flipV="1">
            <a:off x="10513447" y="1971649"/>
            <a:ext cx="575059" cy="2130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30EF919-1580-E5C7-1B5B-DC8FE0864C5F}"/>
              </a:ext>
            </a:extLst>
          </p:cNvPr>
          <p:cNvCxnSpPr>
            <a:cxnSpLocks/>
            <a:stCxn id="19" idx="0"/>
            <a:endCxn id="20" idx="2"/>
          </p:cNvCxnSpPr>
          <p:nvPr/>
        </p:nvCxnSpPr>
        <p:spPr>
          <a:xfrm flipV="1">
            <a:off x="9114415" y="1351535"/>
            <a:ext cx="965414" cy="648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AE539DB-5E20-7C4E-E811-1CF233E9B0AD}"/>
              </a:ext>
            </a:extLst>
          </p:cNvPr>
          <p:cNvCxnSpPr>
            <a:stCxn id="16" idx="0"/>
            <a:endCxn id="20" idx="2"/>
          </p:cNvCxnSpPr>
          <p:nvPr/>
        </p:nvCxnSpPr>
        <p:spPr>
          <a:xfrm flipH="1" flipV="1">
            <a:off x="10079829" y="1351535"/>
            <a:ext cx="433618" cy="25078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F6AE4BF-6487-D713-D064-7E321D0A5E43}"/>
              </a:ext>
            </a:extLst>
          </p:cNvPr>
          <p:cNvCxnSpPr>
            <a:stCxn id="9" idx="0"/>
            <a:endCxn id="19" idx="2"/>
          </p:cNvCxnSpPr>
          <p:nvPr/>
        </p:nvCxnSpPr>
        <p:spPr>
          <a:xfrm flipH="1" flipV="1">
            <a:off x="9114415" y="2369391"/>
            <a:ext cx="140409" cy="631406"/>
          </a:xfrm>
          <a:prstGeom prst="line">
            <a:avLst/>
          </a:prstGeom>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115BD613-AAF9-DE67-40DD-AEC5F8B4CA76}"/>
              </a:ext>
            </a:extLst>
          </p:cNvPr>
          <p:cNvSpPr txBox="1"/>
          <p:nvPr/>
        </p:nvSpPr>
        <p:spPr>
          <a:xfrm>
            <a:off x="4256486" y="1595740"/>
            <a:ext cx="4603633" cy="1477328"/>
          </a:xfrm>
          <a:prstGeom prst="rect">
            <a:avLst/>
          </a:prstGeom>
          <a:noFill/>
        </p:spPr>
        <p:txBody>
          <a:bodyPr wrap="none" rtlCol="0">
            <a:spAutoFit/>
          </a:bodyPr>
          <a:lstStyle/>
          <a:p>
            <a:r>
              <a:rPr lang="en-US" dirty="0"/>
              <a:t>CST: Classical </a:t>
            </a:r>
            <a:r>
              <a:rPr lang="en-US" dirty="0" err="1"/>
              <a:t>STates</a:t>
            </a:r>
            <a:endParaRPr lang="en-US" dirty="0"/>
          </a:p>
          <a:p>
            <a:r>
              <a:rPr lang="en-US" dirty="0"/>
              <a:t>NM: Newtonian Mechanics</a:t>
            </a:r>
          </a:p>
          <a:p>
            <a:r>
              <a:rPr lang="en-US" dirty="0"/>
              <a:t>HM: Hamiltonian Mechanics</a:t>
            </a:r>
            <a:br>
              <a:rPr lang="en-US" dirty="0"/>
            </a:br>
            <a:r>
              <a:rPr lang="en-US" dirty="0"/>
              <a:t>LM: Lagrangian Mechanics</a:t>
            </a:r>
            <a:br>
              <a:rPr lang="en-US" dirty="0"/>
            </a:br>
            <a:r>
              <a:rPr lang="en-US" dirty="0"/>
              <a:t>MPPF: Massive Particles under Potential Forces</a:t>
            </a:r>
          </a:p>
        </p:txBody>
      </p:sp>
      <p:sp>
        <p:nvSpPr>
          <p:cNvPr id="97" name="TextBox 96">
            <a:extLst>
              <a:ext uri="{FF2B5EF4-FFF2-40B4-BE49-F238E27FC236}">
                <a16:creationId xmlns:a16="http://schemas.microsoft.com/office/drawing/2014/main" id="{65808E59-D2DB-3C51-A7FF-C7B02276E8B5}"/>
              </a:ext>
            </a:extLst>
          </p:cNvPr>
          <p:cNvSpPr txBox="1"/>
          <p:nvPr/>
        </p:nvSpPr>
        <p:spPr>
          <a:xfrm>
            <a:off x="427390" y="3429000"/>
            <a:ext cx="7956922" cy="461665"/>
          </a:xfrm>
          <a:prstGeom prst="rect">
            <a:avLst/>
          </a:prstGeom>
          <a:noFill/>
        </p:spPr>
        <p:txBody>
          <a:bodyPr wrap="none" rtlCol="0">
            <a:spAutoFit/>
          </a:bodyPr>
          <a:lstStyle/>
          <a:p>
            <a:r>
              <a:rPr lang="en-US" sz="2400" dirty="0"/>
              <a:t>Each assumption is an equivalence class of multiple conditions</a:t>
            </a:r>
          </a:p>
        </p:txBody>
      </p:sp>
      <p:sp>
        <p:nvSpPr>
          <p:cNvPr id="98" name="TextBox 97">
            <a:extLst>
              <a:ext uri="{FF2B5EF4-FFF2-40B4-BE49-F238E27FC236}">
                <a16:creationId xmlns:a16="http://schemas.microsoft.com/office/drawing/2014/main" id="{6602E915-43DD-0C5A-AF4D-05B012CD3532}"/>
              </a:ext>
            </a:extLst>
          </p:cNvPr>
          <p:cNvSpPr txBox="1"/>
          <p:nvPr/>
        </p:nvSpPr>
        <p:spPr>
          <a:xfrm>
            <a:off x="952808" y="1169963"/>
            <a:ext cx="2409057" cy="461665"/>
          </a:xfrm>
          <a:prstGeom prst="rect">
            <a:avLst/>
          </a:prstGeom>
          <a:noFill/>
        </p:spPr>
        <p:txBody>
          <a:bodyPr wrap="none" rtlCol="0">
            <a:spAutoFit/>
          </a:bodyPr>
          <a:lstStyle/>
          <a:p>
            <a:r>
              <a:rPr lang="en-US" sz="2400" dirty="0"/>
              <a:t>Core assumptions</a:t>
            </a:r>
          </a:p>
        </p:txBody>
      </p:sp>
      <p:sp>
        <p:nvSpPr>
          <p:cNvPr id="99" name="TextBox 98">
            <a:extLst>
              <a:ext uri="{FF2B5EF4-FFF2-40B4-BE49-F238E27FC236}">
                <a16:creationId xmlns:a16="http://schemas.microsoft.com/office/drawing/2014/main" id="{14704449-1A5B-FEAC-3C35-A1A636BF438F}"/>
              </a:ext>
            </a:extLst>
          </p:cNvPr>
          <p:cNvSpPr txBox="1"/>
          <p:nvPr/>
        </p:nvSpPr>
        <p:spPr>
          <a:xfrm>
            <a:off x="5037866" y="1169963"/>
            <a:ext cx="2273443" cy="461665"/>
          </a:xfrm>
          <a:prstGeom prst="rect">
            <a:avLst/>
          </a:prstGeom>
          <a:noFill/>
        </p:spPr>
        <p:txBody>
          <a:bodyPr wrap="none" rtlCol="0">
            <a:spAutoFit/>
          </a:bodyPr>
          <a:lstStyle/>
          <a:p>
            <a:r>
              <a:rPr lang="en-US" sz="2400" dirty="0"/>
              <a:t>Physical theories</a:t>
            </a:r>
          </a:p>
        </p:txBody>
      </p:sp>
      <p:pic>
        <p:nvPicPr>
          <p:cNvPr id="105" name="Picture 104">
            <a:extLst>
              <a:ext uri="{FF2B5EF4-FFF2-40B4-BE49-F238E27FC236}">
                <a16:creationId xmlns:a16="http://schemas.microsoft.com/office/drawing/2014/main" id="{F8FAC41B-9EE3-46AD-EE2E-53E9928AF8A9}"/>
              </a:ext>
            </a:extLst>
          </p:cNvPr>
          <p:cNvPicPr>
            <a:picLocks noChangeAspect="1"/>
          </p:cNvPicPr>
          <p:nvPr/>
        </p:nvPicPr>
        <p:blipFill>
          <a:blip r:embed="rId2"/>
          <a:stretch>
            <a:fillRect/>
          </a:stretch>
        </p:blipFill>
        <p:spPr>
          <a:xfrm>
            <a:off x="4962440" y="4155067"/>
            <a:ext cx="4413425" cy="1488013"/>
          </a:xfrm>
          <a:prstGeom prst="rect">
            <a:avLst/>
          </a:prstGeom>
        </p:spPr>
      </p:pic>
      <p:grpSp>
        <p:nvGrpSpPr>
          <p:cNvPr id="115" name="Group 114">
            <a:extLst>
              <a:ext uri="{FF2B5EF4-FFF2-40B4-BE49-F238E27FC236}">
                <a16:creationId xmlns:a16="http://schemas.microsoft.com/office/drawing/2014/main" id="{59138422-95CF-2725-A820-7F8731AF21D2}"/>
              </a:ext>
            </a:extLst>
          </p:cNvPr>
          <p:cNvGrpSpPr/>
          <p:nvPr/>
        </p:nvGrpSpPr>
        <p:grpSpPr>
          <a:xfrm>
            <a:off x="216341" y="4155067"/>
            <a:ext cx="4433670" cy="1817785"/>
            <a:chOff x="511613" y="4062321"/>
            <a:chExt cx="4433670" cy="1817785"/>
          </a:xfrm>
        </p:grpSpPr>
        <p:pic>
          <p:nvPicPr>
            <p:cNvPr id="101" name="Picture 100">
              <a:extLst>
                <a:ext uri="{FF2B5EF4-FFF2-40B4-BE49-F238E27FC236}">
                  <a16:creationId xmlns:a16="http://schemas.microsoft.com/office/drawing/2014/main" id="{E8A04A56-E7C6-F684-D00C-D0620D90204D}"/>
                </a:ext>
              </a:extLst>
            </p:cNvPr>
            <p:cNvPicPr>
              <a:picLocks noChangeAspect="1"/>
            </p:cNvPicPr>
            <p:nvPr/>
          </p:nvPicPr>
          <p:blipFill>
            <a:blip r:embed="rId3"/>
            <a:stretch>
              <a:fillRect/>
            </a:stretch>
          </p:blipFill>
          <p:spPr>
            <a:xfrm>
              <a:off x="511613" y="4062321"/>
              <a:ext cx="4413425" cy="318860"/>
            </a:xfrm>
            <a:prstGeom prst="rect">
              <a:avLst/>
            </a:prstGeom>
          </p:spPr>
        </p:pic>
        <p:pic>
          <p:nvPicPr>
            <p:cNvPr id="103" name="Picture 102">
              <a:extLst>
                <a:ext uri="{FF2B5EF4-FFF2-40B4-BE49-F238E27FC236}">
                  <a16:creationId xmlns:a16="http://schemas.microsoft.com/office/drawing/2014/main" id="{E521CB77-A31E-F309-38E9-B89CBF2913E5}"/>
                </a:ext>
              </a:extLst>
            </p:cNvPr>
            <p:cNvPicPr>
              <a:picLocks noChangeAspect="1"/>
            </p:cNvPicPr>
            <p:nvPr/>
          </p:nvPicPr>
          <p:blipFill>
            <a:blip r:embed="rId4"/>
            <a:stretch>
              <a:fillRect/>
            </a:stretch>
          </p:blipFill>
          <p:spPr>
            <a:xfrm>
              <a:off x="511613" y="5591614"/>
              <a:ext cx="4418486" cy="288492"/>
            </a:xfrm>
            <a:prstGeom prst="rect">
              <a:avLst/>
            </a:prstGeom>
          </p:spPr>
        </p:pic>
        <p:pic>
          <p:nvPicPr>
            <p:cNvPr id="107" name="Picture 106">
              <a:extLst>
                <a:ext uri="{FF2B5EF4-FFF2-40B4-BE49-F238E27FC236}">
                  <a16:creationId xmlns:a16="http://schemas.microsoft.com/office/drawing/2014/main" id="{89932154-E3C5-776B-DD60-4F7069A399F5}"/>
                </a:ext>
              </a:extLst>
            </p:cNvPr>
            <p:cNvPicPr>
              <a:picLocks noChangeAspect="1"/>
            </p:cNvPicPr>
            <p:nvPr/>
          </p:nvPicPr>
          <p:blipFill>
            <a:blip r:embed="rId5"/>
            <a:stretch>
              <a:fillRect/>
            </a:stretch>
          </p:blipFill>
          <p:spPr>
            <a:xfrm>
              <a:off x="511613" y="4924224"/>
              <a:ext cx="4413425" cy="313798"/>
            </a:xfrm>
            <a:prstGeom prst="rect">
              <a:avLst/>
            </a:prstGeom>
          </p:spPr>
        </p:pic>
        <p:pic>
          <p:nvPicPr>
            <p:cNvPr id="109" name="Picture 108">
              <a:extLst>
                <a:ext uri="{FF2B5EF4-FFF2-40B4-BE49-F238E27FC236}">
                  <a16:creationId xmlns:a16="http://schemas.microsoft.com/office/drawing/2014/main" id="{97B59002-C925-EBD4-2533-8248AC3C5A70}"/>
                </a:ext>
              </a:extLst>
            </p:cNvPr>
            <p:cNvPicPr>
              <a:picLocks noChangeAspect="1"/>
            </p:cNvPicPr>
            <p:nvPr/>
          </p:nvPicPr>
          <p:blipFill>
            <a:blip r:embed="rId6"/>
            <a:stretch>
              <a:fillRect/>
            </a:stretch>
          </p:blipFill>
          <p:spPr>
            <a:xfrm>
              <a:off x="511613" y="5260450"/>
              <a:ext cx="4433670" cy="308737"/>
            </a:xfrm>
            <a:prstGeom prst="rect">
              <a:avLst/>
            </a:prstGeom>
          </p:spPr>
        </p:pic>
        <p:pic>
          <p:nvPicPr>
            <p:cNvPr id="111" name="Picture 110">
              <a:extLst>
                <a:ext uri="{FF2B5EF4-FFF2-40B4-BE49-F238E27FC236}">
                  <a16:creationId xmlns:a16="http://schemas.microsoft.com/office/drawing/2014/main" id="{5E5BF91D-3F34-2D41-CCE2-11F1D56898DB}"/>
                </a:ext>
              </a:extLst>
            </p:cNvPr>
            <p:cNvPicPr>
              <a:picLocks noChangeAspect="1"/>
            </p:cNvPicPr>
            <p:nvPr/>
          </p:nvPicPr>
          <p:blipFill>
            <a:blip r:embed="rId7"/>
            <a:stretch>
              <a:fillRect/>
            </a:stretch>
          </p:blipFill>
          <p:spPr>
            <a:xfrm>
              <a:off x="511613" y="4403609"/>
              <a:ext cx="4388119" cy="172083"/>
            </a:xfrm>
            <a:prstGeom prst="rect">
              <a:avLst/>
            </a:prstGeom>
          </p:spPr>
        </p:pic>
        <p:pic>
          <p:nvPicPr>
            <p:cNvPr id="113" name="Picture 112">
              <a:extLst>
                <a:ext uri="{FF2B5EF4-FFF2-40B4-BE49-F238E27FC236}">
                  <a16:creationId xmlns:a16="http://schemas.microsoft.com/office/drawing/2014/main" id="{A8D23AC4-EE20-16EB-59FD-AFEA2B2F9104}"/>
                </a:ext>
              </a:extLst>
            </p:cNvPr>
            <p:cNvPicPr>
              <a:picLocks noChangeAspect="1"/>
            </p:cNvPicPr>
            <p:nvPr/>
          </p:nvPicPr>
          <p:blipFill>
            <a:blip r:embed="rId8"/>
            <a:stretch>
              <a:fillRect/>
            </a:stretch>
          </p:blipFill>
          <p:spPr>
            <a:xfrm>
              <a:off x="511613" y="4598120"/>
              <a:ext cx="4413425" cy="303676"/>
            </a:xfrm>
            <a:prstGeom prst="rect">
              <a:avLst/>
            </a:prstGeom>
          </p:spPr>
        </p:pic>
      </p:grpSp>
      <p:sp>
        <p:nvSpPr>
          <p:cNvPr id="5" name="Footer Placeholder 4">
            <a:extLst>
              <a:ext uri="{FF2B5EF4-FFF2-40B4-BE49-F238E27FC236}">
                <a16:creationId xmlns:a16="http://schemas.microsoft.com/office/drawing/2014/main" id="{99D52FBC-AFA3-A05A-346A-1647707B79DC}"/>
              </a:ext>
            </a:extLst>
          </p:cNvPr>
          <p:cNvSpPr>
            <a:spLocks noGrp="1"/>
          </p:cNvSpPr>
          <p:nvPr>
            <p:ph type="ftr" sz="quarter" idx="11"/>
          </p:nvPr>
        </p:nvSpPr>
        <p:spPr/>
        <p:txBody>
          <a:bodyPr/>
          <a:lstStyle/>
          <a:p>
            <a:r>
              <a:rPr lang="en-US"/>
              <a:t>Christine Aidala - University of Michigan</a:t>
            </a:r>
          </a:p>
        </p:txBody>
      </p:sp>
      <p:sp>
        <p:nvSpPr>
          <p:cNvPr id="11" name="TextBox 10">
            <a:extLst>
              <a:ext uri="{FF2B5EF4-FFF2-40B4-BE49-F238E27FC236}">
                <a16:creationId xmlns:a16="http://schemas.microsoft.com/office/drawing/2014/main" id="{B38F5134-96F5-848F-A86F-BDBF04278290}"/>
              </a:ext>
            </a:extLst>
          </p:cNvPr>
          <p:cNvSpPr txBox="1"/>
          <p:nvPr/>
        </p:nvSpPr>
        <p:spPr>
          <a:xfrm>
            <a:off x="2892425" y="6210037"/>
            <a:ext cx="6407150" cy="307777"/>
          </a:xfrm>
          <a:prstGeom prst="rect">
            <a:avLst/>
          </a:prstGeom>
          <a:noFill/>
        </p:spPr>
        <p:txBody>
          <a:bodyPr wrap="square">
            <a:spAutoFit/>
          </a:bodyPr>
          <a:lstStyle/>
          <a:p>
            <a:r>
              <a:rPr lang="en-US" sz="1400" dirty="0">
                <a:hlinkClick r:id="rId9"/>
              </a:rPr>
              <a:t>https://assumptionsofphysics.org/book/AssumptionsOfPhysicsV3.0.pdf#section.1.1.4</a:t>
            </a:r>
            <a:r>
              <a:rPr lang="en-US" sz="1400" dirty="0"/>
              <a:t> </a:t>
            </a:r>
          </a:p>
        </p:txBody>
      </p:sp>
      <p:sp>
        <p:nvSpPr>
          <p:cNvPr id="12" name="Slide Number Placeholder 11">
            <a:extLst>
              <a:ext uri="{FF2B5EF4-FFF2-40B4-BE49-F238E27FC236}">
                <a16:creationId xmlns:a16="http://schemas.microsoft.com/office/drawing/2014/main" id="{18A89343-315D-D1A9-FD76-CB427692050C}"/>
              </a:ext>
            </a:extLst>
          </p:cNvPr>
          <p:cNvSpPr>
            <a:spLocks noGrp="1"/>
          </p:cNvSpPr>
          <p:nvPr>
            <p:ph type="sldNum" sz="quarter" idx="13"/>
          </p:nvPr>
        </p:nvSpPr>
        <p:spPr/>
        <p:txBody>
          <a:bodyPr/>
          <a:lstStyle/>
          <a:p>
            <a:fld id="{F47845EA-7733-40EE-B074-20032348B727}" type="slidenum">
              <a:rPr lang="en-US" smtClean="0"/>
              <a:t>32</a:t>
            </a:fld>
            <a:endParaRPr lang="en-US"/>
          </a:p>
        </p:txBody>
      </p:sp>
      <p:pic>
        <p:nvPicPr>
          <p:cNvPr id="10" name="Picture 9">
            <a:extLst>
              <a:ext uri="{FF2B5EF4-FFF2-40B4-BE49-F238E27FC236}">
                <a16:creationId xmlns:a16="http://schemas.microsoft.com/office/drawing/2014/main" id="{7048C92B-6C8D-4101-8D58-A76EF43FB30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Tree>
    <p:extLst>
      <p:ext uri="{BB962C8B-B14F-4D97-AF65-F5344CB8AC3E}">
        <p14:creationId xmlns:p14="http://schemas.microsoft.com/office/powerpoint/2010/main" val="403810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962A81A-53E7-E0A3-643B-39C474BBB466}"/>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6F2F7139-AE4D-2495-B2CD-18D749EAFDF7}"/>
              </a:ext>
            </a:extLst>
          </p:cNvPr>
          <p:cNvSpPr>
            <a:spLocks noGrp="1"/>
          </p:cNvSpPr>
          <p:nvPr>
            <p:ph type="sldNum" sz="quarter" idx="12"/>
          </p:nvPr>
        </p:nvSpPr>
        <p:spPr/>
        <p:txBody>
          <a:bodyPr/>
          <a:lstStyle/>
          <a:p>
            <a:fld id="{F47845EA-7733-40EE-B074-20032348B727}" type="slidenum">
              <a:rPr lang="en-US" smtClean="0"/>
              <a:t>33</a:t>
            </a:fld>
            <a:endParaRPr lang="en-US"/>
          </a:p>
        </p:txBody>
      </p:sp>
      <p:pic>
        <p:nvPicPr>
          <p:cNvPr id="5" name="Picture 4">
            <a:extLst>
              <a:ext uri="{FF2B5EF4-FFF2-40B4-BE49-F238E27FC236}">
                <a16:creationId xmlns:a16="http://schemas.microsoft.com/office/drawing/2014/main" id="{A8A2A081-483F-1A1D-E5F3-2A1F80CFD5F9}"/>
              </a:ext>
            </a:extLst>
          </p:cNvPr>
          <p:cNvPicPr>
            <a:picLocks noChangeAspect="1"/>
          </p:cNvPicPr>
          <p:nvPr/>
        </p:nvPicPr>
        <p:blipFill>
          <a:blip r:embed="rId2"/>
          <a:stretch>
            <a:fillRect/>
          </a:stretch>
        </p:blipFill>
        <p:spPr>
          <a:xfrm>
            <a:off x="600710" y="2139595"/>
            <a:ext cx="10990580" cy="1670679"/>
          </a:xfrm>
          <a:prstGeom prst="rect">
            <a:avLst/>
          </a:prstGeom>
        </p:spPr>
      </p:pic>
      <p:sp>
        <p:nvSpPr>
          <p:cNvPr id="6" name="TextBox 5">
            <a:extLst>
              <a:ext uri="{FF2B5EF4-FFF2-40B4-BE49-F238E27FC236}">
                <a16:creationId xmlns:a16="http://schemas.microsoft.com/office/drawing/2014/main" id="{15C07AD4-1B31-1C04-AE44-3D86A0E7040D}"/>
              </a:ext>
            </a:extLst>
          </p:cNvPr>
          <p:cNvSpPr txBox="1"/>
          <p:nvPr/>
        </p:nvSpPr>
        <p:spPr>
          <a:xfrm>
            <a:off x="2146008" y="4160259"/>
            <a:ext cx="7899983" cy="769441"/>
          </a:xfrm>
          <a:prstGeom prst="rect">
            <a:avLst/>
          </a:prstGeom>
          <a:noFill/>
        </p:spPr>
        <p:txBody>
          <a:bodyPr wrap="none" rtlCol="0">
            <a:spAutoFit/>
          </a:bodyPr>
          <a:lstStyle/>
          <a:p>
            <a:r>
              <a:rPr lang="en-US" sz="4400" dirty="0"/>
              <a:t>How do we analyze this properly?</a:t>
            </a:r>
          </a:p>
        </p:txBody>
      </p:sp>
      <p:sp>
        <p:nvSpPr>
          <p:cNvPr id="7" name="TextBox 6">
            <a:extLst>
              <a:ext uri="{FF2B5EF4-FFF2-40B4-BE49-F238E27FC236}">
                <a16:creationId xmlns:a16="http://schemas.microsoft.com/office/drawing/2014/main" id="{21166660-7DF8-2780-43CA-1C2A1975263E}"/>
              </a:ext>
            </a:extLst>
          </p:cNvPr>
          <p:cNvSpPr txBox="1"/>
          <p:nvPr/>
        </p:nvSpPr>
        <p:spPr>
          <a:xfrm>
            <a:off x="7516767" y="1543757"/>
            <a:ext cx="4375685" cy="461665"/>
          </a:xfrm>
          <a:prstGeom prst="rect">
            <a:avLst/>
          </a:prstGeom>
          <a:noFill/>
        </p:spPr>
        <p:txBody>
          <a:bodyPr wrap="none" rtlCol="0">
            <a:spAutoFit/>
          </a:bodyPr>
          <a:lstStyle/>
          <a:p>
            <a:r>
              <a:rPr lang="en-US" sz="2400" dirty="0">
                <a:solidFill>
                  <a:srgbClr val="C00000"/>
                </a:solidFill>
              </a:rPr>
              <a:t>Bunch of things bundled together</a:t>
            </a:r>
          </a:p>
        </p:txBody>
      </p:sp>
      <p:sp>
        <p:nvSpPr>
          <p:cNvPr id="4" name="Title 1">
            <a:extLst>
              <a:ext uri="{FF2B5EF4-FFF2-40B4-BE49-F238E27FC236}">
                <a16:creationId xmlns:a16="http://schemas.microsoft.com/office/drawing/2014/main" id="{1AA3788A-97F5-29E9-05C1-4E7E68BBE2C4}"/>
              </a:ext>
            </a:extLst>
          </p:cNvPr>
          <p:cNvSpPr txBox="1">
            <a:spLocks/>
          </p:cNvSpPr>
          <p:nvPr/>
        </p:nvSpPr>
        <p:spPr>
          <a:xfrm>
            <a:off x="103955" y="84779"/>
            <a:ext cx="11984090" cy="1108754"/>
          </a:xfrm>
          <a:prstGeom prst="rect">
            <a:avLst/>
          </a:prstGeom>
        </p:spPr>
        <p:txBody>
          <a:bodyP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Currently applying Reverse Physics methodology </a:t>
            </a:r>
            <a:br>
              <a:rPr lang="en-US" dirty="0"/>
            </a:br>
            <a:r>
              <a:rPr lang="en-US" dirty="0"/>
              <a:t>to quantum mechanics</a:t>
            </a:r>
          </a:p>
        </p:txBody>
      </p:sp>
      <p:sp>
        <p:nvSpPr>
          <p:cNvPr id="9" name="TextBox 8">
            <a:extLst>
              <a:ext uri="{FF2B5EF4-FFF2-40B4-BE49-F238E27FC236}">
                <a16:creationId xmlns:a16="http://schemas.microsoft.com/office/drawing/2014/main" id="{B5BBEC72-D77F-933F-528B-89D86D3B3D45}"/>
              </a:ext>
            </a:extLst>
          </p:cNvPr>
          <p:cNvSpPr txBox="1"/>
          <p:nvPr/>
        </p:nvSpPr>
        <p:spPr>
          <a:xfrm>
            <a:off x="4444083" y="5560646"/>
            <a:ext cx="3583386" cy="373937"/>
          </a:xfrm>
          <a:prstGeom prst="rect">
            <a:avLst/>
          </a:prstGeom>
          <a:noFill/>
        </p:spPr>
        <p:txBody>
          <a:bodyPr wrap="square">
            <a:spAutoFit/>
          </a:bodyPr>
          <a:lstStyle/>
          <a:p>
            <a:r>
              <a:rPr lang="en-US" dirty="0">
                <a:hlinkClick r:id="rId3"/>
              </a:rPr>
              <a:t>https://arxiv.org/pdf/2608.27543</a:t>
            </a:r>
            <a:r>
              <a:rPr lang="en-US" dirty="0"/>
              <a:t>  </a:t>
            </a:r>
          </a:p>
        </p:txBody>
      </p:sp>
    </p:spTree>
    <p:extLst>
      <p:ext uri="{BB962C8B-B14F-4D97-AF65-F5344CB8AC3E}">
        <p14:creationId xmlns:p14="http://schemas.microsoft.com/office/powerpoint/2010/main" val="200207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341328C-09DF-7E83-9E1C-D8497B75C5CF}"/>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F3DC0FDE-5751-053C-67A4-452C43D21250}"/>
              </a:ext>
            </a:extLst>
          </p:cNvPr>
          <p:cNvSpPr>
            <a:spLocks noGrp="1"/>
          </p:cNvSpPr>
          <p:nvPr>
            <p:ph type="sldNum" sz="quarter" idx="12"/>
          </p:nvPr>
        </p:nvSpPr>
        <p:spPr/>
        <p:txBody>
          <a:bodyPr/>
          <a:lstStyle/>
          <a:p>
            <a:fld id="{F47845EA-7733-40EE-B074-20032348B727}" type="slidenum">
              <a:rPr lang="en-US" smtClean="0"/>
              <a:t>34</a:t>
            </a:fld>
            <a:endParaRPr lang="en-US"/>
          </a:p>
        </p:txBody>
      </p:sp>
      <p:sp>
        <p:nvSpPr>
          <p:cNvPr id="4" name="TextBox 3">
            <a:extLst>
              <a:ext uri="{FF2B5EF4-FFF2-40B4-BE49-F238E27FC236}">
                <a16:creationId xmlns:a16="http://schemas.microsoft.com/office/drawing/2014/main" id="{BEB6C1C1-DA6B-EB30-2589-EF5860DFB94C}"/>
              </a:ext>
            </a:extLst>
          </p:cNvPr>
          <p:cNvSpPr txBox="1"/>
          <p:nvPr/>
        </p:nvSpPr>
        <p:spPr>
          <a:xfrm>
            <a:off x="549649" y="1507463"/>
            <a:ext cx="8380628" cy="523220"/>
          </a:xfrm>
          <a:prstGeom prst="rect">
            <a:avLst/>
          </a:prstGeom>
          <a:noFill/>
        </p:spPr>
        <p:txBody>
          <a:bodyPr wrap="none" rtlCol="0">
            <a:spAutoFit/>
          </a:bodyPr>
          <a:lstStyle/>
          <a:p>
            <a:r>
              <a:rPr lang="en-US" sz="2800" dirty="0"/>
              <a:t>QP-RAY – Pure states are rays of a complex Hilbert space</a:t>
            </a:r>
          </a:p>
        </p:txBody>
      </p:sp>
      <p:sp>
        <p:nvSpPr>
          <p:cNvPr id="5" name="TextBox 4">
            <a:extLst>
              <a:ext uri="{FF2B5EF4-FFF2-40B4-BE49-F238E27FC236}">
                <a16:creationId xmlns:a16="http://schemas.microsoft.com/office/drawing/2014/main" id="{548FC689-DB9C-CD0C-7175-2C6CA2C3B7A7}"/>
              </a:ext>
            </a:extLst>
          </p:cNvPr>
          <p:cNvSpPr txBox="1"/>
          <p:nvPr/>
        </p:nvSpPr>
        <p:spPr>
          <a:xfrm>
            <a:off x="549648" y="2785152"/>
            <a:ext cx="6431632" cy="523220"/>
          </a:xfrm>
          <a:prstGeom prst="rect">
            <a:avLst/>
          </a:prstGeom>
          <a:noFill/>
        </p:spPr>
        <p:txBody>
          <a:bodyPr wrap="none" rtlCol="0">
            <a:spAutoFit/>
          </a:bodyPr>
          <a:lstStyle/>
          <a:p>
            <a:r>
              <a:rPr lang="en-US" sz="2800" dirty="0"/>
              <a:t>QE-DENS – Ensembles are density matrices</a:t>
            </a:r>
          </a:p>
        </p:txBody>
      </p:sp>
      <p:sp>
        <p:nvSpPr>
          <p:cNvPr id="6" name="TextBox 5">
            <a:extLst>
              <a:ext uri="{FF2B5EF4-FFF2-40B4-BE49-F238E27FC236}">
                <a16:creationId xmlns:a16="http://schemas.microsoft.com/office/drawing/2014/main" id="{1A15243F-B965-4FC3-89C9-69F088EC6509}"/>
              </a:ext>
            </a:extLst>
          </p:cNvPr>
          <p:cNvSpPr txBox="1"/>
          <p:nvPr/>
        </p:nvSpPr>
        <p:spPr>
          <a:xfrm>
            <a:off x="549647" y="3928083"/>
            <a:ext cx="7786362" cy="523220"/>
          </a:xfrm>
          <a:prstGeom prst="rect">
            <a:avLst/>
          </a:prstGeom>
          <a:noFill/>
        </p:spPr>
        <p:txBody>
          <a:bodyPr wrap="none" rtlCol="0">
            <a:spAutoFit/>
          </a:bodyPr>
          <a:lstStyle/>
          <a:p>
            <a:r>
              <a:rPr lang="en-US" sz="2800" dirty="0"/>
              <a:t>BR-BORN – Orthogonal states are mutually exclusive</a:t>
            </a:r>
          </a:p>
        </p:txBody>
      </p:sp>
      <p:sp>
        <p:nvSpPr>
          <p:cNvPr id="7" name="TextBox 6">
            <a:extLst>
              <a:ext uri="{FF2B5EF4-FFF2-40B4-BE49-F238E27FC236}">
                <a16:creationId xmlns:a16="http://schemas.microsoft.com/office/drawing/2014/main" id="{F6FA4CE7-A76A-4D3C-B3A0-AE136EE0767D}"/>
              </a:ext>
            </a:extLst>
          </p:cNvPr>
          <p:cNvSpPr txBox="1"/>
          <p:nvPr/>
        </p:nvSpPr>
        <p:spPr>
          <a:xfrm>
            <a:off x="5265019" y="1988606"/>
            <a:ext cx="6926982" cy="646331"/>
          </a:xfrm>
          <a:prstGeom prst="rect">
            <a:avLst/>
          </a:prstGeom>
          <a:noFill/>
        </p:spPr>
        <p:txBody>
          <a:bodyPr wrap="square" rtlCol="0">
            <a:spAutoFit/>
          </a:bodyPr>
          <a:lstStyle/>
          <a:p>
            <a:r>
              <a:rPr lang="en-US" dirty="0">
                <a:solidFill>
                  <a:schemeClr val="accent6">
                    <a:lumMod val="75000"/>
                  </a:schemeClr>
                </a:solidFill>
              </a:rPr>
              <a:t>Not sufficient to distinguish QM from CM, e.g. state space of a classical magnetic dipole is a sphere, which is the complex projective line.</a:t>
            </a:r>
          </a:p>
        </p:txBody>
      </p:sp>
      <p:sp>
        <p:nvSpPr>
          <p:cNvPr id="8" name="TextBox 7">
            <a:extLst>
              <a:ext uri="{FF2B5EF4-FFF2-40B4-BE49-F238E27FC236}">
                <a16:creationId xmlns:a16="http://schemas.microsoft.com/office/drawing/2014/main" id="{18EE6A1C-578D-47CD-7820-4F0DE21BDA7F}"/>
              </a:ext>
            </a:extLst>
          </p:cNvPr>
          <p:cNvSpPr txBox="1"/>
          <p:nvPr/>
        </p:nvSpPr>
        <p:spPr>
          <a:xfrm>
            <a:off x="8930277" y="2933176"/>
            <a:ext cx="1957267" cy="369332"/>
          </a:xfrm>
          <a:prstGeom prst="rect">
            <a:avLst/>
          </a:prstGeom>
          <a:noFill/>
        </p:spPr>
        <p:txBody>
          <a:bodyPr wrap="none" rtlCol="0">
            <a:spAutoFit/>
          </a:bodyPr>
          <a:lstStyle/>
          <a:p>
            <a:pPr algn="ctr"/>
            <a:r>
              <a:rPr lang="en-US" dirty="0"/>
              <a:t>Cannot be classical</a:t>
            </a:r>
          </a:p>
        </p:txBody>
      </p:sp>
      <p:sp>
        <p:nvSpPr>
          <p:cNvPr id="9" name="TextBox 8">
            <a:extLst>
              <a:ext uri="{FF2B5EF4-FFF2-40B4-BE49-F238E27FC236}">
                <a16:creationId xmlns:a16="http://schemas.microsoft.com/office/drawing/2014/main" id="{8D752929-AC43-AB16-8CD8-5E28B6FE3B0A}"/>
              </a:ext>
            </a:extLst>
          </p:cNvPr>
          <p:cNvSpPr txBox="1"/>
          <p:nvPr/>
        </p:nvSpPr>
        <p:spPr>
          <a:xfrm>
            <a:off x="9019597" y="4081971"/>
            <a:ext cx="1867947" cy="369332"/>
          </a:xfrm>
          <a:prstGeom prst="rect">
            <a:avLst/>
          </a:prstGeom>
          <a:noFill/>
        </p:spPr>
        <p:txBody>
          <a:bodyPr wrap="none" rtlCol="0">
            <a:spAutoFit/>
          </a:bodyPr>
          <a:lstStyle/>
          <a:p>
            <a:pPr algn="ctr"/>
            <a:r>
              <a:rPr lang="en-US" dirty="0"/>
              <a:t>Must be quantum</a:t>
            </a:r>
          </a:p>
        </p:txBody>
      </p:sp>
      <p:sp>
        <p:nvSpPr>
          <p:cNvPr id="10" name="TextBox 9">
            <a:extLst>
              <a:ext uri="{FF2B5EF4-FFF2-40B4-BE49-F238E27FC236}">
                <a16:creationId xmlns:a16="http://schemas.microsoft.com/office/drawing/2014/main" id="{6BE84651-9BF6-D531-C1BA-F0A09640EFE2}"/>
              </a:ext>
            </a:extLst>
          </p:cNvPr>
          <p:cNvSpPr txBox="1"/>
          <p:nvPr/>
        </p:nvSpPr>
        <p:spPr>
          <a:xfrm>
            <a:off x="4158936" y="1866397"/>
            <a:ext cx="567784" cy="1015663"/>
          </a:xfrm>
          <a:prstGeom prst="rect">
            <a:avLst/>
          </a:prstGeom>
          <a:noFill/>
        </p:spPr>
        <p:txBody>
          <a:bodyPr wrap="none" rtlCol="0">
            <a:spAutoFit/>
          </a:bodyPr>
          <a:lstStyle/>
          <a:p>
            <a:r>
              <a:rPr lang="en-US" sz="6000" dirty="0"/>
              <a:t>+</a:t>
            </a:r>
          </a:p>
        </p:txBody>
      </p:sp>
      <p:sp>
        <p:nvSpPr>
          <p:cNvPr id="11" name="TextBox 10">
            <a:extLst>
              <a:ext uri="{FF2B5EF4-FFF2-40B4-BE49-F238E27FC236}">
                <a16:creationId xmlns:a16="http://schemas.microsoft.com/office/drawing/2014/main" id="{105B2727-BEA9-BE7E-10D1-82D5C69C5EA9}"/>
              </a:ext>
            </a:extLst>
          </p:cNvPr>
          <p:cNvSpPr txBox="1"/>
          <p:nvPr/>
        </p:nvSpPr>
        <p:spPr>
          <a:xfrm>
            <a:off x="417000" y="5065464"/>
            <a:ext cx="9094156" cy="707886"/>
          </a:xfrm>
          <a:prstGeom prst="rect">
            <a:avLst/>
          </a:prstGeom>
          <a:noFill/>
        </p:spPr>
        <p:txBody>
          <a:bodyPr wrap="none" rtlCol="0">
            <a:spAutoFit/>
          </a:bodyPr>
          <a:lstStyle/>
          <a:p>
            <a:r>
              <a:rPr lang="en-US" sz="4000" dirty="0"/>
              <a:t>QST:H – Quantum states on a Hilbert space</a:t>
            </a:r>
          </a:p>
        </p:txBody>
      </p:sp>
      <p:sp>
        <p:nvSpPr>
          <p:cNvPr id="12" name="TextBox 11">
            <a:extLst>
              <a:ext uri="{FF2B5EF4-FFF2-40B4-BE49-F238E27FC236}">
                <a16:creationId xmlns:a16="http://schemas.microsoft.com/office/drawing/2014/main" id="{541BA86B-60BE-E8E1-F4D2-31FB687F7608}"/>
              </a:ext>
            </a:extLst>
          </p:cNvPr>
          <p:cNvSpPr txBox="1"/>
          <p:nvPr/>
        </p:nvSpPr>
        <p:spPr>
          <a:xfrm>
            <a:off x="4172179" y="3086329"/>
            <a:ext cx="567784" cy="1015663"/>
          </a:xfrm>
          <a:prstGeom prst="rect">
            <a:avLst/>
          </a:prstGeom>
          <a:noFill/>
        </p:spPr>
        <p:txBody>
          <a:bodyPr wrap="none" rtlCol="0">
            <a:spAutoFit/>
          </a:bodyPr>
          <a:lstStyle/>
          <a:p>
            <a:r>
              <a:rPr lang="en-US" sz="6000" dirty="0"/>
              <a:t>+</a:t>
            </a:r>
          </a:p>
        </p:txBody>
      </p:sp>
      <p:sp>
        <p:nvSpPr>
          <p:cNvPr id="13" name="TextBox 12">
            <a:extLst>
              <a:ext uri="{FF2B5EF4-FFF2-40B4-BE49-F238E27FC236}">
                <a16:creationId xmlns:a16="http://schemas.microsoft.com/office/drawing/2014/main" id="{D404FE09-012A-7A79-3798-E5B414F1A4F7}"/>
              </a:ext>
            </a:extLst>
          </p:cNvPr>
          <p:cNvSpPr txBox="1"/>
          <p:nvPr/>
        </p:nvSpPr>
        <p:spPr>
          <a:xfrm>
            <a:off x="4158936" y="4236744"/>
            <a:ext cx="567784" cy="1015663"/>
          </a:xfrm>
          <a:prstGeom prst="rect">
            <a:avLst/>
          </a:prstGeom>
          <a:noFill/>
        </p:spPr>
        <p:txBody>
          <a:bodyPr wrap="none" rtlCol="0">
            <a:spAutoFit/>
          </a:bodyPr>
          <a:lstStyle/>
          <a:p>
            <a:r>
              <a:rPr lang="en-US" sz="6000" dirty="0"/>
              <a:t>=</a:t>
            </a:r>
          </a:p>
        </p:txBody>
      </p:sp>
      <p:sp>
        <p:nvSpPr>
          <p:cNvPr id="15" name="Title 1">
            <a:extLst>
              <a:ext uri="{FF2B5EF4-FFF2-40B4-BE49-F238E27FC236}">
                <a16:creationId xmlns:a16="http://schemas.microsoft.com/office/drawing/2014/main" id="{926DA507-07D5-6309-62CF-2B04B8D59264}"/>
              </a:ext>
            </a:extLst>
          </p:cNvPr>
          <p:cNvSpPr txBox="1">
            <a:spLocks/>
          </p:cNvSpPr>
          <p:nvPr/>
        </p:nvSpPr>
        <p:spPr>
          <a:xfrm>
            <a:off x="103955" y="84779"/>
            <a:ext cx="11984090" cy="1108754"/>
          </a:xfrm>
          <a:prstGeom prst="rect">
            <a:avLst/>
          </a:prstGeom>
        </p:spPr>
        <p:txBody>
          <a:bodyP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Reverse Physics for quantum mechanics: </a:t>
            </a:r>
          </a:p>
          <a:p>
            <a:r>
              <a:rPr lang="en-US" dirty="0"/>
              <a:t>Some results so far</a:t>
            </a:r>
          </a:p>
        </p:txBody>
      </p:sp>
      <p:sp>
        <p:nvSpPr>
          <p:cNvPr id="17" name="TextBox 16">
            <a:extLst>
              <a:ext uri="{FF2B5EF4-FFF2-40B4-BE49-F238E27FC236}">
                <a16:creationId xmlns:a16="http://schemas.microsoft.com/office/drawing/2014/main" id="{222ACEEC-0C76-B8F6-2497-7B88086D03CE}"/>
              </a:ext>
            </a:extLst>
          </p:cNvPr>
          <p:cNvSpPr txBox="1"/>
          <p:nvPr/>
        </p:nvSpPr>
        <p:spPr>
          <a:xfrm>
            <a:off x="8915719" y="1632154"/>
            <a:ext cx="1636665" cy="369332"/>
          </a:xfrm>
          <a:prstGeom prst="rect">
            <a:avLst/>
          </a:prstGeom>
          <a:noFill/>
        </p:spPr>
        <p:txBody>
          <a:bodyPr wrap="none" rtlCol="0">
            <a:spAutoFit/>
          </a:bodyPr>
          <a:lstStyle/>
          <a:p>
            <a:pPr algn="ctr"/>
            <a:r>
              <a:rPr lang="en-US" dirty="0"/>
              <a:t>Can be classical</a:t>
            </a:r>
          </a:p>
        </p:txBody>
      </p:sp>
      <p:sp>
        <p:nvSpPr>
          <p:cNvPr id="19" name="TextBox 18">
            <a:extLst>
              <a:ext uri="{FF2B5EF4-FFF2-40B4-BE49-F238E27FC236}">
                <a16:creationId xmlns:a16="http://schemas.microsoft.com/office/drawing/2014/main" id="{08756512-E249-352B-3E0D-F403BD29B338}"/>
              </a:ext>
            </a:extLst>
          </p:cNvPr>
          <p:cNvSpPr txBox="1"/>
          <p:nvPr/>
        </p:nvSpPr>
        <p:spPr>
          <a:xfrm>
            <a:off x="5273041" y="3219038"/>
            <a:ext cx="6926982" cy="369332"/>
          </a:xfrm>
          <a:prstGeom prst="rect">
            <a:avLst/>
          </a:prstGeom>
          <a:noFill/>
        </p:spPr>
        <p:txBody>
          <a:bodyPr wrap="square" rtlCol="0">
            <a:spAutoFit/>
          </a:bodyPr>
          <a:lstStyle/>
          <a:p>
            <a:r>
              <a:rPr lang="en-US" dirty="0">
                <a:solidFill>
                  <a:schemeClr val="accent6">
                    <a:lumMod val="75000"/>
                  </a:schemeClr>
                </a:solidFill>
              </a:rPr>
              <a:t>In CM, the ensemble space is a simplex.  In QM, it is not.</a:t>
            </a:r>
          </a:p>
        </p:txBody>
      </p:sp>
      <p:sp>
        <p:nvSpPr>
          <p:cNvPr id="21" name="TextBox 20">
            <a:extLst>
              <a:ext uri="{FF2B5EF4-FFF2-40B4-BE49-F238E27FC236}">
                <a16:creationId xmlns:a16="http://schemas.microsoft.com/office/drawing/2014/main" id="{82C88258-013D-52C4-55C6-FD92955F8C50}"/>
              </a:ext>
            </a:extLst>
          </p:cNvPr>
          <p:cNvSpPr txBox="1"/>
          <p:nvPr/>
        </p:nvSpPr>
        <p:spPr>
          <a:xfrm>
            <a:off x="5271438" y="4362843"/>
            <a:ext cx="6926982" cy="646331"/>
          </a:xfrm>
          <a:prstGeom prst="rect">
            <a:avLst/>
          </a:prstGeom>
          <a:noFill/>
        </p:spPr>
        <p:txBody>
          <a:bodyPr wrap="square" rtlCol="0">
            <a:spAutoFit/>
          </a:bodyPr>
          <a:lstStyle/>
          <a:p>
            <a:r>
              <a:rPr lang="en-US" dirty="0">
                <a:solidFill>
                  <a:schemeClr val="accent6">
                    <a:lumMod val="75000"/>
                  </a:schemeClr>
                </a:solidFill>
              </a:rPr>
              <a:t>The fact that orthogonal vectors represent mutually exclusive </a:t>
            </a:r>
            <a:br>
              <a:rPr lang="en-US" dirty="0">
                <a:solidFill>
                  <a:schemeClr val="accent6">
                    <a:lumMod val="75000"/>
                  </a:schemeClr>
                </a:solidFill>
              </a:rPr>
            </a:br>
            <a:r>
              <a:rPr lang="en-US" dirty="0">
                <a:solidFill>
                  <a:schemeClr val="accent6">
                    <a:lumMod val="75000"/>
                  </a:schemeClr>
                </a:solidFill>
              </a:rPr>
              <a:t>ensembles is an additional assumption.</a:t>
            </a:r>
          </a:p>
        </p:txBody>
      </p:sp>
    </p:spTree>
    <p:extLst>
      <p:ext uri="{BB962C8B-B14F-4D97-AF65-F5344CB8AC3E}">
        <p14:creationId xmlns:p14="http://schemas.microsoft.com/office/powerpoint/2010/main" val="3326154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5100E-A715-49C3-F2D4-E2A591F1E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D74EF-8493-244C-84FD-28E2C9613F53}"/>
              </a:ext>
            </a:extLst>
          </p:cNvPr>
          <p:cNvSpPr>
            <a:spLocks noGrp="1"/>
          </p:cNvSpPr>
          <p:nvPr>
            <p:ph type="title"/>
          </p:nvPr>
        </p:nvSpPr>
        <p:spPr/>
        <p:txBody>
          <a:bodyPr>
            <a:normAutofit/>
          </a:bodyPr>
          <a:lstStyle/>
          <a:p>
            <a:r>
              <a:rPr lang="en-US" dirty="0"/>
              <a:t>Developing a base theory for </a:t>
            </a:r>
            <a:r>
              <a:rPr lang="en-US" b="1" dirty="0"/>
              <a:t>all</a:t>
            </a:r>
            <a:r>
              <a:rPr lang="en-US" dirty="0"/>
              <a:t> of physics</a:t>
            </a:r>
          </a:p>
        </p:txBody>
      </p:sp>
      <p:sp>
        <p:nvSpPr>
          <p:cNvPr id="4" name="Slide Number Placeholder 3">
            <a:extLst>
              <a:ext uri="{FF2B5EF4-FFF2-40B4-BE49-F238E27FC236}">
                <a16:creationId xmlns:a16="http://schemas.microsoft.com/office/drawing/2014/main" id="{EBF47BC1-4E97-760C-E19F-270D5ED35121}"/>
              </a:ext>
            </a:extLst>
          </p:cNvPr>
          <p:cNvSpPr>
            <a:spLocks noGrp="1"/>
          </p:cNvSpPr>
          <p:nvPr>
            <p:ph type="sldNum" sz="quarter" idx="13"/>
          </p:nvPr>
        </p:nvSpPr>
        <p:spPr/>
        <p:txBody>
          <a:bodyPr/>
          <a:lstStyle/>
          <a:p>
            <a:fld id="{F47845EA-7733-40EE-B074-20032348B727}" type="slidenum">
              <a:rPr lang="en-US" smtClean="0"/>
              <a:t>35</a:t>
            </a:fld>
            <a:endParaRPr lang="en-US"/>
          </a:p>
        </p:txBody>
      </p:sp>
      <p:sp>
        <p:nvSpPr>
          <p:cNvPr id="3" name="TextBox 2">
            <a:extLst>
              <a:ext uri="{FF2B5EF4-FFF2-40B4-BE49-F238E27FC236}">
                <a16:creationId xmlns:a16="http://schemas.microsoft.com/office/drawing/2014/main" id="{9EAEBD50-0353-99D4-A562-FD377281D4CB}"/>
              </a:ext>
            </a:extLst>
          </p:cNvPr>
          <p:cNvSpPr txBox="1"/>
          <p:nvPr/>
        </p:nvSpPr>
        <p:spPr>
          <a:xfrm>
            <a:off x="366651" y="1082466"/>
            <a:ext cx="11225381" cy="584775"/>
          </a:xfrm>
          <a:prstGeom prst="rect">
            <a:avLst/>
          </a:prstGeom>
          <a:noFill/>
        </p:spPr>
        <p:txBody>
          <a:bodyPr wrap="none" rtlCol="0">
            <a:spAutoFit/>
          </a:bodyPr>
          <a:lstStyle/>
          <a:p>
            <a:r>
              <a:rPr lang="en-US" sz="3200" dirty="0"/>
              <a:t>Collection of conditions that MUST be true in all physical theories</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5210E89-9921-AF77-C444-37C2F853ECD3}"/>
                  </a:ext>
                </a:extLst>
              </p:cNvPr>
              <p:cNvSpPr txBox="1"/>
              <p:nvPr/>
            </p:nvSpPr>
            <p:spPr>
              <a:xfrm>
                <a:off x="1725106" y="5678537"/>
                <a:ext cx="6863417" cy="646331"/>
              </a:xfrm>
              <a:prstGeom prst="rect">
                <a:avLst/>
              </a:prstGeom>
              <a:noFill/>
            </p:spPr>
            <p:txBody>
              <a:bodyPr wrap="none" rtlCol="0">
                <a:spAutoFit/>
              </a:bodyPr>
              <a:lstStyle/>
              <a:p>
                <a:r>
                  <a:rPr lang="en-US" sz="3600" dirty="0">
                    <a:solidFill>
                      <a:srgbClr val="C00000"/>
                    </a:solidFill>
                  </a:rPr>
                  <a:t>Base theory </a:t>
                </a:r>
                <a14:m>
                  <m:oMath xmlns:m="http://schemas.openxmlformats.org/officeDocument/2006/math">
                    <m:r>
                      <a:rPr lang="en-US" sz="3600" b="0" i="1" smtClean="0">
                        <a:solidFill>
                          <a:srgbClr val="C00000"/>
                        </a:solidFill>
                        <a:latin typeface="Cambria Math" panose="02040503050406030204" pitchFamily="18" charset="0"/>
                      </a:rPr>
                      <m:t>≠</m:t>
                    </m:r>
                  </m:oMath>
                </a14:m>
                <a:r>
                  <a:rPr lang="en-US" sz="3600" dirty="0">
                    <a:solidFill>
                      <a:srgbClr val="C00000"/>
                    </a:solidFill>
                  </a:rPr>
                  <a:t> Theory of everything</a:t>
                </a:r>
              </a:p>
            </p:txBody>
          </p:sp>
        </mc:Choice>
        <mc:Fallback xmlns="">
          <p:sp>
            <p:nvSpPr>
              <p:cNvPr id="25" name="TextBox 24">
                <a:extLst>
                  <a:ext uri="{FF2B5EF4-FFF2-40B4-BE49-F238E27FC236}">
                    <a16:creationId xmlns:a16="http://schemas.microsoft.com/office/drawing/2014/main" id="{15210E89-9921-AF77-C444-37C2F853ECD3}"/>
                  </a:ext>
                </a:extLst>
              </p:cNvPr>
              <p:cNvSpPr txBox="1">
                <a:spLocks noRot="1" noChangeAspect="1" noMove="1" noResize="1" noEditPoints="1" noAdjustHandles="1" noChangeArrowheads="1" noChangeShapeType="1" noTextEdit="1"/>
              </p:cNvSpPr>
              <p:nvPr/>
            </p:nvSpPr>
            <p:spPr>
              <a:xfrm>
                <a:off x="1725106" y="5678537"/>
                <a:ext cx="6863417" cy="646331"/>
              </a:xfrm>
              <a:prstGeom prst="rect">
                <a:avLst/>
              </a:prstGeom>
              <a:blipFill>
                <a:blip r:embed="rId2"/>
                <a:stretch>
                  <a:fillRect l="-2753" t="-15094" r="-1510" b="-34906"/>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00681700-F021-2FB3-853F-A51CF2CEDA2E}"/>
              </a:ext>
            </a:extLst>
          </p:cNvPr>
          <p:cNvSpPr>
            <a:spLocks noGrp="1"/>
          </p:cNvSpPr>
          <p:nvPr>
            <p:ph type="ftr" sz="quarter" idx="11"/>
          </p:nvPr>
        </p:nvSpPr>
        <p:spPr/>
        <p:txBody>
          <a:bodyPr/>
          <a:lstStyle/>
          <a:p>
            <a:r>
              <a:rPr lang="en-US"/>
              <a:t>Christine Aidala - University of Michigan</a:t>
            </a:r>
          </a:p>
        </p:txBody>
      </p:sp>
      <p:grpSp>
        <p:nvGrpSpPr>
          <p:cNvPr id="7" name="Group 6">
            <a:extLst>
              <a:ext uri="{FF2B5EF4-FFF2-40B4-BE49-F238E27FC236}">
                <a16:creationId xmlns:a16="http://schemas.microsoft.com/office/drawing/2014/main" id="{FD7DAA21-706D-2807-FF22-C6BD13F83AC6}"/>
              </a:ext>
            </a:extLst>
          </p:cNvPr>
          <p:cNvGrpSpPr/>
          <p:nvPr/>
        </p:nvGrpSpPr>
        <p:grpSpPr>
          <a:xfrm>
            <a:off x="823450" y="2043671"/>
            <a:ext cx="7672432" cy="3320683"/>
            <a:chOff x="685800" y="1778199"/>
            <a:chExt cx="7672432" cy="3320683"/>
          </a:xfrm>
        </p:grpSpPr>
        <p:cxnSp>
          <p:nvCxnSpPr>
            <p:cNvPr id="8" name="Straight Arrow Connector 7">
              <a:extLst>
                <a:ext uri="{FF2B5EF4-FFF2-40B4-BE49-F238E27FC236}">
                  <a16:creationId xmlns:a16="http://schemas.microsoft.com/office/drawing/2014/main" id="{DDCEC809-21EC-6F78-03A0-5012080B0D00}"/>
                </a:ext>
              </a:extLst>
            </p:cNvPr>
            <p:cNvCxnSpPr>
              <a:stCxn id="9" idx="3"/>
              <a:endCxn id="19" idx="1"/>
            </p:cNvCxnSpPr>
            <p:nvPr/>
          </p:nvCxnSpPr>
          <p:spPr>
            <a:xfrm flipV="1">
              <a:off x="3725915" y="2131254"/>
              <a:ext cx="949024" cy="10280"/>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sp>
          <p:nvSpPr>
            <p:cNvPr id="9" name="Rectangle 8">
              <a:extLst>
                <a:ext uri="{FF2B5EF4-FFF2-40B4-BE49-F238E27FC236}">
                  <a16:creationId xmlns:a16="http://schemas.microsoft.com/office/drawing/2014/main" id="{59C492DA-0B39-9FB3-10E2-1397C555941D}"/>
                </a:ext>
              </a:extLst>
            </p:cNvPr>
            <p:cNvSpPr/>
            <p:nvPr/>
          </p:nvSpPr>
          <p:spPr>
            <a:xfrm>
              <a:off x="935433" y="1778199"/>
              <a:ext cx="2790483" cy="726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General physical principles</a:t>
              </a:r>
              <a:br>
                <a:rPr lang="en-US" sz="1600" dirty="0"/>
              </a:br>
              <a:r>
                <a:rPr lang="en-US" sz="1600" dirty="0"/>
                <a:t>and requirements</a:t>
              </a:r>
            </a:p>
          </p:txBody>
        </p:sp>
        <p:cxnSp>
          <p:nvCxnSpPr>
            <p:cNvPr id="12" name="Straight Arrow Connector 11">
              <a:extLst>
                <a:ext uri="{FF2B5EF4-FFF2-40B4-BE49-F238E27FC236}">
                  <a16:creationId xmlns:a16="http://schemas.microsoft.com/office/drawing/2014/main" id="{526ED312-C2F2-C466-73A4-2FB98A3580CE}"/>
                </a:ext>
              </a:extLst>
            </p:cNvPr>
            <p:cNvCxnSpPr>
              <a:stCxn id="16" idx="3"/>
              <a:endCxn id="31" idx="1"/>
            </p:cNvCxnSpPr>
            <p:nvPr/>
          </p:nvCxnSpPr>
          <p:spPr>
            <a:xfrm>
              <a:off x="3254087" y="3335369"/>
              <a:ext cx="961262" cy="1404450"/>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E9B88E72-2BFB-69A9-91D7-16528316FC70}"/>
                </a:ext>
              </a:extLst>
            </p:cNvPr>
            <p:cNvCxnSpPr>
              <a:stCxn id="16" idx="3"/>
              <a:endCxn id="30" idx="1"/>
            </p:cNvCxnSpPr>
            <p:nvPr/>
          </p:nvCxnSpPr>
          <p:spPr>
            <a:xfrm>
              <a:off x="3254087" y="3335369"/>
              <a:ext cx="3660265" cy="146249"/>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E2104961-027A-6556-9CCF-AB3DBD685999}"/>
                </a:ext>
              </a:extLst>
            </p:cNvPr>
            <p:cNvCxnSpPr>
              <a:stCxn id="16" idx="3"/>
              <a:endCxn id="32" idx="1"/>
            </p:cNvCxnSpPr>
            <p:nvPr/>
          </p:nvCxnSpPr>
          <p:spPr>
            <a:xfrm>
              <a:off x="3254087" y="3335369"/>
              <a:ext cx="3764370" cy="1310697"/>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sp>
          <p:nvSpPr>
            <p:cNvPr id="16" name="Rectangle 15">
              <a:extLst>
                <a:ext uri="{FF2B5EF4-FFF2-40B4-BE49-F238E27FC236}">
                  <a16:creationId xmlns:a16="http://schemas.microsoft.com/office/drawing/2014/main" id="{8CEEB383-C7F8-9BE4-E698-DFE08AAC1942}"/>
                </a:ext>
              </a:extLst>
            </p:cNvPr>
            <p:cNvSpPr/>
            <p:nvPr/>
          </p:nvSpPr>
          <p:spPr>
            <a:xfrm>
              <a:off x="1018288" y="3088672"/>
              <a:ext cx="2235799"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Specific assumptions</a:t>
              </a:r>
            </a:p>
          </p:txBody>
        </p:sp>
        <p:cxnSp>
          <p:nvCxnSpPr>
            <p:cNvPr id="17" name="Straight Arrow Connector 16">
              <a:extLst>
                <a:ext uri="{FF2B5EF4-FFF2-40B4-BE49-F238E27FC236}">
                  <a16:creationId xmlns:a16="http://schemas.microsoft.com/office/drawing/2014/main" id="{0A18986B-9FC0-B5C3-D951-BEF20A99A3F0}"/>
                </a:ext>
              </a:extLst>
            </p:cNvPr>
            <p:cNvCxnSpPr>
              <a:stCxn id="16" idx="3"/>
              <a:endCxn id="22" idx="1"/>
            </p:cNvCxnSpPr>
            <p:nvPr/>
          </p:nvCxnSpPr>
          <p:spPr>
            <a:xfrm>
              <a:off x="3254087" y="3335369"/>
              <a:ext cx="1000505" cy="168866"/>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sp>
          <p:nvSpPr>
            <p:cNvPr id="19" name="Rectangle 18">
              <a:extLst>
                <a:ext uri="{FF2B5EF4-FFF2-40B4-BE49-F238E27FC236}">
                  <a16:creationId xmlns:a16="http://schemas.microsoft.com/office/drawing/2014/main" id="{A649A4F1-3683-B5A0-5A41-07434F59256C}"/>
                </a:ext>
              </a:extLst>
            </p:cNvPr>
            <p:cNvSpPr/>
            <p:nvPr/>
          </p:nvSpPr>
          <p:spPr>
            <a:xfrm>
              <a:off x="4674939" y="1884557"/>
              <a:ext cx="3316669"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General mathematical framework</a:t>
              </a:r>
            </a:p>
          </p:txBody>
        </p:sp>
        <p:sp>
          <p:nvSpPr>
            <p:cNvPr id="22" name="Rectangle 21">
              <a:extLst>
                <a:ext uri="{FF2B5EF4-FFF2-40B4-BE49-F238E27FC236}">
                  <a16:creationId xmlns:a16="http://schemas.microsoft.com/office/drawing/2014/main" id="{1E03809A-84A7-E3CE-ACDA-F880BAF9436B}"/>
                </a:ext>
              </a:extLst>
            </p:cNvPr>
            <p:cNvSpPr/>
            <p:nvPr/>
          </p:nvSpPr>
          <p:spPr>
            <a:xfrm>
              <a:off x="4254592" y="3132989"/>
              <a:ext cx="1443880" cy="742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Classical mechanics</a:t>
              </a:r>
            </a:p>
          </p:txBody>
        </p:sp>
        <p:cxnSp>
          <p:nvCxnSpPr>
            <p:cNvPr id="23" name="Connector: Elbow 22">
              <a:extLst>
                <a:ext uri="{FF2B5EF4-FFF2-40B4-BE49-F238E27FC236}">
                  <a16:creationId xmlns:a16="http://schemas.microsoft.com/office/drawing/2014/main" id="{81F92B04-0983-BD89-6123-140B4BB5558D}"/>
                </a:ext>
              </a:extLst>
            </p:cNvPr>
            <p:cNvCxnSpPr>
              <a:cxnSpLocks/>
              <a:stCxn id="31" idx="0"/>
              <a:endCxn id="19" idx="2"/>
            </p:cNvCxnSpPr>
            <p:nvPr/>
          </p:nvCxnSpPr>
          <p:spPr>
            <a:xfrm rot="5400000" flipH="1" flipV="1">
              <a:off x="4697712" y="2857562"/>
              <a:ext cx="2115173" cy="1155949"/>
            </a:xfrm>
            <a:prstGeom prst="bentConnector3">
              <a:avLst>
                <a:gd name="adj1" fmla="val 15814"/>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CBE368EC-818B-5068-B2E0-DD400A455932}"/>
                </a:ext>
              </a:extLst>
            </p:cNvPr>
            <p:cNvCxnSpPr>
              <a:cxnSpLocks/>
              <a:stCxn id="30" idx="0"/>
              <a:endCxn id="19" idx="2"/>
            </p:cNvCxnSpPr>
            <p:nvPr/>
          </p:nvCxnSpPr>
          <p:spPr>
            <a:xfrm rot="16200000" flipV="1">
              <a:off x="6618573" y="2092651"/>
              <a:ext cx="732423" cy="1303018"/>
            </a:xfrm>
            <a:prstGeom prst="bentConnector3">
              <a:avLst>
                <a:gd name="adj1" fmla="val 46709"/>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FD5D6896-BB94-CD90-F77A-2FA2D2C11E93}"/>
                </a:ext>
              </a:extLst>
            </p:cNvPr>
            <p:cNvCxnSpPr>
              <a:cxnSpLocks/>
              <a:stCxn id="32" idx="0"/>
              <a:endCxn id="19" idx="2"/>
            </p:cNvCxnSpPr>
            <p:nvPr/>
          </p:nvCxnSpPr>
          <p:spPr>
            <a:xfrm rot="16200000" flipV="1">
              <a:off x="5828213" y="2883011"/>
              <a:ext cx="2021420" cy="1011298"/>
            </a:xfrm>
            <a:prstGeom prst="bentConnector3">
              <a:avLst>
                <a:gd name="adj1" fmla="val 11844"/>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A954E667-B6BC-71F8-D46A-294128BC50AA}"/>
                </a:ext>
              </a:extLst>
            </p:cNvPr>
            <p:cNvCxnSpPr>
              <a:cxnSpLocks/>
              <a:stCxn id="22" idx="0"/>
              <a:endCxn id="19" idx="2"/>
            </p:cNvCxnSpPr>
            <p:nvPr/>
          </p:nvCxnSpPr>
          <p:spPr>
            <a:xfrm rot="5400000" flipH="1" flipV="1">
              <a:off x="5277382" y="2077098"/>
              <a:ext cx="755040" cy="1356742"/>
            </a:xfrm>
            <a:prstGeom prst="bentConnector3">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C47F9F5-8756-3778-0F04-8472AAA6AEBC}"/>
                </a:ext>
              </a:extLst>
            </p:cNvPr>
            <p:cNvSpPr txBox="1"/>
            <p:nvPr/>
          </p:nvSpPr>
          <p:spPr>
            <a:xfrm>
              <a:off x="1018288" y="4674991"/>
              <a:ext cx="1448281" cy="369332"/>
            </a:xfrm>
            <a:prstGeom prst="rect">
              <a:avLst/>
            </a:prstGeom>
            <a:noFill/>
          </p:spPr>
          <p:txBody>
            <a:bodyPr wrap="none" rtlCol="0">
              <a:spAutoFit/>
            </a:bodyPr>
            <a:lstStyle/>
            <a:p>
              <a:r>
                <a:rPr lang="en-US" dirty="0"/>
                <a:t>specialization</a:t>
              </a:r>
            </a:p>
          </p:txBody>
        </p:sp>
        <p:cxnSp>
          <p:nvCxnSpPr>
            <p:cNvPr id="29" name="Straight Arrow Connector 28">
              <a:extLst>
                <a:ext uri="{FF2B5EF4-FFF2-40B4-BE49-F238E27FC236}">
                  <a16:creationId xmlns:a16="http://schemas.microsoft.com/office/drawing/2014/main" id="{EF800D66-6095-B19D-B60A-DE390103867F}"/>
                </a:ext>
              </a:extLst>
            </p:cNvPr>
            <p:cNvCxnSpPr>
              <a:cxnSpLocks/>
            </p:cNvCxnSpPr>
            <p:nvPr/>
          </p:nvCxnSpPr>
          <p:spPr>
            <a:xfrm flipV="1">
              <a:off x="871765" y="4664851"/>
              <a:ext cx="0" cy="43403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5ED2E793-B126-970D-0B4B-478470259C99}"/>
                </a:ext>
              </a:extLst>
            </p:cNvPr>
            <p:cNvSpPr/>
            <p:nvPr/>
          </p:nvSpPr>
          <p:spPr>
            <a:xfrm>
              <a:off x="6914352" y="3110371"/>
              <a:ext cx="1443880" cy="7424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Quantum mechanics</a:t>
              </a:r>
            </a:p>
          </p:txBody>
        </p:sp>
        <p:sp>
          <p:nvSpPr>
            <p:cNvPr id="31" name="Rectangle 30">
              <a:extLst>
                <a:ext uri="{FF2B5EF4-FFF2-40B4-BE49-F238E27FC236}">
                  <a16:creationId xmlns:a16="http://schemas.microsoft.com/office/drawing/2014/main" id="{FC8DD588-D3D5-47E5-5524-687FB1CE1A00}"/>
                </a:ext>
              </a:extLst>
            </p:cNvPr>
            <p:cNvSpPr/>
            <p:nvPr/>
          </p:nvSpPr>
          <p:spPr>
            <a:xfrm>
              <a:off x="4215348" y="4493122"/>
              <a:ext cx="1923953"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Thermodynamics</a:t>
              </a:r>
            </a:p>
          </p:txBody>
        </p:sp>
        <p:sp>
          <p:nvSpPr>
            <p:cNvPr id="32" name="Rectangle 31">
              <a:extLst>
                <a:ext uri="{FF2B5EF4-FFF2-40B4-BE49-F238E27FC236}">
                  <a16:creationId xmlns:a16="http://schemas.microsoft.com/office/drawing/2014/main" id="{C350C19D-2667-55F1-5240-82001D6F72E2}"/>
                </a:ext>
              </a:extLst>
            </p:cNvPr>
            <p:cNvSpPr/>
            <p:nvPr/>
          </p:nvSpPr>
          <p:spPr>
            <a:xfrm>
              <a:off x="7018456" y="4399369"/>
              <a:ext cx="652228" cy="4933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t>
              </a:r>
            </a:p>
          </p:txBody>
        </p:sp>
        <p:sp>
          <p:nvSpPr>
            <p:cNvPr id="33" name="TextBox 32">
              <a:extLst>
                <a:ext uri="{FF2B5EF4-FFF2-40B4-BE49-F238E27FC236}">
                  <a16:creationId xmlns:a16="http://schemas.microsoft.com/office/drawing/2014/main" id="{7498F593-7581-17CB-B54E-82C433CE1157}"/>
                </a:ext>
              </a:extLst>
            </p:cNvPr>
            <p:cNvSpPr txBox="1"/>
            <p:nvPr/>
          </p:nvSpPr>
          <p:spPr>
            <a:xfrm>
              <a:off x="1048233" y="4055438"/>
              <a:ext cx="1137747" cy="369332"/>
            </a:xfrm>
            <a:prstGeom prst="rect">
              <a:avLst/>
            </a:prstGeom>
            <a:noFill/>
          </p:spPr>
          <p:txBody>
            <a:bodyPr wrap="none" rtlCol="0">
              <a:spAutoFit/>
            </a:bodyPr>
            <a:lstStyle/>
            <a:p>
              <a:r>
                <a:rPr lang="en-US" dirty="0"/>
                <a:t>derivation</a:t>
              </a:r>
            </a:p>
          </p:txBody>
        </p:sp>
        <p:cxnSp>
          <p:nvCxnSpPr>
            <p:cNvPr id="34" name="Straight Arrow Connector 33">
              <a:extLst>
                <a:ext uri="{FF2B5EF4-FFF2-40B4-BE49-F238E27FC236}">
                  <a16:creationId xmlns:a16="http://schemas.microsoft.com/office/drawing/2014/main" id="{26C6F89E-EE99-7329-02E9-F026ACF9C7DC}"/>
                </a:ext>
              </a:extLst>
            </p:cNvPr>
            <p:cNvCxnSpPr>
              <a:cxnSpLocks/>
              <a:endCxn id="33" idx="1"/>
            </p:cNvCxnSpPr>
            <p:nvPr/>
          </p:nvCxnSpPr>
          <p:spPr>
            <a:xfrm>
              <a:off x="685800" y="4240104"/>
              <a:ext cx="362433" cy="0"/>
            </a:xfrm>
            <a:prstGeom prst="straightConnector1">
              <a:avLst/>
            </a:prstGeom>
            <a:ln>
              <a:prstDash val="lgDash"/>
              <a:tailEnd type="triangle"/>
            </a:ln>
          </p:spPr>
          <p:style>
            <a:lnRef idx="1">
              <a:schemeClr val="accent6"/>
            </a:lnRef>
            <a:fillRef idx="0">
              <a:schemeClr val="accent6"/>
            </a:fillRef>
            <a:effectRef idx="0">
              <a:schemeClr val="accent6"/>
            </a:effectRef>
            <a:fontRef idx="minor">
              <a:schemeClr val="tx1"/>
            </a:fontRef>
          </p:style>
        </p:cxnSp>
      </p:grpSp>
      <p:sp>
        <p:nvSpPr>
          <p:cNvPr id="37" name="Rectangle 36">
            <a:extLst>
              <a:ext uri="{FF2B5EF4-FFF2-40B4-BE49-F238E27FC236}">
                <a16:creationId xmlns:a16="http://schemas.microsoft.com/office/drawing/2014/main" id="{5270E6EE-AE65-B3AC-D76C-997E3C5295C8}"/>
              </a:ext>
            </a:extLst>
          </p:cNvPr>
          <p:cNvSpPr/>
          <p:nvPr/>
        </p:nvSpPr>
        <p:spPr>
          <a:xfrm>
            <a:off x="649456" y="1953543"/>
            <a:ext cx="7846426" cy="924890"/>
          </a:xfrm>
          <a:prstGeom prst="rect">
            <a:avLst/>
          </a:pr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25977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E7A5F-06E0-B4B1-2A50-4F11002C9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CDA50-A27B-4F64-7657-F4D9F1351E82}"/>
              </a:ext>
            </a:extLst>
          </p:cNvPr>
          <p:cNvSpPr>
            <a:spLocks noGrp="1"/>
          </p:cNvSpPr>
          <p:nvPr>
            <p:ph type="title"/>
          </p:nvPr>
        </p:nvSpPr>
        <p:spPr/>
        <p:txBody>
          <a:bodyPr>
            <a:normAutofit/>
          </a:bodyPr>
          <a:lstStyle/>
          <a:p>
            <a:r>
              <a:rPr lang="en-US" sz="5400" dirty="0"/>
              <a:t>Foundational pillars</a:t>
            </a:r>
          </a:p>
        </p:txBody>
      </p:sp>
      <p:sp>
        <p:nvSpPr>
          <p:cNvPr id="6" name="Content Placeholder 5">
            <a:extLst>
              <a:ext uri="{FF2B5EF4-FFF2-40B4-BE49-F238E27FC236}">
                <a16:creationId xmlns:a16="http://schemas.microsoft.com/office/drawing/2014/main" id="{9692F7F6-0C92-70BB-4731-643ECA42C910}"/>
              </a:ext>
            </a:extLst>
          </p:cNvPr>
          <p:cNvSpPr>
            <a:spLocks noGrp="1"/>
          </p:cNvSpPr>
          <p:nvPr>
            <p:ph idx="1"/>
          </p:nvPr>
        </p:nvSpPr>
        <p:spPr>
          <a:xfrm>
            <a:off x="438149" y="1301750"/>
            <a:ext cx="11334751" cy="5155034"/>
          </a:xfrm>
        </p:spPr>
        <p:txBody>
          <a:bodyPr/>
          <a:lstStyle/>
          <a:p>
            <a:pPr marL="0" indent="0">
              <a:buNone/>
            </a:pPr>
            <a:r>
              <a:rPr lang="en-US" sz="4000" dirty="0"/>
              <a:t>Core constitutive requirements of physical theories:</a:t>
            </a:r>
          </a:p>
          <a:p>
            <a:r>
              <a:rPr lang="en-US" sz="3600" dirty="0"/>
              <a:t>Experimental verifiability</a:t>
            </a:r>
          </a:p>
          <a:p>
            <a:r>
              <a:rPr lang="en-US" sz="3600" dirty="0"/>
              <a:t>Reproducibility and ensembles</a:t>
            </a:r>
          </a:p>
          <a:p>
            <a:r>
              <a:rPr lang="en-US" sz="3600" dirty="0"/>
              <a:t>Ensemble variability</a:t>
            </a:r>
          </a:p>
          <a:p>
            <a:r>
              <a:rPr lang="en-US" sz="3600" dirty="0"/>
              <a:t>Equilibria</a:t>
            </a:r>
            <a:endParaRPr lang="en-US" sz="2400" dirty="0"/>
          </a:p>
        </p:txBody>
      </p:sp>
      <p:sp>
        <p:nvSpPr>
          <p:cNvPr id="5" name="Footer Placeholder 4">
            <a:extLst>
              <a:ext uri="{FF2B5EF4-FFF2-40B4-BE49-F238E27FC236}">
                <a16:creationId xmlns:a16="http://schemas.microsoft.com/office/drawing/2014/main" id="{5B01241D-988D-F92C-8533-78DA6A106AD3}"/>
              </a:ext>
            </a:extLst>
          </p:cNvPr>
          <p:cNvSpPr>
            <a:spLocks noGrp="1"/>
          </p:cNvSpPr>
          <p:nvPr>
            <p:ph type="ftr" sz="quarter" idx="11"/>
          </p:nvPr>
        </p:nvSpPr>
        <p:spPr/>
        <p:txBody>
          <a:bodyPr/>
          <a:lstStyle/>
          <a:p>
            <a:r>
              <a:rPr lang="en-US"/>
              <a:t>Christine Aidala - University of Michigan</a:t>
            </a:r>
          </a:p>
        </p:txBody>
      </p:sp>
      <p:sp>
        <p:nvSpPr>
          <p:cNvPr id="4" name="Slide Number Placeholder 3">
            <a:extLst>
              <a:ext uri="{FF2B5EF4-FFF2-40B4-BE49-F238E27FC236}">
                <a16:creationId xmlns:a16="http://schemas.microsoft.com/office/drawing/2014/main" id="{ABD48337-D9D1-6D28-9627-08BC5D960467}"/>
              </a:ext>
            </a:extLst>
          </p:cNvPr>
          <p:cNvSpPr>
            <a:spLocks noGrp="1"/>
          </p:cNvSpPr>
          <p:nvPr>
            <p:ph type="sldNum" sz="quarter" idx="13"/>
          </p:nvPr>
        </p:nvSpPr>
        <p:spPr/>
        <p:txBody>
          <a:bodyPr/>
          <a:lstStyle/>
          <a:p>
            <a:fld id="{F47845EA-7733-40EE-B074-20032348B727}" type="slidenum">
              <a:rPr lang="en-US" smtClean="0"/>
              <a:t>36</a:t>
            </a:fld>
            <a:endParaRPr lang="en-US"/>
          </a:p>
        </p:txBody>
      </p:sp>
      <p:pic>
        <p:nvPicPr>
          <p:cNvPr id="7" name="Picture 6">
            <a:extLst>
              <a:ext uri="{FF2B5EF4-FFF2-40B4-BE49-F238E27FC236}">
                <a16:creationId xmlns:a16="http://schemas.microsoft.com/office/drawing/2014/main" id="{05BECBD9-3456-1D9D-1CEB-0A594AD8EA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7204" y="4448151"/>
            <a:ext cx="3259061" cy="1205390"/>
          </a:xfrm>
          <a:prstGeom prst="rect">
            <a:avLst/>
          </a:prstGeom>
        </p:spPr>
      </p:pic>
    </p:spTree>
    <p:extLst>
      <p:ext uri="{BB962C8B-B14F-4D97-AF65-F5344CB8AC3E}">
        <p14:creationId xmlns:p14="http://schemas.microsoft.com/office/powerpoint/2010/main" val="1542109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7E90-C68F-E912-9F4C-CFFB74BAAD0A}"/>
              </a:ext>
            </a:extLst>
          </p:cNvPr>
          <p:cNvSpPr>
            <a:spLocks noGrp="1"/>
          </p:cNvSpPr>
          <p:nvPr>
            <p:ph type="title"/>
          </p:nvPr>
        </p:nvSpPr>
        <p:spPr/>
        <p:txBody>
          <a:bodyPr/>
          <a:lstStyle/>
          <a:p>
            <a:r>
              <a:rPr lang="en-US" dirty="0"/>
              <a:t>Experimental verifiability</a:t>
            </a:r>
          </a:p>
        </p:txBody>
      </p:sp>
      <p:sp>
        <p:nvSpPr>
          <p:cNvPr id="4" name="Slide Number Placeholder 3">
            <a:extLst>
              <a:ext uri="{FF2B5EF4-FFF2-40B4-BE49-F238E27FC236}">
                <a16:creationId xmlns:a16="http://schemas.microsoft.com/office/drawing/2014/main" id="{F86540EC-423C-6FBC-5502-B75E417DC310}"/>
              </a:ext>
            </a:extLst>
          </p:cNvPr>
          <p:cNvSpPr>
            <a:spLocks noGrp="1"/>
          </p:cNvSpPr>
          <p:nvPr>
            <p:ph type="sldNum" sz="quarter" idx="13"/>
          </p:nvPr>
        </p:nvSpPr>
        <p:spPr/>
        <p:txBody>
          <a:bodyPr/>
          <a:lstStyle/>
          <a:p>
            <a:fld id="{F47845EA-7733-40EE-B074-20032348B727}" type="slidenum">
              <a:rPr lang="en-US" smtClean="0"/>
              <a:t>37</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21FBE3F-D8C4-D237-BCB1-2F7C50B68BEE}"/>
                  </a:ext>
                </a:extLst>
              </p:cNvPr>
              <p:cNvSpPr txBox="1"/>
              <p:nvPr/>
            </p:nvSpPr>
            <p:spPr>
              <a:xfrm>
                <a:off x="460194" y="982203"/>
                <a:ext cx="11271612" cy="523220"/>
              </a:xfrm>
              <a:prstGeom prst="rect">
                <a:avLst/>
              </a:prstGeom>
              <a:noFill/>
            </p:spPr>
            <p:txBody>
              <a:bodyPr wrap="none" rtlCol="0">
                <a:spAutoFit/>
              </a:bodyPr>
              <a:lstStyle/>
              <a:p>
                <a:pPr algn="ctr"/>
                <a:r>
                  <a:rPr lang="en-US" sz="2800" b="0" dirty="0">
                    <a:solidFill>
                      <a:schemeClr val="accent6">
                        <a:lumMod val="75000"/>
                      </a:schemeClr>
                    </a:solidFill>
                  </a:rPr>
                  <a:t>Science is evidence based </a:t>
                </a:r>
                <a14:m>
                  <m:oMath xmlns:m="http://schemas.openxmlformats.org/officeDocument/2006/math">
                    <m:r>
                      <a:rPr lang="en-US" sz="2800" b="0" i="1" smtClean="0">
                        <a:solidFill>
                          <a:schemeClr val="accent6">
                            <a:lumMod val="75000"/>
                          </a:schemeClr>
                        </a:solidFill>
                        <a:latin typeface="Cambria Math" panose="02040503050406030204" pitchFamily="18" charset="0"/>
                      </a:rPr>
                      <m:t>⇒</m:t>
                    </m:r>
                  </m:oMath>
                </a14:m>
                <a:r>
                  <a:rPr lang="en-US" sz="2800" dirty="0">
                    <a:solidFill>
                      <a:schemeClr val="accent6">
                        <a:lumMod val="75000"/>
                      </a:schemeClr>
                    </a:solidFill>
                  </a:rPr>
                  <a:t> Statements are associated to experimental tests</a:t>
                </a:r>
              </a:p>
            </p:txBody>
          </p:sp>
        </mc:Choice>
        <mc:Fallback xmlns="">
          <p:sp>
            <p:nvSpPr>
              <p:cNvPr id="5" name="TextBox 4">
                <a:extLst>
                  <a:ext uri="{FF2B5EF4-FFF2-40B4-BE49-F238E27FC236}">
                    <a16:creationId xmlns:a16="http://schemas.microsoft.com/office/drawing/2014/main" id="{A21FBE3F-D8C4-D237-BCB1-2F7C50B68BEE}"/>
                  </a:ext>
                </a:extLst>
              </p:cNvPr>
              <p:cNvSpPr txBox="1">
                <a:spLocks noRot="1" noChangeAspect="1" noMove="1" noResize="1" noEditPoints="1" noAdjustHandles="1" noChangeArrowheads="1" noChangeShapeType="1" noTextEdit="1"/>
              </p:cNvSpPr>
              <p:nvPr/>
            </p:nvSpPr>
            <p:spPr>
              <a:xfrm>
                <a:off x="460194" y="982203"/>
                <a:ext cx="11271612" cy="523220"/>
              </a:xfrm>
              <a:prstGeom prst="rect">
                <a:avLst/>
              </a:prstGeom>
              <a:blipFill>
                <a:blip r:embed="rId2"/>
                <a:stretch>
                  <a:fillRect l="-1081" t="-10465" r="-1027" b="-32558"/>
                </a:stretch>
              </a:blipFill>
            </p:spPr>
            <p:txBody>
              <a:bodyPr/>
              <a:lstStyle/>
              <a:p>
                <a:r>
                  <a:rPr lang="en-US">
                    <a:noFill/>
                  </a:rPr>
                  <a:t> </a:t>
                </a:r>
              </a:p>
            </p:txBody>
          </p:sp>
        </mc:Fallback>
      </mc:AlternateContent>
      <p:graphicFrame>
        <p:nvGraphicFramePr>
          <p:cNvPr id="6" name="Table 52">
            <a:extLst>
              <a:ext uri="{FF2B5EF4-FFF2-40B4-BE49-F238E27FC236}">
                <a16:creationId xmlns:a16="http://schemas.microsoft.com/office/drawing/2014/main" id="{1DC5BD38-F3C2-3188-4EEE-C72072941571}"/>
              </a:ext>
            </a:extLst>
          </p:cNvPr>
          <p:cNvGraphicFramePr>
            <a:graphicFrameLocks noGrp="1"/>
          </p:cNvGraphicFramePr>
          <p:nvPr/>
        </p:nvGraphicFramePr>
        <p:xfrm>
          <a:off x="569928" y="1686567"/>
          <a:ext cx="3423847" cy="1432560"/>
        </p:xfrm>
        <a:graphic>
          <a:graphicData uri="http://schemas.openxmlformats.org/drawingml/2006/table">
            <a:tbl>
              <a:tblPr firstRow="1" bandRow="1">
                <a:tableStyleId>{2D5ABB26-0587-4C30-8999-92F81FD0307C}</a:tableStyleId>
              </a:tblPr>
              <a:tblGrid>
                <a:gridCol w="1051909">
                  <a:extLst>
                    <a:ext uri="{9D8B030D-6E8A-4147-A177-3AD203B41FA5}">
                      <a16:colId xmlns:a16="http://schemas.microsoft.com/office/drawing/2014/main" val="3919644959"/>
                    </a:ext>
                  </a:extLst>
                </a:gridCol>
                <a:gridCol w="2371938">
                  <a:extLst>
                    <a:ext uri="{9D8B030D-6E8A-4147-A177-3AD203B41FA5}">
                      <a16:colId xmlns:a16="http://schemas.microsoft.com/office/drawing/2014/main" val="3379705832"/>
                    </a:ext>
                  </a:extLst>
                </a:gridCol>
              </a:tblGrid>
              <a:tr h="269155">
                <a:tc>
                  <a:txBody>
                    <a:bodyPr/>
                    <a:lstStyle/>
                    <a:p>
                      <a:pPr algn="ctr"/>
                      <a:r>
                        <a:rPr lang="en-US" sz="1400" b="1" dirty="0"/>
                        <a:t>Verifiable statement</a:t>
                      </a:r>
                    </a:p>
                  </a:txBody>
                  <a:tcPr>
                    <a:lnB w="12700" cap="flat" cmpd="sng" algn="ctr">
                      <a:solidFill>
                        <a:schemeClr val="tx1"/>
                      </a:solidFill>
                      <a:prstDash val="solid"/>
                      <a:round/>
                      <a:headEnd type="none" w="med" len="med"/>
                      <a:tailEnd type="none" w="med" len="med"/>
                    </a:lnB>
                  </a:tcPr>
                </a:tc>
                <a:tc>
                  <a:txBody>
                    <a:bodyPr/>
                    <a:lstStyle/>
                    <a:p>
                      <a:pPr algn="ctr"/>
                      <a:r>
                        <a:rPr lang="en-US" sz="1400" dirty="0"/>
                        <a:t>Test Result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586678"/>
                  </a:ext>
                </a:extLst>
              </a:tr>
              <a:tr h="269155">
                <a:tc>
                  <a:txBody>
                    <a:bodyPr/>
                    <a:lstStyle/>
                    <a:p>
                      <a:pPr algn="ctr"/>
                      <a:r>
                        <a:rPr lang="en-US" sz="1400" dirty="0"/>
                        <a:t>T</a:t>
                      </a: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400" dirty="0">
                          <a:solidFill>
                            <a:schemeClr val="accent6"/>
                          </a:solidFill>
                        </a:rPr>
                        <a:t>SUCCESS (in finite time)</a:t>
                      </a:r>
                      <a:endParaRPr lang="en-US" sz="14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039576678"/>
                  </a:ext>
                </a:extLst>
              </a:tr>
              <a:tr h="269155">
                <a:tc rowSpan="2">
                  <a:txBody>
                    <a:bodyPr/>
                    <a:lstStyle/>
                    <a:p>
                      <a:pPr algn="ctr"/>
                      <a:r>
                        <a:rPr lang="en-US" sz="1400" dirty="0"/>
                        <a:t>F</a:t>
                      </a:r>
                    </a:p>
                  </a:txBody>
                  <a:tcPr anchor="ctr">
                    <a:lnT w="12700" cap="flat" cmpd="sng" algn="ctr">
                      <a:noFill/>
                      <a:prstDash val="solid"/>
                      <a:round/>
                      <a:headEnd type="none" w="med" len="med"/>
                      <a:tailEnd type="none" w="med" len="med"/>
                    </a:lnT>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UNDEFINED</a:t>
                      </a:r>
                    </a:p>
                  </a:txBody>
                  <a:tcPr>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3368961383"/>
                  </a:ext>
                </a:extLst>
              </a:tr>
              <a:tr h="269155">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FAILURE (in finite time)</a:t>
                      </a:r>
                      <a:endParaRPr lang="en-US" sz="1400" dirty="0"/>
                    </a:p>
                  </a:txBody>
                  <a:tcPr>
                    <a:solidFill>
                      <a:schemeClr val="accent2">
                        <a:lumMod val="20000"/>
                        <a:lumOff val="80000"/>
                      </a:schemeClr>
                    </a:solidFill>
                  </a:tcPr>
                </a:tc>
                <a:extLst>
                  <a:ext uri="{0D108BD9-81ED-4DB2-BD59-A6C34878D82A}">
                    <a16:rowId xmlns:a16="http://schemas.microsoft.com/office/drawing/2014/main" val="770856430"/>
                  </a:ext>
                </a:extLst>
              </a:tr>
            </a:tbl>
          </a:graphicData>
        </a:graphic>
      </p:graphicFrame>
      <p:grpSp>
        <p:nvGrpSpPr>
          <p:cNvPr id="7" name="Group 6">
            <a:extLst>
              <a:ext uri="{FF2B5EF4-FFF2-40B4-BE49-F238E27FC236}">
                <a16:creationId xmlns:a16="http://schemas.microsoft.com/office/drawing/2014/main" id="{A26E97C3-C7E3-495B-C96A-00145FB6E5FC}"/>
              </a:ext>
            </a:extLst>
          </p:cNvPr>
          <p:cNvGrpSpPr/>
          <p:nvPr/>
        </p:nvGrpSpPr>
        <p:grpSpPr>
          <a:xfrm>
            <a:off x="4600814" y="1616840"/>
            <a:ext cx="2990369" cy="2684357"/>
            <a:chOff x="1041881" y="1285108"/>
            <a:chExt cx="2990369" cy="2684357"/>
          </a:xfrm>
        </p:grpSpPr>
        <p:sp>
          <p:nvSpPr>
            <p:cNvPr id="8" name="Rectangle: Rounded Corners 7">
              <a:extLst>
                <a:ext uri="{FF2B5EF4-FFF2-40B4-BE49-F238E27FC236}">
                  <a16:creationId xmlns:a16="http://schemas.microsoft.com/office/drawing/2014/main" id="{0656C5B5-202C-7A32-F15A-D1B2F343A8F2}"/>
                </a:ext>
              </a:extLst>
            </p:cNvPr>
            <p:cNvSpPr/>
            <p:nvPr/>
          </p:nvSpPr>
          <p:spPr>
            <a:xfrm>
              <a:off x="1085855" y="1285108"/>
              <a:ext cx="2946395" cy="134577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 name="Oval 8">
              <a:extLst>
                <a:ext uri="{FF2B5EF4-FFF2-40B4-BE49-F238E27FC236}">
                  <a16:creationId xmlns:a16="http://schemas.microsoft.com/office/drawing/2014/main" id="{2BCC9A7B-C7AB-7077-8006-76A4C58E3288}"/>
                </a:ext>
              </a:extLst>
            </p:cNvPr>
            <p:cNvSpPr/>
            <p:nvPr/>
          </p:nvSpPr>
          <p:spPr>
            <a:xfrm>
              <a:off x="2581027" y="1755678"/>
              <a:ext cx="1362635" cy="6281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TextBox 9">
              <a:extLst>
                <a:ext uri="{FF2B5EF4-FFF2-40B4-BE49-F238E27FC236}">
                  <a16:creationId xmlns:a16="http://schemas.microsoft.com/office/drawing/2014/main" id="{D23A887F-A268-E7C1-A597-A1073AE15C24}"/>
                </a:ext>
              </a:extLst>
            </p:cNvPr>
            <p:cNvSpPr txBox="1"/>
            <p:nvPr/>
          </p:nvSpPr>
          <p:spPr>
            <a:xfrm>
              <a:off x="2849723" y="1909004"/>
              <a:ext cx="1033873" cy="307777"/>
            </a:xfrm>
            <a:prstGeom prst="rect">
              <a:avLst/>
            </a:prstGeom>
            <a:noFill/>
          </p:spPr>
          <p:txBody>
            <a:bodyPr wrap="none" rtlCol="0">
              <a:spAutoFit/>
            </a:bodyPr>
            <a:lstStyle/>
            <a:p>
              <a:r>
                <a:rPr lang="en-US" sz="1400" dirty="0"/>
                <a:t>Possibilities</a:t>
              </a:r>
            </a:p>
          </p:txBody>
        </p:sp>
        <p:sp>
          <p:nvSpPr>
            <p:cNvPr id="11" name="TextBox 10">
              <a:extLst>
                <a:ext uri="{FF2B5EF4-FFF2-40B4-BE49-F238E27FC236}">
                  <a16:creationId xmlns:a16="http://schemas.microsoft.com/office/drawing/2014/main" id="{394AF939-751F-5E9F-7D4C-D1675C47C3D2}"/>
                </a:ext>
              </a:extLst>
            </p:cNvPr>
            <p:cNvSpPr txBox="1"/>
            <p:nvPr/>
          </p:nvSpPr>
          <p:spPr>
            <a:xfrm>
              <a:off x="1531887" y="1297809"/>
              <a:ext cx="1863202" cy="307777"/>
            </a:xfrm>
            <a:prstGeom prst="rect">
              <a:avLst/>
            </a:prstGeom>
            <a:noFill/>
          </p:spPr>
          <p:txBody>
            <a:bodyPr wrap="none" rtlCol="0">
              <a:spAutoFit/>
            </a:bodyPr>
            <a:lstStyle/>
            <a:p>
              <a:r>
                <a:rPr lang="en-US" sz="1400" dirty="0"/>
                <a:t>Theoretical statements</a:t>
              </a:r>
            </a:p>
          </p:txBody>
        </p:sp>
        <p:sp>
          <p:nvSpPr>
            <p:cNvPr id="12" name="Oval 11">
              <a:extLst>
                <a:ext uri="{FF2B5EF4-FFF2-40B4-BE49-F238E27FC236}">
                  <a16:creationId xmlns:a16="http://schemas.microsoft.com/office/drawing/2014/main" id="{E402111C-1D4E-22AE-9C4B-32517489D347}"/>
                </a:ext>
              </a:extLst>
            </p:cNvPr>
            <p:cNvSpPr/>
            <p:nvPr/>
          </p:nvSpPr>
          <p:spPr>
            <a:xfrm>
              <a:off x="1189256" y="1598740"/>
              <a:ext cx="1687294" cy="897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TextBox 12">
              <a:extLst>
                <a:ext uri="{FF2B5EF4-FFF2-40B4-BE49-F238E27FC236}">
                  <a16:creationId xmlns:a16="http://schemas.microsoft.com/office/drawing/2014/main" id="{8AE33BE4-5DAE-47B9-D53B-76D5671621EE}"/>
                </a:ext>
              </a:extLst>
            </p:cNvPr>
            <p:cNvSpPr txBox="1"/>
            <p:nvPr/>
          </p:nvSpPr>
          <p:spPr>
            <a:xfrm>
              <a:off x="1463536" y="1774599"/>
              <a:ext cx="1002390" cy="523220"/>
            </a:xfrm>
            <a:prstGeom prst="rect">
              <a:avLst/>
            </a:prstGeom>
            <a:noFill/>
          </p:spPr>
          <p:txBody>
            <a:bodyPr wrap="none" rtlCol="0">
              <a:spAutoFit/>
            </a:bodyPr>
            <a:lstStyle/>
            <a:p>
              <a:r>
                <a:rPr lang="en-US" sz="1400" dirty="0"/>
                <a:t>Verifiable</a:t>
              </a:r>
              <a:br>
                <a:rPr lang="en-US" sz="1400" dirty="0"/>
              </a:br>
              <a:r>
                <a:rPr lang="en-US" sz="1400" dirty="0"/>
                <a:t>statements</a:t>
              </a:r>
            </a:p>
          </p:txBody>
        </p:sp>
        <p:grpSp>
          <p:nvGrpSpPr>
            <p:cNvPr id="14" name="Group 13">
              <a:extLst>
                <a:ext uri="{FF2B5EF4-FFF2-40B4-BE49-F238E27FC236}">
                  <a16:creationId xmlns:a16="http://schemas.microsoft.com/office/drawing/2014/main" id="{6B272C52-868B-7073-C521-47F2038430CA}"/>
                </a:ext>
              </a:extLst>
            </p:cNvPr>
            <p:cNvGrpSpPr/>
            <p:nvPr/>
          </p:nvGrpSpPr>
          <p:grpSpPr>
            <a:xfrm>
              <a:off x="3045795" y="3193936"/>
              <a:ext cx="889000" cy="365125"/>
              <a:chOff x="4648201" y="4642103"/>
              <a:chExt cx="889000" cy="365125"/>
            </a:xfrm>
          </p:grpSpPr>
          <p:sp>
            <p:nvSpPr>
              <p:cNvPr id="22" name="Oval 21">
                <a:extLst>
                  <a:ext uri="{FF2B5EF4-FFF2-40B4-BE49-F238E27FC236}">
                    <a16:creationId xmlns:a16="http://schemas.microsoft.com/office/drawing/2014/main" id="{4E309456-CDC6-EACE-43D3-612A60931F4E}"/>
                  </a:ext>
                </a:extLst>
              </p:cNvPr>
              <p:cNvSpPr/>
              <p:nvPr/>
            </p:nvSpPr>
            <p:spPr>
              <a:xfrm>
                <a:off x="4648201" y="4642103"/>
                <a:ext cx="889000" cy="3651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TextBox 22">
                <a:extLst>
                  <a:ext uri="{FF2B5EF4-FFF2-40B4-BE49-F238E27FC236}">
                    <a16:creationId xmlns:a16="http://schemas.microsoft.com/office/drawing/2014/main" id="{602EADD5-7557-075B-E564-9BB15579FDB2}"/>
                  </a:ext>
                </a:extLst>
              </p:cNvPr>
              <p:cNvSpPr txBox="1"/>
              <p:nvPr/>
            </p:nvSpPr>
            <p:spPr>
              <a:xfrm>
                <a:off x="4788946" y="4655388"/>
                <a:ext cx="634661" cy="307777"/>
              </a:xfrm>
              <a:prstGeom prst="rect">
                <a:avLst/>
              </a:prstGeom>
              <a:noFill/>
            </p:spPr>
            <p:txBody>
              <a:bodyPr wrap="none" rtlCol="0">
                <a:spAutoFit/>
              </a:bodyPr>
              <a:lstStyle/>
              <a:p>
                <a:r>
                  <a:rPr lang="en-US" sz="1400" dirty="0"/>
                  <a:t>Points</a:t>
                </a:r>
              </a:p>
            </p:txBody>
          </p:sp>
        </p:grpSp>
        <p:cxnSp>
          <p:nvCxnSpPr>
            <p:cNvPr id="15" name="Straight Arrow Connector 14">
              <a:extLst>
                <a:ext uri="{FF2B5EF4-FFF2-40B4-BE49-F238E27FC236}">
                  <a16:creationId xmlns:a16="http://schemas.microsoft.com/office/drawing/2014/main" id="{C6536749-49DF-D382-CB2A-AA99158944A6}"/>
                </a:ext>
              </a:extLst>
            </p:cNvPr>
            <p:cNvCxnSpPr>
              <a:cxnSpLocks/>
            </p:cNvCxnSpPr>
            <p:nvPr/>
          </p:nvCxnSpPr>
          <p:spPr>
            <a:xfrm>
              <a:off x="3390875" y="2397103"/>
              <a:ext cx="32835" cy="772487"/>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6B8674F-2524-E4F4-BD2E-33A10BDF163F}"/>
                </a:ext>
              </a:extLst>
            </p:cNvPr>
            <p:cNvCxnSpPr>
              <a:cxnSpLocks/>
            </p:cNvCxnSpPr>
            <p:nvPr/>
          </p:nvCxnSpPr>
          <p:spPr>
            <a:xfrm>
              <a:off x="1981428" y="2512494"/>
              <a:ext cx="0" cy="666799"/>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024295A-AD30-D33F-702C-5088EFBC83FA}"/>
                </a:ext>
              </a:extLst>
            </p:cNvPr>
            <p:cNvCxnSpPr>
              <a:cxnSpLocks/>
            </p:cNvCxnSpPr>
            <p:nvPr/>
          </p:nvCxnSpPr>
          <p:spPr>
            <a:xfrm>
              <a:off x="1500669" y="2643585"/>
              <a:ext cx="0" cy="403423"/>
            </a:xfrm>
            <a:prstGeom prst="straightConnector1">
              <a:avLst/>
            </a:prstGeom>
            <a:ln w="38100">
              <a:solidFill>
                <a:srgbClr val="008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279A3361-C96C-F6A7-1D1C-7E8E56C908B1}"/>
                </a:ext>
              </a:extLst>
            </p:cNvPr>
            <p:cNvSpPr/>
            <p:nvPr/>
          </p:nvSpPr>
          <p:spPr>
            <a:xfrm>
              <a:off x="1041881" y="3073171"/>
              <a:ext cx="1644170" cy="8962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9" name="TextBox 18">
              <a:extLst>
                <a:ext uri="{FF2B5EF4-FFF2-40B4-BE49-F238E27FC236}">
                  <a16:creationId xmlns:a16="http://schemas.microsoft.com/office/drawing/2014/main" id="{6195BB05-3C6A-8946-95FB-623C3F2602D8}"/>
                </a:ext>
              </a:extLst>
            </p:cNvPr>
            <p:cNvSpPr txBox="1"/>
            <p:nvPr/>
          </p:nvSpPr>
          <p:spPr>
            <a:xfrm>
              <a:off x="1060931" y="3636288"/>
              <a:ext cx="899477" cy="307777"/>
            </a:xfrm>
            <a:prstGeom prst="rect">
              <a:avLst/>
            </a:prstGeom>
            <a:noFill/>
          </p:spPr>
          <p:txBody>
            <a:bodyPr wrap="none" rtlCol="0">
              <a:spAutoFit/>
            </a:bodyPr>
            <a:lstStyle/>
            <a:p>
              <a:r>
                <a:rPr lang="en-US" sz="1400" dirty="0" err="1"/>
                <a:t>Borel</a:t>
              </a:r>
              <a:r>
                <a:rPr lang="en-US" sz="1400" dirty="0"/>
                <a:t> sets</a:t>
              </a:r>
            </a:p>
          </p:txBody>
        </p:sp>
        <p:sp>
          <p:nvSpPr>
            <p:cNvPr id="20" name="TextBox 19">
              <a:extLst>
                <a:ext uri="{FF2B5EF4-FFF2-40B4-BE49-F238E27FC236}">
                  <a16:creationId xmlns:a16="http://schemas.microsoft.com/office/drawing/2014/main" id="{9C6FB6F0-5D46-2DE6-1758-3DE61CA2C418}"/>
                </a:ext>
              </a:extLst>
            </p:cNvPr>
            <p:cNvSpPr txBox="1"/>
            <p:nvPr/>
          </p:nvSpPr>
          <p:spPr>
            <a:xfrm>
              <a:off x="1511761" y="3250918"/>
              <a:ext cx="913070" cy="307777"/>
            </a:xfrm>
            <a:prstGeom prst="rect">
              <a:avLst/>
            </a:prstGeom>
            <a:noFill/>
          </p:spPr>
          <p:txBody>
            <a:bodyPr wrap="none" rtlCol="0">
              <a:spAutoFit/>
            </a:bodyPr>
            <a:lstStyle/>
            <a:p>
              <a:r>
                <a:rPr lang="en-US" sz="1400" dirty="0"/>
                <a:t>Open sets</a:t>
              </a:r>
            </a:p>
          </p:txBody>
        </p:sp>
        <p:sp>
          <p:nvSpPr>
            <p:cNvPr id="21" name="Oval 20">
              <a:extLst>
                <a:ext uri="{FF2B5EF4-FFF2-40B4-BE49-F238E27FC236}">
                  <a16:creationId xmlns:a16="http://schemas.microsoft.com/office/drawing/2014/main" id="{D35CFC62-E01F-5637-E4C8-78234146003F}"/>
                </a:ext>
              </a:extLst>
            </p:cNvPr>
            <p:cNvSpPr/>
            <p:nvPr/>
          </p:nvSpPr>
          <p:spPr>
            <a:xfrm>
              <a:off x="1445065" y="3201606"/>
              <a:ext cx="1077868" cy="42574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graphicFrame>
            <p:nvGraphicFramePr>
              <p:cNvPr id="24" name="Table 52">
                <a:extLst>
                  <a:ext uri="{FF2B5EF4-FFF2-40B4-BE49-F238E27FC236}">
                    <a16:creationId xmlns:a16="http://schemas.microsoft.com/office/drawing/2014/main" id="{C035FDD5-5975-EFEE-0EC7-864E97F629DB}"/>
                  </a:ext>
                </a:extLst>
              </p:cNvPr>
              <p:cNvGraphicFramePr>
                <a:graphicFrameLocks noGrp="1"/>
              </p:cNvGraphicFramePr>
              <p:nvPr/>
            </p:nvGraphicFramePr>
            <p:xfrm>
              <a:off x="8124754" y="1879627"/>
              <a:ext cx="720892" cy="1524000"/>
            </p:xfrm>
            <a:graphic>
              <a:graphicData uri="http://schemas.openxmlformats.org/drawingml/2006/table">
                <a:tbl>
                  <a:tblPr firstRow="1" bandRow="1">
                    <a:tableStyleId>{2D5ABB26-0587-4C30-8999-92F81FD0307C}</a:tableStyleId>
                  </a:tblPr>
                  <a:tblGrid>
                    <a:gridCol w="236965">
                      <a:extLst>
                        <a:ext uri="{9D8B030D-6E8A-4147-A177-3AD203B41FA5}">
                          <a16:colId xmlns:a16="http://schemas.microsoft.com/office/drawing/2014/main" val="3919644959"/>
                        </a:ext>
                      </a:extLst>
                    </a:gridCol>
                    <a:gridCol w="483927">
                      <a:extLst>
                        <a:ext uri="{9D8B030D-6E8A-4147-A177-3AD203B41FA5}">
                          <a16:colId xmlns:a16="http://schemas.microsoft.com/office/drawing/2014/main" val="3379705832"/>
                        </a:ext>
                      </a:extLst>
                    </a:gridCol>
                  </a:tblGrid>
                  <a:tr h="269155">
                    <a:tc>
                      <a:txBody>
                        <a:bodyPr/>
                        <a:lstStyle/>
                        <a:p>
                          <a:pPr/>
                          <a14:m>
                            <m:oMathPara xmlns:m="http://schemas.openxmlformats.org/officeDocument/2006/math">
                              <m:oMath>
                                <m:r>
                                  <a:rPr lang="en-US" sz="1400" b="0" i="1" smtClean="0">
                                    <a:latin typeface="Cambria Math" panose="02040503050406030204" pitchFamily="18" charset="0"/>
                                  </a:rPr>
                                  <m:t>𝑠</m:t>
                                </m:r>
                              </m:oMath>
                            </m:oMathPara>
                          </a14:m>
                          <a:endParaRPr lang="en-US" sz="1400" dirty="0"/>
                        </a:p>
                      </a:txBody>
                      <a:tcPr>
                        <a:lnB w="12700" cap="flat" cmpd="sng" algn="ctr">
                          <a:solidFill>
                            <a:schemeClr val="tx1"/>
                          </a:solidFill>
                          <a:prstDash val="solid"/>
                          <a:round/>
                          <a:headEnd type="none" w="med" len="med"/>
                          <a:tailEnd type="none" w="med" len="med"/>
                        </a:lnB>
                      </a:tcPr>
                    </a:tc>
                    <a:tc>
                      <a:txBody>
                        <a:bodyPr/>
                        <a:lstStyle/>
                        <a:p>
                          <a:r>
                            <a:rPr lang="en-US" sz="1400" dirty="0"/>
                            <a:t>Test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586678"/>
                      </a:ext>
                    </a:extLst>
                  </a:tr>
                  <a:tr h="269155">
                    <a:tc rowSpan="2">
                      <a:txBody>
                        <a:bodyPr/>
                        <a:lstStyle/>
                        <a:p>
                          <a:pPr algn="ctr"/>
                          <a:r>
                            <a:rPr lang="en-US" sz="1400" dirty="0"/>
                            <a:t>T</a:t>
                          </a: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400" dirty="0">
                              <a:solidFill>
                                <a:schemeClr val="accent6"/>
                              </a:solidFill>
                            </a:rPr>
                            <a:t>S</a:t>
                          </a:r>
                          <a:endParaRPr lang="en-US" sz="14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039576678"/>
                      </a:ext>
                    </a:extLst>
                  </a:tr>
                  <a:tr h="269155">
                    <a:tc vMerge="1">
                      <a:txBody>
                        <a:bodyPr/>
                        <a:lstStyle/>
                        <a:p>
                          <a:pPr algn="ctr"/>
                          <a:endParaRPr lang="en-US" dirty="0"/>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5337734"/>
                      </a:ext>
                    </a:extLst>
                  </a:tr>
                  <a:tr h="269155">
                    <a:tc rowSpan="2">
                      <a:txBody>
                        <a:bodyPr/>
                        <a:lstStyle/>
                        <a:p>
                          <a:pPr algn="ctr"/>
                          <a:r>
                            <a:rPr lang="en-US" sz="1400" dirty="0"/>
                            <a:t>F</a:t>
                          </a:r>
                        </a:p>
                      </a:txBody>
                      <a:tcPr anchor="ctr">
                        <a:lnT w="12700" cap="flat" cmpd="sng" algn="ctr">
                          <a:noFill/>
                          <a:prstDash val="solid"/>
                          <a:round/>
                          <a:headEnd type="none" w="med" len="med"/>
                          <a:tailEnd type="none" w="med" len="med"/>
                        </a:lnT>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3368961383"/>
                      </a:ext>
                    </a:extLst>
                  </a:tr>
                  <a:tr h="269155">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F</a:t>
                          </a:r>
                          <a:endParaRPr lang="en-US" sz="1400" dirty="0"/>
                        </a:p>
                      </a:txBody>
                      <a:tcPr>
                        <a:solidFill>
                          <a:schemeClr val="accent2">
                            <a:lumMod val="20000"/>
                            <a:lumOff val="80000"/>
                          </a:schemeClr>
                        </a:solidFill>
                      </a:tcPr>
                    </a:tc>
                    <a:extLst>
                      <a:ext uri="{0D108BD9-81ED-4DB2-BD59-A6C34878D82A}">
                        <a16:rowId xmlns:a16="http://schemas.microsoft.com/office/drawing/2014/main" val="770856430"/>
                      </a:ext>
                    </a:extLst>
                  </a:tr>
                </a:tbl>
              </a:graphicData>
            </a:graphic>
          </p:graphicFrame>
        </mc:Choice>
        <mc:Fallback xmlns="">
          <p:graphicFrame>
            <p:nvGraphicFramePr>
              <p:cNvPr id="24" name="Table 52">
                <a:extLst>
                  <a:ext uri="{FF2B5EF4-FFF2-40B4-BE49-F238E27FC236}">
                    <a16:creationId xmlns:a16="http://schemas.microsoft.com/office/drawing/2014/main" id="{C035FDD5-5975-EFEE-0EC7-864E97F629DB}"/>
                  </a:ext>
                </a:extLst>
              </p:cNvPr>
              <p:cNvGraphicFramePr>
                <a:graphicFrameLocks noGrp="1"/>
              </p:cNvGraphicFramePr>
              <p:nvPr>
                <p:extLst>
                  <p:ext uri="{D42A27DB-BD31-4B8C-83A1-F6EECF244321}">
                    <p14:modId xmlns:p14="http://schemas.microsoft.com/office/powerpoint/2010/main" val="3696879760"/>
                  </p:ext>
                </p:extLst>
              </p:nvPr>
            </p:nvGraphicFramePr>
            <p:xfrm>
              <a:off x="8124754" y="1879627"/>
              <a:ext cx="720892" cy="1524000"/>
            </p:xfrm>
            <a:graphic>
              <a:graphicData uri="http://schemas.openxmlformats.org/drawingml/2006/table">
                <a:tbl>
                  <a:tblPr firstRow="1" bandRow="1">
                    <a:tableStyleId>{2D5ABB26-0587-4C30-8999-92F81FD0307C}</a:tableStyleId>
                  </a:tblPr>
                  <a:tblGrid>
                    <a:gridCol w="236965">
                      <a:extLst>
                        <a:ext uri="{9D8B030D-6E8A-4147-A177-3AD203B41FA5}">
                          <a16:colId xmlns:a16="http://schemas.microsoft.com/office/drawing/2014/main" val="3919644959"/>
                        </a:ext>
                      </a:extLst>
                    </a:gridCol>
                    <a:gridCol w="483927">
                      <a:extLst>
                        <a:ext uri="{9D8B030D-6E8A-4147-A177-3AD203B41FA5}">
                          <a16:colId xmlns:a16="http://schemas.microsoft.com/office/drawing/2014/main" val="3379705832"/>
                        </a:ext>
                      </a:extLst>
                    </a:gridCol>
                  </a:tblGrid>
                  <a:tr h="304800">
                    <a:tc>
                      <a:txBody>
                        <a:bodyPr/>
                        <a:lstStyle/>
                        <a:p>
                          <a:endParaRPr lang="en-US"/>
                        </a:p>
                      </a:txBody>
                      <a:tcPr>
                        <a:lnB w="12700" cap="flat" cmpd="sng" algn="ctr">
                          <a:solidFill>
                            <a:schemeClr val="tx1"/>
                          </a:solidFill>
                          <a:prstDash val="solid"/>
                          <a:round/>
                          <a:headEnd type="none" w="med" len="med"/>
                          <a:tailEnd type="none" w="med" len="med"/>
                        </a:lnB>
                        <a:blipFill>
                          <a:blip r:embed="rId3"/>
                          <a:stretch>
                            <a:fillRect t="-2000" r="-210256" b="-422000"/>
                          </a:stretch>
                        </a:blipFill>
                      </a:tcPr>
                    </a:tc>
                    <a:tc>
                      <a:txBody>
                        <a:bodyPr/>
                        <a:lstStyle/>
                        <a:p>
                          <a:r>
                            <a:rPr lang="en-US" sz="1400" dirty="0"/>
                            <a:t>Test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586678"/>
                      </a:ext>
                    </a:extLst>
                  </a:tr>
                  <a:tr h="304800">
                    <a:tc rowSpan="2">
                      <a:txBody>
                        <a:bodyPr/>
                        <a:lstStyle/>
                        <a:p>
                          <a:pPr algn="ctr"/>
                          <a:r>
                            <a:rPr lang="en-US" sz="1400" dirty="0"/>
                            <a:t>T</a:t>
                          </a:r>
                        </a:p>
                      </a:txBody>
                      <a:tcPr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400" dirty="0">
                              <a:solidFill>
                                <a:schemeClr val="accent6"/>
                              </a:solidFill>
                            </a:rPr>
                            <a:t>S</a:t>
                          </a:r>
                          <a:endParaRPr lang="en-US" sz="14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039576678"/>
                      </a:ext>
                    </a:extLst>
                  </a:tr>
                  <a:tr h="304800">
                    <a:tc vMerge="1">
                      <a:txBody>
                        <a:bodyPr/>
                        <a:lstStyle/>
                        <a:p>
                          <a:pPr algn="ctr"/>
                          <a:endParaRPr lang="en-US" dirty="0"/>
                        </a:p>
                      </a:txBody>
                      <a:tcPr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5337734"/>
                      </a:ext>
                    </a:extLst>
                  </a:tr>
                  <a:tr h="304800">
                    <a:tc rowSpan="2">
                      <a:txBody>
                        <a:bodyPr/>
                        <a:lstStyle/>
                        <a:p>
                          <a:pPr algn="ctr"/>
                          <a:r>
                            <a:rPr lang="en-US" sz="1400" dirty="0"/>
                            <a:t>F</a:t>
                          </a:r>
                        </a:p>
                      </a:txBody>
                      <a:tcPr anchor="ctr">
                        <a:lnT w="12700" cap="flat" cmpd="sng" algn="ctr">
                          <a:noFill/>
                          <a:prstDash val="solid"/>
                          <a:round/>
                          <a:headEnd type="none" w="med" len="med"/>
                          <a:tailEnd type="none" w="med" len="med"/>
                        </a:lnT>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U</a:t>
                          </a:r>
                        </a:p>
                      </a:txBody>
                      <a:tcPr>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3368961383"/>
                      </a:ext>
                    </a:extLst>
                  </a:tr>
                  <a:tr h="304800">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F</a:t>
                          </a:r>
                          <a:endParaRPr lang="en-US" sz="1400" dirty="0"/>
                        </a:p>
                      </a:txBody>
                      <a:tcPr>
                        <a:solidFill>
                          <a:schemeClr val="accent2">
                            <a:lumMod val="20000"/>
                            <a:lumOff val="80000"/>
                          </a:schemeClr>
                        </a:solidFill>
                      </a:tcPr>
                    </a:tc>
                    <a:extLst>
                      <a:ext uri="{0D108BD9-81ED-4DB2-BD59-A6C34878D82A}">
                        <a16:rowId xmlns:a16="http://schemas.microsoft.com/office/drawing/2014/main" val="770856430"/>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2A24DDD-CA6F-5568-57FE-FB833705B34E}"/>
                  </a:ext>
                </a:extLst>
              </p:cNvPr>
              <p:cNvSpPr txBox="1"/>
              <p:nvPr/>
            </p:nvSpPr>
            <p:spPr>
              <a:xfrm>
                <a:off x="9241811" y="1677247"/>
                <a:ext cx="2823593" cy="523220"/>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𝑖𝑛𝑡</m:t>
                    </m:r>
                    <m:r>
                      <a:rPr lang="en-US" sz="1400" b="0" i="1" smtClean="0">
                        <a:latin typeface="Cambria Math" panose="02040503050406030204" pitchFamily="18" charset="0"/>
                      </a:rPr>
                      <m:t>(</m:t>
                    </m:r>
                    <m:r>
                      <a:rPr lang="en-US" sz="1400" b="0" i="1" smtClean="0">
                        <a:latin typeface="Cambria Math" panose="02040503050406030204" pitchFamily="18" charset="0"/>
                      </a:rPr>
                      <m:t>𝐴</m:t>
                    </m:r>
                    <m:r>
                      <a:rPr lang="en-US" sz="1400" b="0" i="1" smtClean="0">
                        <a:latin typeface="Cambria Math" panose="02040503050406030204" pitchFamily="18" charset="0"/>
                      </a:rPr>
                      <m:t>)</m:t>
                    </m:r>
                  </m:oMath>
                </a14:m>
                <a:r>
                  <a:rPr lang="en-US" sz="1400" dirty="0"/>
                  <a:t> corresponds to the verifiable</a:t>
                </a:r>
                <a:br>
                  <a:rPr lang="en-US" sz="1400" dirty="0"/>
                </a:br>
                <a:r>
                  <a:rPr lang="en-US" sz="1400" dirty="0"/>
                  <a:t>part of a statement</a:t>
                </a:r>
              </a:p>
            </p:txBody>
          </p:sp>
        </mc:Choice>
        <mc:Fallback xmlns="">
          <p:sp>
            <p:nvSpPr>
              <p:cNvPr id="25" name="TextBox 24">
                <a:extLst>
                  <a:ext uri="{FF2B5EF4-FFF2-40B4-BE49-F238E27FC236}">
                    <a16:creationId xmlns:a16="http://schemas.microsoft.com/office/drawing/2014/main" id="{92A24DDD-CA6F-5568-57FE-FB833705B34E}"/>
                  </a:ext>
                </a:extLst>
              </p:cNvPr>
              <p:cNvSpPr txBox="1">
                <a:spLocks noRot="1" noChangeAspect="1" noMove="1" noResize="1" noEditPoints="1" noAdjustHandles="1" noChangeArrowheads="1" noChangeShapeType="1" noTextEdit="1"/>
              </p:cNvSpPr>
              <p:nvPr/>
            </p:nvSpPr>
            <p:spPr>
              <a:xfrm>
                <a:off x="9241811" y="1677247"/>
                <a:ext cx="2823593" cy="523220"/>
              </a:xfrm>
              <a:prstGeom prst="rect">
                <a:avLst/>
              </a:prstGeom>
              <a:blipFill>
                <a:blip r:embed="rId4"/>
                <a:stretch>
                  <a:fillRect l="-648" t="-2326" b="-116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665F6F9-09C8-566A-B551-C157432F5CEF}"/>
                  </a:ext>
                </a:extLst>
              </p:cNvPr>
              <p:cNvSpPr txBox="1"/>
              <p:nvPr/>
            </p:nvSpPr>
            <p:spPr>
              <a:xfrm>
                <a:off x="9241811" y="3138285"/>
                <a:ext cx="2868286" cy="523220"/>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𝑒𝑥𝑡</m:t>
                    </m:r>
                    <m:r>
                      <a:rPr lang="en-US" sz="1400" b="0" i="1" smtClean="0">
                        <a:latin typeface="Cambria Math" panose="02040503050406030204" pitchFamily="18" charset="0"/>
                      </a:rPr>
                      <m:t>(</m:t>
                    </m:r>
                    <m:r>
                      <a:rPr lang="en-US" sz="1400" b="0" i="1" smtClean="0">
                        <a:latin typeface="Cambria Math" panose="02040503050406030204" pitchFamily="18" charset="0"/>
                      </a:rPr>
                      <m:t>𝐴</m:t>
                    </m:r>
                    <m:r>
                      <a:rPr lang="en-US" sz="1400" b="0" i="1" smtClean="0">
                        <a:latin typeface="Cambria Math" panose="02040503050406030204" pitchFamily="18" charset="0"/>
                      </a:rPr>
                      <m:t>)</m:t>
                    </m:r>
                  </m:oMath>
                </a14:m>
                <a:r>
                  <a:rPr lang="en-US" sz="1400" dirty="0"/>
                  <a:t> corresponds to the falsifiable</a:t>
                </a:r>
                <a:br>
                  <a:rPr lang="en-US" sz="1400" dirty="0"/>
                </a:br>
                <a:r>
                  <a:rPr lang="en-US" sz="1400" dirty="0"/>
                  <a:t>part of a statement</a:t>
                </a:r>
              </a:p>
            </p:txBody>
          </p:sp>
        </mc:Choice>
        <mc:Fallback xmlns="">
          <p:sp>
            <p:nvSpPr>
              <p:cNvPr id="26" name="TextBox 25">
                <a:extLst>
                  <a:ext uri="{FF2B5EF4-FFF2-40B4-BE49-F238E27FC236}">
                    <a16:creationId xmlns:a16="http://schemas.microsoft.com/office/drawing/2014/main" id="{3665F6F9-09C8-566A-B551-C157432F5CEF}"/>
                  </a:ext>
                </a:extLst>
              </p:cNvPr>
              <p:cNvSpPr txBox="1">
                <a:spLocks noRot="1" noChangeAspect="1" noMove="1" noResize="1" noEditPoints="1" noAdjustHandles="1" noChangeArrowheads="1" noChangeShapeType="1" noTextEdit="1"/>
              </p:cNvSpPr>
              <p:nvPr/>
            </p:nvSpPr>
            <p:spPr>
              <a:xfrm>
                <a:off x="9241811" y="3138285"/>
                <a:ext cx="2868286" cy="523220"/>
              </a:xfrm>
              <a:prstGeom prst="rect">
                <a:avLst/>
              </a:prstGeom>
              <a:blipFill>
                <a:blip r:embed="rId5"/>
                <a:stretch>
                  <a:fillRect l="-637" t="-2326" b="-10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8F65CB5-A8EC-8875-68F4-0FE5E0B1D8E6}"/>
                  </a:ext>
                </a:extLst>
              </p:cNvPr>
              <p:cNvSpPr txBox="1"/>
              <p:nvPr/>
            </p:nvSpPr>
            <p:spPr>
              <a:xfrm>
                <a:off x="9241811" y="2435799"/>
                <a:ext cx="2756845" cy="523220"/>
              </a:xfrm>
              <a:prstGeom prst="rect">
                <a:avLst/>
              </a:prstGeom>
              <a:noFill/>
            </p:spPr>
            <p:txBody>
              <a:bodyPr wrap="none" rtlCol="0">
                <a:spAutoFit/>
              </a:bodyPr>
              <a:lstStyle/>
              <a:p>
                <a14:m>
                  <m:oMath xmlns:m="http://schemas.openxmlformats.org/officeDocument/2006/math">
                    <m:r>
                      <a:rPr lang="en-US" sz="1400" b="0" i="1" smtClean="0">
                        <a:latin typeface="Cambria Math" panose="02040503050406030204" pitchFamily="18" charset="0"/>
                      </a:rPr>
                      <m:t>𝜕</m:t>
                    </m:r>
                    <m:r>
                      <a:rPr lang="en-US" sz="1400" b="0" i="1" smtClean="0">
                        <a:latin typeface="Cambria Math" panose="02040503050406030204" pitchFamily="18" charset="0"/>
                      </a:rPr>
                      <m:t>𝐴</m:t>
                    </m:r>
                  </m:oMath>
                </a14:m>
                <a:r>
                  <a:rPr lang="en-US" sz="1400" dirty="0"/>
                  <a:t> corresponds to the undecidable</a:t>
                </a:r>
                <a:br>
                  <a:rPr lang="en-US" sz="1400" dirty="0"/>
                </a:br>
                <a:r>
                  <a:rPr lang="en-US" sz="1400" dirty="0"/>
                  <a:t>part of a statement</a:t>
                </a:r>
              </a:p>
            </p:txBody>
          </p:sp>
        </mc:Choice>
        <mc:Fallback xmlns="">
          <p:sp>
            <p:nvSpPr>
              <p:cNvPr id="27" name="TextBox 26">
                <a:extLst>
                  <a:ext uri="{FF2B5EF4-FFF2-40B4-BE49-F238E27FC236}">
                    <a16:creationId xmlns:a16="http://schemas.microsoft.com/office/drawing/2014/main" id="{58F65CB5-A8EC-8875-68F4-0FE5E0B1D8E6}"/>
                  </a:ext>
                </a:extLst>
              </p:cNvPr>
              <p:cNvSpPr txBox="1">
                <a:spLocks noRot="1" noChangeAspect="1" noMove="1" noResize="1" noEditPoints="1" noAdjustHandles="1" noChangeArrowheads="1" noChangeShapeType="1" noTextEdit="1"/>
              </p:cNvSpPr>
              <p:nvPr/>
            </p:nvSpPr>
            <p:spPr>
              <a:xfrm>
                <a:off x="9241811" y="2435799"/>
                <a:ext cx="2756845" cy="523220"/>
              </a:xfrm>
              <a:prstGeom prst="rect">
                <a:avLst/>
              </a:prstGeom>
              <a:blipFill>
                <a:blip r:embed="rId6"/>
                <a:stretch>
                  <a:fillRect l="-664" t="-2353" b="-11765"/>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08293AC9-6D91-807B-FCA9-A2A9761B9075}"/>
              </a:ext>
            </a:extLst>
          </p:cNvPr>
          <p:cNvCxnSpPr>
            <a:endCxn id="25" idx="1"/>
          </p:cNvCxnSpPr>
          <p:nvPr/>
        </p:nvCxnSpPr>
        <p:spPr>
          <a:xfrm flipV="1">
            <a:off x="8761915" y="1938857"/>
            <a:ext cx="479896" cy="384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8501D06-2B49-847C-48ED-080262D41CAB}"/>
              </a:ext>
            </a:extLst>
          </p:cNvPr>
          <p:cNvCxnSpPr>
            <a:endCxn id="27" idx="1"/>
          </p:cNvCxnSpPr>
          <p:nvPr/>
        </p:nvCxnSpPr>
        <p:spPr>
          <a:xfrm flipV="1">
            <a:off x="8761915" y="2697409"/>
            <a:ext cx="479896" cy="115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6D4DF3F-6D20-B5A5-3FA5-F4509934E244}"/>
              </a:ext>
            </a:extLst>
          </p:cNvPr>
          <p:cNvCxnSpPr>
            <a:endCxn id="26" idx="1"/>
          </p:cNvCxnSpPr>
          <p:nvPr/>
        </p:nvCxnSpPr>
        <p:spPr>
          <a:xfrm>
            <a:off x="8761915" y="3219136"/>
            <a:ext cx="479896" cy="180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0643C30-9DCB-B8E9-60B4-38E7034052ED}"/>
              </a:ext>
            </a:extLst>
          </p:cNvPr>
          <p:cNvSpPr txBox="1"/>
          <p:nvPr/>
        </p:nvSpPr>
        <p:spPr>
          <a:xfrm>
            <a:off x="4993439" y="5725661"/>
            <a:ext cx="3912738" cy="707886"/>
          </a:xfrm>
          <a:prstGeom prst="rect">
            <a:avLst/>
          </a:prstGeom>
          <a:noFill/>
        </p:spPr>
        <p:txBody>
          <a:bodyPr wrap="none" rtlCol="0">
            <a:spAutoFit/>
          </a:bodyPr>
          <a:lstStyle/>
          <a:p>
            <a:pPr algn="ctr"/>
            <a:r>
              <a:rPr lang="en-US" sz="2000" dirty="0"/>
              <a:t>Experimental relationships must be</a:t>
            </a:r>
            <a:br>
              <a:rPr lang="en-US" sz="2000" dirty="0"/>
            </a:br>
            <a:r>
              <a:rPr lang="en-US" sz="2000" dirty="0"/>
              <a:t>topologically continuous</a:t>
            </a:r>
          </a:p>
        </p:txBody>
      </p:sp>
      <mc:AlternateContent xmlns:mc="http://schemas.openxmlformats.org/markup-compatibility/2006">
        <mc:Choice xmlns:a14="http://schemas.microsoft.com/office/drawing/2010/main" Requires="a14">
          <p:sp>
            <p:nvSpPr>
              <p:cNvPr id="98" name="TextBox 97">
                <a:extLst>
                  <a:ext uri="{FF2B5EF4-FFF2-40B4-BE49-F238E27FC236}">
                    <a16:creationId xmlns:a16="http://schemas.microsoft.com/office/drawing/2014/main" id="{623782F0-23B1-921F-7CDB-1F7E05775F66}"/>
                  </a:ext>
                </a:extLst>
              </p:cNvPr>
              <p:cNvSpPr txBox="1"/>
              <p:nvPr/>
            </p:nvSpPr>
            <p:spPr>
              <a:xfrm>
                <a:off x="3875322" y="4681585"/>
                <a:ext cx="4063100" cy="954107"/>
              </a:xfrm>
              <a:prstGeom prst="rect">
                <a:avLst/>
              </a:prstGeom>
              <a:noFill/>
            </p:spPr>
            <p:txBody>
              <a:bodyPr wrap="none" rtlCol="0">
                <a:spAutoFit/>
              </a:bodyPr>
              <a:lstStyle/>
              <a:p>
                <a:pPr algn="ctr"/>
                <a:r>
                  <a:rPr lang="en-US" sz="2800" b="1" dirty="0">
                    <a:solidFill>
                      <a:schemeClr val="accent6">
                        <a:lumMod val="75000"/>
                      </a:schemeClr>
                    </a:solidFill>
                  </a:rPr>
                  <a:t>Experimental verifiability</a:t>
                </a:r>
                <a:br>
                  <a:rPr lang="en-US" sz="2800" b="1" dirty="0">
                    <a:solidFill>
                      <a:schemeClr val="accent6">
                        <a:lumMod val="75000"/>
                      </a:schemeClr>
                    </a:solidFill>
                  </a:rPr>
                </a:br>
                <a14:m>
                  <m:oMath xmlns:m="http://schemas.openxmlformats.org/officeDocument/2006/math">
                    <m:r>
                      <a:rPr lang="en-US" sz="2800" b="1" i="1" smtClean="0">
                        <a:solidFill>
                          <a:schemeClr val="accent6">
                            <a:lumMod val="75000"/>
                          </a:schemeClr>
                        </a:solidFill>
                        <a:latin typeface="Cambria Math" panose="02040503050406030204" pitchFamily="18" charset="0"/>
                      </a:rPr>
                      <m:t>⇒</m:t>
                    </m:r>
                  </m:oMath>
                </a14:m>
                <a:r>
                  <a:rPr lang="en-US" sz="2800" b="1" dirty="0">
                    <a:solidFill>
                      <a:schemeClr val="accent6">
                        <a:lumMod val="75000"/>
                      </a:schemeClr>
                    </a:solidFill>
                  </a:rPr>
                  <a:t> topology and </a:t>
                </a:r>
                <a14:m>
                  <m:oMath xmlns:m="http://schemas.openxmlformats.org/officeDocument/2006/math">
                    <m:r>
                      <a:rPr lang="en-US" sz="2800" b="1" i="1" smtClean="0">
                        <a:solidFill>
                          <a:schemeClr val="accent6">
                            <a:lumMod val="75000"/>
                          </a:schemeClr>
                        </a:solidFill>
                        <a:latin typeface="Cambria Math" panose="02040503050406030204" pitchFamily="18" charset="0"/>
                      </a:rPr>
                      <m:t>𝝈</m:t>
                    </m:r>
                  </m:oMath>
                </a14:m>
                <a:r>
                  <a:rPr lang="en-US" sz="2800" b="1" dirty="0">
                    <a:solidFill>
                      <a:schemeClr val="accent6">
                        <a:lumMod val="75000"/>
                      </a:schemeClr>
                    </a:solidFill>
                  </a:rPr>
                  <a:t>-algebra</a:t>
                </a:r>
              </a:p>
            </p:txBody>
          </p:sp>
        </mc:Choice>
        <mc:Fallback>
          <p:sp>
            <p:nvSpPr>
              <p:cNvPr id="98" name="TextBox 97">
                <a:extLst>
                  <a:ext uri="{FF2B5EF4-FFF2-40B4-BE49-F238E27FC236}">
                    <a16:creationId xmlns:a16="http://schemas.microsoft.com/office/drawing/2014/main" id="{623782F0-23B1-921F-7CDB-1F7E05775F66}"/>
                  </a:ext>
                </a:extLst>
              </p:cNvPr>
              <p:cNvSpPr txBox="1">
                <a:spLocks noRot="1" noChangeAspect="1" noMove="1" noResize="1" noEditPoints="1" noAdjustHandles="1" noChangeArrowheads="1" noChangeShapeType="1" noTextEdit="1"/>
              </p:cNvSpPr>
              <p:nvPr/>
            </p:nvSpPr>
            <p:spPr>
              <a:xfrm>
                <a:off x="3875322" y="4681585"/>
                <a:ext cx="4063100" cy="954107"/>
              </a:xfrm>
              <a:prstGeom prst="rect">
                <a:avLst/>
              </a:prstGeom>
              <a:blipFill>
                <a:blip r:embed="rId7"/>
                <a:stretch>
                  <a:fillRect l="-901" t="-6410" r="-2553" b="-17949"/>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4D0A4A71-7877-D648-78B9-F24D7A207E7F}"/>
              </a:ext>
            </a:extLst>
          </p:cNvPr>
          <p:cNvSpPr>
            <a:spLocks noGrp="1"/>
          </p:cNvSpPr>
          <p:nvPr>
            <p:ph type="ftr" sz="quarter" idx="11"/>
          </p:nvPr>
        </p:nvSpPr>
        <p:spPr/>
        <p:txBody>
          <a:bodyPr/>
          <a:lstStyle/>
          <a:p>
            <a:r>
              <a:rPr lang="en-US"/>
              <a:t>Christine Aidala - University of Michigan</a:t>
            </a:r>
          </a:p>
        </p:txBody>
      </p:sp>
      <p:sp>
        <p:nvSpPr>
          <p:cNvPr id="32" name="TextBox 31">
            <a:extLst>
              <a:ext uri="{FF2B5EF4-FFF2-40B4-BE49-F238E27FC236}">
                <a16:creationId xmlns:a16="http://schemas.microsoft.com/office/drawing/2014/main" id="{1B97D77F-E343-1998-1721-E61F877A00BE}"/>
              </a:ext>
            </a:extLst>
          </p:cNvPr>
          <p:cNvSpPr txBox="1"/>
          <p:nvPr/>
        </p:nvSpPr>
        <p:spPr>
          <a:xfrm>
            <a:off x="2905863" y="6441580"/>
            <a:ext cx="6096000" cy="276999"/>
          </a:xfrm>
          <a:prstGeom prst="rect">
            <a:avLst/>
          </a:prstGeom>
          <a:noFill/>
        </p:spPr>
        <p:txBody>
          <a:bodyPr wrap="square">
            <a:spAutoFit/>
          </a:bodyPr>
          <a:lstStyle/>
          <a:p>
            <a:r>
              <a:rPr lang="en-US" sz="1200" dirty="0">
                <a:hlinkClick r:id="rId8"/>
              </a:rPr>
              <a:t>https://assumptionsofphysics.org/book/AssumptionsOfPhysicsV3.0.pdf#section.2.1.1</a:t>
            </a:r>
            <a:r>
              <a:rPr lang="en-US" sz="1200" dirty="0"/>
              <a:t> </a:t>
            </a:r>
          </a:p>
        </p:txBody>
      </p:sp>
    </p:spTree>
    <p:extLst>
      <p:ext uri="{BB962C8B-B14F-4D97-AF65-F5344CB8AC3E}">
        <p14:creationId xmlns:p14="http://schemas.microsoft.com/office/powerpoint/2010/main" val="3172463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2CB50-8A97-AD53-32D9-E960538EC3F8}"/>
              </a:ext>
            </a:extLst>
          </p:cNvPr>
          <p:cNvSpPr>
            <a:spLocks noGrp="1"/>
          </p:cNvSpPr>
          <p:nvPr>
            <p:ph type="title"/>
          </p:nvPr>
        </p:nvSpPr>
        <p:spPr/>
        <p:txBody>
          <a:bodyPr/>
          <a:lstStyle/>
          <a:p>
            <a:r>
              <a:rPr lang="en-US" dirty="0"/>
              <a:t>Reproducibility and ensembles</a:t>
            </a:r>
          </a:p>
        </p:txBody>
      </p:sp>
      <p:sp>
        <p:nvSpPr>
          <p:cNvPr id="4" name="Slide Number Placeholder 3">
            <a:extLst>
              <a:ext uri="{FF2B5EF4-FFF2-40B4-BE49-F238E27FC236}">
                <a16:creationId xmlns:a16="http://schemas.microsoft.com/office/drawing/2014/main" id="{14588318-F079-5751-E3D1-387AE89965A3}"/>
              </a:ext>
            </a:extLst>
          </p:cNvPr>
          <p:cNvSpPr>
            <a:spLocks noGrp="1"/>
          </p:cNvSpPr>
          <p:nvPr>
            <p:ph type="sldNum" sz="quarter" idx="13"/>
          </p:nvPr>
        </p:nvSpPr>
        <p:spPr/>
        <p:txBody>
          <a:bodyPr/>
          <a:lstStyle/>
          <a:p>
            <a:fld id="{F47845EA-7733-40EE-B074-20032348B727}" type="slidenum">
              <a:rPr lang="en-US" smtClean="0"/>
              <a:t>38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965D40F-1FB2-2796-EDC7-46E47AE0B767}"/>
                  </a:ext>
                </a:extLst>
              </p:cNvPr>
              <p:cNvSpPr txBox="1"/>
              <p:nvPr/>
            </p:nvSpPr>
            <p:spPr>
              <a:xfrm>
                <a:off x="648734" y="982203"/>
                <a:ext cx="10891444" cy="584775"/>
              </a:xfrm>
              <a:prstGeom prst="rect">
                <a:avLst/>
              </a:prstGeom>
              <a:noFill/>
            </p:spPr>
            <p:txBody>
              <a:bodyPr wrap="none" rtlCol="0">
                <a:spAutoFit/>
              </a:bodyPr>
              <a:lstStyle/>
              <a:p>
                <a:pPr algn="ctr"/>
                <a:r>
                  <a:rPr lang="en-US" sz="3200" b="0" dirty="0">
                    <a:solidFill>
                      <a:schemeClr val="accent6">
                        <a:lumMod val="75000"/>
                      </a:schemeClr>
                    </a:solidFill>
                  </a:rPr>
                  <a:t>Scientific laws describe </a:t>
                </a:r>
                <a:r>
                  <a:rPr lang="en-US" sz="3200" dirty="0">
                    <a:solidFill>
                      <a:schemeClr val="accent6">
                        <a:lumMod val="75000"/>
                      </a:schemeClr>
                    </a:solidFill>
                  </a:rPr>
                  <a:t>reproducible relationships  </a:t>
                </a: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Ensembles</a:t>
                </a:r>
              </a:p>
            </p:txBody>
          </p:sp>
        </mc:Choice>
        <mc:Fallback xmlns="">
          <p:sp>
            <p:nvSpPr>
              <p:cNvPr id="5" name="TextBox 4">
                <a:extLst>
                  <a:ext uri="{FF2B5EF4-FFF2-40B4-BE49-F238E27FC236}">
                    <a16:creationId xmlns:a16="http://schemas.microsoft.com/office/drawing/2014/main" id="{2965D40F-1FB2-2796-EDC7-46E47AE0B767}"/>
                  </a:ext>
                </a:extLst>
              </p:cNvPr>
              <p:cNvSpPr txBox="1">
                <a:spLocks noRot="1" noChangeAspect="1" noMove="1" noResize="1" noEditPoints="1" noAdjustHandles="1" noChangeArrowheads="1" noChangeShapeType="1" noTextEdit="1"/>
              </p:cNvSpPr>
              <p:nvPr/>
            </p:nvSpPr>
            <p:spPr>
              <a:xfrm>
                <a:off x="648734" y="982203"/>
                <a:ext cx="10891444" cy="584775"/>
              </a:xfrm>
              <a:prstGeom prst="rect">
                <a:avLst/>
              </a:prstGeom>
              <a:blipFill>
                <a:blip r:embed="rId2"/>
                <a:stretch>
                  <a:fillRect l="-895" t="-12500" r="-951"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0587218-6A3F-259B-EB30-2F86B020B89D}"/>
                  </a:ext>
                </a:extLst>
              </p:cNvPr>
              <p:cNvSpPr/>
              <p:nvPr/>
            </p:nvSpPr>
            <p:spPr>
              <a:xfrm>
                <a:off x="690880" y="1983193"/>
                <a:ext cx="711200" cy="66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oMath>
                </a14:m>
                <a:endParaRPr lang="en-US" dirty="0"/>
              </a:p>
            </p:txBody>
          </p:sp>
        </mc:Choice>
        <mc:Fallback xmlns="">
          <p:sp>
            <p:nvSpPr>
              <p:cNvPr id="6" name="Rectangle 5">
                <a:extLst>
                  <a:ext uri="{FF2B5EF4-FFF2-40B4-BE49-F238E27FC236}">
                    <a16:creationId xmlns:a16="http://schemas.microsoft.com/office/drawing/2014/main" id="{F0587218-6A3F-259B-EB30-2F86B020B89D}"/>
                  </a:ext>
                </a:extLst>
              </p:cNvPr>
              <p:cNvSpPr>
                <a:spLocks noRot="1" noChangeAspect="1" noMove="1" noResize="1" noEditPoints="1" noAdjustHandles="1" noChangeArrowheads="1" noChangeShapeType="1" noTextEdit="1"/>
              </p:cNvSpPr>
              <p:nvPr/>
            </p:nvSpPr>
            <p:spPr>
              <a:xfrm>
                <a:off x="690880" y="1983193"/>
                <a:ext cx="711200" cy="6604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87A660F-C249-4693-0099-82EACDA3FC51}"/>
                  </a:ext>
                </a:extLst>
              </p:cNvPr>
              <p:cNvSpPr/>
              <p:nvPr/>
            </p:nvSpPr>
            <p:spPr>
              <a:xfrm>
                <a:off x="690880" y="2954221"/>
                <a:ext cx="711200" cy="660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oMath>
                </a14:m>
                <a:endParaRPr lang="en-US" dirty="0"/>
              </a:p>
            </p:txBody>
          </p:sp>
        </mc:Choice>
        <mc:Fallback xmlns="">
          <p:sp>
            <p:nvSpPr>
              <p:cNvPr id="7" name="Rectangle 6">
                <a:extLst>
                  <a:ext uri="{FF2B5EF4-FFF2-40B4-BE49-F238E27FC236}">
                    <a16:creationId xmlns:a16="http://schemas.microsoft.com/office/drawing/2014/main" id="{987A660F-C249-4693-0099-82EACDA3FC51}"/>
                  </a:ext>
                </a:extLst>
              </p:cNvPr>
              <p:cNvSpPr>
                <a:spLocks noRot="1" noChangeAspect="1" noMove="1" noResize="1" noEditPoints="1" noAdjustHandles="1" noChangeArrowheads="1" noChangeShapeType="1" noTextEdit="1"/>
              </p:cNvSpPr>
              <p:nvPr/>
            </p:nvSpPr>
            <p:spPr>
              <a:xfrm>
                <a:off x="690880" y="2954221"/>
                <a:ext cx="711200" cy="660400"/>
              </a:xfrm>
              <a:prstGeom prst="rect">
                <a:avLst/>
              </a:prstGeom>
              <a:blipFill>
                <a:blip r:embed="rId4"/>
                <a:stretch>
                  <a:fillRect/>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58A1660F-5224-DE26-6E09-2BF944E7A33C}"/>
              </a:ext>
            </a:extLst>
          </p:cNvPr>
          <p:cNvSpPr/>
          <p:nvPr/>
        </p:nvSpPr>
        <p:spPr>
          <a:xfrm>
            <a:off x="558800" y="1845715"/>
            <a:ext cx="2105978" cy="1899667"/>
          </a:xfrm>
          <a:prstGeom prst="rect">
            <a:avLst/>
          </a:prstGeom>
          <a:noFill/>
          <a:ln w="381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9293F78C-6019-9CE4-DF9C-C60DBFC63C66}"/>
              </a:ext>
            </a:extLst>
          </p:cNvPr>
          <p:cNvCxnSpPr>
            <a:cxnSpLocks/>
          </p:cNvCxnSpPr>
          <p:nvPr/>
        </p:nvCxnSpPr>
        <p:spPr>
          <a:xfrm>
            <a:off x="1461770" y="2313393"/>
            <a:ext cx="552636" cy="33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C4E0EF-BCCB-D904-815A-74E54076A457}"/>
              </a:ext>
            </a:extLst>
          </p:cNvPr>
          <p:cNvCxnSpPr>
            <a:cxnSpLocks/>
          </p:cNvCxnSpPr>
          <p:nvPr/>
        </p:nvCxnSpPr>
        <p:spPr>
          <a:xfrm flipV="1">
            <a:off x="1459201" y="2886689"/>
            <a:ext cx="555205" cy="391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821575E4-FF27-3711-1F76-E83E13601F93}"/>
              </a:ext>
            </a:extLst>
          </p:cNvPr>
          <p:cNvGrpSpPr/>
          <p:nvPr/>
        </p:nvGrpSpPr>
        <p:grpSpPr>
          <a:xfrm>
            <a:off x="2039313" y="2596687"/>
            <a:ext cx="436017" cy="371316"/>
            <a:chOff x="2620499" y="4833143"/>
            <a:chExt cx="436017" cy="371316"/>
          </a:xfrm>
        </p:grpSpPr>
        <p:sp>
          <p:nvSpPr>
            <p:cNvPr id="12" name="Oval 11">
              <a:extLst>
                <a:ext uri="{FF2B5EF4-FFF2-40B4-BE49-F238E27FC236}">
                  <a16:creationId xmlns:a16="http://schemas.microsoft.com/office/drawing/2014/main" id="{A3F56341-72DD-333F-C2BD-E71022457A7D}"/>
                </a:ext>
              </a:extLst>
            </p:cNvPr>
            <p:cNvSpPr/>
            <p:nvPr/>
          </p:nvSpPr>
          <p:spPr>
            <a:xfrm>
              <a:off x="2662239" y="4861561"/>
              <a:ext cx="342898" cy="3428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A266182-8420-D2E9-F646-E927FEFD9EC5}"/>
                    </a:ext>
                  </a:extLst>
                </p:cNvPr>
                <p:cNvSpPr txBox="1"/>
                <p:nvPr/>
              </p:nvSpPr>
              <p:spPr>
                <a:xfrm>
                  <a:off x="2620499" y="4833143"/>
                  <a:ext cx="436017" cy="357534"/>
                </a:xfrm>
                <a:prstGeom prst="rect">
                  <a:avLst/>
                </a:prstGeom>
                <a:noFill/>
              </p:spPr>
              <p:txBody>
                <a:bodyPr wrap="none" rtlCol="0">
                  <a:spAutoFit/>
                </a:bodyPr>
                <a:lstStyle/>
                <a:p>
                  <a:pPr/>
                  <a14:m>
                    <m:oMathPara xmlns:m="http://schemas.openxmlformats.org/officeDocument/2006/math">
                      <m:oMath>
                        <m:sSub>
                          <m:sSubPr>
                            <m:ctrlPr>
                              <a:rPr lang="en-US" sz="1600" i="1" dirty="0" smtClean="0">
                                <a:solidFill>
                                  <a:schemeClr val="bg1"/>
                                </a:solidFill>
                                <a:latin typeface="Cambria Math" panose="02040503050406030204" pitchFamily="18" charset="0"/>
                              </a:rPr>
                            </m:ctrlPr>
                          </m:sSubPr>
                          <m:e>
                            <m:r>
                              <a:rPr lang="en-US" sz="1600" i="1" dirty="0" smtClean="0">
                                <a:solidFill>
                                  <a:schemeClr val="bg1"/>
                                </a:solidFill>
                                <a:latin typeface="Cambria Math" panose="02040503050406030204" pitchFamily="18" charset="0"/>
                              </a:rPr>
                              <m:t>𝑆</m:t>
                            </m:r>
                          </m:e>
                          <m:sub>
                            <m:r>
                              <a:rPr lang="en-US" sz="1600" i="1" dirty="0" smtClean="0">
                                <a:solidFill>
                                  <a:schemeClr val="bg1"/>
                                </a:solidFill>
                                <a:latin typeface="Cambria Math" panose="02040503050406030204" pitchFamily="18" charset="0"/>
                              </a:rPr>
                              <m:t>𝑝</m:t>
                            </m:r>
                          </m:sub>
                        </m:sSub>
                      </m:oMath>
                    </m:oMathPara>
                  </a14:m>
                  <a:endParaRPr lang="en-US" sz="1600" dirty="0">
                    <a:solidFill>
                      <a:schemeClr val="bg1"/>
                    </a:solidFill>
                  </a:endParaRPr>
                </a:p>
              </p:txBody>
            </p:sp>
          </mc:Choice>
          <mc:Fallback xmlns="">
            <p:sp>
              <p:nvSpPr>
                <p:cNvPr id="28" name="TextBox 27">
                  <a:extLst>
                    <a:ext uri="{FF2B5EF4-FFF2-40B4-BE49-F238E27FC236}">
                      <a16:creationId xmlns:a16="http://schemas.microsoft.com/office/drawing/2014/main" id="{99C6A281-F904-BB8A-38C8-AA2664B169A4}"/>
                    </a:ext>
                  </a:extLst>
                </p:cNvPr>
                <p:cNvSpPr txBox="1">
                  <a:spLocks noRot="1" noChangeAspect="1" noMove="1" noResize="1" noEditPoints="1" noAdjustHandles="1" noChangeArrowheads="1" noChangeShapeType="1" noTextEdit="1"/>
                </p:cNvSpPr>
                <p:nvPr/>
              </p:nvSpPr>
              <p:spPr>
                <a:xfrm>
                  <a:off x="2620499" y="4833143"/>
                  <a:ext cx="436017" cy="357534"/>
                </a:xfrm>
                <a:prstGeom prst="rect">
                  <a:avLst/>
                </a:prstGeom>
                <a:blipFill>
                  <a:blip r:embed="rId5"/>
                  <a:stretch>
                    <a:fillRect b="-1695"/>
                  </a:stretch>
                </a:blipFill>
              </p:spPr>
              <p:txBody>
                <a:bodyPr/>
                <a:lstStyle/>
                <a:p>
                  <a:r>
                    <a:rPr lang="en-US">
                      <a:noFill/>
                    </a:rPr>
                    <a:t> </a:t>
                  </a:r>
                </a:p>
              </p:txBody>
            </p:sp>
          </mc:Fallback>
        </mc:AlternateContent>
      </p:grpSp>
      <p:cxnSp>
        <p:nvCxnSpPr>
          <p:cNvPr id="14" name="Straight Arrow Connector 13">
            <a:extLst>
              <a:ext uri="{FF2B5EF4-FFF2-40B4-BE49-F238E27FC236}">
                <a16:creationId xmlns:a16="http://schemas.microsoft.com/office/drawing/2014/main" id="{73C8A47A-A8BF-01D1-0188-02241A39117A}"/>
              </a:ext>
            </a:extLst>
          </p:cNvPr>
          <p:cNvCxnSpPr>
            <a:cxnSpLocks/>
          </p:cNvCxnSpPr>
          <p:nvPr/>
        </p:nvCxnSpPr>
        <p:spPr>
          <a:xfrm>
            <a:off x="2512377" y="2796554"/>
            <a:ext cx="16716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5290C32-6321-030B-5DBE-C159CDF6AF2C}"/>
                  </a:ext>
                </a:extLst>
              </p:cNvPr>
              <p:cNvSpPr txBox="1"/>
              <p:nvPr/>
            </p:nvSpPr>
            <p:spPr>
              <a:xfrm>
                <a:off x="1567683" y="2166078"/>
                <a:ext cx="387863" cy="307777"/>
              </a:xfrm>
              <a:prstGeom prst="rect">
                <a:avLst/>
              </a:prstGeom>
              <a:noFill/>
            </p:spPr>
            <p:txBody>
              <a:bodyPr wrap="none" rtlCol="0">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oMath>
                  </m:oMathPara>
                </a14:m>
                <a:endParaRPr lang="en-US" sz="1400" dirty="0"/>
              </a:p>
            </p:txBody>
          </p:sp>
        </mc:Choice>
        <mc:Fallback xmlns="">
          <p:sp>
            <p:nvSpPr>
              <p:cNvPr id="15" name="TextBox 14">
                <a:extLst>
                  <a:ext uri="{FF2B5EF4-FFF2-40B4-BE49-F238E27FC236}">
                    <a16:creationId xmlns:a16="http://schemas.microsoft.com/office/drawing/2014/main" id="{B5290C32-6321-030B-5DBE-C159CDF6AF2C}"/>
                  </a:ext>
                </a:extLst>
              </p:cNvPr>
              <p:cNvSpPr txBox="1">
                <a:spLocks noRot="1" noChangeAspect="1" noMove="1" noResize="1" noEditPoints="1" noAdjustHandles="1" noChangeArrowheads="1" noChangeShapeType="1" noTextEdit="1"/>
              </p:cNvSpPr>
              <p:nvPr/>
            </p:nvSpPr>
            <p:spPr>
              <a:xfrm>
                <a:off x="1567683" y="2166078"/>
                <a:ext cx="387863"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59240BA-E30B-07C2-6A27-24008DA719E6}"/>
                  </a:ext>
                </a:extLst>
              </p:cNvPr>
              <p:cNvSpPr txBox="1"/>
              <p:nvPr/>
            </p:nvSpPr>
            <p:spPr>
              <a:xfrm>
                <a:off x="1611789" y="3051293"/>
                <a:ext cx="392030" cy="307777"/>
              </a:xfrm>
              <a:prstGeom prst="rect">
                <a:avLst/>
              </a:prstGeom>
              <a:noFill/>
            </p:spPr>
            <p:txBody>
              <a:bodyPr wrap="none" rtlCol="0">
                <a:spAutoFit/>
              </a:bodyPr>
              <a:lstStyle/>
              <a:p>
                <a:pPr/>
                <a14:m>
                  <m:oMathPara xmlns:m="http://schemas.openxmlformats.org/officeDocument/2006/math">
                    <m:o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oMath>
                  </m:oMathPara>
                </a14:m>
                <a:endParaRPr lang="en-US" sz="1400" dirty="0"/>
              </a:p>
            </p:txBody>
          </p:sp>
        </mc:Choice>
        <mc:Fallback xmlns="">
          <p:sp>
            <p:nvSpPr>
              <p:cNvPr id="16" name="TextBox 15">
                <a:extLst>
                  <a:ext uri="{FF2B5EF4-FFF2-40B4-BE49-F238E27FC236}">
                    <a16:creationId xmlns:a16="http://schemas.microsoft.com/office/drawing/2014/main" id="{B59240BA-E30B-07C2-6A27-24008DA719E6}"/>
                  </a:ext>
                </a:extLst>
              </p:cNvPr>
              <p:cNvSpPr txBox="1">
                <a:spLocks noRot="1" noChangeAspect="1" noMove="1" noResize="1" noEditPoints="1" noAdjustHandles="1" noChangeArrowheads="1" noChangeShapeType="1" noTextEdit="1"/>
              </p:cNvSpPr>
              <p:nvPr/>
            </p:nvSpPr>
            <p:spPr>
              <a:xfrm>
                <a:off x="1611789" y="3051293"/>
                <a:ext cx="392030" cy="30777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3C71D04-9D97-161D-7FE0-E66E561C6B9E}"/>
                  </a:ext>
                </a:extLst>
              </p:cNvPr>
              <p:cNvSpPr txBox="1"/>
              <p:nvPr/>
            </p:nvSpPr>
            <p:spPr>
              <a:xfrm>
                <a:off x="2664778" y="2469615"/>
                <a:ext cx="1435521"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𝑝</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1−</m:t>
                          </m:r>
                          <m:r>
                            <a:rPr lang="en-US" sz="1400" b="0" i="1" smtClean="0">
                              <a:latin typeface="Cambria Math" panose="02040503050406030204" pitchFamily="18" charset="0"/>
                            </a:rPr>
                            <m:t>𝑝</m:t>
                          </m:r>
                        </m:e>
                      </m:d>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𝑒</m:t>
                          </m:r>
                        </m:e>
                        <m:sub>
                          <m:r>
                            <a:rPr lang="en-US" sz="1400" b="0" i="1" smtClean="0">
                              <a:latin typeface="Cambria Math" panose="02040503050406030204" pitchFamily="18" charset="0"/>
                            </a:rPr>
                            <m:t>2</m:t>
                          </m:r>
                        </m:sub>
                      </m:sSub>
                    </m:oMath>
                  </m:oMathPara>
                </a14:m>
                <a:endParaRPr lang="en-US" sz="1400" dirty="0"/>
              </a:p>
            </p:txBody>
          </p:sp>
        </mc:Choice>
        <mc:Fallback xmlns="">
          <p:sp>
            <p:nvSpPr>
              <p:cNvPr id="17" name="TextBox 16">
                <a:extLst>
                  <a:ext uri="{FF2B5EF4-FFF2-40B4-BE49-F238E27FC236}">
                    <a16:creationId xmlns:a16="http://schemas.microsoft.com/office/drawing/2014/main" id="{F3C71D04-9D97-161D-7FE0-E66E561C6B9E}"/>
                  </a:ext>
                </a:extLst>
              </p:cNvPr>
              <p:cNvSpPr txBox="1">
                <a:spLocks noRot="1" noChangeAspect="1" noMove="1" noResize="1" noEditPoints="1" noAdjustHandles="1" noChangeArrowheads="1" noChangeShapeType="1" noTextEdit="1"/>
              </p:cNvSpPr>
              <p:nvPr/>
            </p:nvSpPr>
            <p:spPr>
              <a:xfrm>
                <a:off x="2664778" y="2469615"/>
                <a:ext cx="1435521" cy="3077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53036C4-D059-87B4-CB5E-CFEE6C316119}"/>
                  </a:ext>
                </a:extLst>
              </p:cNvPr>
              <p:cNvSpPr txBox="1"/>
              <p:nvPr/>
            </p:nvSpPr>
            <p:spPr>
              <a:xfrm>
                <a:off x="2721262" y="1781390"/>
                <a:ext cx="498021" cy="523220"/>
              </a:xfrm>
              <a:prstGeom prst="rect">
                <a:avLst/>
              </a:prstGeom>
              <a:noFill/>
            </p:spPr>
            <p:txBody>
              <a:bodyPr wrap="none" rtlCol="0">
                <a:spAutoFit/>
              </a:bodyPr>
              <a:lstStyle/>
              <a:p>
                <a:pPr/>
                <a14:m>
                  <m:oMathPara xmlns:m="http://schemas.openxmlformats.org/officeDocument/2006/math">
                    <m:oMath>
                      <m:r>
                        <a:rPr lang="en-US" sz="2800" b="0" i="1" smtClean="0">
                          <a:latin typeface="Cambria Math" panose="02040503050406030204" pitchFamily="18" charset="0"/>
                        </a:rPr>
                        <m:t>𝑃</m:t>
                      </m:r>
                    </m:oMath>
                  </m:oMathPara>
                </a14:m>
                <a:endParaRPr lang="en-US" sz="2800" dirty="0"/>
              </a:p>
            </p:txBody>
          </p:sp>
        </mc:Choice>
        <mc:Fallback xmlns="">
          <p:sp>
            <p:nvSpPr>
              <p:cNvPr id="18" name="TextBox 17">
                <a:extLst>
                  <a:ext uri="{FF2B5EF4-FFF2-40B4-BE49-F238E27FC236}">
                    <a16:creationId xmlns:a16="http://schemas.microsoft.com/office/drawing/2014/main" id="{653036C4-D059-87B4-CB5E-CFEE6C316119}"/>
                  </a:ext>
                </a:extLst>
              </p:cNvPr>
              <p:cNvSpPr txBox="1">
                <a:spLocks noRot="1" noChangeAspect="1" noMove="1" noResize="1" noEditPoints="1" noAdjustHandles="1" noChangeArrowheads="1" noChangeShapeType="1" noTextEdit="1"/>
              </p:cNvSpPr>
              <p:nvPr/>
            </p:nvSpPr>
            <p:spPr>
              <a:xfrm>
                <a:off x="2721262" y="1781390"/>
                <a:ext cx="498021" cy="523220"/>
              </a:xfrm>
              <a:prstGeom prst="rect">
                <a:avLst/>
              </a:prstGeom>
              <a:blipFill>
                <a:blip r:embed="rId9"/>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BE61C9F2-16A2-C8A5-B4A7-4B5BE615530F}"/>
              </a:ext>
            </a:extLst>
          </p:cNvPr>
          <p:cNvSpPr txBox="1"/>
          <p:nvPr/>
        </p:nvSpPr>
        <p:spPr>
          <a:xfrm>
            <a:off x="4857499" y="1904468"/>
            <a:ext cx="7057830" cy="523220"/>
          </a:xfrm>
          <a:prstGeom prst="rect">
            <a:avLst/>
          </a:prstGeom>
          <a:noFill/>
        </p:spPr>
        <p:txBody>
          <a:bodyPr wrap="none" rtlCol="0">
            <a:spAutoFit/>
          </a:bodyPr>
          <a:lstStyle/>
          <a:p>
            <a:r>
              <a:rPr lang="en-US" sz="2800" dirty="0"/>
              <a:t>Ensembles are outputs of repeatable processes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D22E54B-0E08-3B30-4B88-57EEE548D220}"/>
                  </a:ext>
                </a:extLst>
              </p:cNvPr>
              <p:cNvSpPr txBox="1"/>
              <p:nvPr/>
            </p:nvSpPr>
            <p:spPr>
              <a:xfrm>
                <a:off x="4750671" y="2623503"/>
                <a:ext cx="7198381" cy="523220"/>
              </a:xfrm>
              <a:prstGeom prst="rect">
                <a:avLst/>
              </a:prstGeom>
              <a:noFill/>
            </p:spPr>
            <p:txBody>
              <a:bodyPr wrap="none" rtlCol="0">
                <a:spAutoFit/>
              </a:bodyPr>
              <a:lstStyle/>
              <a:p>
                <a:r>
                  <a:rPr lang="en-US" sz="2800" b="1" dirty="0">
                    <a:solidFill>
                      <a:schemeClr val="accent6">
                        <a:lumMod val="75000"/>
                      </a:schemeClr>
                    </a:solidFill>
                  </a:rPr>
                  <a:t>Statistical mixing </a:t>
                </a:r>
                <a14:m>
                  <m:oMath xmlns:m="http://schemas.openxmlformats.org/officeDocument/2006/math">
                    <m:r>
                      <a:rPr lang="en-US" sz="2800" b="1" i="1" smtClean="0">
                        <a:solidFill>
                          <a:schemeClr val="accent6">
                            <a:lumMod val="75000"/>
                          </a:schemeClr>
                        </a:solidFill>
                        <a:latin typeface="Cambria Math" panose="02040503050406030204" pitchFamily="18" charset="0"/>
                      </a:rPr>
                      <m:t>⇒</m:t>
                    </m:r>
                  </m:oMath>
                </a14:m>
                <a:r>
                  <a:rPr lang="en-US" sz="2800" b="1" dirty="0">
                    <a:solidFill>
                      <a:schemeClr val="accent6">
                        <a:lumMod val="75000"/>
                      </a:schemeClr>
                    </a:solidFill>
                  </a:rPr>
                  <a:t> Linear structures in physics</a:t>
                </a:r>
              </a:p>
            </p:txBody>
          </p:sp>
        </mc:Choice>
        <mc:Fallback xmlns="">
          <p:sp>
            <p:nvSpPr>
              <p:cNvPr id="20" name="TextBox 19">
                <a:extLst>
                  <a:ext uri="{FF2B5EF4-FFF2-40B4-BE49-F238E27FC236}">
                    <a16:creationId xmlns:a16="http://schemas.microsoft.com/office/drawing/2014/main" id="{CD22E54B-0E08-3B30-4B88-57EEE548D220}"/>
                  </a:ext>
                </a:extLst>
              </p:cNvPr>
              <p:cNvSpPr txBox="1">
                <a:spLocks noRot="1" noChangeAspect="1" noMove="1" noResize="1" noEditPoints="1" noAdjustHandles="1" noChangeArrowheads="1" noChangeShapeType="1" noTextEdit="1"/>
              </p:cNvSpPr>
              <p:nvPr/>
            </p:nvSpPr>
            <p:spPr>
              <a:xfrm>
                <a:off x="4750671" y="2623503"/>
                <a:ext cx="7198381" cy="523220"/>
              </a:xfrm>
              <a:prstGeom prst="rect">
                <a:avLst/>
              </a:prstGeom>
              <a:blipFill>
                <a:blip r:embed="rId10"/>
                <a:stretch>
                  <a:fillRect l="-1693" t="-10465" r="-677" b="-32558"/>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AA0FC9A3-8AAE-8237-4A9B-2B6E1E42E5F9}"/>
              </a:ext>
            </a:extLst>
          </p:cNvPr>
          <p:cNvSpPr txBox="1"/>
          <p:nvPr/>
        </p:nvSpPr>
        <p:spPr>
          <a:xfrm>
            <a:off x="1152806" y="4082871"/>
            <a:ext cx="6576051" cy="707886"/>
          </a:xfrm>
          <a:prstGeom prst="rect">
            <a:avLst/>
          </a:prstGeom>
          <a:noFill/>
        </p:spPr>
        <p:txBody>
          <a:bodyPr wrap="square" rtlCol="0">
            <a:spAutoFit/>
          </a:bodyPr>
          <a:lstStyle/>
          <a:p>
            <a:r>
              <a:rPr lang="en-US" sz="2000" dirty="0">
                <a:solidFill>
                  <a:srgbClr val="C00000"/>
                </a:solidFill>
              </a:rPr>
              <a:t>Note: mixing coefficients are parameters of the preparation, NOT probabilities in the ordinary sense</a:t>
            </a:r>
          </a:p>
        </p:txBody>
      </p:sp>
      <p:sp>
        <p:nvSpPr>
          <p:cNvPr id="3" name="Footer Placeholder 2">
            <a:extLst>
              <a:ext uri="{FF2B5EF4-FFF2-40B4-BE49-F238E27FC236}">
                <a16:creationId xmlns:a16="http://schemas.microsoft.com/office/drawing/2014/main" id="{25BAC349-EF5C-A015-DBED-9312FC123087}"/>
              </a:ext>
            </a:extLst>
          </p:cNvPr>
          <p:cNvSpPr>
            <a:spLocks noGrp="1"/>
          </p:cNvSpPr>
          <p:nvPr>
            <p:ph type="ftr" sz="quarter" idx="11"/>
          </p:nvPr>
        </p:nvSpPr>
        <p:spPr/>
        <p:txBody>
          <a:bodyPr/>
          <a:lstStyle/>
          <a:p>
            <a:r>
              <a:rPr lang="en-US"/>
              <a:t>Christine Aidala - University of Michigan</a:t>
            </a:r>
          </a:p>
        </p:txBody>
      </p:sp>
      <p:pic>
        <p:nvPicPr>
          <p:cNvPr id="24" name="Picture 23">
            <a:extLst>
              <a:ext uri="{FF2B5EF4-FFF2-40B4-BE49-F238E27FC236}">
                <a16:creationId xmlns:a16="http://schemas.microsoft.com/office/drawing/2014/main" id="{288F961E-12D9-17A8-972D-D7F4F6C9DCC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0670" y="5648571"/>
            <a:ext cx="2218832" cy="941323"/>
          </a:xfrm>
          <a:prstGeom prst="rect">
            <a:avLst/>
          </a:prstGeom>
        </p:spPr>
      </p:pic>
    </p:spTree>
    <p:extLst>
      <p:ext uri="{BB962C8B-B14F-4D97-AF65-F5344CB8AC3E}">
        <p14:creationId xmlns:p14="http://schemas.microsoft.com/office/powerpoint/2010/main" val="3137510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E76B7-BA15-E18A-5E5B-E98500F45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E8E8C-5DB3-C3EB-3D82-C0E5E1B7EBDE}"/>
              </a:ext>
            </a:extLst>
          </p:cNvPr>
          <p:cNvSpPr>
            <a:spLocks noGrp="1"/>
          </p:cNvSpPr>
          <p:nvPr>
            <p:ph type="title"/>
          </p:nvPr>
        </p:nvSpPr>
        <p:spPr/>
        <p:txBody>
          <a:bodyPr/>
          <a:lstStyle/>
          <a:p>
            <a:r>
              <a:rPr lang="en-US" dirty="0"/>
              <a:t>Ensemble variability</a:t>
            </a:r>
          </a:p>
        </p:txBody>
      </p:sp>
      <p:sp>
        <p:nvSpPr>
          <p:cNvPr id="4" name="Slide Number Placeholder 3">
            <a:extLst>
              <a:ext uri="{FF2B5EF4-FFF2-40B4-BE49-F238E27FC236}">
                <a16:creationId xmlns:a16="http://schemas.microsoft.com/office/drawing/2014/main" id="{E38DBF28-4EBE-44AC-3263-27973B0CB634}"/>
              </a:ext>
            </a:extLst>
          </p:cNvPr>
          <p:cNvSpPr>
            <a:spLocks noGrp="1"/>
          </p:cNvSpPr>
          <p:nvPr>
            <p:ph type="sldNum" sz="quarter" idx="13"/>
          </p:nvPr>
        </p:nvSpPr>
        <p:spPr/>
        <p:txBody>
          <a:bodyPr/>
          <a:lstStyle/>
          <a:p>
            <a:fld id="{F47845EA-7733-40EE-B074-20032348B727}" type="slidenum">
              <a:rPr lang="en-US" smtClean="0"/>
              <a:t>39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8F78A70-3049-A5F1-4802-98BA97E0AEC6}"/>
                  </a:ext>
                </a:extLst>
              </p:cNvPr>
              <p:cNvSpPr txBox="1"/>
              <p:nvPr/>
            </p:nvSpPr>
            <p:spPr>
              <a:xfrm>
                <a:off x="1245476" y="982203"/>
                <a:ext cx="9697976" cy="584775"/>
              </a:xfrm>
              <a:prstGeom prst="rect">
                <a:avLst/>
              </a:prstGeom>
              <a:noFill/>
            </p:spPr>
            <p:txBody>
              <a:bodyPr wrap="none" rtlCol="0">
                <a:spAutoFit/>
              </a:bodyPr>
              <a:lstStyle/>
              <a:p>
                <a:pPr algn="ctr"/>
                <a:r>
                  <a:rPr lang="en-US" sz="3200" b="0" dirty="0">
                    <a:solidFill>
                      <a:schemeClr val="accent6">
                        <a:lumMod val="75000"/>
                      </a:schemeClr>
                    </a:solidFill>
                  </a:rPr>
                  <a:t>Variability of the elements within an ensemble</a:t>
                </a:r>
                <a:r>
                  <a:rPr lang="en-US" sz="3200" dirty="0">
                    <a:solidFill>
                      <a:schemeClr val="accent6">
                        <a:lumMod val="75000"/>
                      </a:schemeClr>
                    </a:solidFill>
                  </a:rPr>
                  <a:t> </a:t>
                </a: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Entropy</a:t>
                </a:r>
              </a:p>
            </p:txBody>
          </p:sp>
        </mc:Choice>
        <mc:Fallback xmlns="">
          <p:sp>
            <p:nvSpPr>
              <p:cNvPr id="5" name="TextBox 4">
                <a:extLst>
                  <a:ext uri="{FF2B5EF4-FFF2-40B4-BE49-F238E27FC236}">
                    <a16:creationId xmlns:a16="http://schemas.microsoft.com/office/drawing/2014/main" id="{78F78A70-3049-A5F1-4802-98BA97E0AEC6}"/>
                  </a:ext>
                </a:extLst>
              </p:cNvPr>
              <p:cNvSpPr txBox="1">
                <a:spLocks noRot="1" noChangeAspect="1" noMove="1" noResize="1" noEditPoints="1" noAdjustHandles="1" noChangeArrowheads="1" noChangeShapeType="1" noTextEdit="1"/>
              </p:cNvSpPr>
              <p:nvPr/>
            </p:nvSpPr>
            <p:spPr>
              <a:xfrm>
                <a:off x="1245476" y="982203"/>
                <a:ext cx="9697976" cy="584775"/>
              </a:xfrm>
              <a:prstGeom prst="rect">
                <a:avLst/>
              </a:prstGeom>
              <a:blipFill>
                <a:blip r:embed="rId2"/>
                <a:stretch>
                  <a:fillRect l="-1571" t="-12500" r="-1571"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C147640-92DB-3CB6-ED33-17453433125C}"/>
                  </a:ext>
                </a:extLst>
              </p:cNvPr>
              <p:cNvSpPr txBox="1"/>
              <p:nvPr/>
            </p:nvSpPr>
            <p:spPr>
              <a:xfrm>
                <a:off x="1025883" y="3581139"/>
                <a:ext cx="8414932" cy="523220"/>
              </a:xfrm>
              <a:prstGeom prst="rect">
                <a:avLst/>
              </a:prstGeom>
              <a:noFill/>
            </p:spPr>
            <p:txBody>
              <a:bodyPr wrap="none" rtlCol="0">
                <a:spAutoFit/>
              </a:bodyPr>
              <a:lstStyle/>
              <a:p>
                <a:r>
                  <a:rPr lang="en-US" sz="2800" b="1" dirty="0">
                    <a:solidFill>
                      <a:schemeClr val="accent6">
                        <a:lumMod val="75000"/>
                      </a:schemeClr>
                    </a:solidFill>
                  </a:rPr>
                  <a:t>Variability </a:t>
                </a:r>
                <a14:m>
                  <m:oMath xmlns:m="http://schemas.openxmlformats.org/officeDocument/2006/math">
                    <m:r>
                      <a:rPr lang="en-US" sz="2800" b="1" i="1" smtClean="0">
                        <a:solidFill>
                          <a:schemeClr val="accent6">
                            <a:lumMod val="75000"/>
                          </a:schemeClr>
                        </a:solidFill>
                        <a:latin typeface="Cambria Math" panose="02040503050406030204" pitchFamily="18" charset="0"/>
                      </a:rPr>
                      <m:t>⇒</m:t>
                    </m:r>
                  </m:oMath>
                </a14:m>
                <a:r>
                  <a:rPr lang="en-US" sz="2800" b="1" dirty="0">
                    <a:solidFill>
                      <a:schemeClr val="accent6">
                        <a:lumMod val="75000"/>
                      </a:schemeClr>
                    </a:solidFill>
                  </a:rPr>
                  <a:t> Probabilities, inner product and geometry</a:t>
                </a:r>
              </a:p>
            </p:txBody>
          </p:sp>
        </mc:Choice>
        <mc:Fallback xmlns="">
          <p:sp>
            <p:nvSpPr>
              <p:cNvPr id="6" name="TextBox 5">
                <a:extLst>
                  <a:ext uri="{FF2B5EF4-FFF2-40B4-BE49-F238E27FC236}">
                    <a16:creationId xmlns:a16="http://schemas.microsoft.com/office/drawing/2014/main" id="{5C147640-92DB-3CB6-ED33-17453433125C}"/>
                  </a:ext>
                </a:extLst>
              </p:cNvPr>
              <p:cNvSpPr txBox="1">
                <a:spLocks noRot="1" noChangeAspect="1" noMove="1" noResize="1" noEditPoints="1" noAdjustHandles="1" noChangeArrowheads="1" noChangeShapeType="1" noTextEdit="1"/>
              </p:cNvSpPr>
              <p:nvPr/>
            </p:nvSpPr>
            <p:spPr>
              <a:xfrm>
                <a:off x="1025883" y="3581139"/>
                <a:ext cx="8414932" cy="523220"/>
              </a:xfrm>
              <a:prstGeom prst="rect">
                <a:avLst/>
              </a:prstGeom>
              <a:blipFill>
                <a:blip r:embed="rId3"/>
                <a:stretch>
                  <a:fillRect l="-1448" t="-10465" r="-362" b="-32558"/>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011071B2-D3FF-8D26-47D4-9270764D6D2C}"/>
              </a:ext>
            </a:extLst>
          </p:cNvPr>
          <p:cNvGrpSpPr/>
          <p:nvPr/>
        </p:nvGrpSpPr>
        <p:grpSpPr>
          <a:xfrm>
            <a:off x="462006" y="1653907"/>
            <a:ext cx="2869340" cy="684499"/>
            <a:chOff x="2276425" y="512186"/>
            <a:chExt cx="4650380" cy="1109378"/>
          </a:xfrm>
        </p:grpSpPr>
        <p:sp>
          <p:nvSpPr>
            <p:cNvPr id="48" name="Oval 47">
              <a:extLst>
                <a:ext uri="{FF2B5EF4-FFF2-40B4-BE49-F238E27FC236}">
                  <a16:creationId xmlns:a16="http://schemas.microsoft.com/office/drawing/2014/main" id="{4952B21A-50E1-D2EC-D7D9-49B1EA1E7D29}"/>
                </a:ext>
              </a:extLst>
            </p:cNvPr>
            <p:cNvSpPr/>
            <p:nvPr/>
          </p:nvSpPr>
          <p:spPr>
            <a:xfrm>
              <a:off x="3537685" y="1143754"/>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1" name="Oval 50">
              <a:extLst>
                <a:ext uri="{FF2B5EF4-FFF2-40B4-BE49-F238E27FC236}">
                  <a16:creationId xmlns:a16="http://schemas.microsoft.com/office/drawing/2014/main" id="{A8A21A5F-0C2A-A881-0E2E-2DF85DB084C9}"/>
                </a:ext>
              </a:extLst>
            </p:cNvPr>
            <p:cNvSpPr/>
            <p:nvPr/>
          </p:nvSpPr>
          <p:spPr>
            <a:xfrm>
              <a:off x="2735973" y="139228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3" name="Oval 52">
              <a:extLst>
                <a:ext uri="{FF2B5EF4-FFF2-40B4-BE49-F238E27FC236}">
                  <a16:creationId xmlns:a16="http://schemas.microsoft.com/office/drawing/2014/main" id="{D112F0ED-D28B-3E73-2422-388BB5C6D81C}"/>
                </a:ext>
              </a:extLst>
            </p:cNvPr>
            <p:cNvSpPr/>
            <p:nvPr/>
          </p:nvSpPr>
          <p:spPr>
            <a:xfrm>
              <a:off x="5012062" y="136647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6" name="Oval 55">
              <a:extLst>
                <a:ext uri="{FF2B5EF4-FFF2-40B4-BE49-F238E27FC236}">
                  <a16:creationId xmlns:a16="http://schemas.microsoft.com/office/drawing/2014/main" id="{D16B9226-0C4F-863D-2001-6D81C644303D}"/>
                </a:ext>
              </a:extLst>
            </p:cNvPr>
            <p:cNvSpPr/>
            <p:nvPr/>
          </p:nvSpPr>
          <p:spPr>
            <a:xfrm>
              <a:off x="4158858" y="981056"/>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8" name="Oval 57">
              <a:extLst>
                <a:ext uri="{FF2B5EF4-FFF2-40B4-BE49-F238E27FC236}">
                  <a16:creationId xmlns:a16="http://schemas.microsoft.com/office/drawing/2014/main" id="{9144642C-E86E-428F-EA83-2F6833A5C6CE}"/>
                </a:ext>
              </a:extLst>
            </p:cNvPr>
            <p:cNvSpPr/>
            <p:nvPr/>
          </p:nvSpPr>
          <p:spPr>
            <a:xfrm>
              <a:off x="6060090" y="139228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C5BB15D-6B03-9046-15C2-61C22F73CB88}"/>
                    </a:ext>
                  </a:extLst>
                </p:cNvPr>
                <p:cNvSpPr txBox="1"/>
                <p:nvPr/>
              </p:nvSpPr>
              <p:spPr>
                <a:xfrm>
                  <a:off x="2276425" y="512186"/>
                  <a:ext cx="532325" cy="648464"/>
                </a:xfrm>
                <a:prstGeom prst="rect">
                  <a:avLst/>
                </a:prstGeom>
                <a:noFill/>
              </p:spPr>
              <p:txBody>
                <a:bodyPr wrap="square" rtlCol="0">
                  <a:spAutoFit/>
                </a:bodyPr>
                <a:lstStyle/>
                <a:p>
                  <a:pP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1</m:t>
                            </m:r>
                          </m:sub>
                        </m:sSub>
                      </m:oMath>
                    </m:oMathPara>
                  </a14:m>
                  <a:endParaRPr lang="en-US" sz="2000" dirty="0"/>
                </a:p>
              </p:txBody>
            </p:sp>
          </mc:Choice>
          <mc:Fallback xmlns="">
            <p:sp>
              <p:nvSpPr>
                <p:cNvPr id="59" name="TextBox 58">
                  <a:extLst>
                    <a:ext uri="{FF2B5EF4-FFF2-40B4-BE49-F238E27FC236}">
                      <a16:creationId xmlns:a16="http://schemas.microsoft.com/office/drawing/2014/main" id="{4C5BB15D-6B03-9046-15C2-61C22F73CB88}"/>
                    </a:ext>
                  </a:extLst>
                </p:cNvPr>
                <p:cNvSpPr txBox="1">
                  <a:spLocks noRot="1" noChangeAspect="1" noMove="1" noResize="1" noEditPoints="1" noAdjustHandles="1" noChangeArrowheads="1" noChangeShapeType="1" noTextEdit="1"/>
                </p:cNvSpPr>
                <p:nvPr/>
              </p:nvSpPr>
              <p:spPr>
                <a:xfrm>
                  <a:off x="2276425" y="512186"/>
                  <a:ext cx="532325" cy="648464"/>
                </a:xfrm>
                <a:prstGeom prst="rect">
                  <a:avLst/>
                </a:prstGeom>
                <a:blipFill>
                  <a:blip r:embed="rId4"/>
                  <a:stretch>
                    <a:fillRect r="-12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1EDDE37-9747-60E1-5EF6-669C9AED6154}"/>
                    </a:ext>
                  </a:extLst>
                </p:cNvPr>
                <p:cNvSpPr txBox="1"/>
                <p:nvPr/>
              </p:nvSpPr>
              <p:spPr>
                <a:xfrm>
                  <a:off x="6394480" y="936787"/>
                  <a:ext cx="532325" cy="648464"/>
                </a:xfrm>
                <a:prstGeom prst="rect">
                  <a:avLst/>
                </a:prstGeom>
                <a:noFill/>
              </p:spPr>
              <p:txBody>
                <a:bodyPr wrap="square" rtlCol="0">
                  <a:spAutoFit/>
                </a:bodyPr>
                <a:lstStyle/>
                <a:p>
                  <a:pPr/>
                  <a14:m>
                    <m:oMathPara xmlns:m="http://schemas.openxmlformats.org/officeDocument/2006/math">
                      <m:oMath>
                        <m:r>
                          <a:rPr lang="en-US" sz="2000" b="0" i="1" smtClean="0">
                            <a:latin typeface="Cambria Math" panose="02040503050406030204" pitchFamily="18" charset="0"/>
                          </a:rPr>
                          <m:t>…</m:t>
                        </m:r>
                      </m:oMath>
                    </m:oMathPara>
                  </a14:m>
                  <a:endParaRPr lang="en-US" sz="2000" dirty="0"/>
                </a:p>
              </p:txBody>
            </p:sp>
          </mc:Choice>
          <mc:Fallback xmlns="">
            <p:sp>
              <p:nvSpPr>
                <p:cNvPr id="61" name="TextBox 60">
                  <a:extLst>
                    <a:ext uri="{FF2B5EF4-FFF2-40B4-BE49-F238E27FC236}">
                      <a16:creationId xmlns:a16="http://schemas.microsoft.com/office/drawing/2014/main" id="{61EDDE37-9747-60E1-5EF6-669C9AED6154}"/>
                    </a:ext>
                  </a:extLst>
                </p:cNvPr>
                <p:cNvSpPr txBox="1">
                  <a:spLocks noRot="1" noChangeAspect="1" noMove="1" noResize="1" noEditPoints="1" noAdjustHandles="1" noChangeArrowheads="1" noChangeShapeType="1" noTextEdit="1"/>
                </p:cNvSpPr>
                <p:nvPr/>
              </p:nvSpPr>
              <p:spPr>
                <a:xfrm>
                  <a:off x="6394480" y="936787"/>
                  <a:ext cx="532325" cy="648464"/>
                </a:xfrm>
                <a:prstGeom prst="rect">
                  <a:avLst/>
                </a:prstGeom>
                <a:blipFill>
                  <a:blip r:embed="rId5"/>
                  <a:stretch>
                    <a:fillRect/>
                  </a:stretch>
                </a:blipFill>
              </p:spPr>
              <p:txBody>
                <a:bodyPr/>
                <a:lstStyle/>
                <a:p>
                  <a:r>
                    <a:rPr lang="en-US">
                      <a:noFill/>
                    </a:rPr>
                    <a:t> </a:t>
                  </a:r>
                </a:p>
              </p:txBody>
            </p:sp>
          </mc:Fallback>
        </mc:AlternateContent>
        <p:sp>
          <p:nvSpPr>
            <p:cNvPr id="9" name="Star: 5 Points 8">
              <a:extLst>
                <a:ext uri="{FF2B5EF4-FFF2-40B4-BE49-F238E27FC236}">
                  <a16:creationId xmlns:a16="http://schemas.microsoft.com/office/drawing/2014/main" id="{76D93EAF-B146-56FC-C549-DDEF65377A35}"/>
                </a:ext>
              </a:extLst>
            </p:cNvPr>
            <p:cNvSpPr/>
            <p:nvPr/>
          </p:nvSpPr>
          <p:spPr>
            <a:xfrm>
              <a:off x="5423234" y="1018723"/>
              <a:ext cx="156879" cy="156879"/>
            </a:xfrm>
            <a:prstGeom prst="star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2" name="Star: 5 Points 31">
              <a:extLst>
                <a:ext uri="{FF2B5EF4-FFF2-40B4-BE49-F238E27FC236}">
                  <a16:creationId xmlns:a16="http://schemas.microsoft.com/office/drawing/2014/main" id="{02DD9A5C-A0A0-D271-92F2-A0901920F80F}"/>
                </a:ext>
              </a:extLst>
            </p:cNvPr>
            <p:cNvSpPr/>
            <p:nvPr/>
          </p:nvSpPr>
          <p:spPr>
            <a:xfrm>
              <a:off x="3911741" y="1302971"/>
              <a:ext cx="156879" cy="156879"/>
            </a:xfrm>
            <a:prstGeom prst="star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3" name="Oval 32">
              <a:extLst>
                <a:ext uri="{FF2B5EF4-FFF2-40B4-BE49-F238E27FC236}">
                  <a16:creationId xmlns:a16="http://schemas.microsoft.com/office/drawing/2014/main" id="{22BDC4E9-72B3-34AF-A95D-9A9CAFF36B4B}"/>
                </a:ext>
              </a:extLst>
            </p:cNvPr>
            <p:cNvSpPr/>
            <p:nvPr/>
          </p:nvSpPr>
          <p:spPr>
            <a:xfrm>
              <a:off x="2341121" y="1039168"/>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4" name="Oval 33">
              <a:extLst>
                <a:ext uri="{FF2B5EF4-FFF2-40B4-BE49-F238E27FC236}">
                  <a16:creationId xmlns:a16="http://schemas.microsoft.com/office/drawing/2014/main" id="{E285BC21-7779-DC7C-AA62-64839D65725A}"/>
                </a:ext>
              </a:extLst>
            </p:cNvPr>
            <p:cNvSpPr/>
            <p:nvPr/>
          </p:nvSpPr>
          <p:spPr>
            <a:xfrm>
              <a:off x="4626529" y="1123309"/>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5" name="Oval 34">
              <a:extLst>
                <a:ext uri="{FF2B5EF4-FFF2-40B4-BE49-F238E27FC236}">
                  <a16:creationId xmlns:a16="http://schemas.microsoft.com/office/drawing/2014/main" id="{E1B9B6AB-40FA-CFA7-CC72-B54809F2DD27}"/>
                </a:ext>
              </a:extLst>
            </p:cNvPr>
            <p:cNvSpPr/>
            <p:nvPr/>
          </p:nvSpPr>
          <p:spPr>
            <a:xfrm>
              <a:off x="6211424" y="986875"/>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Oval 35">
              <a:extLst>
                <a:ext uri="{FF2B5EF4-FFF2-40B4-BE49-F238E27FC236}">
                  <a16:creationId xmlns:a16="http://schemas.microsoft.com/office/drawing/2014/main" id="{6C2C984B-7960-F8E8-6B8A-573096EDF7EA}"/>
                </a:ext>
              </a:extLst>
            </p:cNvPr>
            <p:cNvSpPr/>
            <p:nvPr/>
          </p:nvSpPr>
          <p:spPr>
            <a:xfrm>
              <a:off x="3005430" y="981056"/>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7" name="Oval 36">
              <a:extLst>
                <a:ext uri="{FF2B5EF4-FFF2-40B4-BE49-F238E27FC236}">
                  <a16:creationId xmlns:a16="http://schemas.microsoft.com/office/drawing/2014/main" id="{AA642120-2444-048A-AD1A-6483713FE2A1}"/>
                </a:ext>
              </a:extLst>
            </p:cNvPr>
            <p:cNvSpPr/>
            <p:nvPr/>
          </p:nvSpPr>
          <p:spPr>
            <a:xfrm>
              <a:off x="5423234" y="1516978"/>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19" name="Group 18">
            <a:extLst>
              <a:ext uri="{FF2B5EF4-FFF2-40B4-BE49-F238E27FC236}">
                <a16:creationId xmlns:a16="http://schemas.microsoft.com/office/drawing/2014/main" id="{969D1B23-32A6-A057-39E8-F1A5268E2DD4}"/>
              </a:ext>
            </a:extLst>
          </p:cNvPr>
          <p:cNvGrpSpPr/>
          <p:nvPr/>
        </p:nvGrpSpPr>
        <p:grpSpPr>
          <a:xfrm>
            <a:off x="451140" y="2588776"/>
            <a:ext cx="2921816" cy="777637"/>
            <a:chOff x="2191377" y="1863268"/>
            <a:chExt cx="4735428" cy="1260327"/>
          </a:xfrm>
        </p:grpSpPr>
        <p:sp>
          <p:nvSpPr>
            <p:cNvPr id="8" name="Rectangle 7">
              <a:extLst>
                <a:ext uri="{FF2B5EF4-FFF2-40B4-BE49-F238E27FC236}">
                  <a16:creationId xmlns:a16="http://schemas.microsoft.com/office/drawing/2014/main" id="{1CF8DF15-16E0-58D4-B72F-C90152F074A5}"/>
                </a:ext>
              </a:extLst>
            </p:cNvPr>
            <p:cNvSpPr/>
            <p:nvPr/>
          </p:nvSpPr>
          <p:spPr>
            <a:xfrm>
              <a:off x="5247496" y="2508895"/>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FAA3A49-7196-CDBE-32CA-52F02CB27AB9}"/>
                    </a:ext>
                  </a:extLst>
                </p:cNvPr>
                <p:cNvSpPr txBox="1"/>
                <p:nvPr/>
              </p:nvSpPr>
              <p:spPr>
                <a:xfrm>
                  <a:off x="2271095" y="1919998"/>
                  <a:ext cx="532325" cy="648464"/>
                </a:xfrm>
                <a:prstGeom prst="rect">
                  <a:avLst/>
                </a:prstGeom>
                <a:noFill/>
              </p:spPr>
              <p:txBody>
                <a:bodyPr wrap="square" rtlCol="0">
                  <a:spAutoFit/>
                </a:bodyPr>
                <a:lstStyle/>
                <a:p>
                  <a:pP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a:rPr lang="en-US" sz="2000" b="0" i="1" smtClean="0">
                                <a:latin typeface="Cambria Math" panose="02040503050406030204" pitchFamily="18" charset="0"/>
                              </a:rPr>
                              <m:t>2</m:t>
                            </m:r>
                          </m:sub>
                        </m:sSub>
                      </m:oMath>
                    </m:oMathPara>
                  </a14:m>
                  <a:endParaRPr lang="en-US" sz="2000" dirty="0"/>
                </a:p>
              </p:txBody>
            </p:sp>
          </mc:Choice>
          <mc:Fallback xmlns="">
            <p:sp>
              <p:nvSpPr>
                <p:cNvPr id="23" name="TextBox 22">
                  <a:extLst>
                    <a:ext uri="{FF2B5EF4-FFF2-40B4-BE49-F238E27FC236}">
                      <a16:creationId xmlns:a16="http://schemas.microsoft.com/office/drawing/2014/main" id="{1FAA3A49-7196-CDBE-32CA-52F02CB27AB9}"/>
                    </a:ext>
                  </a:extLst>
                </p:cNvPr>
                <p:cNvSpPr txBox="1">
                  <a:spLocks noRot="1" noChangeAspect="1" noMove="1" noResize="1" noEditPoints="1" noAdjustHandles="1" noChangeArrowheads="1" noChangeShapeType="1" noTextEdit="1"/>
                </p:cNvSpPr>
                <p:nvPr/>
              </p:nvSpPr>
              <p:spPr>
                <a:xfrm>
                  <a:off x="2271095" y="1919998"/>
                  <a:ext cx="532325" cy="648464"/>
                </a:xfrm>
                <a:prstGeom prst="rect">
                  <a:avLst/>
                </a:prstGeom>
                <a:blipFill>
                  <a:blip r:embed="rId6"/>
                  <a:stretch>
                    <a:fillRect r="-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FED77E0-164D-CD84-30F3-7CFF40DFCA36}"/>
                    </a:ext>
                  </a:extLst>
                </p:cNvPr>
                <p:cNvSpPr txBox="1"/>
                <p:nvPr/>
              </p:nvSpPr>
              <p:spPr>
                <a:xfrm>
                  <a:off x="6394480" y="2475131"/>
                  <a:ext cx="532325" cy="648464"/>
                </a:xfrm>
                <a:prstGeom prst="rect">
                  <a:avLst/>
                </a:prstGeom>
                <a:noFill/>
              </p:spPr>
              <p:txBody>
                <a:bodyPr wrap="square" rtlCol="0">
                  <a:spAutoFit/>
                </a:bodyPr>
                <a:lstStyle/>
                <a:p>
                  <a:pPr/>
                  <a14:m>
                    <m:oMathPara xmlns:m="http://schemas.openxmlformats.org/officeDocument/2006/math">
                      <m:oMath>
                        <m:r>
                          <a:rPr lang="en-US" sz="2000" b="0" i="1" smtClean="0">
                            <a:latin typeface="Cambria Math" panose="02040503050406030204" pitchFamily="18" charset="0"/>
                          </a:rPr>
                          <m:t>…</m:t>
                        </m:r>
                      </m:oMath>
                    </m:oMathPara>
                  </a14:m>
                  <a:endParaRPr lang="en-US" sz="2000" dirty="0"/>
                </a:p>
              </p:txBody>
            </p:sp>
          </mc:Choice>
          <mc:Fallback xmlns="">
            <p:sp>
              <p:nvSpPr>
                <p:cNvPr id="29" name="TextBox 28">
                  <a:extLst>
                    <a:ext uri="{FF2B5EF4-FFF2-40B4-BE49-F238E27FC236}">
                      <a16:creationId xmlns:a16="http://schemas.microsoft.com/office/drawing/2014/main" id="{7FED77E0-164D-CD84-30F3-7CFF40DFCA36}"/>
                    </a:ext>
                  </a:extLst>
                </p:cNvPr>
                <p:cNvSpPr txBox="1">
                  <a:spLocks noRot="1" noChangeAspect="1" noMove="1" noResize="1" noEditPoints="1" noAdjustHandles="1" noChangeArrowheads="1" noChangeShapeType="1" noTextEdit="1"/>
                </p:cNvSpPr>
                <p:nvPr/>
              </p:nvSpPr>
              <p:spPr>
                <a:xfrm>
                  <a:off x="6394480" y="2475131"/>
                  <a:ext cx="532325" cy="648464"/>
                </a:xfrm>
                <a:prstGeom prst="rect">
                  <a:avLst/>
                </a:prstGeom>
                <a:blipFill>
                  <a:blip r:embed="rId7"/>
                  <a:stretch>
                    <a:fillRect/>
                  </a:stretch>
                </a:blipFill>
              </p:spPr>
              <p:txBody>
                <a:bodyPr/>
                <a:lstStyle/>
                <a:p>
                  <a:r>
                    <a:rPr lang="en-US">
                      <a:noFill/>
                    </a:rPr>
                    <a:t> </a:t>
                  </a:r>
                </a:p>
              </p:txBody>
            </p:sp>
          </mc:Fallback>
        </mc:AlternateContent>
        <p:sp>
          <p:nvSpPr>
            <p:cNvPr id="65" name="Isosceles Triangle 64">
              <a:extLst>
                <a:ext uri="{FF2B5EF4-FFF2-40B4-BE49-F238E27FC236}">
                  <a16:creationId xmlns:a16="http://schemas.microsoft.com/office/drawing/2014/main" id="{F479588C-35F2-4081-CD35-48EEE6B00E71}"/>
                </a:ext>
              </a:extLst>
            </p:cNvPr>
            <p:cNvSpPr/>
            <p:nvPr/>
          </p:nvSpPr>
          <p:spPr>
            <a:xfrm>
              <a:off x="3378470" y="2813125"/>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9" name="Rectangle 68">
              <a:extLst>
                <a:ext uri="{FF2B5EF4-FFF2-40B4-BE49-F238E27FC236}">
                  <a16:creationId xmlns:a16="http://schemas.microsoft.com/office/drawing/2014/main" id="{99F811A0-D49C-47CD-0CDD-FB1B3B1C9168}"/>
                </a:ext>
              </a:extLst>
            </p:cNvPr>
            <p:cNvSpPr/>
            <p:nvPr/>
          </p:nvSpPr>
          <p:spPr>
            <a:xfrm>
              <a:off x="6060090" y="2582368"/>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0" name="Isosceles Triangle 69">
              <a:extLst>
                <a:ext uri="{FF2B5EF4-FFF2-40B4-BE49-F238E27FC236}">
                  <a16:creationId xmlns:a16="http://schemas.microsoft.com/office/drawing/2014/main" id="{E5332BB4-63AF-D7E0-B555-D6A444B48DA4}"/>
                </a:ext>
              </a:extLst>
            </p:cNvPr>
            <p:cNvSpPr/>
            <p:nvPr/>
          </p:nvSpPr>
          <p:spPr>
            <a:xfrm>
              <a:off x="4663376" y="2549661"/>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Rectangle 9">
              <a:extLst>
                <a:ext uri="{FF2B5EF4-FFF2-40B4-BE49-F238E27FC236}">
                  <a16:creationId xmlns:a16="http://schemas.microsoft.com/office/drawing/2014/main" id="{A9A73081-2A01-A5A7-E3DB-835A50C061BA}"/>
                </a:ext>
              </a:extLst>
            </p:cNvPr>
            <p:cNvSpPr/>
            <p:nvPr/>
          </p:nvSpPr>
          <p:spPr>
            <a:xfrm>
              <a:off x="2257959" y="2887998"/>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 name="Isosceles Triangle 12">
              <a:extLst>
                <a:ext uri="{FF2B5EF4-FFF2-40B4-BE49-F238E27FC236}">
                  <a16:creationId xmlns:a16="http://schemas.microsoft.com/office/drawing/2014/main" id="{52C2E7A4-8EA5-065C-8FD1-5DA18AE87B1E}"/>
                </a:ext>
              </a:extLst>
            </p:cNvPr>
            <p:cNvSpPr/>
            <p:nvPr/>
          </p:nvSpPr>
          <p:spPr>
            <a:xfrm>
              <a:off x="2778763" y="2887998"/>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8" name="Isosceles Triangle 37">
              <a:extLst>
                <a:ext uri="{FF2B5EF4-FFF2-40B4-BE49-F238E27FC236}">
                  <a16:creationId xmlns:a16="http://schemas.microsoft.com/office/drawing/2014/main" id="{7EF5D0DE-9244-E35F-EAAC-43D799B9F442}"/>
                </a:ext>
              </a:extLst>
            </p:cNvPr>
            <p:cNvSpPr/>
            <p:nvPr/>
          </p:nvSpPr>
          <p:spPr>
            <a:xfrm>
              <a:off x="4497305" y="2931491"/>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9" name="Rectangle 38">
              <a:extLst>
                <a:ext uri="{FF2B5EF4-FFF2-40B4-BE49-F238E27FC236}">
                  <a16:creationId xmlns:a16="http://schemas.microsoft.com/office/drawing/2014/main" id="{C3B8FA66-10FB-DD66-CF1C-4B2B00B8D7D1}"/>
                </a:ext>
              </a:extLst>
            </p:cNvPr>
            <p:cNvSpPr/>
            <p:nvPr/>
          </p:nvSpPr>
          <p:spPr>
            <a:xfrm>
              <a:off x="3018285" y="2561188"/>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0" name="Rectangle 39">
              <a:extLst>
                <a:ext uri="{FF2B5EF4-FFF2-40B4-BE49-F238E27FC236}">
                  <a16:creationId xmlns:a16="http://schemas.microsoft.com/office/drawing/2014/main" id="{AEB65ECB-209B-BC3B-69A3-A9E18DE99A1B}"/>
                </a:ext>
              </a:extLst>
            </p:cNvPr>
            <p:cNvSpPr/>
            <p:nvPr/>
          </p:nvSpPr>
          <p:spPr>
            <a:xfrm>
              <a:off x="5608428" y="2940291"/>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1" name="Rectangle 40">
              <a:extLst>
                <a:ext uri="{FF2B5EF4-FFF2-40B4-BE49-F238E27FC236}">
                  <a16:creationId xmlns:a16="http://schemas.microsoft.com/office/drawing/2014/main" id="{5E6CAF6C-51A7-6355-7E5E-A51A819C8411}"/>
                </a:ext>
              </a:extLst>
            </p:cNvPr>
            <p:cNvSpPr/>
            <p:nvPr/>
          </p:nvSpPr>
          <p:spPr>
            <a:xfrm>
              <a:off x="3964034" y="2875195"/>
              <a:ext cx="104586" cy="1045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2" name="Isosceles Triangle 41">
              <a:extLst>
                <a:ext uri="{FF2B5EF4-FFF2-40B4-BE49-F238E27FC236}">
                  <a16:creationId xmlns:a16="http://schemas.microsoft.com/office/drawing/2014/main" id="{B7563164-6754-21CC-2C89-61067A168F3B}"/>
                </a:ext>
              </a:extLst>
            </p:cNvPr>
            <p:cNvSpPr/>
            <p:nvPr/>
          </p:nvSpPr>
          <p:spPr>
            <a:xfrm>
              <a:off x="5246921" y="2927488"/>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3" name="Isosceles Triangle 42">
              <a:extLst>
                <a:ext uri="{FF2B5EF4-FFF2-40B4-BE49-F238E27FC236}">
                  <a16:creationId xmlns:a16="http://schemas.microsoft.com/office/drawing/2014/main" id="{DE9DB4A6-A919-A8BC-C5FF-95477318AFA5}"/>
                </a:ext>
              </a:extLst>
            </p:cNvPr>
            <p:cNvSpPr/>
            <p:nvPr/>
          </p:nvSpPr>
          <p:spPr>
            <a:xfrm>
              <a:off x="2191377" y="2381663"/>
              <a:ext cx="104586" cy="104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1" name="Straight Arrow Connector 10">
              <a:extLst>
                <a:ext uri="{FF2B5EF4-FFF2-40B4-BE49-F238E27FC236}">
                  <a16:creationId xmlns:a16="http://schemas.microsoft.com/office/drawing/2014/main" id="{2722DEE7-B827-59FE-C2BC-4BFFE11CE999}"/>
                </a:ext>
              </a:extLst>
            </p:cNvPr>
            <p:cNvCxnSpPr>
              <a:cxnSpLocks/>
            </p:cNvCxnSpPr>
            <p:nvPr/>
          </p:nvCxnSpPr>
          <p:spPr>
            <a:xfrm flipH="1">
              <a:off x="4364681" y="2151816"/>
              <a:ext cx="298695" cy="409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DE9BBCB-3338-F60C-5C71-5DB644B231AA}"/>
                </a:ext>
              </a:extLst>
            </p:cNvPr>
            <p:cNvSpPr txBox="1"/>
            <p:nvPr/>
          </p:nvSpPr>
          <p:spPr>
            <a:xfrm>
              <a:off x="4259810" y="1863268"/>
              <a:ext cx="2156556" cy="498818"/>
            </a:xfrm>
            <a:prstGeom prst="rect">
              <a:avLst/>
            </a:prstGeom>
            <a:noFill/>
          </p:spPr>
          <p:txBody>
            <a:bodyPr wrap="none" rtlCol="0">
              <a:spAutoFit/>
            </a:bodyPr>
            <a:lstStyle/>
            <a:p>
              <a:r>
                <a:rPr lang="en-US" sz="1400" dirty="0"/>
                <a:t>more variability</a:t>
              </a:r>
            </a:p>
          </p:txBody>
        </p:sp>
      </p:grpSp>
      <p:cxnSp>
        <p:nvCxnSpPr>
          <p:cNvPr id="12" name="Straight Arrow Connector 11">
            <a:extLst>
              <a:ext uri="{FF2B5EF4-FFF2-40B4-BE49-F238E27FC236}">
                <a16:creationId xmlns:a16="http://schemas.microsoft.com/office/drawing/2014/main" id="{29FD0421-4F99-0A9E-8FAD-B2335F49EFBE}"/>
              </a:ext>
            </a:extLst>
          </p:cNvPr>
          <p:cNvCxnSpPr>
            <a:cxnSpLocks/>
          </p:cNvCxnSpPr>
          <p:nvPr/>
        </p:nvCxnSpPr>
        <p:spPr>
          <a:xfrm flipH="1" flipV="1">
            <a:off x="3449258" y="2126671"/>
            <a:ext cx="906984" cy="54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06E5D81-BA77-C6A7-AE5C-4EF3F6B5BB40}"/>
              </a:ext>
            </a:extLst>
          </p:cNvPr>
          <p:cNvCxnSpPr>
            <a:cxnSpLocks/>
          </p:cNvCxnSpPr>
          <p:nvPr/>
        </p:nvCxnSpPr>
        <p:spPr>
          <a:xfrm flipH="1">
            <a:off x="3487552" y="2338406"/>
            <a:ext cx="868690" cy="746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3C658E3-E051-F842-38C0-9B3BB7749444}"/>
                  </a:ext>
                </a:extLst>
              </p:cNvPr>
              <p:cNvSpPr txBox="1"/>
              <p:nvPr/>
            </p:nvSpPr>
            <p:spPr>
              <a:xfrm>
                <a:off x="4397852" y="1970893"/>
                <a:ext cx="3939412" cy="1384995"/>
              </a:xfrm>
              <a:prstGeom prst="rect">
                <a:avLst/>
              </a:prstGeom>
              <a:noFill/>
            </p:spPr>
            <p:txBody>
              <a:bodyPr wrap="none" rtlCol="0">
                <a:spAutoFit/>
              </a:bodyPr>
              <a:lstStyle/>
              <a:p>
                <a:r>
                  <a:rPr lang="en-US" sz="2000" dirty="0"/>
                  <a:t>Mutually exclusive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t> orthogonality</a:t>
                </a:r>
              </a:p>
              <a:p>
                <a:r>
                  <a:rPr lang="en-US" sz="2400" dirty="0">
                    <a:ea typeface="Cambria Math" panose="020405030504060302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endParaRPr lang="en-US" sz="2400" dirty="0"/>
              </a:p>
              <a:p>
                <a:r>
                  <a:rPr lang="en-US" sz="2000" dirty="0"/>
                  <a:t>Maximal variability increase</a:t>
                </a:r>
                <a:br>
                  <a:rPr lang="en-US" sz="2000" dirty="0"/>
                </a:br>
                <a:r>
                  <a:rPr lang="en-US" sz="2000" dirty="0"/>
                  <a:t>during mixing</a:t>
                </a:r>
              </a:p>
            </p:txBody>
          </p:sp>
        </mc:Choice>
        <mc:Fallback xmlns="">
          <p:sp>
            <p:nvSpPr>
              <p:cNvPr id="15" name="TextBox 14">
                <a:extLst>
                  <a:ext uri="{FF2B5EF4-FFF2-40B4-BE49-F238E27FC236}">
                    <a16:creationId xmlns:a16="http://schemas.microsoft.com/office/drawing/2014/main" id="{63C658E3-E051-F842-38C0-9B3BB7749444}"/>
                  </a:ext>
                </a:extLst>
              </p:cNvPr>
              <p:cNvSpPr txBox="1">
                <a:spLocks noRot="1" noChangeAspect="1" noMove="1" noResize="1" noEditPoints="1" noAdjustHandles="1" noChangeArrowheads="1" noChangeShapeType="1" noTextEdit="1"/>
              </p:cNvSpPr>
              <p:nvPr/>
            </p:nvSpPr>
            <p:spPr>
              <a:xfrm>
                <a:off x="4397852" y="1970893"/>
                <a:ext cx="3939412" cy="1384995"/>
              </a:xfrm>
              <a:prstGeom prst="rect">
                <a:avLst/>
              </a:prstGeom>
              <a:blipFill>
                <a:blip r:embed="rId8"/>
                <a:stretch>
                  <a:fillRect l="-1546" t="-2193" r="-1082"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0F50B37-311C-9F90-0FE6-0D3AF152188D}"/>
                  </a:ext>
                </a:extLst>
              </p:cNvPr>
              <p:cNvSpPr txBox="1"/>
              <p:nvPr/>
            </p:nvSpPr>
            <p:spPr>
              <a:xfrm>
                <a:off x="1266280" y="4385350"/>
                <a:ext cx="5480090" cy="369332"/>
              </a:xfrm>
              <a:prstGeom prst="rect">
                <a:avLst/>
              </a:prstGeom>
              <a:noFill/>
            </p:spPr>
            <p:txBody>
              <a:bodyPr wrap="none" rtlCol="0">
                <a:spAutoFit/>
              </a:bodyPr>
              <a:lstStyle/>
              <a:p>
                <a:r>
                  <a:rPr lang="en-US" dirty="0"/>
                  <a:t>Probability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Mixtures of mutually exclusive ensembles</a:t>
                </a:r>
              </a:p>
            </p:txBody>
          </p:sp>
        </mc:Choice>
        <mc:Fallback xmlns="">
          <p:sp>
            <p:nvSpPr>
              <p:cNvPr id="26" name="TextBox 25">
                <a:extLst>
                  <a:ext uri="{FF2B5EF4-FFF2-40B4-BE49-F238E27FC236}">
                    <a16:creationId xmlns:a16="http://schemas.microsoft.com/office/drawing/2014/main" id="{F0F50B37-311C-9F90-0FE6-0D3AF152188D}"/>
                  </a:ext>
                </a:extLst>
              </p:cNvPr>
              <p:cNvSpPr txBox="1">
                <a:spLocks noRot="1" noChangeAspect="1" noMove="1" noResize="1" noEditPoints="1" noAdjustHandles="1" noChangeArrowheads="1" noChangeShapeType="1" noTextEdit="1"/>
              </p:cNvSpPr>
              <p:nvPr/>
            </p:nvSpPr>
            <p:spPr>
              <a:xfrm>
                <a:off x="1266280" y="4385350"/>
                <a:ext cx="5480090" cy="369332"/>
              </a:xfrm>
              <a:prstGeom prst="rect">
                <a:avLst/>
              </a:prstGeom>
              <a:blipFill>
                <a:blip r:embed="rId9"/>
                <a:stretch>
                  <a:fillRect l="-1001" t="-8197" r="-11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4B6B233-C3F8-CBC1-9226-93EFF3D29030}"/>
                  </a:ext>
                </a:extLst>
              </p:cNvPr>
              <p:cNvSpPr txBox="1"/>
              <p:nvPr/>
            </p:nvSpPr>
            <p:spPr>
              <a:xfrm>
                <a:off x="1269113" y="4789618"/>
                <a:ext cx="6947223" cy="369332"/>
              </a:xfrm>
              <a:prstGeom prst="rect">
                <a:avLst/>
              </a:prstGeom>
              <a:noFill/>
            </p:spPr>
            <p:txBody>
              <a:bodyPr wrap="none" rtlCol="0">
                <a:spAutoFit/>
              </a:bodyPr>
              <a:lstStyle/>
              <a:p>
                <a:r>
                  <a:rPr lang="en-US" dirty="0"/>
                  <a:t>Classical mechanics/probability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All pure states are mutually exclusive</a:t>
                </a:r>
              </a:p>
            </p:txBody>
          </p:sp>
        </mc:Choice>
        <mc:Fallback xmlns="">
          <p:sp>
            <p:nvSpPr>
              <p:cNvPr id="27" name="TextBox 26">
                <a:extLst>
                  <a:ext uri="{FF2B5EF4-FFF2-40B4-BE49-F238E27FC236}">
                    <a16:creationId xmlns:a16="http://schemas.microsoft.com/office/drawing/2014/main" id="{D4B6B233-C3F8-CBC1-9226-93EFF3D29030}"/>
                  </a:ext>
                </a:extLst>
              </p:cNvPr>
              <p:cNvSpPr txBox="1">
                <a:spLocks noRot="1" noChangeAspect="1" noMove="1" noResize="1" noEditPoints="1" noAdjustHandles="1" noChangeArrowheads="1" noChangeShapeType="1" noTextEdit="1"/>
              </p:cNvSpPr>
              <p:nvPr/>
            </p:nvSpPr>
            <p:spPr>
              <a:xfrm>
                <a:off x="1269113" y="4789618"/>
                <a:ext cx="6947223" cy="369332"/>
              </a:xfrm>
              <a:prstGeom prst="rect">
                <a:avLst/>
              </a:prstGeom>
              <a:blipFill>
                <a:blip r:embed="rId10"/>
                <a:stretch>
                  <a:fillRect l="-702"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CCDA905-88C1-4F48-23E5-518E94A89D08}"/>
                  </a:ext>
                </a:extLst>
              </p:cNvPr>
              <p:cNvSpPr txBox="1"/>
              <p:nvPr/>
            </p:nvSpPr>
            <p:spPr>
              <a:xfrm>
                <a:off x="1266280" y="5193886"/>
                <a:ext cx="4844596" cy="369332"/>
              </a:xfrm>
              <a:prstGeom prst="rect">
                <a:avLst/>
              </a:prstGeom>
              <a:noFill/>
            </p:spPr>
            <p:txBody>
              <a:bodyPr wrap="none" rtlCol="0">
                <a:spAutoFit/>
              </a:bodyPr>
              <a:lstStyle/>
              <a:p>
                <a:r>
                  <a:rPr lang="en-US" dirty="0"/>
                  <a:t>Pure states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Best preparations </a:t>
                </a:r>
                <a14:m>
                  <m:oMath xmlns:m="http://schemas.openxmlformats.org/officeDocument/2006/math">
                    <m:r>
                      <a:rPr lang="en-US" i="1" smtClean="0">
                        <a:solidFill>
                          <a:srgbClr val="C00000"/>
                        </a:solidFill>
                        <a:latin typeface="Cambria Math" panose="02040503050406030204" pitchFamily="18" charset="0"/>
                        <a:ea typeface="Cambria Math" panose="02040503050406030204" pitchFamily="18" charset="0"/>
                      </a:rPr>
                      <m:t>⇎</m:t>
                    </m:r>
                  </m:oMath>
                </a14:m>
                <a:r>
                  <a:rPr lang="en-US" dirty="0">
                    <a:solidFill>
                      <a:srgbClr val="C00000"/>
                    </a:solidFill>
                  </a:rPr>
                  <a:t> No variability</a:t>
                </a:r>
                <a:endParaRPr lang="en-US" dirty="0"/>
              </a:p>
            </p:txBody>
          </p:sp>
        </mc:Choice>
        <mc:Fallback xmlns="">
          <p:sp>
            <p:nvSpPr>
              <p:cNvPr id="28" name="TextBox 27">
                <a:extLst>
                  <a:ext uri="{FF2B5EF4-FFF2-40B4-BE49-F238E27FC236}">
                    <a16:creationId xmlns:a16="http://schemas.microsoft.com/office/drawing/2014/main" id="{FCCDA905-88C1-4F48-23E5-518E94A89D08}"/>
                  </a:ext>
                </a:extLst>
              </p:cNvPr>
              <p:cNvSpPr txBox="1">
                <a:spLocks noRot="1" noChangeAspect="1" noMove="1" noResize="1" noEditPoints="1" noAdjustHandles="1" noChangeArrowheads="1" noChangeShapeType="1" noTextEdit="1"/>
              </p:cNvSpPr>
              <p:nvPr/>
            </p:nvSpPr>
            <p:spPr>
              <a:xfrm>
                <a:off x="1266280" y="5193886"/>
                <a:ext cx="4844596" cy="369332"/>
              </a:xfrm>
              <a:prstGeom prst="rect">
                <a:avLst/>
              </a:prstGeom>
              <a:blipFill>
                <a:blip r:embed="rId11"/>
                <a:stretch>
                  <a:fillRect l="-1134" t="-8197" r="-252" b="-24590"/>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9CD9ABD4-895B-38F2-B05F-A6CEFFB0E1AF}"/>
              </a:ext>
            </a:extLst>
          </p:cNvPr>
          <p:cNvSpPr>
            <a:spLocks noGrp="1"/>
          </p:cNvSpPr>
          <p:nvPr>
            <p:ph type="ftr" sz="quarter" idx="11"/>
          </p:nvPr>
        </p:nvSpPr>
        <p:spPr/>
        <p:txBody>
          <a:bodyPr/>
          <a:lstStyle/>
          <a:p>
            <a:r>
              <a:rPr lang="en-US"/>
              <a:t>Christine Aidala - University of Michigan</a:t>
            </a:r>
          </a:p>
        </p:txBody>
      </p:sp>
      <p:pic>
        <p:nvPicPr>
          <p:cNvPr id="17" name="Picture 16">
            <a:extLst>
              <a:ext uri="{FF2B5EF4-FFF2-40B4-BE49-F238E27FC236}">
                <a16:creationId xmlns:a16="http://schemas.microsoft.com/office/drawing/2014/main" id="{1E4744AB-B792-174B-6CC3-480005F74A6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0670" y="5648571"/>
            <a:ext cx="2218832" cy="941323"/>
          </a:xfrm>
          <a:prstGeom prst="rect">
            <a:avLst/>
          </a:prstGeom>
        </p:spPr>
      </p:pic>
    </p:spTree>
    <p:extLst>
      <p:ext uri="{BB962C8B-B14F-4D97-AF65-F5344CB8AC3E}">
        <p14:creationId xmlns:p14="http://schemas.microsoft.com/office/powerpoint/2010/main" val="2532051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03521-F7A6-3E3C-D25D-6A08EBCBB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63C6C-5214-D061-1C3C-C6301BA8BCBE}"/>
              </a:ext>
            </a:extLst>
          </p:cNvPr>
          <p:cNvSpPr>
            <a:spLocks noGrp="1"/>
          </p:cNvSpPr>
          <p:nvPr>
            <p:ph type="title"/>
          </p:nvPr>
        </p:nvSpPr>
        <p:spPr/>
        <p:txBody>
          <a:bodyPr/>
          <a:lstStyle/>
          <a:p>
            <a:r>
              <a:rPr lang="en-US" dirty="0"/>
              <a:t>Equilibria</a:t>
            </a:r>
          </a:p>
        </p:txBody>
      </p:sp>
      <p:sp>
        <p:nvSpPr>
          <p:cNvPr id="4" name="Slide Number Placeholder 3">
            <a:extLst>
              <a:ext uri="{FF2B5EF4-FFF2-40B4-BE49-F238E27FC236}">
                <a16:creationId xmlns:a16="http://schemas.microsoft.com/office/drawing/2014/main" id="{EDE4CDF5-48E6-8D77-63C6-5DF7E7EDADF8}"/>
              </a:ext>
            </a:extLst>
          </p:cNvPr>
          <p:cNvSpPr>
            <a:spLocks noGrp="1"/>
          </p:cNvSpPr>
          <p:nvPr>
            <p:ph type="sldNum" sz="quarter" idx="13"/>
          </p:nvPr>
        </p:nvSpPr>
        <p:spPr/>
        <p:txBody>
          <a:bodyPr/>
          <a:lstStyle/>
          <a:p>
            <a:fld id="{F47845EA-7733-40EE-B074-20032348B727}" type="slidenum">
              <a:rPr lang="en-US" smtClean="0"/>
              <a:t>40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B8B1D1-9402-2D46-C5F6-147B2D66D3AE}"/>
                  </a:ext>
                </a:extLst>
              </p:cNvPr>
              <p:cNvSpPr txBox="1"/>
              <p:nvPr/>
            </p:nvSpPr>
            <p:spPr>
              <a:xfrm>
                <a:off x="1509122" y="982203"/>
                <a:ext cx="9170717" cy="584775"/>
              </a:xfrm>
              <a:prstGeom prst="rect">
                <a:avLst/>
              </a:prstGeom>
              <a:noFill/>
            </p:spPr>
            <p:txBody>
              <a:bodyPr wrap="none" rtlCol="0">
                <a:spAutoFit/>
              </a:bodyPr>
              <a:lstStyle/>
              <a:p>
                <a:pPr algn="ctr"/>
                <a:r>
                  <a:rPr lang="en-US" sz="3200" b="0" dirty="0">
                    <a:solidFill>
                      <a:schemeClr val="accent6">
                        <a:lumMod val="75000"/>
                      </a:schemeClr>
                    </a:solidFill>
                  </a:rPr>
                  <a:t>States must exist for at least a short time </a:t>
                </a: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Equilibria </a:t>
                </a:r>
              </a:p>
            </p:txBody>
          </p:sp>
        </mc:Choice>
        <mc:Fallback xmlns="">
          <p:sp>
            <p:nvSpPr>
              <p:cNvPr id="5" name="TextBox 4">
                <a:extLst>
                  <a:ext uri="{FF2B5EF4-FFF2-40B4-BE49-F238E27FC236}">
                    <a16:creationId xmlns:a16="http://schemas.microsoft.com/office/drawing/2014/main" id="{FFB8B1D1-9402-2D46-C5F6-147B2D66D3AE}"/>
                  </a:ext>
                </a:extLst>
              </p:cNvPr>
              <p:cNvSpPr txBox="1">
                <a:spLocks noRot="1" noChangeAspect="1" noMove="1" noResize="1" noEditPoints="1" noAdjustHandles="1" noChangeArrowheads="1" noChangeShapeType="1" noTextEdit="1"/>
              </p:cNvSpPr>
              <p:nvPr/>
            </p:nvSpPr>
            <p:spPr>
              <a:xfrm>
                <a:off x="1509122" y="982203"/>
                <a:ext cx="9170717" cy="584775"/>
              </a:xfrm>
              <a:prstGeom prst="rect">
                <a:avLst/>
              </a:prstGeom>
              <a:blipFill>
                <a:blip r:embed="rId2"/>
                <a:stretch>
                  <a:fillRect l="-1263" t="-12500" r="-1197"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4ED3A3D-F80B-928D-5441-C8D80ECAFDA9}"/>
                  </a:ext>
                </a:extLst>
              </p:cNvPr>
              <p:cNvSpPr txBox="1"/>
              <p:nvPr/>
            </p:nvSpPr>
            <p:spPr>
              <a:xfrm>
                <a:off x="1290462" y="5355820"/>
                <a:ext cx="7226530" cy="461665"/>
              </a:xfrm>
              <a:prstGeom prst="rect">
                <a:avLst/>
              </a:prstGeom>
              <a:noFill/>
            </p:spPr>
            <p:txBody>
              <a:bodyPr wrap="none" rtlCol="0">
                <a:spAutoFit/>
              </a:bodyPr>
              <a:lstStyle/>
              <a:p>
                <a:r>
                  <a:rPr lang="en-US" sz="2400" b="1" dirty="0">
                    <a:solidFill>
                      <a:schemeClr val="accent6">
                        <a:lumMod val="75000"/>
                      </a:schemeClr>
                    </a:solidFill>
                  </a:rPr>
                  <a:t>Equilibria </a:t>
                </a:r>
                <a14:m>
                  <m:oMath xmlns:m="http://schemas.openxmlformats.org/officeDocument/2006/math">
                    <m:r>
                      <a:rPr lang="en-US" sz="2400" b="1" i="1" smtClean="0">
                        <a:solidFill>
                          <a:schemeClr val="accent6">
                            <a:lumMod val="75000"/>
                          </a:schemeClr>
                        </a:solidFill>
                        <a:latin typeface="Cambria Math" panose="02040503050406030204" pitchFamily="18" charset="0"/>
                      </a:rPr>
                      <m:t>⇒</m:t>
                    </m:r>
                  </m:oMath>
                </a14:m>
                <a:r>
                  <a:rPr lang="en-US" sz="2400" b="1" dirty="0">
                    <a:solidFill>
                      <a:schemeClr val="accent6">
                        <a:lumMod val="75000"/>
                      </a:schemeClr>
                    </a:solidFill>
                  </a:rPr>
                  <a:t> Symmetries, differentiability, Lie algebras</a:t>
                </a:r>
              </a:p>
            </p:txBody>
          </p:sp>
        </mc:Choice>
        <mc:Fallback xmlns="">
          <p:sp>
            <p:nvSpPr>
              <p:cNvPr id="6" name="TextBox 5">
                <a:extLst>
                  <a:ext uri="{FF2B5EF4-FFF2-40B4-BE49-F238E27FC236}">
                    <a16:creationId xmlns:a16="http://schemas.microsoft.com/office/drawing/2014/main" id="{E4ED3A3D-F80B-928D-5441-C8D80ECAFDA9}"/>
                  </a:ext>
                </a:extLst>
              </p:cNvPr>
              <p:cNvSpPr txBox="1">
                <a:spLocks noRot="1" noChangeAspect="1" noMove="1" noResize="1" noEditPoints="1" noAdjustHandles="1" noChangeArrowheads="1" noChangeShapeType="1" noTextEdit="1"/>
              </p:cNvSpPr>
              <p:nvPr/>
            </p:nvSpPr>
            <p:spPr>
              <a:xfrm>
                <a:off x="1290462" y="5355820"/>
                <a:ext cx="7226530" cy="461665"/>
              </a:xfrm>
              <a:prstGeom prst="rect">
                <a:avLst/>
              </a:prstGeom>
              <a:blipFill>
                <a:blip r:embed="rId3"/>
                <a:stretch>
                  <a:fillRect l="-1350" t="-10667" b="-3066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A82F58B-BFE6-44BC-2C35-9C5465B026B1}"/>
              </a:ext>
            </a:extLst>
          </p:cNvPr>
          <p:cNvSpPr txBox="1"/>
          <p:nvPr/>
        </p:nvSpPr>
        <p:spPr>
          <a:xfrm>
            <a:off x="9249883" y="1950915"/>
            <a:ext cx="2402068" cy="1200329"/>
          </a:xfrm>
          <a:prstGeom prst="rect">
            <a:avLst/>
          </a:prstGeom>
          <a:noFill/>
        </p:spPr>
        <p:txBody>
          <a:bodyPr wrap="none" rtlCol="0">
            <a:spAutoFit/>
          </a:bodyPr>
          <a:lstStyle/>
          <a:p>
            <a:pPr algn="ctr"/>
            <a:r>
              <a:rPr lang="en-US" dirty="0"/>
              <a:t>Of system/environment</a:t>
            </a:r>
            <a:br>
              <a:rPr lang="en-US" dirty="0"/>
            </a:br>
            <a:r>
              <a:rPr lang="en-US" dirty="0"/>
              <a:t>interactions</a:t>
            </a:r>
            <a:br>
              <a:rPr lang="en-US" dirty="0"/>
            </a:br>
            <a:r>
              <a:rPr lang="en-US" dirty="0"/>
              <a:t>that don’t matter/we</a:t>
            </a:r>
            <a:br>
              <a:rPr lang="en-US" dirty="0"/>
            </a:br>
            <a:r>
              <a:rPr lang="en-US" dirty="0"/>
              <a:t>are not sensitive to</a:t>
            </a:r>
          </a:p>
        </p:txBody>
      </p:sp>
      <p:sp>
        <p:nvSpPr>
          <p:cNvPr id="9" name="TextBox 8">
            <a:extLst>
              <a:ext uri="{FF2B5EF4-FFF2-40B4-BE49-F238E27FC236}">
                <a16:creationId xmlns:a16="http://schemas.microsoft.com/office/drawing/2014/main" id="{B978E98B-81FC-1E42-85E2-777516023903}"/>
              </a:ext>
            </a:extLst>
          </p:cNvPr>
          <p:cNvSpPr txBox="1"/>
          <p:nvPr/>
        </p:nvSpPr>
        <p:spPr>
          <a:xfrm>
            <a:off x="288978" y="2232886"/>
            <a:ext cx="2179571" cy="1200329"/>
          </a:xfrm>
          <a:prstGeom prst="rect">
            <a:avLst/>
          </a:prstGeom>
          <a:noFill/>
        </p:spPr>
        <p:txBody>
          <a:bodyPr wrap="none" rtlCol="0">
            <a:spAutoFit/>
          </a:bodyPr>
          <a:lstStyle/>
          <a:p>
            <a:pPr algn="ctr"/>
            <a:r>
              <a:rPr lang="en-US" dirty="0"/>
              <a:t>Of internal processes</a:t>
            </a:r>
            <a:br>
              <a:rPr lang="en-US" dirty="0"/>
            </a:br>
            <a:r>
              <a:rPr lang="en-US" dirty="0"/>
              <a:t>at faster scales</a:t>
            </a:r>
            <a:br>
              <a:rPr lang="en-US" dirty="0"/>
            </a:br>
            <a:r>
              <a:rPr lang="en-US" dirty="0"/>
              <a:t>that don’t matter/we</a:t>
            </a:r>
            <a:br>
              <a:rPr lang="en-US" dirty="0"/>
            </a:br>
            <a:r>
              <a:rPr lang="en-US" dirty="0"/>
              <a:t>are not sensitive to</a:t>
            </a:r>
          </a:p>
        </p:txBody>
      </p:sp>
      <p:sp>
        <p:nvSpPr>
          <p:cNvPr id="10" name="TextBox 9">
            <a:extLst>
              <a:ext uri="{FF2B5EF4-FFF2-40B4-BE49-F238E27FC236}">
                <a16:creationId xmlns:a16="http://schemas.microsoft.com/office/drawing/2014/main" id="{73C361ED-86FE-06F7-5D88-D56A7ABB3067}"/>
              </a:ext>
            </a:extLst>
          </p:cNvPr>
          <p:cNvSpPr txBox="1"/>
          <p:nvPr/>
        </p:nvSpPr>
        <p:spPr>
          <a:xfrm>
            <a:off x="7007983" y="4593974"/>
            <a:ext cx="1718932" cy="307777"/>
          </a:xfrm>
          <a:prstGeom prst="rect">
            <a:avLst/>
          </a:prstGeom>
          <a:noFill/>
        </p:spPr>
        <p:txBody>
          <a:bodyPr wrap="none" rtlCol="0">
            <a:spAutoFit/>
          </a:bodyPr>
          <a:lstStyle/>
          <a:p>
            <a:r>
              <a:rPr lang="en-US" sz="1400" dirty="0">
                <a:solidFill>
                  <a:srgbClr val="C00000"/>
                </a:solidFill>
              </a:rPr>
              <a:t>Least developed part</a:t>
            </a:r>
          </a:p>
        </p:txBody>
      </p:sp>
      <p:grpSp>
        <p:nvGrpSpPr>
          <p:cNvPr id="25" name="Group 24">
            <a:extLst>
              <a:ext uri="{FF2B5EF4-FFF2-40B4-BE49-F238E27FC236}">
                <a16:creationId xmlns:a16="http://schemas.microsoft.com/office/drawing/2014/main" id="{E6033A8E-490D-8119-E2CB-6E438E761BCF}"/>
              </a:ext>
            </a:extLst>
          </p:cNvPr>
          <p:cNvGrpSpPr/>
          <p:nvPr/>
        </p:nvGrpSpPr>
        <p:grpSpPr>
          <a:xfrm>
            <a:off x="1647775" y="1547044"/>
            <a:ext cx="2976663" cy="2845611"/>
            <a:chOff x="8956392" y="93407"/>
            <a:chExt cx="2976663" cy="2845611"/>
          </a:xfrm>
        </p:grpSpPr>
        <p:sp>
          <p:nvSpPr>
            <p:cNvPr id="11" name="Freeform: Shape 10">
              <a:extLst>
                <a:ext uri="{FF2B5EF4-FFF2-40B4-BE49-F238E27FC236}">
                  <a16:creationId xmlns:a16="http://schemas.microsoft.com/office/drawing/2014/main" id="{1D1502A9-5F03-56F2-9C99-36DB97F9EF37}"/>
                </a:ext>
              </a:extLst>
            </p:cNvPr>
            <p:cNvSpPr/>
            <p:nvPr/>
          </p:nvSpPr>
          <p:spPr>
            <a:xfrm>
              <a:off x="8956392" y="375017"/>
              <a:ext cx="2976663" cy="248479"/>
            </a:xfrm>
            <a:custGeom>
              <a:avLst/>
              <a:gdLst>
                <a:gd name="connsiteX0" fmla="*/ 0 w 10648545"/>
                <a:gd name="connsiteY0" fmla="*/ 1083013 h 1083013"/>
                <a:gd name="connsiteX1" fmla="*/ 2075234 w 10648545"/>
                <a:gd name="connsiteY1" fmla="*/ 661481 h 1083013"/>
                <a:gd name="connsiteX2" fmla="*/ 4961107 w 10648545"/>
                <a:gd name="connsiteY2" fmla="*/ 337226 h 1083013"/>
                <a:gd name="connsiteX3" fmla="*/ 8508460 w 10648545"/>
                <a:gd name="connsiteY3" fmla="*/ 337226 h 1083013"/>
                <a:gd name="connsiteX4" fmla="*/ 10648545 w 10648545"/>
                <a:gd name="connsiteY4" fmla="*/ 0 h 108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8545" h="1083013">
                  <a:moveTo>
                    <a:pt x="0" y="1083013"/>
                  </a:moveTo>
                  <a:cubicBezTo>
                    <a:pt x="624191" y="934396"/>
                    <a:pt x="1248383" y="785779"/>
                    <a:pt x="2075234" y="661481"/>
                  </a:cubicBezTo>
                  <a:cubicBezTo>
                    <a:pt x="2902085" y="537183"/>
                    <a:pt x="3888903" y="391268"/>
                    <a:pt x="4961107" y="337226"/>
                  </a:cubicBezTo>
                  <a:cubicBezTo>
                    <a:pt x="6033311" y="283184"/>
                    <a:pt x="7560554" y="393430"/>
                    <a:pt x="8508460" y="337226"/>
                  </a:cubicBezTo>
                  <a:cubicBezTo>
                    <a:pt x="9456366" y="281022"/>
                    <a:pt x="10052455" y="140511"/>
                    <a:pt x="1064854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22D2295-887C-C78D-EEB0-8B17BB8A14BE}"/>
                </a:ext>
              </a:extLst>
            </p:cNvPr>
            <p:cNvSpPr/>
            <p:nvPr/>
          </p:nvSpPr>
          <p:spPr>
            <a:xfrm>
              <a:off x="10477149" y="408797"/>
              <a:ext cx="83975" cy="8397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D3376BC-8553-CCBC-C452-248FB3CD9113}"/>
                    </a:ext>
                  </a:extLst>
                </p:cNvPr>
                <p:cNvSpPr txBox="1"/>
                <p:nvPr/>
              </p:nvSpPr>
              <p:spPr>
                <a:xfrm>
                  <a:off x="10392007" y="93407"/>
                  <a:ext cx="338234"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FD3376BC-8553-CCBC-C452-248FB3CD9113}"/>
                    </a:ext>
                  </a:extLst>
                </p:cNvPr>
                <p:cNvSpPr txBox="1">
                  <a:spLocks noRot="1" noChangeAspect="1" noMove="1" noResize="1" noEditPoints="1" noAdjustHandles="1" noChangeArrowheads="1" noChangeShapeType="1" noTextEdit="1"/>
                </p:cNvSpPr>
                <p:nvPr/>
              </p:nvSpPr>
              <p:spPr>
                <a:xfrm>
                  <a:off x="10392007" y="93407"/>
                  <a:ext cx="338234" cy="369332"/>
                </a:xfrm>
                <a:prstGeom prst="rect">
                  <a:avLst/>
                </a:prstGeom>
                <a:blipFill>
                  <a:blip r:embed="rId4"/>
                  <a:stretch>
                    <a:fillRect r="-92727" b="-13333"/>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0C145636-3B88-6CFD-DB2F-181F484363B6}"/>
                </a:ext>
              </a:extLst>
            </p:cNvPr>
            <p:cNvCxnSpPr>
              <a:cxnSpLocks/>
              <a:stCxn id="12" idx="2"/>
            </p:cNvCxnSpPr>
            <p:nvPr/>
          </p:nvCxnSpPr>
          <p:spPr>
            <a:xfrm flipH="1">
              <a:off x="9809061" y="450785"/>
              <a:ext cx="668088" cy="13311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E9A63C0-9F8A-C19D-343F-4A8BCCCEF375}"/>
                </a:ext>
              </a:extLst>
            </p:cNvPr>
            <p:cNvCxnSpPr>
              <a:cxnSpLocks/>
              <a:endCxn id="13" idx="2"/>
            </p:cNvCxnSpPr>
            <p:nvPr/>
          </p:nvCxnSpPr>
          <p:spPr>
            <a:xfrm flipH="1" flipV="1">
              <a:off x="10561124" y="462739"/>
              <a:ext cx="632238" cy="1377648"/>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0FCE239-577B-762D-76D2-65E744CC052B}"/>
                </a:ext>
              </a:extLst>
            </p:cNvPr>
            <p:cNvSpPr/>
            <p:nvPr/>
          </p:nvSpPr>
          <p:spPr>
            <a:xfrm>
              <a:off x="9706474" y="1384740"/>
              <a:ext cx="1554278" cy="15542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0452C4F-94EF-FF9E-9D6D-E5146EBE7BCB}"/>
                </a:ext>
              </a:extLst>
            </p:cNvPr>
            <p:cNvSpPr/>
            <p:nvPr/>
          </p:nvSpPr>
          <p:spPr>
            <a:xfrm>
              <a:off x="9717240" y="2056794"/>
              <a:ext cx="1541145" cy="170688"/>
            </a:xfrm>
            <a:custGeom>
              <a:avLst/>
              <a:gdLst>
                <a:gd name="connsiteX0" fmla="*/ 0 w 2170176"/>
                <a:gd name="connsiteY0" fmla="*/ 0 h 226174"/>
                <a:gd name="connsiteX1" fmla="*/ 73152 w 2170176"/>
                <a:gd name="connsiteY1" fmla="*/ 6096 h 226174"/>
                <a:gd name="connsiteX2" fmla="*/ 121920 w 2170176"/>
                <a:gd name="connsiteY2" fmla="*/ 30480 h 226174"/>
                <a:gd name="connsiteX3" fmla="*/ 152400 w 2170176"/>
                <a:gd name="connsiteY3" fmla="*/ 36576 h 226174"/>
                <a:gd name="connsiteX4" fmla="*/ 170688 w 2170176"/>
                <a:gd name="connsiteY4" fmla="*/ 48768 h 226174"/>
                <a:gd name="connsiteX5" fmla="*/ 213360 w 2170176"/>
                <a:gd name="connsiteY5" fmla="*/ 60960 h 226174"/>
                <a:gd name="connsiteX6" fmla="*/ 231648 w 2170176"/>
                <a:gd name="connsiteY6" fmla="*/ 67056 h 226174"/>
                <a:gd name="connsiteX7" fmla="*/ 280416 w 2170176"/>
                <a:gd name="connsiteY7" fmla="*/ 97536 h 226174"/>
                <a:gd name="connsiteX8" fmla="*/ 298704 w 2170176"/>
                <a:gd name="connsiteY8" fmla="*/ 109728 h 226174"/>
                <a:gd name="connsiteX9" fmla="*/ 329184 w 2170176"/>
                <a:gd name="connsiteY9" fmla="*/ 121920 h 226174"/>
                <a:gd name="connsiteX10" fmla="*/ 353568 w 2170176"/>
                <a:gd name="connsiteY10" fmla="*/ 140208 h 226174"/>
                <a:gd name="connsiteX11" fmla="*/ 371856 w 2170176"/>
                <a:gd name="connsiteY11" fmla="*/ 146304 h 226174"/>
                <a:gd name="connsiteX12" fmla="*/ 469392 w 2170176"/>
                <a:gd name="connsiteY12" fmla="*/ 182880 h 226174"/>
                <a:gd name="connsiteX13" fmla="*/ 512064 w 2170176"/>
                <a:gd name="connsiteY13" fmla="*/ 195072 h 226174"/>
                <a:gd name="connsiteX14" fmla="*/ 530352 w 2170176"/>
                <a:gd name="connsiteY14" fmla="*/ 201168 h 226174"/>
                <a:gd name="connsiteX15" fmla="*/ 579120 w 2170176"/>
                <a:gd name="connsiteY15" fmla="*/ 213360 h 226174"/>
                <a:gd name="connsiteX16" fmla="*/ 688848 w 2170176"/>
                <a:gd name="connsiteY16" fmla="*/ 188976 h 226174"/>
                <a:gd name="connsiteX17" fmla="*/ 713232 w 2170176"/>
                <a:gd name="connsiteY17" fmla="*/ 182880 h 226174"/>
                <a:gd name="connsiteX18" fmla="*/ 786384 w 2170176"/>
                <a:gd name="connsiteY18" fmla="*/ 140208 h 226174"/>
                <a:gd name="connsiteX19" fmla="*/ 804672 w 2170176"/>
                <a:gd name="connsiteY19" fmla="*/ 134112 h 226174"/>
                <a:gd name="connsiteX20" fmla="*/ 841248 w 2170176"/>
                <a:gd name="connsiteY20" fmla="*/ 109728 h 226174"/>
                <a:gd name="connsiteX21" fmla="*/ 859536 w 2170176"/>
                <a:gd name="connsiteY21" fmla="*/ 103632 h 226174"/>
                <a:gd name="connsiteX22" fmla="*/ 890016 w 2170176"/>
                <a:gd name="connsiteY22" fmla="*/ 85344 h 226174"/>
                <a:gd name="connsiteX23" fmla="*/ 908304 w 2170176"/>
                <a:gd name="connsiteY23" fmla="*/ 73152 h 226174"/>
                <a:gd name="connsiteX24" fmla="*/ 926592 w 2170176"/>
                <a:gd name="connsiteY24" fmla="*/ 67056 h 226174"/>
                <a:gd name="connsiteX25" fmla="*/ 981456 w 2170176"/>
                <a:gd name="connsiteY25" fmla="*/ 42672 h 226174"/>
                <a:gd name="connsiteX26" fmla="*/ 1048512 w 2170176"/>
                <a:gd name="connsiteY26" fmla="*/ 54864 h 226174"/>
                <a:gd name="connsiteX27" fmla="*/ 1085088 w 2170176"/>
                <a:gd name="connsiteY27" fmla="*/ 79248 h 226174"/>
                <a:gd name="connsiteX28" fmla="*/ 1121664 w 2170176"/>
                <a:gd name="connsiteY28" fmla="*/ 97536 h 226174"/>
                <a:gd name="connsiteX29" fmla="*/ 1170432 w 2170176"/>
                <a:gd name="connsiteY29" fmla="*/ 128016 h 226174"/>
                <a:gd name="connsiteX30" fmla="*/ 1188720 w 2170176"/>
                <a:gd name="connsiteY30" fmla="*/ 134112 h 226174"/>
                <a:gd name="connsiteX31" fmla="*/ 1213104 w 2170176"/>
                <a:gd name="connsiteY31" fmla="*/ 146304 h 226174"/>
                <a:gd name="connsiteX32" fmla="*/ 1267968 w 2170176"/>
                <a:gd name="connsiteY32" fmla="*/ 170688 h 226174"/>
                <a:gd name="connsiteX33" fmla="*/ 1420368 w 2170176"/>
                <a:gd name="connsiteY33" fmla="*/ 128016 h 226174"/>
                <a:gd name="connsiteX34" fmla="*/ 1469136 w 2170176"/>
                <a:gd name="connsiteY34" fmla="*/ 109728 h 226174"/>
                <a:gd name="connsiteX35" fmla="*/ 1511808 w 2170176"/>
                <a:gd name="connsiteY35" fmla="*/ 97536 h 226174"/>
                <a:gd name="connsiteX36" fmla="*/ 1530096 w 2170176"/>
                <a:gd name="connsiteY36" fmla="*/ 85344 h 226174"/>
                <a:gd name="connsiteX37" fmla="*/ 1737360 w 2170176"/>
                <a:gd name="connsiteY37" fmla="*/ 103632 h 226174"/>
                <a:gd name="connsiteX38" fmla="*/ 1822704 w 2170176"/>
                <a:gd name="connsiteY38" fmla="*/ 109728 h 226174"/>
                <a:gd name="connsiteX39" fmla="*/ 1908048 w 2170176"/>
                <a:gd name="connsiteY39" fmla="*/ 146304 h 226174"/>
                <a:gd name="connsiteX40" fmla="*/ 1962912 w 2170176"/>
                <a:gd name="connsiteY40" fmla="*/ 176784 h 226174"/>
                <a:gd name="connsiteX41" fmla="*/ 1987296 w 2170176"/>
                <a:gd name="connsiteY41" fmla="*/ 201168 h 226174"/>
                <a:gd name="connsiteX42" fmla="*/ 1993392 w 2170176"/>
                <a:gd name="connsiteY42" fmla="*/ 219456 h 226174"/>
                <a:gd name="connsiteX43" fmla="*/ 2048256 w 2170176"/>
                <a:gd name="connsiteY43" fmla="*/ 225552 h 226174"/>
                <a:gd name="connsiteX44" fmla="*/ 2170176 w 2170176"/>
                <a:gd name="connsiteY44" fmla="*/ 225552 h 226174"/>
                <a:gd name="connsiteX0" fmla="*/ 0 w 2097024"/>
                <a:gd name="connsiteY0" fmla="*/ 0 h 220078"/>
                <a:gd name="connsiteX1" fmla="*/ 48768 w 2097024"/>
                <a:gd name="connsiteY1" fmla="*/ 24384 h 220078"/>
                <a:gd name="connsiteX2" fmla="*/ 79248 w 2097024"/>
                <a:gd name="connsiteY2" fmla="*/ 30480 h 220078"/>
                <a:gd name="connsiteX3" fmla="*/ 97536 w 2097024"/>
                <a:gd name="connsiteY3" fmla="*/ 42672 h 220078"/>
                <a:gd name="connsiteX4" fmla="*/ 140208 w 2097024"/>
                <a:gd name="connsiteY4" fmla="*/ 54864 h 220078"/>
                <a:gd name="connsiteX5" fmla="*/ 158496 w 2097024"/>
                <a:gd name="connsiteY5" fmla="*/ 60960 h 220078"/>
                <a:gd name="connsiteX6" fmla="*/ 207264 w 2097024"/>
                <a:gd name="connsiteY6" fmla="*/ 91440 h 220078"/>
                <a:gd name="connsiteX7" fmla="*/ 225552 w 2097024"/>
                <a:gd name="connsiteY7" fmla="*/ 103632 h 220078"/>
                <a:gd name="connsiteX8" fmla="*/ 256032 w 2097024"/>
                <a:gd name="connsiteY8" fmla="*/ 115824 h 220078"/>
                <a:gd name="connsiteX9" fmla="*/ 280416 w 2097024"/>
                <a:gd name="connsiteY9" fmla="*/ 134112 h 220078"/>
                <a:gd name="connsiteX10" fmla="*/ 298704 w 2097024"/>
                <a:gd name="connsiteY10" fmla="*/ 140208 h 220078"/>
                <a:gd name="connsiteX11" fmla="*/ 396240 w 2097024"/>
                <a:gd name="connsiteY11" fmla="*/ 176784 h 220078"/>
                <a:gd name="connsiteX12" fmla="*/ 438912 w 2097024"/>
                <a:gd name="connsiteY12" fmla="*/ 188976 h 220078"/>
                <a:gd name="connsiteX13" fmla="*/ 457200 w 2097024"/>
                <a:gd name="connsiteY13" fmla="*/ 195072 h 220078"/>
                <a:gd name="connsiteX14" fmla="*/ 505968 w 2097024"/>
                <a:gd name="connsiteY14" fmla="*/ 207264 h 220078"/>
                <a:gd name="connsiteX15" fmla="*/ 615696 w 2097024"/>
                <a:gd name="connsiteY15" fmla="*/ 182880 h 220078"/>
                <a:gd name="connsiteX16" fmla="*/ 640080 w 2097024"/>
                <a:gd name="connsiteY16" fmla="*/ 176784 h 220078"/>
                <a:gd name="connsiteX17" fmla="*/ 713232 w 2097024"/>
                <a:gd name="connsiteY17" fmla="*/ 134112 h 220078"/>
                <a:gd name="connsiteX18" fmla="*/ 731520 w 2097024"/>
                <a:gd name="connsiteY18" fmla="*/ 128016 h 220078"/>
                <a:gd name="connsiteX19" fmla="*/ 768096 w 2097024"/>
                <a:gd name="connsiteY19" fmla="*/ 103632 h 220078"/>
                <a:gd name="connsiteX20" fmla="*/ 786384 w 2097024"/>
                <a:gd name="connsiteY20" fmla="*/ 97536 h 220078"/>
                <a:gd name="connsiteX21" fmla="*/ 816864 w 2097024"/>
                <a:gd name="connsiteY21" fmla="*/ 79248 h 220078"/>
                <a:gd name="connsiteX22" fmla="*/ 835152 w 2097024"/>
                <a:gd name="connsiteY22" fmla="*/ 67056 h 220078"/>
                <a:gd name="connsiteX23" fmla="*/ 853440 w 2097024"/>
                <a:gd name="connsiteY23" fmla="*/ 60960 h 220078"/>
                <a:gd name="connsiteX24" fmla="*/ 908304 w 2097024"/>
                <a:gd name="connsiteY24" fmla="*/ 36576 h 220078"/>
                <a:gd name="connsiteX25" fmla="*/ 975360 w 2097024"/>
                <a:gd name="connsiteY25" fmla="*/ 48768 h 220078"/>
                <a:gd name="connsiteX26" fmla="*/ 1011936 w 2097024"/>
                <a:gd name="connsiteY26" fmla="*/ 73152 h 220078"/>
                <a:gd name="connsiteX27" fmla="*/ 1048512 w 2097024"/>
                <a:gd name="connsiteY27" fmla="*/ 91440 h 220078"/>
                <a:gd name="connsiteX28" fmla="*/ 1097280 w 2097024"/>
                <a:gd name="connsiteY28" fmla="*/ 121920 h 220078"/>
                <a:gd name="connsiteX29" fmla="*/ 1115568 w 2097024"/>
                <a:gd name="connsiteY29" fmla="*/ 128016 h 220078"/>
                <a:gd name="connsiteX30" fmla="*/ 1139952 w 2097024"/>
                <a:gd name="connsiteY30" fmla="*/ 140208 h 220078"/>
                <a:gd name="connsiteX31" fmla="*/ 1194816 w 2097024"/>
                <a:gd name="connsiteY31" fmla="*/ 164592 h 220078"/>
                <a:gd name="connsiteX32" fmla="*/ 1347216 w 2097024"/>
                <a:gd name="connsiteY32" fmla="*/ 121920 h 220078"/>
                <a:gd name="connsiteX33" fmla="*/ 1395984 w 2097024"/>
                <a:gd name="connsiteY33" fmla="*/ 103632 h 220078"/>
                <a:gd name="connsiteX34" fmla="*/ 1438656 w 2097024"/>
                <a:gd name="connsiteY34" fmla="*/ 91440 h 220078"/>
                <a:gd name="connsiteX35" fmla="*/ 1456944 w 2097024"/>
                <a:gd name="connsiteY35" fmla="*/ 79248 h 220078"/>
                <a:gd name="connsiteX36" fmla="*/ 1664208 w 2097024"/>
                <a:gd name="connsiteY36" fmla="*/ 97536 h 220078"/>
                <a:gd name="connsiteX37" fmla="*/ 1749552 w 2097024"/>
                <a:gd name="connsiteY37" fmla="*/ 103632 h 220078"/>
                <a:gd name="connsiteX38" fmla="*/ 1834896 w 2097024"/>
                <a:gd name="connsiteY38" fmla="*/ 140208 h 220078"/>
                <a:gd name="connsiteX39" fmla="*/ 1889760 w 2097024"/>
                <a:gd name="connsiteY39" fmla="*/ 170688 h 220078"/>
                <a:gd name="connsiteX40" fmla="*/ 1914144 w 2097024"/>
                <a:gd name="connsiteY40" fmla="*/ 195072 h 220078"/>
                <a:gd name="connsiteX41" fmla="*/ 1920240 w 2097024"/>
                <a:gd name="connsiteY41" fmla="*/ 213360 h 220078"/>
                <a:gd name="connsiteX42" fmla="*/ 1975104 w 2097024"/>
                <a:gd name="connsiteY42" fmla="*/ 219456 h 220078"/>
                <a:gd name="connsiteX43" fmla="*/ 2097024 w 2097024"/>
                <a:gd name="connsiteY43" fmla="*/ 219456 h 220078"/>
                <a:gd name="connsiteX0" fmla="*/ 0 w 2048256"/>
                <a:gd name="connsiteY0" fmla="*/ 0 h 195694"/>
                <a:gd name="connsiteX1" fmla="*/ 30480 w 2048256"/>
                <a:gd name="connsiteY1" fmla="*/ 6096 h 195694"/>
                <a:gd name="connsiteX2" fmla="*/ 48768 w 2048256"/>
                <a:gd name="connsiteY2" fmla="*/ 18288 h 195694"/>
                <a:gd name="connsiteX3" fmla="*/ 91440 w 2048256"/>
                <a:gd name="connsiteY3" fmla="*/ 30480 h 195694"/>
                <a:gd name="connsiteX4" fmla="*/ 109728 w 2048256"/>
                <a:gd name="connsiteY4" fmla="*/ 36576 h 195694"/>
                <a:gd name="connsiteX5" fmla="*/ 158496 w 2048256"/>
                <a:gd name="connsiteY5" fmla="*/ 67056 h 195694"/>
                <a:gd name="connsiteX6" fmla="*/ 176784 w 2048256"/>
                <a:gd name="connsiteY6" fmla="*/ 79248 h 195694"/>
                <a:gd name="connsiteX7" fmla="*/ 207264 w 2048256"/>
                <a:gd name="connsiteY7" fmla="*/ 91440 h 195694"/>
                <a:gd name="connsiteX8" fmla="*/ 231648 w 2048256"/>
                <a:gd name="connsiteY8" fmla="*/ 109728 h 195694"/>
                <a:gd name="connsiteX9" fmla="*/ 249936 w 2048256"/>
                <a:gd name="connsiteY9" fmla="*/ 115824 h 195694"/>
                <a:gd name="connsiteX10" fmla="*/ 347472 w 2048256"/>
                <a:gd name="connsiteY10" fmla="*/ 152400 h 195694"/>
                <a:gd name="connsiteX11" fmla="*/ 390144 w 2048256"/>
                <a:gd name="connsiteY11" fmla="*/ 164592 h 195694"/>
                <a:gd name="connsiteX12" fmla="*/ 408432 w 2048256"/>
                <a:gd name="connsiteY12" fmla="*/ 170688 h 195694"/>
                <a:gd name="connsiteX13" fmla="*/ 457200 w 2048256"/>
                <a:gd name="connsiteY13" fmla="*/ 182880 h 195694"/>
                <a:gd name="connsiteX14" fmla="*/ 566928 w 2048256"/>
                <a:gd name="connsiteY14" fmla="*/ 158496 h 195694"/>
                <a:gd name="connsiteX15" fmla="*/ 591312 w 2048256"/>
                <a:gd name="connsiteY15" fmla="*/ 152400 h 195694"/>
                <a:gd name="connsiteX16" fmla="*/ 664464 w 2048256"/>
                <a:gd name="connsiteY16" fmla="*/ 109728 h 195694"/>
                <a:gd name="connsiteX17" fmla="*/ 682752 w 2048256"/>
                <a:gd name="connsiteY17" fmla="*/ 103632 h 195694"/>
                <a:gd name="connsiteX18" fmla="*/ 719328 w 2048256"/>
                <a:gd name="connsiteY18" fmla="*/ 79248 h 195694"/>
                <a:gd name="connsiteX19" fmla="*/ 737616 w 2048256"/>
                <a:gd name="connsiteY19" fmla="*/ 73152 h 195694"/>
                <a:gd name="connsiteX20" fmla="*/ 768096 w 2048256"/>
                <a:gd name="connsiteY20" fmla="*/ 54864 h 195694"/>
                <a:gd name="connsiteX21" fmla="*/ 786384 w 2048256"/>
                <a:gd name="connsiteY21" fmla="*/ 42672 h 195694"/>
                <a:gd name="connsiteX22" fmla="*/ 804672 w 2048256"/>
                <a:gd name="connsiteY22" fmla="*/ 36576 h 195694"/>
                <a:gd name="connsiteX23" fmla="*/ 859536 w 2048256"/>
                <a:gd name="connsiteY23" fmla="*/ 12192 h 195694"/>
                <a:gd name="connsiteX24" fmla="*/ 926592 w 2048256"/>
                <a:gd name="connsiteY24" fmla="*/ 24384 h 195694"/>
                <a:gd name="connsiteX25" fmla="*/ 963168 w 2048256"/>
                <a:gd name="connsiteY25" fmla="*/ 48768 h 195694"/>
                <a:gd name="connsiteX26" fmla="*/ 999744 w 2048256"/>
                <a:gd name="connsiteY26" fmla="*/ 67056 h 195694"/>
                <a:gd name="connsiteX27" fmla="*/ 1048512 w 2048256"/>
                <a:gd name="connsiteY27" fmla="*/ 97536 h 195694"/>
                <a:gd name="connsiteX28" fmla="*/ 1066800 w 2048256"/>
                <a:gd name="connsiteY28" fmla="*/ 103632 h 195694"/>
                <a:gd name="connsiteX29" fmla="*/ 1091184 w 2048256"/>
                <a:gd name="connsiteY29" fmla="*/ 115824 h 195694"/>
                <a:gd name="connsiteX30" fmla="*/ 1146048 w 2048256"/>
                <a:gd name="connsiteY30" fmla="*/ 140208 h 195694"/>
                <a:gd name="connsiteX31" fmla="*/ 1298448 w 2048256"/>
                <a:gd name="connsiteY31" fmla="*/ 97536 h 195694"/>
                <a:gd name="connsiteX32" fmla="*/ 1347216 w 2048256"/>
                <a:gd name="connsiteY32" fmla="*/ 79248 h 195694"/>
                <a:gd name="connsiteX33" fmla="*/ 1389888 w 2048256"/>
                <a:gd name="connsiteY33" fmla="*/ 67056 h 195694"/>
                <a:gd name="connsiteX34" fmla="*/ 1408176 w 2048256"/>
                <a:gd name="connsiteY34" fmla="*/ 54864 h 195694"/>
                <a:gd name="connsiteX35" fmla="*/ 1615440 w 2048256"/>
                <a:gd name="connsiteY35" fmla="*/ 73152 h 195694"/>
                <a:gd name="connsiteX36" fmla="*/ 1700784 w 2048256"/>
                <a:gd name="connsiteY36" fmla="*/ 79248 h 195694"/>
                <a:gd name="connsiteX37" fmla="*/ 1786128 w 2048256"/>
                <a:gd name="connsiteY37" fmla="*/ 115824 h 195694"/>
                <a:gd name="connsiteX38" fmla="*/ 1840992 w 2048256"/>
                <a:gd name="connsiteY38" fmla="*/ 146304 h 195694"/>
                <a:gd name="connsiteX39" fmla="*/ 1865376 w 2048256"/>
                <a:gd name="connsiteY39" fmla="*/ 170688 h 195694"/>
                <a:gd name="connsiteX40" fmla="*/ 1871472 w 2048256"/>
                <a:gd name="connsiteY40" fmla="*/ 188976 h 195694"/>
                <a:gd name="connsiteX41" fmla="*/ 1926336 w 2048256"/>
                <a:gd name="connsiteY41" fmla="*/ 195072 h 195694"/>
                <a:gd name="connsiteX42" fmla="*/ 2048256 w 2048256"/>
                <a:gd name="connsiteY42" fmla="*/ 195072 h 195694"/>
                <a:gd name="connsiteX0" fmla="*/ 0 w 2017776"/>
                <a:gd name="connsiteY0" fmla="*/ 0 h 189598"/>
                <a:gd name="connsiteX1" fmla="*/ 18288 w 2017776"/>
                <a:gd name="connsiteY1" fmla="*/ 12192 h 189598"/>
                <a:gd name="connsiteX2" fmla="*/ 60960 w 2017776"/>
                <a:gd name="connsiteY2" fmla="*/ 24384 h 189598"/>
                <a:gd name="connsiteX3" fmla="*/ 79248 w 2017776"/>
                <a:gd name="connsiteY3" fmla="*/ 30480 h 189598"/>
                <a:gd name="connsiteX4" fmla="*/ 128016 w 2017776"/>
                <a:gd name="connsiteY4" fmla="*/ 60960 h 189598"/>
                <a:gd name="connsiteX5" fmla="*/ 146304 w 2017776"/>
                <a:gd name="connsiteY5" fmla="*/ 73152 h 189598"/>
                <a:gd name="connsiteX6" fmla="*/ 176784 w 2017776"/>
                <a:gd name="connsiteY6" fmla="*/ 85344 h 189598"/>
                <a:gd name="connsiteX7" fmla="*/ 201168 w 2017776"/>
                <a:gd name="connsiteY7" fmla="*/ 103632 h 189598"/>
                <a:gd name="connsiteX8" fmla="*/ 219456 w 2017776"/>
                <a:gd name="connsiteY8" fmla="*/ 109728 h 189598"/>
                <a:gd name="connsiteX9" fmla="*/ 316992 w 2017776"/>
                <a:gd name="connsiteY9" fmla="*/ 146304 h 189598"/>
                <a:gd name="connsiteX10" fmla="*/ 359664 w 2017776"/>
                <a:gd name="connsiteY10" fmla="*/ 158496 h 189598"/>
                <a:gd name="connsiteX11" fmla="*/ 377952 w 2017776"/>
                <a:gd name="connsiteY11" fmla="*/ 164592 h 189598"/>
                <a:gd name="connsiteX12" fmla="*/ 426720 w 2017776"/>
                <a:gd name="connsiteY12" fmla="*/ 176784 h 189598"/>
                <a:gd name="connsiteX13" fmla="*/ 536448 w 2017776"/>
                <a:gd name="connsiteY13" fmla="*/ 152400 h 189598"/>
                <a:gd name="connsiteX14" fmla="*/ 560832 w 2017776"/>
                <a:gd name="connsiteY14" fmla="*/ 146304 h 189598"/>
                <a:gd name="connsiteX15" fmla="*/ 633984 w 2017776"/>
                <a:gd name="connsiteY15" fmla="*/ 103632 h 189598"/>
                <a:gd name="connsiteX16" fmla="*/ 652272 w 2017776"/>
                <a:gd name="connsiteY16" fmla="*/ 97536 h 189598"/>
                <a:gd name="connsiteX17" fmla="*/ 688848 w 2017776"/>
                <a:gd name="connsiteY17" fmla="*/ 73152 h 189598"/>
                <a:gd name="connsiteX18" fmla="*/ 707136 w 2017776"/>
                <a:gd name="connsiteY18" fmla="*/ 67056 h 189598"/>
                <a:gd name="connsiteX19" fmla="*/ 737616 w 2017776"/>
                <a:gd name="connsiteY19" fmla="*/ 48768 h 189598"/>
                <a:gd name="connsiteX20" fmla="*/ 755904 w 2017776"/>
                <a:gd name="connsiteY20" fmla="*/ 36576 h 189598"/>
                <a:gd name="connsiteX21" fmla="*/ 774192 w 2017776"/>
                <a:gd name="connsiteY21" fmla="*/ 30480 h 189598"/>
                <a:gd name="connsiteX22" fmla="*/ 829056 w 2017776"/>
                <a:gd name="connsiteY22" fmla="*/ 6096 h 189598"/>
                <a:gd name="connsiteX23" fmla="*/ 896112 w 2017776"/>
                <a:gd name="connsiteY23" fmla="*/ 18288 h 189598"/>
                <a:gd name="connsiteX24" fmla="*/ 932688 w 2017776"/>
                <a:gd name="connsiteY24" fmla="*/ 42672 h 189598"/>
                <a:gd name="connsiteX25" fmla="*/ 969264 w 2017776"/>
                <a:gd name="connsiteY25" fmla="*/ 60960 h 189598"/>
                <a:gd name="connsiteX26" fmla="*/ 1018032 w 2017776"/>
                <a:gd name="connsiteY26" fmla="*/ 91440 h 189598"/>
                <a:gd name="connsiteX27" fmla="*/ 1036320 w 2017776"/>
                <a:gd name="connsiteY27" fmla="*/ 97536 h 189598"/>
                <a:gd name="connsiteX28" fmla="*/ 1060704 w 2017776"/>
                <a:gd name="connsiteY28" fmla="*/ 109728 h 189598"/>
                <a:gd name="connsiteX29" fmla="*/ 1115568 w 2017776"/>
                <a:gd name="connsiteY29" fmla="*/ 134112 h 189598"/>
                <a:gd name="connsiteX30" fmla="*/ 1267968 w 2017776"/>
                <a:gd name="connsiteY30" fmla="*/ 91440 h 189598"/>
                <a:gd name="connsiteX31" fmla="*/ 1316736 w 2017776"/>
                <a:gd name="connsiteY31" fmla="*/ 73152 h 189598"/>
                <a:gd name="connsiteX32" fmla="*/ 1359408 w 2017776"/>
                <a:gd name="connsiteY32" fmla="*/ 60960 h 189598"/>
                <a:gd name="connsiteX33" fmla="*/ 1377696 w 2017776"/>
                <a:gd name="connsiteY33" fmla="*/ 48768 h 189598"/>
                <a:gd name="connsiteX34" fmla="*/ 1584960 w 2017776"/>
                <a:gd name="connsiteY34" fmla="*/ 67056 h 189598"/>
                <a:gd name="connsiteX35" fmla="*/ 1670304 w 2017776"/>
                <a:gd name="connsiteY35" fmla="*/ 73152 h 189598"/>
                <a:gd name="connsiteX36" fmla="*/ 1755648 w 2017776"/>
                <a:gd name="connsiteY36" fmla="*/ 109728 h 189598"/>
                <a:gd name="connsiteX37" fmla="*/ 1810512 w 2017776"/>
                <a:gd name="connsiteY37" fmla="*/ 140208 h 189598"/>
                <a:gd name="connsiteX38" fmla="*/ 1834896 w 2017776"/>
                <a:gd name="connsiteY38" fmla="*/ 164592 h 189598"/>
                <a:gd name="connsiteX39" fmla="*/ 1840992 w 2017776"/>
                <a:gd name="connsiteY39" fmla="*/ 182880 h 189598"/>
                <a:gd name="connsiteX40" fmla="*/ 1895856 w 2017776"/>
                <a:gd name="connsiteY40" fmla="*/ 188976 h 189598"/>
                <a:gd name="connsiteX41" fmla="*/ 2017776 w 2017776"/>
                <a:gd name="connsiteY41" fmla="*/ 188976 h 189598"/>
                <a:gd name="connsiteX0" fmla="*/ 0 w 1999488"/>
                <a:gd name="connsiteY0" fmla="*/ 6096 h 183502"/>
                <a:gd name="connsiteX1" fmla="*/ 42672 w 1999488"/>
                <a:gd name="connsiteY1" fmla="*/ 18288 h 183502"/>
                <a:gd name="connsiteX2" fmla="*/ 60960 w 1999488"/>
                <a:gd name="connsiteY2" fmla="*/ 24384 h 183502"/>
                <a:gd name="connsiteX3" fmla="*/ 109728 w 1999488"/>
                <a:gd name="connsiteY3" fmla="*/ 54864 h 183502"/>
                <a:gd name="connsiteX4" fmla="*/ 128016 w 1999488"/>
                <a:gd name="connsiteY4" fmla="*/ 67056 h 183502"/>
                <a:gd name="connsiteX5" fmla="*/ 158496 w 1999488"/>
                <a:gd name="connsiteY5" fmla="*/ 79248 h 183502"/>
                <a:gd name="connsiteX6" fmla="*/ 182880 w 1999488"/>
                <a:gd name="connsiteY6" fmla="*/ 97536 h 183502"/>
                <a:gd name="connsiteX7" fmla="*/ 201168 w 1999488"/>
                <a:gd name="connsiteY7" fmla="*/ 103632 h 183502"/>
                <a:gd name="connsiteX8" fmla="*/ 298704 w 1999488"/>
                <a:gd name="connsiteY8" fmla="*/ 140208 h 183502"/>
                <a:gd name="connsiteX9" fmla="*/ 341376 w 1999488"/>
                <a:gd name="connsiteY9" fmla="*/ 152400 h 183502"/>
                <a:gd name="connsiteX10" fmla="*/ 359664 w 1999488"/>
                <a:gd name="connsiteY10" fmla="*/ 158496 h 183502"/>
                <a:gd name="connsiteX11" fmla="*/ 408432 w 1999488"/>
                <a:gd name="connsiteY11" fmla="*/ 170688 h 183502"/>
                <a:gd name="connsiteX12" fmla="*/ 518160 w 1999488"/>
                <a:gd name="connsiteY12" fmla="*/ 146304 h 183502"/>
                <a:gd name="connsiteX13" fmla="*/ 542544 w 1999488"/>
                <a:gd name="connsiteY13" fmla="*/ 140208 h 183502"/>
                <a:gd name="connsiteX14" fmla="*/ 615696 w 1999488"/>
                <a:gd name="connsiteY14" fmla="*/ 97536 h 183502"/>
                <a:gd name="connsiteX15" fmla="*/ 633984 w 1999488"/>
                <a:gd name="connsiteY15" fmla="*/ 91440 h 183502"/>
                <a:gd name="connsiteX16" fmla="*/ 670560 w 1999488"/>
                <a:gd name="connsiteY16" fmla="*/ 67056 h 183502"/>
                <a:gd name="connsiteX17" fmla="*/ 688848 w 1999488"/>
                <a:gd name="connsiteY17" fmla="*/ 60960 h 183502"/>
                <a:gd name="connsiteX18" fmla="*/ 719328 w 1999488"/>
                <a:gd name="connsiteY18" fmla="*/ 42672 h 183502"/>
                <a:gd name="connsiteX19" fmla="*/ 737616 w 1999488"/>
                <a:gd name="connsiteY19" fmla="*/ 30480 h 183502"/>
                <a:gd name="connsiteX20" fmla="*/ 755904 w 1999488"/>
                <a:gd name="connsiteY20" fmla="*/ 24384 h 183502"/>
                <a:gd name="connsiteX21" fmla="*/ 810768 w 1999488"/>
                <a:gd name="connsiteY21" fmla="*/ 0 h 183502"/>
                <a:gd name="connsiteX22" fmla="*/ 877824 w 1999488"/>
                <a:gd name="connsiteY22" fmla="*/ 12192 h 183502"/>
                <a:gd name="connsiteX23" fmla="*/ 914400 w 1999488"/>
                <a:gd name="connsiteY23" fmla="*/ 36576 h 183502"/>
                <a:gd name="connsiteX24" fmla="*/ 950976 w 1999488"/>
                <a:gd name="connsiteY24" fmla="*/ 54864 h 183502"/>
                <a:gd name="connsiteX25" fmla="*/ 999744 w 1999488"/>
                <a:gd name="connsiteY25" fmla="*/ 85344 h 183502"/>
                <a:gd name="connsiteX26" fmla="*/ 1018032 w 1999488"/>
                <a:gd name="connsiteY26" fmla="*/ 91440 h 183502"/>
                <a:gd name="connsiteX27" fmla="*/ 1042416 w 1999488"/>
                <a:gd name="connsiteY27" fmla="*/ 103632 h 183502"/>
                <a:gd name="connsiteX28" fmla="*/ 1097280 w 1999488"/>
                <a:gd name="connsiteY28" fmla="*/ 128016 h 183502"/>
                <a:gd name="connsiteX29" fmla="*/ 1249680 w 1999488"/>
                <a:gd name="connsiteY29" fmla="*/ 85344 h 183502"/>
                <a:gd name="connsiteX30" fmla="*/ 1298448 w 1999488"/>
                <a:gd name="connsiteY30" fmla="*/ 67056 h 183502"/>
                <a:gd name="connsiteX31" fmla="*/ 1341120 w 1999488"/>
                <a:gd name="connsiteY31" fmla="*/ 54864 h 183502"/>
                <a:gd name="connsiteX32" fmla="*/ 1359408 w 1999488"/>
                <a:gd name="connsiteY32" fmla="*/ 42672 h 183502"/>
                <a:gd name="connsiteX33" fmla="*/ 1566672 w 1999488"/>
                <a:gd name="connsiteY33" fmla="*/ 60960 h 183502"/>
                <a:gd name="connsiteX34" fmla="*/ 1652016 w 1999488"/>
                <a:gd name="connsiteY34" fmla="*/ 67056 h 183502"/>
                <a:gd name="connsiteX35" fmla="*/ 1737360 w 1999488"/>
                <a:gd name="connsiteY35" fmla="*/ 103632 h 183502"/>
                <a:gd name="connsiteX36" fmla="*/ 1792224 w 1999488"/>
                <a:gd name="connsiteY36" fmla="*/ 134112 h 183502"/>
                <a:gd name="connsiteX37" fmla="*/ 1816608 w 1999488"/>
                <a:gd name="connsiteY37" fmla="*/ 158496 h 183502"/>
                <a:gd name="connsiteX38" fmla="*/ 1822704 w 1999488"/>
                <a:gd name="connsiteY38" fmla="*/ 176784 h 183502"/>
                <a:gd name="connsiteX39" fmla="*/ 1877568 w 1999488"/>
                <a:gd name="connsiteY39" fmla="*/ 182880 h 183502"/>
                <a:gd name="connsiteX40" fmla="*/ 1999488 w 1999488"/>
                <a:gd name="connsiteY40" fmla="*/ 182880 h 183502"/>
                <a:gd name="connsiteX0" fmla="*/ 0 w 1999488"/>
                <a:gd name="connsiteY0" fmla="*/ 6096 h 183502"/>
                <a:gd name="connsiteX1" fmla="*/ 33147 w 1999488"/>
                <a:gd name="connsiteY1" fmla="*/ 16383 h 183502"/>
                <a:gd name="connsiteX2" fmla="*/ 60960 w 1999488"/>
                <a:gd name="connsiteY2" fmla="*/ 24384 h 183502"/>
                <a:gd name="connsiteX3" fmla="*/ 109728 w 1999488"/>
                <a:gd name="connsiteY3" fmla="*/ 54864 h 183502"/>
                <a:gd name="connsiteX4" fmla="*/ 128016 w 1999488"/>
                <a:gd name="connsiteY4" fmla="*/ 67056 h 183502"/>
                <a:gd name="connsiteX5" fmla="*/ 158496 w 1999488"/>
                <a:gd name="connsiteY5" fmla="*/ 79248 h 183502"/>
                <a:gd name="connsiteX6" fmla="*/ 182880 w 1999488"/>
                <a:gd name="connsiteY6" fmla="*/ 97536 h 183502"/>
                <a:gd name="connsiteX7" fmla="*/ 201168 w 1999488"/>
                <a:gd name="connsiteY7" fmla="*/ 103632 h 183502"/>
                <a:gd name="connsiteX8" fmla="*/ 298704 w 1999488"/>
                <a:gd name="connsiteY8" fmla="*/ 140208 h 183502"/>
                <a:gd name="connsiteX9" fmla="*/ 341376 w 1999488"/>
                <a:gd name="connsiteY9" fmla="*/ 152400 h 183502"/>
                <a:gd name="connsiteX10" fmla="*/ 359664 w 1999488"/>
                <a:gd name="connsiteY10" fmla="*/ 158496 h 183502"/>
                <a:gd name="connsiteX11" fmla="*/ 408432 w 1999488"/>
                <a:gd name="connsiteY11" fmla="*/ 170688 h 183502"/>
                <a:gd name="connsiteX12" fmla="*/ 518160 w 1999488"/>
                <a:gd name="connsiteY12" fmla="*/ 146304 h 183502"/>
                <a:gd name="connsiteX13" fmla="*/ 542544 w 1999488"/>
                <a:gd name="connsiteY13" fmla="*/ 140208 h 183502"/>
                <a:gd name="connsiteX14" fmla="*/ 615696 w 1999488"/>
                <a:gd name="connsiteY14" fmla="*/ 97536 h 183502"/>
                <a:gd name="connsiteX15" fmla="*/ 633984 w 1999488"/>
                <a:gd name="connsiteY15" fmla="*/ 91440 h 183502"/>
                <a:gd name="connsiteX16" fmla="*/ 670560 w 1999488"/>
                <a:gd name="connsiteY16" fmla="*/ 67056 h 183502"/>
                <a:gd name="connsiteX17" fmla="*/ 688848 w 1999488"/>
                <a:gd name="connsiteY17" fmla="*/ 60960 h 183502"/>
                <a:gd name="connsiteX18" fmla="*/ 719328 w 1999488"/>
                <a:gd name="connsiteY18" fmla="*/ 42672 h 183502"/>
                <a:gd name="connsiteX19" fmla="*/ 737616 w 1999488"/>
                <a:gd name="connsiteY19" fmla="*/ 30480 h 183502"/>
                <a:gd name="connsiteX20" fmla="*/ 755904 w 1999488"/>
                <a:gd name="connsiteY20" fmla="*/ 24384 h 183502"/>
                <a:gd name="connsiteX21" fmla="*/ 810768 w 1999488"/>
                <a:gd name="connsiteY21" fmla="*/ 0 h 183502"/>
                <a:gd name="connsiteX22" fmla="*/ 877824 w 1999488"/>
                <a:gd name="connsiteY22" fmla="*/ 12192 h 183502"/>
                <a:gd name="connsiteX23" fmla="*/ 914400 w 1999488"/>
                <a:gd name="connsiteY23" fmla="*/ 36576 h 183502"/>
                <a:gd name="connsiteX24" fmla="*/ 950976 w 1999488"/>
                <a:gd name="connsiteY24" fmla="*/ 54864 h 183502"/>
                <a:gd name="connsiteX25" fmla="*/ 999744 w 1999488"/>
                <a:gd name="connsiteY25" fmla="*/ 85344 h 183502"/>
                <a:gd name="connsiteX26" fmla="*/ 1018032 w 1999488"/>
                <a:gd name="connsiteY26" fmla="*/ 91440 h 183502"/>
                <a:gd name="connsiteX27" fmla="*/ 1042416 w 1999488"/>
                <a:gd name="connsiteY27" fmla="*/ 103632 h 183502"/>
                <a:gd name="connsiteX28" fmla="*/ 1097280 w 1999488"/>
                <a:gd name="connsiteY28" fmla="*/ 128016 h 183502"/>
                <a:gd name="connsiteX29" fmla="*/ 1249680 w 1999488"/>
                <a:gd name="connsiteY29" fmla="*/ 85344 h 183502"/>
                <a:gd name="connsiteX30" fmla="*/ 1298448 w 1999488"/>
                <a:gd name="connsiteY30" fmla="*/ 67056 h 183502"/>
                <a:gd name="connsiteX31" fmla="*/ 1341120 w 1999488"/>
                <a:gd name="connsiteY31" fmla="*/ 54864 h 183502"/>
                <a:gd name="connsiteX32" fmla="*/ 1359408 w 1999488"/>
                <a:gd name="connsiteY32" fmla="*/ 42672 h 183502"/>
                <a:gd name="connsiteX33" fmla="*/ 1566672 w 1999488"/>
                <a:gd name="connsiteY33" fmla="*/ 60960 h 183502"/>
                <a:gd name="connsiteX34" fmla="*/ 1652016 w 1999488"/>
                <a:gd name="connsiteY34" fmla="*/ 67056 h 183502"/>
                <a:gd name="connsiteX35" fmla="*/ 1737360 w 1999488"/>
                <a:gd name="connsiteY35" fmla="*/ 103632 h 183502"/>
                <a:gd name="connsiteX36" fmla="*/ 1792224 w 1999488"/>
                <a:gd name="connsiteY36" fmla="*/ 134112 h 183502"/>
                <a:gd name="connsiteX37" fmla="*/ 1816608 w 1999488"/>
                <a:gd name="connsiteY37" fmla="*/ 158496 h 183502"/>
                <a:gd name="connsiteX38" fmla="*/ 1822704 w 1999488"/>
                <a:gd name="connsiteY38" fmla="*/ 176784 h 183502"/>
                <a:gd name="connsiteX39" fmla="*/ 1877568 w 1999488"/>
                <a:gd name="connsiteY39" fmla="*/ 182880 h 183502"/>
                <a:gd name="connsiteX40" fmla="*/ 1999488 w 1999488"/>
                <a:gd name="connsiteY40" fmla="*/ 182880 h 183502"/>
                <a:gd name="connsiteX0" fmla="*/ 0 w 1966341"/>
                <a:gd name="connsiteY0" fmla="*/ 16383 h 183502"/>
                <a:gd name="connsiteX1" fmla="*/ 27813 w 1966341"/>
                <a:gd name="connsiteY1" fmla="*/ 24384 h 183502"/>
                <a:gd name="connsiteX2" fmla="*/ 76581 w 1966341"/>
                <a:gd name="connsiteY2" fmla="*/ 54864 h 183502"/>
                <a:gd name="connsiteX3" fmla="*/ 94869 w 1966341"/>
                <a:gd name="connsiteY3" fmla="*/ 67056 h 183502"/>
                <a:gd name="connsiteX4" fmla="*/ 125349 w 1966341"/>
                <a:gd name="connsiteY4" fmla="*/ 79248 h 183502"/>
                <a:gd name="connsiteX5" fmla="*/ 149733 w 1966341"/>
                <a:gd name="connsiteY5" fmla="*/ 97536 h 183502"/>
                <a:gd name="connsiteX6" fmla="*/ 168021 w 1966341"/>
                <a:gd name="connsiteY6" fmla="*/ 103632 h 183502"/>
                <a:gd name="connsiteX7" fmla="*/ 265557 w 1966341"/>
                <a:gd name="connsiteY7" fmla="*/ 140208 h 183502"/>
                <a:gd name="connsiteX8" fmla="*/ 308229 w 1966341"/>
                <a:gd name="connsiteY8" fmla="*/ 152400 h 183502"/>
                <a:gd name="connsiteX9" fmla="*/ 326517 w 1966341"/>
                <a:gd name="connsiteY9" fmla="*/ 158496 h 183502"/>
                <a:gd name="connsiteX10" fmla="*/ 375285 w 1966341"/>
                <a:gd name="connsiteY10" fmla="*/ 170688 h 183502"/>
                <a:gd name="connsiteX11" fmla="*/ 485013 w 1966341"/>
                <a:gd name="connsiteY11" fmla="*/ 146304 h 183502"/>
                <a:gd name="connsiteX12" fmla="*/ 509397 w 1966341"/>
                <a:gd name="connsiteY12" fmla="*/ 140208 h 183502"/>
                <a:gd name="connsiteX13" fmla="*/ 582549 w 1966341"/>
                <a:gd name="connsiteY13" fmla="*/ 97536 h 183502"/>
                <a:gd name="connsiteX14" fmla="*/ 600837 w 1966341"/>
                <a:gd name="connsiteY14" fmla="*/ 91440 h 183502"/>
                <a:gd name="connsiteX15" fmla="*/ 637413 w 1966341"/>
                <a:gd name="connsiteY15" fmla="*/ 67056 h 183502"/>
                <a:gd name="connsiteX16" fmla="*/ 655701 w 1966341"/>
                <a:gd name="connsiteY16" fmla="*/ 60960 h 183502"/>
                <a:gd name="connsiteX17" fmla="*/ 686181 w 1966341"/>
                <a:gd name="connsiteY17" fmla="*/ 42672 h 183502"/>
                <a:gd name="connsiteX18" fmla="*/ 704469 w 1966341"/>
                <a:gd name="connsiteY18" fmla="*/ 30480 h 183502"/>
                <a:gd name="connsiteX19" fmla="*/ 722757 w 1966341"/>
                <a:gd name="connsiteY19" fmla="*/ 24384 h 183502"/>
                <a:gd name="connsiteX20" fmla="*/ 777621 w 1966341"/>
                <a:gd name="connsiteY20" fmla="*/ 0 h 183502"/>
                <a:gd name="connsiteX21" fmla="*/ 844677 w 1966341"/>
                <a:gd name="connsiteY21" fmla="*/ 12192 h 183502"/>
                <a:gd name="connsiteX22" fmla="*/ 881253 w 1966341"/>
                <a:gd name="connsiteY22" fmla="*/ 36576 h 183502"/>
                <a:gd name="connsiteX23" fmla="*/ 917829 w 1966341"/>
                <a:gd name="connsiteY23" fmla="*/ 54864 h 183502"/>
                <a:gd name="connsiteX24" fmla="*/ 966597 w 1966341"/>
                <a:gd name="connsiteY24" fmla="*/ 85344 h 183502"/>
                <a:gd name="connsiteX25" fmla="*/ 984885 w 1966341"/>
                <a:gd name="connsiteY25" fmla="*/ 91440 h 183502"/>
                <a:gd name="connsiteX26" fmla="*/ 1009269 w 1966341"/>
                <a:gd name="connsiteY26" fmla="*/ 103632 h 183502"/>
                <a:gd name="connsiteX27" fmla="*/ 1064133 w 1966341"/>
                <a:gd name="connsiteY27" fmla="*/ 128016 h 183502"/>
                <a:gd name="connsiteX28" fmla="*/ 1216533 w 1966341"/>
                <a:gd name="connsiteY28" fmla="*/ 85344 h 183502"/>
                <a:gd name="connsiteX29" fmla="*/ 1265301 w 1966341"/>
                <a:gd name="connsiteY29" fmla="*/ 67056 h 183502"/>
                <a:gd name="connsiteX30" fmla="*/ 1307973 w 1966341"/>
                <a:gd name="connsiteY30" fmla="*/ 54864 h 183502"/>
                <a:gd name="connsiteX31" fmla="*/ 1326261 w 1966341"/>
                <a:gd name="connsiteY31" fmla="*/ 42672 h 183502"/>
                <a:gd name="connsiteX32" fmla="*/ 1533525 w 1966341"/>
                <a:gd name="connsiteY32" fmla="*/ 60960 h 183502"/>
                <a:gd name="connsiteX33" fmla="*/ 1618869 w 1966341"/>
                <a:gd name="connsiteY33" fmla="*/ 67056 h 183502"/>
                <a:gd name="connsiteX34" fmla="*/ 1704213 w 1966341"/>
                <a:gd name="connsiteY34" fmla="*/ 103632 h 183502"/>
                <a:gd name="connsiteX35" fmla="*/ 1759077 w 1966341"/>
                <a:gd name="connsiteY35" fmla="*/ 134112 h 183502"/>
                <a:gd name="connsiteX36" fmla="*/ 1783461 w 1966341"/>
                <a:gd name="connsiteY36" fmla="*/ 158496 h 183502"/>
                <a:gd name="connsiteX37" fmla="*/ 1789557 w 1966341"/>
                <a:gd name="connsiteY37" fmla="*/ 176784 h 183502"/>
                <a:gd name="connsiteX38" fmla="*/ 1844421 w 1966341"/>
                <a:gd name="connsiteY38" fmla="*/ 182880 h 183502"/>
                <a:gd name="connsiteX39" fmla="*/ 1966341 w 1966341"/>
                <a:gd name="connsiteY39" fmla="*/ 182880 h 183502"/>
                <a:gd name="connsiteX0" fmla="*/ 0 w 1844421"/>
                <a:gd name="connsiteY0" fmla="*/ 16383 h 182880"/>
                <a:gd name="connsiteX1" fmla="*/ 27813 w 1844421"/>
                <a:gd name="connsiteY1" fmla="*/ 24384 h 182880"/>
                <a:gd name="connsiteX2" fmla="*/ 76581 w 1844421"/>
                <a:gd name="connsiteY2" fmla="*/ 54864 h 182880"/>
                <a:gd name="connsiteX3" fmla="*/ 94869 w 1844421"/>
                <a:gd name="connsiteY3" fmla="*/ 67056 h 182880"/>
                <a:gd name="connsiteX4" fmla="*/ 125349 w 1844421"/>
                <a:gd name="connsiteY4" fmla="*/ 79248 h 182880"/>
                <a:gd name="connsiteX5" fmla="*/ 149733 w 1844421"/>
                <a:gd name="connsiteY5" fmla="*/ 97536 h 182880"/>
                <a:gd name="connsiteX6" fmla="*/ 168021 w 1844421"/>
                <a:gd name="connsiteY6" fmla="*/ 103632 h 182880"/>
                <a:gd name="connsiteX7" fmla="*/ 265557 w 1844421"/>
                <a:gd name="connsiteY7" fmla="*/ 140208 h 182880"/>
                <a:gd name="connsiteX8" fmla="*/ 308229 w 1844421"/>
                <a:gd name="connsiteY8" fmla="*/ 152400 h 182880"/>
                <a:gd name="connsiteX9" fmla="*/ 326517 w 1844421"/>
                <a:gd name="connsiteY9" fmla="*/ 158496 h 182880"/>
                <a:gd name="connsiteX10" fmla="*/ 375285 w 1844421"/>
                <a:gd name="connsiteY10" fmla="*/ 170688 h 182880"/>
                <a:gd name="connsiteX11" fmla="*/ 485013 w 1844421"/>
                <a:gd name="connsiteY11" fmla="*/ 146304 h 182880"/>
                <a:gd name="connsiteX12" fmla="*/ 509397 w 1844421"/>
                <a:gd name="connsiteY12" fmla="*/ 140208 h 182880"/>
                <a:gd name="connsiteX13" fmla="*/ 582549 w 1844421"/>
                <a:gd name="connsiteY13" fmla="*/ 97536 h 182880"/>
                <a:gd name="connsiteX14" fmla="*/ 600837 w 1844421"/>
                <a:gd name="connsiteY14" fmla="*/ 91440 h 182880"/>
                <a:gd name="connsiteX15" fmla="*/ 637413 w 1844421"/>
                <a:gd name="connsiteY15" fmla="*/ 67056 h 182880"/>
                <a:gd name="connsiteX16" fmla="*/ 655701 w 1844421"/>
                <a:gd name="connsiteY16" fmla="*/ 60960 h 182880"/>
                <a:gd name="connsiteX17" fmla="*/ 686181 w 1844421"/>
                <a:gd name="connsiteY17" fmla="*/ 42672 h 182880"/>
                <a:gd name="connsiteX18" fmla="*/ 704469 w 1844421"/>
                <a:gd name="connsiteY18" fmla="*/ 30480 h 182880"/>
                <a:gd name="connsiteX19" fmla="*/ 722757 w 1844421"/>
                <a:gd name="connsiteY19" fmla="*/ 24384 h 182880"/>
                <a:gd name="connsiteX20" fmla="*/ 777621 w 1844421"/>
                <a:gd name="connsiteY20" fmla="*/ 0 h 182880"/>
                <a:gd name="connsiteX21" fmla="*/ 844677 w 1844421"/>
                <a:gd name="connsiteY21" fmla="*/ 12192 h 182880"/>
                <a:gd name="connsiteX22" fmla="*/ 881253 w 1844421"/>
                <a:gd name="connsiteY22" fmla="*/ 36576 h 182880"/>
                <a:gd name="connsiteX23" fmla="*/ 917829 w 1844421"/>
                <a:gd name="connsiteY23" fmla="*/ 54864 h 182880"/>
                <a:gd name="connsiteX24" fmla="*/ 966597 w 1844421"/>
                <a:gd name="connsiteY24" fmla="*/ 85344 h 182880"/>
                <a:gd name="connsiteX25" fmla="*/ 984885 w 1844421"/>
                <a:gd name="connsiteY25" fmla="*/ 91440 h 182880"/>
                <a:gd name="connsiteX26" fmla="*/ 1009269 w 1844421"/>
                <a:gd name="connsiteY26" fmla="*/ 103632 h 182880"/>
                <a:gd name="connsiteX27" fmla="*/ 1064133 w 1844421"/>
                <a:gd name="connsiteY27" fmla="*/ 128016 h 182880"/>
                <a:gd name="connsiteX28" fmla="*/ 1216533 w 1844421"/>
                <a:gd name="connsiteY28" fmla="*/ 85344 h 182880"/>
                <a:gd name="connsiteX29" fmla="*/ 1265301 w 1844421"/>
                <a:gd name="connsiteY29" fmla="*/ 67056 h 182880"/>
                <a:gd name="connsiteX30" fmla="*/ 1307973 w 1844421"/>
                <a:gd name="connsiteY30" fmla="*/ 54864 h 182880"/>
                <a:gd name="connsiteX31" fmla="*/ 1326261 w 1844421"/>
                <a:gd name="connsiteY31" fmla="*/ 42672 h 182880"/>
                <a:gd name="connsiteX32" fmla="*/ 1533525 w 1844421"/>
                <a:gd name="connsiteY32" fmla="*/ 60960 h 182880"/>
                <a:gd name="connsiteX33" fmla="*/ 1618869 w 1844421"/>
                <a:gd name="connsiteY33" fmla="*/ 67056 h 182880"/>
                <a:gd name="connsiteX34" fmla="*/ 1704213 w 1844421"/>
                <a:gd name="connsiteY34" fmla="*/ 103632 h 182880"/>
                <a:gd name="connsiteX35" fmla="*/ 1759077 w 1844421"/>
                <a:gd name="connsiteY35" fmla="*/ 134112 h 182880"/>
                <a:gd name="connsiteX36" fmla="*/ 1783461 w 1844421"/>
                <a:gd name="connsiteY36" fmla="*/ 158496 h 182880"/>
                <a:gd name="connsiteX37" fmla="*/ 1789557 w 1844421"/>
                <a:gd name="connsiteY37" fmla="*/ 176784 h 182880"/>
                <a:gd name="connsiteX38" fmla="*/ 1844421 w 1844421"/>
                <a:gd name="connsiteY38" fmla="*/ 182880 h 182880"/>
                <a:gd name="connsiteX0" fmla="*/ 0 w 1789557"/>
                <a:gd name="connsiteY0" fmla="*/ 16383 h 176784"/>
                <a:gd name="connsiteX1" fmla="*/ 27813 w 1789557"/>
                <a:gd name="connsiteY1" fmla="*/ 24384 h 176784"/>
                <a:gd name="connsiteX2" fmla="*/ 76581 w 1789557"/>
                <a:gd name="connsiteY2" fmla="*/ 54864 h 176784"/>
                <a:gd name="connsiteX3" fmla="*/ 94869 w 1789557"/>
                <a:gd name="connsiteY3" fmla="*/ 67056 h 176784"/>
                <a:gd name="connsiteX4" fmla="*/ 125349 w 1789557"/>
                <a:gd name="connsiteY4" fmla="*/ 79248 h 176784"/>
                <a:gd name="connsiteX5" fmla="*/ 149733 w 1789557"/>
                <a:gd name="connsiteY5" fmla="*/ 97536 h 176784"/>
                <a:gd name="connsiteX6" fmla="*/ 168021 w 1789557"/>
                <a:gd name="connsiteY6" fmla="*/ 103632 h 176784"/>
                <a:gd name="connsiteX7" fmla="*/ 265557 w 1789557"/>
                <a:gd name="connsiteY7" fmla="*/ 140208 h 176784"/>
                <a:gd name="connsiteX8" fmla="*/ 308229 w 1789557"/>
                <a:gd name="connsiteY8" fmla="*/ 152400 h 176784"/>
                <a:gd name="connsiteX9" fmla="*/ 326517 w 1789557"/>
                <a:gd name="connsiteY9" fmla="*/ 158496 h 176784"/>
                <a:gd name="connsiteX10" fmla="*/ 375285 w 1789557"/>
                <a:gd name="connsiteY10" fmla="*/ 170688 h 176784"/>
                <a:gd name="connsiteX11" fmla="*/ 485013 w 1789557"/>
                <a:gd name="connsiteY11" fmla="*/ 146304 h 176784"/>
                <a:gd name="connsiteX12" fmla="*/ 509397 w 1789557"/>
                <a:gd name="connsiteY12" fmla="*/ 140208 h 176784"/>
                <a:gd name="connsiteX13" fmla="*/ 582549 w 1789557"/>
                <a:gd name="connsiteY13" fmla="*/ 97536 h 176784"/>
                <a:gd name="connsiteX14" fmla="*/ 600837 w 1789557"/>
                <a:gd name="connsiteY14" fmla="*/ 91440 h 176784"/>
                <a:gd name="connsiteX15" fmla="*/ 637413 w 1789557"/>
                <a:gd name="connsiteY15" fmla="*/ 67056 h 176784"/>
                <a:gd name="connsiteX16" fmla="*/ 655701 w 1789557"/>
                <a:gd name="connsiteY16" fmla="*/ 60960 h 176784"/>
                <a:gd name="connsiteX17" fmla="*/ 686181 w 1789557"/>
                <a:gd name="connsiteY17" fmla="*/ 42672 h 176784"/>
                <a:gd name="connsiteX18" fmla="*/ 704469 w 1789557"/>
                <a:gd name="connsiteY18" fmla="*/ 30480 h 176784"/>
                <a:gd name="connsiteX19" fmla="*/ 722757 w 1789557"/>
                <a:gd name="connsiteY19" fmla="*/ 24384 h 176784"/>
                <a:gd name="connsiteX20" fmla="*/ 777621 w 1789557"/>
                <a:gd name="connsiteY20" fmla="*/ 0 h 176784"/>
                <a:gd name="connsiteX21" fmla="*/ 844677 w 1789557"/>
                <a:gd name="connsiteY21" fmla="*/ 12192 h 176784"/>
                <a:gd name="connsiteX22" fmla="*/ 881253 w 1789557"/>
                <a:gd name="connsiteY22" fmla="*/ 36576 h 176784"/>
                <a:gd name="connsiteX23" fmla="*/ 917829 w 1789557"/>
                <a:gd name="connsiteY23" fmla="*/ 54864 h 176784"/>
                <a:gd name="connsiteX24" fmla="*/ 966597 w 1789557"/>
                <a:gd name="connsiteY24" fmla="*/ 85344 h 176784"/>
                <a:gd name="connsiteX25" fmla="*/ 984885 w 1789557"/>
                <a:gd name="connsiteY25" fmla="*/ 91440 h 176784"/>
                <a:gd name="connsiteX26" fmla="*/ 1009269 w 1789557"/>
                <a:gd name="connsiteY26" fmla="*/ 103632 h 176784"/>
                <a:gd name="connsiteX27" fmla="*/ 1064133 w 1789557"/>
                <a:gd name="connsiteY27" fmla="*/ 128016 h 176784"/>
                <a:gd name="connsiteX28" fmla="*/ 1216533 w 1789557"/>
                <a:gd name="connsiteY28" fmla="*/ 85344 h 176784"/>
                <a:gd name="connsiteX29" fmla="*/ 1265301 w 1789557"/>
                <a:gd name="connsiteY29" fmla="*/ 67056 h 176784"/>
                <a:gd name="connsiteX30" fmla="*/ 1307973 w 1789557"/>
                <a:gd name="connsiteY30" fmla="*/ 54864 h 176784"/>
                <a:gd name="connsiteX31" fmla="*/ 1326261 w 1789557"/>
                <a:gd name="connsiteY31" fmla="*/ 42672 h 176784"/>
                <a:gd name="connsiteX32" fmla="*/ 1533525 w 1789557"/>
                <a:gd name="connsiteY32" fmla="*/ 60960 h 176784"/>
                <a:gd name="connsiteX33" fmla="*/ 1618869 w 1789557"/>
                <a:gd name="connsiteY33" fmla="*/ 67056 h 176784"/>
                <a:gd name="connsiteX34" fmla="*/ 1704213 w 1789557"/>
                <a:gd name="connsiteY34" fmla="*/ 103632 h 176784"/>
                <a:gd name="connsiteX35" fmla="*/ 1759077 w 1789557"/>
                <a:gd name="connsiteY35" fmla="*/ 134112 h 176784"/>
                <a:gd name="connsiteX36" fmla="*/ 1783461 w 1789557"/>
                <a:gd name="connsiteY36" fmla="*/ 158496 h 176784"/>
                <a:gd name="connsiteX37" fmla="*/ 1789557 w 1789557"/>
                <a:gd name="connsiteY37" fmla="*/ 176784 h 176784"/>
                <a:gd name="connsiteX0" fmla="*/ 0 w 1783461"/>
                <a:gd name="connsiteY0" fmla="*/ 16383 h 170688"/>
                <a:gd name="connsiteX1" fmla="*/ 27813 w 1783461"/>
                <a:gd name="connsiteY1" fmla="*/ 24384 h 170688"/>
                <a:gd name="connsiteX2" fmla="*/ 76581 w 1783461"/>
                <a:gd name="connsiteY2" fmla="*/ 54864 h 170688"/>
                <a:gd name="connsiteX3" fmla="*/ 94869 w 1783461"/>
                <a:gd name="connsiteY3" fmla="*/ 67056 h 170688"/>
                <a:gd name="connsiteX4" fmla="*/ 125349 w 1783461"/>
                <a:gd name="connsiteY4" fmla="*/ 79248 h 170688"/>
                <a:gd name="connsiteX5" fmla="*/ 149733 w 1783461"/>
                <a:gd name="connsiteY5" fmla="*/ 97536 h 170688"/>
                <a:gd name="connsiteX6" fmla="*/ 168021 w 1783461"/>
                <a:gd name="connsiteY6" fmla="*/ 103632 h 170688"/>
                <a:gd name="connsiteX7" fmla="*/ 265557 w 1783461"/>
                <a:gd name="connsiteY7" fmla="*/ 140208 h 170688"/>
                <a:gd name="connsiteX8" fmla="*/ 308229 w 1783461"/>
                <a:gd name="connsiteY8" fmla="*/ 152400 h 170688"/>
                <a:gd name="connsiteX9" fmla="*/ 326517 w 1783461"/>
                <a:gd name="connsiteY9" fmla="*/ 158496 h 170688"/>
                <a:gd name="connsiteX10" fmla="*/ 375285 w 1783461"/>
                <a:gd name="connsiteY10" fmla="*/ 170688 h 170688"/>
                <a:gd name="connsiteX11" fmla="*/ 485013 w 1783461"/>
                <a:gd name="connsiteY11" fmla="*/ 146304 h 170688"/>
                <a:gd name="connsiteX12" fmla="*/ 509397 w 1783461"/>
                <a:gd name="connsiteY12" fmla="*/ 140208 h 170688"/>
                <a:gd name="connsiteX13" fmla="*/ 582549 w 1783461"/>
                <a:gd name="connsiteY13" fmla="*/ 97536 h 170688"/>
                <a:gd name="connsiteX14" fmla="*/ 600837 w 1783461"/>
                <a:gd name="connsiteY14" fmla="*/ 91440 h 170688"/>
                <a:gd name="connsiteX15" fmla="*/ 637413 w 1783461"/>
                <a:gd name="connsiteY15" fmla="*/ 67056 h 170688"/>
                <a:gd name="connsiteX16" fmla="*/ 655701 w 1783461"/>
                <a:gd name="connsiteY16" fmla="*/ 60960 h 170688"/>
                <a:gd name="connsiteX17" fmla="*/ 686181 w 1783461"/>
                <a:gd name="connsiteY17" fmla="*/ 42672 h 170688"/>
                <a:gd name="connsiteX18" fmla="*/ 704469 w 1783461"/>
                <a:gd name="connsiteY18" fmla="*/ 30480 h 170688"/>
                <a:gd name="connsiteX19" fmla="*/ 722757 w 1783461"/>
                <a:gd name="connsiteY19" fmla="*/ 24384 h 170688"/>
                <a:gd name="connsiteX20" fmla="*/ 777621 w 1783461"/>
                <a:gd name="connsiteY20" fmla="*/ 0 h 170688"/>
                <a:gd name="connsiteX21" fmla="*/ 844677 w 1783461"/>
                <a:gd name="connsiteY21" fmla="*/ 12192 h 170688"/>
                <a:gd name="connsiteX22" fmla="*/ 881253 w 1783461"/>
                <a:gd name="connsiteY22" fmla="*/ 36576 h 170688"/>
                <a:gd name="connsiteX23" fmla="*/ 917829 w 1783461"/>
                <a:gd name="connsiteY23" fmla="*/ 54864 h 170688"/>
                <a:gd name="connsiteX24" fmla="*/ 966597 w 1783461"/>
                <a:gd name="connsiteY24" fmla="*/ 85344 h 170688"/>
                <a:gd name="connsiteX25" fmla="*/ 984885 w 1783461"/>
                <a:gd name="connsiteY25" fmla="*/ 91440 h 170688"/>
                <a:gd name="connsiteX26" fmla="*/ 1009269 w 1783461"/>
                <a:gd name="connsiteY26" fmla="*/ 103632 h 170688"/>
                <a:gd name="connsiteX27" fmla="*/ 1064133 w 1783461"/>
                <a:gd name="connsiteY27" fmla="*/ 128016 h 170688"/>
                <a:gd name="connsiteX28" fmla="*/ 1216533 w 1783461"/>
                <a:gd name="connsiteY28" fmla="*/ 85344 h 170688"/>
                <a:gd name="connsiteX29" fmla="*/ 1265301 w 1783461"/>
                <a:gd name="connsiteY29" fmla="*/ 67056 h 170688"/>
                <a:gd name="connsiteX30" fmla="*/ 1307973 w 1783461"/>
                <a:gd name="connsiteY30" fmla="*/ 54864 h 170688"/>
                <a:gd name="connsiteX31" fmla="*/ 1326261 w 1783461"/>
                <a:gd name="connsiteY31" fmla="*/ 42672 h 170688"/>
                <a:gd name="connsiteX32" fmla="*/ 1533525 w 1783461"/>
                <a:gd name="connsiteY32" fmla="*/ 60960 h 170688"/>
                <a:gd name="connsiteX33" fmla="*/ 1618869 w 1783461"/>
                <a:gd name="connsiteY33" fmla="*/ 67056 h 170688"/>
                <a:gd name="connsiteX34" fmla="*/ 1704213 w 1783461"/>
                <a:gd name="connsiteY34" fmla="*/ 103632 h 170688"/>
                <a:gd name="connsiteX35" fmla="*/ 1759077 w 1783461"/>
                <a:gd name="connsiteY35" fmla="*/ 134112 h 170688"/>
                <a:gd name="connsiteX36" fmla="*/ 1783461 w 1783461"/>
                <a:gd name="connsiteY36" fmla="*/ 158496 h 170688"/>
                <a:gd name="connsiteX0" fmla="*/ 0 w 1759077"/>
                <a:gd name="connsiteY0" fmla="*/ 16383 h 170688"/>
                <a:gd name="connsiteX1" fmla="*/ 27813 w 1759077"/>
                <a:gd name="connsiteY1" fmla="*/ 24384 h 170688"/>
                <a:gd name="connsiteX2" fmla="*/ 76581 w 1759077"/>
                <a:gd name="connsiteY2" fmla="*/ 54864 h 170688"/>
                <a:gd name="connsiteX3" fmla="*/ 94869 w 1759077"/>
                <a:gd name="connsiteY3" fmla="*/ 67056 h 170688"/>
                <a:gd name="connsiteX4" fmla="*/ 125349 w 1759077"/>
                <a:gd name="connsiteY4" fmla="*/ 79248 h 170688"/>
                <a:gd name="connsiteX5" fmla="*/ 149733 w 1759077"/>
                <a:gd name="connsiteY5" fmla="*/ 97536 h 170688"/>
                <a:gd name="connsiteX6" fmla="*/ 168021 w 1759077"/>
                <a:gd name="connsiteY6" fmla="*/ 103632 h 170688"/>
                <a:gd name="connsiteX7" fmla="*/ 265557 w 1759077"/>
                <a:gd name="connsiteY7" fmla="*/ 140208 h 170688"/>
                <a:gd name="connsiteX8" fmla="*/ 308229 w 1759077"/>
                <a:gd name="connsiteY8" fmla="*/ 152400 h 170688"/>
                <a:gd name="connsiteX9" fmla="*/ 326517 w 1759077"/>
                <a:gd name="connsiteY9" fmla="*/ 158496 h 170688"/>
                <a:gd name="connsiteX10" fmla="*/ 375285 w 1759077"/>
                <a:gd name="connsiteY10" fmla="*/ 170688 h 170688"/>
                <a:gd name="connsiteX11" fmla="*/ 485013 w 1759077"/>
                <a:gd name="connsiteY11" fmla="*/ 146304 h 170688"/>
                <a:gd name="connsiteX12" fmla="*/ 509397 w 1759077"/>
                <a:gd name="connsiteY12" fmla="*/ 140208 h 170688"/>
                <a:gd name="connsiteX13" fmla="*/ 582549 w 1759077"/>
                <a:gd name="connsiteY13" fmla="*/ 97536 h 170688"/>
                <a:gd name="connsiteX14" fmla="*/ 600837 w 1759077"/>
                <a:gd name="connsiteY14" fmla="*/ 91440 h 170688"/>
                <a:gd name="connsiteX15" fmla="*/ 637413 w 1759077"/>
                <a:gd name="connsiteY15" fmla="*/ 67056 h 170688"/>
                <a:gd name="connsiteX16" fmla="*/ 655701 w 1759077"/>
                <a:gd name="connsiteY16" fmla="*/ 60960 h 170688"/>
                <a:gd name="connsiteX17" fmla="*/ 686181 w 1759077"/>
                <a:gd name="connsiteY17" fmla="*/ 42672 h 170688"/>
                <a:gd name="connsiteX18" fmla="*/ 704469 w 1759077"/>
                <a:gd name="connsiteY18" fmla="*/ 30480 h 170688"/>
                <a:gd name="connsiteX19" fmla="*/ 722757 w 1759077"/>
                <a:gd name="connsiteY19" fmla="*/ 24384 h 170688"/>
                <a:gd name="connsiteX20" fmla="*/ 777621 w 1759077"/>
                <a:gd name="connsiteY20" fmla="*/ 0 h 170688"/>
                <a:gd name="connsiteX21" fmla="*/ 844677 w 1759077"/>
                <a:gd name="connsiteY21" fmla="*/ 12192 h 170688"/>
                <a:gd name="connsiteX22" fmla="*/ 881253 w 1759077"/>
                <a:gd name="connsiteY22" fmla="*/ 36576 h 170688"/>
                <a:gd name="connsiteX23" fmla="*/ 917829 w 1759077"/>
                <a:gd name="connsiteY23" fmla="*/ 54864 h 170688"/>
                <a:gd name="connsiteX24" fmla="*/ 966597 w 1759077"/>
                <a:gd name="connsiteY24" fmla="*/ 85344 h 170688"/>
                <a:gd name="connsiteX25" fmla="*/ 984885 w 1759077"/>
                <a:gd name="connsiteY25" fmla="*/ 91440 h 170688"/>
                <a:gd name="connsiteX26" fmla="*/ 1009269 w 1759077"/>
                <a:gd name="connsiteY26" fmla="*/ 103632 h 170688"/>
                <a:gd name="connsiteX27" fmla="*/ 1064133 w 1759077"/>
                <a:gd name="connsiteY27" fmla="*/ 128016 h 170688"/>
                <a:gd name="connsiteX28" fmla="*/ 1216533 w 1759077"/>
                <a:gd name="connsiteY28" fmla="*/ 85344 h 170688"/>
                <a:gd name="connsiteX29" fmla="*/ 1265301 w 1759077"/>
                <a:gd name="connsiteY29" fmla="*/ 67056 h 170688"/>
                <a:gd name="connsiteX30" fmla="*/ 1307973 w 1759077"/>
                <a:gd name="connsiteY30" fmla="*/ 54864 h 170688"/>
                <a:gd name="connsiteX31" fmla="*/ 1326261 w 1759077"/>
                <a:gd name="connsiteY31" fmla="*/ 42672 h 170688"/>
                <a:gd name="connsiteX32" fmla="*/ 1533525 w 1759077"/>
                <a:gd name="connsiteY32" fmla="*/ 60960 h 170688"/>
                <a:gd name="connsiteX33" fmla="*/ 1618869 w 1759077"/>
                <a:gd name="connsiteY33" fmla="*/ 67056 h 170688"/>
                <a:gd name="connsiteX34" fmla="*/ 1704213 w 1759077"/>
                <a:gd name="connsiteY34" fmla="*/ 103632 h 170688"/>
                <a:gd name="connsiteX35" fmla="*/ 1759077 w 1759077"/>
                <a:gd name="connsiteY35" fmla="*/ 134112 h 170688"/>
                <a:gd name="connsiteX0" fmla="*/ 0 w 1704213"/>
                <a:gd name="connsiteY0" fmla="*/ 16383 h 170688"/>
                <a:gd name="connsiteX1" fmla="*/ 27813 w 1704213"/>
                <a:gd name="connsiteY1" fmla="*/ 24384 h 170688"/>
                <a:gd name="connsiteX2" fmla="*/ 76581 w 1704213"/>
                <a:gd name="connsiteY2" fmla="*/ 54864 h 170688"/>
                <a:gd name="connsiteX3" fmla="*/ 94869 w 1704213"/>
                <a:gd name="connsiteY3" fmla="*/ 67056 h 170688"/>
                <a:gd name="connsiteX4" fmla="*/ 125349 w 1704213"/>
                <a:gd name="connsiteY4" fmla="*/ 79248 h 170688"/>
                <a:gd name="connsiteX5" fmla="*/ 149733 w 1704213"/>
                <a:gd name="connsiteY5" fmla="*/ 97536 h 170688"/>
                <a:gd name="connsiteX6" fmla="*/ 168021 w 1704213"/>
                <a:gd name="connsiteY6" fmla="*/ 103632 h 170688"/>
                <a:gd name="connsiteX7" fmla="*/ 265557 w 1704213"/>
                <a:gd name="connsiteY7" fmla="*/ 140208 h 170688"/>
                <a:gd name="connsiteX8" fmla="*/ 308229 w 1704213"/>
                <a:gd name="connsiteY8" fmla="*/ 152400 h 170688"/>
                <a:gd name="connsiteX9" fmla="*/ 326517 w 1704213"/>
                <a:gd name="connsiteY9" fmla="*/ 158496 h 170688"/>
                <a:gd name="connsiteX10" fmla="*/ 375285 w 1704213"/>
                <a:gd name="connsiteY10" fmla="*/ 170688 h 170688"/>
                <a:gd name="connsiteX11" fmla="*/ 485013 w 1704213"/>
                <a:gd name="connsiteY11" fmla="*/ 146304 h 170688"/>
                <a:gd name="connsiteX12" fmla="*/ 509397 w 1704213"/>
                <a:gd name="connsiteY12" fmla="*/ 140208 h 170688"/>
                <a:gd name="connsiteX13" fmla="*/ 582549 w 1704213"/>
                <a:gd name="connsiteY13" fmla="*/ 97536 h 170688"/>
                <a:gd name="connsiteX14" fmla="*/ 600837 w 1704213"/>
                <a:gd name="connsiteY14" fmla="*/ 91440 h 170688"/>
                <a:gd name="connsiteX15" fmla="*/ 637413 w 1704213"/>
                <a:gd name="connsiteY15" fmla="*/ 67056 h 170688"/>
                <a:gd name="connsiteX16" fmla="*/ 655701 w 1704213"/>
                <a:gd name="connsiteY16" fmla="*/ 60960 h 170688"/>
                <a:gd name="connsiteX17" fmla="*/ 686181 w 1704213"/>
                <a:gd name="connsiteY17" fmla="*/ 42672 h 170688"/>
                <a:gd name="connsiteX18" fmla="*/ 704469 w 1704213"/>
                <a:gd name="connsiteY18" fmla="*/ 30480 h 170688"/>
                <a:gd name="connsiteX19" fmla="*/ 722757 w 1704213"/>
                <a:gd name="connsiteY19" fmla="*/ 24384 h 170688"/>
                <a:gd name="connsiteX20" fmla="*/ 777621 w 1704213"/>
                <a:gd name="connsiteY20" fmla="*/ 0 h 170688"/>
                <a:gd name="connsiteX21" fmla="*/ 844677 w 1704213"/>
                <a:gd name="connsiteY21" fmla="*/ 12192 h 170688"/>
                <a:gd name="connsiteX22" fmla="*/ 881253 w 1704213"/>
                <a:gd name="connsiteY22" fmla="*/ 36576 h 170688"/>
                <a:gd name="connsiteX23" fmla="*/ 917829 w 1704213"/>
                <a:gd name="connsiteY23" fmla="*/ 54864 h 170688"/>
                <a:gd name="connsiteX24" fmla="*/ 966597 w 1704213"/>
                <a:gd name="connsiteY24" fmla="*/ 85344 h 170688"/>
                <a:gd name="connsiteX25" fmla="*/ 984885 w 1704213"/>
                <a:gd name="connsiteY25" fmla="*/ 91440 h 170688"/>
                <a:gd name="connsiteX26" fmla="*/ 1009269 w 1704213"/>
                <a:gd name="connsiteY26" fmla="*/ 103632 h 170688"/>
                <a:gd name="connsiteX27" fmla="*/ 1064133 w 1704213"/>
                <a:gd name="connsiteY27" fmla="*/ 128016 h 170688"/>
                <a:gd name="connsiteX28" fmla="*/ 1216533 w 1704213"/>
                <a:gd name="connsiteY28" fmla="*/ 85344 h 170688"/>
                <a:gd name="connsiteX29" fmla="*/ 1265301 w 1704213"/>
                <a:gd name="connsiteY29" fmla="*/ 67056 h 170688"/>
                <a:gd name="connsiteX30" fmla="*/ 1307973 w 1704213"/>
                <a:gd name="connsiteY30" fmla="*/ 54864 h 170688"/>
                <a:gd name="connsiteX31" fmla="*/ 1326261 w 1704213"/>
                <a:gd name="connsiteY31" fmla="*/ 42672 h 170688"/>
                <a:gd name="connsiteX32" fmla="*/ 1533525 w 1704213"/>
                <a:gd name="connsiteY32" fmla="*/ 60960 h 170688"/>
                <a:gd name="connsiteX33" fmla="*/ 1618869 w 1704213"/>
                <a:gd name="connsiteY33" fmla="*/ 67056 h 170688"/>
                <a:gd name="connsiteX34" fmla="*/ 1704213 w 1704213"/>
                <a:gd name="connsiteY34" fmla="*/ 103632 h 170688"/>
                <a:gd name="connsiteX0" fmla="*/ 0 w 1618869"/>
                <a:gd name="connsiteY0" fmla="*/ 16383 h 170688"/>
                <a:gd name="connsiteX1" fmla="*/ 27813 w 1618869"/>
                <a:gd name="connsiteY1" fmla="*/ 24384 h 170688"/>
                <a:gd name="connsiteX2" fmla="*/ 76581 w 1618869"/>
                <a:gd name="connsiteY2" fmla="*/ 54864 h 170688"/>
                <a:gd name="connsiteX3" fmla="*/ 94869 w 1618869"/>
                <a:gd name="connsiteY3" fmla="*/ 67056 h 170688"/>
                <a:gd name="connsiteX4" fmla="*/ 125349 w 1618869"/>
                <a:gd name="connsiteY4" fmla="*/ 79248 h 170688"/>
                <a:gd name="connsiteX5" fmla="*/ 149733 w 1618869"/>
                <a:gd name="connsiteY5" fmla="*/ 97536 h 170688"/>
                <a:gd name="connsiteX6" fmla="*/ 168021 w 1618869"/>
                <a:gd name="connsiteY6" fmla="*/ 103632 h 170688"/>
                <a:gd name="connsiteX7" fmla="*/ 265557 w 1618869"/>
                <a:gd name="connsiteY7" fmla="*/ 140208 h 170688"/>
                <a:gd name="connsiteX8" fmla="*/ 308229 w 1618869"/>
                <a:gd name="connsiteY8" fmla="*/ 152400 h 170688"/>
                <a:gd name="connsiteX9" fmla="*/ 326517 w 1618869"/>
                <a:gd name="connsiteY9" fmla="*/ 158496 h 170688"/>
                <a:gd name="connsiteX10" fmla="*/ 375285 w 1618869"/>
                <a:gd name="connsiteY10" fmla="*/ 170688 h 170688"/>
                <a:gd name="connsiteX11" fmla="*/ 485013 w 1618869"/>
                <a:gd name="connsiteY11" fmla="*/ 146304 h 170688"/>
                <a:gd name="connsiteX12" fmla="*/ 509397 w 1618869"/>
                <a:gd name="connsiteY12" fmla="*/ 140208 h 170688"/>
                <a:gd name="connsiteX13" fmla="*/ 582549 w 1618869"/>
                <a:gd name="connsiteY13" fmla="*/ 97536 h 170688"/>
                <a:gd name="connsiteX14" fmla="*/ 600837 w 1618869"/>
                <a:gd name="connsiteY14" fmla="*/ 91440 h 170688"/>
                <a:gd name="connsiteX15" fmla="*/ 637413 w 1618869"/>
                <a:gd name="connsiteY15" fmla="*/ 67056 h 170688"/>
                <a:gd name="connsiteX16" fmla="*/ 655701 w 1618869"/>
                <a:gd name="connsiteY16" fmla="*/ 60960 h 170688"/>
                <a:gd name="connsiteX17" fmla="*/ 686181 w 1618869"/>
                <a:gd name="connsiteY17" fmla="*/ 42672 h 170688"/>
                <a:gd name="connsiteX18" fmla="*/ 704469 w 1618869"/>
                <a:gd name="connsiteY18" fmla="*/ 30480 h 170688"/>
                <a:gd name="connsiteX19" fmla="*/ 722757 w 1618869"/>
                <a:gd name="connsiteY19" fmla="*/ 24384 h 170688"/>
                <a:gd name="connsiteX20" fmla="*/ 777621 w 1618869"/>
                <a:gd name="connsiteY20" fmla="*/ 0 h 170688"/>
                <a:gd name="connsiteX21" fmla="*/ 844677 w 1618869"/>
                <a:gd name="connsiteY21" fmla="*/ 12192 h 170688"/>
                <a:gd name="connsiteX22" fmla="*/ 881253 w 1618869"/>
                <a:gd name="connsiteY22" fmla="*/ 36576 h 170688"/>
                <a:gd name="connsiteX23" fmla="*/ 917829 w 1618869"/>
                <a:gd name="connsiteY23" fmla="*/ 54864 h 170688"/>
                <a:gd name="connsiteX24" fmla="*/ 966597 w 1618869"/>
                <a:gd name="connsiteY24" fmla="*/ 85344 h 170688"/>
                <a:gd name="connsiteX25" fmla="*/ 984885 w 1618869"/>
                <a:gd name="connsiteY25" fmla="*/ 91440 h 170688"/>
                <a:gd name="connsiteX26" fmla="*/ 1009269 w 1618869"/>
                <a:gd name="connsiteY26" fmla="*/ 103632 h 170688"/>
                <a:gd name="connsiteX27" fmla="*/ 1064133 w 1618869"/>
                <a:gd name="connsiteY27" fmla="*/ 128016 h 170688"/>
                <a:gd name="connsiteX28" fmla="*/ 1216533 w 1618869"/>
                <a:gd name="connsiteY28" fmla="*/ 85344 h 170688"/>
                <a:gd name="connsiteX29" fmla="*/ 1265301 w 1618869"/>
                <a:gd name="connsiteY29" fmla="*/ 67056 h 170688"/>
                <a:gd name="connsiteX30" fmla="*/ 1307973 w 1618869"/>
                <a:gd name="connsiteY30" fmla="*/ 54864 h 170688"/>
                <a:gd name="connsiteX31" fmla="*/ 1326261 w 1618869"/>
                <a:gd name="connsiteY31" fmla="*/ 42672 h 170688"/>
                <a:gd name="connsiteX32" fmla="*/ 1533525 w 1618869"/>
                <a:gd name="connsiteY32" fmla="*/ 60960 h 170688"/>
                <a:gd name="connsiteX33" fmla="*/ 1618869 w 1618869"/>
                <a:gd name="connsiteY33" fmla="*/ 67056 h 170688"/>
                <a:gd name="connsiteX0" fmla="*/ 0 w 1533525"/>
                <a:gd name="connsiteY0" fmla="*/ 16383 h 170688"/>
                <a:gd name="connsiteX1" fmla="*/ 27813 w 1533525"/>
                <a:gd name="connsiteY1" fmla="*/ 24384 h 170688"/>
                <a:gd name="connsiteX2" fmla="*/ 76581 w 1533525"/>
                <a:gd name="connsiteY2" fmla="*/ 54864 h 170688"/>
                <a:gd name="connsiteX3" fmla="*/ 94869 w 1533525"/>
                <a:gd name="connsiteY3" fmla="*/ 67056 h 170688"/>
                <a:gd name="connsiteX4" fmla="*/ 125349 w 1533525"/>
                <a:gd name="connsiteY4" fmla="*/ 79248 h 170688"/>
                <a:gd name="connsiteX5" fmla="*/ 149733 w 1533525"/>
                <a:gd name="connsiteY5" fmla="*/ 97536 h 170688"/>
                <a:gd name="connsiteX6" fmla="*/ 168021 w 1533525"/>
                <a:gd name="connsiteY6" fmla="*/ 103632 h 170688"/>
                <a:gd name="connsiteX7" fmla="*/ 265557 w 1533525"/>
                <a:gd name="connsiteY7" fmla="*/ 140208 h 170688"/>
                <a:gd name="connsiteX8" fmla="*/ 308229 w 1533525"/>
                <a:gd name="connsiteY8" fmla="*/ 152400 h 170688"/>
                <a:gd name="connsiteX9" fmla="*/ 326517 w 1533525"/>
                <a:gd name="connsiteY9" fmla="*/ 158496 h 170688"/>
                <a:gd name="connsiteX10" fmla="*/ 375285 w 1533525"/>
                <a:gd name="connsiteY10" fmla="*/ 170688 h 170688"/>
                <a:gd name="connsiteX11" fmla="*/ 485013 w 1533525"/>
                <a:gd name="connsiteY11" fmla="*/ 146304 h 170688"/>
                <a:gd name="connsiteX12" fmla="*/ 509397 w 1533525"/>
                <a:gd name="connsiteY12" fmla="*/ 140208 h 170688"/>
                <a:gd name="connsiteX13" fmla="*/ 582549 w 1533525"/>
                <a:gd name="connsiteY13" fmla="*/ 97536 h 170688"/>
                <a:gd name="connsiteX14" fmla="*/ 600837 w 1533525"/>
                <a:gd name="connsiteY14" fmla="*/ 91440 h 170688"/>
                <a:gd name="connsiteX15" fmla="*/ 637413 w 1533525"/>
                <a:gd name="connsiteY15" fmla="*/ 67056 h 170688"/>
                <a:gd name="connsiteX16" fmla="*/ 655701 w 1533525"/>
                <a:gd name="connsiteY16" fmla="*/ 60960 h 170688"/>
                <a:gd name="connsiteX17" fmla="*/ 686181 w 1533525"/>
                <a:gd name="connsiteY17" fmla="*/ 42672 h 170688"/>
                <a:gd name="connsiteX18" fmla="*/ 704469 w 1533525"/>
                <a:gd name="connsiteY18" fmla="*/ 30480 h 170688"/>
                <a:gd name="connsiteX19" fmla="*/ 722757 w 1533525"/>
                <a:gd name="connsiteY19" fmla="*/ 24384 h 170688"/>
                <a:gd name="connsiteX20" fmla="*/ 777621 w 1533525"/>
                <a:gd name="connsiteY20" fmla="*/ 0 h 170688"/>
                <a:gd name="connsiteX21" fmla="*/ 844677 w 1533525"/>
                <a:gd name="connsiteY21" fmla="*/ 12192 h 170688"/>
                <a:gd name="connsiteX22" fmla="*/ 881253 w 1533525"/>
                <a:gd name="connsiteY22" fmla="*/ 36576 h 170688"/>
                <a:gd name="connsiteX23" fmla="*/ 917829 w 1533525"/>
                <a:gd name="connsiteY23" fmla="*/ 54864 h 170688"/>
                <a:gd name="connsiteX24" fmla="*/ 966597 w 1533525"/>
                <a:gd name="connsiteY24" fmla="*/ 85344 h 170688"/>
                <a:gd name="connsiteX25" fmla="*/ 984885 w 1533525"/>
                <a:gd name="connsiteY25" fmla="*/ 91440 h 170688"/>
                <a:gd name="connsiteX26" fmla="*/ 1009269 w 1533525"/>
                <a:gd name="connsiteY26" fmla="*/ 103632 h 170688"/>
                <a:gd name="connsiteX27" fmla="*/ 1064133 w 1533525"/>
                <a:gd name="connsiteY27" fmla="*/ 128016 h 170688"/>
                <a:gd name="connsiteX28" fmla="*/ 1216533 w 1533525"/>
                <a:gd name="connsiteY28" fmla="*/ 85344 h 170688"/>
                <a:gd name="connsiteX29" fmla="*/ 1265301 w 1533525"/>
                <a:gd name="connsiteY29" fmla="*/ 67056 h 170688"/>
                <a:gd name="connsiteX30" fmla="*/ 1307973 w 1533525"/>
                <a:gd name="connsiteY30" fmla="*/ 54864 h 170688"/>
                <a:gd name="connsiteX31" fmla="*/ 1326261 w 1533525"/>
                <a:gd name="connsiteY31" fmla="*/ 42672 h 170688"/>
                <a:gd name="connsiteX32" fmla="*/ 1533525 w 1533525"/>
                <a:gd name="connsiteY32" fmla="*/ 60960 h 170688"/>
                <a:gd name="connsiteX0" fmla="*/ 0 w 1541145"/>
                <a:gd name="connsiteY0" fmla="*/ 16383 h 170688"/>
                <a:gd name="connsiteX1" fmla="*/ 27813 w 1541145"/>
                <a:gd name="connsiteY1" fmla="*/ 24384 h 170688"/>
                <a:gd name="connsiteX2" fmla="*/ 76581 w 1541145"/>
                <a:gd name="connsiteY2" fmla="*/ 54864 h 170688"/>
                <a:gd name="connsiteX3" fmla="*/ 94869 w 1541145"/>
                <a:gd name="connsiteY3" fmla="*/ 67056 h 170688"/>
                <a:gd name="connsiteX4" fmla="*/ 125349 w 1541145"/>
                <a:gd name="connsiteY4" fmla="*/ 79248 h 170688"/>
                <a:gd name="connsiteX5" fmla="*/ 149733 w 1541145"/>
                <a:gd name="connsiteY5" fmla="*/ 97536 h 170688"/>
                <a:gd name="connsiteX6" fmla="*/ 168021 w 1541145"/>
                <a:gd name="connsiteY6" fmla="*/ 103632 h 170688"/>
                <a:gd name="connsiteX7" fmla="*/ 265557 w 1541145"/>
                <a:gd name="connsiteY7" fmla="*/ 140208 h 170688"/>
                <a:gd name="connsiteX8" fmla="*/ 308229 w 1541145"/>
                <a:gd name="connsiteY8" fmla="*/ 152400 h 170688"/>
                <a:gd name="connsiteX9" fmla="*/ 326517 w 1541145"/>
                <a:gd name="connsiteY9" fmla="*/ 158496 h 170688"/>
                <a:gd name="connsiteX10" fmla="*/ 375285 w 1541145"/>
                <a:gd name="connsiteY10" fmla="*/ 170688 h 170688"/>
                <a:gd name="connsiteX11" fmla="*/ 485013 w 1541145"/>
                <a:gd name="connsiteY11" fmla="*/ 146304 h 170688"/>
                <a:gd name="connsiteX12" fmla="*/ 509397 w 1541145"/>
                <a:gd name="connsiteY12" fmla="*/ 140208 h 170688"/>
                <a:gd name="connsiteX13" fmla="*/ 582549 w 1541145"/>
                <a:gd name="connsiteY13" fmla="*/ 97536 h 170688"/>
                <a:gd name="connsiteX14" fmla="*/ 600837 w 1541145"/>
                <a:gd name="connsiteY14" fmla="*/ 91440 h 170688"/>
                <a:gd name="connsiteX15" fmla="*/ 637413 w 1541145"/>
                <a:gd name="connsiteY15" fmla="*/ 67056 h 170688"/>
                <a:gd name="connsiteX16" fmla="*/ 655701 w 1541145"/>
                <a:gd name="connsiteY16" fmla="*/ 60960 h 170688"/>
                <a:gd name="connsiteX17" fmla="*/ 686181 w 1541145"/>
                <a:gd name="connsiteY17" fmla="*/ 42672 h 170688"/>
                <a:gd name="connsiteX18" fmla="*/ 704469 w 1541145"/>
                <a:gd name="connsiteY18" fmla="*/ 30480 h 170688"/>
                <a:gd name="connsiteX19" fmla="*/ 722757 w 1541145"/>
                <a:gd name="connsiteY19" fmla="*/ 24384 h 170688"/>
                <a:gd name="connsiteX20" fmla="*/ 777621 w 1541145"/>
                <a:gd name="connsiteY20" fmla="*/ 0 h 170688"/>
                <a:gd name="connsiteX21" fmla="*/ 844677 w 1541145"/>
                <a:gd name="connsiteY21" fmla="*/ 12192 h 170688"/>
                <a:gd name="connsiteX22" fmla="*/ 881253 w 1541145"/>
                <a:gd name="connsiteY22" fmla="*/ 36576 h 170688"/>
                <a:gd name="connsiteX23" fmla="*/ 917829 w 1541145"/>
                <a:gd name="connsiteY23" fmla="*/ 54864 h 170688"/>
                <a:gd name="connsiteX24" fmla="*/ 966597 w 1541145"/>
                <a:gd name="connsiteY24" fmla="*/ 85344 h 170688"/>
                <a:gd name="connsiteX25" fmla="*/ 984885 w 1541145"/>
                <a:gd name="connsiteY25" fmla="*/ 91440 h 170688"/>
                <a:gd name="connsiteX26" fmla="*/ 1009269 w 1541145"/>
                <a:gd name="connsiteY26" fmla="*/ 103632 h 170688"/>
                <a:gd name="connsiteX27" fmla="*/ 1064133 w 1541145"/>
                <a:gd name="connsiteY27" fmla="*/ 128016 h 170688"/>
                <a:gd name="connsiteX28" fmla="*/ 1216533 w 1541145"/>
                <a:gd name="connsiteY28" fmla="*/ 85344 h 170688"/>
                <a:gd name="connsiteX29" fmla="*/ 1265301 w 1541145"/>
                <a:gd name="connsiteY29" fmla="*/ 67056 h 170688"/>
                <a:gd name="connsiteX30" fmla="*/ 1307973 w 1541145"/>
                <a:gd name="connsiteY30" fmla="*/ 54864 h 170688"/>
                <a:gd name="connsiteX31" fmla="*/ 1326261 w 1541145"/>
                <a:gd name="connsiteY31" fmla="*/ 42672 h 170688"/>
                <a:gd name="connsiteX32" fmla="*/ 1541145 w 1541145"/>
                <a:gd name="connsiteY32" fmla="*/ 60960 h 170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41145" h="170688">
                  <a:moveTo>
                    <a:pt x="0" y="16383"/>
                  </a:moveTo>
                  <a:cubicBezTo>
                    <a:pt x="6179" y="18148"/>
                    <a:pt x="21717" y="22352"/>
                    <a:pt x="27813" y="24384"/>
                  </a:cubicBezTo>
                  <a:cubicBezTo>
                    <a:pt x="74436" y="59351"/>
                    <a:pt x="29721" y="28087"/>
                    <a:pt x="76581" y="54864"/>
                  </a:cubicBezTo>
                  <a:cubicBezTo>
                    <a:pt x="82942" y="58499"/>
                    <a:pt x="88316" y="63779"/>
                    <a:pt x="94869" y="67056"/>
                  </a:cubicBezTo>
                  <a:cubicBezTo>
                    <a:pt x="104656" y="71950"/>
                    <a:pt x="115783" y="73934"/>
                    <a:pt x="125349" y="79248"/>
                  </a:cubicBezTo>
                  <a:cubicBezTo>
                    <a:pt x="134230" y="84182"/>
                    <a:pt x="140912" y="92495"/>
                    <a:pt x="149733" y="97536"/>
                  </a:cubicBezTo>
                  <a:cubicBezTo>
                    <a:pt x="155312" y="100724"/>
                    <a:pt x="162024" y="101325"/>
                    <a:pt x="168021" y="103632"/>
                  </a:cubicBezTo>
                  <a:cubicBezTo>
                    <a:pt x="222944" y="124756"/>
                    <a:pt x="218771" y="125812"/>
                    <a:pt x="265557" y="140208"/>
                  </a:cubicBezTo>
                  <a:cubicBezTo>
                    <a:pt x="279696" y="144558"/>
                    <a:pt x="294060" y="148149"/>
                    <a:pt x="308229" y="152400"/>
                  </a:cubicBezTo>
                  <a:cubicBezTo>
                    <a:pt x="314384" y="154246"/>
                    <a:pt x="320283" y="156938"/>
                    <a:pt x="326517" y="158496"/>
                  </a:cubicBezTo>
                  <a:lnTo>
                    <a:pt x="375285" y="170688"/>
                  </a:lnTo>
                  <a:lnTo>
                    <a:pt x="485013" y="146304"/>
                  </a:lnTo>
                  <a:cubicBezTo>
                    <a:pt x="493183" y="144447"/>
                    <a:pt x="501618" y="143320"/>
                    <a:pt x="509397" y="140208"/>
                  </a:cubicBezTo>
                  <a:cubicBezTo>
                    <a:pt x="558981" y="120375"/>
                    <a:pt x="534737" y="124098"/>
                    <a:pt x="582549" y="97536"/>
                  </a:cubicBezTo>
                  <a:cubicBezTo>
                    <a:pt x="588166" y="94415"/>
                    <a:pt x="595220" y="94561"/>
                    <a:pt x="600837" y="91440"/>
                  </a:cubicBezTo>
                  <a:cubicBezTo>
                    <a:pt x="613646" y="84324"/>
                    <a:pt x="623512" y="71690"/>
                    <a:pt x="637413" y="67056"/>
                  </a:cubicBezTo>
                  <a:cubicBezTo>
                    <a:pt x="643509" y="65024"/>
                    <a:pt x="649954" y="63834"/>
                    <a:pt x="655701" y="60960"/>
                  </a:cubicBezTo>
                  <a:cubicBezTo>
                    <a:pt x="666299" y="55661"/>
                    <a:pt x="676133" y="48952"/>
                    <a:pt x="686181" y="42672"/>
                  </a:cubicBezTo>
                  <a:cubicBezTo>
                    <a:pt x="692394" y="38789"/>
                    <a:pt x="697916" y="33757"/>
                    <a:pt x="704469" y="30480"/>
                  </a:cubicBezTo>
                  <a:cubicBezTo>
                    <a:pt x="710216" y="27606"/>
                    <a:pt x="716740" y="26640"/>
                    <a:pt x="722757" y="24384"/>
                  </a:cubicBezTo>
                  <a:cubicBezTo>
                    <a:pt x="753891" y="12709"/>
                    <a:pt x="749913" y="13854"/>
                    <a:pt x="777621" y="0"/>
                  </a:cubicBezTo>
                  <a:cubicBezTo>
                    <a:pt x="799973" y="4064"/>
                    <a:pt x="823254" y="4631"/>
                    <a:pt x="844677" y="12192"/>
                  </a:cubicBezTo>
                  <a:cubicBezTo>
                    <a:pt x="858495" y="17069"/>
                    <a:pt x="868596" y="29193"/>
                    <a:pt x="881253" y="36576"/>
                  </a:cubicBezTo>
                  <a:cubicBezTo>
                    <a:pt x="893027" y="43444"/>
                    <a:pt x="906140" y="47851"/>
                    <a:pt x="917829" y="54864"/>
                  </a:cubicBezTo>
                  <a:cubicBezTo>
                    <a:pt x="961588" y="81119"/>
                    <a:pt x="922299" y="66359"/>
                    <a:pt x="966597" y="85344"/>
                  </a:cubicBezTo>
                  <a:cubicBezTo>
                    <a:pt x="972503" y="87875"/>
                    <a:pt x="978979" y="88909"/>
                    <a:pt x="984885" y="91440"/>
                  </a:cubicBezTo>
                  <a:cubicBezTo>
                    <a:pt x="993238" y="95020"/>
                    <a:pt x="1000832" y="100257"/>
                    <a:pt x="1009269" y="103632"/>
                  </a:cubicBezTo>
                  <a:cubicBezTo>
                    <a:pt x="1063677" y="125395"/>
                    <a:pt x="1028948" y="104560"/>
                    <a:pt x="1064133" y="128016"/>
                  </a:cubicBezTo>
                  <a:cubicBezTo>
                    <a:pt x="1153507" y="118086"/>
                    <a:pt x="1101768" y="128381"/>
                    <a:pt x="1216533" y="85344"/>
                  </a:cubicBezTo>
                  <a:cubicBezTo>
                    <a:pt x="1232789" y="79248"/>
                    <a:pt x="1248458" y="71267"/>
                    <a:pt x="1265301" y="67056"/>
                  </a:cubicBezTo>
                  <a:cubicBezTo>
                    <a:pt x="1273114" y="65103"/>
                    <a:pt x="1299228" y="59237"/>
                    <a:pt x="1307973" y="54864"/>
                  </a:cubicBezTo>
                  <a:cubicBezTo>
                    <a:pt x="1314526" y="51587"/>
                    <a:pt x="1320165" y="46736"/>
                    <a:pt x="1326261" y="42672"/>
                  </a:cubicBezTo>
                  <a:lnTo>
                    <a:pt x="1541145" y="60960"/>
                  </a:ln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03894ED-DE98-2AE1-9CAE-543BD3398855}"/>
                </a:ext>
              </a:extLst>
            </p:cNvPr>
            <p:cNvSpPr/>
            <p:nvPr/>
          </p:nvSpPr>
          <p:spPr>
            <a:xfrm>
              <a:off x="9714954" y="1995834"/>
              <a:ext cx="1528191" cy="243840"/>
            </a:xfrm>
            <a:custGeom>
              <a:avLst/>
              <a:gdLst>
                <a:gd name="connsiteX0" fmla="*/ 0 w 2121408"/>
                <a:gd name="connsiteY0" fmla="*/ 365760 h 365760"/>
                <a:gd name="connsiteX1" fmla="*/ 201168 w 2121408"/>
                <a:gd name="connsiteY1" fmla="*/ 243840 h 365760"/>
                <a:gd name="connsiteX2" fmla="*/ 219456 w 2121408"/>
                <a:gd name="connsiteY2" fmla="*/ 237744 h 365760"/>
                <a:gd name="connsiteX3" fmla="*/ 237744 w 2121408"/>
                <a:gd name="connsiteY3" fmla="*/ 225552 h 365760"/>
                <a:gd name="connsiteX4" fmla="*/ 256032 w 2121408"/>
                <a:gd name="connsiteY4" fmla="*/ 219456 h 365760"/>
                <a:gd name="connsiteX5" fmla="*/ 274320 w 2121408"/>
                <a:gd name="connsiteY5" fmla="*/ 207264 h 365760"/>
                <a:gd name="connsiteX6" fmla="*/ 329184 w 2121408"/>
                <a:gd name="connsiteY6" fmla="*/ 195072 h 365760"/>
                <a:gd name="connsiteX7" fmla="*/ 365760 w 2121408"/>
                <a:gd name="connsiteY7" fmla="*/ 176784 h 365760"/>
                <a:gd name="connsiteX8" fmla="*/ 384048 w 2121408"/>
                <a:gd name="connsiteY8" fmla="*/ 170688 h 365760"/>
                <a:gd name="connsiteX9" fmla="*/ 408432 w 2121408"/>
                <a:gd name="connsiteY9" fmla="*/ 152400 h 365760"/>
                <a:gd name="connsiteX10" fmla="*/ 445008 w 2121408"/>
                <a:gd name="connsiteY10" fmla="*/ 140208 h 365760"/>
                <a:gd name="connsiteX11" fmla="*/ 457200 w 2121408"/>
                <a:gd name="connsiteY11" fmla="*/ 121920 h 365760"/>
                <a:gd name="connsiteX12" fmla="*/ 493776 w 2121408"/>
                <a:gd name="connsiteY12" fmla="*/ 103632 h 365760"/>
                <a:gd name="connsiteX13" fmla="*/ 573024 w 2121408"/>
                <a:gd name="connsiteY13" fmla="*/ 85344 h 365760"/>
                <a:gd name="connsiteX14" fmla="*/ 640080 w 2121408"/>
                <a:gd name="connsiteY14" fmla="*/ 97536 h 365760"/>
                <a:gd name="connsiteX15" fmla="*/ 658368 w 2121408"/>
                <a:gd name="connsiteY15" fmla="*/ 109728 h 365760"/>
                <a:gd name="connsiteX16" fmla="*/ 682752 w 2121408"/>
                <a:gd name="connsiteY16" fmla="*/ 115824 h 365760"/>
                <a:gd name="connsiteX17" fmla="*/ 725424 w 2121408"/>
                <a:gd name="connsiteY17" fmla="*/ 134112 h 365760"/>
                <a:gd name="connsiteX18" fmla="*/ 743712 w 2121408"/>
                <a:gd name="connsiteY18" fmla="*/ 140208 h 365760"/>
                <a:gd name="connsiteX19" fmla="*/ 762000 w 2121408"/>
                <a:gd name="connsiteY19" fmla="*/ 152400 h 365760"/>
                <a:gd name="connsiteX20" fmla="*/ 780288 w 2121408"/>
                <a:gd name="connsiteY20" fmla="*/ 158496 h 365760"/>
                <a:gd name="connsiteX21" fmla="*/ 835152 w 2121408"/>
                <a:gd name="connsiteY21" fmla="*/ 188976 h 365760"/>
                <a:gd name="connsiteX22" fmla="*/ 890016 w 2121408"/>
                <a:gd name="connsiteY22" fmla="*/ 176784 h 365760"/>
                <a:gd name="connsiteX23" fmla="*/ 914400 w 2121408"/>
                <a:gd name="connsiteY23" fmla="*/ 158496 h 365760"/>
                <a:gd name="connsiteX24" fmla="*/ 963168 w 2121408"/>
                <a:gd name="connsiteY24" fmla="*/ 134112 h 365760"/>
                <a:gd name="connsiteX25" fmla="*/ 987552 w 2121408"/>
                <a:gd name="connsiteY25" fmla="*/ 121920 h 365760"/>
                <a:gd name="connsiteX26" fmla="*/ 1036320 w 2121408"/>
                <a:gd name="connsiteY26" fmla="*/ 103632 h 365760"/>
                <a:gd name="connsiteX27" fmla="*/ 1054608 w 2121408"/>
                <a:gd name="connsiteY27" fmla="*/ 97536 h 365760"/>
                <a:gd name="connsiteX28" fmla="*/ 1072896 w 2121408"/>
                <a:gd name="connsiteY28" fmla="*/ 85344 h 365760"/>
                <a:gd name="connsiteX29" fmla="*/ 1103376 w 2121408"/>
                <a:gd name="connsiteY29" fmla="*/ 79248 h 365760"/>
                <a:gd name="connsiteX30" fmla="*/ 1133856 w 2121408"/>
                <a:gd name="connsiteY30" fmla="*/ 67056 h 365760"/>
                <a:gd name="connsiteX31" fmla="*/ 1152144 w 2121408"/>
                <a:gd name="connsiteY31" fmla="*/ 54864 h 365760"/>
                <a:gd name="connsiteX32" fmla="*/ 1182624 w 2121408"/>
                <a:gd name="connsiteY32" fmla="*/ 48768 h 365760"/>
                <a:gd name="connsiteX33" fmla="*/ 1237488 w 2121408"/>
                <a:gd name="connsiteY33" fmla="*/ 54864 h 365760"/>
                <a:gd name="connsiteX34" fmla="*/ 1267968 w 2121408"/>
                <a:gd name="connsiteY34" fmla="*/ 79248 h 365760"/>
                <a:gd name="connsiteX35" fmla="*/ 1322832 w 2121408"/>
                <a:gd name="connsiteY35" fmla="*/ 103632 h 365760"/>
                <a:gd name="connsiteX36" fmla="*/ 1341120 w 2121408"/>
                <a:gd name="connsiteY36" fmla="*/ 115824 h 365760"/>
                <a:gd name="connsiteX37" fmla="*/ 1365504 w 2121408"/>
                <a:gd name="connsiteY37" fmla="*/ 121920 h 365760"/>
                <a:gd name="connsiteX38" fmla="*/ 1389888 w 2121408"/>
                <a:gd name="connsiteY38" fmla="*/ 134112 h 365760"/>
                <a:gd name="connsiteX39" fmla="*/ 1432560 w 2121408"/>
                <a:gd name="connsiteY39" fmla="*/ 128016 h 365760"/>
                <a:gd name="connsiteX40" fmla="*/ 1450848 w 2121408"/>
                <a:gd name="connsiteY40" fmla="*/ 109728 h 365760"/>
                <a:gd name="connsiteX41" fmla="*/ 1469136 w 2121408"/>
                <a:gd name="connsiteY41" fmla="*/ 97536 h 365760"/>
                <a:gd name="connsiteX42" fmla="*/ 1517904 w 2121408"/>
                <a:gd name="connsiteY42" fmla="*/ 42672 h 365760"/>
                <a:gd name="connsiteX43" fmla="*/ 1536192 w 2121408"/>
                <a:gd name="connsiteY43" fmla="*/ 36576 h 365760"/>
                <a:gd name="connsiteX44" fmla="*/ 1554480 w 2121408"/>
                <a:gd name="connsiteY44" fmla="*/ 24384 h 365760"/>
                <a:gd name="connsiteX45" fmla="*/ 1572768 w 2121408"/>
                <a:gd name="connsiteY45" fmla="*/ 18288 h 365760"/>
                <a:gd name="connsiteX46" fmla="*/ 1597152 w 2121408"/>
                <a:gd name="connsiteY46" fmla="*/ 6096 h 365760"/>
                <a:gd name="connsiteX47" fmla="*/ 1639824 w 2121408"/>
                <a:gd name="connsiteY47" fmla="*/ 0 h 365760"/>
                <a:gd name="connsiteX48" fmla="*/ 1761744 w 2121408"/>
                <a:gd name="connsiteY48" fmla="*/ 6096 h 365760"/>
                <a:gd name="connsiteX49" fmla="*/ 1828800 w 2121408"/>
                <a:gd name="connsiteY49" fmla="*/ 24384 h 365760"/>
                <a:gd name="connsiteX50" fmla="*/ 1877568 w 2121408"/>
                <a:gd name="connsiteY50" fmla="*/ 30480 h 365760"/>
                <a:gd name="connsiteX51" fmla="*/ 1901952 w 2121408"/>
                <a:gd name="connsiteY51" fmla="*/ 36576 h 365760"/>
                <a:gd name="connsiteX52" fmla="*/ 2017776 w 2121408"/>
                <a:gd name="connsiteY52" fmla="*/ 54864 h 365760"/>
                <a:gd name="connsiteX53" fmla="*/ 2078736 w 2121408"/>
                <a:gd name="connsiteY53" fmla="*/ 85344 h 365760"/>
                <a:gd name="connsiteX54" fmla="*/ 2121408 w 2121408"/>
                <a:gd name="connsiteY54" fmla="*/ 109728 h 365760"/>
                <a:gd name="connsiteX0" fmla="*/ 0 w 2121408"/>
                <a:gd name="connsiteY0" fmla="*/ 365760 h 365760"/>
                <a:gd name="connsiteX1" fmla="*/ 201168 w 2121408"/>
                <a:gd name="connsiteY1" fmla="*/ 243840 h 365760"/>
                <a:gd name="connsiteX2" fmla="*/ 219456 w 2121408"/>
                <a:gd name="connsiteY2" fmla="*/ 237744 h 365760"/>
                <a:gd name="connsiteX3" fmla="*/ 237744 w 2121408"/>
                <a:gd name="connsiteY3" fmla="*/ 225552 h 365760"/>
                <a:gd name="connsiteX4" fmla="*/ 256032 w 2121408"/>
                <a:gd name="connsiteY4" fmla="*/ 219456 h 365760"/>
                <a:gd name="connsiteX5" fmla="*/ 274320 w 2121408"/>
                <a:gd name="connsiteY5" fmla="*/ 207264 h 365760"/>
                <a:gd name="connsiteX6" fmla="*/ 329184 w 2121408"/>
                <a:gd name="connsiteY6" fmla="*/ 195072 h 365760"/>
                <a:gd name="connsiteX7" fmla="*/ 365760 w 2121408"/>
                <a:gd name="connsiteY7" fmla="*/ 176784 h 365760"/>
                <a:gd name="connsiteX8" fmla="*/ 384048 w 2121408"/>
                <a:gd name="connsiteY8" fmla="*/ 170688 h 365760"/>
                <a:gd name="connsiteX9" fmla="*/ 408432 w 2121408"/>
                <a:gd name="connsiteY9" fmla="*/ 152400 h 365760"/>
                <a:gd name="connsiteX10" fmla="*/ 445008 w 2121408"/>
                <a:gd name="connsiteY10" fmla="*/ 140208 h 365760"/>
                <a:gd name="connsiteX11" fmla="*/ 457200 w 2121408"/>
                <a:gd name="connsiteY11" fmla="*/ 121920 h 365760"/>
                <a:gd name="connsiteX12" fmla="*/ 493776 w 2121408"/>
                <a:gd name="connsiteY12" fmla="*/ 103632 h 365760"/>
                <a:gd name="connsiteX13" fmla="*/ 573024 w 2121408"/>
                <a:gd name="connsiteY13" fmla="*/ 85344 h 365760"/>
                <a:gd name="connsiteX14" fmla="*/ 640080 w 2121408"/>
                <a:gd name="connsiteY14" fmla="*/ 97536 h 365760"/>
                <a:gd name="connsiteX15" fmla="*/ 658368 w 2121408"/>
                <a:gd name="connsiteY15" fmla="*/ 109728 h 365760"/>
                <a:gd name="connsiteX16" fmla="*/ 682752 w 2121408"/>
                <a:gd name="connsiteY16" fmla="*/ 115824 h 365760"/>
                <a:gd name="connsiteX17" fmla="*/ 725424 w 2121408"/>
                <a:gd name="connsiteY17" fmla="*/ 134112 h 365760"/>
                <a:gd name="connsiteX18" fmla="*/ 743712 w 2121408"/>
                <a:gd name="connsiteY18" fmla="*/ 140208 h 365760"/>
                <a:gd name="connsiteX19" fmla="*/ 762000 w 2121408"/>
                <a:gd name="connsiteY19" fmla="*/ 152400 h 365760"/>
                <a:gd name="connsiteX20" fmla="*/ 780288 w 2121408"/>
                <a:gd name="connsiteY20" fmla="*/ 158496 h 365760"/>
                <a:gd name="connsiteX21" fmla="*/ 835152 w 2121408"/>
                <a:gd name="connsiteY21" fmla="*/ 188976 h 365760"/>
                <a:gd name="connsiteX22" fmla="*/ 890016 w 2121408"/>
                <a:gd name="connsiteY22" fmla="*/ 176784 h 365760"/>
                <a:gd name="connsiteX23" fmla="*/ 914400 w 2121408"/>
                <a:gd name="connsiteY23" fmla="*/ 158496 h 365760"/>
                <a:gd name="connsiteX24" fmla="*/ 963168 w 2121408"/>
                <a:gd name="connsiteY24" fmla="*/ 134112 h 365760"/>
                <a:gd name="connsiteX25" fmla="*/ 987552 w 2121408"/>
                <a:gd name="connsiteY25" fmla="*/ 121920 h 365760"/>
                <a:gd name="connsiteX26" fmla="*/ 1036320 w 2121408"/>
                <a:gd name="connsiteY26" fmla="*/ 103632 h 365760"/>
                <a:gd name="connsiteX27" fmla="*/ 1054608 w 2121408"/>
                <a:gd name="connsiteY27" fmla="*/ 97536 h 365760"/>
                <a:gd name="connsiteX28" fmla="*/ 1072896 w 2121408"/>
                <a:gd name="connsiteY28" fmla="*/ 85344 h 365760"/>
                <a:gd name="connsiteX29" fmla="*/ 1103376 w 2121408"/>
                <a:gd name="connsiteY29" fmla="*/ 79248 h 365760"/>
                <a:gd name="connsiteX30" fmla="*/ 1133856 w 2121408"/>
                <a:gd name="connsiteY30" fmla="*/ 67056 h 365760"/>
                <a:gd name="connsiteX31" fmla="*/ 1152144 w 2121408"/>
                <a:gd name="connsiteY31" fmla="*/ 54864 h 365760"/>
                <a:gd name="connsiteX32" fmla="*/ 1182624 w 2121408"/>
                <a:gd name="connsiteY32" fmla="*/ 48768 h 365760"/>
                <a:gd name="connsiteX33" fmla="*/ 1237488 w 2121408"/>
                <a:gd name="connsiteY33" fmla="*/ 54864 h 365760"/>
                <a:gd name="connsiteX34" fmla="*/ 1267968 w 2121408"/>
                <a:gd name="connsiteY34" fmla="*/ 79248 h 365760"/>
                <a:gd name="connsiteX35" fmla="*/ 1322832 w 2121408"/>
                <a:gd name="connsiteY35" fmla="*/ 103632 h 365760"/>
                <a:gd name="connsiteX36" fmla="*/ 1341120 w 2121408"/>
                <a:gd name="connsiteY36" fmla="*/ 115824 h 365760"/>
                <a:gd name="connsiteX37" fmla="*/ 1365504 w 2121408"/>
                <a:gd name="connsiteY37" fmla="*/ 121920 h 365760"/>
                <a:gd name="connsiteX38" fmla="*/ 1389888 w 2121408"/>
                <a:gd name="connsiteY38" fmla="*/ 134112 h 365760"/>
                <a:gd name="connsiteX39" fmla="*/ 1432560 w 2121408"/>
                <a:gd name="connsiteY39" fmla="*/ 128016 h 365760"/>
                <a:gd name="connsiteX40" fmla="*/ 1450848 w 2121408"/>
                <a:gd name="connsiteY40" fmla="*/ 109728 h 365760"/>
                <a:gd name="connsiteX41" fmla="*/ 1469136 w 2121408"/>
                <a:gd name="connsiteY41" fmla="*/ 97536 h 365760"/>
                <a:gd name="connsiteX42" fmla="*/ 1517904 w 2121408"/>
                <a:gd name="connsiteY42" fmla="*/ 42672 h 365760"/>
                <a:gd name="connsiteX43" fmla="*/ 1536192 w 2121408"/>
                <a:gd name="connsiteY43" fmla="*/ 36576 h 365760"/>
                <a:gd name="connsiteX44" fmla="*/ 1554480 w 2121408"/>
                <a:gd name="connsiteY44" fmla="*/ 24384 h 365760"/>
                <a:gd name="connsiteX45" fmla="*/ 1572768 w 2121408"/>
                <a:gd name="connsiteY45" fmla="*/ 18288 h 365760"/>
                <a:gd name="connsiteX46" fmla="*/ 1597152 w 2121408"/>
                <a:gd name="connsiteY46" fmla="*/ 6096 h 365760"/>
                <a:gd name="connsiteX47" fmla="*/ 1639824 w 2121408"/>
                <a:gd name="connsiteY47" fmla="*/ 0 h 365760"/>
                <a:gd name="connsiteX48" fmla="*/ 1761744 w 2121408"/>
                <a:gd name="connsiteY48" fmla="*/ 6096 h 365760"/>
                <a:gd name="connsiteX49" fmla="*/ 1828800 w 2121408"/>
                <a:gd name="connsiteY49" fmla="*/ 24384 h 365760"/>
                <a:gd name="connsiteX50" fmla="*/ 1877568 w 2121408"/>
                <a:gd name="connsiteY50" fmla="*/ 30480 h 365760"/>
                <a:gd name="connsiteX51" fmla="*/ 1901952 w 2121408"/>
                <a:gd name="connsiteY51" fmla="*/ 36576 h 365760"/>
                <a:gd name="connsiteX52" fmla="*/ 2017776 w 2121408"/>
                <a:gd name="connsiteY52" fmla="*/ 54864 h 365760"/>
                <a:gd name="connsiteX53" fmla="*/ 2078736 w 2121408"/>
                <a:gd name="connsiteY53" fmla="*/ 85344 h 365760"/>
                <a:gd name="connsiteX54" fmla="*/ 2121408 w 2121408"/>
                <a:gd name="connsiteY54" fmla="*/ 109728 h 365760"/>
                <a:gd name="connsiteX0" fmla="*/ 0 w 2078736"/>
                <a:gd name="connsiteY0" fmla="*/ 365760 h 365760"/>
                <a:gd name="connsiteX1" fmla="*/ 201168 w 2078736"/>
                <a:gd name="connsiteY1" fmla="*/ 243840 h 365760"/>
                <a:gd name="connsiteX2" fmla="*/ 219456 w 2078736"/>
                <a:gd name="connsiteY2" fmla="*/ 237744 h 365760"/>
                <a:gd name="connsiteX3" fmla="*/ 237744 w 2078736"/>
                <a:gd name="connsiteY3" fmla="*/ 225552 h 365760"/>
                <a:gd name="connsiteX4" fmla="*/ 256032 w 2078736"/>
                <a:gd name="connsiteY4" fmla="*/ 219456 h 365760"/>
                <a:gd name="connsiteX5" fmla="*/ 274320 w 2078736"/>
                <a:gd name="connsiteY5" fmla="*/ 207264 h 365760"/>
                <a:gd name="connsiteX6" fmla="*/ 329184 w 2078736"/>
                <a:gd name="connsiteY6" fmla="*/ 195072 h 365760"/>
                <a:gd name="connsiteX7" fmla="*/ 365760 w 2078736"/>
                <a:gd name="connsiteY7" fmla="*/ 176784 h 365760"/>
                <a:gd name="connsiteX8" fmla="*/ 384048 w 2078736"/>
                <a:gd name="connsiteY8" fmla="*/ 170688 h 365760"/>
                <a:gd name="connsiteX9" fmla="*/ 408432 w 2078736"/>
                <a:gd name="connsiteY9" fmla="*/ 152400 h 365760"/>
                <a:gd name="connsiteX10" fmla="*/ 445008 w 2078736"/>
                <a:gd name="connsiteY10" fmla="*/ 140208 h 365760"/>
                <a:gd name="connsiteX11" fmla="*/ 457200 w 2078736"/>
                <a:gd name="connsiteY11" fmla="*/ 121920 h 365760"/>
                <a:gd name="connsiteX12" fmla="*/ 493776 w 2078736"/>
                <a:gd name="connsiteY12" fmla="*/ 103632 h 365760"/>
                <a:gd name="connsiteX13" fmla="*/ 573024 w 2078736"/>
                <a:gd name="connsiteY13" fmla="*/ 85344 h 365760"/>
                <a:gd name="connsiteX14" fmla="*/ 640080 w 2078736"/>
                <a:gd name="connsiteY14" fmla="*/ 97536 h 365760"/>
                <a:gd name="connsiteX15" fmla="*/ 658368 w 2078736"/>
                <a:gd name="connsiteY15" fmla="*/ 109728 h 365760"/>
                <a:gd name="connsiteX16" fmla="*/ 682752 w 2078736"/>
                <a:gd name="connsiteY16" fmla="*/ 115824 h 365760"/>
                <a:gd name="connsiteX17" fmla="*/ 725424 w 2078736"/>
                <a:gd name="connsiteY17" fmla="*/ 134112 h 365760"/>
                <a:gd name="connsiteX18" fmla="*/ 743712 w 2078736"/>
                <a:gd name="connsiteY18" fmla="*/ 140208 h 365760"/>
                <a:gd name="connsiteX19" fmla="*/ 762000 w 2078736"/>
                <a:gd name="connsiteY19" fmla="*/ 152400 h 365760"/>
                <a:gd name="connsiteX20" fmla="*/ 780288 w 2078736"/>
                <a:gd name="connsiteY20" fmla="*/ 158496 h 365760"/>
                <a:gd name="connsiteX21" fmla="*/ 835152 w 2078736"/>
                <a:gd name="connsiteY21" fmla="*/ 188976 h 365760"/>
                <a:gd name="connsiteX22" fmla="*/ 890016 w 2078736"/>
                <a:gd name="connsiteY22" fmla="*/ 176784 h 365760"/>
                <a:gd name="connsiteX23" fmla="*/ 914400 w 2078736"/>
                <a:gd name="connsiteY23" fmla="*/ 158496 h 365760"/>
                <a:gd name="connsiteX24" fmla="*/ 963168 w 2078736"/>
                <a:gd name="connsiteY24" fmla="*/ 134112 h 365760"/>
                <a:gd name="connsiteX25" fmla="*/ 987552 w 2078736"/>
                <a:gd name="connsiteY25" fmla="*/ 121920 h 365760"/>
                <a:gd name="connsiteX26" fmla="*/ 1036320 w 2078736"/>
                <a:gd name="connsiteY26" fmla="*/ 103632 h 365760"/>
                <a:gd name="connsiteX27" fmla="*/ 1054608 w 2078736"/>
                <a:gd name="connsiteY27" fmla="*/ 97536 h 365760"/>
                <a:gd name="connsiteX28" fmla="*/ 1072896 w 2078736"/>
                <a:gd name="connsiteY28" fmla="*/ 85344 h 365760"/>
                <a:gd name="connsiteX29" fmla="*/ 1103376 w 2078736"/>
                <a:gd name="connsiteY29" fmla="*/ 79248 h 365760"/>
                <a:gd name="connsiteX30" fmla="*/ 1133856 w 2078736"/>
                <a:gd name="connsiteY30" fmla="*/ 67056 h 365760"/>
                <a:gd name="connsiteX31" fmla="*/ 1152144 w 2078736"/>
                <a:gd name="connsiteY31" fmla="*/ 54864 h 365760"/>
                <a:gd name="connsiteX32" fmla="*/ 1182624 w 2078736"/>
                <a:gd name="connsiteY32" fmla="*/ 48768 h 365760"/>
                <a:gd name="connsiteX33" fmla="*/ 1237488 w 2078736"/>
                <a:gd name="connsiteY33" fmla="*/ 54864 h 365760"/>
                <a:gd name="connsiteX34" fmla="*/ 1267968 w 2078736"/>
                <a:gd name="connsiteY34" fmla="*/ 79248 h 365760"/>
                <a:gd name="connsiteX35" fmla="*/ 1322832 w 2078736"/>
                <a:gd name="connsiteY35" fmla="*/ 103632 h 365760"/>
                <a:gd name="connsiteX36" fmla="*/ 1341120 w 2078736"/>
                <a:gd name="connsiteY36" fmla="*/ 115824 h 365760"/>
                <a:gd name="connsiteX37" fmla="*/ 1365504 w 2078736"/>
                <a:gd name="connsiteY37" fmla="*/ 121920 h 365760"/>
                <a:gd name="connsiteX38" fmla="*/ 1389888 w 2078736"/>
                <a:gd name="connsiteY38" fmla="*/ 134112 h 365760"/>
                <a:gd name="connsiteX39" fmla="*/ 1432560 w 2078736"/>
                <a:gd name="connsiteY39" fmla="*/ 128016 h 365760"/>
                <a:gd name="connsiteX40" fmla="*/ 1450848 w 2078736"/>
                <a:gd name="connsiteY40" fmla="*/ 109728 h 365760"/>
                <a:gd name="connsiteX41" fmla="*/ 1469136 w 2078736"/>
                <a:gd name="connsiteY41" fmla="*/ 97536 h 365760"/>
                <a:gd name="connsiteX42" fmla="*/ 1517904 w 2078736"/>
                <a:gd name="connsiteY42" fmla="*/ 42672 h 365760"/>
                <a:gd name="connsiteX43" fmla="*/ 1536192 w 2078736"/>
                <a:gd name="connsiteY43" fmla="*/ 36576 h 365760"/>
                <a:gd name="connsiteX44" fmla="*/ 1554480 w 2078736"/>
                <a:gd name="connsiteY44" fmla="*/ 24384 h 365760"/>
                <a:gd name="connsiteX45" fmla="*/ 1572768 w 2078736"/>
                <a:gd name="connsiteY45" fmla="*/ 18288 h 365760"/>
                <a:gd name="connsiteX46" fmla="*/ 1597152 w 2078736"/>
                <a:gd name="connsiteY46" fmla="*/ 6096 h 365760"/>
                <a:gd name="connsiteX47" fmla="*/ 1639824 w 2078736"/>
                <a:gd name="connsiteY47" fmla="*/ 0 h 365760"/>
                <a:gd name="connsiteX48" fmla="*/ 1761744 w 2078736"/>
                <a:gd name="connsiteY48" fmla="*/ 6096 h 365760"/>
                <a:gd name="connsiteX49" fmla="*/ 1828800 w 2078736"/>
                <a:gd name="connsiteY49" fmla="*/ 24384 h 365760"/>
                <a:gd name="connsiteX50" fmla="*/ 1877568 w 2078736"/>
                <a:gd name="connsiteY50" fmla="*/ 30480 h 365760"/>
                <a:gd name="connsiteX51" fmla="*/ 1901952 w 2078736"/>
                <a:gd name="connsiteY51" fmla="*/ 36576 h 365760"/>
                <a:gd name="connsiteX52" fmla="*/ 2017776 w 2078736"/>
                <a:gd name="connsiteY52" fmla="*/ 54864 h 365760"/>
                <a:gd name="connsiteX53" fmla="*/ 2078736 w 2078736"/>
                <a:gd name="connsiteY53" fmla="*/ 85344 h 365760"/>
                <a:gd name="connsiteX0" fmla="*/ 0 w 2017776"/>
                <a:gd name="connsiteY0" fmla="*/ 365760 h 365760"/>
                <a:gd name="connsiteX1" fmla="*/ 201168 w 2017776"/>
                <a:gd name="connsiteY1" fmla="*/ 243840 h 365760"/>
                <a:gd name="connsiteX2" fmla="*/ 219456 w 2017776"/>
                <a:gd name="connsiteY2" fmla="*/ 237744 h 365760"/>
                <a:gd name="connsiteX3" fmla="*/ 237744 w 2017776"/>
                <a:gd name="connsiteY3" fmla="*/ 225552 h 365760"/>
                <a:gd name="connsiteX4" fmla="*/ 256032 w 2017776"/>
                <a:gd name="connsiteY4" fmla="*/ 219456 h 365760"/>
                <a:gd name="connsiteX5" fmla="*/ 274320 w 2017776"/>
                <a:gd name="connsiteY5" fmla="*/ 207264 h 365760"/>
                <a:gd name="connsiteX6" fmla="*/ 329184 w 2017776"/>
                <a:gd name="connsiteY6" fmla="*/ 195072 h 365760"/>
                <a:gd name="connsiteX7" fmla="*/ 365760 w 2017776"/>
                <a:gd name="connsiteY7" fmla="*/ 176784 h 365760"/>
                <a:gd name="connsiteX8" fmla="*/ 384048 w 2017776"/>
                <a:gd name="connsiteY8" fmla="*/ 170688 h 365760"/>
                <a:gd name="connsiteX9" fmla="*/ 408432 w 2017776"/>
                <a:gd name="connsiteY9" fmla="*/ 152400 h 365760"/>
                <a:gd name="connsiteX10" fmla="*/ 445008 w 2017776"/>
                <a:gd name="connsiteY10" fmla="*/ 140208 h 365760"/>
                <a:gd name="connsiteX11" fmla="*/ 457200 w 2017776"/>
                <a:gd name="connsiteY11" fmla="*/ 121920 h 365760"/>
                <a:gd name="connsiteX12" fmla="*/ 493776 w 2017776"/>
                <a:gd name="connsiteY12" fmla="*/ 103632 h 365760"/>
                <a:gd name="connsiteX13" fmla="*/ 573024 w 2017776"/>
                <a:gd name="connsiteY13" fmla="*/ 85344 h 365760"/>
                <a:gd name="connsiteX14" fmla="*/ 640080 w 2017776"/>
                <a:gd name="connsiteY14" fmla="*/ 97536 h 365760"/>
                <a:gd name="connsiteX15" fmla="*/ 658368 w 2017776"/>
                <a:gd name="connsiteY15" fmla="*/ 109728 h 365760"/>
                <a:gd name="connsiteX16" fmla="*/ 682752 w 2017776"/>
                <a:gd name="connsiteY16" fmla="*/ 115824 h 365760"/>
                <a:gd name="connsiteX17" fmla="*/ 725424 w 2017776"/>
                <a:gd name="connsiteY17" fmla="*/ 134112 h 365760"/>
                <a:gd name="connsiteX18" fmla="*/ 743712 w 2017776"/>
                <a:gd name="connsiteY18" fmla="*/ 140208 h 365760"/>
                <a:gd name="connsiteX19" fmla="*/ 762000 w 2017776"/>
                <a:gd name="connsiteY19" fmla="*/ 152400 h 365760"/>
                <a:gd name="connsiteX20" fmla="*/ 780288 w 2017776"/>
                <a:gd name="connsiteY20" fmla="*/ 158496 h 365760"/>
                <a:gd name="connsiteX21" fmla="*/ 835152 w 2017776"/>
                <a:gd name="connsiteY21" fmla="*/ 188976 h 365760"/>
                <a:gd name="connsiteX22" fmla="*/ 890016 w 2017776"/>
                <a:gd name="connsiteY22" fmla="*/ 176784 h 365760"/>
                <a:gd name="connsiteX23" fmla="*/ 914400 w 2017776"/>
                <a:gd name="connsiteY23" fmla="*/ 158496 h 365760"/>
                <a:gd name="connsiteX24" fmla="*/ 963168 w 2017776"/>
                <a:gd name="connsiteY24" fmla="*/ 134112 h 365760"/>
                <a:gd name="connsiteX25" fmla="*/ 987552 w 2017776"/>
                <a:gd name="connsiteY25" fmla="*/ 121920 h 365760"/>
                <a:gd name="connsiteX26" fmla="*/ 1036320 w 2017776"/>
                <a:gd name="connsiteY26" fmla="*/ 103632 h 365760"/>
                <a:gd name="connsiteX27" fmla="*/ 1054608 w 2017776"/>
                <a:gd name="connsiteY27" fmla="*/ 97536 h 365760"/>
                <a:gd name="connsiteX28" fmla="*/ 1072896 w 2017776"/>
                <a:gd name="connsiteY28" fmla="*/ 85344 h 365760"/>
                <a:gd name="connsiteX29" fmla="*/ 1103376 w 2017776"/>
                <a:gd name="connsiteY29" fmla="*/ 79248 h 365760"/>
                <a:gd name="connsiteX30" fmla="*/ 1133856 w 2017776"/>
                <a:gd name="connsiteY30" fmla="*/ 67056 h 365760"/>
                <a:gd name="connsiteX31" fmla="*/ 1152144 w 2017776"/>
                <a:gd name="connsiteY31" fmla="*/ 54864 h 365760"/>
                <a:gd name="connsiteX32" fmla="*/ 1182624 w 2017776"/>
                <a:gd name="connsiteY32" fmla="*/ 48768 h 365760"/>
                <a:gd name="connsiteX33" fmla="*/ 1237488 w 2017776"/>
                <a:gd name="connsiteY33" fmla="*/ 54864 h 365760"/>
                <a:gd name="connsiteX34" fmla="*/ 1267968 w 2017776"/>
                <a:gd name="connsiteY34" fmla="*/ 79248 h 365760"/>
                <a:gd name="connsiteX35" fmla="*/ 1322832 w 2017776"/>
                <a:gd name="connsiteY35" fmla="*/ 103632 h 365760"/>
                <a:gd name="connsiteX36" fmla="*/ 1341120 w 2017776"/>
                <a:gd name="connsiteY36" fmla="*/ 115824 h 365760"/>
                <a:gd name="connsiteX37" fmla="*/ 1365504 w 2017776"/>
                <a:gd name="connsiteY37" fmla="*/ 121920 h 365760"/>
                <a:gd name="connsiteX38" fmla="*/ 1389888 w 2017776"/>
                <a:gd name="connsiteY38" fmla="*/ 134112 h 365760"/>
                <a:gd name="connsiteX39" fmla="*/ 1432560 w 2017776"/>
                <a:gd name="connsiteY39" fmla="*/ 128016 h 365760"/>
                <a:gd name="connsiteX40" fmla="*/ 1450848 w 2017776"/>
                <a:gd name="connsiteY40" fmla="*/ 109728 h 365760"/>
                <a:gd name="connsiteX41" fmla="*/ 1469136 w 2017776"/>
                <a:gd name="connsiteY41" fmla="*/ 97536 h 365760"/>
                <a:gd name="connsiteX42" fmla="*/ 1517904 w 2017776"/>
                <a:gd name="connsiteY42" fmla="*/ 42672 h 365760"/>
                <a:gd name="connsiteX43" fmla="*/ 1536192 w 2017776"/>
                <a:gd name="connsiteY43" fmla="*/ 36576 h 365760"/>
                <a:gd name="connsiteX44" fmla="*/ 1554480 w 2017776"/>
                <a:gd name="connsiteY44" fmla="*/ 24384 h 365760"/>
                <a:gd name="connsiteX45" fmla="*/ 1572768 w 2017776"/>
                <a:gd name="connsiteY45" fmla="*/ 18288 h 365760"/>
                <a:gd name="connsiteX46" fmla="*/ 1597152 w 2017776"/>
                <a:gd name="connsiteY46" fmla="*/ 6096 h 365760"/>
                <a:gd name="connsiteX47" fmla="*/ 1639824 w 2017776"/>
                <a:gd name="connsiteY47" fmla="*/ 0 h 365760"/>
                <a:gd name="connsiteX48" fmla="*/ 1761744 w 2017776"/>
                <a:gd name="connsiteY48" fmla="*/ 6096 h 365760"/>
                <a:gd name="connsiteX49" fmla="*/ 1828800 w 2017776"/>
                <a:gd name="connsiteY49" fmla="*/ 24384 h 365760"/>
                <a:gd name="connsiteX50" fmla="*/ 1877568 w 2017776"/>
                <a:gd name="connsiteY50" fmla="*/ 30480 h 365760"/>
                <a:gd name="connsiteX51" fmla="*/ 1901952 w 2017776"/>
                <a:gd name="connsiteY51" fmla="*/ 36576 h 365760"/>
                <a:gd name="connsiteX52" fmla="*/ 2017776 w 2017776"/>
                <a:gd name="connsiteY52" fmla="*/ 54864 h 365760"/>
                <a:gd name="connsiteX0" fmla="*/ 0 w 1901952"/>
                <a:gd name="connsiteY0" fmla="*/ 365760 h 365760"/>
                <a:gd name="connsiteX1" fmla="*/ 201168 w 1901952"/>
                <a:gd name="connsiteY1" fmla="*/ 243840 h 365760"/>
                <a:gd name="connsiteX2" fmla="*/ 219456 w 1901952"/>
                <a:gd name="connsiteY2" fmla="*/ 237744 h 365760"/>
                <a:gd name="connsiteX3" fmla="*/ 237744 w 1901952"/>
                <a:gd name="connsiteY3" fmla="*/ 225552 h 365760"/>
                <a:gd name="connsiteX4" fmla="*/ 256032 w 1901952"/>
                <a:gd name="connsiteY4" fmla="*/ 219456 h 365760"/>
                <a:gd name="connsiteX5" fmla="*/ 274320 w 1901952"/>
                <a:gd name="connsiteY5" fmla="*/ 207264 h 365760"/>
                <a:gd name="connsiteX6" fmla="*/ 329184 w 1901952"/>
                <a:gd name="connsiteY6" fmla="*/ 195072 h 365760"/>
                <a:gd name="connsiteX7" fmla="*/ 365760 w 1901952"/>
                <a:gd name="connsiteY7" fmla="*/ 176784 h 365760"/>
                <a:gd name="connsiteX8" fmla="*/ 384048 w 1901952"/>
                <a:gd name="connsiteY8" fmla="*/ 170688 h 365760"/>
                <a:gd name="connsiteX9" fmla="*/ 408432 w 1901952"/>
                <a:gd name="connsiteY9" fmla="*/ 152400 h 365760"/>
                <a:gd name="connsiteX10" fmla="*/ 445008 w 1901952"/>
                <a:gd name="connsiteY10" fmla="*/ 140208 h 365760"/>
                <a:gd name="connsiteX11" fmla="*/ 457200 w 1901952"/>
                <a:gd name="connsiteY11" fmla="*/ 121920 h 365760"/>
                <a:gd name="connsiteX12" fmla="*/ 493776 w 1901952"/>
                <a:gd name="connsiteY12" fmla="*/ 103632 h 365760"/>
                <a:gd name="connsiteX13" fmla="*/ 573024 w 1901952"/>
                <a:gd name="connsiteY13" fmla="*/ 85344 h 365760"/>
                <a:gd name="connsiteX14" fmla="*/ 640080 w 1901952"/>
                <a:gd name="connsiteY14" fmla="*/ 97536 h 365760"/>
                <a:gd name="connsiteX15" fmla="*/ 658368 w 1901952"/>
                <a:gd name="connsiteY15" fmla="*/ 109728 h 365760"/>
                <a:gd name="connsiteX16" fmla="*/ 682752 w 1901952"/>
                <a:gd name="connsiteY16" fmla="*/ 115824 h 365760"/>
                <a:gd name="connsiteX17" fmla="*/ 725424 w 1901952"/>
                <a:gd name="connsiteY17" fmla="*/ 134112 h 365760"/>
                <a:gd name="connsiteX18" fmla="*/ 743712 w 1901952"/>
                <a:gd name="connsiteY18" fmla="*/ 140208 h 365760"/>
                <a:gd name="connsiteX19" fmla="*/ 762000 w 1901952"/>
                <a:gd name="connsiteY19" fmla="*/ 152400 h 365760"/>
                <a:gd name="connsiteX20" fmla="*/ 780288 w 1901952"/>
                <a:gd name="connsiteY20" fmla="*/ 158496 h 365760"/>
                <a:gd name="connsiteX21" fmla="*/ 835152 w 1901952"/>
                <a:gd name="connsiteY21" fmla="*/ 188976 h 365760"/>
                <a:gd name="connsiteX22" fmla="*/ 890016 w 1901952"/>
                <a:gd name="connsiteY22" fmla="*/ 176784 h 365760"/>
                <a:gd name="connsiteX23" fmla="*/ 914400 w 1901952"/>
                <a:gd name="connsiteY23" fmla="*/ 158496 h 365760"/>
                <a:gd name="connsiteX24" fmla="*/ 963168 w 1901952"/>
                <a:gd name="connsiteY24" fmla="*/ 134112 h 365760"/>
                <a:gd name="connsiteX25" fmla="*/ 987552 w 1901952"/>
                <a:gd name="connsiteY25" fmla="*/ 121920 h 365760"/>
                <a:gd name="connsiteX26" fmla="*/ 1036320 w 1901952"/>
                <a:gd name="connsiteY26" fmla="*/ 103632 h 365760"/>
                <a:gd name="connsiteX27" fmla="*/ 1054608 w 1901952"/>
                <a:gd name="connsiteY27" fmla="*/ 97536 h 365760"/>
                <a:gd name="connsiteX28" fmla="*/ 1072896 w 1901952"/>
                <a:gd name="connsiteY28" fmla="*/ 85344 h 365760"/>
                <a:gd name="connsiteX29" fmla="*/ 1103376 w 1901952"/>
                <a:gd name="connsiteY29" fmla="*/ 79248 h 365760"/>
                <a:gd name="connsiteX30" fmla="*/ 1133856 w 1901952"/>
                <a:gd name="connsiteY30" fmla="*/ 67056 h 365760"/>
                <a:gd name="connsiteX31" fmla="*/ 1152144 w 1901952"/>
                <a:gd name="connsiteY31" fmla="*/ 54864 h 365760"/>
                <a:gd name="connsiteX32" fmla="*/ 1182624 w 1901952"/>
                <a:gd name="connsiteY32" fmla="*/ 48768 h 365760"/>
                <a:gd name="connsiteX33" fmla="*/ 1237488 w 1901952"/>
                <a:gd name="connsiteY33" fmla="*/ 54864 h 365760"/>
                <a:gd name="connsiteX34" fmla="*/ 1267968 w 1901952"/>
                <a:gd name="connsiteY34" fmla="*/ 79248 h 365760"/>
                <a:gd name="connsiteX35" fmla="*/ 1322832 w 1901952"/>
                <a:gd name="connsiteY35" fmla="*/ 103632 h 365760"/>
                <a:gd name="connsiteX36" fmla="*/ 1341120 w 1901952"/>
                <a:gd name="connsiteY36" fmla="*/ 115824 h 365760"/>
                <a:gd name="connsiteX37" fmla="*/ 1365504 w 1901952"/>
                <a:gd name="connsiteY37" fmla="*/ 121920 h 365760"/>
                <a:gd name="connsiteX38" fmla="*/ 1389888 w 1901952"/>
                <a:gd name="connsiteY38" fmla="*/ 134112 h 365760"/>
                <a:gd name="connsiteX39" fmla="*/ 1432560 w 1901952"/>
                <a:gd name="connsiteY39" fmla="*/ 128016 h 365760"/>
                <a:gd name="connsiteX40" fmla="*/ 1450848 w 1901952"/>
                <a:gd name="connsiteY40" fmla="*/ 109728 h 365760"/>
                <a:gd name="connsiteX41" fmla="*/ 1469136 w 1901952"/>
                <a:gd name="connsiteY41" fmla="*/ 97536 h 365760"/>
                <a:gd name="connsiteX42" fmla="*/ 1517904 w 1901952"/>
                <a:gd name="connsiteY42" fmla="*/ 42672 h 365760"/>
                <a:gd name="connsiteX43" fmla="*/ 1536192 w 1901952"/>
                <a:gd name="connsiteY43" fmla="*/ 36576 h 365760"/>
                <a:gd name="connsiteX44" fmla="*/ 1554480 w 1901952"/>
                <a:gd name="connsiteY44" fmla="*/ 24384 h 365760"/>
                <a:gd name="connsiteX45" fmla="*/ 1572768 w 1901952"/>
                <a:gd name="connsiteY45" fmla="*/ 18288 h 365760"/>
                <a:gd name="connsiteX46" fmla="*/ 1597152 w 1901952"/>
                <a:gd name="connsiteY46" fmla="*/ 6096 h 365760"/>
                <a:gd name="connsiteX47" fmla="*/ 1639824 w 1901952"/>
                <a:gd name="connsiteY47" fmla="*/ 0 h 365760"/>
                <a:gd name="connsiteX48" fmla="*/ 1761744 w 1901952"/>
                <a:gd name="connsiteY48" fmla="*/ 6096 h 365760"/>
                <a:gd name="connsiteX49" fmla="*/ 1828800 w 1901952"/>
                <a:gd name="connsiteY49" fmla="*/ 24384 h 365760"/>
                <a:gd name="connsiteX50" fmla="*/ 1877568 w 1901952"/>
                <a:gd name="connsiteY50" fmla="*/ 30480 h 365760"/>
                <a:gd name="connsiteX51" fmla="*/ 1901952 w 1901952"/>
                <a:gd name="connsiteY51" fmla="*/ 36576 h 365760"/>
                <a:gd name="connsiteX0" fmla="*/ 0 w 1877568"/>
                <a:gd name="connsiteY0" fmla="*/ 365760 h 365760"/>
                <a:gd name="connsiteX1" fmla="*/ 201168 w 1877568"/>
                <a:gd name="connsiteY1" fmla="*/ 243840 h 365760"/>
                <a:gd name="connsiteX2" fmla="*/ 219456 w 1877568"/>
                <a:gd name="connsiteY2" fmla="*/ 237744 h 365760"/>
                <a:gd name="connsiteX3" fmla="*/ 237744 w 1877568"/>
                <a:gd name="connsiteY3" fmla="*/ 225552 h 365760"/>
                <a:gd name="connsiteX4" fmla="*/ 256032 w 1877568"/>
                <a:gd name="connsiteY4" fmla="*/ 219456 h 365760"/>
                <a:gd name="connsiteX5" fmla="*/ 274320 w 1877568"/>
                <a:gd name="connsiteY5" fmla="*/ 207264 h 365760"/>
                <a:gd name="connsiteX6" fmla="*/ 329184 w 1877568"/>
                <a:gd name="connsiteY6" fmla="*/ 195072 h 365760"/>
                <a:gd name="connsiteX7" fmla="*/ 365760 w 1877568"/>
                <a:gd name="connsiteY7" fmla="*/ 176784 h 365760"/>
                <a:gd name="connsiteX8" fmla="*/ 384048 w 1877568"/>
                <a:gd name="connsiteY8" fmla="*/ 170688 h 365760"/>
                <a:gd name="connsiteX9" fmla="*/ 408432 w 1877568"/>
                <a:gd name="connsiteY9" fmla="*/ 152400 h 365760"/>
                <a:gd name="connsiteX10" fmla="*/ 445008 w 1877568"/>
                <a:gd name="connsiteY10" fmla="*/ 140208 h 365760"/>
                <a:gd name="connsiteX11" fmla="*/ 457200 w 1877568"/>
                <a:gd name="connsiteY11" fmla="*/ 121920 h 365760"/>
                <a:gd name="connsiteX12" fmla="*/ 493776 w 1877568"/>
                <a:gd name="connsiteY12" fmla="*/ 103632 h 365760"/>
                <a:gd name="connsiteX13" fmla="*/ 573024 w 1877568"/>
                <a:gd name="connsiteY13" fmla="*/ 85344 h 365760"/>
                <a:gd name="connsiteX14" fmla="*/ 640080 w 1877568"/>
                <a:gd name="connsiteY14" fmla="*/ 97536 h 365760"/>
                <a:gd name="connsiteX15" fmla="*/ 658368 w 1877568"/>
                <a:gd name="connsiteY15" fmla="*/ 109728 h 365760"/>
                <a:gd name="connsiteX16" fmla="*/ 682752 w 1877568"/>
                <a:gd name="connsiteY16" fmla="*/ 115824 h 365760"/>
                <a:gd name="connsiteX17" fmla="*/ 725424 w 1877568"/>
                <a:gd name="connsiteY17" fmla="*/ 134112 h 365760"/>
                <a:gd name="connsiteX18" fmla="*/ 743712 w 1877568"/>
                <a:gd name="connsiteY18" fmla="*/ 140208 h 365760"/>
                <a:gd name="connsiteX19" fmla="*/ 762000 w 1877568"/>
                <a:gd name="connsiteY19" fmla="*/ 152400 h 365760"/>
                <a:gd name="connsiteX20" fmla="*/ 780288 w 1877568"/>
                <a:gd name="connsiteY20" fmla="*/ 158496 h 365760"/>
                <a:gd name="connsiteX21" fmla="*/ 835152 w 1877568"/>
                <a:gd name="connsiteY21" fmla="*/ 188976 h 365760"/>
                <a:gd name="connsiteX22" fmla="*/ 890016 w 1877568"/>
                <a:gd name="connsiteY22" fmla="*/ 176784 h 365760"/>
                <a:gd name="connsiteX23" fmla="*/ 914400 w 1877568"/>
                <a:gd name="connsiteY23" fmla="*/ 158496 h 365760"/>
                <a:gd name="connsiteX24" fmla="*/ 963168 w 1877568"/>
                <a:gd name="connsiteY24" fmla="*/ 134112 h 365760"/>
                <a:gd name="connsiteX25" fmla="*/ 987552 w 1877568"/>
                <a:gd name="connsiteY25" fmla="*/ 121920 h 365760"/>
                <a:gd name="connsiteX26" fmla="*/ 1036320 w 1877568"/>
                <a:gd name="connsiteY26" fmla="*/ 103632 h 365760"/>
                <a:gd name="connsiteX27" fmla="*/ 1054608 w 1877568"/>
                <a:gd name="connsiteY27" fmla="*/ 97536 h 365760"/>
                <a:gd name="connsiteX28" fmla="*/ 1072896 w 1877568"/>
                <a:gd name="connsiteY28" fmla="*/ 85344 h 365760"/>
                <a:gd name="connsiteX29" fmla="*/ 1103376 w 1877568"/>
                <a:gd name="connsiteY29" fmla="*/ 79248 h 365760"/>
                <a:gd name="connsiteX30" fmla="*/ 1133856 w 1877568"/>
                <a:gd name="connsiteY30" fmla="*/ 67056 h 365760"/>
                <a:gd name="connsiteX31" fmla="*/ 1152144 w 1877568"/>
                <a:gd name="connsiteY31" fmla="*/ 54864 h 365760"/>
                <a:gd name="connsiteX32" fmla="*/ 1182624 w 1877568"/>
                <a:gd name="connsiteY32" fmla="*/ 48768 h 365760"/>
                <a:gd name="connsiteX33" fmla="*/ 1237488 w 1877568"/>
                <a:gd name="connsiteY33" fmla="*/ 54864 h 365760"/>
                <a:gd name="connsiteX34" fmla="*/ 1267968 w 1877568"/>
                <a:gd name="connsiteY34" fmla="*/ 79248 h 365760"/>
                <a:gd name="connsiteX35" fmla="*/ 1322832 w 1877568"/>
                <a:gd name="connsiteY35" fmla="*/ 103632 h 365760"/>
                <a:gd name="connsiteX36" fmla="*/ 1341120 w 1877568"/>
                <a:gd name="connsiteY36" fmla="*/ 115824 h 365760"/>
                <a:gd name="connsiteX37" fmla="*/ 1365504 w 1877568"/>
                <a:gd name="connsiteY37" fmla="*/ 121920 h 365760"/>
                <a:gd name="connsiteX38" fmla="*/ 1389888 w 1877568"/>
                <a:gd name="connsiteY38" fmla="*/ 134112 h 365760"/>
                <a:gd name="connsiteX39" fmla="*/ 1432560 w 1877568"/>
                <a:gd name="connsiteY39" fmla="*/ 128016 h 365760"/>
                <a:gd name="connsiteX40" fmla="*/ 1450848 w 1877568"/>
                <a:gd name="connsiteY40" fmla="*/ 109728 h 365760"/>
                <a:gd name="connsiteX41" fmla="*/ 1469136 w 1877568"/>
                <a:gd name="connsiteY41" fmla="*/ 97536 h 365760"/>
                <a:gd name="connsiteX42" fmla="*/ 1517904 w 1877568"/>
                <a:gd name="connsiteY42" fmla="*/ 42672 h 365760"/>
                <a:gd name="connsiteX43" fmla="*/ 1536192 w 1877568"/>
                <a:gd name="connsiteY43" fmla="*/ 36576 h 365760"/>
                <a:gd name="connsiteX44" fmla="*/ 1554480 w 1877568"/>
                <a:gd name="connsiteY44" fmla="*/ 24384 h 365760"/>
                <a:gd name="connsiteX45" fmla="*/ 1572768 w 1877568"/>
                <a:gd name="connsiteY45" fmla="*/ 18288 h 365760"/>
                <a:gd name="connsiteX46" fmla="*/ 1597152 w 1877568"/>
                <a:gd name="connsiteY46" fmla="*/ 6096 h 365760"/>
                <a:gd name="connsiteX47" fmla="*/ 1639824 w 1877568"/>
                <a:gd name="connsiteY47" fmla="*/ 0 h 365760"/>
                <a:gd name="connsiteX48" fmla="*/ 1761744 w 1877568"/>
                <a:gd name="connsiteY48" fmla="*/ 6096 h 365760"/>
                <a:gd name="connsiteX49" fmla="*/ 1828800 w 1877568"/>
                <a:gd name="connsiteY49" fmla="*/ 24384 h 365760"/>
                <a:gd name="connsiteX50" fmla="*/ 1877568 w 1877568"/>
                <a:gd name="connsiteY50" fmla="*/ 30480 h 365760"/>
                <a:gd name="connsiteX0" fmla="*/ 0 w 1828800"/>
                <a:gd name="connsiteY0" fmla="*/ 365760 h 365760"/>
                <a:gd name="connsiteX1" fmla="*/ 201168 w 1828800"/>
                <a:gd name="connsiteY1" fmla="*/ 243840 h 365760"/>
                <a:gd name="connsiteX2" fmla="*/ 219456 w 1828800"/>
                <a:gd name="connsiteY2" fmla="*/ 237744 h 365760"/>
                <a:gd name="connsiteX3" fmla="*/ 237744 w 1828800"/>
                <a:gd name="connsiteY3" fmla="*/ 225552 h 365760"/>
                <a:gd name="connsiteX4" fmla="*/ 256032 w 1828800"/>
                <a:gd name="connsiteY4" fmla="*/ 219456 h 365760"/>
                <a:gd name="connsiteX5" fmla="*/ 274320 w 1828800"/>
                <a:gd name="connsiteY5" fmla="*/ 207264 h 365760"/>
                <a:gd name="connsiteX6" fmla="*/ 329184 w 1828800"/>
                <a:gd name="connsiteY6" fmla="*/ 195072 h 365760"/>
                <a:gd name="connsiteX7" fmla="*/ 365760 w 1828800"/>
                <a:gd name="connsiteY7" fmla="*/ 176784 h 365760"/>
                <a:gd name="connsiteX8" fmla="*/ 384048 w 1828800"/>
                <a:gd name="connsiteY8" fmla="*/ 170688 h 365760"/>
                <a:gd name="connsiteX9" fmla="*/ 408432 w 1828800"/>
                <a:gd name="connsiteY9" fmla="*/ 152400 h 365760"/>
                <a:gd name="connsiteX10" fmla="*/ 445008 w 1828800"/>
                <a:gd name="connsiteY10" fmla="*/ 140208 h 365760"/>
                <a:gd name="connsiteX11" fmla="*/ 457200 w 1828800"/>
                <a:gd name="connsiteY11" fmla="*/ 121920 h 365760"/>
                <a:gd name="connsiteX12" fmla="*/ 493776 w 1828800"/>
                <a:gd name="connsiteY12" fmla="*/ 103632 h 365760"/>
                <a:gd name="connsiteX13" fmla="*/ 573024 w 1828800"/>
                <a:gd name="connsiteY13" fmla="*/ 85344 h 365760"/>
                <a:gd name="connsiteX14" fmla="*/ 640080 w 1828800"/>
                <a:gd name="connsiteY14" fmla="*/ 97536 h 365760"/>
                <a:gd name="connsiteX15" fmla="*/ 658368 w 1828800"/>
                <a:gd name="connsiteY15" fmla="*/ 109728 h 365760"/>
                <a:gd name="connsiteX16" fmla="*/ 682752 w 1828800"/>
                <a:gd name="connsiteY16" fmla="*/ 115824 h 365760"/>
                <a:gd name="connsiteX17" fmla="*/ 725424 w 1828800"/>
                <a:gd name="connsiteY17" fmla="*/ 134112 h 365760"/>
                <a:gd name="connsiteX18" fmla="*/ 743712 w 1828800"/>
                <a:gd name="connsiteY18" fmla="*/ 140208 h 365760"/>
                <a:gd name="connsiteX19" fmla="*/ 762000 w 1828800"/>
                <a:gd name="connsiteY19" fmla="*/ 152400 h 365760"/>
                <a:gd name="connsiteX20" fmla="*/ 780288 w 1828800"/>
                <a:gd name="connsiteY20" fmla="*/ 158496 h 365760"/>
                <a:gd name="connsiteX21" fmla="*/ 835152 w 1828800"/>
                <a:gd name="connsiteY21" fmla="*/ 188976 h 365760"/>
                <a:gd name="connsiteX22" fmla="*/ 890016 w 1828800"/>
                <a:gd name="connsiteY22" fmla="*/ 176784 h 365760"/>
                <a:gd name="connsiteX23" fmla="*/ 914400 w 1828800"/>
                <a:gd name="connsiteY23" fmla="*/ 158496 h 365760"/>
                <a:gd name="connsiteX24" fmla="*/ 963168 w 1828800"/>
                <a:gd name="connsiteY24" fmla="*/ 134112 h 365760"/>
                <a:gd name="connsiteX25" fmla="*/ 987552 w 1828800"/>
                <a:gd name="connsiteY25" fmla="*/ 121920 h 365760"/>
                <a:gd name="connsiteX26" fmla="*/ 1036320 w 1828800"/>
                <a:gd name="connsiteY26" fmla="*/ 103632 h 365760"/>
                <a:gd name="connsiteX27" fmla="*/ 1054608 w 1828800"/>
                <a:gd name="connsiteY27" fmla="*/ 97536 h 365760"/>
                <a:gd name="connsiteX28" fmla="*/ 1072896 w 1828800"/>
                <a:gd name="connsiteY28" fmla="*/ 85344 h 365760"/>
                <a:gd name="connsiteX29" fmla="*/ 1103376 w 1828800"/>
                <a:gd name="connsiteY29" fmla="*/ 79248 h 365760"/>
                <a:gd name="connsiteX30" fmla="*/ 1133856 w 1828800"/>
                <a:gd name="connsiteY30" fmla="*/ 67056 h 365760"/>
                <a:gd name="connsiteX31" fmla="*/ 1152144 w 1828800"/>
                <a:gd name="connsiteY31" fmla="*/ 54864 h 365760"/>
                <a:gd name="connsiteX32" fmla="*/ 1182624 w 1828800"/>
                <a:gd name="connsiteY32" fmla="*/ 48768 h 365760"/>
                <a:gd name="connsiteX33" fmla="*/ 1237488 w 1828800"/>
                <a:gd name="connsiteY33" fmla="*/ 54864 h 365760"/>
                <a:gd name="connsiteX34" fmla="*/ 1267968 w 1828800"/>
                <a:gd name="connsiteY34" fmla="*/ 79248 h 365760"/>
                <a:gd name="connsiteX35" fmla="*/ 1322832 w 1828800"/>
                <a:gd name="connsiteY35" fmla="*/ 103632 h 365760"/>
                <a:gd name="connsiteX36" fmla="*/ 1341120 w 1828800"/>
                <a:gd name="connsiteY36" fmla="*/ 115824 h 365760"/>
                <a:gd name="connsiteX37" fmla="*/ 1365504 w 1828800"/>
                <a:gd name="connsiteY37" fmla="*/ 121920 h 365760"/>
                <a:gd name="connsiteX38" fmla="*/ 1389888 w 1828800"/>
                <a:gd name="connsiteY38" fmla="*/ 134112 h 365760"/>
                <a:gd name="connsiteX39" fmla="*/ 1432560 w 1828800"/>
                <a:gd name="connsiteY39" fmla="*/ 128016 h 365760"/>
                <a:gd name="connsiteX40" fmla="*/ 1450848 w 1828800"/>
                <a:gd name="connsiteY40" fmla="*/ 109728 h 365760"/>
                <a:gd name="connsiteX41" fmla="*/ 1469136 w 1828800"/>
                <a:gd name="connsiteY41" fmla="*/ 97536 h 365760"/>
                <a:gd name="connsiteX42" fmla="*/ 1517904 w 1828800"/>
                <a:gd name="connsiteY42" fmla="*/ 42672 h 365760"/>
                <a:gd name="connsiteX43" fmla="*/ 1536192 w 1828800"/>
                <a:gd name="connsiteY43" fmla="*/ 36576 h 365760"/>
                <a:gd name="connsiteX44" fmla="*/ 1554480 w 1828800"/>
                <a:gd name="connsiteY44" fmla="*/ 24384 h 365760"/>
                <a:gd name="connsiteX45" fmla="*/ 1572768 w 1828800"/>
                <a:gd name="connsiteY45" fmla="*/ 18288 h 365760"/>
                <a:gd name="connsiteX46" fmla="*/ 1597152 w 1828800"/>
                <a:gd name="connsiteY46" fmla="*/ 6096 h 365760"/>
                <a:gd name="connsiteX47" fmla="*/ 1639824 w 1828800"/>
                <a:gd name="connsiteY47" fmla="*/ 0 h 365760"/>
                <a:gd name="connsiteX48" fmla="*/ 1761744 w 1828800"/>
                <a:gd name="connsiteY48" fmla="*/ 6096 h 365760"/>
                <a:gd name="connsiteX49" fmla="*/ 1828800 w 1828800"/>
                <a:gd name="connsiteY49" fmla="*/ 24384 h 365760"/>
                <a:gd name="connsiteX0" fmla="*/ 0 w 1761744"/>
                <a:gd name="connsiteY0" fmla="*/ 365760 h 365760"/>
                <a:gd name="connsiteX1" fmla="*/ 201168 w 1761744"/>
                <a:gd name="connsiteY1" fmla="*/ 243840 h 365760"/>
                <a:gd name="connsiteX2" fmla="*/ 219456 w 1761744"/>
                <a:gd name="connsiteY2" fmla="*/ 237744 h 365760"/>
                <a:gd name="connsiteX3" fmla="*/ 237744 w 1761744"/>
                <a:gd name="connsiteY3" fmla="*/ 225552 h 365760"/>
                <a:gd name="connsiteX4" fmla="*/ 256032 w 1761744"/>
                <a:gd name="connsiteY4" fmla="*/ 219456 h 365760"/>
                <a:gd name="connsiteX5" fmla="*/ 274320 w 1761744"/>
                <a:gd name="connsiteY5" fmla="*/ 207264 h 365760"/>
                <a:gd name="connsiteX6" fmla="*/ 329184 w 1761744"/>
                <a:gd name="connsiteY6" fmla="*/ 195072 h 365760"/>
                <a:gd name="connsiteX7" fmla="*/ 365760 w 1761744"/>
                <a:gd name="connsiteY7" fmla="*/ 176784 h 365760"/>
                <a:gd name="connsiteX8" fmla="*/ 384048 w 1761744"/>
                <a:gd name="connsiteY8" fmla="*/ 170688 h 365760"/>
                <a:gd name="connsiteX9" fmla="*/ 408432 w 1761744"/>
                <a:gd name="connsiteY9" fmla="*/ 152400 h 365760"/>
                <a:gd name="connsiteX10" fmla="*/ 445008 w 1761744"/>
                <a:gd name="connsiteY10" fmla="*/ 140208 h 365760"/>
                <a:gd name="connsiteX11" fmla="*/ 457200 w 1761744"/>
                <a:gd name="connsiteY11" fmla="*/ 121920 h 365760"/>
                <a:gd name="connsiteX12" fmla="*/ 493776 w 1761744"/>
                <a:gd name="connsiteY12" fmla="*/ 103632 h 365760"/>
                <a:gd name="connsiteX13" fmla="*/ 573024 w 1761744"/>
                <a:gd name="connsiteY13" fmla="*/ 85344 h 365760"/>
                <a:gd name="connsiteX14" fmla="*/ 640080 w 1761744"/>
                <a:gd name="connsiteY14" fmla="*/ 97536 h 365760"/>
                <a:gd name="connsiteX15" fmla="*/ 658368 w 1761744"/>
                <a:gd name="connsiteY15" fmla="*/ 109728 h 365760"/>
                <a:gd name="connsiteX16" fmla="*/ 682752 w 1761744"/>
                <a:gd name="connsiteY16" fmla="*/ 115824 h 365760"/>
                <a:gd name="connsiteX17" fmla="*/ 725424 w 1761744"/>
                <a:gd name="connsiteY17" fmla="*/ 134112 h 365760"/>
                <a:gd name="connsiteX18" fmla="*/ 743712 w 1761744"/>
                <a:gd name="connsiteY18" fmla="*/ 140208 h 365760"/>
                <a:gd name="connsiteX19" fmla="*/ 762000 w 1761744"/>
                <a:gd name="connsiteY19" fmla="*/ 152400 h 365760"/>
                <a:gd name="connsiteX20" fmla="*/ 780288 w 1761744"/>
                <a:gd name="connsiteY20" fmla="*/ 158496 h 365760"/>
                <a:gd name="connsiteX21" fmla="*/ 835152 w 1761744"/>
                <a:gd name="connsiteY21" fmla="*/ 188976 h 365760"/>
                <a:gd name="connsiteX22" fmla="*/ 890016 w 1761744"/>
                <a:gd name="connsiteY22" fmla="*/ 176784 h 365760"/>
                <a:gd name="connsiteX23" fmla="*/ 914400 w 1761744"/>
                <a:gd name="connsiteY23" fmla="*/ 158496 h 365760"/>
                <a:gd name="connsiteX24" fmla="*/ 963168 w 1761744"/>
                <a:gd name="connsiteY24" fmla="*/ 134112 h 365760"/>
                <a:gd name="connsiteX25" fmla="*/ 987552 w 1761744"/>
                <a:gd name="connsiteY25" fmla="*/ 121920 h 365760"/>
                <a:gd name="connsiteX26" fmla="*/ 1036320 w 1761744"/>
                <a:gd name="connsiteY26" fmla="*/ 103632 h 365760"/>
                <a:gd name="connsiteX27" fmla="*/ 1054608 w 1761744"/>
                <a:gd name="connsiteY27" fmla="*/ 97536 h 365760"/>
                <a:gd name="connsiteX28" fmla="*/ 1072896 w 1761744"/>
                <a:gd name="connsiteY28" fmla="*/ 85344 h 365760"/>
                <a:gd name="connsiteX29" fmla="*/ 1103376 w 1761744"/>
                <a:gd name="connsiteY29" fmla="*/ 79248 h 365760"/>
                <a:gd name="connsiteX30" fmla="*/ 1133856 w 1761744"/>
                <a:gd name="connsiteY30" fmla="*/ 67056 h 365760"/>
                <a:gd name="connsiteX31" fmla="*/ 1152144 w 1761744"/>
                <a:gd name="connsiteY31" fmla="*/ 54864 h 365760"/>
                <a:gd name="connsiteX32" fmla="*/ 1182624 w 1761744"/>
                <a:gd name="connsiteY32" fmla="*/ 48768 h 365760"/>
                <a:gd name="connsiteX33" fmla="*/ 1237488 w 1761744"/>
                <a:gd name="connsiteY33" fmla="*/ 54864 h 365760"/>
                <a:gd name="connsiteX34" fmla="*/ 1267968 w 1761744"/>
                <a:gd name="connsiteY34" fmla="*/ 79248 h 365760"/>
                <a:gd name="connsiteX35" fmla="*/ 1322832 w 1761744"/>
                <a:gd name="connsiteY35" fmla="*/ 103632 h 365760"/>
                <a:gd name="connsiteX36" fmla="*/ 1341120 w 1761744"/>
                <a:gd name="connsiteY36" fmla="*/ 115824 h 365760"/>
                <a:gd name="connsiteX37" fmla="*/ 1365504 w 1761744"/>
                <a:gd name="connsiteY37" fmla="*/ 121920 h 365760"/>
                <a:gd name="connsiteX38" fmla="*/ 1389888 w 1761744"/>
                <a:gd name="connsiteY38" fmla="*/ 134112 h 365760"/>
                <a:gd name="connsiteX39" fmla="*/ 1432560 w 1761744"/>
                <a:gd name="connsiteY39" fmla="*/ 128016 h 365760"/>
                <a:gd name="connsiteX40" fmla="*/ 1450848 w 1761744"/>
                <a:gd name="connsiteY40" fmla="*/ 109728 h 365760"/>
                <a:gd name="connsiteX41" fmla="*/ 1469136 w 1761744"/>
                <a:gd name="connsiteY41" fmla="*/ 97536 h 365760"/>
                <a:gd name="connsiteX42" fmla="*/ 1517904 w 1761744"/>
                <a:gd name="connsiteY42" fmla="*/ 42672 h 365760"/>
                <a:gd name="connsiteX43" fmla="*/ 1536192 w 1761744"/>
                <a:gd name="connsiteY43" fmla="*/ 36576 h 365760"/>
                <a:gd name="connsiteX44" fmla="*/ 1554480 w 1761744"/>
                <a:gd name="connsiteY44" fmla="*/ 24384 h 365760"/>
                <a:gd name="connsiteX45" fmla="*/ 1572768 w 1761744"/>
                <a:gd name="connsiteY45" fmla="*/ 18288 h 365760"/>
                <a:gd name="connsiteX46" fmla="*/ 1597152 w 1761744"/>
                <a:gd name="connsiteY46" fmla="*/ 6096 h 365760"/>
                <a:gd name="connsiteX47" fmla="*/ 1639824 w 1761744"/>
                <a:gd name="connsiteY47" fmla="*/ 0 h 365760"/>
                <a:gd name="connsiteX48" fmla="*/ 1761744 w 1761744"/>
                <a:gd name="connsiteY48" fmla="*/ 6096 h 365760"/>
                <a:gd name="connsiteX0" fmla="*/ 0 w 1723644"/>
                <a:gd name="connsiteY0" fmla="*/ 365760 h 365760"/>
                <a:gd name="connsiteX1" fmla="*/ 201168 w 1723644"/>
                <a:gd name="connsiteY1" fmla="*/ 243840 h 365760"/>
                <a:gd name="connsiteX2" fmla="*/ 219456 w 1723644"/>
                <a:gd name="connsiteY2" fmla="*/ 237744 h 365760"/>
                <a:gd name="connsiteX3" fmla="*/ 237744 w 1723644"/>
                <a:gd name="connsiteY3" fmla="*/ 225552 h 365760"/>
                <a:gd name="connsiteX4" fmla="*/ 256032 w 1723644"/>
                <a:gd name="connsiteY4" fmla="*/ 219456 h 365760"/>
                <a:gd name="connsiteX5" fmla="*/ 274320 w 1723644"/>
                <a:gd name="connsiteY5" fmla="*/ 207264 h 365760"/>
                <a:gd name="connsiteX6" fmla="*/ 329184 w 1723644"/>
                <a:gd name="connsiteY6" fmla="*/ 195072 h 365760"/>
                <a:gd name="connsiteX7" fmla="*/ 365760 w 1723644"/>
                <a:gd name="connsiteY7" fmla="*/ 176784 h 365760"/>
                <a:gd name="connsiteX8" fmla="*/ 384048 w 1723644"/>
                <a:gd name="connsiteY8" fmla="*/ 170688 h 365760"/>
                <a:gd name="connsiteX9" fmla="*/ 408432 w 1723644"/>
                <a:gd name="connsiteY9" fmla="*/ 152400 h 365760"/>
                <a:gd name="connsiteX10" fmla="*/ 445008 w 1723644"/>
                <a:gd name="connsiteY10" fmla="*/ 140208 h 365760"/>
                <a:gd name="connsiteX11" fmla="*/ 457200 w 1723644"/>
                <a:gd name="connsiteY11" fmla="*/ 121920 h 365760"/>
                <a:gd name="connsiteX12" fmla="*/ 493776 w 1723644"/>
                <a:gd name="connsiteY12" fmla="*/ 103632 h 365760"/>
                <a:gd name="connsiteX13" fmla="*/ 573024 w 1723644"/>
                <a:gd name="connsiteY13" fmla="*/ 85344 h 365760"/>
                <a:gd name="connsiteX14" fmla="*/ 640080 w 1723644"/>
                <a:gd name="connsiteY14" fmla="*/ 97536 h 365760"/>
                <a:gd name="connsiteX15" fmla="*/ 658368 w 1723644"/>
                <a:gd name="connsiteY15" fmla="*/ 109728 h 365760"/>
                <a:gd name="connsiteX16" fmla="*/ 682752 w 1723644"/>
                <a:gd name="connsiteY16" fmla="*/ 115824 h 365760"/>
                <a:gd name="connsiteX17" fmla="*/ 725424 w 1723644"/>
                <a:gd name="connsiteY17" fmla="*/ 134112 h 365760"/>
                <a:gd name="connsiteX18" fmla="*/ 743712 w 1723644"/>
                <a:gd name="connsiteY18" fmla="*/ 140208 h 365760"/>
                <a:gd name="connsiteX19" fmla="*/ 762000 w 1723644"/>
                <a:gd name="connsiteY19" fmla="*/ 152400 h 365760"/>
                <a:gd name="connsiteX20" fmla="*/ 780288 w 1723644"/>
                <a:gd name="connsiteY20" fmla="*/ 158496 h 365760"/>
                <a:gd name="connsiteX21" fmla="*/ 835152 w 1723644"/>
                <a:gd name="connsiteY21" fmla="*/ 188976 h 365760"/>
                <a:gd name="connsiteX22" fmla="*/ 890016 w 1723644"/>
                <a:gd name="connsiteY22" fmla="*/ 176784 h 365760"/>
                <a:gd name="connsiteX23" fmla="*/ 914400 w 1723644"/>
                <a:gd name="connsiteY23" fmla="*/ 158496 h 365760"/>
                <a:gd name="connsiteX24" fmla="*/ 963168 w 1723644"/>
                <a:gd name="connsiteY24" fmla="*/ 134112 h 365760"/>
                <a:gd name="connsiteX25" fmla="*/ 987552 w 1723644"/>
                <a:gd name="connsiteY25" fmla="*/ 121920 h 365760"/>
                <a:gd name="connsiteX26" fmla="*/ 1036320 w 1723644"/>
                <a:gd name="connsiteY26" fmla="*/ 103632 h 365760"/>
                <a:gd name="connsiteX27" fmla="*/ 1054608 w 1723644"/>
                <a:gd name="connsiteY27" fmla="*/ 97536 h 365760"/>
                <a:gd name="connsiteX28" fmla="*/ 1072896 w 1723644"/>
                <a:gd name="connsiteY28" fmla="*/ 85344 h 365760"/>
                <a:gd name="connsiteX29" fmla="*/ 1103376 w 1723644"/>
                <a:gd name="connsiteY29" fmla="*/ 79248 h 365760"/>
                <a:gd name="connsiteX30" fmla="*/ 1133856 w 1723644"/>
                <a:gd name="connsiteY30" fmla="*/ 67056 h 365760"/>
                <a:gd name="connsiteX31" fmla="*/ 1152144 w 1723644"/>
                <a:gd name="connsiteY31" fmla="*/ 54864 h 365760"/>
                <a:gd name="connsiteX32" fmla="*/ 1182624 w 1723644"/>
                <a:gd name="connsiteY32" fmla="*/ 48768 h 365760"/>
                <a:gd name="connsiteX33" fmla="*/ 1237488 w 1723644"/>
                <a:gd name="connsiteY33" fmla="*/ 54864 h 365760"/>
                <a:gd name="connsiteX34" fmla="*/ 1267968 w 1723644"/>
                <a:gd name="connsiteY34" fmla="*/ 79248 h 365760"/>
                <a:gd name="connsiteX35" fmla="*/ 1322832 w 1723644"/>
                <a:gd name="connsiteY35" fmla="*/ 103632 h 365760"/>
                <a:gd name="connsiteX36" fmla="*/ 1341120 w 1723644"/>
                <a:gd name="connsiteY36" fmla="*/ 115824 h 365760"/>
                <a:gd name="connsiteX37" fmla="*/ 1365504 w 1723644"/>
                <a:gd name="connsiteY37" fmla="*/ 121920 h 365760"/>
                <a:gd name="connsiteX38" fmla="*/ 1389888 w 1723644"/>
                <a:gd name="connsiteY38" fmla="*/ 134112 h 365760"/>
                <a:gd name="connsiteX39" fmla="*/ 1432560 w 1723644"/>
                <a:gd name="connsiteY39" fmla="*/ 128016 h 365760"/>
                <a:gd name="connsiteX40" fmla="*/ 1450848 w 1723644"/>
                <a:gd name="connsiteY40" fmla="*/ 109728 h 365760"/>
                <a:gd name="connsiteX41" fmla="*/ 1469136 w 1723644"/>
                <a:gd name="connsiteY41" fmla="*/ 97536 h 365760"/>
                <a:gd name="connsiteX42" fmla="*/ 1517904 w 1723644"/>
                <a:gd name="connsiteY42" fmla="*/ 42672 h 365760"/>
                <a:gd name="connsiteX43" fmla="*/ 1536192 w 1723644"/>
                <a:gd name="connsiteY43" fmla="*/ 36576 h 365760"/>
                <a:gd name="connsiteX44" fmla="*/ 1554480 w 1723644"/>
                <a:gd name="connsiteY44" fmla="*/ 24384 h 365760"/>
                <a:gd name="connsiteX45" fmla="*/ 1572768 w 1723644"/>
                <a:gd name="connsiteY45" fmla="*/ 18288 h 365760"/>
                <a:gd name="connsiteX46" fmla="*/ 1597152 w 1723644"/>
                <a:gd name="connsiteY46" fmla="*/ 6096 h 365760"/>
                <a:gd name="connsiteX47" fmla="*/ 1639824 w 1723644"/>
                <a:gd name="connsiteY47" fmla="*/ 0 h 365760"/>
                <a:gd name="connsiteX48" fmla="*/ 1723644 w 1723644"/>
                <a:gd name="connsiteY48" fmla="*/ 9906 h 365760"/>
                <a:gd name="connsiteX0" fmla="*/ 0 w 1723644"/>
                <a:gd name="connsiteY0" fmla="*/ 365760 h 365760"/>
                <a:gd name="connsiteX1" fmla="*/ 195453 w 1723644"/>
                <a:gd name="connsiteY1" fmla="*/ 243840 h 365760"/>
                <a:gd name="connsiteX2" fmla="*/ 219456 w 1723644"/>
                <a:gd name="connsiteY2" fmla="*/ 237744 h 365760"/>
                <a:gd name="connsiteX3" fmla="*/ 237744 w 1723644"/>
                <a:gd name="connsiteY3" fmla="*/ 225552 h 365760"/>
                <a:gd name="connsiteX4" fmla="*/ 256032 w 1723644"/>
                <a:gd name="connsiteY4" fmla="*/ 219456 h 365760"/>
                <a:gd name="connsiteX5" fmla="*/ 274320 w 1723644"/>
                <a:gd name="connsiteY5" fmla="*/ 207264 h 365760"/>
                <a:gd name="connsiteX6" fmla="*/ 329184 w 1723644"/>
                <a:gd name="connsiteY6" fmla="*/ 195072 h 365760"/>
                <a:gd name="connsiteX7" fmla="*/ 365760 w 1723644"/>
                <a:gd name="connsiteY7" fmla="*/ 176784 h 365760"/>
                <a:gd name="connsiteX8" fmla="*/ 384048 w 1723644"/>
                <a:gd name="connsiteY8" fmla="*/ 170688 h 365760"/>
                <a:gd name="connsiteX9" fmla="*/ 408432 w 1723644"/>
                <a:gd name="connsiteY9" fmla="*/ 152400 h 365760"/>
                <a:gd name="connsiteX10" fmla="*/ 445008 w 1723644"/>
                <a:gd name="connsiteY10" fmla="*/ 140208 h 365760"/>
                <a:gd name="connsiteX11" fmla="*/ 457200 w 1723644"/>
                <a:gd name="connsiteY11" fmla="*/ 121920 h 365760"/>
                <a:gd name="connsiteX12" fmla="*/ 493776 w 1723644"/>
                <a:gd name="connsiteY12" fmla="*/ 103632 h 365760"/>
                <a:gd name="connsiteX13" fmla="*/ 573024 w 1723644"/>
                <a:gd name="connsiteY13" fmla="*/ 85344 h 365760"/>
                <a:gd name="connsiteX14" fmla="*/ 640080 w 1723644"/>
                <a:gd name="connsiteY14" fmla="*/ 97536 h 365760"/>
                <a:gd name="connsiteX15" fmla="*/ 658368 w 1723644"/>
                <a:gd name="connsiteY15" fmla="*/ 109728 h 365760"/>
                <a:gd name="connsiteX16" fmla="*/ 682752 w 1723644"/>
                <a:gd name="connsiteY16" fmla="*/ 115824 h 365760"/>
                <a:gd name="connsiteX17" fmla="*/ 725424 w 1723644"/>
                <a:gd name="connsiteY17" fmla="*/ 134112 h 365760"/>
                <a:gd name="connsiteX18" fmla="*/ 743712 w 1723644"/>
                <a:gd name="connsiteY18" fmla="*/ 140208 h 365760"/>
                <a:gd name="connsiteX19" fmla="*/ 762000 w 1723644"/>
                <a:gd name="connsiteY19" fmla="*/ 152400 h 365760"/>
                <a:gd name="connsiteX20" fmla="*/ 780288 w 1723644"/>
                <a:gd name="connsiteY20" fmla="*/ 158496 h 365760"/>
                <a:gd name="connsiteX21" fmla="*/ 835152 w 1723644"/>
                <a:gd name="connsiteY21" fmla="*/ 188976 h 365760"/>
                <a:gd name="connsiteX22" fmla="*/ 890016 w 1723644"/>
                <a:gd name="connsiteY22" fmla="*/ 176784 h 365760"/>
                <a:gd name="connsiteX23" fmla="*/ 914400 w 1723644"/>
                <a:gd name="connsiteY23" fmla="*/ 158496 h 365760"/>
                <a:gd name="connsiteX24" fmla="*/ 963168 w 1723644"/>
                <a:gd name="connsiteY24" fmla="*/ 134112 h 365760"/>
                <a:gd name="connsiteX25" fmla="*/ 987552 w 1723644"/>
                <a:gd name="connsiteY25" fmla="*/ 121920 h 365760"/>
                <a:gd name="connsiteX26" fmla="*/ 1036320 w 1723644"/>
                <a:gd name="connsiteY26" fmla="*/ 103632 h 365760"/>
                <a:gd name="connsiteX27" fmla="*/ 1054608 w 1723644"/>
                <a:gd name="connsiteY27" fmla="*/ 97536 h 365760"/>
                <a:gd name="connsiteX28" fmla="*/ 1072896 w 1723644"/>
                <a:gd name="connsiteY28" fmla="*/ 85344 h 365760"/>
                <a:gd name="connsiteX29" fmla="*/ 1103376 w 1723644"/>
                <a:gd name="connsiteY29" fmla="*/ 79248 h 365760"/>
                <a:gd name="connsiteX30" fmla="*/ 1133856 w 1723644"/>
                <a:gd name="connsiteY30" fmla="*/ 67056 h 365760"/>
                <a:gd name="connsiteX31" fmla="*/ 1152144 w 1723644"/>
                <a:gd name="connsiteY31" fmla="*/ 54864 h 365760"/>
                <a:gd name="connsiteX32" fmla="*/ 1182624 w 1723644"/>
                <a:gd name="connsiteY32" fmla="*/ 48768 h 365760"/>
                <a:gd name="connsiteX33" fmla="*/ 1237488 w 1723644"/>
                <a:gd name="connsiteY33" fmla="*/ 54864 h 365760"/>
                <a:gd name="connsiteX34" fmla="*/ 1267968 w 1723644"/>
                <a:gd name="connsiteY34" fmla="*/ 79248 h 365760"/>
                <a:gd name="connsiteX35" fmla="*/ 1322832 w 1723644"/>
                <a:gd name="connsiteY35" fmla="*/ 103632 h 365760"/>
                <a:gd name="connsiteX36" fmla="*/ 1341120 w 1723644"/>
                <a:gd name="connsiteY36" fmla="*/ 115824 h 365760"/>
                <a:gd name="connsiteX37" fmla="*/ 1365504 w 1723644"/>
                <a:gd name="connsiteY37" fmla="*/ 121920 h 365760"/>
                <a:gd name="connsiteX38" fmla="*/ 1389888 w 1723644"/>
                <a:gd name="connsiteY38" fmla="*/ 134112 h 365760"/>
                <a:gd name="connsiteX39" fmla="*/ 1432560 w 1723644"/>
                <a:gd name="connsiteY39" fmla="*/ 128016 h 365760"/>
                <a:gd name="connsiteX40" fmla="*/ 1450848 w 1723644"/>
                <a:gd name="connsiteY40" fmla="*/ 109728 h 365760"/>
                <a:gd name="connsiteX41" fmla="*/ 1469136 w 1723644"/>
                <a:gd name="connsiteY41" fmla="*/ 97536 h 365760"/>
                <a:gd name="connsiteX42" fmla="*/ 1517904 w 1723644"/>
                <a:gd name="connsiteY42" fmla="*/ 42672 h 365760"/>
                <a:gd name="connsiteX43" fmla="*/ 1536192 w 1723644"/>
                <a:gd name="connsiteY43" fmla="*/ 36576 h 365760"/>
                <a:gd name="connsiteX44" fmla="*/ 1554480 w 1723644"/>
                <a:gd name="connsiteY44" fmla="*/ 24384 h 365760"/>
                <a:gd name="connsiteX45" fmla="*/ 1572768 w 1723644"/>
                <a:gd name="connsiteY45" fmla="*/ 18288 h 365760"/>
                <a:gd name="connsiteX46" fmla="*/ 1597152 w 1723644"/>
                <a:gd name="connsiteY46" fmla="*/ 6096 h 365760"/>
                <a:gd name="connsiteX47" fmla="*/ 1639824 w 1723644"/>
                <a:gd name="connsiteY47" fmla="*/ 0 h 365760"/>
                <a:gd name="connsiteX48" fmla="*/ 1723644 w 1723644"/>
                <a:gd name="connsiteY48" fmla="*/ 9906 h 365760"/>
                <a:gd name="connsiteX0" fmla="*/ 0 w 1528191"/>
                <a:gd name="connsiteY0" fmla="*/ 243840 h 243840"/>
                <a:gd name="connsiteX1" fmla="*/ 24003 w 1528191"/>
                <a:gd name="connsiteY1" fmla="*/ 237744 h 243840"/>
                <a:gd name="connsiteX2" fmla="*/ 42291 w 1528191"/>
                <a:gd name="connsiteY2" fmla="*/ 225552 h 243840"/>
                <a:gd name="connsiteX3" fmla="*/ 60579 w 1528191"/>
                <a:gd name="connsiteY3" fmla="*/ 219456 h 243840"/>
                <a:gd name="connsiteX4" fmla="*/ 78867 w 1528191"/>
                <a:gd name="connsiteY4" fmla="*/ 207264 h 243840"/>
                <a:gd name="connsiteX5" fmla="*/ 133731 w 1528191"/>
                <a:gd name="connsiteY5" fmla="*/ 195072 h 243840"/>
                <a:gd name="connsiteX6" fmla="*/ 170307 w 1528191"/>
                <a:gd name="connsiteY6" fmla="*/ 176784 h 243840"/>
                <a:gd name="connsiteX7" fmla="*/ 188595 w 1528191"/>
                <a:gd name="connsiteY7" fmla="*/ 170688 h 243840"/>
                <a:gd name="connsiteX8" fmla="*/ 212979 w 1528191"/>
                <a:gd name="connsiteY8" fmla="*/ 152400 h 243840"/>
                <a:gd name="connsiteX9" fmla="*/ 249555 w 1528191"/>
                <a:gd name="connsiteY9" fmla="*/ 140208 h 243840"/>
                <a:gd name="connsiteX10" fmla="*/ 261747 w 1528191"/>
                <a:gd name="connsiteY10" fmla="*/ 121920 h 243840"/>
                <a:gd name="connsiteX11" fmla="*/ 298323 w 1528191"/>
                <a:gd name="connsiteY11" fmla="*/ 103632 h 243840"/>
                <a:gd name="connsiteX12" fmla="*/ 377571 w 1528191"/>
                <a:gd name="connsiteY12" fmla="*/ 85344 h 243840"/>
                <a:gd name="connsiteX13" fmla="*/ 444627 w 1528191"/>
                <a:gd name="connsiteY13" fmla="*/ 97536 h 243840"/>
                <a:gd name="connsiteX14" fmla="*/ 462915 w 1528191"/>
                <a:gd name="connsiteY14" fmla="*/ 109728 h 243840"/>
                <a:gd name="connsiteX15" fmla="*/ 487299 w 1528191"/>
                <a:gd name="connsiteY15" fmla="*/ 115824 h 243840"/>
                <a:gd name="connsiteX16" fmla="*/ 529971 w 1528191"/>
                <a:gd name="connsiteY16" fmla="*/ 134112 h 243840"/>
                <a:gd name="connsiteX17" fmla="*/ 548259 w 1528191"/>
                <a:gd name="connsiteY17" fmla="*/ 140208 h 243840"/>
                <a:gd name="connsiteX18" fmla="*/ 566547 w 1528191"/>
                <a:gd name="connsiteY18" fmla="*/ 152400 h 243840"/>
                <a:gd name="connsiteX19" fmla="*/ 584835 w 1528191"/>
                <a:gd name="connsiteY19" fmla="*/ 158496 h 243840"/>
                <a:gd name="connsiteX20" fmla="*/ 639699 w 1528191"/>
                <a:gd name="connsiteY20" fmla="*/ 188976 h 243840"/>
                <a:gd name="connsiteX21" fmla="*/ 694563 w 1528191"/>
                <a:gd name="connsiteY21" fmla="*/ 176784 h 243840"/>
                <a:gd name="connsiteX22" fmla="*/ 718947 w 1528191"/>
                <a:gd name="connsiteY22" fmla="*/ 158496 h 243840"/>
                <a:gd name="connsiteX23" fmla="*/ 767715 w 1528191"/>
                <a:gd name="connsiteY23" fmla="*/ 134112 h 243840"/>
                <a:gd name="connsiteX24" fmla="*/ 792099 w 1528191"/>
                <a:gd name="connsiteY24" fmla="*/ 121920 h 243840"/>
                <a:gd name="connsiteX25" fmla="*/ 840867 w 1528191"/>
                <a:gd name="connsiteY25" fmla="*/ 103632 h 243840"/>
                <a:gd name="connsiteX26" fmla="*/ 859155 w 1528191"/>
                <a:gd name="connsiteY26" fmla="*/ 97536 h 243840"/>
                <a:gd name="connsiteX27" fmla="*/ 877443 w 1528191"/>
                <a:gd name="connsiteY27" fmla="*/ 85344 h 243840"/>
                <a:gd name="connsiteX28" fmla="*/ 907923 w 1528191"/>
                <a:gd name="connsiteY28" fmla="*/ 79248 h 243840"/>
                <a:gd name="connsiteX29" fmla="*/ 938403 w 1528191"/>
                <a:gd name="connsiteY29" fmla="*/ 67056 h 243840"/>
                <a:gd name="connsiteX30" fmla="*/ 956691 w 1528191"/>
                <a:gd name="connsiteY30" fmla="*/ 54864 h 243840"/>
                <a:gd name="connsiteX31" fmla="*/ 987171 w 1528191"/>
                <a:gd name="connsiteY31" fmla="*/ 48768 h 243840"/>
                <a:gd name="connsiteX32" fmla="*/ 1042035 w 1528191"/>
                <a:gd name="connsiteY32" fmla="*/ 54864 h 243840"/>
                <a:gd name="connsiteX33" fmla="*/ 1072515 w 1528191"/>
                <a:gd name="connsiteY33" fmla="*/ 79248 h 243840"/>
                <a:gd name="connsiteX34" fmla="*/ 1127379 w 1528191"/>
                <a:gd name="connsiteY34" fmla="*/ 103632 h 243840"/>
                <a:gd name="connsiteX35" fmla="*/ 1145667 w 1528191"/>
                <a:gd name="connsiteY35" fmla="*/ 115824 h 243840"/>
                <a:gd name="connsiteX36" fmla="*/ 1170051 w 1528191"/>
                <a:gd name="connsiteY36" fmla="*/ 121920 h 243840"/>
                <a:gd name="connsiteX37" fmla="*/ 1194435 w 1528191"/>
                <a:gd name="connsiteY37" fmla="*/ 134112 h 243840"/>
                <a:gd name="connsiteX38" fmla="*/ 1237107 w 1528191"/>
                <a:gd name="connsiteY38" fmla="*/ 128016 h 243840"/>
                <a:gd name="connsiteX39" fmla="*/ 1255395 w 1528191"/>
                <a:gd name="connsiteY39" fmla="*/ 109728 h 243840"/>
                <a:gd name="connsiteX40" fmla="*/ 1273683 w 1528191"/>
                <a:gd name="connsiteY40" fmla="*/ 97536 h 243840"/>
                <a:gd name="connsiteX41" fmla="*/ 1322451 w 1528191"/>
                <a:gd name="connsiteY41" fmla="*/ 42672 h 243840"/>
                <a:gd name="connsiteX42" fmla="*/ 1340739 w 1528191"/>
                <a:gd name="connsiteY42" fmla="*/ 36576 h 243840"/>
                <a:gd name="connsiteX43" fmla="*/ 1359027 w 1528191"/>
                <a:gd name="connsiteY43" fmla="*/ 24384 h 243840"/>
                <a:gd name="connsiteX44" fmla="*/ 1377315 w 1528191"/>
                <a:gd name="connsiteY44" fmla="*/ 18288 h 243840"/>
                <a:gd name="connsiteX45" fmla="*/ 1401699 w 1528191"/>
                <a:gd name="connsiteY45" fmla="*/ 6096 h 243840"/>
                <a:gd name="connsiteX46" fmla="*/ 1444371 w 1528191"/>
                <a:gd name="connsiteY46" fmla="*/ 0 h 243840"/>
                <a:gd name="connsiteX47" fmla="*/ 1528191 w 1528191"/>
                <a:gd name="connsiteY47" fmla="*/ 9906 h 24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528191" h="243840">
                  <a:moveTo>
                    <a:pt x="0" y="243840"/>
                  </a:moveTo>
                  <a:cubicBezTo>
                    <a:pt x="5550" y="240602"/>
                    <a:pt x="16955" y="240792"/>
                    <a:pt x="24003" y="237744"/>
                  </a:cubicBezTo>
                  <a:cubicBezTo>
                    <a:pt x="31052" y="234696"/>
                    <a:pt x="35738" y="228829"/>
                    <a:pt x="42291" y="225552"/>
                  </a:cubicBezTo>
                  <a:cubicBezTo>
                    <a:pt x="48038" y="222678"/>
                    <a:pt x="54832" y="222330"/>
                    <a:pt x="60579" y="219456"/>
                  </a:cubicBezTo>
                  <a:cubicBezTo>
                    <a:pt x="67132" y="216179"/>
                    <a:pt x="72133" y="210150"/>
                    <a:pt x="78867" y="207264"/>
                  </a:cubicBezTo>
                  <a:cubicBezTo>
                    <a:pt x="87628" y="203509"/>
                    <a:pt x="126787" y="196808"/>
                    <a:pt x="133731" y="195072"/>
                  </a:cubicBezTo>
                  <a:cubicBezTo>
                    <a:pt x="164376" y="187411"/>
                    <a:pt x="140508" y="191683"/>
                    <a:pt x="170307" y="176784"/>
                  </a:cubicBezTo>
                  <a:cubicBezTo>
                    <a:pt x="176054" y="173910"/>
                    <a:pt x="182499" y="172720"/>
                    <a:pt x="188595" y="170688"/>
                  </a:cubicBezTo>
                  <a:cubicBezTo>
                    <a:pt x="196723" y="164592"/>
                    <a:pt x="203892" y="156944"/>
                    <a:pt x="212979" y="152400"/>
                  </a:cubicBezTo>
                  <a:cubicBezTo>
                    <a:pt x="224474" y="146653"/>
                    <a:pt x="249555" y="140208"/>
                    <a:pt x="249555" y="140208"/>
                  </a:cubicBezTo>
                  <a:cubicBezTo>
                    <a:pt x="253619" y="134112"/>
                    <a:pt x="256566" y="127101"/>
                    <a:pt x="261747" y="121920"/>
                  </a:cubicBezTo>
                  <a:cubicBezTo>
                    <a:pt x="276391" y="107276"/>
                    <a:pt x="280970" y="111069"/>
                    <a:pt x="298323" y="103632"/>
                  </a:cubicBezTo>
                  <a:cubicBezTo>
                    <a:pt x="348354" y="82190"/>
                    <a:pt x="295068" y="94511"/>
                    <a:pt x="377571" y="85344"/>
                  </a:cubicBezTo>
                  <a:cubicBezTo>
                    <a:pt x="399923" y="89408"/>
                    <a:pt x="422783" y="91295"/>
                    <a:pt x="444627" y="97536"/>
                  </a:cubicBezTo>
                  <a:cubicBezTo>
                    <a:pt x="451672" y="99549"/>
                    <a:pt x="456181" y="106842"/>
                    <a:pt x="462915" y="109728"/>
                  </a:cubicBezTo>
                  <a:cubicBezTo>
                    <a:pt x="470616" y="113028"/>
                    <a:pt x="479243" y="113522"/>
                    <a:pt x="487299" y="115824"/>
                  </a:cubicBezTo>
                  <a:cubicBezTo>
                    <a:pt x="515891" y="123993"/>
                    <a:pt x="497459" y="120178"/>
                    <a:pt x="529971" y="134112"/>
                  </a:cubicBezTo>
                  <a:cubicBezTo>
                    <a:pt x="535877" y="136643"/>
                    <a:pt x="542512" y="137334"/>
                    <a:pt x="548259" y="140208"/>
                  </a:cubicBezTo>
                  <a:cubicBezTo>
                    <a:pt x="554812" y="143485"/>
                    <a:pt x="559994" y="149123"/>
                    <a:pt x="566547" y="152400"/>
                  </a:cubicBezTo>
                  <a:cubicBezTo>
                    <a:pt x="572294" y="155274"/>
                    <a:pt x="579218" y="155375"/>
                    <a:pt x="584835" y="158496"/>
                  </a:cubicBezTo>
                  <a:cubicBezTo>
                    <a:pt x="647719" y="193431"/>
                    <a:pt x="598318" y="175182"/>
                    <a:pt x="639699" y="188976"/>
                  </a:cubicBezTo>
                  <a:cubicBezTo>
                    <a:pt x="657987" y="184912"/>
                    <a:pt x="677078" y="183509"/>
                    <a:pt x="694563" y="176784"/>
                  </a:cubicBezTo>
                  <a:cubicBezTo>
                    <a:pt x="704046" y="173137"/>
                    <a:pt x="710171" y="163615"/>
                    <a:pt x="718947" y="158496"/>
                  </a:cubicBezTo>
                  <a:cubicBezTo>
                    <a:pt x="734646" y="149338"/>
                    <a:pt x="751459" y="142240"/>
                    <a:pt x="767715" y="134112"/>
                  </a:cubicBezTo>
                  <a:cubicBezTo>
                    <a:pt x="775843" y="130048"/>
                    <a:pt x="783478" y="124794"/>
                    <a:pt x="792099" y="121920"/>
                  </a:cubicBezTo>
                  <a:cubicBezTo>
                    <a:pt x="833609" y="108083"/>
                    <a:pt x="782553" y="125500"/>
                    <a:pt x="840867" y="103632"/>
                  </a:cubicBezTo>
                  <a:cubicBezTo>
                    <a:pt x="846884" y="101376"/>
                    <a:pt x="853408" y="100410"/>
                    <a:pt x="859155" y="97536"/>
                  </a:cubicBezTo>
                  <a:cubicBezTo>
                    <a:pt x="865708" y="94259"/>
                    <a:pt x="870583" y="87916"/>
                    <a:pt x="877443" y="85344"/>
                  </a:cubicBezTo>
                  <a:cubicBezTo>
                    <a:pt x="887145" y="81706"/>
                    <a:pt x="897999" y="82225"/>
                    <a:pt x="907923" y="79248"/>
                  </a:cubicBezTo>
                  <a:cubicBezTo>
                    <a:pt x="918404" y="76104"/>
                    <a:pt x="928616" y="71950"/>
                    <a:pt x="938403" y="67056"/>
                  </a:cubicBezTo>
                  <a:cubicBezTo>
                    <a:pt x="944956" y="63779"/>
                    <a:pt x="949831" y="57436"/>
                    <a:pt x="956691" y="54864"/>
                  </a:cubicBezTo>
                  <a:cubicBezTo>
                    <a:pt x="966393" y="51226"/>
                    <a:pt x="977011" y="50800"/>
                    <a:pt x="987171" y="48768"/>
                  </a:cubicBezTo>
                  <a:cubicBezTo>
                    <a:pt x="1005459" y="50800"/>
                    <a:pt x="1024706" y="48675"/>
                    <a:pt x="1042035" y="54864"/>
                  </a:cubicBezTo>
                  <a:cubicBezTo>
                    <a:pt x="1054288" y="59240"/>
                    <a:pt x="1061689" y="72031"/>
                    <a:pt x="1072515" y="79248"/>
                  </a:cubicBezTo>
                  <a:cubicBezTo>
                    <a:pt x="1091906" y="92176"/>
                    <a:pt x="1106259" y="93072"/>
                    <a:pt x="1127379" y="103632"/>
                  </a:cubicBezTo>
                  <a:cubicBezTo>
                    <a:pt x="1133932" y="106909"/>
                    <a:pt x="1138933" y="112938"/>
                    <a:pt x="1145667" y="115824"/>
                  </a:cubicBezTo>
                  <a:cubicBezTo>
                    <a:pt x="1153368" y="119124"/>
                    <a:pt x="1162206" y="118978"/>
                    <a:pt x="1170051" y="121920"/>
                  </a:cubicBezTo>
                  <a:cubicBezTo>
                    <a:pt x="1178560" y="125111"/>
                    <a:pt x="1186307" y="130048"/>
                    <a:pt x="1194435" y="134112"/>
                  </a:cubicBezTo>
                  <a:cubicBezTo>
                    <a:pt x="1208659" y="132080"/>
                    <a:pt x="1223766" y="133352"/>
                    <a:pt x="1237107" y="128016"/>
                  </a:cubicBezTo>
                  <a:cubicBezTo>
                    <a:pt x="1245111" y="124814"/>
                    <a:pt x="1248772" y="115247"/>
                    <a:pt x="1255395" y="109728"/>
                  </a:cubicBezTo>
                  <a:cubicBezTo>
                    <a:pt x="1261023" y="105038"/>
                    <a:pt x="1268502" y="102717"/>
                    <a:pt x="1273683" y="97536"/>
                  </a:cubicBezTo>
                  <a:cubicBezTo>
                    <a:pt x="1294852" y="76367"/>
                    <a:pt x="1298051" y="60101"/>
                    <a:pt x="1322451" y="42672"/>
                  </a:cubicBezTo>
                  <a:cubicBezTo>
                    <a:pt x="1327680" y="38937"/>
                    <a:pt x="1334992" y="39450"/>
                    <a:pt x="1340739" y="36576"/>
                  </a:cubicBezTo>
                  <a:cubicBezTo>
                    <a:pt x="1347292" y="33299"/>
                    <a:pt x="1352474" y="27661"/>
                    <a:pt x="1359027" y="24384"/>
                  </a:cubicBezTo>
                  <a:cubicBezTo>
                    <a:pt x="1364774" y="21510"/>
                    <a:pt x="1371409" y="20819"/>
                    <a:pt x="1377315" y="18288"/>
                  </a:cubicBezTo>
                  <a:cubicBezTo>
                    <a:pt x="1385668" y="14708"/>
                    <a:pt x="1392932" y="8487"/>
                    <a:pt x="1401699" y="6096"/>
                  </a:cubicBezTo>
                  <a:cubicBezTo>
                    <a:pt x="1415561" y="2315"/>
                    <a:pt x="1430147" y="2032"/>
                    <a:pt x="1444371" y="0"/>
                  </a:cubicBezTo>
                  <a:cubicBezTo>
                    <a:pt x="1485011" y="2032"/>
                    <a:pt x="1487620" y="6785"/>
                    <a:pt x="1528191" y="9906"/>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2438E6CC-71E4-BD3D-2734-02ABFF1C55D3}"/>
                </a:ext>
              </a:extLst>
            </p:cNvPr>
            <p:cNvSpPr/>
            <p:nvPr/>
          </p:nvSpPr>
          <p:spPr>
            <a:xfrm>
              <a:off x="9703905" y="2054888"/>
              <a:ext cx="1551432" cy="166497"/>
            </a:xfrm>
            <a:custGeom>
              <a:avLst/>
              <a:gdLst>
                <a:gd name="connsiteX0" fmla="*/ 0 w 2036064"/>
                <a:gd name="connsiteY0" fmla="*/ 97536 h 164592"/>
                <a:gd name="connsiteX1" fmla="*/ 158496 w 2036064"/>
                <a:gd name="connsiteY1" fmla="*/ 103632 h 164592"/>
                <a:gd name="connsiteX2" fmla="*/ 207264 w 2036064"/>
                <a:gd name="connsiteY2" fmla="*/ 115824 h 164592"/>
                <a:gd name="connsiteX3" fmla="*/ 274320 w 2036064"/>
                <a:gd name="connsiteY3" fmla="*/ 128016 h 164592"/>
                <a:gd name="connsiteX4" fmla="*/ 377952 w 2036064"/>
                <a:gd name="connsiteY4" fmla="*/ 115824 h 164592"/>
                <a:gd name="connsiteX5" fmla="*/ 396240 w 2036064"/>
                <a:gd name="connsiteY5" fmla="*/ 109728 h 164592"/>
                <a:gd name="connsiteX6" fmla="*/ 420624 w 2036064"/>
                <a:gd name="connsiteY6" fmla="*/ 91440 h 164592"/>
                <a:gd name="connsiteX7" fmla="*/ 481584 w 2036064"/>
                <a:gd name="connsiteY7" fmla="*/ 60960 h 164592"/>
                <a:gd name="connsiteX8" fmla="*/ 542544 w 2036064"/>
                <a:gd name="connsiteY8" fmla="*/ 24384 h 164592"/>
                <a:gd name="connsiteX9" fmla="*/ 560832 w 2036064"/>
                <a:gd name="connsiteY9" fmla="*/ 18288 h 164592"/>
                <a:gd name="connsiteX10" fmla="*/ 585216 w 2036064"/>
                <a:gd name="connsiteY10" fmla="*/ 6096 h 164592"/>
                <a:gd name="connsiteX11" fmla="*/ 621792 w 2036064"/>
                <a:gd name="connsiteY11" fmla="*/ 0 h 164592"/>
                <a:gd name="connsiteX12" fmla="*/ 701040 w 2036064"/>
                <a:gd name="connsiteY12" fmla="*/ 12192 h 164592"/>
                <a:gd name="connsiteX13" fmla="*/ 737616 w 2036064"/>
                <a:gd name="connsiteY13" fmla="*/ 30480 h 164592"/>
                <a:gd name="connsiteX14" fmla="*/ 829056 w 2036064"/>
                <a:gd name="connsiteY14" fmla="*/ 91440 h 164592"/>
                <a:gd name="connsiteX15" fmla="*/ 896112 w 2036064"/>
                <a:gd name="connsiteY15" fmla="*/ 146304 h 164592"/>
                <a:gd name="connsiteX16" fmla="*/ 944880 w 2036064"/>
                <a:gd name="connsiteY16" fmla="*/ 164592 h 164592"/>
                <a:gd name="connsiteX17" fmla="*/ 981456 w 2036064"/>
                <a:gd name="connsiteY17" fmla="*/ 134112 h 164592"/>
                <a:gd name="connsiteX18" fmla="*/ 987552 w 2036064"/>
                <a:gd name="connsiteY18" fmla="*/ 115824 h 164592"/>
                <a:gd name="connsiteX19" fmla="*/ 1018032 w 2036064"/>
                <a:gd name="connsiteY19" fmla="*/ 97536 h 164592"/>
                <a:gd name="connsiteX20" fmla="*/ 1054608 w 2036064"/>
                <a:gd name="connsiteY20" fmla="*/ 79248 h 164592"/>
                <a:gd name="connsiteX21" fmla="*/ 1127760 w 2036064"/>
                <a:gd name="connsiteY21" fmla="*/ 97536 h 164592"/>
                <a:gd name="connsiteX22" fmla="*/ 1188720 w 2036064"/>
                <a:gd name="connsiteY22" fmla="*/ 121920 h 164592"/>
                <a:gd name="connsiteX23" fmla="*/ 1243584 w 2036064"/>
                <a:gd name="connsiteY23" fmla="*/ 128016 h 164592"/>
                <a:gd name="connsiteX24" fmla="*/ 1365504 w 2036064"/>
                <a:gd name="connsiteY24" fmla="*/ 121920 h 164592"/>
                <a:gd name="connsiteX25" fmla="*/ 1402080 w 2036064"/>
                <a:gd name="connsiteY25" fmla="*/ 109728 h 164592"/>
                <a:gd name="connsiteX26" fmla="*/ 1444752 w 2036064"/>
                <a:gd name="connsiteY26" fmla="*/ 85344 h 164592"/>
                <a:gd name="connsiteX27" fmla="*/ 1475232 w 2036064"/>
                <a:gd name="connsiteY27" fmla="*/ 54864 h 164592"/>
                <a:gd name="connsiteX28" fmla="*/ 1499616 w 2036064"/>
                <a:gd name="connsiteY28" fmla="*/ 36576 h 164592"/>
                <a:gd name="connsiteX29" fmla="*/ 1536192 w 2036064"/>
                <a:gd name="connsiteY29" fmla="*/ 24384 h 164592"/>
                <a:gd name="connsiteX30" fmla="*/ 1572768 w 2036064"/>
                <a:gd name="connsiteY30" fmla="*/ 12192 h 164592"/>
                <a:gd name="connsiteX31" fmla="*/ 1591056 w 2036064"/>
                <a:gd name="connsiteY31" fmla="*/ 6096 h 164592"/>
                <a:gd name="connsiteX32" fmla="*/ 1664208 w 2036064"/>
                <a:gd name="connsiteY32" fmla="*/ 0 h 164592"/>
                <a:gd name="connsiteX33" fmla="*/ 1780032 w 2036064"/>
                <a:gd name="connsiteY33" fmla="*/ 12192 h 164592"/>
                <a:gd name="connsiteX34" fmla="*/ 1804416 w 2036064"/>
                <a:gd name="connsiteY34" fmla="*/ 18288 h 164592"/>
                <a:gd name="connsiteX35" fmla="*/ 1840992 w 2036064"/>
                <a:gd name="connsiteY35" fmla="*/ 24384 h 164592"/>
                <a:gd name="connsiteX36" fmla="*/ 1901952 w 2036064"/>
                <a:gd name="connsiteY36" fmla="*/ 30480 h 164592"/>
                <a:gd name="connsiteX37" fmla="*/ 1969008 w 2036064"/>
                <a:gd name="connsiteY37" fmla="*/ 48768 h 164592"/>
                <a:gd name="connsiteX38" fmla="*/ 2036064 w 2036064"/>
                <a:gd name="connsiteY38" fmla="*/ 54864 h 164592"/>
                <a:gd name="connsiteX0" fmla="*/ 0 w 1969008"/>
                <a:gd name="connsiteY0" fmla="*/ 97536 h 164592"/>
                <a:gd name="connsiteX1" fmla="*/ 158496 w 1969008"/>
                <a:gd name="connsiteY1" fmla="*/ 103632 h 164592"/>
                <a:gd name="connsiteX2" fmla="*/ 207264 w 1969008"/>
                <a:gd name="connsiteY2" fmla="*/ 115824 h 164592"/>
                <a:gd name="connsiteX3" fmla="*/ 274320 w 1969008"/>
                <a:gd name="connsiteY3" fmla="*/ 128016 h 164592"/>
                <a:gd name="connsiteX4" fmla="*/ 377952 w 1969008"/>
                <a:gd name="connsiteY4" fmla="*/ 115824 h 164592"/>
                <a:gd name="connsiteX5" fmla="*/ 396240 w 1969008"/>
                <a:gd name="connsiteY5" fmla="*/ 109728 h 164592"/>
                <a:gd name="connsiteX6" fmla="*/ 420624 w 1969008"/>
                <a:gd name="connsiteY6" fmla="*/ 91440 h 164592"/>
                <a:gd name="connsiteX7" fmla="*/ 481584 w 1969008"/>
                <a:gd name="connsiteY7" fmla="*/ 60960 h 164592"/>
                <a:gd name="connsiteX8" fmla="*/ 542544 w 1969008"/>
                <a:gd name="connsiteY8" fmla="*/ 24384 h 164592"/>
                <a:gd name="connsiteX9" fmla="*/ 560832 w 1969008"/>
                <a:gd name="connsiteY9" fmla="*/ 18288 h 164592"/>
                <a:gd name="connsiteX10" fmla="*/ 585216 w 1969008"/>
                <a:gd name="connsiteY10" fmla="*/ 6096 h 164592"/>
                <a:gd name="connsiteX11" fmla="*/ 621792 w 1969008"/>
                <a:gd name="connsiteY11" fmla="*/ 0 h 164592"/>
                <a:gd name="connsiteX12" fmla="*/ 701040 w 1969008"/>
                <a:gd name="connsiteY12" fmla="*/ 12192 h 164592"/>
                <a:gd name="connsiteX13" fmla="*/ 737616 w 1969008"/>
                <a:gd name="connsiteY13" fmla="*/ 30480 h 164592"/>
                <a:gd name="connsiteX14" fmla="*/ 829056 w 1969008"/>
                <a:gd name="connsiteY14" fmla="*/ 91440 h 164592"/>
                <a:gd name="connsiteX15" fmla="*/ 896112 w 1969008"/>
                <a:gd name="connsiteY15" fmla="*/ 146304 h 164592"/>
                <a:gd name="connsiteX16" fmla="*/ 944880 w 1969008"/>
                <a:gd name="connsiteY16" fmla="*/ 164592 h 164592"/>
                <a:gd name="connsiteX17" fmla="*/ 981456 w 1969008"/>
                <a:gd name="connsiteY17" fmla="*/ 134112 h 164592"/>
                <a:gd name="connsiteX18" fmla="*/ 987552 w 1969008"/>
                <a:gd name="connsiteY18" fmla="*/ 115824 h 164592"/>
                <a:gd name="connsiteX19" fmla="*/ 1018032 w 1969008"/>
                <a:gd name="connsiteY19" fmla="*/ 97536 h 164592"/>
                <a:gd name="connsiteX20" fmla="*/ 1054608 w 1969008"/>
                <a:gd name="connsiteY20" fmla="*/ 79248 h 164592"/>
                <a:gd name="connsiteX21" fmla="*/ 1127760 w 1969008"/>
                <a:gd name="connsiteY21" fmla="*/ 97536 h 164592"/>
                <a:gd name="connsiteX22" fmla="*/ 1188720 w 1969008"/>
                <a:gd name="connsiteY22" fmla="*/ 121920 h 164592"/>
                <a:gd name="connsiteX23" fmla="*/ 1243584 w 1969008"/>
                <a:gd name="connsiteY23" fmla="*/ 128016 h 164592"/>
                <a:gd name="connsiteX24" fmla="*/ 1365504 w 1969008"/>
                <a:gd name="connsiteY24" fmla="*/ 121920 h 164592"/>
                <a:gd name="connsiteX25" fmla="*/ 1402080 w 1969008"/>
                <a:gd name="connsiteY25" fmla="*/ 109728 h 164592"/>
                <a:gd name="connsiteX26" fmla="*/ 1444752 w 1969008"/>
                <a:gd name="connsiteY26" fmla="*/ 85344 h 164592"/>
                <a:gd name="connsiteX27" fmla="*/ 1475232 w 1969008"/>
                <a:gd name="connsiteY27" fmla="*/ 54864 h 164592"/>
                <a:gd name="connsiteX28" fmla="*/ 1499616 w 1969008"/>
                <a:gd name="connsiteY28" fmla="*/ 36576 h 164592"/>
                <a:gd name="connsiteX29" fmla="*/ 1536192 w 1969008"/>
                <a:gd name="connsiteY29" fmla="*/ 24384 h 164592"/>
                <a:gd name="connsiteX30" fmla="*/ 1572768 w 1969008"/>
                <a:gd name="connsiteY30" fmla="*/ 12192 h 164592"/>
                <a:gd name="connsiteX31" fmla="*/ 1591056 w 1969008"/>
                <a:gd name="connsiteY31" fmla="*/ 6096 h 164592"/>
                <a:gd name="connsiteX32" fmla="*/ 1664208 w 1969008"/>
                <a:gd name="connsiteY32" fmla="*/ 0 h 164592"/>
                <a:gd name="connsiteX33" fmla="*/ 1780032 w 1969008"/>
                <a:gd name="connsiteY33" fmla="*/ 12192 h 164592"/>
                <a:gd name="connsiteX34" fmla="*/ 1804416 w 1969008"/>
                <a:gd name="connsiteY34" fmla="*/ 18288 h 164592"/>
                <a:gd name="connsiteX35" fmla="*/ 1840992 w 1969008"/>
                <a:gd name="connsiteY35" fmla="*/ 24384 h 164592"/>
                <a:gd name="connsiteX36" fmla="*/ 1901952 w 1969008"/>
                <a:gd name="connsiteY36" fmla="*/ 30480 h 164592"/>
                <a:gd name="connsiteX37" fmla="*/ 1969008 w 1969008"/>
                <a:gd name="connsiteY37" fmla="*/ 48768 h 164592"/>
                <a:gd name="connsiteX0" fmla="*/ 0 w 1901952"/>
                <a:gd name="connsiteY0" fmla="*/ 97536 h 164592"/>
                <a:gd name="connsiteX1" fmla="*/ 158496 w 1901952"/>
                <a:gd name="connsiteY1" fmla="*/ 103632 h 164592"/>
                <a:gd name="connsiteX2" fmla="*/ 207264 w 1901952"/>
                <a:gd name="connsiteY2" fmla="*/ 115824 h 164592"/>
                <a:gd name="connsiteX3" fmla="*/ 274320 w 1901952"/>
                <a:gd name="connsiteY3" fmla="*/ 128016 h 164592"/>
                <a:gd name="connsiteX4" fmla="*/ 377952 w 1901952"/>
                <a:gd name="connsiteY4" fmla="*/ 115824 h 164592"/>
                <a:gd name="connsiteX5" fmla="*/ 396240 w 1901952"/>
                <a:gd name="connsiteY5" fmla="*/ 109728 h 164592"/>
                <a:gd name="connsiteX6" fmla="*/ 420624 w 1901952"/>
                <a:gd name="connsiteY6" fmla="*/ 91440 h 164592"/>
                <a:gd name="connsiteX7" fmla="*/ 481584 w 1901952"/>
                <a:gd name="connsiteY7" fmla="*/ 60960 h 164592"/>
                <a:gd name="connsiteX8" fmla="*/ 542544 w 1901952"/>
                <a:gd name="connsiteY8" fmla="*/ 24384 h 164592"/>
                <a:gd name="connsiteX9" fmla="*/ 560832 w 1901952"/>
                <a:gd name="connsiteY9" fmla="*/ 18288 h 164592"/>
                <a:gd name="connsiteX10" fmla="*/ 585216 w 1901952"/>
                <a:gd name="connsiteY10" fmla="*/ 6096 h 164592"/>
                <a:gd name="connsiteX11" fmla="*/ 621792 w 1901952"/>
                <a:gd name="connsiteY11" fmla="*/ 0 h 164592"/>
                <a:gd name="connsiteX12" fmla="*/ 701040 w 1901952"/>
                <a:gd name="connsiteY12" fmla="*/ 12192 h 164592"/>
                <a:gd name="connsiteX13" fmla="*/ 737616 w 1901952"/>
                <a:gd name="connsiteY13" fmla="*/ 30480 h 164592"/>
                <a:gd name="connsiteX14" fmla="*/ 829056 w 1901952"/>
                <a:gd name="connsiteY14" fmla="*/ 91440 h 164592"/>
                <a:gd name="connsiteX15" fmla="*/ 896112 w 1901952"/>
                <a:gd name="connsiteY15" fmla="*/ 146304 h 164592"/>
                <a:gd name="connsiteX16" fmla="*/ 944880 w 1901952"/>
                <a:gd name="connsiteY16" fmla="*/ 164592 h 164592"/>
                <a:gd name="connsiteX17" fmla="*/ 981456 w 1901952"/>
                <a:gd name="connsiteY17" fmla="*/ 134112 h 164592"/>
                <a:gd name="connsiteX18" fmla="*/ 987552 w 1901952"/>
                <a:gd name="connsiteY18" fmla="*/ 115824 h 164592"/>
                <a:gd name="connsiteX19" fmla="*/ 1018032 w 1901952"/>
                <a:gd name="connsiteY19" fmla="*/ 97536 h 164592"/>
                <a:gd name="connsiteX20" fmla="*/ 1054608 w 1901952"/>
                <a:gd name="connsiteY20" fmla="*/ 79248 h 164592"/>
                <a:gd name="connsiteX21" fmla="*/ 1127760 w 1901952"/>
                <a:gd name="connsiteY21" fmla="*/ 97536 h 164592"/>
                <a:gd name="connsiteX22" fmla="*/ 1188720 w 1901952"/>
                <a:gd name="connsiteY22" fmla="*/ 121920 h 164592"/>
                <a:gd name="connsiteX23" fmla="*/ 1243584 w 1901952"/>
                <a:gd name="connsiteY23" fmla="*/ 128016 h 164592"/>
                <a:gd name="connsiteX24" fmla="*/ 1365504 w 1901952"/>
                <a:gd name="connsiteY24" fmla="*/ 121920 h 164592"/>
                <a:gd name="connsiteX25" fmla="*/ 1402080 w 1901952"/>
                <a:gd name="connsiteY25" fmla="*/ 109728 h 164592"/>
                <a:gd name="connsiteX26" fmla="*/ 1444752 w 1901952"/>
                <a:gd name="connsiteY26" fmla="*/ 85344 h 164592"/>
                <a:gd name="connsiteX27" fmla="*/ 1475232 w 1901952"/>
                <a:gd name="connsiteY27" fmla="*/ 54864 h 164592"/>
                <a:gd name="connsiteX28" fmla="*/ 1499616 w 1901952"/>
                <a:gd name="connsiteY28" fmla="*/ 36576 h 164592"/>
                <a:gd name="connsiteX29" fmla="*/ 1536192 w 1901952"/>
                <a:gd name="connsiteY29" fmla="*/ 24384 h 164592"/>
                <a:gd name="connsiteX30" fmla="*/ 1572768 w 1901952"/>
                <a:gd name="connsiteY30" fmla="*/ 12192 h 164592"/>
                <a:gd name="connsiteX31" fmla="*/ 1591056 w 1901952"/>
                <a:gd name="connsiteY31" fmla="*/ 6096 h 164592"/>
                <a:gd name="connsiteX32" fmla="*/ 1664208 w 1901952"/>
                <a:gd name="connsiteY32" fmla="*/ 0 h 164592"/>
                <a:gd name="connsiteX33" fmla="*/ 1780032 w 1901952"/>
                <a:gd name="connsiteY33" fmla="*/ 12192 h 164592"/>
                <a:gd name="connsiteX34" fmla="*/ 1804416 w 1901952"/>
                <a:gd name="connsiteY34" fmla="*/ 18288 h 164592"/>
                <a:gd name="connsiteX35" fmla="*/ 1840992 w 1901952"/>
                <a:gd name="connsiteY35" fmla="*/ 24384 h 164592"/>
                <a:gd name="connsiteX36" fmla="*/ 1901952 w 1901952"/>
                <a:gd name="connsiteY36" fmla="*/ 30480 h 164592"/>
                <a:gd name="connsiteX0" fmla="*/ 0 w 1840992"/>
                <a:gd name="connsiteY0" fmla="*/ 97536 h 164592"/>
                <a:gd name="connsiteX1" fmla="*/ 158496 w 1840992"/>
                <a:gd name="connsiteY1" fmla="*/ 103632 h 164592"/>
                <a:gd name="connsiteX2" fmla="*/ 207264 w 1840992"/>
                <a:gd name="connsiteY2" fmla="*/ 115824 h 164592"/>
                <a:gd name="connsiteX3" fmla="*/ 274320 w 1840992"/>
                <a:gd name="connsiteY3" fmla="*/ 128016 h 164592"/>
                <a:gd name="connsiteX4" fmla="*/ 377952 w 1840992"/>
                <a:gd name="connsiteY4" fmla="*/ 115824 h 164592"/>
                <a:gd name="connsiteX5" fmla="*/ 396240 w 1840992"/>
                <a:gd name="connsiteY5" fmla="*/ 109728 h 164592"/>
                <a:gd name="connsiteX6" fmla="*/ 420624 w 1840992"/>
                <a:gd name="connsiteY6" fmla="*/ 91440 h 164592"/>
                <a:gd name="connsiteX7" fmla="*/ 481584 w 1840992"/>
                <a:gd name="connsiteY7" fmla="*/ 60960 h 164592"/>
                <a:gd name="connsiteX8" fmla="*/ 542544 w 1840992"/>
                <a:gd name="connsiteY8" fmla="*/ 24384 h 164592"/>
                <a:gd name="connsiteX9" fmla="*/ 560832 w 1840992"/>
                <a:gd name="connsiteY9" fmla="*/ 18288 h 164592"/>
                <a:gd name="connsiteX10" fmla="*/ 585216 w 1840992"/>
                <a:gd name="connsiteY10" fmla="*/ 6096 h 164592"/>
                <a:gd name="connsiteX11" fmla="*/ 621792 w 1840992"/>
                <a:gd name="connsiteY11" fmla="*/ 0 h 164592"/>
                <a:gd name="connsiteX12" fmla="*/ 701040 w 1840992"/>
                <a:gd name="connsiteY12" fmla="*/ 12192 h 164592"/>
                <a:gd name="connsiteX13" fmla="*/ 737616 w 1840992"/>
                <a:gd name="connsiteY13" fmla="*/ 30480 h 164592"/>
                <a:gd name="connsiteX14" fmla="*/ 829056 w 1840992"/>
                <a:gd name="connsiteY14" fmla="*/ 91440 h 164592"/>
                <a:gd name="connsiteX15" fmla="*/ 896112 w 1840992"/>
                <a:gd name="connsiteY15" fmla="*/ 146304 h 164592"/>
                <a:gd name="connsiteX16" fmla="*/ 944880 w 1840992"/>
                <a:gd name="connsiteY16" fmla="*/ 164592 h 164592"/>
                <a:gd name="connsiteX17" fmla="*/ 981456 w 1840992"/>
                <a:gd name="connsiteY17" fmla="*/ 134112 h 164592"/>
                <a:gd name="connsiteX18" fmla="*/ 987552 w 1840992"/>
                <a:gd name="connsiteY18" fmla="*/ 115824 h 164592"/>
                <a:gd name="connsiteX19" fmla="*/ 1018032 w 1840992"/>
                <a:gd name="connsiteY19" fmla="*/ 97536 h 164592"/>
                <a:gd name="connsiteX20" fmla="*/ 1054608 w 1840992"/>
                <a:gd name="connsiteY20" fmla="*/ 79248 h 164592"/>
                <a:gd name="connsiteX21" fmla="*/ 1127760 w 1840992"/>
                <a:gd name="connsiteY21" fmla="*/ 97536 h 164592"/>
                <a:gd name="connsiteX22" fmla="*/ 1188720 w 1840992"/>
                <a:gd name="connsiteY22" fmla="*/ 121920 h 164592"/>
                <a:gd name="connsiteX23" fmla="*/ 1243584 w 1840992"/>
                <a:gd name="connsiteY23" fmla="*/ 128016 h 164592"/>
                <a:gd name="connsiteX24" fmla="*/ 1365504 w 1840992"/>
                <a:gd name="connsiteY24" fmla="*/ 121920 h 164592"/>
                <a:gd name="connsiteX25" fmla="*/ 1402080 w 1840992"/>
                <a:gd name="connsiteY25" fmla="*/ 109728 h 164592"/>
                <a:gd name="connsiteX26" fmla="*/ 1444752 w 1840992"/>
                <a:gd name="connsiteY26" fmla="*/ 85344 h 164592"/>
                <a:gd name="connsiteX27" fmla="*/ 1475232 w 1840992"/>
                <a:gd name="connsiteY27" fmla="*/ 54864 h 164592"/>
                <a:gd name="connsiteX28" fmla="*/ 1499616 w 1840992"/>
                <a:gd name="connsiteY28" fmla="*/ 36576 h 164592"/>
                <a:gd name="connsiteX29" fmla="*/ 1536192 w 1840992"/>
                <a:gd name="connsiteY29" fmla="*/ 24384 h 164592"/>
                <a:gd name="connsiteX30" fmla="*/ 1572768 w 1840992"/>
                <a:gd name="connsiteY30" fmla="*/ 12192 h 164592"/>
                <a:gd name="connsiteX31" fmla="*/ 1591056 w 1840992"/>
                <a:gd name="connsiteY31" fmla="*/ 6096 h 164592"/>
                <a:gd name="connsiteX32" fmla="*/ 1664208 w 1840992"/>
                <a:gd name="connsiteY32" fmla="*/ 0 h 164592"/>
                <a:gd name="connsiteX33" fmla="*/ 1780032 w 1840992"/>
                <a:gd name="connsiteY33" fmla="*/ 12192 h 164592"/>
                <a:gd name="connsiteX34" fmla="*/ 1804416 w 1840992"/>
                <a:gd name="connsiteY34" fmla="*/ 18288 h 164592"/>
                <a:gd name="connsiteX35" fmla="*/ 1840992 w 1840992"/>
                <a:gd name="connsiteY35" fmla="*/ 24384 h 164592"/>
                <a:gd name="connsiteX0" fmla="*/ 0 w 1804416"/>
                <a:gd name="connsiteY0" fmla="*/ 97536 h 164592"/>
                <a:gd name="connsiteX1" fmla="*/ 158496 w 1804416"/>
                <a:gd name="connsiteY1" fmla="*/ 103632 h 164592"/>
                <a:gd name="connsiteX2" fmla="*/ 207264 w 1804416"/>
                <a:gd name="connsiteY2" fmla="*/ 115824 h 164592"/>
                <a:gd name="connsiteX3" fmla="*/ 274320 w 1804416"/>
                <a:gd name="connsiteY3" fmla="*/ 128016 h 164592"/>
                <a:gd name="connsiteX4" fmla="*/ 377952 w 1804416"/>
                <a:gd name="connsiteY4" fmla="*/ 115824 h 164592"/>
                <a:gd name="connsiteX5" fmla="*/ 396240 w 1804416"/>
                <a:gd name="connsiteY5" fmla="*/ 109728 h 164592"/>
                <a:gd name="connsiteX6" fmla="*/ 420624 w 1804416"/>
                <a:gd name="connsiteY6" fmla="*/ 91440 h 164592"/>
                <a:gd name="connsiteX7" fmla="*/ 481584 w 1804416"/>
                <a:gd name="connsiteY7" fmla="*/ 60960 h 164592"/>
                <a:gd name="connsiteX8" fmla="*/ 542544 w 1804416"/>
                <a:gd name="connsiteY8" fmla="*/ 24384 h 164592"/>
                <a:gd name="connsiteX9" fmla="*/ 560832 w 1804416"/>
                <a:gd name="connsiteY9" fmla="*/ 18288 h 164592"/>
                <a:gd name="connsiteX10" fmla="*/ 585216 w 1804416"/>
                <a:gd name="connsiteY10" fmla="*/ 6096 h 164592"/>
                <a:gd name="connsiteX11" fmla="*/ 621792 w 1804416"/>
                <a:gd name="connsiteY11" fmla="*/ 0 h 164592"/>
                <a:gd name="connsiteX12" fmla="*/ 701040 w 1804416"/>
                <a:gd name="connsiteY12" fmla="*/ 12192 h 164592"/>
                <a:gd name="connsiteX13" fmla="*/ 737616 w 1804416"/>
                <a:gd name="connsiteY13" fmla="*/ 30480 h 164592"/>
                <a:gd name="connsiteX14" fmla="*/ 829056 w 1804416"/>
                <a:gd name="connsiteY14" fmla="*/ 91440 h 164592"/>
                <a:gd name="connsiteX15" fmla="*/ 896112 w 1804416"/>
                <a:gd name="connsiteY15" fmla="*/ 146304 h 164592"/>
                <a:gd name="connsiteX16" fmla="*/ 944880 w 1804416"/>
                <a:gd name="connsiteY16" fmla="*/ 164592 h 164592"/>
                <a:gd name="connsiteX17" fmla="*/ 981456 w 1804416"/>
                <a:gd name="connsiteY17" fmla="*/ 134112 h 164592"/>
                <a:gd name="connsiteX18" fmla="*/ 987552 w 1804416"/>
                <a:gd name="connsiteY18" fmla="*/ 115824 h 164592"/>
                <a:gd name="connsiteX19" fmla="*/ 1018032 w 1804416"/>
                <a:gd name="connsiteY19" fmla="*/ 97536 h 164592"/>
                <a:gd name="connsiteX20" fmla="*/ 1054608 w 1804416"/>
                <a:gd name="connsiteY20" fmla="*/ 79248 h 164592"/>
                <a:gd name="connsiteX21" fmla="*/ 1127760 w 1804416"/>
                <a:gd name="connsiteY21" fmla="*/ 97536 h 164592"/>
                <a:gd name="connsiteX22" fmla="*/ 1188720 w 1804416"/>
                <a:gd name="connsiteY22" fmla="*/ 121920 h 164592"/>
                <a:gd name="connsiteX23" fmla="*/ 1243584 w 1804416"/>
                <a:gd name="connsiteY23" fmla="*/ 128016 h 164592"/>
                <a:gd name="connsiteX24" fmla="*/ 1365504 w 1804416"/>
                <a:gd name="connsiteY24" fmla="*/ 121920 h 164592"/>
                <a:gd name="connsiteX25" fmla="*/ 1402080 w 1804416"/>
                <a:gd name="connsiteY25" fmla="*/ 109728 h 164592"/>
                <a:gd name="connsiteX26" fmla="*/ 1444752 w 1804416"/>
                <a:gd name="connsiteY26" fmla="*/ 85344 h 164592"/>
                <a:gd name="connsiteX27" fmla="*/ 1475232 w 1804416"/>
                <a:gd name="connsiteY27" fmla="*/ 54864 h 164592"/>
                <a:gd name="connsiteX28" fmla="*/ 1499616 w 1804416"/>
                <a:gd name="connsiteY28" fmla="*/ 36576 h 164592"/>
                <a:gd name="connsiteX29" fmla="*/ 1536192 w 1804416"/>
                <a:gd name="connsiteY29" fmla="*/ 24384 h 164592"/>
                <a:gd name="connsiteX30" fmla="*/ 1572768 w 1804416"/>
                <a:gd name="connsiteY30" fmla="*/ 12192 h 164592"/>
                <a:gd name="connsiteX31" fmla="*/ 1591056 w 1804416"/>
                <a:gd name="connsiteY31" fmla="*/ 6096 h 164592"/>
                <a:gd name="connsiteX32" fmla="*/ 1664208 w 1804416"/>
                <a:gd name="connsiteY32" fmla="*/ 0 h 164592"/>
                <a:gd name="connsiteX33" fmla="*/ 1780032 w 1804416"/>
                <a:gd name="connsiteY33" fmla="*/ 12192 h 164592"/>
                <a:gd name="connsiteX34" fmla="*/ 1804416 w 1804416"/>
                <a:gd name="connsiteY34" fmla="*/ 18288 h 164592"/>
                <a:gd name="connsiteX0" fmla="*/ 0 w 1780032"/>
                <a:gd name="connsiteY0" fmla="*/ 97536 h 164592"/>
                <a:gd name="connsiteX1" fmla="*/ 158496 w 1780032"/>
                <a:gd name="connsiteY1" fmla="*/ 103632 h 164592"/>
                <a:gd name="connsiteX2" fmla="*/ 207264 w 1780032"/>
                <a:gd name="connsiteY2" fmla="*/ 115824 h 164592"/>
                <a:gd name="connsiteX3" fmla="*/ 274320 w 1780032"/>
                <a:gd name="connsiteY3" fmla="*/ 128016 h 164592"/>
                <a:gd name="connsiteX4" fmla="*/ 377952 w 1780032"/>
                <a:gd name="connsiteY4" fmla="*/ 115824 h 164592"/>
                <a:gd name="connsiteX5" fmla="*/ 396240 w 1780032"/>
                <a:gd name="connsiteY5" fmla="*/ 109728 h 164592"/>
                <a:gd name="connsiteX6" fmla="*/ 420624 w 1780032"/>
                <a:gd name="connsiteY6" fmla="*/ 91440 h 164592"/>
                <a:gd name="connsiteX7" fmla="*/ 481584 w 1780032"/>
                <a:gd name="connsiteY7" fmla="*/ 60960 h 164592"/>
                <a:gd name="connsiteX8" fmla="*/ 542544 w 1780032"/>
                <a:gd name="connsiteY8" fmla="*/ 24384 h 164592"/>
                <a:gd name="connsiteX9" fmla="*/ 560832 w 1780032"/>
                <a:gd name="connsiteY9" fmla="*/ 18288 h 164592"/>
                <a:gd name="connsiteX10" fmla="*/ 585216 w 1780032"/>
                <a:gd name="connsiteY10" fmla="*/ 6096 h 164592"/>
                <a:gd name="connsiteX11" fmla="*/ 621792 w 1780032"/>
                <a:gd name="connsiteY11" fmla="*/ 0 h 164592"/>
                <a:gd name="connsiteX12" fmla="*/ 701040 w 1780032"/>
                <a:gd name="connsiteY12" fmla="*/ 12192 h 164592"/>
                <a:gd name="connsiteX13" fmla="*/ 737616 w 1780032"/>
                <a:gd name="connsiteY13" fmla="*/ 30480 h 164592"/>
                <a:gd name="connsiteX14" fmla="*/ 829056 w 1780032"/>
                <a:gd name="connsiteY14" fmla="*/ 91440 h 164592"/>
                <a:gd name="connsiteX15" fmla="*/ 896112 w 1780032"/>
                <a:gd name="connsiteY15" fmla="*/ 146304 h 164592"/>
                <a:gd name="connsiteX16" fmla="*/ 944880 w 1780032"/>
                <a:gd name="connsiteY16" fmla="*/ 164592 h 164592"/>
                <a:gd name="connsiteX17" fmla="*/ 981456 w 1780032"/>
                <a:gd name="connsiteY17" fmla="*/ 134112 h 164592"/>
                <a:gd name="connsiteX18" fmla="*/ 987552 w 1780032"/>
                <a:gd name="connsiteY18" fmla="*/ 115824 h 164592"/>
                <a:gd name="connsiteX19" fmla="*/ 1018032 w 1780032"/>
                <a:gd name="connsiteY19" fmla="*/ 97536 h 164592"/>
                <a:gd name="connsiteX20" fmla="*/ 1054608 w 1780032"/>
                <a:gd name="connsiteY20" fmla="*/ 79248 h 164592"/>
                <a:gd name="connsiteX21" fmla="*/ 1127760 w 1780032"/>
                <a:gd name="connsiteY21" fmla="*/ 97536 h 164592"/>
                <a:gd name="connsiteX22" fmla="*/ 1188720 w 1780032"/>
                <a:gd name="connsiteY22" fmla="*/ 121920 h 164592"/>
                <a:gd name="connsiteX23" fmla="*/ 1243584 w 1780032"/>
                <a:gd name="connsiteY23" fmla="*/ 128016 h 164592"/>
                <a:gd name="connsiteX24" fmla="*/ 1365504 w 1780032"/>
                <a:gd name="connsiteY24" fmla="*/ 121920 h 164592"/>
                <a:gd name="connsiteX25" fmla="*/ 1402080 w 1780032"/>
                <a:gd name="connsiteY25" fmla="*/ 109728 h 164592"/>
                <a:gd name="connsiteX26" fmla="*/ 1444752 w 1780032"/>
                <a:gd name="connsiteY26" fmla="*/ 85344 h 164592"/>
                <a:gd name="connsiteX27" fmla="*/ 1475232 w 1780032"/>
                <a:gd name="connsiteY27" fmla="*/ 54864 h 164592"/>
                <a:gd name="connsiteX28" fmla="*/ 1499616 w 1780032"/>
                <a:gd name="connsiteY28" fmla="*/ 36576 h 164592"/>
                <a:gd name="connsiteX29" fmla="*/ 1536192 w 1780032"/>
                <a:gd name="connsiteY29" fmla="*/ 24384 h 164592"/>
                <a:gd name="connsiteX30" fmla="*/ 1572768 w 1780032"/>
                <a:gd name="connsiteY30" fmla="*/ 12192 h 164592"/>
                <a:gd name="connsiteX31" fmla="*/ 1591056 w 1780032"/>
                <a:gd name="connsiteY31" fmla="*/ 6096 h 164592"/>
                <a:gd name="connsiteX32" fmla="*/ 1664208 w 1780032"/>
                <a:gd name="connsiteY32" fmla="*/ 0 h 164592"/>
                <a:gd name="connsiteX33" fmla="*/ 1780032 w 1780032"/>
                <a:gd name="connsiteY33" fmla="*/ 12192 h 164592"/>
                <a:gd name="connsiteX0" fmla="*/ 0 w 1664208"/>
                <a:gd name="connsiteY0" fmla="*/ 97536 h 164592"/>
                <a:gd name="connsiteX1" fmla="*/ 158496 w 1664208"/>
                <a:gd name="connsiteY1" fmla="*/ 103632 h 164592"/>
                <a:gd name="connsiteX2" fmla="*/ 207264 w 1664208"/>
                <a:gd name="connsiteY2" fmla="*/ 115824 h 164592"/>
                <a:gd name="connsiteX3" fmla="*/ 274320 w 1664208"/>
                <a:gd name="connsiteY3" fmla="*/ 128016 h 164592"/>
                <a:gd name="connsiteX4" fmla="*/ 377952 w 1664208"/>
                <a:gd name="connsiteY4" fmla="*/ 115824 h 164592"/>
                <a:gd name="connsiteX5" fmla="*/ 396240 w 1664208"/>
                <a:gd name="connsiteY5" fmla="*/ 109728 h 164592"/>
                <a:gd name="connsiteX6" fmla="*/ 420624 w 1664208"/>
                <a:gd name="connsiteY6" fmla="*/ 91440 h 164592"/>
                <a:gd name="connsiteX7" fmla="*/ 481584 w 1664208"/>
                <a:gd name="connsiteY7" fmla="*/ 60960 h 164592"/>
                <a:gd name="connsiteX8" fmla="*/ 542544 w 1664208"/>
                <a:gd name="connsiteY8" fmla="*/ 24384 h 164592"/>
                <a:gd name="connsiteX9" fmla="*/ 560832 w 1664208"/>
                <a:gd name="connsiteY9" fmla="*/ 18288 h 164592"/>
                <a:gd name="connsiteX10" fmla="*/ 585216 w 1664208"/>
                <a:gd name="connsiteY10" fmla="*/ 6096 h 164592"/>
                <a:gd name="connsiteX11" fmla="*/ 621792 w 1664208"/>
                <a:gd name="connsiteY11" fmla="*/ 0 h 164592"/>
                <a:gd name="connsiteX12" fmla="*/ 701040 w 1664208"/>
                <a:gd name="connsiteY12" fmla="*/ 12192 h 164592"/>
                <a:gd name="connsiteX13" fmla="*/ 737616 w 1664208"/>
                <a:gd name="connsiteY13" fmla="*/ 30480 h 164592"/>
                <a:gd name="connsiteX14" fmla="*/ 829056 w 1664208"/>
                <a:gd name="connsiteY14" fmla="*/ 91440 h 164592"/>
                <a:gd name="connsiteX15" fmla="*/ 896112 w 1664208"/>
                <a:gd name="connsiteY15" fmla="*/ 146304 h 164592"/>
                <a:gd name="connsiteX16" fmla="*/ 944880 w 1664208"/>
                <a:gd name="connsiteY16" fmla="*/ 164592 h 164592"/>
                <a:gd name="connsiteX17" fmla="*/ 981456 w 1664208"/>
                <a:gd name="connsiteY17" fmla="*/ 134112 h 164592"/>
                <a:gd name="connsiteX18" fmla="*/ 987552 w 1664208"/>
                <a:gd name="connsiteY18" fmla="*/ 115824 h 164592"/>
                <a:gd name="connsiteX19" fmla="*/ 1018032 w 1664208"/>
                <a:gd name="connsiteY19" fmla="*/ 97536 h 164592"/>
                <a:gd name="connsiteX20" fmla="*/ 1054608 w 1664208"/>
                <a:gd name="connsiteY20" fmla="*/ 79248 h 164592"/>
                <a:gd name="connsiteX21" fmla="*/ 1127760 w 1664208"/>
                <a:gd name="connsiteY21" fmla="*/ 97536 h 164592"/>
                <a:gd name="connsiteX22" fmla="*/ 1188720 w 1664208"/>
                <a:gd name="connsiteY22" fmla="*/ 121920 h 164592"/>
                <a:gd name="connsiteX23" fmla="*/ 1243584 w 1664208"/>
                <a:gd name="connsiteY23" fmla="*/ 128016 h 164592"/>
                <a:gd name="connsiteX24" fmla="*/ 1365504 w 1664208"/>
                <a:gd name="connsiteY24" fmla="*/ 121920 h 164592"/>
                <a:gd name="connsiteX25" fmla="*/ 1402080 w 1664208"/>
                <a:gd name="connsiteY25" fmla="*/ 109728 h 164592"/>
                <a:gd name="connsiteX26" fmla="*/ 1444752 w 1664208"/>
                <a:gd name="connsiteY26" fmla="*/ 85344 h 164592"/>
                <a:gd name="connsiteX27" fmla="*/ 1475232 w 1664208"/>
                <a:gd name="connsiteY27" fmla="*/ 54864 h 164592"/>
                <a:gd name="connsiteX28" fmla="*/ 1499616 w 1664208"/>
                <a:gd name="connsiteY28" fmla="*/ 36576 h 164592"/>
                <a:gd name="connsiteX29" fmla="*/ 1536192 w 1664208"/>
                <a:gd name="connsiteY29" fmla="*/ 24384 h 164592"/>
                <a:gd name="connsiteX30" fmla="*/ 1572768 w 1664208"/>
                <a:gd name="connsiteY30" fmla="*/ 12192 h 164592"/>
                <a:gd name="connsiteX31" fmla="*/ 1591056 w 1664208"/>
                <a:gd name="connsiteY31" fmla="*/ 6096 h 164592"/>
                <a:gd name="connsiteX32" fmla="*/ 1664208 w 1664208"/>
                <a:gd name="connsiteY32" fmla="*/ 0 h 164592"/>
                <a:gd name="connsiteX0" fmla="*/ 0 w 1687068"/>
                <a:gd name="connsiteY0" fmla="*/ 99441 h 166497"/>
                <a:gd name="connsiteX1" fmla="*/ 158496 w 1687068"/>
                <a:gd name="connsiteY1" fmla="*/ 105537 h 166497"/>
                <a:gd name="connsiteX2" fmla="*/ 207264 w 1687068"/>
                <a:gd name="connsiteY2" fmla="*/ 117729 h 166497"/>
                <a:gd name="connsiteX3" fmla="*/ 274320 w 1687068"/>
                <a:gd name="connsiteY3" fmla="*/ 129921 h 166497"/>
                <a:gd name="connsiteX4" fmla="*/ 377952 w 1687068"/>
                <a:gd name="connsiteY4" fmla="*/ 117729 h 166497"/>
                <a:gd name="connsiteX5" fmla="*/ 396240 w 1687068"/>
                <a:gd name="connsiteY5" fmla="*/ 111633 h 166497"/>
                <a:gd name="connsiteX6" fmla="*/ 420624 w 1687068"/>
                <a:gd name="connsiteY6" fmla="*/ 93345 h 166497"/>
                <a:gd name="connsiteX7" fmla="*/ 481584 w 1687068"/>
                <a:gd name="connsiteY7" fmla="*/ 62865 h 166497"/>
                <a:gd name="connsiteX8" fmla="*/ 542544 w 1687068"/>
                <a:gd name="connsiteY8" fmla="*/ 26289 h 166497"/>
                <a:gd name="connsiteX9" fmla="*/ 560832 w 1687068"/>
                <a:gd name="connsiteY9" fmla="*/ 20193 h 166497"/>
                <a:gd name="connsiteX10" fmla="*/ 585216 w 1687068"/>
                <a:gd name="connsiteY10" fmla="*/ 8001 h 166497"/>
                <a:gd name="connsiteX11" fmla="*/ 621792 w 1687068"/>
                <a:gd name="connsiteY11" fmla="*/ 1905 h 166497"/>
                <a:gd name="connsiteX12" fmla="*/ 701040 w 1687068"/>
                <a:gd name="connsiteY12" fmla="*/ 14097 h 166497"/>
                <a:gd name="connsiteX13" fmla="*/ 737616 w 1687068"/>
                <a:gd name="connsiteY13" fmla="*/ 32385 h 166497"/>
                <a:gd name="connsiteX14" fmla="*/ 829056 w 1687068"/>
                <a:gd name="connsiteY14" fmla="*/ 93345 h 166497"/>
                <a:gd name="connsiteX15" fmla="*/ 896112 w 1687068"/>
                <a:gd name="connsiteY15" fmla="*/ 148209 h 166497"/>
                <a:gd name="connsiteX16" fmla="*/ 944880 w 1687068"/>
                <a:gd name="connsiteY16" fmla="*/ 166497 h 166497"/>
                <a:gd name="connsiteX17" fmla="*/ 981456 w 1687068"/>
                <a:gd name="connsiteY17" fmla="*/ 136017 h 166497"/>
                <a:gd name="connsiteX18" fmla="*/ 987552 w 1687068"/>
                <a:gd name="connsiteY18" fmla="*/ 117729 h 166497"/>
                <a:gd name="connsiteX19" fmla="*/ 1018032 w 1687068"/>
                <a:gd name="connsiteY19" fmla="*/ 99441 h 166497"/>
                <a:gd name="connsiteX20" fmla="*/ 1054608 w 1687068"/>
                <a:gd name="connsiteY20" fmla="*/ 81153 h 166497"/>
                <a:gd name="connsiteX21" fmla="*/ 1127760 w 1687068"/>
                <a:gd name="connsiteY21" fmla="*/ 99441 h 166497"/>
                <a:gd name="connsiteX22" fmla="*/ 1188720 w 1687068"/>
                <a:gd name="connsiteY22" fmla="*/ 123825 h 166497"/>
                <a:gd name="connsiteX23" fmla="*/ 1243584 w 1687068"/>
                <a:gd name="connsiteY23" fmla="*/ 129921 h 166497"/>
                <a:gd name="connsiteX24" fmla="*/ 1365504 w 1687068"/>
                <a:gd name="connsiteY24" fmla="*/ 123825 h 166497"/>
                <a:gd name="connsiteX25" fmla="*/ 1402080 w 1687068"/>
                <a:gd name="connsiteY25" fmla="*/ 111633 h 166497"/>
                <a:gd name="connsiteX26" fmla="*/ 1444752 w 1687068"/>
                <a:gd name="connsiteY26" fmla="*/ 87249 h 166497"/>
                <a:gd name="connsiteX27" fmla="*/ 1475232 w 1687068"/>
                <a:gd name="connsiteY27" fmla="*/ 56769 h 166497"/>
                <a:gd name="connsiteX28" fmla="*/ 1499616 w 1687068"/>
                <a:gd name="connsiteY28" fmla="*/ 38481 h 166497"/>
                <a:gd name="connsiteX29" fmla="*/ 1536192 w 1687068"/>
                <a:gd name="connsiteY29" fmla="*/ 26289 h 166497"/>
                <a:gd name="connsiteX30" fmla="*/ 1572768 w 1687068"/>
                <a:gd name="connsiteY30" fmla="*/ 14097 h 166497"/>
                <a:gd name="connsiteX31" fmla="*/ 1591056 w 1687068"/>
                <a:gd name="connsiteY31" fmla="*/ 8001 h 166497"/>
                <a:gd name="connsiteX32" fmla="*/ 1687068 w 1687068"/>
                <a:gd name="connsiteY32" fmla="*/ 0 h 166497"/>
                <a:gd name="connsiteX0" fmla="*/ 0 w 1687068"/>
                <a:gd name="connsiteY0" fmla="*/ 99441 h 166497"/>
                <a:gd name="connsiteX1" fmla="*/ 135636 w 1687068"/>
                <a:gd name="connsiteY1" fmla="*/ 105537 h 166497"/>
                <a:gd name="connsiteX2" fmla="*/ 207264 w 1687068"/>
                <a:gd name="connsiteY2" fmla="*/ 117729 h 166497"/>
                <a:gd name="connsiteX3" fmla="*/ 274320 w 1687068"/>
                <a:gd name="connsiteY3" fmla="*/ 129921 h 166497"/>
                <a:gd name="connsiteX4" fmla="*/ 377952 w 1687068"/>
                <a:gd name="connsiteY4" fmla="*/ 117729 h 166497"/>
                <a:gd name="connsiteX5" fmla="*/ 396240 w 1687068"/>
                <a:gd name="connsiteY5" fmla="*/ 111633 h 166497"/>
                <a:gd name="connsiteX6" fmla="*/ 420624 w 1687068"/>
                <a:gd name="connsiteY6" fmla="*/ 93345 h 166497"/>
                <a:gd name="connsiteX7" fmla="*/ 481584 w 1687068"/>
                <a:gd name="connsiteY7" fmla="*/ 62865 h 166497"/>
                <a:gd name="connsiteX8" fmla="*/ 542544 w 1687068"/>
                <a:gd name="connsiteY8" fmla="*/ 26289 h 166497"/>
                <a:gd name="connsiteX9" fmla="*/ 560832 w 1687068"/>
                <a:gd name="connsiteY9" fmla="*/ 20193 h 166497"/>
                <a:gd name="connsiteX10" fmla="*/ 585216 w 1687068"/>
                <a:gd name="connsiteY10" fmla="*/ 8001 h 166497"/>
                <a:gd name="connsiteX11" fmla="*/ 621792 w 1687068"/>
                <a:gd name="connsiteY11" fmla="*/ 1905 h 166497"/>
                <a:gd name="connsiteX12" fmla="*/ 701040 w 1687068"/>
                <a:gd name="connsiteY12" fmla="*/ 14097 h 166497"/>
                <a:gd name="connsiteX13" fmla="*/ 737616 w 1687068"/>
                <a:gd name="connsiteY13" fmla="*/ 32385 h 166497"/>
                <a:gd name="connsiteX14" fmla="*/ 829056 w 1687068"/>
                <a:gd name="connsiteY14" fmla="*/ 93345 h 166497"/>
                <a:gd name="connsiteX15" fmla="*/ 896112 w 1687068"/>
                <a:gd name="connsiteY15" fmla="*/ 148209 h 166497"/>
                <a:gd name="connsiteX16" fmla="*/ 944880 w 1687068"/>
                <a:gd name="connsiteY16" fmla="*/ 166497 h 166497"/>
                <a:gd name="connsiteX17" fmla="*/ 981456 w 1687068"/>
                <a:gd name="connsiteY17" fmla="*/ 136017 h 166497"/>
                <a:gd name="connsiteX18" fmla="*/ 987552 w 1687068"/>
                <a:gd name="connsiteY18" fmla="*/ 117729 h 166497"/>
                <a:gd name="connsiteX19" fmla="*/ 1018032 w 1687068"/>
                <a:gd name="connsiteY19" fmla="*/ 99441 h 166497"/>
                <a:gd name="connsiteX20" fmla="*/ 1054608 w 1687068"/>
                <a:gd name="connsiteY20" fmla="*/ 81153 h 166497"/>
                <a:gd name="connsiteX21" fmla="*/ 1127760 w 1687068"/>
                <a:gd name="connsiteY21" fmla="*/ 99441 h 166497"/>
                <a:gd name="connsiteX22" fmla="*/ 1188720 w 1687068"/>
                <a:gd name="connsiteY22" fmla="*/ 123825 h 166497"/>
                <a:gd name="connsiteX23" fmla="*/ 1243584 w 1687068"/>
                <a:gd name="connsiteY23" fmla="*/ 129921 h 166497"/>
                <a:gd name="connsiteX24" fmla="*/ 1365504 w 1687068"/>
                <a:gd name="connsiteY24" fmla="*/ 123825 h 166497"/>
                <a:gd name="connsiteX25" fmla="*/ 1402080 w 1687068"/>
                <a:gd name="connsiteY25" fmla="*/ 111633 h 166497"/>
                <a:gd name="connsiteX26" fmla="*/ 1444752 w 1687068"/>
                <a:gd name="connsiteY26" fmla="*/ 87249 h 166497"/>
                <a:gd name="connsiteX27" fmla="*/ 1475232 w 1687068"/>
                <a:gd name="connsiteY27" fmla="*/ 56769 h 166497"/>
                <a:gd name="connsiteX28" fmla="*/ 1499616 w 1687068"/>
                <a:gd name="connsiteY28" fmla="*/ 38481 h 166497"/>
                <a:gd name="connsiteX29" fmla="*/ 1536192 w 1687068"/>
                <a:gd name="connsiteY29" fmla="*/ 26289 h 166497"/>
                <a:gd name="connsiteX30" fmla="*/ 1572768 w 1687068"/>
                <a:gd name="connsiteY30" fmla="*/ 14097 h 166497"/>
                <a:gd name="connsiteX31" fmla="*/ 1591056 w 1687068"/>
                <a:gd name="connsiteY31" fmla="*/ 8001 h 166497"/>
                <a:gd name="connsiteX32" fmla="*/ 1687068 w 1687068"/>
                <a:gd name="connsiteY32" fmla="*/ 0 h 166497"/>
                <a:gd name="connsiteX0" fmla="*/ 0 w 1551432"/>
                <a:gd name="connsiteY0" fmla="*/ 105537 h 166497"/>
                <a:gd name="connsiteX1" fmla="*/ 71628 w 1551432"/>
                <a:gd name="connsiteY1" fmla="*/ 117729 h 166497"/>
                <a:gd name="connsiteX2" fmla="*/ 138684 w 1551432"/>
                <a:gd name="connsiteY2" fmla="*/ 129921 h 166497"/>
                <a:gd name="connsiteX3" fmla="*/ 242316 w 1551432"/>
                <a:gd name="connsiteY3" fmla="*/ 117729 h 166497"/>
                <a:gd name="connsiteX4" fmla="*/ 260604 w 1551432"/>
                <a:gd name="connsiteY4" fmla="*/ 111633 h 166497"/>
                <a:gd name="connsiteX5" fmla="*/ 284988 w 1551432"/>
                <a:gd name="connsiteY5" fmla="*/ 93345 h 166497"/>
                <a:gd name="connsiteX6" fmla="*/ 345948 w 1551432"/>
                <a:gd name="connsiteY6" fmla="*/ 62865 h 166497"/>
                <a:gd name="connsiteX7" fmla="*/ 406908 w 1551432"/>
                <a:gd name="connsiteY7" fmla="*/ 26289 h 166497"/>
                <a:gd name="connsiteX8" fmla="*/ 425196 w 1551432"/>
                <a:gd name="connsiteY8" fmla="*/ 20193 h 166497"/>
                <a:gd name="connsiteX9" fmla="*/ 449580 w 1551432"/>
                <a:gd name="connsiteY9" fmla="*/ 8001 h 166497"/>
                <a:gd name="connsiteX10" fmla="*/ 486156 w 1551432"/>
                <a:gd name="connsiteY10" fmla="*/ 1905 h 166497"/>
                <a:gd name="connsiteX11" fmla="*/ 565404 w 1551432"/>
                <a:gd name="connsiteY11" fmla="*/ 14097 h 166497"/>
                <a:gd name="connsiteX12" fmla="*/ 601980 w 1551432"/>
                <a:gd name="connsiteY12" fmla="*/ 32385 h 166497"/>
                <a:gd name="connsiteX13" fmla="*/ 693420 w 1551432"/>
                <a:gd name="connsiteY13" fmla="*/ 93345 h 166497"/>
                <a:gd name="connsiteX14" fmla="*/ 760476 w 1551432"/>
                <a:gd name="connsiteY14" fmla="*/ 148209 h 166497"/>
                <a:gd name="connsiteX15" fmla="*/ 809244 w 1551432"/>
                <a:gd name="connsiteY15" fmla="*/ 166497 h 166497"/>
                <a:gd name="connsiteX16" fmla="*/ 845820 w 1551432"/>
                <a:gd name="connsiteY16" fmla="*/ 136017 h 166497"/>
                <a:gd name="connsiteX17" fmla="*/ 851916 w 1551432"/>
                <a:gd name="connsiteY17" fmla="*/ 117729 h 166497"/>
                <a:gd name="connsiteX18" fmla="*/ 882396 w 1551432"/>
                <a:gd name="connsiteY18" fmla="*/ 99441 h 166497"/>
                <a:gd name="connsiteX19" fmla="*/ 918972 w 1551432"/>
                <a:gd name="connsiteY19" fmla="*/ 81153 h 166497"/>
                <a:gd name="connsiteX20" fmla="*/ 992124 w 1551432"/>
                <a:gd name="connsiteY20" fmla="*/ 99441 h 166497"/>
                <a:gd name="connsiteX21" fmla="*/ 1053084 w 1551432"/>
                <a:gd name="connsiteY21" fmla="*/ 123825 h 166497"/>
                <a:gd name="connsiteX22" fmla="*/ 1107948 w 1551432"/>
                <a:gd name="connsiteY22" fmla="*/ 129921 h 166497"/>
                <a:gd name="connsiteX23" fmla="*/ 1229868 w 1551432"/>
                <a:gd name="connsiteY23" fmla="*/ 123825 h 166497"/>
                <a:gd name="connsiteX24" fmla="*/ 1266444 w 1551432"/>
                <a:gd name="connsiteY24" fmla="*/ 111633 h 166497"/>
                <a:gd name="connsiteX25" fmla="*/ 1309116 w 1551432"/>
                <a:gd name="connsiteY25" fmla="*/ 87249 h 166497"/>
                <a:gd name="connsiteX26" fmla="*/ 1339596 w 1551432"/>
                <a:gd name="connsiteY26" fmla="*/ 56769 h 166497"/>
                <a:gd name="connsiteX27" fmla="*/ 1363980 w 1551432"/>
                <a:gd name="connsiteY27" fmla="*/ 38481 h 166497"/>
                <a:gd name="connsiteX28" fmla="*/ 1400556 w 1551432"/>
                <a:gd name="connsiteY28" fmla="*/ 26289 h 166497"/>
                <a:gd name="connsiteX29" fmla="*/ 1437132 w 1551432"/>
                <a:gd name="connsiteY29" fmla="*/ 14097 h 166497"/>
                <a:gd name="connsiteX30" fmla="*/ 1455420 w 1551432"/>
                <a:gd name="connsiteY30" fmla="*/ 8001 h 166497"/>
                <a:gd name="connsiteX31" fmla="*/ 1551432 w 1551432"/>
                <a:gd name="connsiteY31" fmla="*/ 0 h 16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51432" h="166497">
                  <a:moveTo>
                    <a:pt x="0" y="105537"/>
                  </a:moveTo>
                  <a:cubicBezTo>
                    <a:pt x="16691" y="107010"/>
                    <a:pt x="48514" y="113665"/>
                    <a:pt x="71628" y="117729"/>
                  </a:cubicBezTo>
                  <a:cubicBezTo>
                    <a:pt x="94742" y="121793"/>
                    <a:pt x="91888" y="122122"/>
                    <a:pt x="138684" y="129921"/>
                  </a:cubicBezTo>
                  <a:cubicBezTo>
                    <a:pt x="173228" y="125857"/>
                    <a:pt x="207919" y="122889"/>
                    <a:pt x="242316" y="117729"/>
                  </a:cubicBezTo>
                  <a:cubicBezTo>
                    <a:pt x="248671" y="116776"/>
                    <a:pt x="255025" y="114821"/>
                    <a:pt x="260604" y="111633"/>
                  </a:cubicBezTo>
                  <a:cubicBezTo>
                    <a:pt x="269425" y="106592"/>
                    <a:pt x="276167" y="98386"/>
                    <a:pt x="284988" y="93345"/>
                  </a:cubicBezTo>
                  <a:cubicBezTo>
                    <a:pt x="304713" y="82073"/>
                    <a:pt x="327045" y="75467"/>
                    <a:pt x="345948" y="62865"/>
                  </a:cubicBezTo>
                  <a:cubicBezTo>
                    <a:pt x="371950" y="45530"/>
                    <a:pt x="380665" y="37536"/>
                    <a:pt x="406908" y="26289"/>
                  </a:cubicBezTo>
                  <a:cubicBezTo>
                    <a:pt x="412814" y="23758"/>
                    <a:pt x="419290" y="22724"/>
                    <a:pt x="425196" y="20193"/>
                  </a:cubicBezTo>
                  <a:cubicBezTo>
                    <a:pt x="433549" y="16613"/>
                    <a:pt x="440876" y="10612"/>
                    <a:pt x="449580" y="8001"/>
                  </a:cubicBezTo>
                  <a:cubicBezTo>
                    <a:pt x="461419" y="4449"/>
                    <a:pt x="473964" y="3937"/>
                    <a:pt x="486156" y="1905"/>
                  </a:cubicBezTo>
                  <a:cubicBezTo>
                    <a:pt x="512572" y="5969"/>
                    <a:pt x="539557" y="7295"/>
                    <a:pt x="565404" y="14097"/>
                  </a:cubicBezTo>
                  <a:cubicBezTo>
                    <a:pt x="578586" y="17566"/>
                    <a:pt x="590145" y="25622"/>
                    <a:pt x="601980" y="32385"/>
                  </a:cubicBezTo>
                  <a:cubicBezTo>
                    <a:pt x="629399" y="48053"/>
                    <a:pt x="668132" y="73677"/>
                    <a:pt x="693420" y="93345"/>
                  </a:cubicBezTo>
                  <a:cubicBezTo>
                    <a:pt x="716217" y="111076"/>
                    <a:pt x="733661" y="137483"/>
                    <a:pt x="760476" y="148209"/>
                  </a:cubicBezTo>
                  <a:cubicBezTo>
                    <a:pt x="796922" y="162787"/>
                    <a:pt x="780575" y="156941"/>
                    <a:pt x="809244" y="166497"/>
                  </a:cubicBezTo>
                  <a:cubicBezTo>
                    <a:pt x="833056" y="154591"/>
                    <a:pt x="834331" y="158994"/>
                    <a:pt x="845820" y="136017"/>
                  </a:cubicBezTo>
                  <a:cubicBezTo>
                    <a:pt x="848694" y="130270"/>
                    <a:pt x="847372" y="122273"/>
                    <a:pt x="851916" y="117729"/>
                  </a:cubicBezTo>
                  <a:cubicBezTo>
                    <a:pt x="860294" y="109351"/>
                    <a:pt x="872348" y="105721"/>
                    <a:pt x="882396" y="99441"/>
                  </a:cubicBezTo>
                  <a:cubicBezTo>
                    <a:pt x="909407" y="82559"/>
                    <a:pt x="890772" y="90553"/>
                    <a:pt x="918972" y="81153"/>
                  </a:cubicBezTo>
                  <a:cubicBezTo>
                    <a:pt x="931585" y="83956"/>
                    <a:pt x="972707" y="91119"/>
                    <a:pt x="992124" y="99441"/>
                  </a:cubicBezTo>
                  <a:cubicBezTo>
                    <a:pt x="1020572" y="111633"/>
                    <a:pt x="1018396" y="116887"/>
                    <a:pt x="1053084" y="123825"/>
                  </a:cubicBezTo>
                  <a:cubicBezTo>
                    <a:pt x="1071127" y="127434"/>
                    <a:pt x="1089660" y="127889"/>
                    <a:pt x="1107948" y="129921"/>
                  </a:cubicBezTo>
                  <a:cubicBezTo>
                    <a:pt x="1148588" y="127889"/>
                    <a:pt x="1189445" y="128489"/>
                    <a:pt x="1229868" y="123825"/>
                  </a:cubicBezTo>
                  <a:cubicBezTo>
                    <a:pt x="1242635" y="122352"/>
                    <a:pt x="1254512" y="116406"/>
                    <a:pt x="1266444" y="111633"/>
                  </a:cubicBezTo>
                  <a:cubicBezTo>
                    <a:pt x="1285780" y="103899"/>
                    <a:pt x="1292620" y="98246"/>
                    <a:pt x="1309116" y="87249"/>
                  </a:cubicBezTo>
                  <a:cubicBezTo>
                    <a:pt x="1326850" y="60648"/>
                    <a:pt x="1313734" y="75242"/>
                    <a:pt x="1339596" y="56769"/>
                  </a:cubicBezTo>
                  <a:cubicBezTo>
                    <a:pt x="1347864" y="50864"/>
                    <a:pt x="1354893" y="43025"/>
                    <a:pt x="1363980" y="38481"/>
                  </a:cubicBezTo>
                  <a:cubicBezTo>
                    <a:pt x="1375475" y="32734"/>
                    <a:pt x="1388364" y="30353"/>
                    <a:pt x="1400556" y="26289"/>
                  </a:cubicBezTo>
                  <a:lnTo>
                    <a:pt x="1437132" y="14097"/>
                  </a:lnTo>
                  <a:cubicBezTo>
                    <a:pt x="1443228" y="12065"/>
                    <a:pt x="1449016" y="8535"/>
                    <a:pt x="1455420" y="8001"/>
                  </a:cubicBezTo>
                  <a:lnTo>
                    <a:pt x="1551432" y="0"/>
                  </a:ln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7B7221B6-B134-6035-6094-451EFAC44276}"/>
                </a:ext>
              </a:extLst>
            </p:cNvPr>
            <p:cNvSpPr/>
            <p:nvPr/>
          </p:nvSpPr>
          <p:spPr>
            <a:xfrm>
              <a:off x="9710001" y="2024283"/>
              <a:ext cx="1552956" cy="240280"/>
            </a:xfrm>
            <a:custGeom>
              <a:avLst/>
              <a:gdLst>
                <a:gd name="connsiteX0" fmla="*/ 0 w 1895856"/>
                <a:gd name="connsiteY0" fmla="*/ 75183 h 240280"/>
                <a:gd name="connsiteX1" fmla="*/ 262128 w 1895856"/>
                <a:gd name="connsiteY1" fmla="*/ 32511 h 240280"/>
                <a:gd name="connsiteX2" fmla="*/ 286512 w 1895856"/>
                <a:gd name="connsiteY2" fmla="*/ 26415 h 240280"/>
                <a:gd name="connsiteX3" fmla="*/ 304800 w 1895856"/>
                <a:gd name="connsiteY3" fmla="*/ 20319 h 240280"/>
                <a:gd name="connsiteX4" fmla="*/ 310896 w 1895856"/>
                <a:gd name="connsiteY4" fmla="*/ 2031 h 240280"/>
                <a:gd name="connsiteX5" fmla="*/ 335280 w 1895856"/>
                <a:gd name="connsiteY5" fmla="*/ 26415 h 240280"/>
                <a:gd name="connsiteX6" fmla="*/ 371856 w 1895856"/>
                <a:gd name="connsiteY6" fmla="*/ 93471 h 240280"/>
                <a:gd name="connsiteX7" fmla="*/ 426720 w 1895856"/>
                <a:gd name="connsiteY7" fmla="*/ 136143 h 240280"/>
                <a:gd name="connsiteX8" fmla="*/ 451104 w 1895856"/>
                <a:gd name="connsiteY8" fmla="*/ 148335 h 240280"/>
                <a:gd name="connsiteX9" fmla="*/ 518160 w 1895856"/>
                <a:gd name="connsiteY9" fmla="*/ 160527 h 240280"/>
                <a:gd name="connsiteX10" fmla="*/ 536448 w 1895856"/>
                <a:gd name="connsiteY10" fmla="*/ 166623 h 240280"/>
                <a:gd name="connsiteX11" fmla="*/ 627888 w 1895856"/>
                <a:gd name="connsiteY11" fmla="*/ 154431 h 240280"/>
                <a:gd name="connsiteX12" fmla="*/ 646176 w 1895856"/>
                <a:gd name="connsiteY12" fmla="*/ 136143 h 240280"/>
                <a:gd name="connsiteX13" fmla="*/ 664464 w 1895856"/>
                <a:gd name="connsiteY13" fmla="*/ 130047 h 240280"/>
                <a:gd name="connsiteX14" fmla="*/ 688848 w 1895856"/>
                <a:gd name="connsiteY14" fmla="*/ 111759 h 240280"/>
                <a:gd name="connsiteX15" fmla="*/ 707136 w 1895856"/>
                <a:gd name="connsiteY15" fmla="*/ 93471 h 240280"/>
                <a:gd name="connsiteX16" fmla="*/ 755904 w 1895856"/>
                <a:gd name="connsiteY16" fmla="*/ 87375 h 240280"/>
                <a:gd name="connsiteX17" fmla="*/ 829056 w 1895856"/>
                <a:gd name="connsiteY17" fmla="*/ 111759 h 240280"/>
                <a:gd name="connsiteX18" fmla="*/ 865632 w 1895856"/>
                <a:gd name="connsiteY18" fmla="*/ 148335 h 240280"/>
                <a:gd name="connsiteX19" fmla="*/ 883920 w 1895856"/>
                <a:gd name="connsiteY19" fmla="*/ 154431 h 240280"/>
                <a:gd name="connsiteX20" fmla="*/ 926592 w 1895856"/>
                <a:gd name="connsiteY20" fmla="*/ 178815 h 240280"/>
                <a:gd name="connsiteX21" fmla="*/ 969264 w 1895856"/>
                <a:gd name="connsiteY21" fmla="*/ 191007 h 240280"/>
                <a:gd name="connsiteX22" fmla="*/ 1005840 w 1895856"/>
                <a:gd name="connsiteY22" fmla="*/ 203199 h 240280"/>
                <a:gd name="connsiteX23" fmla="*/ 1036320 w 1895856"/>
                <a:gd name="connsiteY23" fmla="*/ 209295 h 240280"/>
                <a:gd name="connsiteX24" fmla="*/ 1103376 w 1895856"/>
                <a:gd name="connsiteY24" fmla="*/ 221487 h 240280"/>
                <a:gd name="connsiteX25" fmla="*/ 1127760 w 1895856"/>
                <a:gd name="connsiteY25" fmla="*/ 233679 h 240280"/>
                <a:gd name="connsiteX26" fmla="*/ 1267968 w 1895856"/>
                <a:gd name="connsiteY26" fmla="*/ 233679 h 240280"/>
                <a:gd name="connsiteX27" fmla="*/ 1304544 w 1895856"/>
                <a:gd name="connsiteY27" fmla="*/ 191007 h 240280"/>
                <a:gd name="connsiteX28" fmla="*/ 1310640 w 1895856"/>
                <a:gd name="connsiteY28" fmla="*/ 172719 h 240280"/>
                <a:gd name="connsiteX29" fmla="*/ 1328928 w 1895856"/>
                <a:gd name="connsiteY29" fmla="*/ 154431 h 240280"/>
                <a:gd name="connsiteX30" fmla="*/ 1341120 w 1895856"/>
                <a:gd name="connsiteY30" fmla="*/ 136143 h 240280"/>
                <a:gd name="connsiteX31" fmla="*/ 1377696 w 1895856"/>
                <a:gd name="connsiteY31" fmla="*/ 111759 h 240280"/>
                <a:gd name="connsiteX32" fmla="*/ 1420368 w 1895856"/>
                <a:gd name="connsiteY32" fmla="*/ 81279 h 240280"/>
                <a:gd name="connsiteX33" fmla="*/ 1524000 w 1895856"/>
                <a:gd name="connsiteY33" fmla="*/ 87375 h 240280"/>
                <a:gd name="connsiteX34" fmla="*/ 1566672 w 1895856"/>
                <a:gd name="connsiteY34" fmla="*/ 99567 h 240280"/>
                <a:gd name="connsiteX35" fmla="*/ 1591056 w 1895856"/>
                <a:gd name="connsiteY35" fmla="*/ 111759 h 240280"/>
                <a:gd name="connsiteX36" fmla="*/ 1609344 w 1895856"/>
                <a:gd name="connsiteY36" fmla="*/ 117855 h 240280"/>
                <a:gd name="connsiteX37" fmla="*/ 1822704 w 1895856"/>
                <a:gd name="connsiteY37" fmla="*/ 111759 h 240280"/>
                <a:gd name="connsiteX38" fmla="*/ 1859280 w 1895856"/>
                <a:gd name="connsiteY38" fmla="*/ 93471 h 240280"/>
                <a:gd name="connsiteX39" fmla="*/ 1877568 w 1895856"/>
                <a:gd name="connsiteY39" fmla="*/ 87375 h 240280"/>
                <a:gd name="connsiteX40" fmla="*/ 1895856 w 1895856"/>
                <a:gd name="connsiteY40" fmla="*/ 75183 h 240280"/>
                <a:gd name="connsiteX0" fmla="*/ 0 w 1857756"/>
                <a:gd name="connsiteY0" fmla="*/ 67563 h 240280"/>
                <a:gd name="connsiteX1" fmla="*/ 224028 w 1857756"/>
                <a:gd name="connsiteY1" fmla="*/ 32511 h 240280"/>
                <a:gd name="connsiteX2" fmla="*/ 248412 w 1857756"/>
                <a:gd name="connsiteY2" fmla="*/ 26415 h 240280"/>
                <a:gd name="connsiteX3" fmla="*/ 266700 w 1857756"/>
                <a:gd name="connsiteY3" fmla="*/ 20319 h 240280"/>
                <a:gd name="connsiteX4" fmla="*/ 272796 w 1857756"/>
                <a:gd name="connsiteY4" fmla="*/ 2031 h 240280"/>
                <a:gd name="connsiteX5" fmla="*/ 297180 w 1857756"/>
                <a:gd name="connsiteY5" fmla="*/ 26415 h 240280"/>
                <a:gd name="connsiteX6" fmla="*/ 333756 w 1857756"/>
                <a:gd name="connsiteY6" fmla="*/ 93471 h 240280"/>
                <a:gd name="connsiteX7" fmla="*/ 388620 w 1857756"/>
                <a:gd name="connsiteY7" fmla="*/ 136143 h 240280"/>
                <a:gd name="connsiteX8" fmla="*/ 413004 w 1857756"/>
                <a:gd name="connsiteY8" fmla="*/ 148335 h 240280"/>
                <a:gd name="connsiteX9" fmla="*/ 480060 w 1857756"/>
                <a:gd name="connsiteY9" fmla="*/ 160527 h 240280"/>
                <a:gd name="connsiteX10" fmla="*/ 498348 w 1857756"/>
                <a:gd name="connsiteY10" fmla="*/ 166623 h 240280"/>
                <a:gd name="connsiteX11" fmla="*/ 589788 w 1857756"/>
                <a:gd name="connsiteY11" fmla="*/ 154431 h 240280"/>
                <a:gd name="connsiteX12" fmla="*/ 608076 w 1857756"/>
                <a:gd name="connsiteY12" fmla="*/ 136143 h 240280"/>
                <a:gd name="connsiteX13" fmla="*/ 626364 w 1857756"/>
                <a:gd name="connsiteY13" fmla="*/ 130047 h 240280"/>
                <a:gd name="connsiteX14" fmla="*/ 650748 w 1857756"/>
                <a:gd name="connsiteY14" fmla="*/ 111759 h 240280"/>
                <a:gd name="connsiteX15" fmla="*/ 669036 w 1857756"/>
                <a:gd name="connsiteY15" fmla="*/ 93471 h 240280"/>
                <a:gd name="connsiteX16" fmla="*/ 717804 w 1857756"/>
                <a:gd name="connsiteY16" fmla="*/ 87375 h 240280"/>
                <a:gd name="connsiteX17" fmla="*/ 790956 w 1857756"/>
                <a:gd name="connsiteY17" fmla="*/ 111759 h 240280"/>
                <a:gd name="connsiteX18" fmla="*/ 827532 w 1857756"/>
                <a:gd name="connsiteY18" fmla="*/ 148335 h 240280"/>
                <a:gd name="connsiteX19" fmla="*/ 845820 w 1857756"/>
                <a:gd name="connsiteY19" fmla="*/ 154431 h 240280"/>
                <a:gd name="connsiteX20" fmla="*/ 888492 w 1857756"/>
                <a:gd name="connsiteY20" fmla="*/ 178815 h 240280"/>
                <a:gd name="connsiteX21" fmla="*/ 931164 w 1857756"/>
                <a:gd name="connsiteY21" fmla="*/ 191007 h 240280"/>
                <a:gd name="connsiteX22" fmla="*/ 967740 w 1857756"/>
                <a:gd name="connsiteY22" fmla="*/ 203199 h 240280"/>
                <a:gd name="connsiteX23" fmla="*/ 998220 w 1857756"/>
                <a:gd name="connsiteY23" fmla="*/ 209295 h 240280"/>
                <a:gd name="connsiteX24" fmla="*/ 1065276 w 1857756"/>
                <a:gd name="connsiteY24" fmla="*/ 221487 h 240280"/>
                <a:gd name="connsiteX25" fmla="*/ 1089660 w 1857756"/>
                <a:gd name="connsiteY25" fmla="*/ 233679 h 240280"/>
                <a:gd name="connsiteX26" fmla="*/ 1229868 w 1857756"/>
                <a:gd name="connsiteY26" fmla="*/ 233679 h 240280"/>
                <a:gd name="connsiteX27" fmla="*/ 1266444 w 1857756"/>
                <a:gd name="connsiteY27" fmla="*/ 191007 h 240280"/>
                <a:gd name="connsiteX28" fmla="*/ 1272540 w 1857756"/>
                <a:gd name="connsiteY28" fmla="*/ 172719 h 240280"/>
                <a:gd name="connsiteX29" fmla="*/ 1290828 w 1857756"/>
                <a:gd name="connsiteY29" fmla="*/ 154431 h 240280"/>
                <a:gd name="connsiteX30" fmla="*/ 1303020 w 1857756"/>
                <a:gd name="connsiteY30" fmla="*/ 136143 h 240280"/>
                <a:gd name="connsiteX31" fmla="*/ 1339596 w 1857756"/>
                <a:gd name="connsiteY31" fmla="*/ 111759 h 240280"/>
                <a:gd name="connsiteX32" fmla="*/ 1382268 w 1857756"/>
                <a:gd name="connsiteY32" fmla="*/ 81279 h 240280"/>
                <a:gd name="connsiteX33" fmla="*/ 1485900 w 1857756"/>
                <a:gd name="connsiteY33" fmla="*/ 87375 h 240280"/>
                <a:gd name="connsiteX34" fmla="*/ 1528572 w 1857756"/>
                <a:gd name="connsiteY34" fmla="*/ 99567 h 240280"/>
                <a:gd name="connsiteX35" fmla="*/ 1552956 w 1857756"/>
                <a:gd name="connsiteY35" fmla="*/ 111759 h 240280"/>
                <a:gd name="connsiteX36" fmla="*/ 1571244 w 1857756"/>
                <a:gd name="connsiteY36" fmla="*/ 117855 h 240280"/>
                <a:gd name="connsiteX37" fmla="*/ 1784604 w 1857756"/>
                <a:gd name="connsiteY37" fmla="*/ 111759 h 240280"/>
                <a:gd name="connsiteX38" fmla="*/ 1821180 w 1857756"/>
                <a:gd name="connsiteY38" fmla="*/ 93471 h 240280"/>
                <a:gd name="connsiteX39" fmla="*/ 1839468 w 1857756"/>
                <a:gd name="connsiteY39" fmla="*/ 87375 h 240280"/>
                <a:gd name="connsiteX40" fmla="*/ 1857756 w 1857756"/>
                <a:gd name="connsiteY40" fmla="*/ 75183 h 240280"/>
                <a:gd name="connsiteX0" fmla="*/ 0 w 1839468"/>
                <a:gd name="connsiteY0" fmla="*/ 67563 h 240280"/>
                <a:gd name="connsiteX1" fmla="*/ 224028 w 1839468"/>
                <a:gd name="connsiteY1" fmla="*/ 32511 h 240280"/>
                <a:gd name="connsiteX2" fmla="*/ 248412 w 1839468"/>
                <a:gd name="connsiteY2" fmla="*/ 26415 h 240280"/>
                <a:gd name="connsiteX3" fmla="*/ 266700 w 1839468"/>
                <a:gd name="connsiteY3" fmla="*/ 20319 h 240280"/>
                <a:gd name="connsiteX4" fmla="*/ 272796 w 1839468"/>
                <a:gd name="connsiteY4" fmla="*/ 2031 h 240280"/>
                <a:gd name="connsiteX5" fmla="*/ 297180 w 1839468"/>
                <a:gd name="connsiteY5" fmla="*/ 26415 h 240280"/>
                <a:gd name="connsiteX6" fmla="*/ 333756 w 1839468"/>
                <a:gd name="connsiteY6" fmla="*/ 93471 h 240280"/>
                <a:gd name="connsiteX7" fmla="*/ 388620 w 1839468"/>
                <a:gd name="connsiteY7" fmla="*/ 136143 h 240280"/>
                <a:gd name="connsiteX8" fmla="*/ 413004 w 1839468"/>
                <a:gd name="connsiteY8" fmla="*/ 148335 h 240280"/>
                <a:gd name="connsiteX9" fmla="*/ 480060 w 1839468"/>
                <a:gd name="connsiteY9" fmla="*/ 160527 h 240280"/>
                <a:gd name="connsiteX10" fmla="*/ 498348 w 1839468"/>
                <a:gd name="connsiteY10" fmla="*/ 166623 h 240280"/>
                <a:gd name="connsiteX11" fmla="*/ 589788 w 1839468"/>
                <a:gd name="connsiteY11" fmla="*/ 154431 h 240280"/>
                <a:gd name="connsiteX12" fmla="*/ 608076 w 1839468"/>
                <a:gd name="connsiteY12" fmla="*/ 136143 h 240280"/>
                <a:gd name="connsiteX13" fmla="*/ 626364 w 1839468"/>
                <a:gd name="connsiteY13" fmla="*/ 130047 h 240280"/>
                <a:gd name="connsiteX14" fmla="*/ 650748 w 1839468"/>
                <a:gd name="connsiteY14" fmla="*/ 111759 h 240280"/>
                <a:gd name="connsiteX15" fmla="*/ 669036 w 1839468"/>
                <a:gd name="connsiteY15" fmla="*/ 93471 h 240280"/>
                <a:gd name="connsiteX16" fmla="*/ 717804 w 1839468"/>
                <a:gd name="connsiteY16" fmla="*/ 87375 h 240280"/>
                <a:gd name="connsiteX17" fmla="*/ 790956 w 1839468"/>
                <a:gd name="connsiteY17" fmla="*/ 111759 h 240280"/>
                <a:gd name="connsiteX18" fmla="*/ 827532 w 1839468"/>
                <a:gd name="connsiteY18" fmla="*/ 148335 h 240280"/>
                <a:gd name="connsiteX19" fmla="*/ 845820 w 1839468"/>
                <a:gd name="connsiteY19" fmla="*/ 154431 h 240280"/>
                <a:gd name="connsiteX20" fmla="*/ 888492 w 1839468"/>
                <a:gd name="connsiteY20" fmla="*/ 178815 h 240280"/>
                <a:gd name="connsiteX21" fmla="*/ 931164 w 1839468"/>
                <a:gd name="connsiteY21" fmla="*/ 191007 h 240280"/>
                <a:gd name="connsiteX22" fmla="*/ 967740 w 1839468"/>
                <a:gd name="connsiteY22" fmla="*/ 203199 h 240280"/>
                <a:gd name="connsiteX23" fmla="*/ 998220 w 1839468"/>
                <a:gd name="connsiteY23" fmla="*/ 209295 h 240280"/>
                <a:gd name="connsiteX24" fmla="*/ 1065276 w 1839468"/>
                <a:gd name="connsiteY24" fmla="*/ 221487 h 240280"/>
                <a:gd name="connsiteX25" fmla="*/ 1089660 w 1839468"/>
                <a:gd name="connsiteY25" fmla="*/ 233679 h 240280"/>
                <a:gd name="connsiteX26" fmla="*/ 1229868 w 1839468"/>
                <a:gd name="connsiteY26" fmla="*/ 233679 h 240280"/>
                <a:gd name="connsiteX27" fmla="*/ 1266444 w 1839468"/>
                <a:gd name="connsiteY27" fmla="*/ 191007 h 240280"/>
                <a:gd name="connsiteX28" fmla="*/ 1272540 w 1839468"/>
                <a:gd name="connsiteY28" fmla="*/ 172719 h 240280"/>
                <a:gd name="connsiteX29" fmla="*/ 1290828 w 1839468"/>
                <a:gd name="connsiteY29" fmla="*/ 154431 h 240280"/>
                <a:gd name="connsiteX30" fmla="*/ 1303020 w 1839468"/>
                <a:gd name="connsiteY30" fmla="*/ 136143 h 240280"/>
                <a:gd name="connsiteX31" fmla="*/ 1339596 w 1839468"/>
                <a:gd name="connsiteY31" fmla="*/ 111759 h 240280"/>
                <a:gd name="connsiteX32" fmla="*/ 1382268 w 1839468"/>
                <a:gd name="connsiteY32" fmla="*/ 81279 h 240280"/>
                <a:gd name="connsiteX33" fmla="*/ 1485900 w 1839468"/>
                <a:gd name="connsiteY33" fmla="*/ 87375 h 240280"/>
                <a:gd name="connsiteX34" fmla="*/ 1528572 w 1839468"/>
                <a:gd name="connsiteY34" fmla="*/ 99567 h 240280"/>
                <a:gd name="connsiteX35" fmla="*/ 1552956 w 1839468"/>
                <a:gd name="connsiteY35" fmla="*/ 111759 h 240280"/>
                <a:gd name="connsiteX36" fmla="*/ 1571244 w 1839468"/>
                <a:gd name="connsiteY36" fmla="*/ 117855 h 240280"/>
                <a:gd name="connsiteX37" fmla="*/ 1784604 w 1839468"/>
                <a:gd name="connsiteY37" fmla="*/ 111759 h 240280"/>
                <a:gd name="connsiteX38" fmla="*/ 1821180 w 1839468"/>
                <a:gd name="connsiteY38" fmla="*/ 93471 h 240280"/>
                <a:gd name="connsiteX39" fmla="*/ 1839468 w 1839468"/>
                <a:gd name="connsiteY39" fmla="*/ 87375 h 240280"/>
                <a:gd name="connsiteX0" fmla="*/ 0 w 1821180"/>
                <a:gd name="connsiteY0" fmla="*/ 67563 h 240280"/>
                <a:gd name="connsiteX1" fmla="*/ 224028 w 1821180"/>
                <a:gd name="connsiteY1" fmla="*/ 32511 h 240280"/>
                <a:gd name="connsiteX2" fmla="*/ 248412 w 1821180"/>
                <a:gd name="connsiteY2" fmla="*/ 26415 h 240280"/>
                <a:gd name="connsiteX3" fmla="*/ 266700 w 1821180"/>
                <a:gd name="connsiteY3" fmla="*/ 20319 h 240280"/>
                <a:gd name="connsiteX4" fmla="*/ 272796 w 1821180"/>
                <a:gd name="connsiteY4" fmla="*/ 2031 h 240280"/>
                <a:gd name="connsiteX5" fmla="*/ 297180 w 1821180"/>
                <a:gd name="connsiteY5" fmla="*/ 26415 h 240280"/>
                <a:gd name="connsiteX6" fmla="*/ 333756 w 1821180"/>
                <a:gd name="connsiteY6" fmla="*/ 93471 h 240280"/>
                <a:gd name="connsiteX7" fmla="*/ 388620 w 1821180"/>
                <a:gd name="connsiteY7" fmla="*/ 136143 h 240280"/>
                <a:gd name="connsiteX8" fmla="*/ 413004 w 1821180"/>
                <a:gd name="connsiteY8" fmla="*/ 148335 h 240280"/>
                <a:gd name="connsiteX9" fmla="*/ 480060 w 1821180"/>
                <a:gd name="connsiteY9" fmla="*/ 160527 h 240280"/>
                <a:gd name="connsiteX10" fmla="*/ 498348 w 1821180"/>
                <a:gd name="connsiteY10" fmla="*/ 166623 h 240280"/>
                <a:gd name="connsiteX11" fmla="*/ 589788 w 1821180"/>
                <a:gd name="connsiteY11" fmla="*/ 154431 h 240280"/>
                <a:gd name="connsiteX12" fmla="*/ 608076 w 1821180"/>
                <a:gd name="connsiteY12" fmla="*/ 136143 h 240280"/>
                <a:gd name="connsiteX13" fmla="*/ 626364 w 1821180"/>
                <a:gd name="connsiteY13" fmla="*/ 130047 h 240280"/>
                <a:gd name="connsiteX14" fmla="*/ 650748 w 1821180"/>
                <a:gd name="connsiteY14" fmla="*/ 111759 h 240280"/>
                <a:gd name="connsiteX15" fmla="*/ 669036 w 1821180"/>
                <a:gd name="connsiteY15" fmla="*/ 93471 h 240280"/>
                <a:gd name="connsiteX16" fmla="*/ 717804 w 1821180"/>
                <a:gd name="connsiteY16" fmla="*/ 87375 h 240280"/>
                <a:gd name="connsiteX17" fmla="*/ 790956 w 1821180"/>
                <a:gd name="connsiteY17" fmla="*/ 111759 h 240280"/>
                <a:gd name="connsiteX18" fmla="*/ 827532 w 1821180"/>
                <a:gd name="connsiteY18" fmla="*/ 148335 h 240280"/>
                <a:gd name="connsiteX19" fmla="*/ 845820 w 1821180"/>
                <a:gd name="connsiteY19" fmla="*/ 154431 h 240280"/>
                <a:gd name="connsiteX20" fmla="*/ 888492 w 1821180"/>
                <a:gd name="connsiteY20" fmla="*/ 178815 h 240280"/>
                <a:gd name="connsiteX21" fmla="*/ 931164 w 1821180"/>
                <a:gd name="connsiteY21" fmla="*/ 191007 h 240280"/>
                <a:gd name="connsiteX22" fmla="*/ 967740 w 1821180"/>
                <a:gd name="connsiteY22" fmla="*/ 203199 h 240280"/>
                <a:gd name="connsiteX23" fmla="*/ 998220 w 1821180"/>
                <a:gd name="connsiteY23" fmla="*/ 209295 h 240280"/>
                <a:gd name="connsiteX24" fmla="*/ 1065276 w 1821180"/>
                <a:gd name="connsiteY24" fmla="*/ 221487 h 240280"/>
                <a:gd name="connsiteX25" fmla="*/ 1089660 w 1821180"/>
                <a:gd name="connsiteY25" fmla="*/ 233679 h 240280"/>
                <a:gd name="connsiteX26" fmla="*/ 1229868 w 1821180"/>
                <a:gd name="connsiteY26" fmla="*/ 233679 h 240280"/>
                <a:gd name="connsiteX27" fmla="*/ 1266444 w 1821180"/>
                <a:gd name="connsiteY27" fmla="*/ 191007 h 240280"/>
                <a:gd name="connsiteX28" fmla="*/ 1272540 w 1821180"/>
                <a:gd name="connsiteY28" fmla="*/ 172719 h 240280"/>
                <a:gd name="connsiteX29" fmla="*/ 1290828 w 1821180"/>
                <a:gd name="connsiteY29" fmla="*/ 154431 h 240280"/>
                <a:gd name="connsiteX30" fmla="*/ 1303020 w 1821180"/>
                <a:gd name="connsiteY30" fmla="*/ 136143 h 240280"/>
                <a:gd name="connsiteX31" fmla="*/ 1339596 w 1821180"/>
                <a:gd name="connsiteY31" fmla="*/ 111759 h 240280"/>
                <a:gd name="connsiteX32" fmla="*/ 1382268 w 1821180"/>
                <a:gd name="connsiteY32" fmla="*/ 81279 h 240280"/>
                <a:gd name="connsiteX33" fmla="*/ 1485900 w 1821180"/>
                <a:gd name="connsiteY33" fmla="*/ 87375 h 240280"/>
                <a:gd name="connsiteX34" fmla="*/ 1528572 w 1821180"/>
                <a:gd name="connsiteY34" fmla="*/ 99567 h 240280"/>
                <a:gd name="connsiteX35" fmla="*/ 1552956 w 1821180"/>
                <a:gd name="connsiteY35" fmla="*/ 111759 h 240280"/>
                <a:gd name="connsiteX36" fmla="*/ 1571244 w 1821180"/>
                <a:gd name="connsiteY36" fmla="*/ 117855 h 240280"/>
                <a:gd name="connsiteX37" fmla="*/ 1784604 w 1821180"/>
                <a:gd name="connsiteY37" fmla="*/ 111759 h 240280"/>
                <a:gd name="connsiteX38" fmla="*/ 1821180 w 1821180"/>
                <a:gd name="connsiteY38" fmla="*/ 93471 h 240280"/>
                <a:gd name="connsiteX0" fmla="*/ 0 w 1784604"/>
                <a:gd name="connsiteY0" fmla="*/ 67563 h 240280"/>
                <a:gd name="connsiteX1" fmla="*/ 224028 w 1784604"/>
                <a:gd name="connsiteY1" fmla="*/ 32511 h 240280"/>
                <a:gd name="connsiteX2" fmla="*/ 248412 w 1784604"/>
                <a:gd name="connsiteY2" fmla="*/ 26415 h 240280"/>
                <a:gd name="connsiteX3" fmla="*/ 266700 w 1784604"/>
                <a:gd name="connsiteY3" fmla="*/ 20319 h 240280"/>
                <a:gd name="connsiteX4" fmla="*/ 272796 w 1784604"/>
                <a:gd name="connsiteY4" fmla="*/ 2031 h 240280"/>
                <a:gd name="connsiteX5" fmla="*/ 297180 w 1784604"/>
                <a:gd name="connsiteY5" fmla="*/ 26415 h 240280"/>
                <a:gd name="connsiteX6" fmla="*/ 333756 w 1784604"/>
                <a:gd name="connsiteY6" fmla="*/ 93471 h 240280"/>
                <a:gd name="connsiteX7" fmla="*/ 388620 w 1784604"/>
                <a:gd name="connsiteY7" fmla="*/ 136143 h 240280"/>
                <a:gd name="connsiteX8" fmla="*/ 413004 w 1784604"/>
                <a:gd name="connsiteY8" fmla="*/ 148335 h 240280"/>
                <a:gd name="connsiteX9" fmla="*/ 480060 w 1784604"/>
                <a:gd name="connsiteY9" fmla="*/ 160527 h 240280"/>
                <a:gd name="connsiteX10" fmla="*/ 498348 w 1784604"/>
                <a:gd name="connsiteY10" fmla="*/ 166623 h 240280"/>
                <a:gd name="connsiteX11" fmla="*/ 589788 w 1784604"/>
                <a:gd name="connsiteY11" fmla="*/ 154431 h 240280"/>
                <a:gd name="connsiteX12" fmla="*/ 608076 w 1784604"/>
                <a:gd name="connsiteY12" fmla="*/ 136143 h 240280"/>
                <a:gd name="connsiteX13" fmla="*/ 626364 w 1784604"/>
                <a:gd name="connsiteY13" fmla="*/ 130047 h 240280"/>
                <a:gd name="connsiteX14" fmla="*/ 650748 w 1784604"/>
                <a:gd name="connsiteY14" fmla="*/ 111759 h 240280"/>
                <a:gd name="connsiteX15" fmla="*/ 669036 w 1784604"/>
                <a:gd name="connsiteY15" fmla="*/ 93471 h 240280"/>
                <a:gd name="connsiteX16" fmla="*/ 717804 w 1784604"/>
                <a:gd name="connsiteY16" fmla="*/ 87375 h 240280"/>
                <a:gd name="connsiteX17" fmla="*/ 790956 w 1784604"/>
                <a:gd name="connsiteY17" fmla="*/ 111759 h 240280"/>
                <a:gd name="connsiteX18" fmla="*/ 827532 w 1784604"/>
                <a:gd name="connsiteY18" fmla="*/ 148335 h 240280"/>
                <a:gd name="connsiteX19" fmla="*/ 845820 w 1784604"/>
                <a:gd name="connsiteY19" fmla="*/ 154431 h 240280"/>
                <a:gd name="connsiteX20" fmla="*/ 888492 w 1784604"/>
                <a:gd name="connsiteY20" fmla="*/ 178815 h 240280"/>
                <a:gd name="connsiteX21" fmla="*/ 931164 w 1784604"/>
                <a:gd name="connsiteY21" fmla="*/ 191007 h 240280"/>
                <a:gd name="connsiteX22" fmla="*/ 967740 w 1784604"/>
                <a:gd name="connsiteY22" fmla="*/ 203199 h 240280"/>
                <a:gd name="connsiteX23" fmla="*/ 998220 w 1784604"/>
                <a:gd name="connsiteY23" fmla="*/ 209295 h 240280"/>
                <a:gd name="connsiteX24" fmla="*/ 1065276 w 1784604"/>
                <a:gd name="connsiteY24" fmla="*/ 221487 h 240280"/>
                <a:gd name="connsiteX25" fmla="*/ 1089660 w 1784604"/>
                <a:gd name="connsiteY25" fmla="*/ 233679 h 240280"/>
                <a:gd name="connsiteX26" fmla="*/ 1229868 w 1784604"/>
                <a:gd name="connsiteY26" fmla="*/ 233679 h 240280"/>
                <a:gd name="connsiteX27" fmla="*/ 1266444 w 1784604"/>
                <a:gd name="connsiteY27" fmla="*/ 191007 h 240280"/>
                <a:gd name="connsiteX28" fmla="*/ 1272540 w 1784604"/>
                <a:gd name="connsiteY28" fmla="*/ 172719 h 240280"/>
                <a:gd name="connsiteX29" fmla="*/ 1290828 w 1784604"/>
                <a:gd name="connsiteY29" fmla="*/ 154431 h 240280"/>
                <a:gd name="connsiteX30" fmla="*/ 1303020 w 1784604"/>
                <a:gd name="connsiteY30" fmla="*/ 136143 h 240280"/>
                <a:gd name="connsiteX31" fmla="*/ 1339596 w 1784604"/>
                <a:gd name="connsiteY31" fmla="*/ 111759 h 240280"/>
                <a:gd name="connsiteX32" fmla="*/ 1382268 w 1784604"/>
                <a:gd name="connsiteY32" fmla="*/ 81279 h 240280"/>
                <a:gd name="connsiteX33" fmla="*/ 1485900 w 1784604"/>
                <a:gd name="connsiteY33" fmla="*/ 87375 h 240280"/>
                <a:gd name="connsiteX34" fmla="*/ 1528572 w 1784604"/>
                <a:gd name="connsiteY34" fmla="*/ 99567 h 240280"/>
                <a:gd name="connsiteX35" fmla="*/ 1552956 w 1784604"/>
                <a:gd name="connsiteY35" fmla="*/ 111759 h 240280"/>
                <a:gd name="connsiteX36" fmla="*/ 1571244 w 1784604"/>
                <a:gd name="connsiteY36" fmla="*/ 117855 h 240280"/>
                <a:gd name="connsiteX37" fmla="*/ 1784604 w 1784604"/>
                <a:gd name="connsiteY37" fmla="*/ 111759 h 240280"/>
                <a:gd name="connsiteX0" fmla="*/ 0 w 1571244"/>
                <a:gd name="connsiteY0" fmla="*/ 67563 h 240280"/>
                <a:gd name="connsiteX1" fmla="*/ 224028 w 1571244"/>
                <a:gd name="connsiteY1" fmla="*/ 32511 h 240280"/>
                <a:gd name="connsiteX2" fmla="*/ 248412 w 1571244"/>
                <a:gd name="connsiteY2" fmla="*/ 26415 h 240280"/>
                <a:gd name="connsiteX3" fmla="*/ 266700 w 1571244"/>
                <a:gd name="connsiteY3" fmla="*/ 20319 h 240280"/>
                <a:gd name="connsiteX4" fmla="*/ 272796 w 1571244"/>
                <a:gd name="connsiteY4" fmla="*/ 2031 h 240280"/>
                <a:gd name="connsiteX5" fmla="*/ 297180 w 1571244"/>
                <a:gd name="connsiteY5" fmla="*/ 26415 h 240280"/>
                <a:gd name="connsiteX6" fmla="*/ 333756 w 1571244"/>
                <a:gd name="connsiteY6" fmla="*/ 93471 h 240280"/>
                <a:gd name="connsiteX7" fmla="*/ 388620 w 1571244"/>
                <a:gd name="connsiteY7" fmla="*/ 136143 h 240280"/>
                <a:gd name="connsiteX8" fmla="*/ 413004 w 1571244"/>
                <a:gd name="connsiteY8" fmla="*/ 148335 h 240280"/>
                <a:gd name="connsiteX9" fmla="*/ 480060 w 1571244"/>
                <a:gd name="connsiteY9" fmla="*/ 160527 h 240280"/>
                <a:gd name="connsiteX10" fmla="*/ 498348 w 1571244"/>
                <a:gd name="connsiteY10" fmla="*/ 166623 h 240280"/>
                <a:gd name="connsiteX11" fmla="*/ 589788 w 1571244"/>
                <a:gd name="connsiteY11" fmla="*/ 154431 h 240280"/>
                <a:gd name="connsiteX12" fmla="*/ 608076 w 1571244"/>
                <a:gd name="connsiteY12" fmla="*/ 136143 h 240280"/>
                <a:gd name="connsiteX13" fmla="*/ 626364 w 1571244"/>
                <a:gd name="connsiteY13" fmla="*/ 130047 h 240280"/>
                <a:gd name="connsiteX14" fmla="*/ 650748 w 1571244"/>
                <a:gd name="connsiteY14" fmla="*/ 111759 h 240280"/>
                <a:gd name="connsiteX15" fmla="*/ 669036 w 1571244"/>
                <a:gd name="connsiteY15" fmla="*/ 93471 h 240280"/>
                <a:gd name="connsiteX16" fmla="*/ 717804 w 1571244"/>
                <a:gd name="connsiteY16" fmla="*/ 87375 h 240280"/>
                <a:gd name="connsiteX17" fmla="*/ 790956 w 1571244"/>
                <a:gd name="connsiteY17" fmla="*/ 111759 h 240280"/>
                <a:gd name="connsiteX18" fmla="*/ 827532 w 1571244"/>
                <a:gd name="connsiteY18" fmla="*/ 148335 h 240280"/>
                <a:gd name="connsiteX19" fmla="*/ 845820 w 1571244"/>
                <a:gd name="connsiteY19" fmla="*/ 154431 h 240280"/>
                <a:gd name="connsiteX20" fmla="*/ 888492 w 1571244"/>
                <a:gd name="connsiteY20" fmla="*/ 178815 h 240280"/>
                <a:gd name="connsiteX21" fmla="*/ 931164 w 1571244"/>
                <a:gd name="connsiteY21" fmla="*/ 191007 h 240280"/>
                <a:gd name="connsiteX22" fmla="*/ 967740 w 1571244"/>
                <a:gd name="connsiteY22" fmla="*/ 203199 h 240280"/>
                <a:gd name="connsiteX23" fmla="*/ 998220 w 1571244"/>
                <a:gd name="connsiteY23" fmla="*/ 209295 h 240280"/>
                <a:gd name="connsiteX24" fmla="*/ 1065276 w 1571244"/>
                <a:gd name="connsiteY24" fmla="*/ 221487 h 240280"/>
                <a:gd name="connsiteX25" fmla="*/ 1089660 w 1571244"/>
                <a:gd name="connsiteY25" fmla="*/ 233679 h 240280"/>
                <a:gd name="connsiteX26" fmla="*/ 1229868 w 1571244"/>
                <a:gd name="connsiteY26" fmla="*/ 233679 h 240280"/>
                <a:gd name="connsiteX27" fmla="*/ 1266444 w 1571244"/>
                <a:gd name="connsiteY27" fmla="*/ 191007 h 240280"/>
                <a:gd name="connsiteX28" fmla="*/ 1272540 w 1571244"/>
                <a:gd name="connsiteY28" fmla="*/ 172719 h 240280"/>
                <a:gd name="connsiteX29" fmla="*/ 1290828 w 1571244"/>
                <a:gd name="connsiteY29" fmla="*/ 154431 h 240280"/>
                <a:gd name="connsiteX30" fmla="*/ 1303020 w 1571244"/>
                <a:gd name="connsiteY30" fmla="*/ 136143 h 240280"/>
                <a:gd name="connsiteX31" fmla="*/ 1339596 w 1571244"/>
                <a:gd name="connsiteY31" fmla="*/ 111759 h 240280"/>
                <a:gd name="connsiteX32" fmla="*/ 1382268 w 1571244"/>
                <a:gd name="connsiteY32" fmla="*/ 81279 h 240280"/>
                <a:gd name="connsiteX33" fmla="*/ 1485900 w 1571244"/>
                <a:gd name="connsiteY33" fmla="*/ 87375 h 240280"/>
                <a:gd name="connsiteX34" fmla="*/ 1528572 w 1571244"/>
                <a:gd name="connsiteY34" fmla="*/ 99567 h 240280"/>
                <a:gd name="connsiteX35" fmla="*/ 1552956 w 1571244"/>
                <a:gd name="connsiteY35" fmla="*/ 111759 h 240280"/>
                <a:gd name="connsiteX36" fmla="*/ 1571244 w 1571244"/>
                <a:gd name="connsiteY36" fmla="*/ 117855 h 240280"/>
                <a:gd name="connsiteX0" fmla="*/ 0 w 1552956"/>
                <a:gd name="connsiteY0" fmla="*/ 67563 h 240280"/>
                <a:gd name="connsiteX1" fmla="*/ 224028 w 1552956"/>
                <a:gd name="connsiteY1" fmla="*/ 32511 h 240280"/>
                <a:gd name="connsiteX2" fmla="*/ 248412 w 1552956"/>
                <a:gd name="connsiteY2" fmla="*/ 26415 h 240280"/>
                <a:gd name="connsiteX3" fmla="*/ 266700 w 1552956"/>
                <a:gd name="connsiteY3" fmla="*/ 20319 h 240280"/>
                <a:gd name="connsiteX4" fmla="*/ 272796 w 1552956"/>
                <a:gd name="connsiteY4" fmla="*/ 2031 h 240280"/>
                <a:gd name="connsiteX5" fmla="*/ 297180 w 1552956"/>
                <a:gd name="connsiteY5" fmla="*/ 26415 h 240280"/>
                <a:gd name="connsiteX6" fmla="*/ 333756 w 1552956"/>
                <a:gd name="connsiteY6" fmla="*/ 93471 h 240280"/>
                <a:gd name="connsiteX7" fmla="*/ 388620 w 1552956"/>
                <a:gd name="connsiteY7" fmla="*/ 136143 h 240280"/>
                <a:gd name="connsiteX8" fmla="*/ 413004 w 1552956"/>
                <a:gd name="connsiteY8" fmla="*/ 148335 h 240280"/>
                <a:gd name="connsiteX9" fmla="*/ 480060 w 1552956"/>
                <a:gd name="connsiteY9" fmla="*/ 160527 h 240280"/>
                <a:gd name="connsiteX10" fmla="*/ 498348 w 1552956"/>
                <a:gd name="connsiteY10" fmla="*/ 166623 h 240280"/>
                <a:gd name="connsiteX11" fmla="*/ 589788 w 1552956"/>
                <a:gd name="connsiteY11" fmla="*/ 154431 h 240280"/>
                <a:gd name="connsiteX12" fmla="*/ 608076 w 1552956"/>
                <a:gd name="connsiteY12" fmla="*/ 136143 h 240280"/>
                <a:gd name="connsiteX13" fmla="*/ 626364 w 1552956"/>
                <a:gd name="connsiteY13" fmla="*/ 130047 h 240280"/>
                <a:gd name="connsiteX14" fmla="*/ 650748 w 1552956"/>
                <a:gd name="connsiteY14" fmla="*/ 111759 h 240280"/>
                <a:gd name="connsiteX15" fmla="*/ 669036 w 1552956"/>
                <a:gd name="connsiteY15" fmla="*/ 93471 h 240280"/>
                <a:gd name="connsiteX16" fmla="*/ 717804 w 1552956"/>
                <a:gd name="connsiteY16" fmla="*/ 87375 h 240280"/>
                <a:gd name="connsiteX17" fmla="*/ 790956 w 1552956"/>
                <a:gd name="connsiteY17" fmla="*/ 111759 h 240280"/>
                <a:gd name="connsiteX18" fmla="*/ 827532 w 1552956"/>
                <a:gd name="connsiteY18" fmla="*/ 148335 h 240280"/>
                <a:gd name="connsiteX19" fmla="*/ 845820 w 1552956"/>
                <a:gd name="connsiteY19" fmla="*/ 154431 h 240280"/>
                <a:gd name="connsiteX20" fmla="*/ 888492 w 1552956"/>
                <a:gd name="connsiteY20" fmla="*/ 178815 h 240280"/>
                <a:gd name="connsiteX21" fmla="*/ 931164 w 1552956"/>
                <a:gd name="connsiteY21" fmla="*/ 191007 h 240280"/>
                <a:gd name="connsiteX22" fmla="*/ 967740 w 1552956"/>
                <a:gd name="connsiteY22" fmla="*/ 203199 h 240280"/>
                <a:gd name="connsiteX23" fmla="*/ 998220 w 1552956"/>
                <a:gd name="connsiteY23" fmla="*/ 209295 h 240280"/>
                <a:gd name="connsiteX24" fmla="*/ 1065276 w 1552956"/>
                <a:gd name="connsiteY24" fmla="*/ 221487 h 240280"/>
                <a:gd name="connsiteX25" fmla="*/ 1089660 w 1552956"/>
                <a:gd name="connsiteY25" fmla="*/ 233679 h 240280"/>
                <a:gd name="connsiteX26" fmla="*/ 1229868 w 1552956"/>
                <a:gd name="connsiteY26" fmla="*/ 233679 h 240280"/>
                <a:gd name="connsiteX27" fmla="*/ 1266444 w 1552956"/>
                <a:gd name="connsiteY27" fmla="*/ 191007 h 240280"/>
                <a:gd name="connsiteX28" fmla="*/ 1272540 w 1552956"/>
                <a:gd name="connsiteY28" fmla="*/ 172719 h 240280"/>
                <a:gd name="connsiteX29" fmla="*/ 1290828 w 1552956"/>
                <a:gd name="connsiteY29" fmla="*/ 154431 h 240280"/>
                <a:gd name="connsiteX30" fmla="*/ 1303020 w 1552956"/>
                <a:gd name="connsiteY30" fmla="*/ 136143 h 240280"/>
                <a:gd name="connsiteX31" fmla="*/ 1339596 w 1552956"/>
                <a:gd name="connsiteY31" fmla="*/ 111759 h 240280"/>
                <a:gd name="connsiteX32" fmla="*/ 1382268 w 1552956"/>
                <a:gd name="connsiteY32" fmla="*/ 81279 h 240280"/>
                <a:gd name="connsiteX33" fmla="*/ 1485900 w 1552956"/>
                <a:gd name="connsiteY33" fmla="*/ 87375 h 240280"/>
                <a:gd name="connsiteX34" fmla="*/ 1528572 w 1552956"/>
                <a:gd name="connsiteY34" fmla="*/ 99567 h 240280"/>
                <a:gd name="connsiteX35" fmla="*/ 1552956 w 1552956"/>
                <a:gd name="connsiteY35" fmla="*/ 111759 h 24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52956" h="240280">
                  <a:moveTo>
                    <a:pt x="0" y="67563"/>
                  </a:moveTo>
                  <a:lnTo>
                    <a:pt x="224028" y="32511"/>
                  </a:lnTo>
                  <a:cubicBezTo>
                    <a:pt x="232287" y="31105"/>
                    <a:pt x="240356" y="28717"/>
                    <a:pt x="248412" y="26415"/>
                  </a:cubicBezTo>
                  <a:cubicBezTo>
                    <a:pt x="254591" y="24650"/>
                    <a:pt x="260604" y="22351"/>
                    <a:pt x="266700" y="20319"/>
                  </a:cubicBezTo>
                  <a:cubicBezTo>
                    <a:pt x="268732" y="14223"/>
                    <a:pt x="267049" y="4905"/>
                    <a:pt x="272796" y="2031"/>
                  </a:cubicBezTo>
                  <a:cubicBezTo>
                    <a:pt x="292062" y="-7602"/>
                    <a:pt x="294170" y="19792"/>
                    <a:pt x="297180" y="26415"/>
                  </a:cubicBezTo>
                  <a:cubicBezTo>
                    <a:pt x="302732" y="38630"/>
                    <a:pt x="320395" y="77437"/>
                    <a:pt x="333756" y="93471"/>
                  </a:cubicBezTo>
                  <a:cubicBezTo>
                    <a:pt x="348091" y="110673"/>
                    <a:pt x="369200" y="126433"/>
                    <a:pt x="388620" y="136143"/>
                  </a:cubicBezTo>
                  <a:cubicBezTo>
                    <a:pt x="396748" y="140207"/>
                    <a:pt x="404495" y="145144"/>
                    <a:pt x="413004" y="148335"/>
                  </a:cubicBezTo>
                  <a:cubicBezTo>
                    <a:pt x="430692" y="154968"/>
                    <a:pt x="464484" y="158302"/>
                    <a:pt x="480060" y="160527"/>
                  </a:cubicBezTo>
                  <a:cubicBezTo>
                    <a:pt x="486156" y="162559"/>
                    <a:pt x="491922" y="166623"/>
                    <a:pt x="498348" y="166623"/>
                  </a:cubicBezTo>
                  <a:cubicBezTo>
                    <a:pt x="558015" y="166623"/>
                    <a:pt x="553510" y="166524"/>
                    <a:pt x="589788" y="154431"/>
                  </a:cubicBezTo>
                  <a:cubicBezTo>
                    <a:pt x="595884" y="148335"/>
                    <a:pt x="600903" y="140925"/>
                    <a:pt x="608076" y="136143"/>
                  </a:cubicBezTo>
                  <a:cubicBezTo>
                    <a:pt x="613423" y="132579"/>
                    <a:pt x="620785" y="133235"/>
                    <a:pt x="626364" y="130047"/>
                  </a:cubicBezTo>
                  <a:cubicBezTo>
                    <a:pt x="635185" y="125006"/>
                    <a:pt x="643034" y="118371"/>
                    <a:pt x="650748" y="111759"/>
                  </a:cubicBezTo>
                  <a:cubicBezTo>
                    <a:pt x="657294" y="106148"/>
                    <a:pt x="660934" y="96417"/>
                    <a:pt x="669036" y="93471"/>
                  </a:cubicBezTo>
                  <a:cubicBezTo>
                    <a:pt x="684432" y="87872"/>
                    <a:pt x="701548" y="89407"/>
                    <a:pt x="717804" y="87375"/>
                  </a:cubicBezTo>
                  <a:cubicBezTo>
                    <a:pt x="749315" y="92627"/>
                    <a:pt x="763738" y="91346"/>
                    <a:pt x="790956" y="111759"/>
                  </a:cubicBezTo>
                  <a:cubicBezTo>
                    <a:pt x="804750" y="122104"/>
                    <a:pt x="811175" y="142883"/>
                    <a:pt x="827532" y="148335"/>
                  </a:cubicBezTo>
                  <a:cubicBezTo>
                    <a:pt x="833628" y="150367"/>
                    <a:pt x="840073" y="151557"/>
                    <a:pt x="845820" y="154431"/>
                  </a:cubicBezTo>
                  <a:cubicBezTo>
                    <a:pt x="907042" y="185042"/>
                    <a:pt x="813681" y="146753"/>
                    <a:pt x="888492" y="178815"/>
                  </a:cubicBezTo>
                  <a:cubicBezTo>
                    <a:pt x="904426" y="185644"/>
                    <a:pt x="913978" y="185851"/>
                    <a:pt x="931164" y="191007"/>
                  </a:cubicBezTo>
                  <a:cubicBezTo>
                    <a:pt x="943474" y="194700"/>
                    <a:pt x="955138" y="200679"/>
                    <a:pt x="967740" y="203199"/>
                  </a:cubicBezTo>
                  <a:lnTo>
                    <a:pt x="998220" y="209295"/>
                  </a:lnTo>
                  <a:cubicBezTo>
                    <a:pt x="1084013" y="224894"/>
                    <a:pt x="989986" y="206429"/>
                    <a:pt x="1065276" y="221487"/>
                  </a:cubicBezTo>
                  <a:cubicBezTo>
                    <a:pt x="1073404" y="225551"/>
                    <a:pt x="1080711" y="232100"/>
                    <a:pt x="1089660" y="233679"/>
                  </a:cubicBezTo>
                  <a:cubicBezTo>
                    <a:pt x="1153403" y="244928"/>
                    <a:pt x="1170190" y="239647"/>
                    <a:pt x="1229868" y="233679"/>
                  </a:cubicBezTo>
                  <a:cubicBezTo>
                    <a:pt x="1244281" y="219266"/>
                    <a:pt x="1256017" y="209254"/>
                    <a:pt x="1266444" y="191007"/>
                  </a:cubicBezTo>
                  <a:cubicBezTo>
                    <a:pt x="1269632" y="185428"/>
                    <a:pt x="1268976" y="178066"/>
                    <a:pt x="1272540" y="172719"/>
                  </a:cubicBezTo>
                  <a:cubicBezTo>
                    <a:pt x="1277322" y="165546"/>
                    <a:pt x="1285309" y="161054"/>
                    <a:pt x="1290828" y="154431"/>
                  </a:cubicBezTo>
                  <a:cubicBezTo>
                    <a:pt x="1295518" y="148803"/>
                    <a:pt x="1297506" y="140968"/>
                    <a:pt x="1303020" y="136143"/>
                  </a:cubicBezTo>
                  <a:cubicBezTo>
                    <a:pt x="1314047" y="126494"/>
                    <a:pt x="1327404" y="119887"/>
                    <a:pt x="1339596" y="111759"/>
                  </a:cubicBezTo>
                  <a:cubicBezTo>
                    <a:pt x="1366338" y="93931"/>
                    <a:pt x="1352023" y="103963"/>
                    <a:pt x="1382268" y="81279"/>
                  </a:cubicBezTo>
                  <a:cubicBezTo>
                    <a:pt x="1416812" y="83311"/>
                    <a:pt x="1451452" y="84094"/>
                    <a:pt x="1485900" y="87375"/>
                  </a:cubicBezTo>
                  <a:cubicBezTo>
                    <a:pt x="1492529" y="88006"/>
                    <a:pt x="1520735" y="96208"/>
                    <a:pt x="1528572" y="99567"/>
                  </a:cubicBezTo>
                  <a:cubicBezTo>
                    <a:pt x="1536925" y="103147"/>
                    <a:pt x="1544603" y="108179"/>
                    <a:pt x="1552956" y="111759"/>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7F6EC98-EED6-0C9D-AC74-E00057D650CD}"/>
                </a:ext>
              </a:extLst>
            </p:cNvPr>
            <p:cNvSpPr/>
            <p:nvPr/>
          </p:nvSpPr>
          <p:spPr>
            <a:xfrm>
              <a:off x="9713048" y="2129946"/>
              <a:ext cx="1550289" cy="176784"/>
            </a:xfrm>
            <a:custGeom>
              <a:avLst/>
              <a:gdLst>
                <a:gd name="connsiteX0" fmla="*/ 0 w 2139696"/>
                <a:gd name="connsiteY0" fmla="*/ 121920 h 182880"/>
                <a:gd name="connsiteX1" fmla="*/ 121920 w 2139696"/>
                <a:gd name="connsiteY1" fmla="*/ 91440 h 182880"/>
                <a:gd name="connsiteX2" fmla="*/ 176784 w 2139696"/>
                <a:gd name="connsiteY2" fmla="*/ 60960 h 182880"/>
                <a:gd name="connsiteX3" fmla="*/ 225552 w 2139696"/>
                <a:gd name="connsiteY3" fmla="*/ 42672 h 182880"/>
                <a:gd name="connsiteX4" fmla="*/ 249936 w 2139696"/>
                <a:gd name="connsiteY4" fmla="*/ 30480 h 182880"/>
                <a:gd name="connsiteX5" fmla="*/ 274320 w 2139696"/>
                <a:gd name="connsiteY5" fmla="*/ 24384 h 182880"/>
                <a:gd name="connsiteX6" fmla="*/ 341376 w 2139696"/>
                <a:gd name="connsiteY6" fmla="*/ 12192 h 182880"/>
                <a:gd name="connsiteX7" fmla="*/ 408432 w 2139696"/>
                <a:gd name="connsiteY7" fmla="*/ 18288 h 182880"/>
                <a:gd name="connsiteX8" fmla="*/ 445008 w 2139696"/>
                <a:gd name="connsiteY8" fmla="*/ 42672 h 182880"/>
                <a:gd name="connsiteX9" fmla="*/ 512064 w 2139696"/>
                <a:gd name="connsiteY9" fmla="*/ 91440 h 182880"/>
                <a:gd name="connsiteX10" fmla="*/ 548640 w 2139696"/>
                <a:gd name="connsiteY10" fmla="*/ 128016 h 182880"/>
                <a:gd name="connsiteX11" fmla="*/ 566928 w 2139696"/>
                <a:gd name="connsiteY11" fmla="*/ 146304 h 182880"/>
                <a:gd name="connsiteX12" fmla="*/ 609600 w 2139696"/>
                <a:gd name="connsiteY12" fmla="*/ 164592 h 182880"/>
                <a:gd name="connsiteX13" fmla="*/ 633984 w 2139696"/>
                <a:gd name="connsiteY13" fmla="*/ 176784 h 182880"/>
                <a:gd name="connsiteX14" fmla="*/ 652272 w 2139696"/>
                <a:gd name="connsiteY14" fmla="*/ 182880 h 182880"/>
                <a:gd name="connsiteX15" fmla="*/ 737616 w 2139696"/>
                <a:gd name="connsiteY15" fmla="*/ 176784 h 182880"/>
                <a:gd name="connsiteX16" fmla="*/ 774192 w 2139696"/>
                <a:gd name="connsiteY16" fmla="*/ 152400 h 182880"/>
                <a:gd name="connsiteX17" fmla="*/ 810768 w 2139696"/>
                <a:gd name="connsiteY17" fmla="*/ 146304 h 182880"/>
                <a:gd name="connsiteX18" fmla="*/ 853440 w 2139696"/>
                <a:gd name="connsiteY18" fmla="*/ 115824 h 182880"/>
                <a:gd name="connsiteX19" fmla="*/ 902208 w 2139696"/>
                <a:gd name="connsiteY19" fmla="*/ 91440 h 182880"/>
                <a:gd name="connsiteX20" fmla="*/ 957072 w 2139696"/>
                <a:gd name="connsiteY20" fmla="*/ 60960 h 182880"/>
                <a:gd name="connsiteX21" fmla="*/ 975360 w 2139696"/>
                <a:gd name="connsiteY21" fmla="*/ 48768 h 182880"/>
                <a:gd name="connsiteX22" fmla="*/ 1011936 w 2139696"/>
                <a:gd name="connsiteY22" fmla="*/ 36576 h 182880"/>
                <a:gd name="connsiteX23" fmla="*/ 1066800 w 2139696"/>
                <a:gd name="connsiteY23" fmla="*/ 18288 h 182880"/>
                <a:gd name="connsiteX24" fmla="*/ 1115568 w 2139696"/>
                <a:gd name="connsiteY24" fmla="*/ 6096 h 182880"/>
                <a:gd name="connsiteX25" fmla="*/ 1213104 w 2139696"/>
                <a:gd name="connsiteY25" fmla="*/ 12192 h 182880"/>
                <a:gd name="connsiteX26" fmla="*/ 1243584 w 2139696"/>
                <a:gd name="connsiteY26" fmla="*/ 18288 h 182880"/>
                <a:gd name="connsiteX27" fmla="*/ 1280160 w 2139696"/>
                <a:gd name="connsiteY27" fmla="*/ 30480 h 182880"/>
                <a:gd name="connsiteX28" fmla="*/ 1322832 w 2139696"/>
                <a:gd name="connsiteY28" fmla="*/ 67056 h 182880"/>
                <a:gd name="connsiteX29" fmla="*/ 1365504 w 2139696"/>
                <a:gd name="connsiteY29" fmla="*/ 97536 h 182880"/>
                <a:gd name="connsiteX30" fmla="*/ 1402080 w 2139696"/>
                <a:gd name="connsiteY30" fmla="*/ 115824 h 182880"/>
                <a:gd name="connsiteX31" fmla="*/ 1536192 w 2139696"/>
                <a:gd name="connsiteY31" fmla="*/ 103632 h 182880"/>
                <a:gd name="connsiteX32" fmla="*/ 1584960 w 2139696"/>
                <a:gd name="connsiteY32" fmla="*/ 85344 h 182880"/>
                <a:gd name="connsiteX33" fmla="*/ 1609344 w 2139696"/>
                <a:gd name="connsiteY33" fmla="*/ 67056 h 182880"/>
                <a:gd name="connsiteX34" fmla="*/ 1639824 w 2139696"/>
                <a:gd name="connsiteY34" fmla="*/ 60960 h 182880"/>
                <a:gd name="connsiteX35" fmla="*/ 1670304 w 2139696"/>
                <a:gd name="connsiteY35" fmla="*/ 36576 h 182880"/>
                <a:gd name="connsiteX36" fmla="*/ 1706880 w 2139696"/>
                <a:gd name="connsiteY36" fmla="*/ 24384 h 182880"/>
                <a:gd name="connsiteX37" fmla="*/ 1725168 w 2139696"/>
                <a:gd name="connsiteY37" fmla="*/ 18288 h 182880"/>
                <a:gd name="connsiteX38" fmla="*/ 1749552 w 2139696"/>
                <a:gd name="connsiteY38" fmla="*/ 12192 h 182880"/>
                <a:gd name="connsiteX39" fmla="*/ 1786128 w 2139696"/>
                <a:gd name="connsiteY39" fmla="*/ 0 h 182880"/>
                <a:gd name="connsiteX40" fmla="*/ 2139696 w 2139696"/>
                <a:gd name="connsiteY40" fmla="*/ 6096 h 182880"/>
                <a:gd name="connsiteX0" fmla="*/ 0 w 2139696"/>
                <a:gd name="connsiteY0" fmla="*/ 121920 h 182880"/>
                <a:gd name="connsiteX1" fmla="*/ 114300 w 2139696"/>
                <a:gd name="connsiteY1" fmla="*/ 91440 h 182880"/>
                <a:gd name="connsiteX2" fmla="*/ 176784 w 2139696"/>
                <a:gd name="connsiteY2" fmla="*/ 60960 h 182880"/>
                <a:gd name="connsiteX3" fmla="*/ 225552 w 2139696"/>
                <a:gd name="connsiteY3" fmla="*/ 42672 h 182880"/>
                <a:gd name="connsiteX4" fmla="*/ 249936 w 2139696"/>
                <a:gd name="connsiteY4" fmla="*/ 30480 h 182880"/>
                <a:gd name="connsiteX5" fmla="*/ 274320 w 2139696"/>
                <a:gd name="connsiteY5" fmla="*/ 24384 h 182880"/>
                <a:gd name="connsiteX6" fmla="*/ 341376 w 2139696"/>
                <a:gd name="connsiteY6" fmla="*/ 12192 h 182880"/>
                <a:gd name="connsiteX7" fmla="*/ 408432 w 2139696"/>
                <a:gd name="connsiteY7" fmla="*/ 18288 h 182880"/>
                <a:gd name="connsiteX8" fmla="*/ 445008 w 2139696"/>
                <a:gd name="connsiteY8" fmla="*/ 42672 h 182880"/>
                <a:gd name="connsiteX9" fmla="*/ 512064 w 2139696"/>
                <a:gd name="connsiteY9" fmla="*/ 91440 h 182880"/>
                <a:gd name="connsiteX10" fmla="*/ 548640 w 2139696"/>
                <a:gd name="connsiteY10" fmla="*/ 128016 h 182880"/>
                <a:gd name="connsiteX11" fmla="*/ 566928 w 2139696"/>
                <a:gd name="connsiteY11" fmla="*/ 146304 h 182880"/>
                <a:gd name="connsiteX12" fmla="*/ 609600 w 2139696"/>
                <a:gd name="connsiteY12" fmla="*/ 164592 h 182880"/>
                <a:gd name="connsiteX13" fmla="*/ 633984 w 2139696"/>
                <a:gd name="connsiteY13" fmla="*/ 176784 h 182880"/>
                <a:gd name="connsiteX14" fmla="*/ 652272 w 2139696"/>
                <a:gd name="connsiteY14" fmla="*/ 182880 h 182880"/>
                <a:gd name="connsiteX15" fmla="*/ 737616 w 2139696"/>
                <a:gd name="connsiteY15" fmla="*/ 176784 h 182880"/>
                <a:gd name="connsiteX16" fmla="*/ 774192 w 2139696"/>
                <a:gd name="connsiteY16" fmla="*/ 152400 h 182880"/>
                <a:gd name="connsiteX17" fmla="*/ 810768 w 2139696"/>
                <a:gd name="connsiteY17" fmla="*/ 146304 h 182880"/>
                <a:gd name="connsiteX18" fmla="*/ 853440 w 2139696"/>
                <a:gd name="connsiteY18" fmla="*/ 115824 h 182880"/>
                <a:gd name="connsiteX19" fmla="*/ 902208 w 2139696"/>
                <a:gd name="connsiteY19" fmla="*/ 91440 h 182880"/>
                <a:gd name="connsiteX20" fmla="*/ 957072 w 2139696"/>
                <a:gd name="connsiteY20" fmla="*/ 60960 h 182880"/>
                <a:gd name="connsiteX21" fmla="*/ 975360 w 2139696"/>
                <a:gd name="connsiteY21" fmla="*/ 48768 h 182880"/>
                <a:gd name="connsiteX22" fmla="*/ 1011936 w 2139696"/>
                <a:gd name="connsiteY22" fmla="*/ 36576 h 182880"/>
                <a:gd name="connsiteX23" fmla="*/ 1066800 w 2139696"/>
                <a:gd name="connsiteY23" fmla="*/ 18288 h 182880"/>
                <a:gd name="connsiteX24" fmla="*/ 1115568 w 2139696"/>
                <a:gd name="connsiteY24" fmla="*/ 6096 h 182880"/>
                <a:gd name="connsiteX25" fmla="*/ 1213104 w 2139696"/>
                <a:gd name="connsiteY25" fmla="*/ 12192 h 182880"/>
                <a:gd name="connsiteX26" fmla="*/ 1243584 w 2139696"/>
                <a:gd name="connsiteY26" fmla="*/ 18288 h 182880"/>
                <a:gd name="connsiteX27" fmla="*/ 1280160 w 2139696"/>
                <a:gd name="connsiteY27" fmla="*/ 30480 h 182880"/>
                <a:gd name="connsiteX28" fmla="*/ 1322832 w 2139696"/>
                <a:gd name="connsiteY28" fmla="*/ 67056 h 182880"/>
                <a:gd name="connsiteX29" fmla="*/ 1365504 w 2139696"/>
                <a:gd name="connsiteY29" fmla="*/ 97536 h 182880"/>
                <a:gd name="connsiteX30" fmla="*/ 1402080 w 2139696"/>
                <a:gd name="connsiteY30" fmla="*/ 115824 h 182880"/>
                <a:gd name="connsiteX31" fmla="*/ 1536192 w 2139696"/>
                <a:gd name="connsiteY31" fmla="*/ 103632 h 182880"/>
                <a:gd name="connsiteX32" fmla="*/ 1584960 w 2139696"/>
                <a:gd name="connsiteY32" fmla="*/ 85344 h 182880"/>
                <a:gd name="connsiteX33" fmla="*/ 1609344 w 2139696"/>
                <a:gd name="connsiteY33" fmla="*/ 67056 h 182880"/>
                <a:gd name="connsiteX34" fmla="*/ 1639824 w 2139696"/>
                <a:gd name="connsiteY34" fmla="*/ 60960 h 182880"/>
                <a:gd name="connsiteX35" fmla="*/ 1670304 w 2139696"/>
                <a:gd name="connsiteY35" fmla="*/ 36576 h 182880"/>
                <a:gd name="connsiteX36" fmla="*/ 1706880 w 2139696"/>
                <a:gd name="connsiteY36" fmla="*/ 24384 h 182880"/>
                <a:gd name="connsiteX37" fmla="*/ 1725168 w 2139696"/>
                <a:gd name="connsiteY37" fmla="*/ 18288 h 182880"/>
                <a:gd name="connsiteX38" fmla="*/ 1749552 w 2139696"/>
                <a:gd name="connsiteY38" fmla="*/ 12192 h 182880"/>
                <a:gd name="connsiteX39" fmla="*/ 1786128 w 2139696"/>
                <a:gd name="connsiteY39" fmla="*/ 0 h 182880"/>
                <a:gd name="connsiteX40" fmla="*/ 2139696 w 2139696"/>
                <a:gd name="connsiteY40" fmla="*/ 6096 h 182880"/>
                <a:gd name="connsiteX0" fmla="*/ 0 w 2025396"/>
                <a:gd name="connsiteY0" fmla="*/ 91440 h 182880"/>
                <a:gd name="connsiteX1" fmla="*/ 62484 w 2025396"/>
                <a:gd name="connsiteY1" fmla="*/ 60960 h 182880"/>
                <a:gd name="connsiteX2" fmla="*/ 111252 w 2025396"/>
                <a:gd name="connsiteY2" fmla="*/ 42672 h 182880"/>
                <a:gd name="connsiteX3" fmla="*/ 135636 w 2025396"/>
                <a:gd name="connsiteY3" fmla="*/ 30480 h 182880"/>
                <a:gd name="connsiteX4" fmla="*/ 160020 w 2025396"/>
                <a:gd name="connsiteY4" fmla="*/ 24384 h 182880"/>
                <a:gd name="connsiteX5" fmla="*/ 227076 w 2025396"/>
                <a:gd name="connsiteY5" fmla="*/ 12192 h 182880"/>
                <a:gd name="connsiteX6" fmla="*/ 294132 w 2025396"/>
                <a:gd name="connsiteY6" fmla="*/ 18288 h 182880"/>
                <a:gd name="connsiteX7" fmla="*/ 330708 w 2025396"/>
                <a:gd name="connsiteY7" fmla="*/ 42672 h 182880"/>
                <a:gd name="connsiteX8" fmla="*/ 397764 w 2025396"/>
                <a:gd name="connsiteY8" fmla="*/ 91440 h 182880"/>
                <a:gd name="connsiteX9" fmla="*/ 434340 w 2025396"/>
                <a:gd name="connsiteY9" fmla="*/ 128016 h 182880"/>
                <a:gd name="connsiteX10" fmla="*/ 452628 w 2025396"/>
                <a:gd name="connsiteY10" fmla="*/ 146304 h 182880"/>
                <a:gd name="connsiteX11" fmla="*/ 495300 w 2025396"/>
                <a:gd name="connsiteY11" fmla="*/ 164592 h 182880"/>
                <a:gd name="connsiteX12" fmla="*/ 519684 w 2025396"/>
                <a:gd name="connsiteY12" fmla="*/ 176784 h 182880"/>
                <a:gd name="connsiteX13" fmla="*/ 537972 w 2025396"/>
                <a:gd name="connsiteY13" fmla="*/ 182880 h 182880"/>
                <a:gd name="connsiteX14" fmla="*/ 623316 w 2025396"/>
                <a:gd name="connsiteY14" fmla="*/ 176784 h 182880"/>
                <a:gd name="connsiteX15" fmla="*/ 659892 w 2025396"/>
                <a:gd name="connsiteY15" fmla="*/ 152400 h 182880"/>
                <a:gd name="connsiteX16" fmla="*/ 696468 w 2025396"/>
                <a:gd name="connsiteY16" fmla="*/ 146304 h 182880"/>
                <a:gd name="connsiteX17" fmla="*/ 739140 w 2025396"/>
                <a:gd name="connsiteY17" fmla="*/ 115824 h 182880"/>
                <a:gd name="connsiteX18" fmla="*/ 787908 w 2025396"/>
                <a:gd name="connsiteY18" fmla="*/ 91440 h 182880"/>
                <a:gd name="connsiteX19" fmla="*/ 842772 w 2025396"/>
                <a:gd name="connsiteY19" fmla="*/ 60960 h 182880"/>
                <a:gd name="connsiteX20" fmla="*/ 861060 w 2025396"/>
                <a:gd name="connsiteY20" fmla="*/ 48768 h 182880"/>
                <a:gd name="connsiteX21" fmla="*/ 897636 w 2025396"/>
                <a:gd name="connsiteY21" fmla="*/ 36576 h 182880"/>
                <a:gd name="connsiteX22" fmla="*/ 952500 w 2025396"/>
                <a:gd name="connsiteY22" fmla="*/ 18288 h 182880"/>
                <a:gd name="connsiteX23" fmla="*/ 1001268 w 2025396"/>
                <a:gd name="connsiteY23" fmla="*/ 6096 h 182880"/>
                <a:gd name="connsiteX24" fmla="*/ 1098804 w 2025396"/>
                <a:gd name="connsiteY24" fmla="*/ 12192 h 182880"/>
                <a:gd name="connsiteX25" fmla="*/ 1129284 w 2025396"/>
                <a:gd name="connsiteY25" fmla="*/ 18288 h 182880"/>
                <a:gd name="connsiteX26" fmla="*/ 1165860 w 2025396"/>
                <a:gd name="connsiteY26" fmla="*/ 30480 h 182880"/>
                <a:gd name="connsiteX27" fmla="*/ 1208532 w 2025396"/>
                <a:gd name="connsiteY27" fmla="*/ 67056 h 182880"/>
                <a:gd name="connsiteX28" fmla="*/ 1251204 w 2025396"/>
                <a:gd name="connsiteY28" fmla="*/ 97536 h 182880"/>
                <a:gd name="connsiteX29" fmla="*/ 1287780 w 2025396"/>
                <a:gd name="connsiteY29" fmla="*/ 115824 h 182880"/>
                <a:gd name="connsiteX30" fmla="*/ 1421892 w 2025396"/>
                <a:gd name="connsiteY30" fmla="*/ 103632 h 182880"/>
                <a:gd name="connsiteX31" fmla="*/ 1470660 w 2025396"/>
                <a:gd name="connsiteY31" fmla="*/ 85344 h 182880"/>
                <a:gd name="connsiteX32" fmla="*/ 1495044 w 2025396"/>
                <a:gd name="connsiteY32" fmla="*/ 67056 h 182880"/>
                <a:gd name="connsiteX33" fmla="*/ 1525524 w 2025396"/>
                <a:gd name="connsiteY33" fmla="*/ 60960 h 182880"/>
                <a:gd name="connsiteX34" fmla="*/ 1556004 w 2025396"/>
                <a:gd name="connsiteY34" fmla="*/ 36576 h 182880"/>
                <a:gd name="connsiteX35" fmla="*/ 1592580 w 2025396"/>
                <a:gd name="connsiteY35" fmla="*/ 24384 h 182880"/>
                <a:gd name="connsiteX36" fmla="*/ 1610868 w 2025396"/>
                <a:gd name="connsiteY36" fmla="*/ 18288 h 182880"/>
                <a:gd name="connsiteX37" fmla="*/ 1635252 w 2025396"/>
                <a:gd name="connsiteY37" fmla="*/ 12192 h 182880"/>
                <a:gd name="connsiteX38" fmla="*/ 1671828 w 2025396"/>
                <a:gd name="connsiteY38" fmla="*/ 0 h 182880"/>
                <a:gd name="connsiteX39" fmla="*/ 2025396 w 2025396"/>
                <a:gd name="connsiteY39" fmla="*/ 6096 h 182880"/>
                <a:gd name="connsiteX0" fmla="*/ 0 w 1671828"/>
                <a:gd name="connsiteY0" fmla="*/ 91440 h 182880"/>
                <a:gd name="connsiteX1" fmla="*/ 62484 w 1671828"/>
                <a:gd name="connsiteY1" fmla="*/ 60960 h 182880"/>
                <a:gd name="connsiteX2" fmla="*/ 111252 w 1671828"/>
                <a:gd name="connsiteY2" fmla="*/ 42672 h 182880"/>
                <a:gd name="connsiteX3" fmla="*/ 135636 w 1671828"/>
                <a:gd name="connsiteY3" fmla="*/ 30480 h 182880"/>
                <a:gd name="connsiteX4" fmla="*/ 160020 w 1671828"/>
                <a:gd name="connsiteY4" fmla="*/ 24384 h 182880"/>
                <a:gd name="connsiteX5" fmla="*/ 227076 w 1671828"/>
                <a:gd name="connsiteY5" fmla="*/ 12192 h 182880"/>
                <a:gd name="connsiteX6" fmla="*/ 294132 w 1671828"/>
                <a:gd name="connsiteY6" fmla="*/ 18288 h 182880"/>
                <a:gd name="connsiteX7" fmla="*/ 330708 w 1671828"/>
                <a:gd name="connsiteY7" fmla="*/ 42672 h 182880"/>
                <a:gd name="connsiteX8" fmla="*/ 397764 w 1671828"/>
                <a:gd name="connsiteY8" fmla="*/ 91440 h 182880"/>
                <a:gd name="connsiteX9" fmla="*/ 434340 w 1671828"/>
                <a:gd name="connsiteY9" fmla="*/ 128016 h 182880"/>
                <a:gd name="connsiteX10" fmla="*/ 452628 w 1671828"/>
                <a:gd name="connsiteY10" fmla="*/ 146304 h 182880"/>
                <a:gd name="connsiteX11" fmla="*/ 495300 w 1671828"/>
                <a:gd name="connsiteY11" fmla="*/ 164592 h 182880"/>
                <a:gd name="connsiteX12" fmla="*/ 519684 w 1671828"/>
                <a:gd name="connsiteY12" fmla="*/ 176784 h 182880"/>
                <a:gd name="connsiteX13" fmla="*/ 537972 w 1671828"/>
                <a:gd name="connsiteY13" fmla="*/ 182880 h 182880"/>
                <a:gd name="connsiteX14" fmla="*/ 623316 w 1671828"/>
                <a:gd name="connsiteY14" fmla="*/ 176784 h 182880"/>
                <a:gd name="connsiteX15" fmla="*/ 659892 w 1671828"/>
                <a:gd name="connsiteY15" fmla="*/ 152400 h 182880"/>
                <a:gd name="connsiteX16" fmla="*/ 696468 w 1671828"/>
                <a:gd name="connsiteY16" fmla="*/ 146304 h 182880"/>
                <a:gd name="connsiteX17" fmla="*/ 739140 w 1671828"/>
                <a:gd name="connsiteY17" fmla="*/ 115824 h 182880"/>
                <a:gd name="connsiteX18" fmla="*/ 787908 w 1671828"/>
                <a:gd name="connsiteY18" fmla="*/ 91440 h 182880"/>
                <a:gd name="connsiteX19" fmla="*/ 842772 w 1671828"/>
                <a:gd name="connsiteY19" fmla="*/ 60960 h 182880"/>
                <a:gd name="connsiteX20" fmla="*/ 861060 w 1671828"/>
                <a:gd name="connsiteY20" fmla="*/ 48768 h 182880"/>
                <a:gd name="connsiteX21" fmla="*/ 897636 w 1671828"/>
                <a:gd name="connsiteY21" fmla="*/ 36576 h 182880"/>
                <a:gd name="connsiteX22" fmla="*/ 952500 w 1671828"/>
                <a:gd name="connsiteY22" fmla="*/ 18288 h 182880"/>
                <a:gd name="connsiteX23" fmla="*/ 1001268 w 1671828"/>
                <a:gd name="connsiteY23" fmla="*/ 6096 h 182880"/>
                <a:gd name="connsiteX24" fmla="*/ 1098804 w 1671828"/>
                <a:gd name="connsiteY24" fmla="*/ 12192 h 182880"/>
                <a:gd name="connsiteX25" fmla="*/ 1129284 w 1671828"/>
                <a:gd name="connsiteY25" fmla="*/ 18288 h 182880"/>
                <a:gd name="connsiteX26" fmla="*/ 1165860 w 1671828"/>
                <a:gd name="connsiteY26" fmla="*/ 30480 h 182880"/>
                <a:gd name="connsiteX27" fmla="*/ 1208532 w 1671828"/>
                <a:gd name="connsiteY27" fmla="*/ 67056 h 182880"/>
                <a:gd name="connsiteX28" fmla="*/ 1251204 w 1671828"/>
                <a:gd name="connsiteY28" fmla="*/ 97536 h 182880"/>
                <a:gd name="connsiteX29" fmla="*/ 1287780 w 1671828"/>
                <a:gd name="connsiteY29" fmla="*/ 115824 h 182880"/>
                <a:gd name="connsiteX30" fmla="*/ 1421892 w 1671828"/>
                <a:gd name="connsiteY30" fmla="*/ 103632 h 182880"/>
                <a:gd name="connsiteX31" fmla="*/ 1470660 w 1671828"/>
                <a:gd name="connsiteY31" fmla="*/ 85344 h 182880"/>
                <a:gd name="connsiteX32" fmla="*/ 1495044 w 1671828"/>
                <a:gd name="connsiteY32" fmla="*/ 67056 h 182880"/>
                <a:gd name="connsiteX33" fmla="*/ 1525524 w 1671828"/>
                <a:gd name="connsiteY33" fmla="*/ 60960 h 182880"/>
                <a:gd name="connsiteX34" fmla="*/ 1556004 w 1671828"/>
                <a:gd name="connsiteY34" fmla="*/ 36576 h 182880"/>
                <a:gd name="connsiteX35" fmla="*/ 1592580 w 1671828"/>
                <a:gd name="connsiteY35" fmla="*/ 24384 h 182880"/>
                <a:gd name="connsiteX36" fmla="*/ 1610868 w 1671828"/>
                <a:gd name="connsiteY36" fmla="*/ 18288 h 182880"/>
                <a:gd name="connsiteX37" fmla="*/ 1635252 w 1671828"/>
                <a:gd name="connsiteY37" fmla="*/ 12192 h 182880"/>
                <a:gd name="connsiteX38" fmla="*/ 1671828 w 1671828"/>
                <a:gd name="connsiteY38" fmla="*/ 0 h 182880"/>
                <a:gd name="connsiteX0" fmla="*/ 0 w 1635252"/>
                <a:gd name="connsiteY0" fmla="*/ 85344 h 176784"/>
                <a:gd name="connsiteX1" fmla="*/ 62484 w 1635252"/>
                <a:gd name="connsiteY1" fmla="*/ 54864 h 176784"/>
                <a:gd name="connsiteX2" fmla="*/ 111252 w 1635252"/>
                <a:gd name="connsiteY2" fmla="*/ 36576 h 176784"/>
                <a:gd name="connsiteX3" fmla="*/ 135636 w 1635252"/>
                <a:gd name="connsiteY3" fmla="*/ 24384 h 176784"/>
                <a:gd name="connsiteX4" fmla="*/ 160020 w 1635252"/>
                <a:gd name="connsiteY4" fmla="*/ 18288 h 176784"/>
                <a:gd name="connsiteX5" fmla="*/ 227076 w 1635252"/>
                <a:gd name="connsiteY5" fmla="*/ 6096 h 176784"/>
                <a:gd name="connsiteX6" fmla="*/ 294132 w 1635252"/>
                <a:gd name="connsiteY6" fmla="*/ 12192 h 176784"/>
                <a:gd name="connsiteX7" fmla="*/ 330708 w 1635252"/>
                <a:gd name="connsiteY7" fmla="*/ 36576 h 176784"/>
                <a:gd name="connsiteX8" fmla="*/ 397764 w 1635252"/>
                <a:gd name="connsiteY8" fmla="*/ 85344 h 176784"/>
                <a:gd name="connsiteX9" fmla="*/ 434340 w 1635252"/>
                <a:gd name="connsiteY9" fmla="*/ 121920 h 176784"/>
                <a:gd name="connsiteX10" fmla="*/ 452628 w 1635252"/>
                <a:gd name="connsiteY10" fmla="*/ 140208 h 176784"/>
                <a:gd name="connsiteX11" fmla="*/ 495300 w 1635252"/>
                <a:gd name="connsiteY11" fmla="*/ 158496 h 176784"/>
                <a:gd name="connsiteX12" fmla="*/ 519684 w 1635252"/>
                <a:gd name="connsiteY12" fmla="*/ 170688 h 176784"/>
                <a:gd name="connsiteX13" fmla="*/ 537972 w 1635252"/>
                <a:gd name="connsiteY13" fmla="*/ 176784 h 176784"/>
                <a:gd name="connsiteX14" fmla="*/ 623316 w 1635252"/>
                <a:gd name="connsiteY14" fmla="*/ 170688 h 176784"/>
                <a:gd name="connsiteX15" fmla="*/ 659892 w 1635252"/>
                <a:gd name="connsiteY15" fmla="*/ 146304 h 176784"/>
                <a:gd name="connsiteX16" fmla="*/ 696468 w 1635252"/>
                <a:gd name="connsiteY16" fmla="*/ 140208 h 176784"/>
                <a:gd name="connsiteX17" fmla="*/ 739140 w 1635252"/>
                <a:gd name="connsiteY17" fmla="*/ 109728 h 176784"/>
                <a:gd name="connsiteX18" fmla="*/ 787908 w 1635252"/>
                <a:gd name="connsiteY18" fmla="*/ 85344 h 176784"/>
                <a:gd name="connsiteX19" fmla="*/ 842772 w 1635252"/>
                <a:gd name="connsiteY19" fmla="*/ 54864 h 176784"/>
                <a:gd name="connsiteX20" fmla="*/ 861060 w 1635252"/>
                <a:gd name="connsiteY20" fmla="*/ 42672 h 176784"/>
                <a:gd name="connsiteX21" fmla="*/ 897636 w 1635252"/>
                <a:gd name="connsiteY21" fmla="*/ 30480 h 176784"/>
                <a:gd name="connsiteX22" fmla="*/ 952500 w 1635252"/>
                <a:gd name="connsiteY22" fmla="*/ 12192 h 176784"/>
                <a:gd name="connsiteX23" fmla="*/ 1001268 w 1635252"/>
                <a:gd name="connsiteY23" fmla="*/ 0 h 176784"/>
                <a:gd name="connsiteX24" fmla="*/ 1098804 w 1635252"/>
                <a:gd name="connsiteY24" fmla="*/ 6096 h 176784"/>
                <a:gd name="connsiteX25" fmla="*/ 1129284 w 1635252"/>
                <a:gd name="connsiteY25" fmla="*/ 12192 h 176784"/>
                <a:gd name="connsiteX26" fmla="*/ 1165860 w 1635252"/>
                <a:gd name="connsiteY26" fmla="*/ 24384 h 176784"/>
                <a:gd name="connsiteX27" fmla="*/ 1208532 w 1635252"/>
                <a:gd name="connsiteY27" fmla="*/ 60960 h 176784"/>
                <a:gd name="connsiteX28" fmla="*/ 1251204 w 1635252"/>
                <a:gd name="connsiteY28" fmla="*/ 91440 h 176784"/>
                <a:gd name="connsiteX29" fmla="*/ 1287780 w 1635252"/>
                <a:gd name="connsiteY29" fmla="*/ 109728 h 176784"/>
                <a:gd name="connsiteX30" fmla="*/ 1421892 w 1635252"/>
                <a:gd name="connsiteY30" fmla="*/ 97536 h 176784"/>
                <a:gd name="connsiteX31" fmla="*/ 1470660 w 1635252"/>
                <a:gd name="connsiteY31" fmla="*/ 79248 h 176784"/>
                <a:gd name="connsiteX32" fmla="*/ 1495044 w 1635252"/>
                <a:gd name="connsiteY32" fmla="*/ 60960 h 176784"/>
                <a:gd name="connsiteX33" fmla="*/ 1525524 w 1635252"/>
                <a:gd name="connsiteY33" fmla="*/ 54864 h 176784"/>
                <a:gd name="connsiteX34" fmla="*/ 1556004 w 1635252"/>
                <a:gd name="connsiteY34" fmla="*/ 30480 h 176784"/>
                <a:gd name="connsiteX35" fmla="*/ 1592580 w 1635252"/>
                <a:gd name="connsiteY35" fmla="*/ 18288 h 176784"/>
                <a:gd name="connsiteX36" fmla="*/ 1610868 w 1635252"/>
                <a:gd name="connsiteY36" fmla="*/ 12192 h 176784"/>
                <a:gd name="connsiteX37" fmla="*/ 1635252 w 1635252"/>
                <a:gd name="connsiteY37" fmla="*/ 6096 h 176784"/>
                <a:gd name="connsiteX0" fmla="*/ 0 w 1610868"/>
                <a:gd name="connsiteY0" fmla="*/ 85344 h 176784"/>
                <a:gd name="connsiteX1" fmla="*/ 62484 w 1610868"/>
                <a:gd name="connsiteY1" fmla="*/ 54864 h 176784"/>
                <a:gd name="connsiteX2" fmla="*/ 111252 w 1610868"/>
                <a:gd name="connsiteY2" fmla="*/ 36576 h 176784"/>
                <a:gd name="connsiteX3" fmla="*/ 135636 w 1610868"/>
                <a:gd name="connsiteY3" fmla="*/ 24384 h 176784"/>
                <a:gd name="connsiteX4" fmla="*/ 160020 w 1610868"/>
                <a:gd name="connsiteY4" fmla="*/ 18288 h 176784"/>
                <a:gd name="connsiteX5" fmla="*/ 227076 w 1610868"/>
                <a:gd name="connsiteY5" fmla="*/ 6096 h 176784"/>
                <a:gd name="connsiteX6" fmla="*/ 294132 w 1610868"/>
                <a:gd name="connsiteY6" fmla="*/ 12192 h 176784"/>
                <a:gd name="connsiteX7" fmla="*/ 330708 w 1610868"/>
                <a:gd name="connsiteY7" fmla="*/ 36576 h 176784"/>
                <a:gd name="connsiteX8" fmla="*/ 397764 w 1610868"/>
                <a:gd name="connsiteY8" fmla="*/ 85344 h 176784"/>
                <a:gd name="connsiteX9" fmla="*/ 434340 w 1610868"/>
                <a:gd name="connsiteY9" fmla="*/ 121920 h 176784"/>
                <a:gd name="connsiteX10" fmla="*/ 452628 w 1610868"/>
                <a:gd name="connsiteY10" fmla="*/ 140208 h 176784"/>
                <a:gd name="connsiteX11" fmla="*/ 495300 w 1610868"/>
                <a:gd name="connsiteY11" fmla="*/ 158496 h 176784"/>
                <a:gd name="connsiteX12" fmla="*/ 519684 w 1610868"/>
                <a:gd name="connsiteY12" fmla="*/ 170688 h 176784"/>
                <a:gd name="connsiteX13" fmla="*/ 537972 w 1610868"/>
                <a:gd name="connsiteY13" fmla="*/ 176784 h 176784"/>
                <a:gd name="connsiteX14" fmla="*/ 623316 w 1610868"/>
                <a:gd name="connsiteY14" fmla="*/ 170688 h 176784"/>
                <a:gd name="connsiteX15" fmla="*/ 659892 w 1610868"/>
                <a:gd name="connsiteY15" fmla="*/ 146304 h 176784"/>
                <a:gd name="connsiteX16" fmla="*/ 696468 w 1610868"/>
                <a:gd name="connsiteY16" fmla="*/ 140208 h 176784"/>
                <a:gd name="connsiteX17" fmla="*/ 739140 w 1610868"/>
                <a:gd name="connsiteY17" fmla="*/ 109728 h 176784"/>
                <a:gd name="connsiteX18" fmla="*/ 787908 w 1610868"/>
                <a:gd name="connsiteY18" fmla="*/ 85344 h 176784"/>
                <a:gd name="connsiteX19" fmla="*/ 842772 w 1610868"/>
                <a:gd name="connsiteY19" fmla="*/ 54864 h 176784"/>
                <a:gd name="connsiteX20" fmla="*/ 861060 w 1610868"/>
                <a:gd name="connsiteY20" fmla="*/ 42672 h 176784"/>
                <a:gd name="connsiteX21" fmla="*/ 897636 w 1610868"/>
                <a:gd name="connsiteY21" fmla="*/ 30480 h 176784"/>
                <a:gd name="connsiteX22" fmla="*/ 952500 w 1610868"/>
                <a:gd name="connsiteY22" fmla="*/ 12192 h 176784"/>
                <a:gd name="connsiteX23" fmla="*/ 1001268 w 1610868"/>
                <a:gd name="connsiteY23" fmla="*/ 0 h 176784"/>
                <a:gd name="connsiteX24" fmla="*/ 1098804 w 1610868"/>
                <a:gd name="connsiteY24" fmla="*/ 6096 h 176784"/>
                <a:gd name="connsiteX25" fmla="*/ 1129284 w 1610868"/>
                <a:gd name="connsiteY25" fmla="*/ 12192 h 176784"/>
                <a:gd name="connsiteX26" fmla="*/ 1165860 w 1610868"/>
                <a:gd name="connsiteY26" fmla="*/ 24384 h 176784"/>
                <a:gd name="connsiteX27" fmla="*/ 1208532 w 1610868"/>
                <a:gd name="connsiteY27" fmla="*/ 60960 h 176784"/>
                <a:gd name="connsiteX28" fmla="*/ 1251204 w 1610868"/>
                <a:gd name="connsiteY28" fmla="*/ 91440 h 176784"/>
                <a:gd name="connsiteX29" fmla="*/ 1287780 w 1610868"/>
                <a:gd name="connsiteY29" fmla="*/ 109728 h 176784"/>
                <a:gd name="connsiteX30" fmla="*/ 1421892 w 1610868"/>
                <a:gd name="connsiteY30" fmla="*/ 97536 h 176784"/>
                <a:gd name="connsiteX31" fmla="*/ 1470660 w 1610868"/>
                <a:gd name="connsiteY31" fmla="*/ 79248 h 176784"/>
                <a:gd name="connsiteX32" fmla="*/ 1495044 w 1610868"/>
                <a:gd name="connsiteY32" fmla="*/ 60960 h 176784"/>
                <a:gd name="connsiteX33" fmla="*/ 1525524 w 1610868"/>
                <a:gd name="connsiteY33" fmla="*/ 54864 h 176784"/>
                <a:gd name="connsiteX34" fmla="*/ 1556004 w 1610868"/>
                <a:gd name="connsiteY34" fmla="*/ 30480 h 176784"/>
                <a:gd name="connsiteX35" fmla="*/ 1592580 w 1610868"/>
                <a:gd name="connsiteY35" fmla="*/ 18288 h 176784"/>
                <a:gd name="connsiteX36" fmla="*/ 1610868 w 1610868"/>
                <a:gd name="connsiteY36" fmla="*/ 12192 h 176784"/>
                <a:gd name="connsiteX0" fmla="*/ 0 w 1592580"/>
                <a:gd name="connsiteY0" fmla="*/ 85344 h 176784"/>
                <a:gd name="connsiteX1" fmla="*/ 62484 w 1592580"/>
                <a:gd name="connsiteY1" fmla="*/ 54864 h 176784"/>
                <a:gd name="connsiteX2" fmla="*/ 111252 w 1592580"/>
                <a:gd name="connsiteY2" fmla="*/ 36576 h 176784"/>
                <a:gd name="connsiteX3" fmla="*/ 135636 w 1592580"/>
                <a:gd name="connsiteY3" fmla="*/ 24384 h 176784"/>
                <a:gd name="connsiteX4" fmla="*/ 160020 w 1592580"/>
                <a:gd name="connsiteY4" fmla="*/ 18288 h 176784"/>
                <a:gd name="connsiteX5" fmla="*/ 227076 w 1592580"/>
                <a:gd name="connsiteY5" fmla="*/ 6096 h 176784"/>
                <a:gd name="connsiteX6" fmla="*/ 294132 w 1592580"/>
                <a:gd name="connsiteY6" fmla="*/ 12192 h 176784"/>
                <a:gd name="connsiteX7" fmla="*/ 330708 w 1592580"/>
                <a:gd name="connsiteY7" fmla="*/ 36576 h 176784"/>
                <a:gd name="connsiteX8" fmla="*/ 397764 w 1592580"/>
                <a:gd name="connsiteY8" fmla="*/ 85344 h 176784"/>
                <a:gd name="connsiteX9" fmla="*/ 434340 w 1592580"/>
                <a:gd name="connsiteY9" fmla="*/ 121920 h 176784"/>
                <a:gd name="connsiteX10" fmla="*/ 452628 w 1592580"/>
                <a:gd name="connsiteY10" fmla="*/ 140208 h 176784"/>
                <a:gd name="connsiteX11" fmla="*/ 495300 w 1592580"/>
                <a:gd name="connsiteY11" fmla="*/ 158496 h 176784"/>
                <a:gd name="connsiteX12" fmla="*/ 519684 w 1592580"/>
                <a:gd name="connsiteY12" fmla="*/ 170688 h 176784"/>
                <a:gd name="connsiteX13" fmla="*/ 537972 w 1592580"/>
                <a:gd name="connsiteY13" fmla="*/ 176784 h 176784"/>
                <a:gd name="connsiteX14" fmla="*/ 623316 w 1592580"/>
                <a:gd name="connsiteY14" fmla="*/ 170688 h 176784"/>
                <a:gd name="connsiteX15" fmla="*/ 659892 w 1592580"/>
                <a:gd name="connsiteY15" fmla="*/ 146304 h 176784"/>
                <a:gd name="connsiteX16" fmla="*/ 696468 w 1592580"/>
                <a:gd name="connsiteY16" fmla="*/ 140208 h 176784"/>
                <a:gd name="connsiteX17" fmla="*/ 739140 w 1592580"/>
                <a:gd name="connsiteY17" fmla="*/ 109728 h 176784"/>
                <a:gd name="connsiteX18" fmla="*/ 787908 w 1592580"/>
                <a:gd name="connsiteY18" fmla="*/ 85344 h 176784"/>
                <a:gd name="connsiteX19" fmla="*/ 842772 w 1592580"/>
                <a:gd name="connsiteY19" fmla="*/ 54864 h 176784"/>
                <a:gd name="connsiteX20" fmla="*/ 861060 w 1592580"/>
                <a:gd name="connsiteY20" fmla="*/ 42672 h 176784"/>
                <a:gd name="connsiteX21" fmla="*/ 897636 w 1592580"/>
                <a:gd name="connsiteY21" fmla="*/ 30480 h 176784"/>
                <a:gd name="connsiteX22" fmla="*/ 952500 w 1592580"/>
                <a:gd name="connsiteY22" fmla="*/ 12192 h 176784"/>
                <a:gd name="connsiteX23" fmla="*/ 1001268 w 1592580"/>
                <a:gd name="connsiteY23" fmla="*/ 0 h 176784"/>
                <a:gd name="connsiteX24" fmla="*/ 1098804 w 1592580"/>
                <a:gd name="connsiteY24" fmla="*/ 6096 h 176784"/>
                <a:gd name="connsiteX25" fmla="*/ 1129284 w 1592580"/>
                <a:gd name="connsiteY25" fmla="*/ 12192 h 176784"/>
                <a:gd name="connsiteX26" fmla="*/ 1165860 w 1592580"/>
                <a:gd name="connsiteY26" fmla="*/ 24384 h 176784"/>
                <a:gd name="connsiteX27" fmla="*/ 1208532 w 1592580"/>
                <a:gd name="connsiteY27" fmla="*/ 60960 h 176784"/>
                <a:gd name="connsiteX28" fmla="*/ 1251204 w 1592580"/>
                <a:gd name="connsiteY28" fmla="*/ 91440 h 176784"/>
                <a:gd name="connsiteX29" fmla="*/ 1287780 w 1592580"/>
                <a:gd name="connsiteY29" fmla="*/ 109728 h 176784"/>
                <a:gd name="connsiteX30" fmla="*/ 1421892 w 1592580"/>
                <a:gd name="connsiteY30" fmla="*/ 97536 h 176784"/>
                <a:gd name="connsiteX31" fmla="*/ 1470660 w 1592580"/>
                <a:gd name="connsiteY31" fmla="*/ 79248 h 176784"/>
                <a:gd name="connsiteX32" fmla="*/ 1495044 w 1592580"/>
                <a:gd name="connsiteY32" fmla="*/ 60960 h 176784"/>
                <a:gd name="connsiteX33" fmla="*/ 1525524 w 1592580"/>
                <a:gd name="connsiteY33" fmla="*/ 54864 h 176784"/>
                <a:gd name="connsiteX34" fmla="*/ 1556004 w 1592580"/>
                <a:gd name="connsiteY34" fmla="*/ 30480 h 176784"/>
                <a:gd name="connsiteX35" fmla="*/ 1592580 w 1592580"/>
                <a:gd name="connsiteY35" fmla="*/ 18288 h 176784"/>
                <a:gd name="connsiteX0" fmla="*/ 0 w 1556004"/>
                <a:gd name="connsiteY0" fmla="*/ 85344 h 176784"/>
                <a:gd name="connsiteX1" fmla="*/ 62484 w 1556004"/>
                <a:gd name="connsiteY1" fmla="*/ 54864 h 176784"/>
                <a:gd name="connsiteX2" fmla="*/ 111252 w 1556004"/>
                <a:gd name="connsiteY2" fmla="*/ 36576 h 176784"/>
                <a:gd name="connsiteX3" fmla="*/ 135636 w 1556004"/>
                <a:gd name="connsiteY3" fmla="*/ 24384 h 176784"/>
                <a:gd name="connsiteX4" fmla="*/ 160020 w 1556004"/>
                <a:gd name="connsiteY4" fmla="*/ 18288 h 176784"/>
                <a:gd name="connsiteX5" fmla="*/ 227076 w 1556004"/>
                <a:gd name="connsiteY5" fmla="*/ 6096 h 176784"/>
                <a:gd name="connsiteX6" fmla="*/ 294132 w 1556004"/>
                <a:gd name="connsiteY6" fmla="*/ 12192 h 176784"/>
                <a:gd name="connsiteX7" fmla="*/ 330708 w 1556004"/>
                <a:gd name="connsiteY7" fmla="*/ 36576 h 176784"/>
                <a:gd name="connsiteX8" fmla="*/ 397764 w 1556004"/>
                <a:gd name="connsiteY8" fmla="*/ 85344 h 176784"/>
                <a:gd name="connsiteX9" fmla="*/ 434340 w 1556004"/>
                <a:gd name="connsiteY9" fmla="*/ 121920 h 176784"/>
                <a:gd name="connsiteX10" fmla="*/ 452628 w 1556004"/>
                <a:gd name="connsiteY10" fmla="*/ 140208 h 176784"/>
                <a:gd name="connsiteX11" fmla="*/ 495300 w 1556004"/>
                <a:gd name="connsiteY11" fmla="*/ 158496 h 176784"/>
                <a:gd name="connsiteX12" fmla="*/ 519684 w 1556004"/>
                <a:gd name="connsiteY12" fmla="*/ 170688 h 176784"/>
                <a:gd name="connsiteX13" fmla="*/ 537972 w 1556004"/>
                <a:gd name="connsiteY13" fmla="*/ 176784 h 176784"/>
                <a:gd name="connsiteX14" fmla="*/ 623316 w 1556004"/>
                <a:gd name="connsiteY14" fmla="*/ 170688 h 176784"/>
                <a:gd name="connsiteX15" fmla="*/ 659892 w 1556004"/>
                <a:gd name="connsiteY15" fmla="*/ 146304 h 176784"/>
                <a:gd name="connsiteX16" fmla="*/ 696468 w 1556004"/>
                <a:gd name="connsiteY16" fmla="*/ 140208 h 176784"/>
                <a:gd name="connsiteX17" fmla="*/ 739140 w 1556004"/>
                <a:gd name="connsiteY17" fmla="*/ 109728 h 176784"/>
                <a:gd name="connsiteX18" fmla="*/ 787908 w 1556004"/>
                <a:gd name="connsiteY18" fmla="*/ 85344 h 176784"/>
                <a:gd name="connsiteX19" fmla="*/ 842772 w 1556004"/>
                <a:gd name="connsiteY19" fmla="*/ 54864 h 176784"/>
                <a:gd name="connsiteX20" fmla="*/ 861060 w 1556004"/>
                <a:gd name="connsiteY20" fmla="*/ 42672 h 176784"/>
                <a:gd name="connsiteX21" fmla="*/ 897636 w 1556004"/>
                <a:gd name="connsiteY21" fmla="*/ 30480 h 176784"/>
                <a:gd name="connsiteX22" fmla="*/ 952500 w 1556004"/>
                <a:gd name="connsiteY22" fmla="*/ 12192 h 176784"/>
                <a:gd name="connsiteX23" fmla="*/ 1001268 w 1556004"/>
                <a:gd name="connsiteY23" fmla="*/ 0 h 176784"/>
                <a:gd name="connsiteX24" fmla="*/ 1098804 w 1556004"/>
                <a:gd name="connsiteY24" fmla="*/ 6096 h 176784"/>
                <a:gd name="connsiteX25" fmla="*/ 1129284 w 1556004"/>
                <a:gd name="connsiteY25" fmla="*/ 12192 h 176784"/>
                <a:gd name="connsiteX26" fmla="*/ 1165860 w 1556004"/>
                <a:gd name="connsiteY26" fmla="*/ 24384 h 176784"/>
                <a:gd name="connsiteX27" fmla="*/ 1208532 w 1556004"/>
                <a:gd name="connsiteY27" fmla="*/ 60960 h 176784"/>
                <a:gd name="connsiteX28" fmla="*/ 1251204 w 1556004"/>
                <a:gd name="connsiteY28" fmla="*/ 91440 h 176784"/>
                <a:gd name="connsiteX29" fmla="*/ 1287780 w 1556004"/>
                <a:gd name="connsiteY29" fmla="*/ 109728 h 176784"/>
                <a:gd name="connsiteX30" fmla="*/ 1421892 w 1556004"/>
                <a:gd name="connsiteY30" fmla="*/ 97536 h 176784"/>
                <a:gd name="connsiteX31" fmla="*/ 1470660 w 1556004"/>
                <a:gd name="connsiteY31" fmla="*/ 79248 h 176784"/>
                <a:gd name="connsiteX32" fmla="*/ 1495044 w 1556004"/>
                <a:gd name="connsiteY32" fmla="*/ 60960 h 176784"/>
                <a:gd name="connsiteX33" fmla="*/ 1525524 w 1556004"/>
                <a:gd name="connsiteY33" fmla="*/ 54864 h 176784"/>
                <a:gd name="connsiteX34" fmla="*/ 1556004 w 1556004"/>
                <a:gd name="connsiteY34" fmla="*/ 30480 h 176784"/>
                <a:gd name="connsiteX0" fmla="*/ 0 w 1550289"/>
                <a:gd name="connsiteY0" fmla="*/ 85344 h 176784"/>
                <a:gd name="connsiteX1" fmla="*/ 62484 w 1550289"/>
                <a:gd name="connsiteY1" fmla="*/ 54864 h 176784"/>
                <a:gd name="connsiteX2" fmla="*/ 111252 w 1550289"/>
                <a:gd name="connsiteY2" fmla="*/ 36576 h 176784"/>
                <a:gd name="connsiteX3" fmla="*/ 135636 w 1550289"/>
                <a:gd name="connsiteY3" fmla="*/ 24384 h 176784"/>
                <a:gd name="connsiteX4" fmla="*/ 160020 w 1550289"/>
                <a:gd name="connsiteY4" fmla="*/ 18288 h 176784"/>
                <a:gd name="connsiteX5" fmla="*/ 227076 w 1550289"/>
                <a:gd name="connsiteY5" fmla="*/ 6096 h 176784"/>
                <a:gd name="connsiteX6" fmla="*/ 294132 w 1550289"/>
                <a:gd name="connsiteY6" fmla="*/ 12192 h 176784"/>
                <a:gd name="connsiteX7" fmla="*/ 330708 w 1550289"/>
                <a:gd name="connsiteY7" fmla="*/ 36576 h 176784"/>
                <a:gd name="connsiteX8" fmla="*/ 397764 w 1550289"/>
                <a:gd name="connsiteY8" fmla="*/ 85344 h 176784"/>
                <a:gd name="connsiteX9" fmla="*/ 434340 w 1550289"/>
                <a:gd name="connsiteY9" fmla="*/ 121920 h 176784"/>
                <a:gd name="connsiteX10" fmla="*/ 452628 w 1550289"/>
                <a:gd name="connsiteY10" fmla="*/ 140208 h 176784"/>
                <a:gd name="connsiteX11" fmla="*/ 495300 w 1550289"/>
                <a:gd name="connsiteY11" fmla="*/ 158496 h 176784"/>
                <a:gd name="connsiteX12" fmla="*/ 519684 w 1550289"/>
                <a:gd name="connsiteY12" fmla="*/ 170688 h 176784"/>
                <a:gd name="connsiteX13" fmla="*/ 537972 w 1550289"/>
                <a:gd name="connsiteY13" fmla="*/ 176784 h 176784"/>
                <a:gd name="connsiteX14" fmla="*/ 623316 w 1550289"/>
                <a:gd name="connsiteY14" fmla="*/ 170688 h 176784"/>
                <a:gd name="connsiteX15" fmla="*/ 659892 w 1550289"/>
                <a:gd name="connsiteY15" fmla="*/ 146304 h 176784"/>
                <a:gd name="connsiteX16" fmla="*/ 696468 w 1550289"/>
                <a:gd name="connsiteY16" fmla="*/ 140208 h 176784"/>
                <a:gd name="connsiteX17" fmla="*/ 739140 w 1550289"/>
                <a:gd name="connsiteY17" fmla="*/ 109728 h 176784"/>
                <a:gd name="connsiteX18" fmla="*/ 787908 w 1550289"/>
                <a:gd name="connsiteY18" fmla="*/ 85344 h 176784"/>
                <a:gd name="connsiteX19" fmla="*/ 842772 w 1550289"/>
                <a:gd name="connsiteY19" fmla="*/ 54864 h 176784"/>
                <a:gd name="connsiteX20" fmla="*/ 861060 w 1550289"/>
                <a:gd name="connsiteY20" fmla="*/ 42672 h 176784"/>
                <a:gd name="connsiteX21" fmla="*/ 897636 w 1550289"/>
                <a:gd name="connsiteY21" fmla="*/ 30480 h 176784"/>
                <a:gd name="connsiteX22" fmla="*/ 952500 w 1550289"/>
                <a:gd name="connsiteY22" fmla="*/ 12192 h 176784"/>
                <a:gd name="connsiteX23" fmla="*/ 1001268 w 1550289"/>
                <a:gd name="connsiteY23" fmla="*/ 0 h 176784"/>
                <a:gd name="connsiteX24" fmla="*/ 1098804 w 1550289"/>
                <a:gd name="connsiteY24" fmla="*/ 6096 h 176784"/>
                <a:gd name="connsiteX25" fmla="*/ 1129284 w 1550289"/>
                <a:gd name="connsiteY25" fmla="*/ 12192 h 176784"/>
                <a:gd name="connsiteX26" fmla="*/ 1165860 w 1550289"/>
                <a:gd name="connsiteY26" fmla="*/ 24384 h 176784"/>
                <a:gd name="connsiteX27" fmla="*/ 1208532 w 1550289"/>
                <a:gd name="connsiteY27" fmla="*/ 60960 h 176784"/>
                <a:gd name="connsiteX28" fmla="*/ 1251204 w 1550289"/>
                <a:gd name="connsiteY28" fmla="*/ 91440 h 176784"/>
                <a:gd name="connsiteX29" fmla="*/ 1287780 w 1550289"/>
                <a:gd name="connsiteY29" fmla="*/ 109728 h 176784"/>
                <a:gd name="connsiteX30" fmla="*/ 1421892 w 1550289"/>
                <a:gd name="connsiteY30" fmla="*/ 97536 h 176784"/>
                <a:gd name="connsiteX31" fmla="*/ 1470660 w 1550289"/>
                <a:gd name="connsiteY31" fmla="*/ 79248 h 176784"/>
                <a:gd name="connsiteX32" fmla="*/ 1495044 w 1550289"/>
                <a:gd name="connsiteY32" fmla="*/ 60960 h 176784"/>
                <a:gd name="connsiteX33" fmla="*/ 1525524 w 1550289"/>
                <a:gd name="connsiteY33" fmla="*/ 54864 h 176784"/>
                <a:gd name="connsiteX34" fmla="*/ 1550289 w 1550289"/>
                <a:gd name="connsiteY34" fmla="*/ 32385 h 17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50289" h="176784">
                  <a:moveTo>
                    <a:pt x="0" y="85344"/>
                  </a:moveTo>
                  <a:cubicBezTo>
                    <a:pt x="72823" y="58035"/>
                    <a:pt x="43942" y="62992"/>
                    <a:pt x="62484" y="54864"/>
                  </a:cubicBezTo>
                  <a:cubicBezTo>
                    <a:pt x="81026" y="46736"/>
                    <a:pt x="87298" y="46842"/>
                    <a:pt x="111252" y="36576"/>
                  </a:cubicBezTo>
                  <a:cubicBezTo>
                    <a:pt x="119605" y="32996"/>
                    <a:pt x="127127" y="27575"/>
                    <a:pt x="135636" y="24384"/>
                  </a:cubicBezTo>
                  <a:cubicBezTo>
                    <a:pt x="143481" y="21442"/>
                    <a:pt x="151964" y="20590"/>
                    <a:pt x="160020" y="18288"/>
                  </a:cubicBezTo>
                  <a:cubicBezTo>
                    <a:pt x="203873" y="5758"/>
                    <a:pt x="146376" y="16183"/>
                    <a:pt x="227076" y="6096"/>
                  </a:cubicBezTo>
                  <a:cubicBezTo>
                    <a:pt x="249428" y="8128"/>
                    <a:pt x="272600" y="5859"/>
                    <a:pt x="294132" y="12192"/>
                  </a:cubicBezTo>
                  <a:cubicBezTo>
                    <a:pt x="308190" y="16327"/>
                    <a:pt x="318346" y="28709"/>
                    <a:pt x="330708" y="36576"/>
                  </a:cubicBezTo>
                  <a:cubicBezTo>
                    <a:pt x="370378" y="61820"/>
                    <a:pt x="358005" y="48898"/>
                    <a:pt x="397764" y="85344"/>
                  </a:cubicBezTo>
                  <a:cubicBezTo>
                    <a:pt x="410474" y="96995"/>
                    <a:pt x="422148" y="109728"/>
                    <a:pt x="434340" y="121920"/>
                  </a:cubicBezTo>
                  <a:cubicBezTo>
                    <a:pt x="440436" y="128016"/>
                    <a:pt x="445455" y="135426"/>
                    <a:pt x="452628" y="140208"/>
                  </a:cubicBezTo>
                  <a:cubicBezTo>
                    <a:pt x="489689" y="164916"/>
                    <a:pt x="450312" y="141625"/>
                    <a:pt x="495300" y="158496"/>
                  </a:cubicBezTo>
                  <a:cubicBezTo>
                    <a:pt x="503809" y="161687"/>
                    <a:pt x="511331" y="167108"/>
                    <a:pt x="519684" y="170688"/>
                  </a:cubicBezTo>
                  <a:cubicBezTo>
                    <a:pt x="525590" y="173219"/>
                    <a:pt x="531876" y="174752"/>
                    <a:pt x="537972" y="176784"/>
                  </a:cubicBezTo>
                  <a:cubicBezTo>
                    <a:pt x="566420" y="174752"/>
                    <a:pt x="594991" y="174020"/>
                    <a:pt x="623316" y="170688"/>
                  </a:cubicBezTo>
                  <a:cubicBezTo>
                    <a:pt x="661245" y="166226"/>
                    <a:pt x="621682" y="163286"/>
                    <a:pt x="659892" y="146304"/>
                  </a:cubicBezTo>
                  <a:cubicBezTo>
                    <a:pt x="671187" y="141284"/>
                    <a:pt x="684276" y="142240"/>
                    <a:pt x="696468" y="140208"/>
                  </a:cubicBezTo>
                  <a:cubicBezTo>
                    <a:pt x="704737" y="134006"/>
                    <a:pt x="728245" y="115671"/>
                    <a:pt x="739140" y="109728"/>
                  </a:cubicBezTo>
                  <a:cubicBezTo>
                    <a:pt x="755096" y="101025"/>
                    <a:pt x="772786" y="95426"/>
                    <a:pt x="787908" y="85344"/>
                  </a:cubicBezTo>
                  <a:cubicBezTo>
                    <a:pt x="829128" y="57864"/>
                    <a:pt x="778078" y="90805"/>
                    <a:pt x="842772" y="54864"/>
                  </a:cubicBezTo>
                  <a:cubicBezTo>
                    <a:pt x="849176" y="51306"/>
                    <a:pt x="854365" y="45648"/>
                    <a:pt x="861060" y="42672"/>
                  </a:cubicBezTo>
                  <a:cubicBezTo>
                    <a:pt x="872804" y="37453"/>
                    <a:pt x="885444" y="34544"/>
                    <a:pt x="897636" y="30480"/>
                  </a:cubicBezTo>
                  <a:lnTo>
                    <a:pt x="952500" y="12192"/>
                  </a:lnTo>
                  <a:lnTo>
                    <a:pt x="1001268" y="0"/>
                  </a:lnTo>
                  <a:cubicBezTo>
                    <a:pt x="1033780" y="2032"/>
                    <a:pt x="1066375" y="3008"/>
                    <a:pt x="1098804" y="6096"/>
                  </a:cubicBezTo>
                  <a:cubicBezTo>
                    <a:pt x="1109119" y="7078"/>
                    <a:pt x="1119288" y="9466"/>
                    <a:pt x="1129284" y="12192"/>
                  </a:cubicBezTo>
                  <a:cubicBezTo>
                    <a:pt x="1141683" y="15573"/>
                    <a:pt x="1165860" y="24384"/>
                    <a:pt x="1165860" y="24384"/>
                  </a:cubicBezTo>
                  <a:cubicBezTo>
                    <a:pt x="1202708" y="61232"/>
                    <a:pt x="1176038" y="37750"/>
                    <a:pt x="1208532" y="60960"/>
                  </a:cubicBezTo>
                  <a:cubicBezTo>
                    <a:pt x="1214975" y="65562"/>
                    <a:pt x="1241626" y="86651"/>
                    <a:pt x="1251204" y="91440"/>
                  </a:cubicBezTo>
                  <a:cubicBezTo>
                    <a:pt x="1301681" y="116679"/>
                    <a:pt x="1235369" y="74787"/>
                    <a:pt x="1287780" y="109728"/>
                  </a:cubicBezTo>
                  <a:cubicBezTo>
                    <a:pt x="1365217" y="105426"/>
                    <a:pt x="1371268" y="112000"/>
                    <a:pt x="1421892" y="97536"/>
                  </a:cubicBezTo>
                  <a:cubicBezTo>
                    <a:pt x="1433164" y="94315"/>
                    <a:pt x="1463840" y="83037"/>
                    <a:pt x="1470660" y="79248"/>
                  </a:cubicBezTo>
                  <a:cubicBezTo>
                    <a:pt x="1479541" y="74314"/>
                    <a:pt x="1485760" y="65086"/>
                    <a:pt x="1495044" y="60960"/>
                  </a:cubicBezTo>
                  <a:cubicBezTo>
                    <a:pt x="1504512" y="56752"/>
                    <a:pt x="1515364" y="56896"/>
                    <a:pt x="1525524" y="54864"/>
                  </a:cubicBezTo>
                  <a:cubicBezTo>
                    <a:pt x="1535684" y="46736"/>
                    <a:pt x="1538867" y="38615"/>
                    <a:pt x="1550289" y="32385"/>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7529BC99-E864-C5CC-919B-8B9323A5C904}"/>
                </a:ext>
              </a:extLst>
            </p:cNvPr>
            <p:cNvSpPr/>
            <p:nvPr/>
          </p:nvSpPr>
          <p:spPr>
            <a:xfrm>
              <a:off x="9708096" y="2075082"/>
              <a:ext cx="1554861" cy="213360"/>
            </a:xfrm>
            <a:custGeom>
              <a:avLst/>
              <a:gdLst>
                <a:gd name="connsiteX0" fmla="*/ 0 w 2054352"/>
                <a:gd name="connsiteY0" fmla="*/ 12192 h 213360"/>
                <a:gd name="connsiteX1" fmla="*/ 158496 w 2054352"/>
                <a:gd name="connsiteY1" fmla="*/ 158496 h 213360"/>
                <a:gd name="connsiteX2" fmla="*/ 176784 w 2054352"/>
                <a:gd name="connsiteY2" fmla="*/ 170688 h 213360"/>
                <a:gd name="connsiteX3" fmla="*/ 195072 w 2054352"/>
                <a:gd name="connsiteY3" fmla="*/ 188976 h 213360"/>
                <a:gd name="connsiteX4" fmla="*/ 219456 w 2054352"/>
                <a:gd name="connsiteY4" fmla="*/ 201168 h 213360"/>
                <a:gd name="connsiteX5" fmla="*/ 237744 w 2054352"/>
                <a:gd name="connsiteY5" fmla="*/ 213360 h 213360"/>
                <a:gd name="connsiteX6" fmla="*/ 316992 w 2054352"/>
                <a:gd name="connsiteY6" fmla="*/ 201168 h 213360"/>
                <a:gd name="connsiteX7" fmla="*/ 353568 w 2054352"/>
                <a:gd name="connsiteY7" fmla="*/ 188976 h 213360"/>
                <a:gd name="connsiteX8" fmla="*/ 396240 w 2054352"/>
                <a:gd name="connsiteY8" fmla="*/ 152400 h 213360"/>
                <a:gd name="connsiteX9" fmla="*/ 445008 w 2054352"/>
                <a:gd name="connsiteY9" fmla="*/ 140208 h 213360"/>
                <a:gd name="connsiteX10" fmla="*/ 463296 w 2054352"/>
                <a:gd name="connsiteY10" fmla="*/ 134112 h 213360"/>
                <a:gd name="connsiteX11" fmla="*/ 487680 w 2054352"/>
                <a:gd name="connsiteY11" fmla="*/ 128016 h 213360"/>
                <a:gd name="connsiteX12" fmla="*/ 505968 w 2054352"/>
                <a:gd name="connsiteY12" fmla="*/ 121920 h 213360"/>
                <a:gd name="connsiteX13" fmla="*/ 597408 w 2054352"/>
                <a:gd name="connsiteY13" fmla="*/ 115824 h 213360"/>
                <a:gd name="connsiteX14" fmla="*/ 615696 w 2054352"/>
                <a:gd name="connsiteY14" fmla="*/ 109728 h 213360"/>
                <a:gd name="connsiteX15" fmla="*/ 652272 w 2054352"/>
                <a:gd name="connsiteY15" fmla="*/ 85344 h 213360"/>
                <a:gd name="connsiteX16" fmla="*/ 670560 w 2054352"/>
                <a:gd name="connsiteY16" fmla="*/ 79248 h 213360"/>
                <a:gd name="connsiteX17" fmla="*/ 713232 w 2054352"/>
                <a:gd name="connsiteY17" fmla="*/ 48768 h 213360"/>
                <a:gd name="connsiteX18" fmla="*/ 743712 w 2054352"/>
                <a:gd name="connsiteY18" fmla="*/ 42672 h 213360"/>
                <a:gd name="connsiteX19" fmla="*/ 798576 w 2054352"/>
                <a:gd name="connsiteY19" fmla="*/ 24384 h 213360"/>
                <a:gd name="connsiteX20" fmla="*/ 847344 w 2054352"/>
                <a:gd name="connsiteY20" fmla="*/ 30480 h 213360"/>
                <a:gd name="connsiteX21" fmla="*/ 865632 w 2054352"/>
                <a:gd name="connsiteY21" fmla="*/ 42672 h 213360"/>
                <a:gd name="connsiteX22" fmla="*/ 920496 w 2054352"/>
                <a:gd name="connsiteY22" fmla="*/ 85344 h 213360"/>
                <a:gd name="connsiteX23" fmla="*/ 950976 w 2054352"/>
                <a:gd name="connsiteY23" fmla="*/ 121920 h 213360"/>
                <a:gd name="connsiteX24" fmla="*/ 975360 w 2054352"/>
                <a:gd name="connsiteY24" fmla="*/ 158496 h 213360"/>
                <a:gd name="connsiteX25" fmla="*/ 987552 w 2054352"/>
                <a:gd name="connsiteY25" fmla="*/ 176784 h 213360"/>
                <a:gd name="connsiteX26" fmla="*/ 1152144 w 2054352"/>
                <a:gd name="connsiteY26" fmla="*/ 170688 h 213360"/>
                <a:gd name="connsiteX27" fmla="*/ 1176528 w 2054352"/>
                <a:gd name="connsiteY27" fmla="*/ 158496 h 213360"/>
                <a:gd name="connsiteX28" fmla="*/ 1194816 w 2054352"/>
                <a:gd name="connsiteY28" fmla="*/ 152400 h 213360"/>
                <a:gd name="connsiteX29" fmla="*/ 1255776 w 2054352"/>
                <a:gd name="connsiteY29" fmla="*/ 134112 h 213360"/>
                <a:gd name="connsiteX30" fmla="*/ 1274064 w 2054352"/>
                <a:gd name="connsiteY30" fmla="*/ 128016 h 213360"/>
                <a:gd name="connsiteX31" fmla="*/ 1292352 w 2054352"/>
                <a:gd name="connsiteY31" fmla="*/ 115824 h 213360"/>
                <a:gd name="connsiteX32" fmla="*/ 1316736 w 2054352"/>
                <a:gd name="connsiteY32" fmla="*/ 103632 h 213360"/>
                <a:gd name="connsiteX33" fmla="*/ 1335024 w 2054352"/>
                <a:gd name="connsiteY33" fmla="*/ 85344 h 213360"/>
                <a:gd name="connsiteX34" fmla="*/ 1438656 w 2054352"/>
                <a:gd name="connsiteY34" fmla="*/ 18288 h 213360"/>
                <a:gd name="connsiteX35" fmla="*/ 1475232 w 2054352"/>
                <a:gd name="connsiteY35" fmla="*/ 0 h 213360"/>
                <a:gd name="connsiteX36" fmla="*/ 1530096 w 2054352"/>
                <a:gd name="connsiteY36" fmla="*/ 6096 h 213360"/>
                <a:gd name="connsiteX37" fmla="*/ 1554480 w 2054352"/>
                <a:gd name="connsiteY37" fmla="*/ 18288 h 213360"/>
                <a:gd name="connsiteX38" fmla="*/ 1578864 w 2054352"/>
                <a:gd name="connsiteY38" fmla="*/ 24384 h 213360"/>
                <a:gd name="connsiteX39" fmla="*/ 1621536 w 2054352"/>
                <a:gd name="connsiteY39" fmla="*/ 42672 h 213360"/>
                <a:gd name="connsiteX40" fmla="*/ 1676400 w 2054352"/>
                <a:gd name="connsiteY40" fmla="*/ 60960 h 213360"/>
                <a:gd name="connsiteX41" fmla="*/ 1719072 w 2054352"/>
                <a:gd name="connsiteY41" fmla="*/ 91440 h 213360"/>
                <a:gd name="connsiteX42" fmla="*/ 1737360 w 2054352"/>
                <a:gd name="connsiteY42" fmla="*/ 97536 h 213360"/>
                <a:gd name="connsiteX43" fmla="*/ 1853184 w 2054352"/>
                <a:gd name="connsiteY43" fmla="*/ 85344 h 213360"/>
                <a:gd name="connsiteX44" fmla="*/ 1883664 w 2054352"/>
                <a:gd name="connsiteY44" fmla="*/ 73152 h 213360"/>
                <a:gd name="connsiteX45" fmla="*/ 1901952 w 2054352"/>
                <a:gd name="connsiteY45" fmla="*/ 67056 h 213360"/>
                <a:gd name="connsiteX46" fmla="*/ 1956816 w 2054352"/>
                <a:gd name="connsiteY46" fmla="*/ 48768 h 213360"/>
                <a:gd name="connsiteX47" fmla="*/ 1975104 w 2054352"/>
                <a:gd name="connsiteY47" fmla="*/ 36576 h 213360"/>
                <a:gd name="connsiteX48" fmla="*/ 2017776 w 2054352"/>
                <a:gd name="connsiteY48" fmla="*/ 24384 h 213360"/>
                <a:gd name="connsiteX49" fmla="*/ 2054352 w 2054352"/>
                <a:gd name="connsiteY49" fmla="*/ 12192 h 213360"/>
                <a:gd name="connsiteX0" fmla="*/ 0 w 1987677"/>
                <a:gd name="connsiteY0" fmla="*/ 78867 h 213360"/>
                <a:gd name="connsiteX1" fmla="*/ 91821 w 1987677"/>
                <a:gd name="connsiteY1" fmla="*/ 158496 h 213360"/>
                <a:gd name="connsiteX2" fmla="*/ 110109 w 1987677"/>
                <a:gd name="connsiteY2" fmla="*/ 170688 h 213360"/>
                <a:gd name="connsiteX3" fmla="*/ 128397 w 1987677"/>
                <a:gd name="connsiteY3" fmla="*/ 188976 h 213360"/>
                <a:gd name="connsiteX4" fmla="*/ 152781 w 1987677"/>
                <a:gd name="connsiteY4" fmla="*/ 201168 h 213360"/>
                <a:gd name="connsiteX5" fmla="*/ 171069 w 1987677"/>
                <a:gd name="connsiteY5" fmla="*/ 213360 h 213360"/>
                <a:gd name="connsiteX6" fmla="*/ 250317 w 1987677"/>
                <a:gd name="connsiteY6" fmla="*/ 201168 h 213360"/>
                <a:gd name="connsiteX7" fmla="*/ 286893 w 1987677"/>
                <a:gd name="connsiteY7" fmla="*/ 188976 h 213360"/>
                <a:gd name="connsiteX8" fmla="*/ 329565 w 1987677"/>
                <a:gd name="connsiteY8" fmla="*/ 152400 h 213360"/>
                <a:gd name="connsiteX9" fmla="*/ 378333 w 1987677"/>
                <a:gd name="connsiteY9" fmla="*/ 140208 h 213360"/>
                <a:gd name="connsiteX10" fmla="*/ 396621 w 1987677"/>
                <a:gd name="connsiteY10" fmla="*/ 134112 h 213360"/>
                <a:gd name="connsiteX11" fmla="*/ 421005 w 1987677"/>
                <a:gd name="connsiteY11" fmla="*/ 128016 h 213360"/>
                <a:gd name="connsiteX12" fmla="*/ 439293 w 1987677"/>
                <a:gd name="connsiteY12" fmla="*/ 121920 h 213360"/>
                <a:gd name="connsiteX13" fmla="*/ 530733 w 1987677"/>
                <a:gd name="connsiteY13" fmla="*/ 115824 h 213360"/>
                <a:gd name="connsiteX14" fmla="*/ 549021 w 1987677"/>
                <a:gd name="connsiteY14" fmla="*/ 109728 h 213360"/>
                <a:gd name="connsiteX15" fmla="*/ 585597 w 1987677"/>
                <a:gd name="connsiteY15" fmla="*/ 85344 h 213360"/>
                <a:gd name="connsiteX16" fmla="*/ 603885 w 1987677"/>
                <a:gd name="connsiteY16" fmla="*/ 79248 h 213360"/>
                <a:gd name="connsiteX17" fmla="*/ 646557 w 1987677"/>
                <a:gd name="connsiteY17" fmla="*/ 48768 h 213360"/>
                <a:gd name="connsiteX18" fmla="*/ 677037 w 1987677"/>
                <a:gd name="connsiteY18" fmla="*/ 42672 h 213360"/>
                <a:gd name="connsiteX19" fmla="*/ 731901 w 1987677"/>
                <a:gd name="connsiteY19" fmla="*/ 24384 h 213360"/>
                <a:gd name="connsiteX20" fmla="*/ 780669 w 1987677"/>
                <a:gd name="connsiteY20" fmla="*/ 30480 h 213360"/>
                <a:gd name="connsiteX21" fmla="*/ 798957 w 1987677"/>
                <a:gd name="connsiteY21" fmla="*/ 42672 h 213360"/>
                <a:gd name="connsiteX22" fmla="*/ 853821 w 1987677"/>
                <a:gd name="connsiteY22" fmla="*/ 85344 h 213360"/>
                <a:gd name="connsiteX23" fmla="*/ 884301 w 1987677"/>
                <a:gd name="connsiteY23" fmla="*/ 121920 h 213360"/>
                <a:gd name="connsiteX24" fmla="*/ 908685 w 1987677"/>
                <a:gd name="connsiteY24" fmla="*/ 158496 h 213360"/>
                <a:gd name="connsiteX25" fmla="*/ 920877 w 1987677"/>
                <a:gd name="connsiteY25" fmla="*/ 176784 h 213360"/>
                <a:gd name="connsiteX26" fmla="*/ 1085469 w 1987677"/>
                <a:gd name="connsiteY26" fmla="*/ 170688 h 213360"/>
                <a:gd name="connsiteX27" fmla="*/ 1109853 w 1987677"/>
                <a:gd name="connsiteY27" fmla="*/ 158496 h 213360"/>
                <a:gd name="connsiteX28" fmla="*/ 1128141 w 1987677"/>
                <a:gd name="connsiteY28" fmla="*/ 152400 h 213360"/>
                <a:gd name="connsiteX29" fmla="*/ 1189101 w 1987677"/>
                <a:gd name="connsiteY29" fmla="*/ 134112 h 213360"/>
                <a:gd name="connsiteX30" fmla="*/ 1207389 w 1987677"/>
                <a:gd name="connsiteY30" fmla="*/ 128016 h 213360"/>
                <a:gd name="connsiteX31" fmla="*/ 1225677 w 1987677"/>
                <a:gd name="connsiteY31" fmla="*/ 115824 h 213360"/>
                <a:gd name="connsiteX32" fmla="*/ 1250061 w 1987677"/>
                <a:gd name="connsiteY32" fmla="*/ 103632 h 213360"/>
                <a:gd name="connsiteX33" fmla="*/ 1268349 w 1987677"/>
                <a:gd name="connsiteY33" fmla="*/ 85344 h 213360"/>
                <a:gd name="connsiteX34" fmla="*/ 1371981 w 1987677"/>
                <a:gd name="connsiteY34" fmla="*/ 18288 h 213360"/>
                <a:gd name="connsiteX35" fmla="*/ 1408557 w 1987677"/>
                <a:gd name="connsiteY35" fmla="*/ 0 h 213360"/>
                <a:gd name="connsiteX36" fmla="*/ 1463421 w 1987677"/>
                <a:gd name="connsiteY36" fmla="*/ 6096 h 213360"/>
                <a:gd name="connsiteX37" fmla="*/ 1487805 w 1987677"/>
                <a:gd name="connsiteY37" fmla="*/ 18288 h 213360"/>
                <a:gd name="connsiteX38" fmla="*/ 1512189 w 1987677"/>
                <a:gd name="connsiteY38" fmla="*/ 24384 h 213360"/>
                <a:gd name="connsiteX39" fmla="*/ 1554861 w 1987677"/>
                <a:gd name="connsiteY39" fmla="*/ 42672 h 213360"/>
                <a:gd name="connsiteX40" fmla="*/ 1609725 w 1987677"/>
                <a:gd name="connsiteY40" fmla="*/ 60960 h 213360"/>
                <a:gd name="connsiteX41" fmla="*/ 1652397 w 1987677"/>
                <a:gd name="connsiteY41" fmla="*/ 91440 h 213360"/>
                <a:gd name="connsiteX42" fmla="*/ 1670685 w 1987677"/>
                <a:gd name="connsiteY42" fmla="*/ 97536 h 213360"/>
                <a:gd name="connsiteX43" fmla="*/ 1786509 w 1987677"/>
                <a:gd name="connsiteY43" fmla="*/ 85344 h 213360"/>
                <a:gd name="connsiteX44" fmla="*/ 1816989 w 1987677"/>
                <a:gd name="connsiteY44" fmla="*/ 73152 h 213360"/>
                <a:gd name="connsiteX45" fmla="*/ 1835277 w 1987677"/>
                <a:gd name="connsiteY45" fmla="*/ 67056 h 213360"/>
                <a:gd name="connsiteX46" fmla="*/ 1890141 w 1987677"/>
                <a:gd name="connsiteY46" fmla="*/ 48768 h 213360"/>
                <a:gd name="connsiteX47" fmla="*/ 1908429 w 1987677"/>
                <a:gd name="connsiteY47" fmla="*/ 36576 h 213360"/>
                <a:gd name="connsiteX48" fmla="*/ 1951101 w 1987677"/>
                <a:gd name="connsiteY48" fmla="*/ 24384 h 213360"/>
                <a:gd name="connsiteX49" fmla="*/ 1987677 w 1987677"/>
                <a:gd name="connsiteY49" fmla="*/ 12192 h 213360"/>
                <a:gd name="connsiteX0" fmla="*/ 0 w 1951101"/>
                <a:gd name="connsiteY0" fmla="*/ 78867 h 213360"/>
                <a:gd name="connsiteX1" fmla="*/ 91821 w 1951101"/>
                <a:gd name="connsiteY1" fmla="*/ 158496 h 213360"/>
                <a:gd name="connsiteX2" fmla="*/ 110109 w 1951101"/>
                <a:gd name="connsiteY2" fmla="*/ 170688 h 213360"/>
                <a:gd name="connsiteX3" fmla="*/ 128397 w 1951101"/>
                <a:gd name="connsiteY3" fmla="*/ 188976 h 213360"/>
                <a:gd name="connsiteX4" fmla="*/ 152781 w 1951101"/>
                <a:gd name="connsiteY4" fmla="*/ 201168 h 213360"/>
                <a:gd name="connsiteX5" fmla="*/ 171069 w 1951101"/>
                <a:gd name="connsiteY5" fmla="*/ 213360 h 213360"/>
                <a:gd name="connsiteX6" fmla="*/ 250317 w 1951101"/>
                <a:gd name="connsiteY6" fmla="*/ 201168 h 213360"/>
                <a:gd name="connsiteX7" fmla="*/ 286893 w 1951101"/>
                <a:gd name="connsiteY7" fmla="*/ 188976 h 213360"/>
                <a:gd name="connsiteX8" fmla="*/ 329565 w 1951101"/>
                <a:gd name="connsiteY8" fmla="*/ 152400 h 213360"/>
                <a:gd name="connsiteX9" fmla="*/ 378333 w 1951101"/>
                <a:gd name="connsiteY9" fmla="*/ 140208 h 213360"/>
                <a:gd name="connsiteX10" fmla="*/ 396621 w 1951101"/>
                <a:gd name="connsiteY10" fmla="*/ 134112 h 213360"/>
                <a:gd name="connsiteX11" fmla="*/ 421005 w 1951101"/>
                <a:gd name="connsiteY11" fmla="*/ 128016 h 213360"/>
                <a:gd name="connsiteX12" fmla="*/ 439293 w 1951101"/>
                <a:gd name="connsiteY12" fmla="*/ 121920 h 213360"/>
                <a:gd name="connsiteX13" fmla="*/ 530733 w 1951101"/>
                <a:gd name="connsiteY13" fmla="*/ 115824 h 213360"/>
                <a:gd name="connsiteX14" fmla="*/ 549021 w 1951101"/>
                <a:gd name="connsiteY14" fmla="*/ 109728 h 213360"/>
                <a:gd name="connsiteX15" fmla="*/ 585597 w 1951101"/>
                <a:gd name="connsiteY15" fmla="*/ 85344 h 213360"/>
                <a:gd name="connsiteX16" fmla="*/ 603885 w 1951101"/>
                <a:gd name="connsiteY16" fmla="*/ 79248 h 213360"/>
                <a:gd name="connsiteX17" fmla="*/ 646557 w 1951101"/>
                <a:gd name="connsiteY17" fmla="*/ 48768 h 213360"/>
                <a:gd name="connsiteX18" fmla="*/ 677037 w 1951101"/>
                <a:gd name="connsiteY18" fmla="*/ 42672 h 213360"/>
                <a:gd name="connsiteX19" fmla="*/ 731901 w 1951101"/>
                <a:gd name="connsiteY19" fmla="*/ 24384 h 213360"/>
                <a:gd name="connsiteX20" fmla="*/ 780669 w 1951101"/>
                <a:gd name="connsiteY20" fmla="*/ 30480 h 213360"/>
                <a:gd name="connsiteX21" fmla="*/ 798957 w 1951101"/>
                <a:gd name="connsiteY21" fmla="*/ 42672 h 213360"/>
                <a:gd name="connsiteX22" fmla="*/ 853821 w 1951101"/>
                <a:gd name="connsiteY22" fmla="*/ 85344 h 213360"/>
                <a:gd name="connsiteX23" fmla="*/ 884301 w 1951101"/>
                <a:gd name="connsiteY23" fmla="*/ 121920 h 213360"/>
                <a:gd name="connsiteX24" fmla="*/ 908685 w 1951101"/>
                <a:gd name="connsiteY24" fmla="*/ 158496 h 213360"/>
                <a:gd name="connsiteX25" fmla="*/ 920877 w 1951101"/>
                <a:gd name="connsiteY25" fmla="*/ 176784 h 213360"/>
                <a:gd name="connsiteX26" fmla="*/ 1085469 w 1951101"/>
                <a:gd name="connsiteY26" fmla="*/ 170688 h 213360"/>
                <a:gd name="connsiteX27" fmla="*/ 1109853 w 1951101"/>
                <a:gd name="connsiteY27" fmla="*/ 158496 h 213360"/>
                <a:gd name="connsiteX28" fmla="*/ 1128141 w 1951101"/>
                <a:gd name="connsiteY28" fmla="*/ 152400 h 213360"/>
                <a:gd name="connsiteX29" fmla="*/ 1189101 w 1951101"/>
                <a:gd name="connsiteY29" fmla="*/ 134112 h 213360"/>
                <a:gd name="connsiteX30" fmla="*/ 1207389 w 1951101"/>
                <a:gd name="connsiteY30" fmla="*/ 128016 h 213360"/>
                <a:gd name="connsiteX31" fmla="*/ 1225677 w 1951101"/>
                <a:gd name="connsiteY31" fmla="*/ 115824 h 213360"/>
                <a:gd name="connsiteX32" fmla="*/ 1250061 w 1951101"/>
                <a:gd name="connsiteY32" fmla="*/ 103632 h 213360"/>
                <a:gd name="connsiteX33" fmla="*/ 1268349 w 1951101"/>
                <a:gd name="connsiteY33" fmla="*/ 85344 h 213360"/>
                <a:gd name="connsiteX34" fmla="*/ 1371981 w 1951101"/>
                <a:gd name="connsiteY34" fmla="*/ 18288 h 213360"/>
                <a:gd name="connsiteX35" fmla="*/ 1408557 w 1951101"/>
                <a:gd name="connsiteY35" fmla="*/ 0 h 213360"/>
                <a:gd name="connsiteX36" fmla="*/ 1463421 w 1951101"/>
                <a:gd name="connsiteY36" fmla="*/ 6096 h 213360"/>
                <a:gd name="connsiteX37" fmla="*/ 1487805 w 1951101"/>
                <a:gd name="connsiteY37" fmla="*/ 18288 h 213360"/>
                <a:gd name="connsiteX38" fmla="*/ 1512189 w 1951101"/>
                <a:gd name="connsiteY38" fmla="*/ 24384 h 213360"/>
                <a:gd name="connsiteX39" fmla="*/ 1554861 w 1951101"/>
                <a:gd name="connsiteY39" fmla="*/ 42672 h 213360"/>
                <a:gd name="connsiteX40" fmla="*/ 1609725 w 1951101"/>
                <a:gd name="connsiteY40" fmla="*/ 60960 h 213360"/>
                <a:gd name="connsiteX41" fmla="*/ 1652397 w 1951101"/>
                <a:gd name="connsiteY41" fmla="*/ 91440 h 213360"/>
                <a:gd name="connsiteX42" fmla="*/ 1670685 w 1951101"/>
                <a:gd name="connsiteY42" fmla="*/ 97536 h 213360"/>
                <a:gd name="connsiteX43" fmla="*/ 1786509 w 1951101"/>
                <a:gd name="connsiteY43" fmla="*/ 85344 h 213360"/>
                <a:gd name="connsiteX44" fmla="*/ 1816989 w 1951101"/>
                <a:gd name="connsiteY44" fmla="*/ 73152 h 213360"/>
                <a:gd name="connsiteX45" fmla="*/ 1835277 w 1951101"/>
                <a:gd name="connsiteY45" fmla="*/ 67056 h 213360"/>
                <a:gd name="connsiteX46" fmla="*/ 1890141 w 1951101"/>
                <a:gd name="connsiteY46" fmla="*/ 48768 h 213360"/>
                <a:gd name="connsiteX47" fmla="*/ 1908429 w 1951101"/>
                <a:gd name="connsiteY47" fmla="*/ 36576 h 213360"/>
                <a:gd name="connsiteX48" fmla="*/ 1951101 w 1951101"/>
                <a:gd name="connsiteY48" fmla="*/ 24384 h 213360"/>
                <a:gd name="connsiteX0" fmla="*/ 0 w 1908429"/>
                <a:gd name="connsiteY0" fmla="*/ 78867 h 213360"/>
                <a:gd name="connsiteX1" fmla="*/ 91821 w 1908429"/>
                <a:gd name="connsiteY1" fmla="*/ 158496 h 213360"/>
                <a:gd name="connsiteX2" fmla="*/ 110109 w 1908429"/>
                <a:gd name="connsiteY2" fmla="*/ 170688 h 213360"/>
                <a:gd name="connsiteX3" fmla="*/ 128397 w 1908429"/>
                <a:gd name="connsiteY3" fmla="*/ 188976 h 213360"/>
                <a:gd name="connsiteX4" fmla="*/ 152781 w 1908429"/>
                <a:gd name="connsiteY4" fmla="*/ 201168 h 213360"/>
                <a:gd name="connsiteX5" fmla="*/ 171069 w 1908429"/>
                <a:gd name="connsiteY5" fmla="*/ 213360 h 213360"/>
                <a:gd name="connsiteX6" fmla="*/ 250317 w 1908429"/>
                <a:gd name="connsiteY6" fmla="*/ 201168 h 213360"/>
                <a:gd name="connsiteX7" fmla="*/ 286893 w 1908429"/>
                <a:gd name="connsiteY7" fmla="*/ 188976 h 213360"/>
                <a:gd name="connsiteX8" fmla="*/ 329565 w 1908429"/>
                <a:gd name="connsiteY8" fmla="*/ 152400 h 213360"/>
                <a:gd name="connsiteX9" fmla="*/ 378333 w 1908429"/>
                <a:gd name="connsiteY9" fmla="*/ 140208 h 213360"/>
                <a:gd name="connsiteX10" fmla="*/ 396621 w 1908429"/>
                <a:gd name="connsiteY10" fmla="*/ 134112 h 213360"/>
                <a:gd name="connsiteX11" fmla="*/ 421005 w 1908429"/>
                <a:gd name="connsiteY11" fmla="*/ 128016 h 213360"/>
                <a:gd name="connsiteX12" fmla="*/ 439293 w 1908429"/>
                <a:gd name="connsiteY12" fmla="*/ 121920 h 213360"/>
                <a:gd name="connsiteX13" fmla="*/ 530733 w 1908429"/>
                <a:gd name="connsiteY13" fmla="*/ 115824 h 213360"/>
                <a:gd name="connsiteX14" fmla="*/ 549021 w 1908429"/>
                <a:gd name="connsiteY14" fmla="*/ 109728 h 213360"/>
                <a:gd name="connsiteX15" fmla="*/ 585597 w 1908429"/>
                <a:gd name="connsiteY15" fmla="*/ 85344 h 213360"/>
                <a:gd name="connsiteX16" fmla="*/ 603885 w 1908429"/>
                <a:gd name="connsiteY16" fmla="*/ 79248 h 213360"/>
                <a:gd name="connsiteX17" fmla="*/ 646557 w 1908429"/>
                <a:gd name="connsiteY17" fmla="*/ 48768 h 213360"/>
                <a:gd name="connsiteX18" fmla="*/ 677037 w 1908429"/>
                <a:gd name="connsiteY18" fmla="*/ 42672 h 213360"/>
                <a:gd name="connsiteX19" fmla="*/ 731901 w 1908429"/>
                <a:gd name="connsiteY19" fmla="*/ 24384 h 213360"/>
                <a:gd name="connsiteX20" fmla="*/ 780669 w 1908429"/>
                <a:gd name="connsiteY20" fmla="*/ 30480 h 213360"/>
                <a:gd name="connsiteX21" fmla="*/ 798957 w 1908429"/>
                <a:gd name="connsiteY21" fmla="*/ 42672 h 213360"/>
                <a:gd name="connsiteX22" fmla="*/ 853821 w 1908429"/>
                <a:gd name="connsiteY22" fmla="*/ 85344 h 213360"/>
                <a:gd name="connsiteX23" fmla="*/ 884301 w 1908429"/>
                <a:gd name="connsiteY23" fmla="*/ 121920 h 213360"/>
                <a:gd name="connsiteX24" fmla="*/ 908685 w 1908429"/>
                <a:gd name="connsiteY24" fmla="*/ 158496 h 213360"/>
                <a:gd name="connsiteX25" fmla="*/ 920877 w 1908429"/>
                <a:gd name="connsiteY25" fmla="*/ 176784 h 213360"/>
                <a:gd name="connsiteX26" fmla="*/ 1085469 w 1908429"/>
                <a:gd name="connsiteY26" fmla="*/ 170688 h 213360"/>
                <a:gd name="connsiteX27" fmla="*/ 1109853 w 1908429"/>
                <a:gd name="connsiteY27" fmla="*/ 158496 h 213360"/>
                <a:gd name="connsiteX28" fmla="*/ 1128141 w 1908429"/>
                <a:gd name="connsiteY28" fmla="*/ 152400 h 213360"/>
                <a:gd name="connsiteX29" fmla="*/ 1189101 w 1908429"/>
                <a:gd name="connsiteY29" fmla="*/ 134112 h 213360"/>
                <a:gd name="connsiteX30" fmla="*/ 1207389 w 1908429"/>
                <a:gd name="connsiteY30" fmla="*/ 128016 h 213360"/>
                <a:gd name="connsiteX31" fmla="*/ 1225677 w 1908429"/>
                <a:gd name="connsiteY31" fmla="*/ 115824 h 213360"/>
                <a:gd name="connsiteX32" fmla="*/ 1250061 w 1908429"/>
                <a:gd name="connsiteY32" fmla="*/ 103632 h 213360"/>
                <a:gd name="connsiteX33" fmla="*/ 1268349 w 1908429"/>
                <a:gd name="connsiteY33" fmla="*/ 85344 h 213360"/>
                <a:gd name="connsiteX34" fmla="*/ 1371981 w 1908429"/>
                <a:gd name="connsiteY34" fmla="*/ 18288 h 213360"/>
                <a:gd name="connsiteX35" fmla="*/ 1408557 w 1908429"/>
                <a:gd name="connsiteY35" fmla="*/ 0 h 213360"/>
                <a:gd name="connsiteX36" fmla="*/ 1463421 w 1908429"/>
                <a:gd name="connsiteY36" fmla="*/ 6096 h 213360"/>
                <a:gd name="connsiteX37" fmla="*/ 1487805 w 1908429"/>
                <a:gd name="connsiteY37" fmla="*/ 18288 h 213360"/>
                <a:gd name="connsiteX38" fmla="*/ 1512189 w 1908429"/>
                <a:gd name="connsiteY38" fmla="*/ 24384 h 213360"/>
                <a:gd name="connsiteX39" fmla="*/ 1554861 w 1908429"/>
                <a:gd name="connsiteY39" fmla="*/ 42672 h 213360"/>
                <a:gd name="connsiteX40" fmla="*/ 1609725 w 1908429"/>
                <a:gd name="connsiteY40" fmla="*/ 60960 h 213360"/>
                <a:gd name="connsiteX41" fmla="*/ 1652397 w 1908429"/>
                <a:gd name="connsiteY41" fmla="*/ 91440 h 213360"/>
                <a:gd name="connsiteX42" fmla="*/ 1670685 w 1908429"/>
                <a:gd name="connsiteY42" fmla="*/ 97536 h 213360"/>
                <a:gd name="connsiteX43" fmla="*/ 1786509 w 1908429"/>
                <a:gd name="connsiteY43" fmla="*/ 85344 h 213360"/>
                <a:gd name="connsiteX44" fmla="*/ 1816989 w 1908429"/>
                <a:gd name="connsiteY44" fmla="*/ 73152 h 213360"/>
                <a:gd name="connsiteX45" fmla="*/ 1835277 w 1908429"/>
                <a:gd name="connsiteY45" fmla="*/ 67056 h 213360"/>
                <a:gd name="connsiteX46" fmla="*/ 1890141 w 1908429"/>
                <a:gd name="connsiteY46" fmla="*/ 48768 h 213360"/>
                <a:gd name="connsiteX47" fmla="*/ 1908429 w 1908429"/>
                <a:gd name="connsiteY47" fmla="*/ 36576 h 213360"/>
                <a:gd name="connsiteX0" fmla="*/ 0 w 1890141"/>
                <a:gd name="connsiteY0" fmla="*/ 78867 h 213360"/>
                <a:gd name="connsiteX1" fmla="*/ 91821 w 1890141"/>
                <a:gd name="connsiteY1" fmla="*/ 158496 h 213360"/>
                <a:gd name="connsiteX2" fmla="*/ 110109 w 1890141"/>
                <a:gd name="connsiteY2" fmla="*/ 170688 h 213360"/>
                <a:gd name="connsiteX3" fmla="*/ 128397 w 1890141"/>
                <a:gd name="connsiteY3" fmla="*/ 188976 h 213360"/>
                <a:gd name="connsiteX4" fmla="*/ 152781 w 1890141"/>
                <a:gd name="connsiteY4" fmla="*/ 201168 h 213360"/>
                <a:gd name="connsiteX5" fmla="*/ 171069 w 1890141"/>
                <a:gd name="connsiteY5" fmla="*/ 213360 h 213360"/>
                <a:gd name="connsiteX6" fmla="*/ 250317 w 1890141"/>
                <a:gd name="connsiteY6" fmla="*/ 201168 h 213360"/>
                <a:gd name="connsiteX7" fmla="*/ 286893 w 1890141"/>
                <a:gd name="connsiteY7" fmla="*/ 188976 h 213360"/>
                <a:gd name="connsiteX8" fmla="*/ 329565 w 1890141"/>
                <a:gd name="connsiteY8" fmla="*/ 152400 h 213360"/>
                <a:gd name="connsiteX9" fmla="*/ 378333 w 1890141"/>
                <a:gd name="connsiteY9" fmla="*/ 140208 h 213360"/>
                <a:gd name="connsiteX10" fmla="*/ 396621 w 1890141"/>
                <a:gd name="connsiteY10" fmla="*/ 134112 h 213360"/>
                <a:gd name="connsiteX11" fmla="*/ 421005 w 1890141"/>
                <a:gd name="connsiteY11" fmla="*/ 128016 h 213360"/>
                <a:gd name="connsiteX12" fmla="*/ 439293 w 1890141"/>
                <a:gd name="connsiteY12" fmla="*/ 121920 h 213360"/>
                <a:gd name="connsiteX13" fmla="*/ 530733 w 1890141"/>
                <a:gd name="connsiteY13" fmla="*/ 115824 h 213360"/>
                <a:gd name="connsiteX14" fmla="*/ 549021 w 1890141"/>
                <a:gd name="connsiteY14" fmla="*/ 109728 h 213360"/>
                <a:gd name="connsiteX15" fmla="*/ 585597 w 1890141"/>
                <a:gd name="connsiteY15" fmla="*/ 85344 h 213360"/>
                <a:gd name="connsiteX16" fmla="*/ 603885 w 1890141"/>
                <a:gd name="connsiteY16" fmla="*/ 79248 h 213360"/>
                <a:gd name="connsiteX17" fmla="*/ 646557 w 1890141"/>
                <a:gd name="connsiteY17" fmla="*/ 48768 h 213360"/>
                <a:gd name="connsiteX18" fmla="*/ 677037 w 1890141"/>
                <a:gd name="connsiteY18" fmla="*/ 42672 h 213360"/>
                <a:gd name="connsiteX19" fmla="*/ 731901 w 1890141"/>
                <a:gd name="connsiteY19" fmla="*/ 24384 h 213360"/>
                <a:gd name="connsiteX20" fmla="*/ 780669 w 1890141"/>
                <a:gd name="connsiteY20" fmla="*/ 30480 h 213360"/>
                <a:gd name="connsiteX21" fmla="*/ 798957 w 1890141"/>
                <a:gd name="connsiteY21" fmla="*/ 42672 h 213360"/>
                <a:gd name="connsiteX22" fmla="*/ 853821 w 1890141"/>
                <a:gd name="connsiteY22" fmla="*/ 85344 h 213360"/>
                <a:gd name="connsiteX23" fmla="*/ 884301 w 1890141"/>
                <a:gd name="connsiteY23" fmla="*/ 121920 h 213360"/>
                <a:gd name="connsiteX24" fmla="*/ 908685 w 1890141"/>
                <a:gd name="connsiteY24" fmla="*/ 158496 h 213360"/>
                <a:gd name="connsiteX25" fmla="*/ 920877 w 1890141"/>
                <a:gd name="connsiteY25" fmla="*/ 176784 h 213360"/>
                <a:gd name="connsiteX26" fmla="*/ 1085469 w 1890141"/>
                <a:gd name="connsiteY26" fmla="*/ 170688 h 213360"/>
                <a:gd name="connsiteX27" fmla="*/ 1109853 w 1890141"/>
                <a:gd name="connsiteY27" fmla="*/ 158496 h 213360"/>
                <a:gd name="connsiteX28" fmla="*/ 1128141 w 1890141"/>
                <a:gd name="connsiteY28" fmla="*/ 152400 h 213360"/>
                <a:gd name="connsiteX29" fmla="*/ 1189101 w 1890141"/>
                <a:gd name="connsiteY29" fmla="*/ 134112 h 213360"/>
                <a:gd name="connsiteX30" fmla="*/ 1207389 w 1890141"/>
                <a:gd name="connsiteY30" fmla="*/ 128016 h 213360"/>
                <a:gd name="connsiteX31" fmla="*/ 1225677 w 1890141"/>
                <a:gd name="connsiteY31" fmla="*/ 115824 h 213360"/>
                <a:gd name="connsiteX32" fmla="*/ 1250061 w 1890141"/>
                <a:gd name="connsiteY32" fmla="*/ 103632 h 213360"/>
                <a:gd name="connsiteX33" fmla="*/ 1268349 w 1890141"/>
                <a:gd name="connsiteY33" fmla="*/ 85344 h 213360"/>
                <a:gd name="connsiteX34" fmla="*/ 1371981 w 1890141"/>
                <a:gd name="connsiteY34" fmla="*/ 18288 h 213360"/>
                <a:gd name="connsiteX35" fmla="*/ 1408557 w 1890141"/>
                <a:gd name="connsiteY35" fmla="*/ 0 h 213360"/>
                <a:gd name="connsiteX36" fmla="*/ 1463421 w 1890141"/>
                <a:gd name="connsiteY36" fmla="*/ 6096 h 213360"/>
                <a:gd name="connsiteX37" fmla="*/ 1487805 w 1890141"/>
                <a:gd name="connsiteY37" fmla="*/ 18288 h 213360"/>
                <a:gd name="connsiteX38" fmla="*/ 1512189 w 1890141"/>
                <a:gd name="connsiteY38" fmla="*/ 24384 h 213360"/>
                <a:gd name="connsiteX39" fmla="*/ 1554861 w 1890141"/>
                <a:gd name="connsiteY39" fmla="*/ 42672 h 213360"/>
                <a:gd name="connsiteX40" fmla="*/ 1609725 w 1890141"/>
                <a:gd name="connsiteY40" fmla="*/ 60960 h 213360"/>
                <a:gd name="connsiteX41" fmla="*/ 1652397 w 1890141"/>
                <a:gd name="connsiteY41" fmla="*/ 91440 h 213360"/>
                <a:gd name="connsiteX42" fmla="*/ 1670685 w 1890141"/>
                <a:gd name="connsiteY42" fmla="*/ 97536 h 213360"/>
                <a:gd name="connsiteX43" fmla="*/ 1786509 w 1890141"/>
                <a:gd name="connsiteY43" fmla="*/ 85344 h 213360"/>
                <a:gd name="connsiteX44" fmla="*/ 1816989 w 1890141"/>
                <a:gd name="connsiteY44" fmla="*/ 73152 h 213360"/>
                <a:gd name="connsiteX45" fmla="*/ 1835277 w 1890141"/>
                <a:gd name="connsiteY45" fmla="*/ 67056 h 213360"/>
                <a:gd name="connsiteX46" fmla="*/ 1890141 w 1890141"/>
                <a:gd name="connsiteY46" fmla="*/ 48768 h 213360"/>
                <a:gd name="connsiteX0" fmla="*/ 0 w 1835277"/>
                <a:gd name="connsiteY0" fmla="*/ 78867 h 213360"/>
                <a:gd name="connsiteX1" fmla="*/ 91821 w 1835277"/>
                <a:gd name="connsiteY1" fmla="*/ 158496 h 213360"/>
                <a:gd name="connsiteX2" fmla="*/ 110109 w 1835277"/>
                <a:gd name="connsiteY2" fmla="*/ 170688 h 213360"/>
                <a:gd name="connsiteX3" fmla="*/ 128397 w 1835277"/>
                <a:gd name="connsiteY3" fmla="*/ 188976 h 213360"/>
                <a:gd name="connsiteX4" fmla="*/ 152781 w 1835277"/>
                <a:gd name="connsiteY4" fmla="*/ 201168 h 213360"/>
                <a:gd name="connsiteX5" fmla="*/ 171069 w 1835277"/>
                <a:gd name="connsiteY5" fmla="*/ 213360 h 213360"/>
                <a:gd name="connsiteX6" fmla="*/ 250317 w 1835277"/>
                <a:gd name="connsiteY6" fmla="*/ 201168 h 213360"/>
                <a:gd name="connsiteX7" fmla="*/ 286893 w 1835277"/>
                <a:gd name="connsiteY7" fmla="*/ 188976 h 213360"/>
                <a:gd name="connsiteX8" fmla="*/ 329565 w 1835277"/>
                <a:gd name="connsiteY8" fmla="*/ 152400 h 213360"/>
                <a:gd name="connsiteX9" fmla="*/ 378333 w 1835277"/>
                <a:gd name="connsiteY9" fmla="*/ 140208 h 213360"/>
                <a:gd name="connsiteX10" fmla="*/ 396621 w 1835277"/>
                <a:gd name="connsiteY10" fmla="*/ 134112 h 213360"/>
                <a:gd name="connsiteX11" fmla="*/ 421005 w 1835277"/>
                <a:gd name="connsiteY11" fmla="*/ 128016 h 213360"/>
                <a:gd name="connsiteX12" fmla="*/ 439293 w 1835277"/>
                <a:gd name="connsiteY12" fmla="*/ 121920 h 213360"/>
                <a:gd name="connsiteX13" fmla="*/ 530733 w 1835277"/>
                <a:gd name="connsiteY13" fmla="*/ 115824 h 213360"/>
                <a:gd name="connsiteX14" fmla="*/ 549021 w 1835277"/>
                <a:gd name="connsiteY14" fmla="*/ 109728 h 213360"/>
                <a:gd name="connsiteX15" fmla="*/ 585597 w 1835277"/>
                <a:gd name="connsiteY15" fmla="*/ 85344 h 213360"/>
                <a:gd name="connsiteX16" fmla="*/ 603885 w 1835277"/>
                <a:gd name="connsiteY16" fmla="*/ 79248 h 213360"/>
                <a:gd name="connsiteX17" fmla="*/ 646557 w 1835277"/>
                <a:gd name="connsiteY17" fmla="*/ 48768 h 213360"/>
                <a:gd name="connsiteX18" fmla="*/ 677037 w 1835277"/>
                <a:gd name="connsiteY18" fmla="*/ 42672 h 213360"/>
                <a:gd name="connsiteX19" fmla="*/ 731901 w 1835277"/>
                <a:gd name="connsiteY19" fmla="*/ 24384 h 213360"/>
                <a:gd name="connsiteX20" fmla="*/ 780669 w 1835277"/>
                <a:gd name="connsiteY20" fmla="*/ 30480 h 213360"/>
                <a:gd name="connsiteX21" fmla="*/ 798957 w 1835277"/>
                <a:gd name="connsiteY21" fmla="*/ 42672 h 213360"/>
                <a:gd name="connsiteX22" fmla="*/ 853821 w 1835277"/>
                <a:gd name="connsiteY22" fmla="*/ 85344 h 213360"/>
                <a:gd name="connsiteX23" fmla="*/ 884301 w 1835277"/>
                <a:gd name="connsiteY23" fmla="*/ 121920 h 213360"/>
                <a:gd name="connsiteX24" fmla="*/ 908685 w 1835277"/>
                <a:gd name="connsiteY24" fmla="*/ 158496 h 213360"/>
                <a:gd name="connsiteX25" fmla="*/ 920877 w 1835277"/>
                <a:gd name="connsiteY25" fmla="*/ 176784 h 213360"/>
                <a:gd name="connsiteX26" fmla="*/ 1085469 w 1835277"/>
                <a:gd name="connsiteY26" fmla="*/ 170688 h 213360"/>
                <a:gd name="connsiteX27" fmla="*/ 1109853 w 1835277"/>
                <a:gd name="connsiteY27" fmla="*/ 158496 h 213360"/>
                <a:gd name="connsiteX28" fmla="*/ 1128141 w 1835277"/>
                <a:gd name="connsiteY28" fmla="*/ 152400 h 213360"/>
                <a:gd name="connsiteX29" fmla="*/ 1189101 w 1835277"/>
                <a:gd name="connsiteY29" fmla="*/ 134112 h 213360"/>
                <a:gd name="connsiteX30" fmla="*/ 1207389 w 1835277"/>
                <a:gd name="connsiteY30" fmla="*/ 128016 h 213360"/>
                <a:gd name="connsiteX31" fmla="*/ 1225677 w 1835277"/>
                <a:gd name="connsiteY31" fmla="*/ 115824 h 213360"/>
                <a:gd name="connsiteX32" fmla="*/ 1250061 w 1835277"/>
                <a:gd name="connsiteY32" fmla="*/ 103632 h 213360"/>
                <a:gd name="connsiteX33" fmla="*/ 1268349 w 1835277"/>
                <a:gd name="connsiteY33" fmla="*/ 85344 h 213360"/>
                <a:gd name="connsiteX34" fmla="*/ 1371981 w 1835277"/>
                <a:gd name="connsiteY34" fmla="*/ 18288 h 213360"/>
                <a:gd name="connsiteX35" fmla="*/ 1408557 w 1835277"/>
                <a:gd name="connsiteY35" fmla="*/ 0 h 213360"/>
                <a:gd name="connsiteX36" fmla="*/ 1463421 w 1835277"/>
                <a:gd name="connsiteY36" fmla="*/ 6096 h 213360"/>
                <a:gd name="connsiteX37" fmla="*/ 1487805 w 1835277"/>
                <a:gd name="connsiteY37" fmla="*/ 18288 h 213360"/>
                <a:gd name="connsiteX38" fmla="*/ 1512189 w 1835277"/>
                <a:gd name="connsiteY38" fmla="*/ 24384 h 213360"/>
                <a:gd name="connsiteX39" fmla="*/ 1554861 w 1835277"/>
                <a:gd name="connsiteY39" fmla="*/ 42672 h 213360"/>
                <a:gd name="connsiteX40" fmla="*/ 1609725 w 1835277"/>
                <a:gd name="connsiteY40" fmla="*/ 60960 h 213360"/>
                <a:gd name="connsiteX41" fmla="*/ 1652397 w 1835277"/>
                <a:gd name="connsiteY41" fmla="*/ 91440 h 213360"/>
                <a:gd name="connsiteX42" fmla="*/ 1670685 w 1835277"/>
                <a:gd name="connsiteY42" fmla="*/ 97536 h 213360"/>
                <a:gd name="connsiteX43" fmla="*/ 1786509 w 1835277"/>
                <a:gd name="connsiteY43" fmla="*/ 85344 h 213360"/>
                <a:gd name="connsiteX44" fmla="*/ 1816989 w 1835277"/>
                <a:gd name="connsiteY44" fmla="*/ 73152 h 213360"/>
                <a:gd name="connsiteX45" fmla="*/ 1835277 w 1835277"/>
                <a:gd name="connsiteY45" fmla="*/ 67056 h 213360"/>
                <a:gd name="connsiteX0" fmla="*/ 0 w 1816989"/>
                <a:gd name="connsiteY0" fmla="*/ 78867 h 213360"/>
                <a:gd name="connsiteX1" fmla="*/ 91821 w 1816989"/>
                <a:gd name="connsiteY1" fmla="*/ 158496 h 213360"/>
                <a:gd name="connsiteX2" fmla="*/ 110109 w 1816989"/>
                <a:gd name="connsiteY2" fmla="*/ 170688 h 213360"/>
                <a:gd name="connsiteX3" fmla="*/ 128397 w 1816989"/>
                <a:gd name="connsiteY3" fmla="*/ 188976 h 213360"/>
                <a:gd name="connsiteX4" fmla="*/ 152781 w 1816989"/>
                <a:gd name="connsiteY4" fmla="*/ 201168 h 213360"/>
                <a:gd name="connsiteX5" fmla="*/ 171069 w 1816989"/>
                <a:gd name="connsiteY5" fmla="*/ 213360 h 213360"/>
                <a:gd name="connsiteX6" fmla="*/ 250317 w 1816989"/>
                <a:gd name="connsiteY6" fmla="*/ 201168 h 213360"/>
                <a:gd name="connsiteX7" fmla="*/ 286893 w 1816989"/>
                <a:gd name="connsiteY7" fmla="*/ 188976 h 213360"/>
                <a:gd name="connsiteX8" fmla="*/ 329565 w 1816989"/>
                <a:gd name="connsiteY8" fmla="*/ 152400 h 213360"/>
                <a:gd name="connsiteX9" fmla="*/ 378333 w 1816989"/>
                <a:gd name="connsiteY9" fmla="*/ 140208 h 213360"/>
                <a:gd name="connsiteX10" fmla="*/ 396621 w 1816989"/>
                <a:gd name="connsiteY10" fmla="*/ 134112 h 213360"/>
                <a:gd name="connsiteX11" fmla="*/ 421005 w 1816989"/>
                <a:gd name="connsiteY11" fmla="*/ 128016 h 213360"/>
                <a:gd name="connsiteX12" fmla="*/ 439293 w 1816989"/>
                <a:gd name="connsiteY12" fmla="*/ 121920 h 213360"/>
                <a:gd name="connsiteX13" fmla="*/ 530733 w 1816989"/>
                <a:gd name="connsiteY13" fmla="*/ 115824 h 213360"/>
                <a:gd name="connsiteX14" fmla="*/ 549021 w 1816989"/>
                <a:gd name="connsiteY14" fmla="*/ 109728 h 213360"/>
                <a:gd name="connsiteX15" fmla="*/ 585597 w 1816989"/>
                <a:gd name="connsiteY15" fmla="*/ 85344 h 213360"/>
                <a:gd name="connsiteX16" fmla="*/ 603885 w 1816989"/>
                <a:gd name="connsiteY16" fmla="*/ 79248 h 213360"/>
                <a:gd name="connsiteX17" fmla="*/ 646557 w 1816989"/>
                <a:gd name="connsiteY17" fmla="*/ 48768 h 213360"/>
                <a:gd name="connsiteX18" fmla="*/ 677037 w 1816989"/>
                <a:gd name="connsiteY18" fmla="*/ 42672 h 213360"/>
                <a:gd name="connsiteX19" fmla="*/ 731901 w 1816989"/>
                <a:gd name="connsiteY19" fmla="*/ 24384 h 213360"/>
                <a:gd name="connsiteX20" fmla="*/ 780669 w 1816989"/>
                <a:gd name="connsiteY20" fmla="*/ 30480 h 213360"/>
                <a:gd name="connsiteX21" fmla="*/ 798957 w 1816989"/>
                <a:gd name="connsiteY21" fmla="*/ 42672 h 213360"/>
                <a:gd name="connsiteX22" fmla="*/ 853821 w 1816989"/>
                <a:gd name="connsiteY22" fmla="*/ 85344 h 213360"/>
                <a:gd name="connsiteX23" fmla="*/ 884301 w 1816989"/>
                <a:gd name="connsiteY23" fmla="*/ 121920 h 213360"/>
                <a:gd name="connsiteX24" fmla="*/ 908685 w 1816989"/>
                <a:gd name="connsiteY24" fmla="*/ 158496 h 213360"/>
                <a:gd name="connsiteX25" fmla="*/ 920877 w 1816989"/>
                <a:gd name="connsiteY25" fmla="*/ 176784 h 213360"/>
                <a:gd name="connsiteX26" fmla="*/ 1085469 w 1816989"/>
                <a:gd name="connsiteY26" fmla="*/ 170688 h 213360"/>
                <a:gd name="connsiteX27" fmla="*/ 1109853 w 1816989"/>
                <a:gd name="connsiteY27" fmla="*/ 158496 h 213360"/>
                <a:gd name="connsiteX28" fmla="*/ 1128141 w 1816989"/>
                <a:gd name="connsiteY28" fmla="*/ 152400 h 213360"/>
                <a:gd name="connsiteX29" fmla="*/ 1189101 w 1816989"/>
                <a:gd name="connsiteY29" fmla="*/ 134112 h 213360"/>
                <a:gd name="connsiteX30" fmla="*/ 1207389 w 1816989"/>
                <a:gd name="connsiteY30" fmla="*/ 128016 h 213360"/>
                <a:gd name="connsiteX31" fmla="*/ 1225677 w 1816989"/>
                <a:gd name="connsiteY31" fmla="*/ 115824 h 213360"/>
                <a:gd name="connsiteX32" fmla="*/ 1250061 w 1816989"/>
                <a:gd name="connsiteY32" fmla="*/ 103632 h 213360"/>
                <a:gd name="connsiteX33" fmla="*/ 1268349 w 1816989"/>
                <a:gd name="connsiteY33" fmla="*/ 85344 h 213360"/>
                <a:gd name="connsiteX34" fmla="*/ 1371981 w 1816989"/>
                <a:gd name="connsiteY34" fmla="*/ 18288 h 213360"/>
                <a:gd name="connsiteX35" fmla="*/ 1408557 w 1816989"/>
                <a:gd name="connsiteY35" fmla="*/ 0 h 213360"/>
                <a:gd name="connsiteX36" fmla="*/ 1463421 w 1816989"/>
                <a:gd name="connsiteY36" fmla="*/ 6096 h 213360"/>
                <a:gd name="connsiteX37" fmla="*/ 1487805 w 1816989"/>
                <a:gd name="connsiteY37" fmla="*/ 18288 h 213360"/>
                <a:gd name="connsiteX38" fmla="*/ 1512189 w 1816989"/>
                <a:gd name="connsiteY38" fmla="*/ 24384 h 213360"/>
                <a:gd name="connsiteX39" fmla="*/ 1554861 w 1816989"/>
                <a:gd name="connsiteY39" fmla="*/ 42672 h 213360"/>
                <a:gd name="connsiteX40" fmla="*/ 1609725 w 1816989"/>
                <a:gd name="connsiteY40" fmla="*/ 60960 h 213360"/>
                <a:gd name="connsiteX41" fmla="*/ 1652397 w 1816989"/>
                <a:gd name="connsiteY41" fmla="*/ 91440 h 213360"/>
                <a:gd name="connsiteX42" fmla="*/ 1670685 w 1816989"/>
                <a:gd name="connsiteY42" fmla="*/ 97536 h 213360"/>
                <a:gd name="connsiteX43" fmla="*/ 1786509 w 1816989"/>
                <a:gd name="connsiteY43" fmla="*/ 85344 h 213360"/>
                <a:gd name="connsiteX44" fmla="*/ 1816989 w 1816989"/>
                <a:gd name="connsiteY44" fmla="*/ 73152 h 213360"/>
                <a:gd name="connsiteX0" fmla="*/ 0 w 1786509"/>
                <a:gd name="connsiteY0" fmla="*/ 78867 h 213360"/>
                <a:gd name="connsiteX1" fmla="*/ 91821 w 1786509"/>
                <a:gd name="connsiteY1" fmla="*/ 158496 h 213360"/>
                <a:gd name="connsiteX2" fmla="*/ 110109 w 1786509"/>
                <a:gd name="connsiteY2" fmla="*/ 170688 h 213360"/>
                <a:gd name="connsiteX3" fmla="*/ 128397 w 1786509"/>
                <a:gd name="connsiteY3" fmla="*/ 188976 h 213360"/>
                <a:gd name="connsiteX4" fmla="*/ 152781 w 1786509"/>
                <a:gd name="connsiteY4" fmla="*/ 201168 h 213360"/>
                <a:gd name="connsiteX5" fmla="*/ 171069 w 1786509"/>
                <a:gd name="connsiteY5" fmla="*/ 213360 h 213360"/>
                <a:gd name="connsiteX6" fmla="*/ 250317 w 1786509"/>
                <a:gd name="connsiteY6" fmla="*/ 201168 h 213360"/>
                <a:gd name="connsiteX7" fmla="*/ 286893 w 1786509"/>
                <a:gd name="connsiteY7" fmla="*/ 188976 h 213360"/>
                <a:gd name="connsiteX8" fmla="*/ 329565 w 1786509"/>
                <a:gd name="connsiteY8" fmla="*/ 152400 h 213360"/>
                <a:gd name="connsiteX9" fmla="*/ 378333 w 1786509"/>
                <a:gd name="connsiteY9" fmla="*/ 140208 h 213360"/>
                <a:gd name="connsiteX10" fmla="*/ 396621 w 1786509"/>
                <a:gd name="connsiteY10" fmla="*/ 134112 h 213360"/>
                <a:gd name="connsiteX11" fmla="*/ 421005 w 1786509"/>
                <a:gd name="connsiteY11" fmla="*/ 128016 h 213360"/>
                <a:gd name="connsiteX12" fmla="*/ 439293 w 1786509"/>
                <a:gd name="connsiteY12" fmla="*/ 121920 h 213360"/>
                <a:gd name="connsiteX13" fmla="*/ 530733 w 1786509"/>
                <a:gd name="connsiteY13" fmla="*/ 115824 h 213360"/>
                <a:gd name="connsiteX14" fmla="*/ 549021 w 1786509"/>
                <a:gd name="connsiteY14" fmla="*/ 109728 h 213360"/>
                <a:gd name="connsiteX15" fmla="*/ 585597 w 1786509"/>
                <a:gd name="connsiteY15" fmla="*/ 85344 h 213360"/>
                <a:gd name="connsiteX16" fmla="*/ 603885 w 1786509"/>
                <a:gd name="connsiteY16" fmla="*/ 79248 h 213360"/>
                <a:gd name="connsiteX17" fmla="*/ 646557 w 1786509"/>
                <a:gd name="connsiteY17" fmla="*/ 48768 h 213360"/>
                <a:gd name="connsiteX18" fmla="*/ 677037 w 1786509"/>
                <a:gd name="connsiteY18" fmla="*/ 42672 h 213360"/>
                <a:gd name="connsiteX19" fmla="*/ 731901 w 1786509"/>
                <a:gd name="connsiteY19" fmla="*/ 24384 h 213360"/>
                <a:gd name="connsiteX20" fmla="*/ 780669 w 1786509"/>
                <a:gd name="connsiteY20" fmla="*/ 30480 h 213360"/>
                <a:gd name="connsiteX21" fmla="*/ 798957 w 1786509"/>
                <a:gd name="connsiteY21" fmla="*/ 42672 h 213360"/>
                <a:gd name="connsiteX22" fmla="*/ 853821 w 1786509"/>
                <a:gd name="connsiteY22" fmla="*/ 85344 h 213360"/>
                <a:gd name="connsiteX23" fmla="*/ 884301 w 1786509"/>
                <a:gd name="connsiteY23" fmla="*/ 121920 h 213360"/>
                <a:gd name="connsiteX24" fmla="*/ 908685 w 1786509"/>
                <a:gd name="connsiteY24" fmla="*/ 158496 h 213360"/>
                <a:gd name="connsiteX25" fmla="*/ 920877 w 1786509"/>
                <a:gd name="connsiteY25" fmla="*/ 176784 h 213360"/>
                <a:gd name="connsiteX26" fmla="*/ 1085469 w 1786509"/>
                <a:gd name="connsiteY26" fmla="*/ 170688 h 213360"/>
                <a:gd name="connsiteX27" fmla="*/ 1109853 w 1786509"/>
                <a:gd name="connsiteY27" fmla="*/ 158496 h 213360"/>
                <a:gd name="connsiteX28" fmla="*/ 1128141 w 1786509"/>
                <a:gd name="connsiteY28" fmla="*/ 152400 h 213360"/>
                <a:gd name="connsiteX29" fmla="*/ 1189101 w 1786509"/>
                <a:gd name="connsiteY29" fmla="*/ 134112 h 213360"/>
                <a:gd name="connsiteX30" fmla="*/ 1207389 w 1786509"/>
                <a:gd name="connsiteY30" fmla="*/ 128016 h 213360"/>
                <a:gd name="connsiteX31" fmla="*/ 1225677 w 1786509"/>
                <a:gd name="connsiteY31" fmla="*/ 115824 h 213360"/>
                <a:gd name="connsiteX32" fmla="*/ 1250061 w 1786509"/>
                <a:gd name="connsiteY32" fmla="*/ 103632 h 213360"/>
                <a:gd name="connsiteX33" fmla="*/ 1268349 w 1786509"/>
                <a:gd name="connsiteY33" fmla="*/ 85344 h 213360"/>
                <a:gd name="connsiteX34" fmla="*/ 1371981 w 1786509"/>
                <a:gd name="connsiteY34" fmla="*/ 18288 h 213360"/>
                <a:gd name="connsiteX35" fmla="*/ 1408557 w 1786509"/>
                <a:gd name="connsiteY35" fmla="*/ 0 h 213360"/>
                <a:gd name="connsiteX36" fmla="*/ 1463421 w 1786509"/>
                <a:gd name="connsiteY36" fmla="*/ 6096 h 213360"/>
                <a:gd name="connsiteX37" fmla="*/ 1487805 w 1786509"/>
                <a:gd name="connsiteY37" fmla="*/ 18288 h 213360"/>
                <a:gd name="connsiteX38" fmla="*/ 1512189 w 1786509"/>
                <a:gd name="connsiteY38" fmla="*/ 24384 h 213360"/>
                <a:gd name="connsiteX39" fmla="*/ 1554861 w 1786509"/>
                <a:gd name="connsiteY39" fmla="*/ 42672 h 213360"/>
                <a:gd name="connsiteX40" fmla="*/ 1609725 w 1786509"/>
                <a:gd name="connsiteY40" fmla="*/ 60960 h 213360"/>
                <a:gd name="connsiteX41" fmla="*/ 1652397 w 1786509"/>
                <a:gd name="connsiteY41" fmla="*/ 91440 h 213360"/>
                <a:gd name="connsiteX42" fmla="*/ 1670685 w 1786509"/>
                <a:gd name="connsiteY42" fmla="*/ 97536 h 213360"/>
                <a:gd name="connsiteX43" fmla="*/ 1786509 w 1786509"/>
                <a:gd name="connsiteY43" fmla="*/ 85344 h 213360"/>
                <a:gd name="connsiteX0" fmla="*/ 0 w 1670685"/>
                <a:gd name="connsiteY0" fmla="*/ 78867 h 213360"/>
                <a:gd name="connsiteX1" fmla="*/ 91821 w 1670685"/>
                <a:gd name="connsiteY1" fmla="*/ 158496 h 213360"/>
                <a:gd name="connsiteX2" fmla="*/ 110109 w 1670685"/>
                <a:gd name="connsiteY2" fmla="*/ 170688 h 213360"/>
                <a:gd name="connsiteX3" fmla="*/ 128397 w 1670685"/>
                <a:gd name="connsiteY3" fmla="*/ 188976 h 213360"/>
                <a:gd name="connsiteX4" fmla="*/ 152781 w 1670685"/>
                <a:gd name="connsiteY4" fmla="*/ 201168 h 213360"/>
                <a:gd name="connsiteX5" fmla="*/ 171069 w 1670685"/>
                <a:gd name="connsiteY5" fmla="*/ 213360 h 213360"/>
                <a:gd name="connsiteX6" fmla="*/ 250317 w 1670685"/>
                <a:gd name="connsiteY6" fmla="*/ 201168 h 213360"/>
                <a:gd name="connsiteX7" fmla="*/ 286893 w 1670685"/>
                <a:gd name="connsiteY7" fmla="*/ 188976 h 213360"/>
                <a:gd name="connsiteX8" fmla="*/ 329565 w 1670685"/>
                <a:gd name="connsiteY8" fmla="*/ 152400 h 213360"/>
                <a:gd name="connsiteX9" fmla="*/ 378333 w 1670685"/>
                <a:gd name="connsiteY9" fmla="*/ 140208 h 213360"/>
                <a:gd name="connsiteX10" fmla="*/ 396621 w 1670685"/>
                <a:gd name="connsiteY10" fmla="*/ 134112 h 213360"/>
                <a:gd name="connsiteX11" fmla="*/ 421005 w 1670685"/>
                <a:gd name="connsiteY11" fmla="*/ 128016 h 213360"/>
                <a:gd name="connsiteX12" fmla="*/ 439293 w 1670685"/>
                <a:gd name="connsiteY12" fmla="*/ 121920 h 213360"/>
                <a:gd name="connsiteX13" fmla="*/ 530733 w 1670685"/>
                <a:gd name="connsiteY13" fmla="*/ 115824 h 213360"/>
                <a:gd name="connsiteX14" fmla="*/ 549021 w 1670685"/>
                <a:gd name="connsiteY14" fmla="*/ 109728 h 213360"/>
                <a:gd name="connsiteX15" fmla="*/ 585597 w 1670685"/>
                <a:gd name="connsiteY15" fmla="*/ 85344 h 213360"/>
                <a:gd name="connsiteX16" fmla="*/ 603885 w 1670685"/>
                <a:gd name="connsiteY16" fmla="*/ 79248 h 213360"/>
                <a:gd name="connsiteX17" fmla="*/ 646557 w 1670685"/>
                <a:gd name="connsiteY17" fmla="*/ 48768 h 213360"/>
                <a:gd name="connsiteX18" fmla="*/ 677037 w 1670685"/>
                <a:gd name="connsiteY18" fmla="*/ 42672 h 213360"/>
                <a:gd name="connsiteX19" fmla="*/ 731901 w 1670685"/>
                <a:gd name="connsiteY19" fmla="*/ 24384 h 213360"/>
                <a:gd name="connsiteX20" fmla="*/ 780669 w 1670685"/>
                <a:gd name="connsiteY20" fmla="*/ 30480 h 213360"/>
                <a:gd name="connsiteX21" fmla="*/ 798957 w 1670685"/>
                <a:gd name="connsiteY21" fmla="*/ 42672 h 213360"/>
                <a:gd name="connsiteX22" fmla="*/ 853821 w 1670685"/>
                <a:gd name="connsiteY22" fmla="*/ 85344 h 213360"/>
                <a:gd name="connsiteX23" fmla="*/ 884301 w 1670685"/>
                <a:gd name="connsiteY23" fmla="*/ 121920 h 213360"/>
                <a:gd name="connsiteX24" fmla="*/ 908685 w 1670685"/>
                <a:gd name="connsiteY24" fmla="*/ 158496 h 213360"/>
                <a:gd name="connsiteX25" fmla="*/ 920877 w 1670685"/>
                <a:gd name="connsiteY25" fmla="*/ 176784 h 213360"/>
                <a:gd name="connsiteX26" fmla="*/ 1085469 w 1670685"/>
                <a:gd name="connsiteY26" fmla="*/ 170688 h 213360"/>
                <a:gd name="connsiteX27" fmla="*/ 1109853 w 1670685"/>
                <a:gd name="connsiteY27" fmla="*/ 158496 h 213360"/>
                <a:gd name="connsiteX28" fmla="*/ 1128141 w 1670685"/>
                <a:gd name="connsiteY28" fmla="*/ 152400 h 213360"/>
                <a:gd name="connsiteX29" fmla="*/ 1189101 w 1670685"/>
                <a:gd name="connsiteY29" fmla="*/ 134112 h 213360"/>
                <a:gd name="connsiteX30" fmla="*/ 1207389 w 1670685"/>
                <a:gd name="connsiteY30" fmla="*/ 128016 h 213360"/>
                <a:gd name="connsiteX31" fmla="*/ 1225677 w 1670685"/>
                <a:gd name="connsiteY31" fmla="*/ 115824 h 213360"/>
                <a:gd name="connsiteX32" fmla="*/ 1250061 w 1670685"/>
                <a:gd name="connsiteY32" fmla="*/ 103632 h 213360"/>
                <a:gd name="connsiteX33" fmla="*/ 1268349 w 1670685"/>
                <a:gd name="connsiteY33" fmla="*/ 85344 h 213360"/>
                <a:gd name="connsiteX34" fmla="*/ 1371981 w 1670685"/>
                <a:gd name="connsiteY34" fmla="*/ 18288 h 213360"/>
                <a:gd name="connsiteX35" fmla="*/ 1408557 w 1670685"/>
                <a:gd name="connsiteY35" fmla="*/ 0 h 213360"/>
                <a:gd name="connsiteX36" fmla="*/ 1463421 w 1670685"/>
                <a:gd name="connsiteY36" fmla="*/ 6096 h 213360"/>
                <a:gd name="connsiteX37" fmla="*/ 1487805 w 1670685"/>
                <a:gd name="connsiteY37" fmla="*/ 18288 h 213360"/>
                <a:gd name="connsiteX38" fmla="*/ 1512189 w 1670685"/>
                <a:gd name="connsiteY38" fmla="*/ 24384 h 213360"/>
                <a:gd name="connsiteX39" fmla="*/ 1554861 w 1670685"/>
                <a:gd name="connsiteY39" fmla="*/ 42672 h 213360"/>
                <a:gd name="connsiteX40" fmla="*/ 1609725 w 1670685"/>
                <a:gd name="connsiteY40" fmla="*/ 60960 h 213360"/>
                <a:gd name="connsiteX41" fmla="*/ 1652397 w 1670685"/>
                <a:gd name="connsiteY41" fmla="*/ 91440 h 213360"/>
                <a:gd name="connsiteX42" fmla="*/ 1670685 w 1670685"/>
                <a:gd name="connsiteY42" fmla="*/ 97536 h 213360"/>
                <a:gd name="connsiteX0" fmla="*/ 0 w 1652397"/>
                <a:gd name="connsiteY0" fmla="*/ 78867 h 213360"/>
                <a:gd name="connsiteX1" fmla="*/ 91821 w 1652397"/>
                <a:gd name="connsiteY1" fmla="*/ 158496 h 213360"/>
                <a:gd name="connsiteX2" fmla="*/ 110109 w 1652397"/>
                <a:gd name="connsiteY2" fmla="*/ 170688 h 213360"/>
                <a:gd name="connsiteX3" fmla="*/ 128397 w 1652397"/>
                <a:gd name="connsiteY3" fmla="*/ 188976 h 213360"/>
                <a:gd name="connsiteX4" fmla="*/ 152781 w 1652397"/>
                <a:gd name="connsiteY4" fmla="*/ 201168 h 213360"/>
                <a:gd name="connsiteX5" fmla="*/ 171069 w 1652397"/>
                <a:gd name="connsiteY5" fmla="*/ 213360 h 213360"/>
                <a:gd name="connsiteX6" fmla="*/ 250317 w 1652397"/>
                <a:gd name="connsiteY6" fmla="*/ 201168 h 213360"/>
                <a:gd name="connsiteX7" fmla="*/ 286893 w 1652397"/>
                <a:gd name="connsiteY7" fmla="*/ 188976 h 213360"/>
                <a:gd name="connsiteX8" fmla="*/ 329565 w 1652397"/>
                <a:gd name="connsiteY8" fmla="*/ 152400 h 213360"/>
                <a:gd name="connsiteX9" fmla="*/ 378333 w 1652397"/>
                <a:gd name="connsiteY9" fmla="*/ 140208 h 213360"/>
                <a:gd name="connsiteX10" fmla="*/ 396621 w 1652397"/>
                <a:gd name="connsiteY10" fmla="*/ 134112 h 213360"/>
                <a:gd name="connsiteX11" fmla="*/ 421005 w 1652397"/>
                <a:gd name="connsiteY11" fmla="*/ 128016 h 213360"/>
                <a:gd name="connsiteX12" fmla="*/ 439293 w 1652397"/>
                <a:gd name="connsiteY12" fmla="*/ 121920 h 213360"/>
                <a:gd name="connsiteX13" fmla="*/ 530733 w 1652397"/>
                <a:gd name="connsiteY13" fmla="*/ 115824 h 213360"/>
                <a:gd name="connsiteX14" fmla="*/ 549021 w 1652397"/>
                <a:gd name="connsiteY14" fmla="*/ 109728 h 213360"/>
                <a:gd name="connsiteX15" fmla="*/ 585597 w 1652397"/>
                <a:gd name="connsiteY15" fmla="*/ 85344 h 213360"/>
                <a:gd name="connsiteX16" fmla="*/ 603885 w 1652397"/>
                <a:gd name="connsiteY16" fmla="*/ 79248 h 213360"/>
                <a:gd name="connsiteX17" fmla="*/ 646557 w 1652397"/>
                <a:gd name="connsiteY17" fmla="*/ 48768 h 213360"/>
                <a:gd name="connsiteX18" fmla="*/ 677037 w 1652397"/>
                <a:gd name="connsiteY18" fmla="*/ 42672 h 213360"/>
                <a:gd name="connsiteX19" fmla="*/ 731901 w 1652397"/>
                <a:gd name="connsiteY19" fmla="*/ 24384 h 213360"/>
                <a:gd name="connsiteX20" fmla="*/ 780669 w 1652397"/>
                <a:gd name="connsiteY20" fmla="*/ 30480 h 213360"/>
                <a:gd name="connsiteX21" fmla="*/ 798957 w 1652397"/>
                <a:gd name="connsiteY21" fmla="*/ 42672 h 213360"/>
                <a:gd name="connsiteX22" fmla="*/ 853821 w 1652397"/>
                <a:gd name="connsiteY22" fmla="*/ 85344 h 213360"/>
                <a:gd name="connsiteX23" fmla="*/ 884301 w 1652397"/>
                <a:gd name="connsiteY23" fmla="*/ 121920 h 213360"/>
                <a:gd name="connsiteX24" fmla="*/ 908685 w 1652397"/>
                <a:gd name="connsiteY24" fmla="*/ 158496 h 213360"/>
                <a:gd name="connsiteX25" fmla="*/ 920877 w 1652397"/>
                <a:gd name="connsiteY25" fmla="*/ 176784 h 213360"/>
                <a:gd name="connsiteX26" fmla="*/ 1085469 w 1652397"/>
                <a:gd name="connsiteY26" fmla="*/ 170688 h 213360"/>
                <a:gd name="connsiteX27" fmla="*/ 1109853 w 1652397"/>
                <a:gd name="connsiteY27" fmla="*/ 158496 h 213360"/>
                <a:gd name="connsiteX28" fmla="*/ 1128141 w 1652397"/>
                <a:gd name="connsiteY28" fmla="*/ 152400 h 213360"/>
                <a:gd name="connsiteX29" fmla="*/ 1189101 w 1652397"/>
                <a:gd name="connsiteY29" fmla="*/ 134112 h 213360"/>
                <a:gd name="connsiteX30" fmla="*/ 1207389 w 1652397"/>
                <a:gd name="connsiteY30" fmla="*/ 128016 h 213360"/>
                <a:gd name="connsiteX31" fmla="*/ 1225677 w 1652397"/>
                <a:gd name="connsiteY31" fmla="*/ 115824 h 213360"/>
                <a:gd name="connsiteX32" fmla="*/ 1250061 w 1652397"/>
                <a:gd name="connsiteY32" fmla="*/ 103632 h 213360"/>
                <a:gd name="connsiteX33" fmla="*/ 1268349 w 1652397"/>
                <a:gd name="connsiteY33" fmla="*/ 85344 h 213360"/>
                <a:gd name="connsiteX34" fmla="*/ 1371981 w 1652397"/>
                <a:gd name="connsiteY34" fmla="*/ 18288 h 213360"/>
                <a:gd name="connsiteX35" fmla="*/ 1408557 w 1652397"/>
                <a:gd name="connsiteY35" fmla="*/ 0 h 213360"/>
                <a:gd name="connsiteX36" fmla="*/ 1463421 w 1652397"/>
                <a:gd name="connsiteY36" fmla="*/ 6096 h 213360"/>
                <a:gd name="connsiteX37" fmla="*/ 1487805 w 1652397"/>
                <a:gd name="connsiteY37" fmla="*/ 18288 h 213360"/>
                <a:gd name="connsiteX38" fmla="*/ 1512189 w 1652397"/>
                <a:gd name="connsiteY38" fmla="*/ 24384 h 213360"/>
                <a:gd name="connsiteX39" fmla="*/ 1554861 w 1652397"/>
                <a:gd name="connsiteY39" fmla="*/ 42672 h 213360"/>
                <a:gd name="connsiteX40" fmla="*/ 1609725 w 1652397"/>
                <a:gd name="connsiteY40" fmla="*/ 60960 h 213360"/>
                <a:gd name="connsiteX41" fmla="*/ 1652397 w 1652397"/>
                <a:gd name="connsiteY41" fmla="*/ 91440 h 213360"/>
                <a:gd name="connsiteX0" fmla="*/ 0 w 1609725"/>
                <a:gd name="connsiteY0" fmla="*/ 78867 h 213360"/>
                <a:gd name="connsiteX1" fmla="*/ 91821 w 1609725"/>
                <a:gd name="connsiteY1" fmla="*/ 158496 h 213360"/>
                <a:gd name="connsiteX2" fmla="*/ 110109 w 1609725"/>
                <a:gd name="connsiteY2" fmla="*/ 170688 h 213360"/>
                <a:gd name="connsiteX3" fmla="*/ 128397 w 1609725"/>
                <a:gd name="connsiteY3" fmla="*/ 188976 h 213360"/>
                <a:gd name="connsiteX4" fmla="*/ 152781 w 1609725"/>
                <a:gd name="connsiteY4" fmla="*/ 201168 h 213360"/>
                <a:gd name="connsiteX5" fmla="*/ 171069 w 1609725"/>
                <a:gd name="connsiteY5" fmla="*/ 213360 h 213360"/>
                <a:gd name="connsiteX6" fmla="*/ 250317 w 1609725"/>
                <a:gd name="connsiteY6" fmla="*/ 201168 h 213360"/>
                <a:gd name="connsiteX7" fmla="*/ 286893 w 1609725"/>
                <a:gd name="connsiteY7" fmla="*/ 188976 h 213360"/>
                <a:gd name="connsiteX8" fmla="*/ 329565 w 1609725"/>
                <a:gd name="connsiteY8" fmla="*/ 152400 h 213360"/>
                <a:gd name="connsiteX9" fmla="*/ 378333 w 1609725"/>
                <a:gd name="connsiteY9" fmla="*/ 140208 h 213360"/>
                <a:gd name="connsiteX10" fmla="*/ 396621 w 1609725"/>
                <a:gd name="connsiteY10" fmla="*/ 134112 h 213360"/>
                <a:gd name="connsiteX11" fmla="*/ 421005 w 1609725"/>
                <a:gd name="connsiteY11" fmla="*/ 128016 h 213360"/>
                <a:gd name="connsiteX12" fmla="*/ 439293 w 1609725"/>
                <a:gd name="connsiteY12" fmla="*/ 121920 h 213360"/>
                <a:gd name="connsiteX13" fmla="*/ 530733 w 1609725"/>
                <a:gd name="connsiteY13" fmla="*/ 115824 h 213360"/>
                <a:gd name="connsiteX14" fmla="*/ 549021 w 1609725"/>
                <a:gd name="connsiteY14" fmla="*/ 109728 h 213360"/>
                <a:gd name="connsiteX15" fmla="*/ 585597 w 1609725"/>
                <a:gd name="connsiteY15" fmla="*/ 85344 h 213360"/>
                <a:gd name="connsiteX16" fmla="*/ 603885 w 1609725"/>
                <a:gd name="connsiteY16" fmla="*/ 79248 h 213360"/>
                <a:gd name="connsiteX17" fmla="*/ 646557 w 1609725"/>
                <a:gd name="connsiteY17" fmla="*/ 48768 h 213360"/>
                <a:gd name="connsiteX18" fmla="*/ 677037 w 1609725"/>
                <a:gd name="connsiteY18" fmla="*/ 42672 h 213360"/>
                <a:gd name="connsiteX19" fmla="*/ 731901 w 1609725"/>
                <a:gd name="connsiteY19" fmla="*/ 24384 h 213360"/>
                <a:gd name="connsiteX20" fmla="*/ 780669 w 1609725"/>
                <a:gd name="connsiteY20" fmla="*/ 30480 h 213360"/>
                <a:gd name="connsiteX21" fmla="*/ 798957 w 1609725"/>
                <a:gd name="connsiteY21" fmla="*/ 42672 h 213360"/>
                <a:gd name="connsiteX22" fmla="*/ 853821 w 1609725"/>
                <a:gd name="connsiteY22" fmla="*/ 85344 h 213360"/>
                <a:gd name="connsiteX23" fmla="*/ 884301 w 1609725"/>
                <a:gd name="connsiteY23" fmla="*/ 121920 h 213360"/>
                <a:gd name="connsiteX24" fmla="*/ 908685 w 1609725"/>
                <a:gd name="connsiteY24" fmla="*/ 158496 h 213360"/>
                <a:gd name="connsiteX25" fmla="*/ 920877 w 1609725"/>
                <a:gd name="connsiteY25" fmla="*/ 176784 h 213360"/>
                <a:gd name="connsiteX26" fmla="*/ 1085469 w 1609725"/>
                <a:gd name="connsiteY26" fmla="*/ 170688 h 213360"/>
                <a:gd name="connsiteX27" fmla="*/ 1109853 w 1609725"/>
                <a:gd name="connsiteY27" fmla="*/ 158496 h 213360"/>
                <a:gd name="connsiteX28" fmla="*/ 1128141 w 1609725"/>
                <a:gd name="connsiteY28" fmla="*/ 152400 h 213360"/>
                <a:gd name="connsiteX29" fmla="*/ 1189101 w 1609725"/>
                <a:gd name="connsiteY29" fmla="*/ 134112 h 213360"/>
                <a:gd name="connsiteX30" fmla="*/ 1207389 w 1609725"/>
                <a:gd name="connsiteY30" fmla="*/ 128016 h 213360"/>
                <a:gd name="connsiteX31" fmla="*/ 1225677 w 1609725"/>
                <a:gd name="connsiteY31" fmla="*/ 115824 h 213360"/>
                <a:gd name="connsiteX32" fmla="*/ 1250061 w 1609725"/>
                <a:gd name="connsiteY32" fmla="*/ 103632 h 213360"/>
                <a:gd name="connsiteX33" fmla="*/ 1268349 w 1609725"/>
                <a:gd name="connsiteY33" fmla="*/ 85344 h 213360"/>
                <a:gd name="connsiteX34" fmla="*/ 1371981 w 1609725"/>
                <a:gd name="connsiteY34" fmla="*/ 18288 h 213360"/>
                <a:gd name="connsiteX35" fmla="*/ 1408557 w 1609725"/>
                <a:gd name="connsiteY35" fmla="*/ 0 h 213360"/>
                <a:gd name="connsiteX36" fmla="*/ 1463421 w 1609725"/>
                <a:gd name="connsiteY36" fmla="*/ 6096 h 213360"/>
                <a:gd name="connsiteX37" fmla="*/ 1487805 w 1609725"/>
                <a:gd name="connsiteY37" fmla="*/ 18288 h 213360"/>
                <a:gd name="connsiteX38" fmla="*/ 1512189 w 1609725"/>
                <a:gd name="connsiteY38" fmla="*/ 24384 h 213360"/>
                <a:gd name="connsiteX39" fmla="*/ 1554861 w 1609725"/>
                <a:gd name="connsiteY39" fmla="*/ 42672 h 213360"/>
                <a:gd name="connsiteX40" fmla="*/ 1609725 w 1609725"/>
                <a:gd name="connsiteY40" fmla="*/ 60960 h 213360"/>
                <a:gd name="connsiteX0" fmla="*/ 0 w 1554861"/>
                <a:gd name="connsiteY0" fmla="*/ 78867 h 213360"/>
                <a:gd name="connsiteX1" fmla="*/ 91821 w 1554861"/>
                <a:gd name="connsiteY1" fmla="*/ 158496 h 213360"/>
                <a:gd name="connsiteX2" fmla="*/ 110109 w 1554861"/>
                <a:gd name="connsiteY2" fmla="*/ 170688 h 213360"/>
                <a:gd name="connsiteX3" fmla="*/ 128397 w 1554861"/>
                <a:gd name="connsiteY3" fmla="*/ 188976 h 213360"/>
                <a:gd name="connsiteX4" fmla="*/ 152781 w 1554861"/>
                <a:gd name="connsiteY4" fmla="*/ 201168 h 213360"/>
                <a:gd name="connsiteX5" fmla="*/ 171069 w 1554861"/>
                <a:gd name="connsiteY5" fmla="*/ 213360 h 213360"/>
                <a:gd name="connsiteX6" fmla="*/ 250317 w 1554861"/>
                <a:gd name="connsiteY6" fmla="*/ 201168 h 213360"/>
                <a:gd name="connsiteX7" fmla="*/ 286893 w 1554861"/>
                <a:gd name="connsiteY7" fmla="*/ 188976 h 213360"/>
                <a:gd name="connsiteX8" fmla="*/ 329565 w 1554861"/>
                <a:gd name="connsiteY8" fmla="*/ 152400 h 213360"/>
                <a:gd name="connsiteX9" fmla="*/ 378333 w 1554861"/>
                <a:gd name="connsiteY9" fmla="*/ 140208 h 213360"/>
                <a:gd name="connsiteX10" fmla="*/ 396621 w 1554861"/>
                <a:gd name="connsiteY10" fmla="*/ 134112 h 213360"/>
                <a:gd name="connsiteX11" fmla="*/ 421005 w 1554861"/>
                <a:gd name="connsiteY11" fmla="*/ 128016 h 213360"/>
                <a:gd name="connsiteX12" fmla="*/ 439293 w 1554861"/>
                <a:gd name="connsiteY12" fmla="*/ 121920 h 213360"/>
                <a:gd name="connsiteX13" fmla="*/ 530733 w 1554861"/>
                <a:gd name="connsiteY13" fmla="*/ 115824 h 213360"/>
                <a:gd name="connsiteX14" fmla="*/ 549021 w 1554861"/>
                <a:gd name="connsiteY14" fmla="*/ 109728 h 213360"/>
                <a:gd name="connsiteX15" fmla="*/ 585597 w 1554861"/>
                <a:gd name="connsiteY15" fmla="*/ 85344 h 213360"/>
                <a:gd name="connsiteX16" fmla="*/ 603885 w 1554861"/>
                <a:gd name="connsiteY16" fmla="*/ 79248 h 213360"/>
                <a:gd name="connsiteX17" fmla="*/ 646557 w 1554861"/>
                <a:gd name="connsiteY17" fmla="*/ 48768 h 213360"/>
                <a:gd name="connsiteX18" fmla="*/ 677037 w 1554861"/>
                <a:gd name="connsiteY18" fmla="*/ 42672 h 213360"/>
                <a:gd name="connsiteX19" fmla="*/ 731901 w 1554861"/>
                <a:gd name="connsiteY19" fmla="*/ 24384 h 213360"/>
                <a:gd name="connsiteX20" fmla="*/ 780669 w 1554861"/>
                <a:gd name="connsiteY20" fmla="*/ 30480 h 213360"/>
                <a:gd name="connsiteX21" fmla="*/ 798957 w 1554861"/>
                <a:gd name="connsiteY21" fmla="*/ 42672 h 213360"/>
                <a:gd name="connsiteX22" fmla="*/ 853821 w 1554861"/>
                <a:gd name="connsiteY22" fmla="*/ 85344 h 213360"/>
                <a:gd name="connsiteX23" fmla="*/ 884301 w 1554861"/>
                <a:gd name="connsiteY23" fmla="*/ 121920 h 213360"/>
                <a:gd name="connsiteX24" fmla="*/ 908685 w 1554861"/>
                <a:gd name="connsiteY24" fmla="*/ 158496 h 213360"/>
                <a:gd name="connsiteX25" fmla="*/ 920877 w 1554861"/>
                <a:gd name="connsiteY25" fmla="*/ 176784 h 213360"/>
                <a:gd name="connsiteX26" fmla="*/ 1085469 w 1554861"/>
                <a:gd name="connsiteY26" fmla="*/ 170688 h 213360"/>
                <a:gd name="connsiteX27" fmla="*/ 1109853 w 1554861"/>
                <a:gd name="connsiteY27" fmla="*/ 158496 h 213360"/>
                <a:gd name="connsiteX28" fmla="*/ 1128141 w 1554861"/>
                <a:gd name="connsiteY28" fmla="*/ 152400 h 213360"/>
                <a:gd name="connsiteX29" fmla="*/ 1189101 w 1554861"/>
                <a:gd name="connsiteY29" fmla="*/ 134112 h 213360"/>
                <a:gd name="connsiteX30" fmla="*/ 1207389 w 1554861"/>
                <a:gd name="connsiteY30" fmla="*/ 128016 h 213360"/>
                <a:gd name="connsiteX31" fmla="*/ 1225677 w 1554861"/>
                <a:gd name="connsiteY31" fmla="*/ 115824 h 213360"/>
                <a:gd name="connsiteX32" fmla="*/ 1250061 w 1554861"/>
                <a:gd name="connsiteY32" fmla="*/ 103632 h 213360"/>
                <a:gd name="connsiteX33" fmla="*/ 1268349 w 1554861"/>
                <a:gd name="connsiteY33" fmla="*/ 85344 h 213360"/>
                <a:gd name="connsiteX34" fmla="*/ 1371981 w 1554861"/>
                <a:gd name="connsiteY34" fmla="*/ 18288 h 213360"/>
                <a:gd name="connsiteX35" fmla="*/ 1408557 w 1554861"/>
                <a:gd name="connsiteY35" fmla="*/ 0 h 213360"/>
                <a:gd name="connsiteX36" fmla="*/ 1463421 w 1554861"/>
                <a:gd name="connsiteY36" fmla="*/ 6096 h 213360"/>
                <a:gd name="connsiteX37" fmla="*/ 1487805 w 1554861"/>
                <a:gd name="connsiteY37" fmla="*/ 18288 h 213360"/>
                <a:gd name="connsiteX38" fmla="*/ 1512189 w 1554861"/>
                <a:gd name="connsiteY38" fmla="*/ 24384 h 213360"/>
                <a:gd name="connsiteX39" fmla="*/ 1554861 w 1554861"/>
                <a:gd name="connsiteY39" fmla="*/ 42672 h 213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54861" h="213360">
                  <a:moveTo>
                    <a:pt x="0" y="78867"/>
                  </a:moveTo>
                  <a:cubicBezTo>
                    <a:pt x="52832" y="127635"/>
                    <a:pt x="73470" y="143193"/>
                    <a:pt x="91821" y="158496"/>
                  </a:cubicBezTo>
                  <a:cubicBezTo>
                    <a:pt x="110173" y="173800"/>
                    <a:pt x="104481" y="165998"/>
                    <a:pt x="110109" y="170688"/>
                  </a:cubicBezTo>
                  <a:cubicBezTo>
                    <a:pt x="116732" y="176207"/>
                    <a:pt x="121382" y="183965"/>
                    <a:pt x="128397" y="188976"/>
                  </a:cubicBezTo>
                  <a:cubicBezTo>
                    <a:pt x="135792" y="194258"/>
                    <a:pt x="144891" y="196659"/>
                    <a:pt x="152781" y="201168"/>
                  </a:cubicBezTo>
                  <a:cubicBezTo>
                    <a:pt x="159142" y="204803"/>
                    <a:pt x="164973" y="209296"/>
                    <a:pt x="171069" y="213360"/>
                  </a:cubicBezTo>
                  <a:cubicBezTo>
                    <a:pt x="180092" y="212071"/>
                    <a:pt x="239039" y="203987"/>
                    <a:pt x="250317" y="201168"/>
                  </a:cubicBezTo>
                  <a:cubicBezTo>
                    <a:pt x="262785" y="198051"/>
                    <a:pt x="286893" y="188976"/>
                    <a:pt x="286893" y="188976"/>
                  </a:cubicBezTo>
                  <a:cubicBezTo>
                    <a:pt x="301306" y="174563"/>
                    <a:pt x="311318" y="162827"/>
                    <a:pt x="329565" y="152400"/>
                  </a:cubicBezTo>
                  <a:cubicBezTo>
                    <a:pt x="340403" y="146207"/>
                    <a:pt x="369414" y="142438"/>
                    <a:pt x="378333" y="140208"/>
                  </a:cubicBezTo>
                  <a:cubicBezTo>
                    <a:pt x="384567" y="138650"/>
                    <a:pt x="390442" y="135877"/>
                    <a:pt x="396621" y="134112"/>
                  </a:cubicBezTo>
                  <a:cubicBezTo>
                    <a:pt x="404677" y="131810"/>
                    <a:pt x="412949" y="130318"/>
                    <a:pt x="421005" y="128016"/>
                  </a:cubicBezTo>
                  <a:cubicBezTo>
                    <a:pt x="427184" y="126251"/>
                    <a:pt x="432907" y="122630"/>
                    <a:pt x="439293" y="121920"/>
                  </a:cubicBezTo>
                  <a:cubicBezTo>
                    <a:pt x="469654" y="118547"/>
                    <a:pt x="500253" y="117856"/>
                    <a:pt x="530733" y="115824"/>
                  </a:cubicBezTo>
                  <a:cubicBezTo>
                    <a:pt x="536829" y="113792"/>
                    <a:pt x="543404" y="112849"/>
                    <a:pt x="549021" y="109728"/>
                  </a:cubicBezTo>
                  <a:cubicBezTo>
                    <a:pt x="561830" y="102612"/>
                    <a:pt x="571696" y="89978"/>
                    <a:pt x="585597" y="85344"/>
                  </a:cubicBezTo>
                  <a:lnTo>
                    <a:pt x="603885" y="79248"/>
                  </a:lnTo>
                  <a:cubicBezTo>
                    <a:pt x="605287" y="78196"/>
                    <a:pt x="640614" y="50996"/>
                    <a:pt x="646557" y="48768"/>
                  </a:cubicBezTo>
                  <a:cubicBezTo>
                    <a:pt x="656259" y="45130"/>
                    <a:pt x="666877" y="44704"/>
                    <a:pt x="677037" y="42672"/>
                  </a:cubicBezTo>
                  <a:cubicBezTo>
                    <a:pt x="696869" y="32756"/>
                    <a:pt x="708266" y="24384"/>
                    <a:pt x="731901" y="24384"/>
                  </a:cubicBezTo>
                  <a:cubicBezTo>
                    <a:pt x="748284" y="24384"/>
                    <a:pt x="764413" y="28448"/>
                    <a:pt x="780669" y="30480"/>
                  </a:cubicBezTo>
                  <a:cubicBezTo>
                    <a:pt x="786765" y="34544"/>
                    <a:pt x="793096" y="38276"/>
                    <a:pt x="798957" y="42672"/>
                  </a:cubicBezTo>
                  <a:cubicBezTo>
                    <a:pt x="817492" y="56573"/>
                    <a:pt x="853821" y="85344"/>
                    <a:pt x="853821" y="85344"/>
                  </a:cubicBezTo>
                  <a:cubicBezTo>
                    <a:pt x="887102" y="151905"/>
                    <a:pt x="844091" y="75966"/>
                    <a:pt x="884301" y="121920"/>
                  </a:cubicBezTo>
                  <a:cubicBezTo>
                    <a:pt x="893950" y="132947"/>
                    <a:pt x="900557" y="146304"/>
                    <a:pt x="908685" y="158496"/>
                  </a:cubicBezTo>
                  <a:lnTo>
                    <a:pt x="920877" y="176784"/>
                  </a:lnTo>
                  <a:cubicBezTo>
                    <a:pt x="975741" y="174752"/>
                    <a:pt x="1030823" y="175976"/>
                    <a:pt x="1085469" y="170688"/>
                  </a:cubicBezTo>
                  <a:cubicBezTo>
                    <a:pt x="1094514" y="169813"/>
                    <a:pt x="1101500" y="162076"/>
                    <a:pt x="1109853" y="158496"/>
                  </a:cubicBezTo>
                  <a:cubicBezTo>
                    <a:pt x="1115759" y="155965"/>
                    <a:pt x="1121962" y="154165"/>
                    <a:pt x="1128141" y="152400"/>
                  </a:cubicBezTo>
                  <a:cubicBezTo>
                    <a:pt x="1192632" y="133974"/>
                    <a:pt x="1102181" y="163085"/>
                    <a:pt x="1189101" y="134112"/>
                  </a:cubicBezTo>
                  <a:cubicBezTo>
                    <a:pt x="1195197" y="132080"/>
                    <a:pt x="1202042" y="131580"/>
                    <a:pt x="1207389" y="128016"/>
                  </a:cubicBezTo>
                  <a:cubicBezTo>
                    <a:pt x="1213485" y="123952"/>
                    <a:pt x="1219316" y="119459"/>
                    <a:pt x="1225677" y="115824"/>
                  </a:cubicBezTo>
                  <a:cubicBezTo>
                    <a:pt x="1233567" y="111315"/>
                    <a:pt x="1242666" y="108914"/>
                    <a:pt x="1250061" y="103632"/>
                  </a:cubicBezTo>
                  <a:cubicBezTo>
                    <a:pt x="1257076" y="98621"/>
                    <a:pt x="1261286" y="90288"/>
                    <a:pt x="1268349" y="85344"/>
                  </a:cubicBezTo>
                  <a:cubicBezTo>
                    <a:pt x="1302056" y="61749"/>
                    <a:pt x="1337483" y="40711"/>
                    <a:pt x="1371981" y="18288"/>
                  </a:cubicBezTo>
                  <a:cubicBezTo>
                    <a:pt x="1396859" y="2117"/>
                    <a:pt x="1382227" y="8777"/>
                    <a:pt x="1408557" y="0"/>
                  </a:cubicBezTo>
                  <a:cubicBezTo>
                    <a:pt x="1426845" y="2032"/>
                    <a:pt x="1445492" y="1958"/>
                    <a:pt x="1463421" y="6096"/>
                  </a:cubicBezTo>
                  <a:cubicBezTo>
                    <a:pt x="1472276" y="8139"/>
                    <a:pt x="1479296" y="15097"/>
                    <a:pt x="1487805" y="18288"/>
                  </a:cubicBezTo>
                  <a:cubicBezTo>
                    <a:pt x="1495650" y="21230"/>
                    <a:pt x="1504061" y="22352"/>
                    <a:pt x="1512189" y="24384"/>
                  </a:cubicBezTo>
                  <a:cubicBezTo>
                    <a:pt x="1544333" y="45813"/>
                    <a:pt x="1515496" y="29550"/>
                    <a:pt x="1554861" y="42672"/>
                  </a:cubicBezTo>
                </a:path>
              </a:pathLst>
            </a:cu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85ADAE0-7DF7-3BBD-0214-A53D64E0B493}"/>
                    </a:ext>
                  </a:extLst>
                </p:cNvPr>
                <p:cNvSpPr txBox="1"/>
                <p:nvPr/>
              </p:nvSpPr>
              <p:spPr>
                <a:xfrm>
                  <a:off x="10242810" y="2165723"/>
                  <a:ext cx="367986"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𝑥</m:t>
                        </m:r>
                      </m:oMath>
                    </m:oMathPara>
                  </a14:m>
                  <a:endParaRPr lang="en-US" dirty="0"/>
                </a:p>
              </p:txBody>
            </p:sp>
          </mc:Choice>
          <mc:Fallback xmlns="">
            <p:sp>
              <p:nvSpPr>
                <p:cNvPr id="23" name="TextBox 22">
                  <a:extLst>
                    <a:ext uri="{FF2B5EF4-FFF2-40B4-BE49-F238E27FC236}">
                      <a16:creationId xmlns:a16="http://schemas.microsoft.com/office/drawing/2014/main" id="{485ADAE0-7DF7-3BBD-0214-A53D64E0B493}"/>
                    </a:ext>
                  </a:extLst>
                </p:cNvPr>
                <p:cNvSpPr txBox="1">
                  <a:spLocks noRot="1" noChangeAspect="1" noMove="1" noResize="1" noEditPoints="1" noAdjustHandles="1" noChangeArrowheads="1" noChangeShapeType="1" noTextEdit="1"/>
                </p:cNvSpPr>
                <p:nvPr/>
              </p:nvSpPr>
              <p:spPr>
                <a:xfrm>
                  <a:off x="10242810" y="2165723"/>
                  <a:ext cx="367986" cy="369332"/>
                </a:xfrm>
                <a:prstGeom prst="rect">
                  <a:avLst/>
                </a:prstGeom>
                <a:blipFill>
                  <a:blip r:embed="rId5"/>
                  <a:stretch>
                    <a:fillRect/>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E786F4C5-F33C-BCC9-9989-04FA3BC8BA82}"/>
                </a:ext>
              </a:extLst>
            </p:cNvPr>
            <p:cNvSpPr/>
            <p:nvPr/>
          </p:nvSpPr>
          <p:spPr>
            <a:xfrm>
              <a:off x="10297317" y="2287310"/>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AA6C4A01-3B71-322F-7D08-824F7625162D}"/>
              </a:ext>
            </a:extLst>
          </p:cNvPr>
          <p:cNvGrpSpPr/>
          <p:nvPr/>
        </p:nvGrpSpPr>
        <p:grpSpPr>
          <a:xfrm>
            <a:off x="5586991" y="1862434"/>
            <a:ext cx="3268754" cy="2253494"/>
            <a:chOff x="1679454" y="-461092"/>
            <a:chExt cx="5572540" cy="3841734"/>
          </a:xfrm>
        </p:grpSpPr>
        <p:sp>
          <p:nvSpPr>
            <p:cNvPr id="27" name="Freeform: Shape 26">
              <a:extLst>
                <a:ext uri="{FF2B5EF4-FFF2-40B4-BE49-F238E27FC236}">
                  <a16:creationId xmlns:a16="http://schemas.microsoft.com/office/drawing/2014/main" id="{7E842CB8-0EDA-075D-EBA6-C201F7CB6EEF}"/>
                </a:ext>
              </a:extLst>
            </p:cNvPr>
            <p:cNvSpPr/>
            <p:nvPr/>
          </p:nvSpPr>
          <p:spPr>
            <a:xfrm>
              <a:off x="1833188" y="1071197"/>
              <a:ext cx="1109356"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8" name="Freeform: Shape 27">
              <a:extLst>
                <a:ext uri="{FF2B5EF4-FFF2-40B4-BE49-F238E27FC236}">
                  <a16:creationId xmlns:a16="http://schemas.microsoft.com/office/drawing/2014/main" id="{8F1BE7A7-A59D-A58B-FEEE-E7B2ECBB4213}"/>
                </a:ext>
              </a:extLst>
            </p:cNvPr>
            <p:cNvSpPr/>
            <p:nvPr/>
          </p:nvSpPr>
          <p:spPr>
            <a:xfrm>
              <a:off x="1819999" y="464532"/>
              <a:ext cx="1122545"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9" name="Freeform: Shape 28">
              <a:extLst>
                <a:ext uri="{FF2B5EF4-FFF2-40B4-BE49-F238E27FC236}">
                  <a16:creationId xmlns:a16="http://schemas.microsoft.com/office/drawing/2014/main" id="{86F5DBD7-2B98-51FD-983E-5E1F4197232D}"/>
                </a:ext>
              </a:extLst>
            </p:cNvPr>
            <p:cNvSpPr/>
            <p:nvPr/>
          </p:nvSpPr>
          <p:spPr>
            <a:xfrm>
              <a:off x="1833188" y="1557505"/>
              <a:ext cx="1122545"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0801052-7AB2-6C51-473A-568C10212B05}"/>
                    </a:ext>
                  </a:extLst>
                </p:cNvPr>
                <p:cNvSpPr txBox="1"/>
                <p:nvPr/>
              </p:nvSpPr>
              <p:spPr>
                <a:xfrm>
                  <a:off x="2006215" y="2662238"/>
                  <a:ext cx="851209" cy="472225"/>
                </a:xfrm>
                <a:prstGeom prst="rect">
                  <a:avLst/>
                </a:prstGeom>
                <a:noFill/>
              </p:spPr>
              <p:txBody>
                <a:bodyPr wrap="none" rtlCol="0">
                  <a:spAutoFit/>
                </a:bodyPr>
                <a:lstStyle/>
                <a:p>
                  <a:pPr/>
                  <a14:m>
                    <m:oMathPara xmlns:m="http://schemas.openxmlformats.org/officeDocument/2006/math">
                      <m:oMath>
                        <m:r>
                          <a:rPr lang="en-US" sz="1200" b="0" i="1" smtClean="0">
                            <a:latin typeface="Cambria Math" panose="02040503050406030204" pitchFamily="18" charset="0"/>
                          </a:rPr>
                          <m:t>𝑥</m:t>
                        </m:r>
                        <m:r>
                          <a:rPr lang="en-US" sz="1200" b="0" i="1" smtClean="0">
                            <a:latin typeface="Cambria Math" panose="02040503050406030204" pitchFamily="18" charset="0"/>
                          </a:rPr>
                          <m:t>(</m:t>
                        </m:r>
                        <m:r>
                          <a:rPr lang="en-US" sz="1200" i="1">
                            <a:latin typeface="Cambria Math" panose="02040503050406030204" pitchFamily="18" charset="0"/>
                          </a:rPr>
                          <m:t>𝑡</m:t>
                        </m:r>
                        <m:r>
                          <a:rPr lang="en-US" sz="1200" b="0" i="1" smtClean="0">
                            <a:latin typeface="Cambria Math" panose="02040503050406030204" pitchFamily="18" charset="0"/>
                          </a:rPr>
                          <m:t>)</m:t>
                        </m:r>
                      </m:oMath>
                    </m:oMathPara>
                  </a14:m>
                  <a:endParaRPr lang="en-US" sz="1200" dirty="0"/>
                </a:p>
              </p:txBody>
            </p:sp>
          </mc:Choice>
          <mc:Fallback xmlns="">
            <p:sp>
              <p:nvSpPr>
                <p:cNvPr id="30" name="TextBox 29">
                  <a:extLst>
                    <a:ext uri="{FF2B5EF4-FFF2-40B4-BE49-F238E27FC236}">
                      <a16:creationId xmlns:a16="http://schemas.microsoft.com/office/drawing/2014/main" id="{50801052-7AB2-6C51-473A-568C10212B05}"/>
                    </a:ext>
                  </a:extLst>
                </p:cNvPr>
                <p:cNvSpPr txBox="1">
                  <a:spLocks noRot="1" noChangeAspect="1" noMove="1" noResize="1" noEditPoints="1" noAdjustHandles="1" noChangeArrowheads="1" noChangeShapeType="1" noTextEdit="1"/>
                </p:cNvSpPr>
                <p:nvPr/>
              </p:nvSpPr>
              <p:spPr>
                <a:xfrm>
                  <a:off x="2006215" y="2662238"/>
                  <a:ext cx="851209" cy="472225"/>
                </a:xfrm>
                <a:prstGeom prst="rect">
                  <a:avLst/>
                </a:prstGeom>
                <a:blipFill>
                  <a:blip r:embed="rId6"/>
                  <a:stretch>
                    <a:fillRect b="-8889"/>
                  </a:stretch>
                </a:blipFill>
              </p:spPr>
              <p:txBody>
                <a:bodyPr/>
                <a:lstStyle/>
                <a:p>
                  <a:r>
                    <a:rPr lang="en-US">
                      <a:noFill/>
                    </a:rPr>
                    <a:t> </a:t>
                  </a:r>
                </a:p>
              </p:txBody>
            </p:sp>
          </mc:Fallback>
        </mc:AlternateContent>
        <p:sp>
          <p:nvSpPr>
            <p:cNvPr id="31" name="Freeform: Shape 30">
              <a:extLst>
                <a:ext uri="{FF2B5EF4-FFF2-40B4-BE49-F238E27FC236}">
                  <a16:creationId xmlns:a16="http://schemas.microsoft.com/office/drawing/2014/main" id="{B6FB9898-AC0E-4727-B99B-0BEE98490D06}"/>
                </a:ext>
              </a:extLst>
            </p:cNvPr>
            <p:cNvSpPr/>
            <p:nvPr/>
          </p:nvSpPr>
          <p:spPr>
            <a:xfrm>
              <a:off x="3913984" y="2712426"/>
              <a:ext cx="548740" cy="572961"/>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Freeform: Shape 31">
              <a:extLst>
                <a:ext uri="{FF2B5EF4-FFF2-40B4-BE49-F238E27FC236}">
                  <a16:creationId xmlns:a16="http://schemas.microsoft.com/office/drawing/2014/main" id="{6FB48040-DC8F-3B2C-5745-73693624D0AF}"/>
                </a:ext>
              </a:extLst>
            </p:cNvPr>
            <p:cNvSpPr/>
            <p:nvPr/>
          </p:nvSpPr>
          <p:spPr>
            <a:xfrm>
              <a:off x="4939703" y="2712425"/>
              <a:ext cx="252155" cy="572961"/>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3" name="Freeform: Shape 32">
              <a:extLst>
                <a:ext uri="{FF2B5EF4-FFF2-40B4-BE49-F238E27FC236}">
                  <a16:creationId xmlns:a16="http://schemas.microsoft.com/office/drawing/2014/main" id="{32A05A43-7031-3A5E-8172-D0335CEC0057}"/>
                </a:ext>
              </a:extLst>
            </p:cNvPr>
            <p:cNvSpPr/>
            <p:nvPr/>
          </p:nvSpPr>
          <p:spPr>
            <a:xfrm flipH="1">
              <a:off x="5713266" y="2712424"/>
              <a:ext cx="330819" cy="572961"/>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A9DEFCB-6228-3425-4F50-FF97AAEF903B}"/>
                    </a:ext>
                  </a:extLst>
                </p:cNvPr>
                <p:cNvSpPr txBox="1"/>
                <p:nvPr/>
              </p:nvSpPr>
              <p:spPr>
                <a:xfrm>
                  <a:off x="6396085" y="2895626"/>
                  <a:ext cx="855909" cy="472225"/>
                </a:xfrm>
                <a:prstGeom prst="rect">
                  <a:avLst/>
                </a:prstGeom>
                <a:noFill/>
              </p:spPr>
              <p:txBody>
                <a:bodyPr wrap="none" rtlCol="0">
                  <a:spAutoFit/>
                </a:bodyPr>
                <a:lstStyle/>
                <a:p>
                  <a:pPr/>
                  <a14:m>
                    <m:oMathPara xmlns:m="http://schemas.openxmlformats.org/officeDocument/2006/math">
                      <m:oMath>
                        <m:r>
                          <a:rPr lang="en-US" sz="1200" b="0" i="1" smtClean="0">
                            <a:latin typeface="Cambria Math" panose="02040503050406030204" pitchFamily="18" charset="0"/>
                          </a:rPr>
                          <m:t>𝑦</m:t>
                        </m:r>
                        <m:r>
                          <a:rPr lang="en-US" sz="1200" b="0" i="1" smtClean="0">
                            <a:latin typeface="Cambria Math" panose="02040503050406030204" pitchFamily="18" charset="0"/>
                          </a:rPr>
                          <m:t>(</m:t>
                        </m:r>
                        <m:r>
                          <a:rPr lang="en-US" sz="1200" i="1">
                            <a:latin typeface="Cambria Math" panose="02040503050406030204" pitchFamily="18" charset="0"/>
                          </a:rPr>
                          <m:t>𝑡</m:t>
                        </m:r>
                        <m:r>
                          <a:rPr lang="en-US" sz="1200" b="0" i="1" smtClean="0">
                            <a:latin typeface="Cambria Math" panose="02040503050406030204" pitchFamily="18" charset="0"/>
                          </a:rPr>
                          <m:t>)</m:t>
                        </m:r>
                      </m:oMath>
                    </m:oMathPara>
                  </a14:m>
                  <a:endParaRPr lang="en-US" sz="1200" dirty="0"/>
                </a:p>
              </p:txBody>
            </p:sp>
          </mc:Choice>
          <mc:Fallback xmlns="">
            <p:sp>
              <p:nvSpPr>
                <p:cNvPr id="34" name="TextBox 33">
                  <a:extLst>
                    <a:ext uri="{FF2B5EF4-FFF2-40B4-BE49-F238E27FC236}">
                      <a16:creationId xmlns:a16="http://schemas.microsoft.com/office/drawing/2014/main" id="{8A9DEFCB-6228-3425-4F50-FF97AAEF903B}"/>
                    </a:ext>
                  </a:extLst>
                </p:cNvPr>
                <p:cNvSpPr txBox="1">
                  <a:spLocks noRot="1" noChangeAspect="1" noMove="1" noResize="1" noEditPoints="1" noAdjustHandles="1" noChangeArrowheads="1" noChangeShapeType="1" noTextEdit="1"/>
                </p:cNvSpPr>
                <p:nvPr/>
              </p:nvSpPr>
              <p:spPr>
                <a:xfrm>
                  <a:off x="6396085" y="2895626"/>
                  <a:ext cx="855909" cy="472225"/>
                </a:xfrm>
                <a:prstGeom prst="rect">
                  <a:avLst/>
                </a:prstGeom>
                <a:blipFill>
                  <a:blip r:embed="rId7"/>
                  <a:stretch>
                    <a:fillRect b="-8889"/>
                  </a:stretch>
                </a:blipFill>
              </p:spPr>
              <p:txBody>
                <a:bodyPr/>
                <a:lstStyle/>
                <a:p>
                  <a:r>
                    <a:rPr lang="en-US">
                      <a:noFill/>
                    </a:rPr>
                    <a:t> </a:t>
                  </a:r>
                </a:p>
              </p:txBody>
            </p:sp>
          </mc:Fallback>
        </mc:AlternateContent>
        <p:sp>
          <p:nvSpPr>
            <p:cNvPr id="35" name="Freeform: Shape 34">
              <a:extLst>
                <a:ext uri="{FF2B5EF4-FFF2-40B4-BE49-F238E27FC236}">
                  <a16:creationId xmlns:a16="http://schemas.microsoft.com/office/drawing/2014/main" id="{60837346-8CAC-E60E-AAF2-EF1E777D2069}"/>
                </a:ext>
              </a:extLst>
            </p:cNvPr>
            <p:cNvSpPr/>
            <p:nvPr/>
          </p:nvSpPr>
          <p:spPr>
            <a:xfrm>
              <a:off x="3908046" y="1071197"/>
              <a:ext cx="580427"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6" name="Freeform: Shape 35">
              <a:extLst>
                <a:ext uri="{FF2B5EF4-FFF2-40B4-BE49-F238E27FC236}">
                  <a16:creationId xmlns:a16="http://schemas.microsoft.com/office/drawing/2014/main" id="{59085741-1D07-59D9-0C03-35A715FE23AD}"/>
                </a:ext>
              </a:extLst>
            </p:cNvPr>
            <p:cNvSpPr/>
            <p:nvPr/>
          </p:nvSpPr>
          <p:spPr>
            <a:xfrm>
              <a:off x="3894858" y="464532"/>
              <a:ext cx="587328"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7" name="Freeform: Shape 36">
              <a:extLst>
                <a:ext uri="{FF2B5EF4-FFF2-40B4-BE49-F238E27FC236}">
                  <a16:creationId xmlns:a16="http://schemas.microsoft.com/office/drawing/2014/main" id="{CE5EDCEC-654C-861E-FA92-707AEA6372EE}"/>
                </a:ext>
              </a:extLst>
            </p:cNvPr>
            <p:cNvSpPr/>
            <p:nvPr/>
          </p:nvSpPr>
          <p:spPr>
            <a:xfrm>
              <a:off x="3908047" y="1557505"/>
              <a:ext cx="587328"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Freeform: Shape 37">
              <a:extLst>
                <a:ext uri="{FF2B5EF4-FFF2-40B4-BE49-F238E27FC236}">
                  <a16:creationId xmlns:a16="http://schemas.microsoft.com/office/drawing/2014/main" id="{0D2AE441-9B63-05DA-D012-9648A20B27B1}"/>
                </a:ext>
              </a:extLst>
            </p:cNvPr>
            <p:cNvSpPr/>
            <p:nvPr/>
          </p:nvSpPr>
          <p:spPr>
            <a:xfrm>
              <a:off x="4939703" y="1071197"/>
              <a:ext cx="252155"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9" name="Freeform: Shape 38">
              <a:extLst>
                <a:ext uri="{FF2B5EF4-FFF2-40B4-BE49-F238E27FC236}">
                  <a16:creationId xmlns:a16="http://schemas.microsoft.com/office/drawing/2014/main" id="{94A0D070-EC9A-B3E0-0DDA-0C751D59376D}"/>
                </a:ext>
              </a:extLst>
            </p:cNvPr>
            <p:cNvSpPr/>
            <p:nvPr/>
          </p:nvSpPr>
          <p:spPr>
            <a:xfrm>
              <a:off x="4926515" y="464532"/>
              <a:ext cx="255153"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Freeform: Shape 39">
              <a:extLst>
                <a:ext uri="{FF2B5EF4-FFF2-40B4-BE49-F238E27FC236}">
                  <a16:creationId xmlns:a16="http://schemas.microsoft.com/office/drawing/2014/main" id="{1522D75A-5302-0878-5FA0-4AE6AEAA0841}"/>
                </a:ext>
              </a:extLst>
            </p:cNvPr>
            <p:cNvSpPr/>
            <p:nvPr/>
          </p:nvSpPr>
          <p:spPr>
            <a:xfrm>
              <a:off x="4939704" y="1557505"/>
              <a:ext cx="255153"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 name="Freeform: Shape 40">
              <a:extLst>
                <a:ext uri="{FF2B5EF4-FFF2-40B4-BE49-F238E27FC236}">
                  <a16:creationId xmlns:a16="http://schemas.microsoft.com/office/drawing/2014/main" id="{1C9A0735-CCA8-A28E-496D-BDEBA4CB1308}"/>
                </a:ext>
              </a:extLst>
            </p:cNvPr>
            <p:cNvSpPr/>
            <p:nvPr/>
          </p:nvSpPr>
          <p:spPr>
            <a:xfrm flipH="1">
              <a:off x="5713266" y="1153259"/>
              <a:ext cx="349803" cy="61384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408156 h 408156"/>
                <a:gd name="connsiteX1" fmla="*/ 1608096 w 1608096"/>
                <a:gd name="connsiteY1" fmla="*/ 0 h 408156"/>
                <a:gd name="connsiteX0" fmla="*/ 0 w 1461557"/>
                <a:gd name="connsiteY0" fmla="*/ 683648 h 683648"/>
                <a:gd name="connsiteX1" fmla="*/ 1461557 w 1461557"/>
                <a:gd name="connsiteY1" fmla="*/ 0 h 683648"/>
                <a:gd name="connsiteX0" fmla="*/ 0 w 1520172"/>
                <a:gd name="connsiteY0" fmla="*/ 736403 h 736403"/>
                <a:gd name="connsiteX1" fmla="*/ 1520172 w 1520172"/>
                <a:gd name="connsiteY1" fmla="*/ 0 h 736403"/>
                <a:gd name="connsiteX0" fmla="*/ 0 w 1479141"/>
                <a:gd name="connsiteY0" fmla="*/ 818464 h 818464"/>
                <a:gd name="connsiteX1" fmla="*/ 1479141 w 1479141"/>
                <a:gd name="connsiteY1" fmla="*/ 0 h 818464"/>
              </a:gdLst>
              <a:ahLst/>
              <a:cxnLst>
                <a:cxn ang="0">
                  <a:pos x="connsiteX0" y="connsiteY0"/>
                </a:cxn>
                <a:cxn ang="0">
                  <a:pos x="connsiteX1" y="connsiteY1"/>
                </a:cxn>
              </a:cxnLst>
              <a:rect l="l" t="t" r="r" b="b"/>
              <a:pathLst>
                <a:path w="1479141" h="818464">
                  <a:moveTo>
                    <a:pt x="0" y="818464"/>
                  </a:moveTo>
                  <a:lnTo>
                    <a:pt x="147914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2" name="Freeform: Shape 41">
              <a:extLst>
                <a:ext uri="{FF2B5EF4-FFF2-40B4-BE49-F238E27FC236}">
                  <a16:creationId xmlns:a16="http://schemas.microsoft.com/office/drawing/2014/main" id="{B3BDBD39-F2B2-1595-7C04-E135F82AD3B2}"/>
                </a:ext>
              </a:extLst>
            </p:cNvPr>
            <p:cNvSpPr/>
            <p:nvPr/>
          </p:nvSpPr>
          <p:spPr>
            <a:xfrm flipH="1">
              <a:off x="5695920" y="546594"/>
              <a:ext cx="353962" cy="741308"/>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Lst>
              <a:ahLst/>
              <a:cxnLst>
                <a:cxn ang="0">
                  <a:pos x="connsiteX0" y="connsiteY0"/>
                </a:cxn>
                <a:cxn ang="0">
                  <a:pos x="connsiteX1" y="connsiteY1"/>
                </a:cxn>
                <a:cxn ang="0">
                  <a:pos x="connsiteX2" y="connsiteY2"/>
                </a:cxn>
              </a:cxnLst>
              <a:rect l="l" t="t" r="r" b="b"/>
              <a:pathLst>
                <a:path w="1496727" h="988409">
                  <a:moveTo>
                    <a:pt x="0" y="988409"/>
                  </a:moveTo>
                  <a:cubicBezTo>
                    <a:pt x="28472" y="486410"/>
                    <a:pt x="452975" y="151468"/>
                    <a:pt x="702429" y="43388"/>
                  </a:cubicBezTo>
                  <a:cubicBezTo>
                    <a:pt x="951883" y="-64692"/>
                    <a:pt x="1355184" y="27328"/>
                    <a:pt x="1496727" y="33993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3" name="Freeform: Shape 42">
              <a:extLst>
                <a:ext uri="{FF2B5EF4-FFF2-40B4-BE49-F238E27FC236}">
                  <a16:creationId xmlns:a16="http://schemas.microsoft.com/office/drawing/2014/main" id="{55122E44-A429-8F27-7966-456642ADAB9D}"/>
                </a:ext>
              </a:extLst>
            </p:cNvPr>
            <p:cNvSpPr/>
            <p:nvPr/>
          </p:nvSpPr>
          <p:spPr>
            <a:xfrm flipH="1">
              <a:off x="5709109" y="1639567"/>
              <a:ext cx="353962" cy="765400"/>
            </a:xfrm>
            <a:custGeom>
              <a:avLst/>
              <a:gdLst>
                <a:gd name="connsiteX0" fmla="*/ 0 w 9433249"/>
                <a:gd name="connsiteY0" fmla="*/ 0 h 524408"/>
                <a:gd name="connsiteX1" fmla="*/ 1101013 w 9433249"/>
                <a:gd name="connsiteY1" fmla="*/ 485191 h 524408"/>
                <a:gd name="connsiteX2" fmla="*/ 4646645 w 9433249"/>
                <a:gd name="connsiteY2" fmla="*/ 494522 h 524408"/>
                <a:gd name="connsiteX3" fmla="*/ 8192278 w 9433249"/>
                <a:gd name="connsiteY3" fmla="*/ 494522 h 524408"/>
                <a:gd name="connsiteX4" fmla="*/ 9433249 w 9433249"/>
                <a:gd name="connsiteY4" fmla="*/ 494522 h 524408"/>
                <a:gd name="connsiteX0" fmla="*/ 0 w 9433249"/>
                <a:gd name="connsiteY0" fmla="*/ 0 h 524408"/>
                <a:gd name="connsiteX1" fmla="*/ 1101013 w 9433249"/>
                <a:gd name="connsiteY1" fmla="*/ 485191 h 524408"/>
                <a:gd name="connsiteX2" fmla="*/ 4646645 w 9433249"/>
                <a:gd name="connsiteY2" fmla="*/ 494522 h 524408"/>
                <a:gd name="connsiteX3" fmla="*/ 9433249 w 9433249"/>
                <a:gd name="connsiteY3" fmla="*/ 494522 h 524408"/>
                <a:gd name="connsiteX0" fmla="*/ 0 w 9433249"/>
                <a:gd name="connsiteY0" fmla="*/ 0 h 523927"/>
                <a:gd name="connsiteX1" fmla="*/ 1101013 w 9433249"/>
                <a:gd name="connsiteY1" fmla="*/ 485191 h 523927"/>
                <a:gd name="connsiteX2" fmla="*/ 9433249 w 9433249"/>
                <a:gd name="connsiteY2" fmla="*/ 494522 h 523927"/>
                <a:gd name="connsiteX0" fmla="*/ 0 w 2475604"/>
                <a:gd name="connsiteY0" fmla="*/ 120944 h 607088"/>
                <a:gd name="connsiteX1" fmla="*/ 1101013 w 2475604"/>
                <a:gd name="connsiteY1" fmla="*/ 606135 h 607088"/>
                <a:gd name="connsiteX2" fmla="*/ 2475604 w 2475604"/>
                <a:gd name="connsiteY2" fmla="*/ 4 h 607088"/>
                <a:gd name="connsiteX0" fmla="*/ 0 w 2475604"/>
                <a:gd name="connsiteY0" fmla="*/ 120940 h 607084"/>
                <a:gd name="connsiteX1" fmla="*/ 1101013 w 2475604"/>
                <a:gd name="connsiteY1" fmla="*/ 606131 h 607084"/>
                <a:gd name="connsiteX2" fmla="*/ 2475604 w 2475604"/>
                <a:gd name="connsiteY2" fmla="*/ 0 h 607084"/>
                <a:gd name="connsiteX0" fmla="*/ 0 w 2305619"/>
                <a:gd name="connsiteY0" fmla="*/ 296787 h 786921"/>
                <a:gd name="connsiteX1" fmla="*/ 1101013 w 2305619"/>
                <a:gd name="connsiteY1" fmla="*/ 781978 h 786921"/>
                <a:gd name="connsiteX2" fmla="*/ 2305619 w 2305619"/>
                <a:gd name="connsiteY2" fmla="*/ 0 h 786921"/>
                <a:gd name="connsiteX0" fmla="*/ 0 w 2405266"/>
                <a:gd name="connsiteY0" fmla="*/ 367125 h 790677"/>
                <a:gd name="connsiteX1" fmla="*/ 1200660 w 2405266"/>
                <a:gd name="connsiteY1" fmla="*/ 781978 h 790677"/>
                <a:gd name="connsiteX2" fmla="*/ 2405266 w 2405266"/>
                <a:gd name="connsiteY2" fmla="*/ 0 h 790677"/>
                <a:gd name="connsiteX0" fmla="*/ 0 w 2405266"/>
                <a:gd name="connsiteY0" fmla="*/ 367125 h 678116"/>
                <a:gd name="connsiteX1" fmla="*/ 1106876 w 2405266"/>
                <a:gd name="connsiteY1" fmla="*/ 664748 h 678116"/>
                <a:gd name="connsiteX2" fmla="*/ 2405266 w 2405266"/>
                <a:gd name="connsiteY2" fmla="*/ 0 h 678116"/>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721397"/>
                <a:gd name="connsiteX1" fmla="*/ 1106876 w 1608096"/>
                <a:gd name="connsiteY1" fmla="*/ 705779 h 721397"/>
                <a:gd name="connsiteX2" fmla="*/ 1608096 w 1608096"/>
                <a:gd name="connsiteY2" fmla="*/ 0 h 721397"/>
                <a:gd name="connsiteX0" fmla="*/ 0 w 1608096"/>
                <a:gd name="connsiteY0" fmla="*/ 408156 h 683586"/>
                <a:gd name="connsiteX1" fmla="*/ 960337 w 1608096"/>
                <a:gd name="connsiteY1" fmla="*/ 664749 h 683586"/>
                <a:gd name="connsiteX2" fmla="*/ 1608096 w 1608096"/>
                <a:gd name="connsiteY2" fmla="*/ 0 h 683586"/>
                <a:gd name="connsiteX0" fmla="*/ 0 w 1608096"/>
                <a:gd name="connsiteY0" fmla="*/ 837225 h 864760"/>
                <a:gd name="connsiteX1" fmla="*/ 813799 w 1608096"/>
                <a:gd name="connsiteY1" fmla="*/ 3572 h 864760"/>
                <a:gd name="connsiteX2" fmla="*/ 1608096 w 1608096"/>
                <a:gd name="connsiteY2" fmla="*/ 429069 h 864760"/>
                <a:gd name="connsiteX0" fmla="*/ 0 w 1608096"/>
                <a:gd name="connsiteY0" fmla="*/ 837225 h 837225"/>
                <a:gd name="connsiteX1" fmla="*/ 813799 w 1608096"/>
                <a:gd name="connsiteY1" fmla="*/ 3572 h 837225"/>
                <a:gd name="connsiteX2" fmla="*/ 1608096 w 1608096"/>
                <a:gd name="connsiteY2" fmla="*/ 429069 h 837225"/>
                <a:gd name="connsiteX0" fmla="*/ 0 w 1608096"/>
                <a:gd name="connsiteY0" fmla="*/ 847908 h 847908"/>
                <a:gd name="connsiteX1" fmla="*/ 813799 w 1608096"/>
                <a:gd name="connsiteY1" fmla="*/ 14255 h 847908"/>
                <a:gd name="connsiteX2" fmla="*/ 1608096 w 1608096"/>
                <a:gd name="connsiteY2" fmla="*/ 439752 h 847908"/>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1101757 h 1101757"/>
                <a:gd name="connsiteX1" fmla="*/ 702430 w 1496727"/>
                <a:gd name="connsiteY1" fmla="*/ 27782 h 1101757"/>
                <a:gd name="connsiteX2" fmla="*/ 1496727 w 1496727"/>
                <a:gd name="connsiteY2" fmla="*/ 453279 h 1101757"/>
                <a:gd name="connsiteX0" fmla="*/ 0 w 1496727"/>
                <a:gd name="connsiteY0" fmla="*/ 998154 h 998154"/>
                <a:gd name="connsiteX1" fmla="*/ 761044 w 1496727"/>
                <a:gd name="connsiteY1" fmla="*/ 41410 h 998154"/>
                <a:gd name="connsiteX2" fmla="*/ 1496727 w 1496727"/>
                <a:gd name="connsiteY2" fmla="*/ 349676 h 998154"/>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988409 h 988409"/>
                <a:gd name="connsiteX1" fmla="*/ 702429 w 1496727"/>
                <a:gd name="connsiteY1" fmla="*/ 43388 h 988409"/>
                <a:gd name="connsiteX2" fmla="*/ 1496727 w 1496727"/>
                <a:gd name="connsiteY2" fmla="*/ 339931 h 988409"/>
                <a:gd name="connsiteX0" fmla="*/ 0 w 1496727"/>
                <a:gd name="connsiteY0" fmla="*/ 700797 h 1042301"/>
                <a:gd name="connsiteX1" fmla="*/ 784491 w 1496727"/>
                <a:gd name="connsiteY1" fmla="*/ 1033590 h 1042301"/>
                <a:gd name="connsiteX2" fmla="*/ 1496727 w 1496727"/>
                <a:gd name="connsiteY2" fmla="*/ 52319 h 1042301"/>
                <a:gd name="connsiteX0" fmla="*/ 0 w 1496727"/>
                <a:gd name="connsiteY0" fmla="*/ 700797 h 1072850"/>
                <a:gd name="connsiteX1" fmla="*/ 784491 w 1496727"/>
                <a:gd name="connsiteY1" fmla="*/ 1033590 h 1072850"/>
                <a:gd name="connsiteX2" fmla="*/ 1496727 w 1496727"/>
                <a:gd name="connsiteY2" fmla="*/ 52319 h 1072850"/>
                <a:gd name="connsiteX0" fmla="*/ 0 w 1496727"/>
                <a:gd name="connsiteY0" fmla="*/ 648478 h 1020531"/>
                <a:gd name="connsiteX1" fmla="*/ 784491 w 1496727"/>
                <a:gd name="connsiteY1" fmla="*/ 981271 h 1020531"/>
                <a:gd name="connsiteX2" fmla="*/ 1496727 w 1496727"/>
                <a:gd name="connsiteY2" fmla="*/ 0 h 1020531"/>
              </a:gdLst>
              <a:ahLst/>
              <a:cxnLst>
                <a:cxn ang="0">
                  <a:pos x="connsiteX0" y="connsiteY0"/>
                </a:cxn>
                <a:cxn ang="0">
                  <a:pos x="connsiteX1" y="connsiteY1"/>
                </a:cxn>
                <a:cxn ang="0">
                  <a:pos x="connsiteX2" y="connsiteY2"/>
                </a:cxn>
              </a:cxnLst>
              <a:rect l="l" t="t" r="r" b="b"/>
              <a:pathLst>
                <a:path w="1496727" h="1020531">
                  <a:moveTo>
                    <a:pt x="0" y="648478"/>
                  </a:moveTo>
                  <a:cubicBezTo>
                    <a:pt x="104672" y="972955"/>
                    <a:pt x="535037" y="1089351"/>
                    <a:pt x="784491" y="981271"/>
                  </a:cubicBezTo>
                  <a:cubicBezTo>
                    <a:pt x="1033945" y="873191"/>
                    <a:pt x="1378631" y="431812"/>
                    <a:pt x="149672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07AF153-B27A-8876-2010-0FB30236BB60}"/>
                    </a:ext>
                  </a:extLst>
                </p:cNvPr>
                <p:cNvSpPr txBox="1"/>
                <p:nvPr/>
              </p:nvSpPr>
              <p:spPr>
                <a:xfrm>
                  <a:off x="4512628" y="-461092"/>
                  <a:ext cx="1631910" cy="472225"/>
                </a:xfrm>
                <a:prstGeom prst="rect">
                  <a:avLst/>
                </a:prstGeom>
                <a:noFill/>
              </p:spPr>
              <p:txBody>
                <a:bodyPr wrap="none" rtlCol="0">
                  <a:spAutoFit/>
                </a:bodyPr>
                <a:lstStyle/>
                <a:p>
                  <a:pPr/>
                  <a14:m>
                    <m:oMathPara xmlns:m="http://schemas.openxmlformats.org/officeDocument/2006/math">
                      <m:oMath>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r>
                              <a:rPr lang="en-US" sz="1200" b="0" i="1" smtClean="0">
                                <a:latin typeface="Cambria Math" panose="02040503050406030204" pitchFamily="18" charset="0"/>
                              </a:rPr>
                              <m:t>,</m:t>
                            </m:r>
                            <m:r>
                              <a:rPr lang="en-US" sz="1200" b="0" i="1" smtClean="0">
                                <a:latin typeface="Cambria Math" panose="02040503050406030204" pitchFamily="18" charset="0"/>
                              </a:rPr>
                              <m:t>𝑦</m:t>
                            </m:r>
                            <m:d>
                              <m:dPr>
                                <m:ctrlPr>
                                  <a:rPr lang="en-US" sz="1200" i="1">
                                    <a:latin typeface="Cambria Math" panose="02040503050406030204" pitchFamily="18" charset="0"/>
                                  </a:rPr>
                                </m:ctrlPr>
                              </m:dPr>
                              <m:e>
                                <m:r>
                                  <a:rPr lang="en-US" sz="1200" i="1">
                                    <a:latin typeface="Cambria Math" panose="02040503050406030204" pitchFamily="18" charset="0"/>
                                  </a:rPr>
                                  <m:t>𝑡</m:t>
                                </m:r>
                              </m:e>
                            </m:d>
                          </m:e>
                        </m:d>
                      </m:oMath>
                    </m:oMathPara>
                  </a14:m>
                  <a:endParaRPr lang="en-US" sz="1200" dirty="0"/>
                </a:p>
              </p:txBody>
            </p:sp>
          </mc:Choice>
          <mc:Fallback xmlns="">
            <p:sp>
              <p:nvSpPr>
                <p:cNvPr id="44" name="TextBox 43">
                  <a:extLst>
                    <a:ext uri="{FF2B5EF4-FFF2-40B4-BE49-F238E27FC236}">
                      <a16:creationId xmlns:a16="http://schemas.microsoft.com/office/drawing/2014/main" id="{F07AF153-B27A-8876-2010-0FB30236BB60}"/>
                    </a:ext>
                  </a:extLst>
                </p:cNvPr>
                <p:cNvSpPr txBox="1">
                  <a:spLocks noRot="1" noChangeAspect="1" noMove="1" noResize="1" noEditPoints="1" noAdjustHandles="1" noChangeArrowheads="1" noChangeShapeType="1" noTextEdit="1"/>
                </p:cNvSpPr>
                <p:nvPr/>
              </p:nvSpPr>
              <p:spPr>
                <a:xfrm>
                  <a:off x="4512628" y="-461092"/>
                  <a:ext cx="1631910" cy="472225"/>
                </a:xfrm>
                <a:prstGeom prst="rect">
                  <a:avLst/>
                </a:prstGeom>
                <a:blipFill>
                  <a:blip r:embed="rId8"/>
                  <a:stretch>
                    <a:fillRect/>
                  </a:stretch>
                </a:blipFill>
              </p:spPr>
              <p:txBody>
                <a:bodyPr/>
                <a:lstStyle/>
                <a:p>
                  <a:r>
                    <a:rPr lang="en-US">
                      <a:noFill/>
                    </a:rPr>
                    <a:t> </a:t>
                  </a:r>
                </a:p>
              </p:txBody>
            </p:sp>
          </mc:Fallback>
        </mc:AlternateContent>
        <p:sp>
          <p:nvSpPr>
            <p:cNvPr id="45" name="Trapezoid 44">
              <a:extLst>
                <a:ext uri="{FF2B5EF4-FFF2-40B4-BE49-F238E27FC236}">
                  <a16:creationId xmlns:a16="http://schemas.microsoft.com/office/drawing/2014/main" id="{E7DE360A-6948-65A2-1BBA-09A8C6655263}"/>
                </a:ext>
              </a:extLst>
            </p:cNvPr>
            <p:cNvSpPr/>
            <p:nvPr/>
          </p:nvSpPr>
          <p:spPr>
            <a:xfrm>
              <a:off x="3349870" y="2576146"/>
              <a:ext cx="3239966" cy="804496"/>
            </a:xfrm>
            <a:prstGeom prst="trapezoid">
              <a:avLst>
                <a:gd name="adj" fmla="val 59973"/>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6" name="Trapezoid 45">
              <a:extLst>
                <a:ext uri="{FF2B5EF4-FFF2-40B4-BE49-F238E27FC236}">
                  <a16:creationId xmlns:a16="http://schemas.microsoft.com/office/drawing/2014/main" id="{6D1F731B-3B09-A9F0-BBBC-7272F2B5EB0E}"/>
                </a:ext>
              </a:extLst>
            </p:cNvPr>
            <p:cNvSpPr/>
            <p:nvPr/>
          </p:nvSpPr>
          <p:spPr>
            <a:xfrm rot="5400000">
              <a:off x="1084992" y="695569"/>
              <a:ext cx="2611317" cy="1422394"/>
            </a:xfrm>
            <a:prstGeom prst="trapezoid">
              <a:avLst>
                <a:gd name="adj" fmla="val 24581"/>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47" name="Group 46">
              <a:extLst>
                <a:ext uri="{FF2B5EF4-FFF2-40B4-BE49-F238E27FC236}">
                  <a16:creationId xmlns:a16="http://schemas.microsoft.com/office/drawing/2014/main" id="{510B4903-FA7A-396D-A6C8-91B2EE5FEF5E}"/>
                </a:ext>
              </a:extLst>
            </p:cNvPr>
            <p:cNvGrpSpPr/>
            <p:nvPr/>
          </p:nvGrpSpPr>
          <p:grpSpPr>
            <a:xfrm>
              <a:off x="3343049" y="101108"/>
              <a:ext cx="3246786" cy="2614247"/>
              <a:chOff x="3343049" y="101108"/>
              <a:chExt cx="3246786" cy="2614247"/>
            </a:xfrm>
          </p:grpSpPr>
          <p:sp>
            <p:nvSpPr>
              <p:cNvPr id="48" name="Trapezoid 47">
                <a:extLst>
                  <a:ext uri="{FF2B5EF4-FFF2-40B4-BE49-F238E27FC236}">
                    <a16:creationId xmlns:a16="http://schemas.microsoft.com/office/drawing/2014/main" id="{90B85838-8733-5CB5-AC82-EECC9E09D02A}"/>
                  </a:ext>
                </a:extLst>
              </p:cNvPr>
              <p:cNvSpPr/>
              <p:nvPr/>
            </p:nvSpPr>
            <p:spPr>
              <a:xfrm rot="5400000" flipV="1">
                <a:off x="5041386" y="1163976"/>
                <a:ext cx="2611317" cy="485581"/>
              </a:xfrm>
              <a:prstGeom prst="trapezoid">
                <a:avLst>
                  <a:gd name="adj" fmla="val 68942"/>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9" name="Trapezoid 48">
                <a:extLst>
                  <a:ext uri="{FF2B5EF4-FFF2-40B4-BE49-F238E27FC236}">
                    <a16:creationId xmlns:a16="http://schemas.microsoft.com/office/drawing/2014/main" id="{A0724855-CE77-45DB-8584-3C413E018746}"/>
                  </a:ext>
                </a:extLst>
              </p:cNvPr>
              <p:cNvSpPr/>
              <p:nvPr/>
            </p:nvSpPr>
            <p:spPr>
              <a:xfrm rot="5400000">
                <a:off x="2278753" y="1172225"/>
                <a:ext cx="2611317" cy="469084"/>
              </a:xfrm>
              <a:prstGeom prst="trapezoid">
                <a:avLst>
                  <a:gd name="adj" fmla="val 71440"/>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50" name="Straight Connector 49">
                <a:extLst>
                  <a:ext uri="{FF2B5EF4-FFF2-40B4-BE49-F238E27FC236}">
                    <a16:creationId xmlns:a16="http://schemas.microsoft.com/office/drawing/2014/main" id="{29E28CAD-6CC7-9C20-F0F7-D1E20BBB0BC8}"/>
                  </a:ext>
                </a:extLst>
              </p:cNvPr>
              <p:cNvCxnSpPr>
                <a:cxnSpLocks/>
              </p:cNvCxnSpPr>
              <p:nvPr/>
            </p:nvCxnSpPr>
            <p:spPr>
              <a:xfrm>
                <a:off x="3818954" y="441091"/>
                <a:ext cx="228530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B8128DD1-BDCD-7921-92B4-F39DC7688332}"/>
                  </a:ext>
                </a:extLst>
              </p:cNvPr>
              <p:cNvCxnSpPr>
                <a:cxnSpLocks/>
              </p:cNvCxnSpPr>
              <p:nvPr/>
            </p:nvCxnSpPr>
            <p:spPr>
              <a:xfrm>
                <a:off x="3835073" y="2373934"/>
                <a:ext cx="228530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86EEE2E2-C9C5-F784-39DD-10D8752446A9}"/>
                  </a:ext>
                </a:extLst>
              </p:cNvPr>
              <p:cNvCxnSpPr>
                <a:cxnSpLocks/>
              </p:cNvCxnSpPr>
              <p:nvPr/>
            </p:nvCxnSpPr>
            <p:spPr>
              <a:xfrm>
                <a:off x="3352725" y="101117"/>
                <a:ext cx="323711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5E8B517E-F9D5-8B78-83EC-ACDE015119D3}"/>
                  </a:ext>
                </a:extLst>
              </p:cNvPr>
              <p:cNvCxnSpPr>
                <a:cxnSpLocks/>
              </p:cNvCxnSpPr>
              <p:nvPr/>
            </p:nvCxnSpPr>
            <p:spPr>
              <a:xfrm>
                <a:off x="3343049" y="2715355"/>
                <a:ext cx="3237110" cy="0"/>
              </a:xfrm>
              <a:prstGeom prst="line">
                <a:avLst/>
              </a:prstGeom>
              <a:noFill/>
              <a:ln w="19050">
                <a:solidFill>
                  <a:schemeClr val="tx1">
                    <a:lumMod val="75000"/>
                    <a:lumOff val="25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gr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D8E9002-7A4E-7A75-AFA9-CFC1E29E5C7B}"/>
                  </a:ext>
                </a:extLst>
              </p:cNvPr>
              <p:cNvSpPr txBox="1"/>
              <p:nvPr/>
            </p:nvSpPr>
            <p:spPr>
              <a:xfrm>
                <a:off x="2953995" y="4369799"/>
                <a:ext cx="467629"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𝑑𝑡</m:t>
                      </m:r>
                    </m:oMath>
                  </m:oMathPara>
                </a14:m>
                <a:endParaRPr lang="en-US" dirty="0"/>
              </a:p>
            </p:txBody>
          </p:sp>
        </mc:Choice>
        <mc:Fallback xmlns="">
          <p:sp>
            <p:nvSpPr>
              <p:cNvPr id="54" name="TextBox 53">
                <a:extLst>
                  <a:ext uri="{FF2B5EF4-FFF2-40B4-BE49-F238E27FC236}">
                    <a16:creationId xmlns:a16="http://schemas.microsoft.com/office/drawing/2014/main" id="{DD8E9002-7A4E-7A75-AFA9-CFC1E29E5C7B}"/>
                  </a:ext>
                </a:extLst>
              </p:cNvPr>
              <p:cNvSpPr txBox="1">
                <a:spLocks noRot="1" noChangeAspect="1" noMove="1" noResize="1" noEditPoints="1" noAdjustHandles="1" noChangeArrowheads="1" noChangeShapeType="1" noTextEdit="1"/>
              </p:cNvSpPr>
              <p:nvPr/>
            </p:nvSpPr>
            <p:spPr>
              <a:xfrm>
                <a:off x="2953995" y="4369799"/>
                <a:ext cx="467629" cy="369332"/>
              </a:xfrm>
              <a:prstGeom prst="rect">
                <a:avLst/>
              </a:prstGeom>
              <a:blipFill>
                <a:blip r:embed="rId9"/>
                <a:stretch>
                  <a:fillRect/>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064CD4D7-4AFB-BAB8-A6C7-74ED5357BAFC}"/>
              </a:ext>
            </a:extLst>
          </p:cNvPr>
          <p:cNvSpPr txBox="1"/>
          <p:nvPr/>
        </p:nvSpPr>
        <p:spPr>
          <a:xfrm>
            <a:off x="1265879" y="4823422"/>
            <a:ext cx="7190110" cy="369332"/>
          </a:xfrm>
          <a:prstGeom prst="rect">
            <a:avLst/>
          </a:prstGeom>
          <a:noFill/>
        </p:spPr>
        <p:txBody>
          <a:bodyPr wrap="none" rtlCol="0">
            <a:spAutoFit/>
          </a:bodyPr>
          <a:lstStyle/>
          <a:p>
            <a:r>
              <a:rPr lang="en-US" dirty="0"/>
              <a:t>This requirement allows us to properly talk about different physical objects</a:t>
            </a:r>
          </a:p>
        </p:txBody>
      </p:sp>
      <p:sp>
        <p:nvSpPr>
          <p:cNvPr id="3" name="Footer Placeholder 2">
            <a:extLst>
              <a:ext uri="{FF2B5EF4-FFF2-40B4-BE49-F238E27FC236}">
                <a16:creationId xmlns:a16="http://schemas.microsoft.com/office/drawing/2014/main" id="{9FD9749A-5AFE-3093-0757-0B7EC316BE10}"/>
              </a:ext>
            </a:extLst>
          </p:cNvPr>
          <p:cNvSpPr>
            <a:spLocks noGrp="1"/>
          </p:cNvSpPr>
          <p:nvPr>
            <p:ph type="ftr" sz="quarter" idx="11"/>
          </p:nvPr>
        </p:nvSpPr>
        <p:spPr/>
        <p:txBody>
          <a:bodyPr/>
          <a:lstStyle/>
          <a:p>
            <a:r>
              <a:rPr lang="en-US"/>
              <a:t>Christine Aidala - University of Michigan</a:t>
            </a:r>
          </a:p>
        </p:txBody>
      </p:sp>
    </p:spTree>
    <p:extLst>
      <p:ext uri="{BB962C8B-B14F-4D97-AF65-F5344CB8AC3E}">
        <p14:creationId xmlns:p14="http://schemas.microsoft.com/office/powerpoint/2010/main" val="2273589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1FFCB-0467-E626-588B-5AB47666B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A8BFE-3F2F-54AC-A65B-DF8560D1AE65}"/>
              </a:ext>
            </a:extLst>
          </p:cNvPr>
          <p:cNvSpPr>
            <a:spLocks noGrp="1"/>
          </p:cNvSpPr>
          <p:nvPr>
            <p:ph type="title"/>
          </p:nvPr>
        </p:nvSpPr>
        <p:spPr/>
        <p:txBody>
          <a:bodyPr/>
          <a:lstStyle/>
          <a:p>
            <a:r>
              <a:rPr lang="en-US" dirty="0"/>
              <a:t>Wrapping it up</a:t>
            </a:r>
          </a:p>
        </p:txBody>
      </p:sp>
      <p:sp>
        <p:nvSpPr>
          <p:cNvPr id="3" name="Content Placeholder 2">
            <a:extLst>
              <a:ext uri="{FF2B5EF4-FFF2-40B4-BE49-F238E27FC236}">
                <a16:creationId xmlns:a16="http://schemas.microsoft.com/office/drawing/2014/main" id="{13B14B59-DDEB-61AC-5A92-A299A4767C08}"/>
              </a:ext>
            </a:extLst>
          </p:cNvPr>
          <p:cNvSpPr>
            <a:spLocks noGrp="1"/>
          </p:cNvSpPr>
          <p:nvPr>
            <p:ph idx="1"/>
          </p:nvPr>
        </p:nvSpPr>
        <p:spPr/>
        <p:txBody>
          <a:bodyPr>
            <a:normAutofit/>
          </a:bodyPr>
          <a:lstStyle/>
          <a:p>
            <a:r>
              <a:rPr lang="en-US" dirty="0"/>
              <a:t>Assumptions of Physics: different approach to the foundations of physics</a:t>
            </a:r>
          </a:p>
          <a:p>
            <a:pPr lvl="1"/>
            <a:r>
              <a:rPr lang="en-US" dirty="0"/>
              <a:t>No interpretations, no theories of everything: physically meaningful starting points from which we can rederive the laws and the mathematical frameworks they need</a:t>
            </a:r>
          </a:p>
          <a:p>
            <a:pPr lvl="1"/>
            <a:r>
              <a:rPr lang="en-US" dirty="0"/>
              <a:t>Physical theories are models that can be empirically tested</a:t>
            </a:r>
          </a:p>
          <a:p>
            <a:pPr lvl="2"/>
            <a:r>
              <a:rPr lang="en-US" dirty="0"/>
              <a:t>Need to clarify exactly what the realm of applicability of each model is</a:t>
            </a:r>
          </a:p>
          <a:p>
            <a:endParaRPr lang="en-US" dirty="0"/>
          </a:p>
          <a:p>
            <a:r>
              <a:rPr lang="en-US" dirty="0"/>
              <a:t>Reverse Physics: reverse engineer principles from the known laws</a:t>
            </a:r>
          </a:p>
          <a:p>
            <a:pPr lvl="1"/>
            <a:r>
              <a:rPr lang="en-US" dirty="0"/>
              <a:t>Find physical principles and assumptions from which to rederive the laws</a:t>
            </a:r>
          </a:p>
          <a:p>
            <a:pPr lvl="1"/>
            <a:r>
              <a:rPr lang="en-US" dirty="0"/>
              <a:t>These starting points must have a clear intuitive meaning for the </a:t>
            </a:r>
            <a:br>
              <a:rPr lang="en-US" dirty="0"/>
            </a:br>
            <a:r>
              <a:rPr lang="en-US" dirty="0"/>
              <a:t>majority of physicists and engineers</a:t>
            </a:r>
          </a:p>
          <a:p>
            <a:pPr lvl="1"/>
            <a:r>
              <a:rPr lang="en-US" dirty="0"/>
              <a:t>Investigate physics as a whole (no theory is “more fundamental”)</a:t>
            </a:r>
          </a:p>
        </p:txBody>
      </p:sp>
      <p:sp>
        <p:nvSpPr>
          <p:cNvPr id="4" name="Slide Number Placeholder 3">
            <a:extLst>
              <a:ext uri="{FF2B5EF4-FFF2-40B4-BE49-F238E27FC236}">
                <a16:creationId xmlns:a16="http://schemas.microsoft.com/office/drawing/2014/main" id="{34F3D121-D8D1-C709-8231-84AB2936FCB7}"/>
              </a:ext>
            </a:extLst>
          </p:cNvPr>
          <p:cNvSpPr>
            <a:spLocks noGrp="1"/>
          </p:cNvSpPr>
          <p:nvPr>
            <p:ph type="sldNum" sz="quarter" idx="13"/>
          </p:nvPr>
        </p:nvSpPr>
        <p:spPr/>
        <p:txBody>
          <a:bodyPr/>
          <a:lstStyle/>
          <a:p>
            <a:fld id="{F47845EA-7733-40EE-B074-20032348B727}" type="slidenum">
              <a:rPr lang="en-US" smtClean="0"/>
              <a:t>41</a:t>
            </a:fld>
            <a:endParaRPr lang="en-US"/>
          </a:p>
        </p:txBody>
      </p:sp>
      <p:sp>
        <p:nvSpPr>
          <p:cNvPr id="5" name="Footer Placeholder 4">
            <a:extLst>
              <a:ext uri="{FF2B5EF4-FFF2-40B4-BE49-F238E27FC236}">
                <a16:creationId xmlns:a16="http://schemas.microsoft.com/office/drawing/2014/main" id="{6B65C237-79BD-6C45-11C7-C7067F5A3F21}"/>
              </a:ext>
            </a:extLst>
          </p:cNvPr>
          <p:cNvSpPr>
            <a:spLocks noGrp="1"/>
          </p:cNvSpPr>
          <p:nvPr>
            <p:ph type="ftr" sz="quarter" idx="11"/>
          </p:nvPr>
        </p:nvSpPr>
        <p:spPr/>
        <p:txBody>
          <a:bodyPr/>
          <a:lstStyle/>
          <a:p>
            <a:r>
              <a:rPr lang="en-US"/>
              <a:t>Christine Aidala - University of Michigan</a:t>
            </a:r>
          </a:p>
        </p:txBody>
      </p:sp>
    </p:spTree>
    <p:extLst>
      <p:ext uri="{BB962C8B-B14F-4D97-AF65-F5344CB8AC3E}">
        <p14:creationId xmlns:p14="http://schemas.microsoft.com/office/powerpoint/2010/main" val="187942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76FD77-4267-4B26-1F85-8E7BF84C79FF}"/>
              </a:ext>
            </a:extLst>
          </p:cNvPr>
          <p:cNvSpPr txBox="1"/>
          <p:nvPr/>
        </p:nvSpPr>
        <p:spPr>
          <a:xfrm>
            <a:off x="737421" y="1591147"/>
            <a:ext cx="10726604" cy="1569660"/>
          </a:xfrm>
          <a:prstGeom prst="rect">
            <a:avLst/>
          </a:prstGeom>
          <a:noFill/>
        </p:spPr>
        <p:txBody>
          <a:bodyPr wrap="square" rtlCol="0">
            <a:spAutoFit/>
          </a:bodyPr>
          <a:lstStyle/>
          <a:p>
            <a:pPr algn="ctr"/>
            <a:r>
              <a:rPr lang="en-US" sz="3200" dirty="0">
                <a:solidFill>
                  <a:schemeClr val="accent6">
                    <a:lumMod val="75000"/>
                  </a:schemeClr>
                </a:solidFill>
              </a:rPr>
              <a:t>Extracting principles/assumptions behind the laws gives us solid intuition that cuts across fields and leads to new insights, potentially opening new avenues of research</a:t>
            </a:r>
          </a:p>
        </p:txBody>
      </p:sp>
      <p:sp>
        <p:nvSpPr>
          <p:cNvPr id="2" name="TextBox 1">
            <a:extLst>
              <a:ext uri="{FF2B5EF4-FFF2-40B4-BE49-F238E27FC236}">
                <a16:creationId xmlns:a16="http://schemas.microsoft.com/office/drawing/2014/main" id="{E5F11B24-C0EE-17DE-A076-48E14FB07FC9}"/>
              </a:ext>
            </a:extLst>
          </p:cNvPr>
          <p:cNvSpPr txBox="1"/>
          <p:nvPr/>
        </p:nvSpPr>
        <p:spPr>
          <a:xfrm>
            <a:off x="341466" y="181046"/>
            <a:ext cx="11509065" cy="1077218"/>
          </a:xfrm>
          <a:prstGeom prst="rect">
            <a:avLst/>
          </a:prstGeom>
          <a:noFill/>
        </p:spPr>
        <p:txBody>
          <a:bodyPr wrap="square" rtlCol="0">
            <a:spAutoFit/>
          </a:bodyPr>
          <a:lstStyle/>
          <a:p>
            <a:pPr algn="ctr"/>
            <a:r>
              <a:rPr lang="en-US" sz="3200" dirty="0">
                <a:solidFill>
                  <a:schemeClr val="accent6">
                    <a:lumMod val="75000"/>
                  </a:schemeClr>
                </a:solidFill>
              </a:rPr>
              <a:t>Reverse Physics tells us there are not many “independent concepts” in a physical theory</a:t>
            </a:r>
          </a:p>
        </p:txBody>
      </p:sp>
      <p:sp>
        <p:nvSpPr>
          <p:cNvPr id="3" name="Footer Placeholder 2">
            <a:extLst>
              <a:ext uri="{FF2B5EF4-FFF2-40B4-BE49-F238E27FC236}">
                <a16:creationId xmlns:a16="http://schemas.microsoft.com/office/drawing/2014/main" id="{ED24847D-F588-25AF-9DCD-4A52B1FFB4A0}"/>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5FD5E84B-97CE-7D98-D49D-1B2C20B6F6E1}"/>
              </a:ext>
            </a:extLst>
          </p:cNvPr>
          <p:cNvSpPr>
            <a:spLocks noGrp="1"/>
          </p:cNvSpPr>
          <p:nvPr>
            <p:ph type="sldNum" sz="quarter" idx="12"/>
          </p:nvPr>
        </p:nvSpPr>
        <p:spPr/>
        <p:txBody>
          <a:bodyPr/>
          <a:lstStyle/>
          <a:p>
            <a:fld id="{F47845EA-7733-40EE-B074-20032348B727}" type="slidenum">
              <a:rPr lang="en-US" smtClean="0"/>
              <a:t>42</a:t>
            </a:fld>
            <a:endParaRPr lang="en-US"/>
          </a:p>
        </p:txBody>
      </p:sp>
      <p:sp>
        <p:nvSpPr>
          <p:cNvPr id="8" name="TextBox 7">
            <a:extLst>
              <a:ext uri="{FF2B5EF4-FFF2-40B4-BE49-F238E27FC236}">
                <a16:creationId xmlns:a16="http://schemas.microsoft.com/office/drawing/2014/main" id="{2235D20F-8DAB-F548-F4AD-E03E41800DCB}"/>
              </a:ext>
            </a:extLst>
          </p:cNvPr>
          <p:cNvSpPr txBox="1"/>
          <p:nvPr/>
        </p:nvSpPr>
        <p:spPr>
          <a:xfrm>
            <a:off x="1558130" y="3459223"/>
            <a:ext cx="7981749" cy="1569660"/>
          </a:xfrm>
          <a:prstGeom prst="rect">
            <a:avLst/>
          </a:prstGeom>
          <a:noFill/>
        </p:spPr>
        <p:txBody>
          <a:bodyPr wrap="square">
            <a:spAutoFit/>
          </a:bodyPr>
          <a:lstStyle/>
          <a:p>
            <a:pPr algn="ctr"/>
            <a:r>
              <a:rPr lang="en-US" sz="3200" dirty="0"/>
              <a:t>Offers a powerful new methodology for the foundations of physics, more in line with foundational approaches of other disciplines</a:t>
            </a:r>
            <a:endParaRPr lang="en-US" dirty="0"/>
          </a:p>
        </p:txBody>
      </p:sp>
      <p:pic>
        <p:nvPicPr>
          <p:cNvPr id="10" name="Picture 9">
            <a:extLst>
              <a:ext uri="{FF2B5EF4-FFF2-40B4-BE49-F238E27FC236}">
                <a16:creationId xmlns:a16="http://schemas.microsoft.com/office/drawing/2014/main" id="{7533156D-E60A-6116-5793-6537ECBA3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3597" y="5226604"/>
            <a:ext cx="4090817" cy="1513021"/>
          </a:xfrm>
          <a:prstGeom prst="rect">
            <a:avLst/>
          </a:prstGeom>
        </p:spPr>
      </p:pic>
    </p:spTree>
    <p:extLst>
      <p:ext uri="{BB962C8B-B14F-4D97-AF65-F5344CB8AC3E}">
        <p14:creationId xmlns:p14="http://schemas.microsoft.com/office/powerpoint/2010/main" val="556896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9098F7-B06E-6F59-0481-692138E13EC1}"/>
              </a:ext>
            </a:extLst>
          </p:cNvPr>
          <p:cNvSpPr txBox="1"/>
          <p:nvPr/>
        </p:nvSpPr>
        <p:spPr>
          <a:xfrm>
            <a:off x="309966" y="255722"/>
            <a:ext cx="8883009" cy="584775"/>
          </a:xfrm>
          <a:prstGeom prst="rect">
            <a:avLst/>
          </a:prstGeom>
          <a:noFill/>
        </p:spPr>
        <p:txBody>
          <a:bodyPr wrap="none" rtlCol="0">
            <a:spAutoFit/>
          </a:bodyPr>
          <a:lstStyle/>
          <a:p>
            <a:r>
              <a:rPr lang="en-US" sz="3200" dirty="0"/>
              <a:t>Assumptions of Physics is an open research program</a:t>
            </a:r>
          </a:p>
        </p:txBody>
      </p:sp>
      <p:sp>
        <p:nvSpPr>
          <p:cNvPr id="7" name="TextBox 6">
            <a:extLst>
              <a:ext uri="{FF2B5EF4-FFF2-40B4-BE49-F238E27FC236}">
                <a16:creationId xmlns:a16="http://schemas.microsoft.com/office/drawing/2014/main" id="{8E16D0D8-F8B5-E092-4ACB-36AABB38ECC5}"/>
              </a:ext>
            </a:extLst>
          </p:cNvPr>
          <p:cNvSpPr txBox="1"/>
          <p:nvPr/>
        </p:nvSpPr>
        <p:spPr>
          <a:xfrm>
            <a:off x="896023" y="2717466"/>
            <a:ext cx="9680279" cy="369332"/>
          </a:xfrm>
          <a:prstGeom prst="rect">
            <a:avLst/>
          </a:prstGeom>
          <a:noFill/>
        </p:spPr>
        <p:txBody>
          <a:bodyPr wrap="none" rtlCol="0">
            <a:spAutoFit/>
          </a:bodyPr>
          <a:lstStyle/>
          <a:p>
            <a:r>
              <a:rPr lang="en-US" dirty="0"/>
              <a:t>Activities coordinated through a Discord server (contact </a:t>
            </a:r>
            <a:r>
              <a:rPr lang="en-US" dirty="0">
                <a:hlinkClick r:id="rId2"/>
              </a:rPr>
              <a:t>info@assumptionsofphysics.org</a:t>
            </a:r>
            <a:r>
              <a:rPr lang="en-US" dirty="0"/>
              <a:t> for an invite)</a:t>
            </a:r>
          </a:p>
        </p:txBody>
      </p:sp>
      <p:sp>
        <p:nvSpPr>
          <p:cNvPr id="8" name="TextBox 7">
            <a:extLst>
              <a:ext uri="{FF2B5EF4-FFF2-40B4-BE49-F238E27FC236}">
                <a16:creationId xmlns:a16="http://schemas.microsoft.com/office/drawing/2014/main" id="{D4D36676-CAD3-512F-FA3C-AB1C8F384E35}"/>
              </a:ext>
            </a:extLst>
          </p:cNvPr>
          <p:cNvSpPr txBox="1"/>
          <p:nvPr/>
        </p:nvSpPr>
        <p:spPr>
          <a:xfrm>
            <a:off x="896023" y="1016167"/>
            <a:ext cx="7848367" cy="369332"/>
          </a:xfrm>
          <a:prstGeom prst="rect">
            <a:avLst/>
          </a:prstGeom>
          <a:noFill/>
        </p:spPr>
        <p:txBody>
          <a:bodyPr wrap="none" rtlCol="0">
            <a:spAutoFit/>
          </a:bodyPr>
          <a:lstStyle/>
          <a:p>
            <a:r>
              <a:rPr lang="en-US" dirty="0"/>
              <a:t>Our main output is an open access book: </a:t>
            </a:r>
            <a:r>
              <a:rPr lang="en-US" dirty="0">
                <a:hlinkClick r:id="rId3"/>
              </a:rPr>
              <a:t>https://assumptionsofphysics.org/book/</a:t>
            </a:r>
            <a:r>
              <a:rPr lang="en-US" dirty="0"/>
              <a:t> </a:t>
            </a:r>
          </a:p>
        </p:txBody>
      </p:sp>
      <p:sp>
        <p:nvSpPr>
          <p:cNvPr id="9" name="TextBox 8">
            <a:extLst>
              <a:ext uri="{FF2B5EF4-FFF2-40B4-BE49-F238E27FC236}">
                <a16:creationId xmlns:a16="http://schemas.microsoft.com/office/drawing/2014/main" id="{7D40D855-8B42-8151-46EB-25EEEEBA0116}"/>
              </a:ext>
            </a:extLst>
          </p:cNvPr>
          <p:cNvSpPr txBox="1"/>
          <p:nvPr/>
        </p:nvSpPr>
        <p:spPr>
          <a:xfrm>
            <a:off x="896022" y="1444998"/>
            <a:ext cx="7962436" cy="369332"/>
          </a:xfrm>
          <a:prstGeom prst="rect">
            <a:avLst/>
          </a:prstGeom>
          <a:noFill/>
        </p:spPr>
        <p:txBody>
          <a:bodyPr wrap="none" rtlCol="0">
            <a:spAutoFit/>
          </a:bodyPr>
          <a:lstStyle/>
          <a:p>
            <a:r>
              <a:rPr lang="en-US" dirty="0"/>
              <a:t>All our material is developed on GitHub: </a:t>
            </a:r>
            <a:r>
              <a:rPr lang="en-US" dirty="0">
                <a:hlinkClick r:id="rId4"/>
              </a:rPr>
              <a:t>https://github.com/assumptionsofphysics</a:t>
            </a:r>
            <a:r>
              <a:rPr lang="en-US" dirty="0"/>
              <a:t> </a:t>
            </a:r>
          </a:p>
        </p:txBody>
      </p:sp>
      <p:sp>
        <p:nvSpPr>
          <p:cNvPr id="11" name="TextBox 10">
            <a:extLst>
              <a:ext uri="{FF2B5EF4-FFF2-40B4-BE49-F238E27FC236}">
                <a16:creationId xmlns:a16="http://schemas.microsoft.com/office/drawing/2014/main" id="{46ED9373-1FEB-9976-A78B-A00D06A46DE9}"/>
              </a:ext>
            </a:extLst>
          </p:cNvPr>
          <p:cNvSpPr txBox="1"/>
          <p:nvPr/>
        </p:nvSpPr>
        <p:spPr>
          <a:xfrm>
            <a:off x="896022" y="1869154"/>
            <a:ext cx="9082486" cy="369332"/>
          </a:xfrm>
          <a:prstGeom prst="rect">
            <a:avLst/>
          </a:prstGeom>
          <a:noFill/>
        </p:spPr>
        <p:txBody>
          <a:bodyPr wrap="none" rtlCol="0">
            <a:spAutoFit/>
          </a:bodyPr>
          <a:lstStyle/>
          <a:p>
            <a:r>
              <a:rPr lang="en-US" dirty="0"/>
              <a:t>One YouTube channel dedicated to publicize results: </a:t>
            </a:r>
            <a:r>
              <a:rPr lang="en-US" dirty="0">
                <a:hlinkClick r:id="rId5"/>
              </a:rPr>
              <a:t>https://www.youtube.com/user/gcarcassi</a:t>
            </a:r>
            <a:r>
              <a:rPr lang="en-US" dirty="0"/>
              <a:t> </a:t>
            </a:r>
          </a:p>
        </p:txBody>
      </p:sp>
      <p:sp>
        <p:nvSpPr>
          <p:cNvPr id="12" name="TextBox 11">
            <a:extLst>
              <a:ext uri="{FF2B5EF4-FFF2-40B4-BE49-F238E27FC236}">
                <a16:creationId xmlns:a16="http://schemas.microsoft.com/office/drawing/2014/main" id="{0DC6F4BD-1E3C-D3EE-C20F-36109D14DF97}"/>
              </a:ext>
            </a:extLst>
          </p:cNvPr>
          <p:cNvSpPr txBox="1"/>
          <p:nvPr/>
        </p:nvSpPr>
        <p:spPr>
          <a:xfrm>
            <a:off x="896022" y="2293310"/>
            <a:ext cx="10506594" cy="369332"/>
          </a:xfrm>
          <a:prstGeom prst="rect">
            <a:avLst/>
          </a:prstGeom>
          <a:noFill/>
        </p:spPr>
        <p:txBody>
          <a:bodyPr wrap="none" rtlCol="0">
            <a:spAutoFit/>
          </a:bodyPr>
          <a:lstStyle/>
          <a:p>
            <a:r>
              <a:rPr lang="en-US" dirty="0"/>
              <a:t>Another YouTube channel dedicated to research: </a:t>
            </a:r>
            <a:r>
              <a:rPr lang="en-US" dirty="0">
                <a:hlinkClick r:id="rId6"/>
              </a:rPr>
              <a:t>https://www.youtube.com/@AssumptionsofPhysicsResearch</a:t>
            </a:r>
            <a:r>
              <a:rPr lang="en-US" dirty="0"/>
              <a:t> </a:t>
            </a:r>
          </a:p>
        </p:txBody>
      </p:sp>
      <p:cxnSp>
        <p:nvCxnSpPr>
          <p:cNvPr id="14" name="Straight Arrow Connector 13">
            <a:extLst>
              <a:ext uri="{FF2B5EF4-FFF2-40B4-BE49-F238E27FC236}">
                <a16:creationId xmlns:a16="http://schemas.microsoft.com/office/drawing/2014/main" id="{377E8F19-4C4A-4370-166E-784670AA0AE5}"/>
              </a:ext>
            </a:extLst>
          </p:cNvPr>
          <p:cNvCxnSpPr>
            <a:cxnSpLocks/>
          </p:cNvCxnSpPr>
          <p:nvPr/>
        </p:nvCxnSpPr>
        <p:spPr>
          <a:xfrm flipH="1">
            <a:off x="10405317" y="1945037"/>
            <a:ext cx="567483" cy="348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4D4BB4F-769D-D958-0C96-1035D7BF67CF}"/>
              </a:ext>
            </a:extLst>
          </p:cNvPr>
          <p:cNvSpPr txBox="1"/>
          <p:nvPr/>
        </p:nvSpPr>
        <p:spPr>
          <a:xfrm>
            <a:off x="10972800" y="1629664"/>
            <a:ext cx="1003801" cy="523220"/>
          </a:xfrm>
          <a:prstGeom prst="rect">
            <a:avLst/>
          </a:prstGeom>
          <a:noFill/>
        </p:spPr>
        <p:txBody>
          <a:bodyPr wrap="none" rtlCol="0">
            <a:spAutoFit/>
          </a:bodyPr>
          <a:lstStyle/>
          <a:p>
            <a:r>
              <a:rPr lang="en-US" sz="1400" dirty="0"/>
              <a:t>Livestream</a:t>
            </a:r>
            <a:br>
              <a:rPr lang="en-US" sz="1400" dirty="0"/>
            </a:br>
            <a:r>
              <a:rPr lang="en-US" sz="1400" dirty="0"/>
              <a:t>discussions</a:t>
            </a:r>
          </a:p>
        </p:txBody>
      </p:sp>
      <p:sp>
        <p:nvSpPr>
          <p:cNvPr id="18" name="TextBox 17">
            <a:extLst>
              <a:ext uri="{FF2B5EF4-FFF2-40B4-BE49-F238E27FC236}">
                <a16:creationId xmlns:a16="http://schemas.microsoft.com/office/drawing/2014/main" id="{6C9A0C1C-460C-FC41-10B0-C9F895D7754C}"/>
              </a:ext>
            </a:extLst>
          </p:cNvPr>
          <p:cNvSpPr txBox="1"/>
          <p:nvPr/>
        </p:nvSpPr>
        <p:spPr>
          <a:xfrm>
            <a:off x="309966" y="3672139"/>
            <a:ext cx="8059963" cy="523220"/>
          </a:xfrm>
          <a:prstGeom prst="rect">
            <a:avLst/>
          </a:prstGeom>
          <a:noFill/>
        </p:spPr>
        <p:txBody>
          <a:bodyPr wrap="none" rtlCol="0">
            <a:spAutoFit/>
          </a:bodyPr>
          <a:lstStyle/>
          <a:p>
            <a:r>
              <a:rPr lang="en-US" sz="2800" dirty="0"/>
              <a:t>Always looking for experts to gain insights and/or help</a:t>
            </a:r>
          </a:p>
        </p:txBody>
      </p:sp>
      <p:sp>
        <p:nvSpPr>
          <p:cNvPr id="19" name="TextBox 18">
            <a:extLst>
              <a:ext uri="{FF2B5EF4-FFF2-40B4-BE49-F238E27FC236}">
                <a16:creationId xmlns:a16="http://schemas.microsoft.com/office/drawing/2014/main" id="{19F76A6E-D82D-E1E9-0E94-01C9D53092C2}"/>
              </a:ext>
            </a:extLst>
          </p:cNvPr>
          <p:cNvSpPr txBox="1"/>
          <p:nvPr/>
        </p:nvSpPr>
        <p:spPr>
          <a:xfrm>
            <a:off x="309965" y="4195359"/>
            <a:ext cx="4974439" cy="523220"/>
          </a:xfrm>
          <a:prstGeom prst="rect">
            <a:avLst/>
          </a:prstGeom>
          <a:noFill/>
        </p:spPr>
        <p:txBody>
          <a:bodyPr wrap="none" rtlCol="0">
            <a:spAutoFit/>
          </a:bodyPr>
          <a:lstStyle/>
          <a:p>
            <a:r>
              <a:rPr lang="en-US" sz="2800" dirty="0"/>
              <a:t>Always looking for collaborations</a:t>
            </a:r>
          </a:p>
        </p:txBody>
      </p:sp>
      <p:sp>
        <p:nvSpPr>
          <p:cNvPr id="20" name="TextBox 19">
            <a:extLst>
              <a:ext uri="{FF2B5EF4-FFF2-40B4-BE49-F238E27FC236}">
                <a16:creationId xmlns:a16="http://schemas.microsoft.com/office/drawing/2014/main" id="{A0C5F555-A118-B178-FEF8-56FAAC1BCAA8}"/>
              </a:ext>
            </a:extLst>
          </p:cNvPr>
          <p:cNvSpPr txBox="1"/>
          <p:nvPr/>
        </p:nvSpPr>
        <p:spPr>
          <a:xfrm>
            <a:off x="309964" y="4718579"/>
            <a:ext cx="8369151" cy="954107"/>
          </a:xfrm>
          <a:prstGeom prst="rect">
            <a:avLst/>
          </a:prstGeom>
          <a:noFill/>
        </p:spPr>
        <p:txBody>
          <a:bodyPr wrap="none" rtlCol="0">
            <a:spAutoFit/>
          </a:bodyPr>
          <a:lstStyle/>
          <a:p>
            <a:r>
              <a:rPr lang="en-US" sz="2800" dirty="0"/>
              <a:t>Always looking for editors/journals/conferences that are</a:t>
            </a:r>
            <a:br>
              <a:rPr lang="en-US" sz="2800" dirty="0"/>
            </a:br>
            <a:r>
              <a:rPr lang="en-US" sz="2800" dirty="0"/>
              <a:t>sympathetic to the mission</a:t>
            </a:r>
          </a:p>
        </p:txBody>
      </p:sp>
      <p:sp>
        <p:nvSpPr>
          <p:cNvPr id="3" name="Slide Number Placeholder 2">
            <a:extLst>
              <a:ext uri="{FF2B5EF4-FFF2-40B4-BE49-F238E27FC236}">
                <a16:creationId xmlns:a16="http://schemas.microsoft.com/office/drawing/2014/main" id="{014F0697-4F33-2829-AFE9-BE91BE7BFD7A}"/>
              </a:ext>
            </a:extLst>
          </p:cNvPr>
          <p:cNvSpPr>
            <a:spLocks noGrp="1"/>
          </p:cNvSpPr>
          <p:nvPr>
            <p:ph type="sldNum" sz="quarter" idx="12"/>
          </p:nvPr>
        </p:nvSpPr>
        <p:spPr/>
        <p:txBody>
          <a:bodyPr/>
          <a:lstStyle/>
          <a:p>
            <a:fld id="{F47845EA-7733-40EE-B074-20032348B727}" type="slidenum">
              <a:rPr lang="en-US" smtClean="0"/>
              <a:t>43</a:t>
            </a:fld>
            <a:endParaRPr lang="en-US"/>
          </a:p>
        </p:txBody>
      </p:sp>
      <p:sp>
        <p:nvSpPr>
          <p:cNvPr id="4" name="Footer Placeholder 3">
            <a:extLst>
              <a:ext uri="{FF2B5EF4-FFF2-40B4-BE49-F238E27FC236}">
                <a16:creationId xmlns:a16="http://schemas.microsoft.com/office/drawing/2014/main" id="{E83DD05B-694A-3FA0-61AA-E984A1A85589}"/>
              </a:ext>
            </a:extLst>
          </p:cNvPr>
          <p:cNvSpPr>
            <a:spLocks noGrp="1"/>
          </p:cNvSpPr>
          <p:nvPr>
            <p:ph type="ftr" sz="quarter" idx="11"/>
          </p:nvPr>
        </p:nvSpPr>
        <p:spPr/>
        <p:txBody>
          <a:bodyPr/>
          <a:lstStyle/>
          <a:p>
            <a:r>
              <a:rPr lang="en-US"/>
              <a:t>Christine Aidala - University of Michigan</a:t>
            </a:r>
            <a:endParaRPr lang="en-US" dirty="0"/>
          </a:p>
        </p:txBody>
      </p:sp>
    </p:spTree>
    <p:extLst>
      <p:ext uri="{BB962C8B-B14F-4D97-AF65-F5344CB8AC3E}">
        <p14:creationId xmlns:p14="http://schemas.microsoft.com/office/powerpoint/2010/main" val="3383789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E6DD09-98FC-5DB5-8C8B-78054D096EEF}"/>
              </a:ext>
            </a:extLst>
          </p:cNvPr>
          <p:cNvSpPr>
            <a:spLocks noGrp="1"/>
          </p:cNvSpPr>
          <p:nvPr>
            <p:ph type="title"/>
          </p:nvPr>
        </p:nvSpPr>
        <p:spPr/>
        <p:txBody>
          <a:bodyPr/>
          <a:lstStyle/>
          <a:p>
            <a:r>
              <a:rPr lang="en-US" dirty="0"/>
              <a:t>Extra</a:t>
            </a:r>
          </a:p>
        </p:txBody>
      </p:sp>
      <p:sp>
        <p:nvSpPr>
          <p:cNvPr id="5" name="Text Placeholder 4">
            <a:extLst>
              <a:ext uri="{FF2B5EF4-FFF2-40B4-BE49-F238E27FC236}">
                <a16:creationId xmlns:a16="http://schemas.microsoft.com/office/drawing/2014/main" id="{39EDEEAB-36A7-B75B-6160-82257BE59373}"/>
              </a:ext>
            </a:extLst>
          </p:cNvPr>
          <p:cNvSpPr>
            <a:spLocks noGrp="1"/>
          </p:cNvSpPr>
          <p:nvPr>
            <p:ph type="body" idx="1"/>
          </p:nvPr>
        </p:nvSpPr>
        <p:spPr/>
        <p:txBody>
          <a:bodyPr/>
          <a:lstStyle/>
          <a:p>
            <a:endParaRPr lang="en-US"/>
          </a:p>
        </p:txBody>
      </p:sp>
      <p:sp>
        <p:nvSpPr>
          <p:cNvPr id="2" name="Footer Placeholder 1">
            <a:extLst>
              <a:ext uri="{FF2B5EF4-FFF2-40B4-BE49-F238E27FC236}">
                <a16:creationId xmlns:a16="http://schemas.microsoft.com/office/drawing/2014/main" id="{FCA5E513-7F4F-3C2C-686B-9E7E858F78D4}"/>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8FC3C3F6-14DC-AB76-11E8-4E52DC1823ED}"/>
              </a:ext>
            </a:extLst>
          </p:cNvPr>
          <p:cNvSpPr>
            <a:spLocks noGrp="1"/>
          </p:cNvSpPr>
          <p:nvPr>
            <p:ph type="sldNum" sz="quarter" idx="12"/>
          </p:nvPr>
        </p:nvSpPr>
        <p:spPr/>
        <p:txBody>
          <a:bodyPr/>
          <a:lstStyle/>
          <a:p>
            <a:fld id="{F47845EA-7733-40EE-B074-20032348B727}" type="slidenum">
              <a:rPr lang="en-US" smtClean="0"/>
              <a:t>44</a:t>
            </a:fld>
            <a:endParaRPr lang="en-US"/>
          </a:p>
        </p:txBody>
      </p:sp>
    </p:spTree>
    <p:extLst>
      <p:ext uri="{BB962C8B-B14F-4D97-AF65-F5344CB8AC3E}">
        <p14:creationId xmlns:p14="http://schemas.microsoft.com/office/powerpoint/2010/main" val="34931613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12DCE-BCE0-1B6B-E0EF-339384EAD13D}"/>
              </a:ext>
            </a:extLst>
          </p:cNvPr>
          <p:cNvSpPr>
            <a:spLocks noGrp="1"/>
          </p:cNvSpPr>
          <p:nvPr>
            <p:ph type="title"/>
          </p:nvPr>
        </p:nvSpPr>
        <p:spPr>
          <a:xfrm>
            <a:off x="103954" y="84779"/>
            <a:ext cx="9484867" cy="897424"/>
          </a:xfrm>
        </p:spPr>
        <p:txBody>
          <a:bodyPr>
            <a:noAutofit/>
          </a:bodyPr>
          <a:lstStyle/>
          <a:p>
            <a:r>
              <a:rPr lang="en-US" sz="3600" dirty="0"/>
              <a:t>Main goal of the Assumptions of Physics program</a:t>
            </a:r>
          </a:p>
        </p:txBody>
      </p:sp>
      <p:grpSp>
        <p:nvGrpSpPr>
          <p:cNvPr id="4" name="Group 3">
            <a:extLst>
              <a:ext uri="{FF2B5EF4-FFF2-40B4-BE49-F238E27FC236}">
                <a16:creationId xmlns:a16="http://schemas.microsoft.com/office/drawing/2014/main" id="{746682E2-9FF6-9416-54E1-85337245508A}"/>
              </a:ext>
            </a:extLst>
          </p:cNvPr>
          <p:cNvGrpSpPr/>
          <p:nvPr/>
        </p:nvGrpSpPr>
        <p:grpSpPr>
          <a:xfrm>
            <a:off x="8708668" y="320121"/>
            <a:ext cx="3436710" cy="2736585"/>
            <a:chOff x="8807251" y="356793"/>
            <a:chExt cx="3436710" cy="2736585"/>
          </a:xfrm>
        </p:grpSpPr>
        <p:grpSp>
          <p:nvGrpSpPr>
            <p:cNvPr id="5" name="Group 4">
              <a:extLst>
                <a:ext uri="{FF2B5EF4-FFF2-40B4-BE49-F238E27FC236}">
                  <a16:creationId xmlns:a16="http://schemas.microsoft.com/office/drawing/2014/main" id="{4D1683F9-8185-F744-0B0B-49403F1DAD2A}"/>
                </a:ext>
              </a:extLst>
            </p:cNvPr>
            <p:cNvGrpSpPr/>
            <p:nvPr/>
          </p:nvGrpSpPr>
          <p:grpSpPr>
            <a:xfrm>
              <a:off x="9410754" y="356793"/>
              <a:ext cx="2229706" cy="2324557"/>
              <a:chOff x="9664754" y="4369993"/>
              <a:chExt cx="2229706" cy="2324557"/>
            </a:xfrm>
          </p:grpSpPr>
          <p:pic>
            <p:nvPicPr>
              <p:cNvPr id="7" name="Picture 6">
                <a:extLst>
                  <a:ext uri="{FF2B5EF4-FFF2-40B4-BE49-F238E27FC236}">
                    <a16:creationId xmlns:a16="http://schemas.microsoft.com/office/drawing/2014/main" id="{F09733E4-688D-4DCE-213B-967DFA3BC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41405" y="4369993"/>
                <a:ext cx="1676403" cy="1524003"/>
              </a:xfrm>
              <a:prstGeom prst="rect">
                <a:avLst/>
              </a:prstGeom>
            </p:spPr>
          </p:pic>
          <p:pic>
            <p:nvPicPr>
              <p:cNvPr id="8" name="Picture 7">
                <a:extLst>
                  <a:ext uri="{FF2B5EF4-FFF2-40B4-BE49-F238E27FC236}">
                    <a16:creationId xmlns:a16="http://schemas.microsoft.com/office/drawing/2014/main" id="{09A616A9-AC58-C779-B5DB-EE419585F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4754" y="5936692"/>
                <a:ext cx="2229706" cy="757858"/>
              </a:xfrm>
              <a:prstGeom prst="rect">
                <a:avLst/>
              </a:prstGeom>
            </p:spPr>
          </p:pic>
        </p:grpSp>
        <p:sp>
          <p:nvSpPr>
            <p:cNvPr id="6" name="TextBox 5">
              <a:extLst>
                <a:ext uri="{FF2B5EF4-FFF2-40B4-BE49-F238E27FC236}">
                  <a16:creationId xmlns:a16="http://schemas.microsoft.com/office/drawing/2014/main" id="{FEEA1047-B877-5965-1071-F5EB143EBF14}"/>
                </a:ext>
              </a:extLst>
            </p:cNvPr>
            <p:cNvSpPr txBox="1"/>
            <p:nvPr/>
          </p:nvSpPr>
          <p:spPr>
            <a:xfrm>
              <a:off x="8807251" y="2724046"/>
              <a:ext cx="3436710" cy="369332"/>
            </a:xfrm>
            <a:prstGeom prst="rect">
              <a:avLst/>
            </a:prstGeom>
            <a:noFill/>
          </p:spPr>
          <p:txBody>
            <a:bodyPr wrap="none" rtlCol="0">
              <a:spAutoFit/>
            </a:bodyPr>
            <a:lstStyle/>
            <a:p>
              <a:pPr algn="ctr"/>
              <a:r>
                <a:rPr lang="en-US" dirty="0">
                  <a:hlinkClick r:id="rId4"/>
                </a:rPr>
                <a:t>https://assumptionsofphysics.org</a:t>
              </a:r>
              <a:endParaRPr lang="en-US" dirty="0"/>
            </a:p>
          </p:txBody>
        </p:sp>
      </p:grpSp>
      <p:grpSp>
        <p:nvGrpSpPr>
          <p:cNvPr id="9" name="Group 8">
            <a:extLst>
              <a:ext uri="{FF2B5EF4-FFF2-40B4-BE49-F238E27FC236}">
                <a16:creationId xmlns:a16="http://schemas.microsoft.com/office/drawing/2014/main" id="{4AB66391-9F55-EB42-1EB1-682E52F74556}"/>
              </a:ext>
            </a:extLst>
          </p:cNvPr>
          <p:cNvGrpSpPr/>
          <p:nvPr/>
        </p:nvGrpSpPr>
        <p:grpSpPr>
          <a:xfrm>
            <a:off x="5013216" y="3135761"/>
            <a:ext cx="3284859" cy="916207"/>
            <a:chOff x="7093758" y="5122425"/>
            <a:chExt cx="4379811" cy="1221610"/>
          </a:xfrm>
        </p:grpSpPr>
        <p:grpSp>
          <p:nvGrpSpPr>
            <p:cNvPr id="10" name="Group 9">
              <a:extLst>
                <a:ext uri="{FF2B5EF4-FFF2-40B4-BE49-F238E27FC236}">
                  <a16:creationId xmlns:a16="http://schemas.microsoft.com/office/drawing/2014/main" id="{096941F6-ECEF-2954-C8FD-9F4E73884367}"/>
                </a:ext>
              </a:extLst>
            </p:cNvPr>
            <p:cNvGrpSpPr/>
            <p:nvPr/>
          </p:nvGrpSpPr>
          <p:grpSpPr>
            <a:xfrm>
              <a:off x="7517416" y="5122425"/>
              <a:ext cx="3079535" cy="839764"/>
              <a:chOff x="2758985" y="3636747"/>
              <a:chExt cx="7518499" cy="2050233"/>
            </a:xfrm>
          </p:grpSpPr>
          <p:grpSp>
            <p:nvGrpSpPr>
              <p:cNvPr id="18" name="Group 17">
                <a:extLst>
                  <a:ext uri="{FF2B5EF4-FFF2-40B4-BE49-F238E27FC236}">
                    <a16:creationId xmlns:a16="http://schemas.microsoft.com/office/drawing/2014/main" id="{AF747669-9FC5-5308-ACE7-767979452B47}"/>
                  </a:ext>
                </a:extLst>
              </p:cNvPr>
              <p:cNvGrpSpPr/>
              <p:nvPr/>
            </p:nvGrpSpPr>
            <p:grpSpPr>
              <a:xfrm>
                <a:off x="2758985" y="4061287"/>
                <a:ext cx="1727299" cy="1625693"/>
                <a:chOff x="2743126" y="2971800"/>
                <a:chExt cx="1295474" cy="1219270"/>
              </a:xfrm>
            </p:grpSpPr>
            <p:sp>
              <p:nvSpPr>
                <p:cNvPr id="23" name="Oval 22">
                  <a:extLst>
                    <a:ext uri="{FF2B5EF4-FFF2-40B4-BE49-F238E27FC236}">
                      <a16:creationId xmlns:a16="http://schemas.microsoft.com/office/drawing/2014/main" id="{560FE619-0A8C-D24C-65C3-D12BC00B5E76}"/>
                    </a:ext>
                  </a:extLst>
                </p:cNvPr>
                <p:cNvSpPr/>
                <p:nvPr/>
              </p:nvSpPr>
              <p:spPr>
                <a:xfrm>
                  <a:off x="2743200" y="2971800"/>
                  <a:ext cx="1295400" cy="1219200"/>
                </a:xfrm>
                <a:prstGeom prst="ellipse">
                  <a:avLst/>
                </a:prstGeom>
                <a:solidFill>
                  <a:schemeClr val="accent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ord 5">
                  <a:extLst>
                    <a:ext uri="{FF2B5EF4-FFF2-40B4-BE49-F238E27FC236}">
                      <a16:creationId xmlns:a16="http://schemas.microsoft.com/office/drawing/2014/main" id="{03399512-243A-864D-82D6-FF368404A102}"/>
                    </a:ext>
                  </a:extLst>
                </p:cNvPr>
                <p:cNvSpPr/>
                <p:nvPr/>
              </p:nvSpPr>
              <p:spPr>
                <a:xfrm>
                  <a:off x="2743126" y="3073904"/>
                  <a:ext cx="817308" cy="1117166"/>
                </a:xfrm>
                <a:custGeom>
                  <a:avLst/>
                  <a:gdLst>
                    <a:gd name="connsiteX0" fmla="*/ 817235 w 1295400"/>
                    <a:gd name="connsiteY0" fmla="*/ 1197947 h 1219200"/>
                    <a:gd name="connsiteX1" fmla="*/ 70854 w 1295400"/>
                    <a:gd name="connsiteY1" fmla="*/ 886831 h 1219200"/>
                    <a:gd name="connsiteX2" fmla="*/ 288864 w 1295400"/>
                    <a:gd name="connsiteY2" fmla="*/ 102104 h 1219200"/>
                    <a:gd name="connsiteX3" fmla="*/ 817235 w 1295400"/>
                    <a:gd name="connsiteY3" fmla="*/ 1197947 h 1219200"/>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Lst>
                  <a:ahLst/>
                  <a:cxnLst>
                    <a:cxn ang="0">
                      <a:pos x="connsiteX0" y="connsiteY0"/>
                    </a:cxn>
                    <a:cxn ang="0">
                      <a:pos x="connsiteX1" y="connsiteY1"/>
                    </a:cxn>
                    <a:cxn ang="0">
                      <a:pos x="connsiteX2" y="connsiteY2"/>
                    </a:cxn>
                    <a:cxn ang="0">
                      <a:pos x="connsiteX3" y="connsiteY3"/>
                    </a:cxn>
                  </a:cxnLst>
                  <a:rect l="l" t="t" r="r" b="b"/>
                  <a:pathLst>
                    <a:path w="817308" h="1117166">
                      <a:moveTo>
                        <a:pt x="817308" y="1095843"/>
                      </a:moveTo>
                      <a:cubicBezTo>
                        <a:pt x="521648" y="1171311"/>
                        <a:pt x="210243" y="1041507"/>
                        <a:pt x="70927" y="784727"/>
                      </a:cubicBezTo>
                      <a:cubicBezTo>
                        <a:pt x="-78669" y="508999"/>
                        <a:pt x="15088" y="171521"/>
                        <a:pt x="288937" y="0"/>
                      </a:cubicBezTo>
                      <a:cubicBezTo>
                        <a:pt x="73901" y="563401"/>
                        <a:pt x="336384" y="989642"/>
                        <a:pt x="817308" y="1095843"/>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168AA96-BA97-6FE4-AF8D-E8D94B7DFC2A}"/>
                  </a:ext>
                </a:extLst>
              </p:cNvPr>
              <p:cNvGrpSpPr/>
              <p:nvPr/>
            </p:nvGrpSpPr>
            <p:grpSpPr>
              <a:xfrm>
                <a:off x="8550185" y="3654841"/>
                <a:ext cx="1727299" cy="1625693"/>
                <a:chOff x="2743126" y="2971800"/>
                <a:chExt cx="1295474" cy="1219270"/>
              </a:xfrm>
            </p:grpSpPr>
            <p:sp>
              <p:nvSpPr>
                <p:cNvPr id="21" name="Oval 20">
                  <a:extLst>
                    <a:ext uri="{FF2B5EF4-FFF2-40B4-BE49-F238E27FC236}">
                      <a16:creationId xmlns:a16="http://schemas.microsoft.com/office/drawing/2014/main" id="{81741CE2-3C06-3E12-4FF4-6C7006EC28D5}"/>
                    </a:ext>
                  </a:extLst>
                </p:cNvPr>
                <p:cNvSpPr/>
                <p:nvPr/>
              </p:nvSpPr>
              <p:spPr>
                <a:xfrm>
                  <a:off x="2743200" y="2971800"/>
                  <a:ext cx="1295400" cy="1219200"/>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hord 5">
                  <a:extLst>
                    <a:ext uri="{FF2B5EF4-FFF2-40B4-BE49-F238E27FC236}">
                      <a16:creationId xmlns:a16="http://schemas.microsoft.com/office/drawing/2014/main" id="{72198938-A6D8-2A11-6039-2C2DDD70A8D7}"/>
                    </a:ext>
                  </a:extLst>
                </p:cNvPr>
                <p:cNvSpPr/>
                <p:nvPr/>
              </p:nvSpPr>
              <p:spPr>
                <a:xfrm>
                  <a:off x="2743126" y="3073904"/>
                  <a:ext cx="817308" cy="1117166"/>
                </a:xfrm>
                <a:custGeom>
                  <a:avLst/>
                  <a:gdLst>
                    <a:gd name="connsiteX0" fmla="*/ 817235 w 1295400"/>
                    <a:gd name="connsiteY0" fmla="*/ 1197947 h 1219200"/>
                    <a:gd name="connsiteX1" fmla="*/ 70854 w 1295400"/>
                    <a:gd name="connsiteY1" fmla="*/ 886831 h 1219200"/>
                    <a:gd name="connsiteX2" fmla="*/ 288864 w 1295400"/>
                    <a:gd name="connsiteY2" fmla="*/ 102104 h 1219200"/>
                    <a:gd name="connsiteX3" fmla="*/ 817235 w 1295400"/>
                    <a:gd name="connsiteY3" fmla="*/ 1197947 h 1219200"/>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Lst>
                  <a:ahLst/>
                  <a:cxnLst>
                    <a:cxn ang="0">
                      <a:pos x="connsiteX0" y="connsiteY0"/>
                    </a:cxn>
                    <a:cxn ang="0">
                      <a:pos x="connsiteX1" y="connsiteY1"/>
                    </a:cxn>
                    <a:cxn ang="0">
                      <a:pos x="connsiteX2" y="connsiteY2"/>
                    </a:cxn>
                    <a:cxn ang="0">
                      <a:pos x="connsiteX3" y="connsiteY3"/>
                    </a:cxn>
                  </a:cxnLst>
                  <a:rect l="l" t="t" r="r" b="b"/>
                  <a:pathLst>
                    <a:path w="817308" h="1117166">
                      <a:moveTo>
                        <a:pt x="817308" y="1095843"/>
                      </a:moveTo>
                      <a:cubicBezTo>
                        <a:pt x="521648" y="1171311"/>
                        <a:pt x="210243" y="1041507"/>
                        <a:pt x="70927" y="784727"/>
                      </a:cubicBezTo>
                      <a:cubicBezTo>
                        <a:pt x="-78669" y="508999"/>
                        <a:pt x="15088" y="171521"/>
                        <a:pt x="288937" y="0"/>
                      </a:cubicBezTo>
                      <a:cubicBezTo>
                        <a:pt x="73901" y="563401"/>
                        <a:pt x="336384" y="989642"/>
                        <a:pt x="817308" y="1095843"/>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Freeform: Shape 19">
                <a:extLst>
                  <a:ext uri="{FF2B5EF4-FFF2-40B4-BE49-F238E27FC236}">
                    <a16:creationId xmlns:a16="http://schemas.microsoft.com/office/drawing/2014/main" id="{4B27224C-E116-C9F7-85DE-97C643C348B1}"/>
                  </a:ext>
                </a:extLst>
              </p:cNvPr>
              <p:cNvSpPr/>
              <p:nvPr/>
            </p:nvSpPr>
            <p:spPr>
              <a:xfrm>
                <a:off x="4691594" y="3636747"/>
                <a:ext cx="3485323" cy="668600"/>
              </a:xfrm>
              <a:custGeom>
                <a:avLst/>
                <a:gdLst>
                  <a:gd name="connsiteX0" fmla="*/ 0 w 2141883"/>
                  <a:gd name="connsiteY0" fmla="*/ 601959 h 601959"/>
                  <a:gd name="connsiteX1" fmla="*/ 1088335 w 2141883"/>
                  <a:gd name="connsiteY1" fmla="*/ 10581 h 601959"/>
                  <a:gd name="connsiteX2" fmla="*/ 2141883 w 2141883"/>
                  <a:gd name="connsiteY2" fmla="*/ 278937 h 601959"/>
                  <a:gd name="connsiteX0" fmla="*/ 0 w 2350605"/>
                  <a:gd name="connsiteY0" fmla="*/ 441051 h 441051"/>
                  <a:gd name="connsiteX1" fmla="*/ 1297057 w 2350605"/>
                  <a:gd name="connsiteY1" fmla="*/ 3730 h 441051"/>
                  <a:gd name="connsiteX2" fmla="*/ 2350605 w 2350605"/>
                  <a:gd name="connsiteY2" fmla="*/ 272086 h 441051"/>
                  <a:gd name="connsiteX0" fmla="*/ 0 w 2613992"/>
                  <a:gd name="connsiteY0" fmla="*/ 465762 h 465762"/>
                  <a:gd name="connsiteX1" fmla="*/ 1297057 w 2613992"/>
                  <a:gd name="connsiteY1" fmla="*/ 28441 h 465762"/>
                  <a:gd name="connsiteX2" fmla="*/ 2613992 w 2613992"/>
                  <a:gd name="connsiteY2" fmla="*/ 147710 h 465762"/>
                  <a:gd name="connsiteX0" fmla="*/ 0 w 2613992"/>
                  <a:gd name="connsiteY0" fmla="*/ 501450 h 501450"/>
                  <a:gd name="connsiteX1" fmla="*/ 1237423 w 2613992"/>
                  <a:gd name="connsiteY1" fmla="*/ 19403 h 501450"/>
                  <a:gd name="connsiteX2" fmla="*/ 2613992 w 2613992"/>
                  <a:gd name="connsiteY2" fmla="*/ 183398 h 501450"/>
                </a:gdLst>
                <a:ahLst/>
                <a:cxnLst>
                  <a:cxn ang="0">
                    <a:pos x="connsiteX0" y="connsiteY0"/>
                  </a:cxn>
                  <a:cxn ang="0">
                    <a:pos x="connsiteX1" y="connsiteY1"/>
                  </a:cxn>
                  <a:cxn ang="0">
                    <a:pos x="connsiteX2" y="connsiteY2"/>
                  </a:cxn>
                </a:cxnLst>
                <a:rect l="l" t="t" r="r" b="b"/>
                <a:pathLst>
                  <a:path w="2613992" h="501450">
                    <a:moveTo>
                      <a:pt x="0" y="501450"/>
                    </a:moveTo>
                    <a:cubicBezTo>
                      <a:pt x="365677" y="232679"/>
                      <a:pt x="801758" y="72412"/>
                      <a:pt x="1237423" y="19403"/>
                    </a:cubicBezTo>
                    <a:cubicBezTo>
                      <a:pt x="1673088" y="-33606"/>
                      <a:pt x="2265708" y="22301"/>
                      <a:pt x="2613992" y="183398"/>
                    </a:cubicBezTo>
                  </a:path>
                </a:pathLst>
              </a:custGeom>
              <a:noFill/>
              <a:ln w="28575">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 name="Straight Arrow Connector 10">
              <a:extLst>
                <a:ext uri="{FF2B5EF4-FFF2-40B4-BE49-F238E27FC236}">
                  <a16:creationId xmlns:a16="http://schemas.microsoft.com/office/drawing/2014/main" id="{4FED6AD9-11ED-9855-4715-0E0D6212D3A8}"/>
                </a:ext>
              </a:extLst>
            </p:cNvPr>
            <p:cNvCxnSpPr>
              <a:cxnSpLocks/>
            </p:cNvCxnSpPr>
            <p:nvPr/>
          </p:nvCxnSpPr>
          <p:spPr>
            <a:xfrm>
              <a:off x="7093758" y="6313256"/>
              <a:ext cx="419322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B892C8A9-51BB-099C-C97A-580FBBC85F41}"/>
                </a:ext>
              </a:extLst>
            </p:cNvPr>
            <p:cNvSpPr/>
            <p:nvPr/>
          </p:nvSpPr>
          <p:spPr>
            <a:xfrm>
              <a:off x="10844764" y="5974703"/>
              <a:ext cx="628805" cy="369332"/>
            </a:xfrm>
            <a:prstGeom prst="rect">
              <a:avLst/>
            </a:prstGeom>
          </p:spPr>
          <p:txBody>
            <a:bodyPr wrap="none">
              <a:spAutoFit/>
            </a:bodyPr>
            <a:lstStyle/>
            <a:p>
              <a:r>
                <a:rPr lang="en-US" sz="1200" dirty="0"/>
                <a:t>time</a:t>
              </a:r>
            </a:p>
          </p:txBody>
        </p:sp>
        <p:sp>
          <p:nvSpPr>
            <p:cNvPr id="13" name="Oval 12">
              <a:extLst>
                <a:ext uri="{FF2B5EF4-FFF2-40B4-BE49-F238E27FC236}">
                  <a16:creationId xmlns:a16="http://schemas.microsoft.com/office/drawing/2014/main" id="{7BBD1CB7-D1ED-6F86-3276-E1780DD1C44B}"/>
                </a:ext>
              </a:extLst>
            </p:cNvPr>
            <p:cNvSpPr/>
            <p:nvPr/>
          </p:nvSpPr>
          <p:spPr>
            <a:xfrm rot="19209652">
              <a:off x="8016367" y="5411825"/>
              <a:ext cx="51144" cy="10228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4" name="Straight Arrow Connector 13">
              <a:extLst>
                <a:ext uri="{FF2B5EF4-FFF2-40B4-BE49-F238E27FC236}">
                  <a16:creationId xmlns:a16="http://schemas.microsoft.com/office/drawing/2014/main" id="{65AE56FF-1C7E-6F3B-66C3-B9B85FD59EAC}"/>
                </a:ext>
              </a:extLst>
            </p:cNvPr>
            <p:cNvCxnSpPr>
              <a:cxnSpLocks/>
            </p:cNvCxnSpPr>
            <p:nvPr/>
          </p:nvCxnSpPr>
          <p:spPr>
            <a:xfrm>
              <a:off x="8131274" y="5466648"/>
              <a:ext cx="2243958" cy="3178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1CD5787-63F5-D9AC-802B-7AF573B2B40A}"/>
                </a:ext>
              </a:extLst>
            </p:cNvPr>
            <p:cNvCxnSpPr>
              <a:cxnSpLocks/>
            </p:cNvCxnSpPr>
            <p:nvPr/>
          </p:nvCxnSpPr>
          <p:spPr>
            <a:xfrm>
              <a:off x="8153400" y="5486400"/>
              <a:ext cx="2105526" cy="20453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98D2628-72BB-2EB2-0DEE-58BEF260B054}"/>
                </a:ext>
              </a:extLst>
            </p:cNvPr>
            <p:cNvCxnSpPr>
              <a:cxnSpLocks/>
            </p:cNvCxnSpPr>
            <p:nvPr/>
          </p:nvCxnSpPr>
          <p:spPr>
            <a:xfrm flipV="1">
              <a:off x="8129337" y="5277853"/>
              <a:ext cx="2093495" cy="15641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ED2617C-2532-1D1B-8AF9-8CA9F2276E0B}"/>
                </a:ext>
              </a:extLst>
            </p:cNvPr>
            <p:cNvSpPr txBox="1"/>
            <p:nvPr/>
          </p:nvSpPr>
          <p:spPr>
            <a:xfrm>
              <a:off x="8920867" y="5478456"/>
              <a:ext cx="412933" cy="553998"/>
            </a:xfrm>
            <a:prstGeom prst="rect">
              <a:avLst/>
            </a:prstGeom>
            <a:noFill/>
          </p:spPr>
          <p:txBody>
            <a:bodyPr wrap="none" rtlCol="0">
              <a:spAutoFit/>
            </a:bodyPr>
            <a:lstStyle/>
            <a:p>
              <a:r>
                <a:rPr lang="en-US" sz="2100" dirty="0">
                  <a:solidFill>
                    <a:srgbClr val="FF0000"/>
                  </a:solidFill>
                </a:rPr>
                <a:t>?</a:t>
              </a:r>
            </a:p>
          </p:txBody>
        </p:sp>
      </p:grpSp>
      <p:grpSp>
        <p:nvGrpSpPr>
          <p:cNvPr id="25" name="Group 24">
            <a:extLst>
              <a:ext uri="{FF2B5EF4-FFF2-40B4-BE49-F238E27FC236}">
                <a16:creationId xmlns:a16="http://schemas.microsoft.com/office/drawing/2014/main" id="{10B4A313-E91D-14D5-6C5E-10CF8D0A5864}"/>
              </a:ext>
            </a:extLst>
          </p:cNvPr>
          <p:cNvGrpSpPr/>
          <p:nvPr/>
        </p:nvGrpSpPr>
        <p:grpSpPr>
          <a:xfrm>
            <a:off x="717063" y="3127424"/>
            <a:ext cx="3299436" cy="919519"/>
            <a:chOff x="7093758" y="5122425"/>
            <a:chExt cx="4376570" cy="1219705"/>
          </a:xfrm>
        </p:grpSpPr>
        <p:grpSp>
          <p:nvGrpSpPr>
            <p:cNvPr id="26" name="Group 25">
              <a:extLst>
                <a:ext uri="{FF2B5EF4-FFF2-40B4-BE49-F238E27FC236}">
                  <a16:creationId xmlns:a16="http://schemas.microsoft.com/office/drawing/2014/main" id="{4CD865E9-6A34-D7C3-87B4-4D97B2125383}"/>
                </a:ext>
              </a:extLst>
            </p:cNvPr>
            <p:cNvGrpSpPr/>
            <p:nvPr/>
          </p:nvGrpSpPr>
          <p:grpSpPr>
            <a:xfrm>
              <a:off x="7517416" y="5122425"/>
              <a:ext cx="3079535" cy="839764"/>
              <a:chOff x="2758985" y="3636747"/>
              <a:chExt cx="7518499" cy="2050233"/>
            </a:xfrm>
          </p:grpSpPr>
          <p:grpSp>
            <p:nvGrpSpPr>
              <p:cNvPr id="32" name="Group 31">
                <a:extLst>
                  <a:ext uri="{FF2B5EF4-FFF2-40B4-BE49-F238E27FC236}">
                    <a16:creationId xmlns:a16="http://schemas.microsoft.com/office/drawing/2014/main" id="{29B90261-D5A3-C943-2158-5BDCB41BE187}"/>
                  </a:ext>
                </a:extLst>
              </p:cNvPr>
              <p:cNvGrpSpPr/>
              <p:nvPr/>
            </p:nvGrpSpPr>
            <p:grpSpPr>
              <a:xfrm>
                <a:off x="2758985" y="4061287"/>
                <a:ext cx="1727299" cy="1625693"/>
                <a:chOff x="2743126" y="2971800"/>
                <a:chExt cx="1295474" cy="1219270"/>
              </a:xfrm>
            </p:grpSpPr>
            <p:sp>
              <p:nvSpPr>
                <p:cNvPr id="37" name="Oval 36">
                  <a:extLst>
                    <a:ext uri="{FF2B5EF4-FFF2-40B4-BE49-F238E27FC236}">
                      <a16:creationId xmlns:a16="http://schemas.microsoft.com/office/drawing/2014/main" id="{FA27D122-1932-13DA-4E44-23E18A19A60E}"/>
                    </a:ext>
                  </a:extLst>
                </p:cNvPr>
                <p:cNvSpPr/>
                <p:nvPr/>
              </p:nvSpPr>
              <p:spPr>
                <a:xfrm>
                  <a:off x="2743200" y="2971800"/>
                  <a:ext cx="1295400" cy="1219200"/>
                </a:xfrm>
                <a:prstGeom prst="ellipse">
                  <a:avLst/>
                </a:prstGeom>
                <a:solidFill>
                  <a:schemeClr val="accent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8" name="Chord 5">
                  <a:extLst>
                    <a:ext uri="{FF2B5EF4-FFF2-40B4-BE49-F238E27FC236}">
                      <a16:creationId xmlns:a16="http://schemas.microsoft.com/office/drawing/2014/main" id="{4E6F583B-CC50-57FB-643E-FFC6FCE3C467}"/>
                    </a:ext>
                  </a:extLst>
                </p:cNvPr>
                <p:cNvSpPr/>
                <p:nvPr/>
              </p:nvSpPr>
              <p:spPr>
                <a:xfrm>
                  <a:off x="2743126" y="3073904"/>
                  <a:ext cx="817308" cy="1117166"/>
                </a:xfrm>
                <a:custGeom>
                  <a:avLst/>
                  <a:gdLst>
                    <a:gd name="connsiteX0" fmla="*/ 817235 w 1295400"/>
                    <a:gd name="connsiteY0" fmla="*/ 1197947 h 1219200"/>
                    <a:gd name="connsiteX1" fmla="*/ 70854 w 1295400"/>
                    <a:gd name="connsiteY1" fmla="*/ 886831 h 1219200"/>
                    <a:gd name="connsiteX2" fmla="*/ 288864 w 1295400"/>
                    <a:gd name="connsiteY2" fmla="*/ 102104 h 1219200"/>
                    <a:gd name="connsiteX3" fmla="*/ 817235 w 1295400"/>
                    <a:gd name="connsiteY3" fmla="*/ 1197947 h 1219200"/>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Lst>
                  <a:ahLst/>
                  <a:cxnLst>
                    <a:cxn ang="0">
                      <a:pos x="connsiteX0" y="connsiteY0"/>
                    </a:cxn>
                    <a:cxn ang="0">
                      <a:pos x="connsiteX1" y="connsiteY1"/>
                    </a:cxn>
                    <a:cxn ang="0">
                      <a:pos x="connsiteX2" y="connsiteY2"/>
                    </a:cxn>
                    <a:cxn ang="0">
                      <a:pos x="connsiteX3" y="connsiteY3"/>
                    </a:cxn>
                  </a:cxnLst>
                  <a:rect l="l" t="t" r="r" b="b"/>
                  <a:pathLst>
                    <a:path w="817308" h="1117166">
                      <a:moveTo>
                        <a:pt x="817308" y="1095843"/>
                      </a:moveTo>
                      <a:cubicBezTo>
                        <a:pt x="521648" y="1171311"/>
                        <a:pt x="210243" y="1041507"/>
                        <a:pt x="70927" y="784727"/>
                      </a:cubicBezTo>
                      <a:cubicBezTo>
                        <a:pt x="-78669" y="508999"/>
                        <a:pt x="15088" y="171521"/>
                        <a:pt x="288937" y="0"/>
                      </a:cubicBezTo>
                      <a:cubicBezTo>
                        <a:pt x="73901" y="563401"/>
                        <a:pt x="336384" y="989642"/>
                        <a:pt x="817308" y="1095843"/>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33" name="Group 32">
                <a:extLst>
                  <a:ext uri="{FF2B5EF4-FFF2-40B4-BE49-F238E27FC236}">
                    <a16:creationId xmlns:a16="http://schemas.microsoft.com/office/drawing/2014/main" id="{688925C7-45D2-5D72-02A6-C3767F495E4C}"/>
                  </a:ext>
                </a:extLst>
              </p:cNvPr>
              <p:cNvGrpSpPr/>
              <p:nvPr/>
            </p:nvGrpSpPr>
            <p:grpSpPr>
              <a:xfrm>
                <a:off x="8550185" y="3654841"/>
                <a:ext cx="1727299" cy="1625693"/>
                <a:chOff x="2743126" y="2971800"/>
                <a:chExt cx="1295474" cy="1219270"/>
              </a:xfrm>
            </p:grpSpPr>
            <p:sp>
              <p:nvSpPr>
                <p:cNvPr id="35" name="Oval 34">
                  <a:extLst>
                    <a:ext uri="{FF2B5EF4-FFF2-40B4-BE49-F238E27FC236}">
                      <a16:creationId xmlns:a16="http://schemas.microsoft.com/office/drawing/2014/main" id="{59FC66F9-6A33-071A-93A7-F6FAD8D23F51}"/>
                    </a:ext>
                  </a:extLst>
                </p:cNvPr>
                <p:cNvSpPr/>
                <p:nvPr/>
              </p:nvSpPr>
              <p:spPr>
                <a:xfrm>
                  <a:off x="2743200" y="2971800"/>
                  <a:ext cx="1295400" cy="1219200"/>
                </a:xfrm>
                <a:prstGeom prst="ellipse">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6" name="Chord 5">
                  <a:extLst>
                    <a:ext uri="{FF2B5EF4-FFF2-40B4-BE49-F238E27FC236}">
                      <a16:creationId xmlns:a16="http://schemas.microsoft.com/office/drawing/2014/main" id="{1BF90216-A627-3EE5-03F5-55DCCD3B2A4C}"/>
                    </a:ext>
                  </a:extLst>
                </p:cNvPr>
                <p:cNvSpPr/>
                <p:nvPr/>
              </p:nvSpPr>
              <p:spPr>
                <a:xfrm>
                  <a:off x="2743126" y="3073904"/>
                  <a:ext cx="817308" cy="1117166"/>
                </a:xfrm>
                <a:custGeom>
                  <a:avLst/>
                  <a:gdLst>
                    <a:gd name="connsiteX0" fmla="*/ 817235 w 1295400"/>
                    <a:gd name="connsiteY0" fmla="*/ 1197947 h 1219200"/>
                    <a:gd name="connsiteX1" fmla="*/ 70854 w 1295400"/>
                    <a:gd name="connsiteY1" fmla="*/ 886831 h 1219200"/>
                    <a:gd name="connsiteX2" fmla="*/ 288864 w 1295400"/>
                    <a:gd name="connsiteY2" fmla="*/ 102104 h 1219200"/>
                    <a:gd name="connsiteX3" fmla="*/ 817235 w 1295400"/>
                    <a:gd name="connsiteY3" fmla="*/ 1197947 h 1219200"/>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 name="connsiteX0" fmla="*/ 817308 w 817308"/>
                    <a:gd name="connsiteY0" fmla="*/ 1095843 h 1117166"/>
                    <a:gd name="connsiteX1" fmla="*/ 70927 w 817308"/>
                    <a:gd name="connsiteY1" fmla="*/ 784727 h 1117166"/>
                    <a:gd name="connsiteX2" fmla="*/ 288937 w 817308"/>
                    <a:gd name="connsiteY2" fmla="*/ 0 h 1117166"/>
                    <a:gd name="connsiteX3" fmla="*/ 817308 w 817308"/>
                    <a:gd name="connsiteY3" fmla="*/ 1095843 h 1117166"/>
                  </a:gdLst>
                  <a:ahLst/>
                  <a:cxnLst>
                    <a:cxn ang="0">
                      <a:pos x="connsiteX0" y="connsiteY0"/>
                    </a:cxn>
                    <a:cxn ang="0">
                      <a:pos x="connsiteX1" y="connsiteY1"/>
                    </a:cxn>
                    <a:cxn ang="0">
                      <a:pos x="connsiteX2" y="connsiteY2"/>
                    </a:cxn>
                    <a:cxn ang="0">
                      <a:pos x="connsiteX3" y="connsiteY3"/>
                    </a:cxn>
                  </a:cxnLst>
                  <a:rect l="l" t="t" r="r" b="b"/>
                  <a:pathLst>
                    <a:path w="817308" h="1117166">
                      <a:moveTo>
                        <a:pt x="817308" y="1095843"/>
                      </a:moveTo>
                      <a:cubicBezTo>
                        <a:pt x="521648" y="1171311"/>
                        <a:pt x="210243" y="1041507"/>
                        <a:pt x="70927" y="784727"/>
                      </a:cubicBezTo>
                      <a:cubicBezTo>
                        <a:pt x="-78669" y="508999"/>
                        <a:pt x="15088" y="171521"/>
                        <a:pt x="288937" y="0"/>
                      </a:cubicBezTo>
                      <a:cubicBezTo>
                        <a:pt x="73901" y="563401"/>
                        <a:pt x="336384" y="989642"/>
                        <a:pt x="817308" y="1095843"/>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4" name="Freeform: Shape 33">
                <a:extLst>
                  <a:ext uri="{FF2B5EF4-FFF2-40B4-BE49-F238E27FC236}">
                    <a16:creationId xmlns:a16="http://schemas.microsoft.com/office/drawing/2014/main" id="{344FAB1C-6424-B3A9-62AF-1BA2C6A9B35A}"/>
                  </a:ext>
                </a:extLst>
              </p:cNvPr>
              <p:cNvSpPr/>
              <p:nvPr/>
            </p:nvSpPr>
            <p:spPr>
              <a:xfrm>
                <a:off x="4691594" y="3636747"/>
                <a:ext cx="3485323" cy="668600"/>
              </a:xfrm>
              <a:custGeom>
                <a:avLst/>
                <a:gdLst>
                  <a:gd name="connsiteX0" fmla="*/ 0 w 2141883"/>
                  <a:gd name="connsiteY0" fmla="*/ 601959 h 601959"/>
                  <a:gd name="connsiteX1" fmla="*/ 1088335 w 2141883"/>
                  <a:gd name="connsiteY1" fmla="*/ 10581 h 601959"/>
                  <a:gd name="connsiteX2" fmla="*/ 2141883 w 2141883"/>
                  <a:gd name="connsiteY2" fmla="*/ 278937 h 601959"/>
                  <a:gd name="connsiteX0" fmla="*/ 0 w 2350605"/>
                  <a:gd name="connsiteY0" fmla="*/ 441051 h 441051"/>
                  <a:gd name="connsiteX1" fmla="*/ 1297057 w 2350605"/>
                  <a:gd name="connsiteY1" fmla="*/ 3730 h 441051"/>
                  <a:gd name="connsiteX2" fmla="*/ 2350605 w 2350605"/>
                  <a:gd name="connsiteY2" fmla="*/ 272086 h 441051"/>
                  <a:gd name="connsiteX0" fmla="*/ 0 w 2613992"/>
                  <a:gd name="connsiteY0" fmla="*/ 465762 h 465762"/>
                  <a:gd name="connsiteX1" fmla="*/ 1297057 w 2613992"/>
                  <a:gd name="connsiteY1" fmla="*/ 28441 h 465762"/>
                  <a:gd name="connsiteX2" fmla="*/ 2613992 w 2613992"/>
                  <a:gd name="connsiteY2" fmla="*/ 147710 h 465762"/>
                  <a:gd name="connsiteX0" fmla="*/ 0 w 2613992"/>
                  <a:gd name="connsiteY0" fmla="*/ 501450 h 501450"/>
                  <a:gd name="connsiteX1" fmla="*/ 1237423 w 2613992"/>
                  <a:gd name="connsiteY1" fmla="*/ 19403 h 501450"/>
                  <a:gd name="connsiteX2" fmla="*/ 2613992 w 2613992"/>
                  <a:gd name="connsiteY2" fmla="*/ 183398 h 501450"/>
                </a:gdLst>
                <a:ahLst/>
                <a:cxnLst>
                  <a:cxn ang="0">
                    <a:pos x="connsiteX0" y="connsiteY0"/>
                  </a:cxn>
                  <a:cxn ang="0">
                    <a:pos x="connsiteX1" y="connsiteY1"/>
                  </a:cxn>
                  <a:cxn ang="0">
                    <a:pos x="connsiteX2" y="connsiteY2"/>
                  </a:cxn>
                </a:cxnLst>
                <a:rect l="l" t="t" r="r" b="b"/>
                <a:pathLst>
                  <a:path w="2613992" h="501450">
                    <a:moveTo>
                      <a:pt x="0" y="501450"/>
                    </a:moveTo>
                    <a:cubicBezTo>
                      <a:pt x="365677" y="232679"/>
                      <a:pt x="801758" y="72412"/>
                      <a:pt x="1237423" y="19403"/>
                    </a:cubicBezTo>
                    <a:cubicBezTo>
                      <a:pt x="1673088" y="-33606"/>
                      <a:pt x="2265708" y="22301"/>
                      <a:pt x="2613992" y="183398"/>
                    </a:cubicBezTo>
                  </a:path>
                </a:pathLst>
              </a:custGeom>
              <a:noFill/>
              <a:ln w="28575">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cxnSp>
          <p:nvCxnSpPr>
            <p:cNvPr id="27" name="Straight Arrow Connector 26">
              <a:extLst>
                <a:ext uri="{FF2B5EF4-FFF2-40B4-BE49-F238E27FC236}">
                  <a16:creationId xmlns:a16="http://schemas.microsoft.com/office/drawing/2014/main" id="{688D463B-1D53-F810-4FC9-682C06A4E1AB}"/>
                </a:ext>
              </a:extLst>
            </p:cNvPr>
            <p:cNvCxnSpPr>
              <a:cxnSpLocks/>
            </p:cNvCxnSpPr>
            <p:nvPr/>
          </p:nvCxnSpPr>
          <p:spPr>
            <a:xfrm>
              <a:off x="7093758" y="6313256"/>
              <a:ext cx="419322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CADF4B4-9D39-F4BD-D6A4-A27406433539}"/>
                </a:ext>
              </a:extLst>
            </p:cNvPr>
            <p:cNvSpPr/>
            <p:nvPr/>
          </p:nvSpPr>
          <p:spPr>
            <a:xfrm>
              <a:off x="10844764" y="5974702"/>
              <a:ext cx="625564" cy="367428"/>
            </a:xfrm>
            <a:prstGeom prst="rect">
              <a:avLst/>
            </a:prstGeom>
          </p:spPr>
          <p:txBody>
            <a:bodyPr wrap="none">
              <a:spAutoFit/>
            </a:bodyPr>
            <a:lstStyle/>
            <a:p>
              <a:r>
                <a:rPr lang="en-US" sz="1200" dirty="0"/>
                <a:t>time</a:t>
              </a:r>
            </a:p>
          </p:txBody>
        </p:sp>
        <p:sp>
          <p:nvSpPr>
            <p:cNvPr id="29" name="Oval 28">
              <a:extLst>
                <a:ext uri="{FF2B5EF4-FFF2-40B4-BE49-F238E27FC236}">
                  <a16:creationId xmlns:a16="http://schemas.microsoft.com/office/drawing/2014/main" id="{A6AB262B-18B6-12CD-128F-F5229B66BC5F}"/>
                </a:ext>
              </a:extLst>
            </p:cNvPr>
            <p:cNvSpPr/>
            <p:nvPr/>
          </p:nvSpPr>
          <p:spPr>
            <a:xfrm rot="19209652">
              <a:off x="8016367" y="5411825"/>
              <a:ext cx="51144" cy="10228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0F0CBD2-5AE8-52F6-2FBD-01E92375990E}"/>
                </a:ext>
              </a:extLst>
            </p:cNvPr>
            <p:cNvSpPr/>
            <p:nvPr/>
          </p:nvSpPr>
          <p:spPr>
            <a:xfrm rot="2714105">
              <a:off x="10396427" y="5524374"/>
              <a:ext cx="65673" cy="10228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E39538E6-4284-CF77-E895-18496D5FC5A1}"/>
                </a:ext>
              </a:extLst>
            </p:cNvPr>
            <p:cNvCxnSpPr>
              <a:cxnSpLocks/>
            </p:cNvCxnSpPr>
            <p:nvPr/>
          </p:nvCxnSpPr>
          <p:spPr>
            <a:xfrm>
              <a:off x="8131274" y="5466648"/>
              <a:ext cx="2204538" cy="8367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72C9A3D-D4FB-9714-2F02-3A658A6CDA24}"/>
                  </a:ext>
                </a:extLst>
              </p:cNvPr>
              <p:cNvSpPr txBox="1"/>
              <p:nvPr/>
            </p:nvSpPr>
            <p:spPr>
              <a:xfrm>
                <a:off x="530237" y="2598451"/>
                <a:ext cx="3599960" cy="338554"/>
              </a:xfrm>
              <a:prstGeom prst="rect">
                <a:avLst/>
              </a:prstGeom>
              <a:noFill/>
            </p:spPr>
            <p:txBody>
              <a:bodyPr wrap="none" rtlCol="0">
                <a:spAutoFit/>
              </a:bodyPr>
              <a:lstStyle/>
              <a:p>
                <a:r>
                  <a:rPr lang="en-US" sz="1600" dirty="0"/>
                  <a:t>Infinitesimal reducibility </a:t>
                </a:r>
                <a14:m>
                  <m:oMath xmlns:m="http://schemas.openxmlformats.org/officeDocument/2006/math">
                    <m:r>
                      <a:rPr lang="en-US" sz="1600" b="0" i="1" smtClean="0">
                        <a:latin typeface="Cambria Math" panose="02040503050406030204" pitchFamily="18" charset="0"/>
                      </a:rPr>
                      <m:t>⇒</m:t>
                    </m:r>
                  </m:oMath>
                </a14:m>
                <a:r>
                  <a:rPr lang="en-US" sz="1600" dirty="0"/>
                  <a:t> Classical state</a:t>
                </a:r>
              </a:p>
            </p:txBody>
          </p:sp>
        </mc:Choice>
        <mc:Fallback xmlns="">
          <p:sp>
            <p:nvSpPr>
              <p:cNvPr id="39" name="TextBox 38">
                <a:extLst>
                  <a:ext uri="{FF2B5EF4-FFF2-40B4-BE49-F238E27FC236}">
                    <a16:creationId xmlns:a16="http://schemas.microsoft.com/office/drawing/2014/main" id="{972C9A3D-D4FB-9714-2F02-3A658A6CDA24}"/>
                  </a:ext>
                </a:extLst>
              </p:cNvPr>
              <p:cNvSpPr txBox="1">
                <a:spLocks noRot="1" noChangeAspect="1" noMove="1" noResize="1" noEditPoints="1" noAdjustHandles="1" noChangeArrowheads="1" noChangeShapeType="1" noTextEdit="1"/>
              </p:cNvSpPr>
              <p:nvPr/>
            </p:nvSpPr>
            <p:spPr>
              <a:xfrm>
                <a:off x="530237" y="2598451"/>
                <a:ext cx="3599960" cy="338554"/>
              </a:xfrm>
              <a:prstGeom prst="rect">
                <a:avLst/>
              </a:prstGeom>
              <a:blipFill>
                <a:blip r:embed="rId5"/>
                <a:stretch>
                  <a:fillRect l="-1015" t="-5357"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6D50F44-FA6F-7634-7B43-AF2CA8BDA007}"/>
                  </a:ext>
                </a:extLst>
              </p:cNvPr>
              <p:cNvSpPr txBox="1"/>
              <p:nvPr/>
            </p:nvSpPr>
            <p:spPr>
              <a:xfrm>
                <a:off x="5162412" y="2597262"/>
                <a:ext cx="2751972" cy="338554"/>
              </a:xfrm>
              <a:prstGeom prst="rect">
                <a:avLst/>
              </a:prstGeom>
              <a:noFill/>
            </p:spPr>
            <p:txBody>
              <a:bodyPr wrap="none" rtlCol="0">
                <a:spAutoFit/>
              </a:bodyPr>
              <a:lstStyle/>
              <a:p>
                <a:r>
                  <a:rPr lang="en-US" sz="1600" dirty="0"/>
                  <a:t>Irreducibility </a:t>
                </a:r>
                <a14:m>
                  <m:oMath xmlns:m="http://schemas.openxmlformats.org/officeDocument/2006/math">
                    <m:r>
                      <a:rPr lang="en-US" sz="1600" b="0" i="1" smtClean="0">
                        <a:latin typeface="Cambria Math" panose="02040503050406030204" pitchFamily="18" charset="0"/>
                      </a:rPr>
                      <m:t>⇒</m:t>
                    </m:r>
                  </m:oMath>
                </a14:m>
                <a:r>
                  <a:rPr lang="en-US" sz="1600" dirty="0"/>
                  <a:t> Quantum state</a:t>
                </a:r>
              </a:p>
            </p:txBody>
          </p:sp>
        </mc:Choice>
        <mc:Fallback xmlns="">
          <p:sp>
            <p:nvSpPr>
              <p:cNvPr id="40" name="TextBox 39">
                <a:extLst>
                  <a:ext uri="{FF2B5EF4-FFF2-40B4-BE49-F238E27FC236}">
                    <a16:creationId xmlns:a16="http://schemas.microsoft.com/office/drawing/2014/main" id="{46D50F44-FA6F-7634-7B43-AF2CA8BDA007}"/>
                  </a:ext>
                </a:extLst>
              </p:cNvPr>
              <p:cNvSpPr txBox="1">
                <a:spLocks noRot="1" noChangeAspect="1" noMove="1" noResize="1" noEditPoints="1" noAdjustHandles="1" noChangeArrowheads="1" noChangeShapeType="1" noTextEdit="1"/>
              </p:cNvSpPr>
              <p:nvPr/>
            </p:nvSpPr>
            <p:spPr>
              <a:xfrm>
                <a:off x="5162412" y="2597262"/>
                <a:ext cx="2751972" cy="338554"/>
              </a:xfrm>
              <a:prstGeom prst="rect">
                <a:avLst/>
              </a:prstGeom>
              <a:blipFill>
                <a:blip r:embed="rId6"/>
                <a:stretch>
                  <a:fillRect l="-1330" t="-5357" r="-443" b="-21429"/>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5B3C1A7E-6F6A-1D88-2FCE-065DF3392CE8}"/>
              </a:ext>
            </a:extLst>
          </p:cNvPr>
          <p:cNvSpPr txBox="1"/>
          <p:nvPr/>
        </p:nvSpPr>
        <p:spPr>
          <a:xfrm>
            <a:off x="271285" y="1115142"/>
            <a:ext cx="8363414" cy="954107"/>
          </a:xfrm>
          <a:prstGeom prst="rect">
            <a:avLst/>
          </a:prstGeom>
          <a:noFill/>
        </p:spPr>
        <p:txBody>
          <a:bodyPr wrap="square">
            <a:spAutoFit/>
          </a:bodyPr>
          <a:lstStyle/>
          <a:p>
            <a:r>
              <a:rPr lang="en-US" sz="2800" i="1" dirty="0"/>
              <a:t>Identify a handful of physical starting points from which the basic laws can be rigorously derived</a:t>
            </a:r>
            <a:endParaRPr lang="en-US" sz="2800" dirty="0"/>
          </a:p>
        </p:txBody>
      </p:sp>
      <p:sp>
        <p:nvSpPr>
          <p:cNvPr id="43" name="TextBox 42">
            <a:extLst>
              <a:ext uri="{FF2B5EF4-FFF2-40B4-BE49-F238E27FC236}">
                <a16:creationId xmlns:a16="http://schemas.microsoft.com/office/drawing/2014/main" id="{5B455218-73B4-5DD6-D4BD-1B9C04723948}"/>
              </a:ext>
            </a:extLst>
          </p:cNvPr>
          <p:cNvSpPr txBox="1"/>
          <p:nvPr/>
        </p:nvSpPr>
        <p:spPr>
          <a:xfrm>
            <a:off x="271285" y="2141167"/>
            <a:ext cx="1396985" cy="369332"/>
          </a:xfrm>
          <a:prstGeom prst="rect">
            <a:avLst/>
          </a:prstGeom>
          <a:noFill/>
        </p:spPr>
        <p:txBody>
          <a:bodyPr wrap="none" rtlCol="0">
            <a:spAutoFit/>
          </a:bodyPr>
          <a:lstStyle/>
          <a:p>
            <a:r>
              <a:rPr lang="en-US" dirty="0"/>
              <a:t>For example:</a:t>
            </a:r>
          </a:p>
        </p:txBody>
      </p:sp>
      <p:sp>
        <p:nvSpPr>
          <p:cNvPr id="46" name="TextBox 45">
            <a:extLst>
              <a:ext uri="{FF2B5EF4-FFF2-40B4-BE49-F238E27FC236}">
                <a16:creationId xmlns:a16="http://schemas.microsoft.com/office/drawing/2014/main" id="{DB225324-B563-B7A7-7AD5-95E8E983D9E1}"/>
              </a:ext>
            </a:extLst>
          </p:cNvPr>
          <p:cNvSpPr txBox="1"/>
          <p:nvPr/>
        </p:nvSpPr>
        <p:spPr>
          <a:xfrm>
            <a:off x="1916624" y="4389644"/>
            <a:ext cx="7163436" cy="830997"/>
          </a:xfrm>
          <a:prstGeom prst="rect">
            <a:avLst/>
          </a:prstGeom>
          <a:noFill/>
        </p:spPr>
        <p:txBody>
          <a:bodyPr wrap="none" rtlCol="0">
            <a:spAutoFit/>
          </a:bodyPr>
          <a:lstStyle/>
          <a:p>
            <a:pPr algn="r"/>
            <a:r>
              <a:rPr lang="en-US" sz="2400" dirty="0"/>
              <a:t>This also requires rederiving all mathematical structures</a:t>
            </a:r>
            <a:br>
              <a:rPr lang="en-US" sz="2400" dirty="0"/>
            </a:br>
            <a:r>
              <a:rPr lang="en-US" sz="2400" dirty="0"/>
              <a:t>from physical requirements</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FDB74E7-8E10-1AA5-EAF7-09367F1CBFE4}"/>
                  </a:ext>
                </a:extLst>
              </p:cNvPr>
              <p:cNvSpPr txBox="1"/>
              <p:nvPr/>
            </p:nvSpPr>
            <p:spPr>
              <a:xfrm>
                <a:off x="785488" y="5293998"/>
                <a:ext cx="7276785" cy="646331"/>
              </a:xfrm>
              <a:prstGeom prst="rect">
                <a:avLst/>
              </a:prstGeom>
              <a:noFill/>
            </p:spPr>
            <p:txBody>
              <a:bodyPr wrap="square" rtlCol="0">
                <a:spAutoFit/>
              </a:bodyPr>
              <a:lstStyle/>
              <a:p>
                <a:r>
                  <a:rPr lang="en-US" dirty="0"/>
                  <a:t>Science is evidence based </a:t>
                </a:r>
                <a14:m>
                  <m:oMath xmlns:m="http://schemas.openxmlformats.org/officeDocument/2006/math">
                    <m:r>
                      <a:rPr lang="en-US" b="0" i="1" smtClean="0">
                        <a:latin typeface="Cambria Math" panose="02040503050406030204" pitchFamily="18" charset="0"/>
                      </a:rPr>
                      <m:t>⇒</m:t>
                    </m:r>
                  </m:oMath>
                </a14:m>
                <a:r>
                  <a:rPr lang="en-US" dirty="0"/>
                  <a:t> scientific theory must be characterized by experimentally verifiable statements </a:t>
                </a:r>
                <a14:m>
                  <m:oMath xmlns:m="http://schemas.openxmlformats.org/officeDocument/2006/math">
                    <m:r>
                      <a:rPr lang="en-US" b="0" i="1" smtClean="0">
                        <a:latin typeface="Cambria Math" panose="02040503050406030204" pitchFamily="18" charset="0"/>
                      </a:rPr>
                      <m:t>⇒</m:t>
                    </m:r>
                  </m:oMath>
                </a14:m>
                <a:r>
                  <a:rPr lang="en-US" dirty="0"/>
                  <a:t> topologies and </a:t>
                </a:r>
                <a14:m>
                  <m:oMath xmlns:m="http://schemas.openxmlformats.org/officeDocument/2006/math">
                    <m:r>
                      <a:rPr lang="en-US" b="0" i="1" smtClean="0">
                        <a:latin typeface="Cambria Math" panose="02040503050406030204" pitchFamily="18" charset="0"/>
                      </a:rPr>
                      <m:t>𝜎</m:t>
                    </m:r>
                  </m:oMath>
                </a14:m>
                <a:r>
                  <a:rPr lang="en-US" dirty="0"/>
                  <a:t>-algebras</a:t>
                </a:r>
              </a:p>
            </p:txBody>
          </p:sp>
        </mc:Choice>
        <mc:Fallback xmlns="">
          <p:sp>
            <p:nvSpPr>
              <p:cNvPr id="47" name="TextBox 46">
                <a:extLst>
                  <a:ext uri="{FF2B5EF4-FFF2-40B4-BE49-F238E27FC236}">
                    <a16:creationId xmlns:a16="http://schemas.microsoft.com/office/drawing/2014/main" id="{0FDB74E7-8E10-1AA5-EAF7-09367F1CBFE4}"/>
                  </a:ext>
                </a:extLst>
              </p:cNvPr>
              <p:cNvSpPr txBox="1">
                <a:spLocks noRot="1" noChangeAspect="1" noMove="1" noResize="1" noEditPoints="1" noAdjustHandles="1" noChangeArrowheads="1" noChangeShapeType="1" noTextEdit="1"/>
              </p:cNvSpPr>
              <p:nvPr/>
            </p:nvSpPr>
            <p:spPr>
              <a:xfrm>
                <a:off x="785488" y="5293998"/>
                <a:ext cx="7276785" cy="646331"/>
              </a:xfrm>
              <a:prstGeom prst="rect">
                <a:avLst/>
              </a:prstGeom>
              <a:blipFill>
                <a:blip r:embed="rId7"/>
                <a:stretch>
                  <a:fillRect l="-754" t="-4717" b="-14151"/>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73D12C71-F59C-FB7B-2F9F-12AAE88104C8}"/>
              </a:ext>
            </a:extLst>
          </p:cNvPr>
          <p:cNvSpPr txBox="1"/>
          <p:nvPr/>
        </p:nvSpPr>
        <p:spPr>
          <a:xfrm>
            <a:off x="271285" y="4924176"/>
            <a:ext cx="1396985" cy="369332"/>
          </a:xfrm>
          <a:prstGeom prst="rect">
            <a:avLst/>
          </a:prstGeom>
          <a:noFill/>
        </p:spPr>
        <p:txBody>
          <a:bodyPr wrap="none" rtlCol="0">
            <a:spAutoFit/>
          </a:bodyPr>
          <a:lstStyle/>
          <a:p>
            <a:r>
              <a:rPr lang="en-US" dirty="0"/>
              <a:t>For example:</a:t>
            </a:r>
          </a:p>
        </p:txBody>
      </p:sp>
      <p:sp>
        <p:nvSpPr>
          <p:cNvPr id="3" name="Slide Number Placeholder 2">
            <a:extLst>
              <a:ext uri="{FF2B5EF4-FFF2-40B4-BE49-F238E27FC236}">
                <a16:creationId xmlns:a16="http://schemas.microsoft.com/office/drawing/2014/main" id="{4C5EA4C8-6F76-838C-B6C9-62954CD5913C}"/>
              </a:ext>
            </a:extLst>
          </p:cNvPr>
          <p:cNvSpPr>
            <a:spLocks noGrp="1"/>
          </p:cNvSpPr>
          <p:nvPr>
            <p:ph type="sldNum" sz="quarter" idx="13"/>
          </p:nvPr>
        </p:nvSpPr>
        <p:spPr/>
        <p:txBody>
          <a:bodyPr/>
          <a:lstStyle/>
          <a:p>
            <a:fld id="{F47845EA-7733-40EE-B074-20032348B727}" type="slidenum">
              <a:rPr lang="en-US" smtClean="0"/>
              <a:t>45</a:t>
            </a:fld>
            <a:endParaRPr lang="en-US"/>
          </a:p>
        </p:txBody>
      </p:sp>
      <p:sp>
        <p:nvSpPr>
          <p:cNvPr id="41" name="Footer Placeholder 40">
            <a:extLst>
              <a:ext uri="{FF2B5EF4-FFF2-40B4-BE49-F238E27FC236}">
                <a16:creationId xmlns:a16="http://schemas.microsoft.com/office/drawing/2014/main" id="{6CF56CD9-3AEB-FFBA-39E9-284CFE43FED8}"/>
              </a:ext>
            </a:extLst>
          </p:cNvPr>
          <p:cNvSpPr>
            <a:spLocks noGrp="1"/>
          </p:cNvSpPr>
          <p:nvPr>
            <p:ph type="ftr" sz="quarter" idx="11"/>
          </p:nvPr>
        </p:nvSpPr>
        <p:spPr/>
        <p:txBody>
          <a:bodyPr/>
          <a:lstStyle/>
          <a:p>
            <a:r>
              <a:rPr lang="en-US"/>
              <a:t>Christine Aidala - University of Michigan</a:t>
            </a:r>
          </a:p>
        </p:txBody>
      </p:sp>
    </p:spTree>
    <p:extLst>
      <p:ext uri="{BB962C8B-B14F-4D97-AF65-F5344CB8AC3E}">
        <p14:creationId xmlns:p14="http://schemas.microsoft.com/office/powerpoint/2010/main" val="679679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2318ED-670A-B803-2911-FEF71BC033D3}"/>
              </a:ext>
            </a:extLst>
          </p:cNvPr>
          <p:cNvSpPr txBox="1"/>
          <p:nvPr/>
        </p:nvSpPr>
        <p:spPr>
          <a:xfrm>
            <a:off x="1815927" y="226388"/>
            <a:ext cx="2556149" cy="892552"/>
          </a:xfrm>
          <a:prstGeom prst="rect">
            <a:avLst/>
          </a:prstGeom>
          <a:noFill/>
        </p:spPr>
        <p:txBody>
          <a:bodyPr wrap="none" rtlCol="0">
            <a:spAutoFit/>
          </a:bodyPr>
          <a:lstStyle/>
          <a:p>
            <a:pPr algn="ctr"/>
            <a:r>
              <a:rPr lang="en-US" sz="3200" dirty="0"/>
              <a:t>Physical world</a:t>
            </a:r>
            <a:br>
              <a:rPr lang="en-US" sz="3200" dirty="0"/>
            </a:br>
            <a:r>
              <a:rPr lang="en-US" sz="2000" dirty="0"/>
              <a:t>(informal system)</a:t>
            </a:r>
            <a:endParaRPr lang="en-US" sz="3200" dirty="0"/>
          </a:p>
        </p:txBody>
      </p:sp>
      <p:sp>
        <p:nvSpPr>
          <p:cNvPr id="4" name="TextBox 3">
            <a:extLst>
              <a:ext uri="{FF2B5EF4-FFF2-40B4-BE49-F238E27FC236}">
                <a16:creationId xmlns:a16="http://schemas.microsoft.com/office/drawing/2014/main" id="{1FB3DE40-CD9E-4C97-F26C-5E30A268D0C1}"/>
              </a:ext>
            </a:extLst>
          </p:cNvPr>
          <p:cNvSpPr txBox="1"/>
          <p:nvPr/>
        </p:nvSpPr>
        <p:spPr>
          <a:xfrm>
            <a:off x="5342839" y="225082"/>
            <a:ext cx="5061963" cy="892552"/>
          </a:xfrm>
          <a:prstGeom prst="rect">
            <a:avLst/>
          </a:prstGeom>
          <a:noFill/>
        </p:spPr>
        <p:txBody>
          <a:bodyPr wrap="none" rtlCol="0">
            <a:spAutoFit/>
          </a:bodyPr>
          <a:lstStyle/>
          <a:p>
            <a:pPr algn="ctr"/>
            <a:r>
              <a:rPr lang="en-US" sz="3200" dirty="0"/>
              <a:t>Mathematical representation</a:t>
            </a:r>
          </a:p>
          <a:p>
            <a:pPr algn="ctr"/>
            <a:r>
              <a:rPr lang="en-US" sz="2000" dirty="0"/>
              <a:t>(formal system)</a:t>
            </a:r>
          </a:p>
        </p:txBody>
      </p:sp>
      <p:sp>
        <p:nvSpPr>
          <p:cNvPr id="51" name="TextBox 50">
            <a:extLst>
              <a:ext uri="{FF2B5EF4-FFF2-40B4-BE49-F238E27FC236}">
                <a16:creationId xmlns:a16="http://schemas.microsoft.com/office/drawing/2014/main" id="{8275DE9B-E948-5899-4BE4-F73FA617D2FB}"/>
              </a:ext>
            </a:extLst>
          </p:cNvPr>
          <p:cNvSpPr txBox="1"/>
          <p:nvPr/>
        </p:nvSpPr>
        <p:spPr>
          <a:xfrm>
            <a:off x="7438371" y="1432588"/>
            <a:ext cx="1473737" cy="923330"/>
          </a:xfrm>
          <a:prstGeom prst="rect">
            <a:avLst/>
          </a:prstGeom>
          <a:noFill/>
        </p:spPr>
        <p:txBody>
          <a:bodyPr wrap="none" rtlCol="0">
            <a:spAutoFit/>
          </a:bodyPr>
          <a:lstStyle/>
          <a:p>
            <a:pPr algn="r"/>
            <a:r>
              <a:rPr lang="en-US" dirty="0"/>
              <a:t>well-defined</a:t>
            </a:r>
            <a:br>
              <a:rPr lang="en-US" dirty="0"/>
            </a:br>
            <a:r>
              <a:rPr lang="en-US" dirty="0"/>
              <a:t>mathematical</a:t>
            </a:r>
            <a:br>
              <a:rPr lang="en-US" dirty="0"/>
            </a:br>
            <a:r>
              <a:rPr lang="en-US" dirty="0"/>
              <a:t>objects</a:t>
            </a:r>
          </a:p>
        </p:txBody>
      </p:sp>
      <p:cxnSp>
        <p:nvCxnSpPr>
          <p:cNvPr id="5" name="Straight Connector 4">
            <a:extLst>
              <a:ext uri="{FF2B5EF4-FFF2-40B4-BE49-F238E27FC236}">
                <a16:creationId xmlns:a16="http://schemas.microsoft.com/office/drawing/2014/main" id="{3B50B3FB-D33D-44AE-41AE-207D1BAEA103}"/>
              </a:ext>
            </a:extLst>
          </p:cNvPr>
          <p:cNvCxnSpPr>
            <a:cxnSpLocks/>
          </p:cNvCxnSpPr>
          <p:nvPr/>
        </p:nvCxnSpPr>
        <p:spPr>
          <a:xfrm>
            <a:off x="5272046" y="124857"/>
            <a:ext cx="0" cy="4763771"/>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C1527028-DD96-3967-4A27-15C934136C17}"/>
              </a:ext>
            </a:extLst>
          </p:cNvPr>
          <p:cNvSpPr/>
          <p:nvPr/>
        </p:nvSpPr>
        <p:spPr>
          <a:xfrm>
            <a:off x="2423505" y="2504280"/>
            <a:ext cx="201243" cy="214605"/>
          </a:xfrm>
          <a:custGeom>
            <a:avLst/>
            <a:gdLst>
              <a:gd name="connsiteX0" fmla="*/ 84063 w 200795"/>
              <a:gd name="connsiteY0" fmla="*/ 9846 h 214127"/>
              <a:gd name="connsiteX1" fmla="*/ 84063 w 200795"/>
              <a:gd name="connsiteY1" fmla="*/ 9846 h 214127"/>
              <a:gd name="connsiteX2" fmla="*/ 6242 w 200795"/>
              <a:gd name="connsiteY2" fmla="*/ 48757 h 214127"/>
              <a:gd name="connsiteX3" fmla="*/ 35425 w 200795"/>
              <a:gd name="connsiteY3" fmla="*/ 184944 h 214127"/>
              <a:gd name="connsiteX4" fmla="*/ 93791 w 200795"/>
              <a:gd name="connsiteY4" fmla="*/ 214127 h 214127"/>
              <a:gd name="connsiteX5" fmla="*/ 181340 w 200795"/>
              <a:gd name="connsiteY5" fmla="*/ 184944 h 214127"/>
              <a:gd name="connsiteX6" fmla="*/ 200795 w 200795"/>
              <a:gd name="connsiteY6" fmla="*/ 155761 h 214127"/>
              <a:gd name="connsiteX7" fmla="*/ 181340 w 200795"/>
              <a:gd name="connsiteY7" fmla="*/ 48757 h 214127"/>
              <a:gd name="connsiteX8" fmla="*/ 161884 w 200795"/>
              <a:gd name="connsiteY8" fmla="*/ 29301 h 214127"/>
              <a:gd name="connsiteX9" fmla="*/ 103518 w 200795"/>
              <a:gd name="connsiteY9" fmla="*/ 118 h 214127"/>
              <a:gd name="connsiteX10" fmla="*/ 84063 w 200795"/>
              <a:gd name="connsiteY10" fmla="*/ 9846 h 21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0795" h="214127">
                <a:moveTo>
                  <a:pt x="84063" y="9846"/>
                </a:moveTo>
                <a:lnTo>
                  <a:pt x="84063" y="9846"/>
                </a:lnTo>
                <a:cubicBezTo>
                  <a:pt x="58123" y="22816"/>
                  <a:pt x="18507" y="22476"/>
                  <a:pt x="6242" y="48757"/>
                </a:cubicBezTo>
                <a:cubicBezTo>
                  <a:pt x="-8915" y="81235"/>
                  <a:pt x="4570" y="154090"/>
                  <a:pt x="35425" y="184944"/>
                </a:cubicBezTo>
                <a:cubicBezTo>
                  <a:pt x="54282" y="203801"/>
                  <a:pt x="70056" y="206215"/>
                  <a:pt x="93791" y="214127"/>
                </a:cubicBezTo>
                <a:cubicBezTo>
                  <a:pt x="132920" y="207605"/>
                  <a:pt x="153984" y="212300"/>
                  <a:pt x="181340" y="184944"/>
                </a:cubicBezTo>
                <a:cubicBezTo>
                  <a:pt x="189607" y="176677"/>
                  <a:pt x="194310" y="165489"/>
                  <a:pt x="200795" y="155761"/>
                </a:cubicBezTo>
                <a:cubicBezTo>
                  <a:pt x="199455" y="145039"/>
                  <a:pt x="195545" y="72432"/>
                  <a:pt x="181340" y="48757"/>
                </a:cubicBezTo>
                <a:cubicBezTo>
                  <a:pt x="176621" y="40892"/>
                  <a:pt x="169046" y="35030"/>
                  <a:pt x="161884" y="29301"/>
                </a:cubicBezTo>
                <a:cubicBezTo>
                  <a:pt x="142756" y="13998"/>
                  <a:pt x="127491" y="4913"/>
                  <a:pt x="103518" y="118"/>
                </a:cubicBezTo>
                <a:cubicBezTo>
                  <a:pt x="97159" y="-1154"/>
                  <a:pt x="87306" y="8225"/>
                  <a:pt x="84063" y="9846"/>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BC95584-865C-1A97-87D7-DB91E98AF3F0}"/>
              </a:ext>
            </a:extLst>
          </p:cNvPr>
          <p:cNvSpPr/>
          <p:nvPr/>
        </p:nvSpPr>
        <p:spPr>
          <a:xfrm>
            <a:off x="3407537" y="1719365"/>
            <a:ext cx="178657" cy="194988"/>
          </a:xfrm>
          <a:custGeom>
            <a:avLst/>
            <a:gdLst>
              <a:gd name="connsiteX0" fmla="*/ 0 w 178259"/>
              <a:gd name="connsiteY0" fmla="*/ 29183 h 194554"/>
              <a:gd name="connsiteX1" fmla="*/ 0 w 178259"/>
              <a:gd name="connsiteY1" fmla="*/ 29183 h 194554"/>
              <a:gd name="connsiteX2" fmla="*/ 87549 w 178259"/>
              <a:gd name="connsiteY2" fmla="*/ 9728 h 194554"/>
              <a:gd name="connsiteX3" fmla="*/ 116732 w 178259"/>
              <a:gd name="connsiteY3" fmla="*/ 0 h 194554"/>
              <a:gd name="connsiteX4" fmla="*/ 145915 w 178259"/>
              <a:gd name="connsiteY4" fmla="*/ 9728 h 194554"/>
              <a:gd name="connsiteX5" fmla="*/ 155643 w 178259"/>
              <a:gd name="connsiteY5" fmla="*/ 184826 h 194554"/>
              <a:gd name="connsiteX6" fmla="*/ 126460 w 178259"/>
              <a:gd name="connsiteY6" fmla="*/ 194554 h 194554"/>
              <a:gd name="connsiteX7" fmla="*/ 29183 w 178259"/>
              <a:gd name="connsiteY7" fmla="*/ 184826 h 194554"/>
              <a:gd name="connsiteX8" fmla="*/ 19455 w 178259"/>
              <a:gd name="connsiteY8" fmla="*/ 155643 h 194554"/>
              <a:gd name="connsiteX9" fmla="*/ 29183 w 178259"/>
              <a:gd name="connsiteY9" fmla="*/ 48639 h 194554"/>
              <a:gd name="connsiteX10" fmla="*/ 0 w 178259"/>
              <a:gd name="connsiteY10" fmla="*/ 29183 h 19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259" h="194554">
                <a:moveTo>
                  <a:pt x="0" y="29183"/>
                </a:moveTo>
                <a:lnTo>
                  <a:pt x="0" y="29183"/>
                </a:lnTo>
                <a:cubicBezTo>
                  <a:pt x="29183" y="22698"/>
                  <a:pt x="58547" y="16979"/>
                  <a:pt x="87549" y="9728"/>
                </a:cubicBezTo>
                <a:cubicBezTo>
                  <a:pt x="97497" y="7241"/>
                  <a:pt x="106478" y="0"/>
                  <a:pt x="116732" y="0"/>
                </a:cubicBezTo>
                <a:cubicBezTo>
                  <a:pt x="126986" y="0"/>
                  <a:pt x="136187" y="6485"/>
                  <a:pt x="145915" y="9728"/>
                </a:cubicBezTo>
                <a:cubicBezTo>
                  <a:pt x="187370" y="71912"/>
                  <a:pt x="187158" y="58762"/>
                  <a:pt x="155643" y="184826"/>
                </a:cubicBezTo>
                <a:cubicBezTo>
                  <a:pt x="153156" y="194774"/>
                  <a:pt x="136188" y="191311"/>
                  <a:pt x="126460" y="194554"/>
                </a:cubicBezTo>
                <a:cubicBezTo>
                  <a:pt x="94034" y="191311"/>
                  <a:pt x="59808" y="195963"/>
                  <a:pt x="29183" y="184826"/>
                </a:cubicBezTo>
                <a:cubicBezTo>
                  <a:pt x="19546" y="181322"/>
                  <a:pt x="19455" y="165897"/>
                  <a:pt x="19455" y="155643"/>
                </a:cubicBezTo>
                <a:cubicBezTo>
                  <a:pt x="19455" y="119828"/>
                  <a:pt x="26436" y="84349"/>
                  <a:pt x="29183" y="48639"/>
                </a:cubicBezTo>
                <a:cubicBezTo>
                  <a:pt x="29680" y="42173"/>
                  <a:pt x="4864" y="32426"/>
                  <a:pt x="0" y="29183"/>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7F774405-9283-D1ED-EAD5-2031E567BF3A}"/>
              </a:ext>
            </a:extLst>
          </p:cNvPr>
          <p:cNvSpPr/>
          <p:nvPr/>
        </p:nvSpPr>
        <p:spPr>
          <a:xfrm>
            <a:off x="2996508" y="2116527"/>
            <a:ext cx="194988" cy="204737"/>
          </a:xfrm>
          <a:custGeom>
            <a:avLst/>
            <a:gdLst>
              <a:gd name="connsiteX0" fmla="*/ 87549 w 194553"/>
              <a:gd name="connsiteY0" fmla="*/ 0 h 204281"/>
              <a:gd name="connsiteX1" fmla="*/ 87549 w 194553"/>
              <a:gd name="connsiteY1" fmla="*/ 0 h 204281"/>
              <a:gd name="connsiteX2" fmla="*/ 0 w 194553"/>
              <a:gd name="connsiteY2" fmla="*/ 107004 h 204281"/>
              <a:gd name="connsiteX3" fmla="*/ 9727 w 194553"/>
              <a:gd name="connsiteY3" fmla="*/ 204281 h 204281"/>
              <a:gd name="connsiteX4" fmla="*/ 145914 w 194553"/>
              <a:gd name="connsiteY4" fmla="*/ 184825 h 204281"/>
              <a:gd name="connsiteX5" fmla="*/ 194553 w 194553"/>
              <a:gd name="connsiteY5" fmla="*/ 155642 h 204281"/>
              <a:gd name="connsiteX6" fmla="*/ 175097 w 194553"/>
              <a:gd name="connsiteY6" fmla="*/ 68093 h 204281"/>
              <a:gd name="connsiteX7" fmla="*/ 116731 w 194553"/>
              <a:gd name="connsiteY7" fmla="*/ 38910 h 204281"/>
              <a:gd name="connsiteX8" fmla="*/ 87549 w 194553"/>
              <a:gd name="connsiteY8" fmla="*/ 0 h 204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553" h="204281">
                <a:moveTo>
                  <a:pt x="87549" y="0"/>
                </a:moveTo>
                <a:lnTo>
                  <a:pt x="87549" y="0"/>
                </a:lnTo>
                <a:cubicBezTo>
                  <a:pt x="78780" y="8769"/>
                  <a:pt x="0" y="64345"/>
                  <a:pt x="0" y="107004"/>
                </a:cubicBezTo>
                <a:cubicBezTo>
                  <a:pt x="0" y="139591"/>
                  <a:pt x="6485" y="171855"/>
                  <a:pt x="9727" y="204281"/>
                </a:cubicBezTo>
                <a:cubicBezTo>
                  <a:pt x="55123" y="197796"/>
                  <a:pt x="113488" y="217250"/>
                  <a:pt x="145914" y="184825"/>
                </a:cubicBezTo>
                <a:cubicBezTo>
                  <a:pt x="172621" y="158120"/>
                  <a:pt x="156669" y="168270"/>
                  <a:pt x="194553" y="155642"/>
                </a:cubicBezTo>
                <a:cubicBezTo>
                  <a:pt x="194453" y="155044"/>
                  <a:pt x="185180" y="80697"/>
                  <a:pt x="175097" y="68093"/>
                </a:cubicBezTo>
                <a:cubicBezTo>
                  <a:pt x="164755" y="55166"/>
                  <a:pt x="132997" y="41621"/>
                  <a:pt x="116731" y="38910"/>
                </a:cubicBezTo>
                <a:cubicBezTo>
                  <a:pt x="107136" y="37311"/>
                  <a:pt x="92413" y="6485"/>
                  <a:pt x="87549" y="0"/>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8A68E0-980E-D3B4-05A0-95A91AB84F64}"/>
              </a:ext>
            </a:extLst>
          </p:cNvPr>
          <p:cNvSpPr/>
          <p:nvPr/>
        </p:nvSpPr>
        <p:spPr>
          <a:xfrm>
            <a:off x="3032504" y="2682491"/>
            <a:ext cx="214486" cy="263234"/>
          </a:xfrm>
          <a:custGeom>
            <a:avLst/>
            <a:gdLst>
              <a:gd name="connsiteX0" fmla="*/ 0 w 214008"/>
              <a:gd name="connsiteY0" fmla="*/ 136188 h 262647"/>
              <a:gd name="connsiteX1" fmla="*/ 0 w 214008"/>
              <a:gd name="connsiteY1" fmla="*/ 136188 h 262647"/>
              <a:gd name="connsiteX2" fmla="*/ 9728 w 214008"/>
              <a:gd name="connsiteY2" fmla="*/ 48639 h 262647"/>
              <a:gd name="connsiteX3" fmla="*/ 38911 w 214008"/>
              <a:gd name="connsiteY3" fmla="*/ 38911 h 262647"/>
              <a:gd name="connsiteX4" fmla="*/ 77821 w 214008"/>
              <a:gd name="connsiteY4" fmla="*/ 19456 h 262647"/>
              <a:gd name="connsiteX5" fmla="*/ 116732 w 214008"/>
              <a:gd name="connsiteY5" fmla="*/ 9728 h 262647"/>
              <a:gd name="connsiteX6" fmla="*/ 145915 w 214008"/>
              <a:gd name="connsiteY6" fmla="*/ 0 h 262647"/>
              <a:gd name="connsiteX7" fmla="*/ 175098 w 214008"/>
              <a:gd name="connsiteY7" fmla="*/ 9728 h 262647"/>
              <a:gd name="connsiteX8" fmla="*/ 214008 w 214008"/>
              <a:gd name="connsiteY8" fmla="*/ 68094 h 262647"/>
              <a:gd name="connsiteX9" fmla="*/ 204281 w 214008"/>
              <a:gd name="connsiteY9" fmla="*/ 223737 h 262647"/>
              <a:gd name="connsiteX10" fmla="*/ 184825 w 214008"/>
              <a:gd name="connsiteY10" fmla="*/ 243192 h 262647"/>
              <a:gd name="connsiteX11" fmla="*/ 126459 w 214008"/>
              <a:gd name="connsiteY11" fmla="*/ 262647 h 262647"/>
              <a:gd name="connsiteX12" fmla="*/ 87549 w 214008"/>
              <a:gd name="connsiteY12" fmla="*/ 252920 h 262647"/>
              <a:gd name="connsiteX13" fmla="*/ 68093 w 214008"/>
              <a:gd name="connsiteY13" fmla="*/ 233464 h 262647"/>
              <a:gd name="connsiteX14" fmla="*/ 19455 w 214008"/>
              <a:gd name="connsiteY14" fmla="*/ 145915 h 262647"/>
              <a:gd name="connsiteX15" fmla="*/ 0 w 214008"/>
              <a:gd name="connsiteY15" fmla="*/ 136188 h 262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4008" h="262647">
                <a:moveTo>
                  <a:pt x="0" y="136188"/>
                </a:moveTo>
                <a:lnTo>
                  <a:pt x="0" y="136188"/>
                </a:lnTo>
                <a:cubicBezTo>
                  <a:pt x="3243" y="107005"/>
                  <a:pt x="-1177" y="75901"/>
                  <a:pt x="9728" y="48639"/>
                </a:cubicBezTo>
                <a:cubicBezTo>
                  <a:pt x="13536" y="39119"/>
                  <a:pt x="29486" y="42950"/>
                  <a:pt x="38911" y="38911"/>
                </a:cubicBezTo>
                <a:cubicBezTo>
                  <a:pt x="52239" y="33199"/>
                  <a:pt x="64243" y="24548"/>
                  <a:pt x="77821" y="19456"/>
                </a:cubicBezTo>
                <a:cubicBezTo>
                  <a:pt x="90339" y="14762"/>
                  <a:pt x="103877" y="13401"/>
                  <a:pt x="116732" y="9728"/>
                </a:cubicBezTo>
                <a:cubicBezTo>
                  <a:pt x="126591" y="6911"/>
                  <a:pt x="136187" y="3243"/>
                  <a:pt x="145915" y="0"/>
                </a:cubicBezTo>
                <a:cubicBezTo>
                  <a:pt x="155643" y="3243"/>
                  <a:pt x="167847" y="2477"/>
                  <a:pt x="175098" y="9728"/>
                </a:cubicBezTo>
                <a:cubicBezTo>
                  <a:pt x="191632" y="26262"/>
                  <a:pt x="214008" y="68094"/>
                  <a:pt x="214008" y="68094"/>
                </a:cubicBezTo>
                <a:cubicBezTo>
                  <a:pt x="210766" y="119975"/>
                  <a:pt x="212827" y="172462"/>
                  <a:pt x="204281" y="223737"/>
                </a:cubicBezTo>
                <a:cubicBezTo>
                  <a:pt x="202773" y="232784"/>
                  <a:pt x="193028" y="239091"/>
                  <a:pt x="184825" y="243192"/>
                </a:cubicBezTo>
                <a:cubicBezTo>
                  <a:pt x="166482" y="252363"/>
                  <a:pt x="126459" y="262647"/>
                  <a:pt x="126459" y="262647"/>
                </a:cubicBezTo>
                <a:cubicBezTo>
                  <a:pt x="113489" y="259405"/>
                  <a:pt x="99507" y="258899"/>
                  <a:pt x="87549" y="252920"/>
                </a:cubicBezTo>
                <a:cubicBezTo>
                  <a:pt x="79346" y="248818"/>
                  <a:pt x="73596" y="240801"/>
                  <a:pt x="68093" y="233464"/>
                </a:cubicBezTo>
                <a:cubicBezTo>
                  <a:pt x="40924" y="197239"/>
                  <a:pt x="28934" y="183829"/>
                  <a:pt x="19455" y="145915"/>
                </a:cubicBezTo>
                <a:cubicBezTo>
                  <a:pt x="18669" y="142769"/>
                  <a:pt x="3242" y="137809"/>
                  <a:pt x="0" y="136188"/>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092D4502-E6C2-B7E3-8DE4-338E53001E40}"/>
              </a:ext>
            </a:extLst>
          </p:cNvPr>
          <p:cNvSpPr/>
          <p:nvPr/>
        </p:nvSpPr>
        <p:spPr>
          <a:xfrm>
            <a:off x="7069236" y="2463264"/>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97D1490D-F923-2567-931A-6B4B324EB46F}"/>
              </a:ext>
            </a:extLst>
          </p:cNvPr>
          <p:cNvSpPr/>
          <p:nvPr/>
        </p:nvSpPr>
        <p:spPr>
          <a:xfrm>
            <a:off x="6457665" y="1803155"/>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15A0E41-4C5D-59AB-5EDC-32553CE8A28A}"/>
              </a:ext>
            </a:extLst>
          </p:cNvPr>
          <p:cNvSpPr/>
          <p:nvPr/>
        </p:nvSpPr>
        <p:spPr>
          <a:xfrm>
            <a:off x="6469613" y="2948005"/>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B2ACDEDC-8746-51B6-8540-B47977F2BF9E}"/>
              </a:ext>
            </a:extLst>
          </p:cNvPr>
          <p:cNvCxnSpPr>
            <a:cxnSpLocks/>
          </p:cNvCxnSpPr>
          <p:nvPr/>
        </p:nvCxnSpPr>
        <p:spPr>
          <a:xfrm>
            <a:off x="6697100" y="1981113"/>
            <a:ext cx="339312" cy="46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7EC12B3-7FF0-2864-CB18-CDC56ABDE4E4}"/>
              </a:ext>
            </a:extLst>
          </p:cNvPr>
          <p:cNvCxnSpPr>
            <a:cxnSpLocks/>
          </p:cNvCxnSpPr>
          <p:nvPr/>
        </p:nvCxnSpPr>
        <p:spPr>
          <a:xfrm flipV="1">
            <a:off x="4231964" y="1969023"/>
            <a:ext cx="2091721" cy="147504"/>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26" name="Straight Arrow Connector 25">
            <a:extLst>
              <a:ext uri="{FF2B5EF4-FFF2-40B4-BE49-F238E27FC236}">
                <a16:creationId xmlns:a16="http://schemas.microsoft.com/office/drawing/2014/main" id="{5B1C7B44-A45D-7EC3-8884-6A6173F2E9C9}"/>
              </a:ext>
            </a:extLst>
          </p:cNvPr>
          <p:cNvCxnSpPr>
            <a:cxnSpLocks/>
          </p:cNvCxnSpPr>
          <p:nvPr/>
        </p:nvCxnSpPr>
        <p:spPr>
          <a:xfrm>
            <a:off x="3685663" y="1800251"/>
            <a:ext cx="2638022" cy="85340"/>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a:extLst>
              <a:ext uri="{FF2B5EF4-FFF2-40B4-BE49-F238E27FC236}">
                <a16:creationId xmlns:a16="http://schemas.microsoft.com/office/drawing/2014/main" id="{40EF9473-5CB6-7330-7AB6-AFF9C3671FEF}"/>
              </a:ext>
            </a:extLst>
          </p:cNvPr>
          <p:cNvCxnSpPr>
            <a:cxnSpLocks/>
          </p:cNvCxnSpPr>
          <p:nvPr/>
        </p:nvCxnSpPr>
        <p:spPr>
          <a:xfrm flipH="1">
            <a:off x="4054486" y="2611583"/>
            <a:ext cx="2882689" cy="334142"/>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sp>
        <p:nvSpPr>
          <p:cNvPr id="39" name="Freeform: Shape 38">
            <a:extLst>
              <a:ext uri="{FF2B5EF4-FFF2-40B4-BE49-F238E27FC236}">
                <a16:creationId xmlns:a16="http://schemas.microsoft.com/office/drawing/2014/main" id="{26B98E10-B3B0-763B-2EF7-9778E59508FC}"/>
              </a:ext>
            </a:extLst>
          </p:cNvPr>
          <p:cNvSpPr/>
          <p:nvPr/>
        </p:nvSpPr>
        <p:spPr>
          <a:xfrm>
            <a:off x="2662082" y="3159153"/>
            <a:ext cx="170388" cy="212184"/>
          </a:xfrm>
          <a:custGeom>
            <a:avLst/>
            <a:gdLst>
              <a:gd name="connsiteX0" fmla="*/ 85725 w 114300"/>
              <a:gd name="connsiteY0" fmla="*/ 3084 h 142338"/>
              <a:gd name="connsiteX1" fmla="*/ 61912 w 114300"/>
              <a:gd name="connsiteY1" fmla="*/ 12609 h 142338"/>
              <a:gd name="connsiteX2" fmla="*/ 9525 w 114300"/>
              <a:gd name="connsiteY2" fmla="*/ 50709 h 142338"/>
              <a:gd name="connsiteX3" fmla="*/ 0 w 114300"/>
              <a:gd name="connsiteY3" fmla="*/ 69759 h 142338"/>
              <a:gd name="connsiteX4" fmla="*/ 9525 w 114300"/>
              <a:gd name="connsiteY4" fmla="*/ 131671 h 142338"/>
              <a:gd name="connsiteX5" fmla="*/ 100012 w 114300"/>
              <a:gd name="connsiteY5" fmla="*/ 117384 h 142338"/>
              <a:gd name="connsiteX6" fmla="*/ 114300 w 114300"/>
              <a:gd name="connsiteY6" fmla="*/ 69759 h 142338"/>
              <a:gd name="connsiteX7" fmla="*/ 85725 w 114300"/>
              <a:gd name="connsiteY7" fmla="*/ 3084 h 14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 h="142338">
                <a:moveTo>
                  <a:pt x="85725" y="3084"/>
                </a:moveTo>
                <a:cubicBezTo>
                  <a:pt x="76994" y="-6441"/>
                  <a:pt x="69559" y="8786"/>
                  <a:pt x="61912" y="12609"/>
                </a:cubicBezTo>
                <a:cubicBezTo>
                  <a:pt x="40323" y="23403"/>
                  <a:pt x="23911" y="31528"/>
                  <a:pt x="9525" y="50709"/>
                </a:cubicBezTo>
                <a:cubicBezTo>
                  <a:pt x="5265" y="56389"/>
                  <a:pt x="3175" y="63409"/>
                  <a:pt x="0" y="69759"/>
                </a:cubicBezTo>
                <a:cubicBezTo>
                  <a:pt x="3175" y="90396"/>
                  <a:pt x="-4683" y="116370"/>
                  <a:pt x="9525" y="131671"/>
                </a:cubicBezTo>
                <a:cubicBezTo>
                  <a:pt x="34455" y="158519"/>
                  <a:pt x="79914" y="127433"/>
                  <a:pt x="100012" y="117384"/>
                </a:cubicBezTo>
                <a:cubicBezTo>
                  <a:pt x="100565" y="115725"/>
                  <a:pt x="114300" y="76954"/>
                  <a:pt x="114300" y="69759"/>
                </a:cubicBezTo>
                <a:cubicBezTo>
                  <a:pt x="114300" y="-1041"/>
                  <a:pt x="94456" y="12609"/>
                  <a:pt x="85725" y="3084"/>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402C771F-9A06-0DE9-C600-BFFAF56AAA12}"/>
              </a:ext>
            </a:extLst>
          </p:cNvPr>
          <p:cNvSpPr/>
          <p:nvPr/>
        </p:nvSpPr>
        <p:spPr>
          <a:xfrm>
            <a:off x="3642606" y="2473285"/>
            <a:ext cx="86112" cy="86434"/>
          </a:xfrm>
          <a:custGeom>
            <a:avLst/>
            <a:gdLst>
              <a:gd name="connsiteX0" fmla="*/ 39719 w 57766"/>
              <a:gd name="connsiteY0" fmla="*/ 0 h 57982"/>
              <a:gd name="connsiteX1" fmla="*/ 1619 w 57766"/>
              <a:gd name="connsiteY1" fmla="*/ 52387 h 57982"/>
              <a:gd name="connsiteX2" fmla="*/ 34956 w 57766"/>
              <a:gd name="connsiteY2" fmla="*/ 57150 h 57982"/>
              <a:gd name="connsiteX3" fmla="*/ 54006 w 57766"/>
              <a:gd name="connsiteY3" fmla="*/ 52387 h 57982"/>
              <a:gd name="connsiteX4" fmla="*/ 39719 w 57766"/>
              <a:gd name="connsiteY4" fmla="*/ 0 h 57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66" h="57982">
                <a:moveTo>
                  <a:pt x="39719" y="0"/>
                </a:moveTo>
                <a:cubicBezTo>
                  <a:pt x="30988" y="0"/>
                  <a:pt x="-8398" y="32353"/>
                  <a:pt x="1619" y="52387"/>
                </a:cubicBezTo>
                <a:cubicBezTo>
                  <a:pt x="6639" y="62427"/>
                  <a:pt x="23844" y="55562"/>
                  <a:pt x="34956" y="57150"/>
                </a:cubicBezTo>
                <a:cubicBezTo>
                  <a:pt x="41306" y="55562"/>
                  <a:pt x="50079" y="57623"/>
                  <a:pt x="54006" y="52387"/>
                </a:cubicBezTo>
                <a:cubicBezTo>
                  <a:pt x="65276" y="37361"/>
                  <a:pt x="48450" y="0"/>
                  <a:pt x="39719" y="0"/>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33B72243-18FE-882D-26ED-E30DEAA090E4}"/>
              </a:ext>
            </a:extLst>
          </p:cNvPr>
          <p:cNvSpPr/>
          <p:nvPr/>
        </p:nvSpPr>
        <p:spPr>
          <a:xfrm>
            <a:off x="3818922" y="2894846"/>
            <a:ext cx="132199" cy="249764"/>
          </a:xfrm>
          <a:custGeom>
            <a:avLst/>
            <a:gdLst>
              <a:gd name="connsiteX0" fmla="*/ 45820 w 88682"/>
              <a:gd name="connsiteY0" fmla="*/ 230 h 167547"/>
              <a:gd name="connsiteX1" fmla="*/ 17245 w 88682"/>
              <a:gd name="connsiteY1" fmla="*/ 24043 h 167547"/>
              <a:gd name="connsiteX2" fmla="*/ 7720 w 88682"/>
              <a:gd name="connsiteY2" fmla="*/ 105005 h 167547"/>
              <a:gd name="connsiteX3" fmla="*/ 50582 w 88682"/>
              <a:gd name="connsiteY3" fmla="*/ 133580 h 167547"/>
              <a:gd name="connsiteX4" fmla="*/ 79157 w 88682"/>
              <a:gd name="connsiteY4" fmla="*/ 166918 h 167547"/>
              <a:gd name="connsiteX5" fmla="*/ 88682 w 88682"/>
              <a:gd name="connsiteY5" fmla="*/ 105005 h 167547"/>
              <a:gd name="connsiteX6" fmla="*/ 79157 w 88682"/>
              <a:gd name="connsiteY6" fmla="*/ 57380 h 167547"/>
              <a:gd name="connsiteX7" fmla="*/ 69632 w 88682"/>
              <a:gd name="connsiteY7" fmla="*/ 38330 h 167547"/>
              <a:gd name="connsiteX8" fmla="*/ 45820 w 88682"/>
              <a:gd name="connsiteY8" fmla="*/ 230 h 16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682" h="167547">
                <a:moveTo>
                  <a:pt x="45820" y="230"/>
                </a:moveTo>
                <a:cubicBezTo>
                  <a:pt x="37089" y="-2151"/>
                  <a:pt x="25096" y="14447"/>
                  <a:pt x="17245" y="24043"/>
                </a:cubicBezTo>
                <a:cubicBezTo>
                  <a:pt x="294" y="44761"/>
                  <a:pt x="-6535" y="80772"/>
                  <a:pt x="7720" y="105005"/>
                </a:cubicBezTo>
                <a:cubicBezTo>
                  <a:pt x="16426" y="119806"/>
                  <a:pt x="50582" y="133580"/>
                  <a:pt x="50582" y="133580"/>
                </a:cubicBezTo>
                <a:cubicBezTo>
                  <a:pt x="52820" y="136937"/>
                  <a:pt x="75307" y="172693"/>
                  <a:pt x="79157" y="166918"/>
                </a:cubicBezTo>
                <a:cubicBezTo>
                  <a:pt x="90739" y="149544"/>
                  <a:pt x="85507" y="125643"/>
                  <a:pt x="88682" y="105005"/>
                </a:cubicBezTo>
                <a:cubicBezTo>
                  <a:pt x="85507" y="89130"/>
                  <a:pt x="83605" y="72946"/>
                  <a:pt x="79157" y="57380"/>
                </a:cubicBezTo>
                <a:cubicBezTo>
                  <a:pt x="77207" y="50554"/>
                  <a:pt x="71877" y="45065"/>
                  <a:pt x="69632" y="38330"/>
                </a:cubicBezTo>
                <a:cubicBezTo>
                  <a:pt x="57466" y="1830"/>
                  <a:pt x="54551" y="2611"/>
                  <a:pt x="45820" y="230"/>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C0E7D65F-7E92-4BB1-ADD6-3ABC939756F4}"/>
              </a:ext>
            </a:extLst>
          </p:cNvPr>
          <p:cNvSpPr/>
          <p:nvPr/>
        </p:nvSpPr>
        <p:spPr>
          <a:xfrm>
            <a:off x="4053826" y="1981113"/>
            <a:ext cx="178138" cy="241383"/>
          </a:xfrm>
          <a:custGeom>
            <a:avLst/>
            <a:gdLst>
              <a:gd name="connsiteX0" fmla="*/ 0 w 119499"/>
              <a:gd name="connsiteY0" fmla="*/ 152400 h 161925"/>
              <a:gd name="connsiteX1" fmla="*/ 38100 w 119499"/>
              <a:gd name="connsiteY1" fmla="*/ 19050 h 161925"/>
              <a:gd name="connsiteX2" fmla="*/ 42863 w 119499"/>
              <a:gd name="connsiteY2" fmla="*/ 4762 h 161925"/>
              <a:gd name="connsiteX3" fmla="*/ 80963 w 119499"/>
              <a:gd name="connsiteY3" fmla="*/ 0 h 161925"/>
              <a:gd name="connsiteX4" fmla="*/ 109538 w 119499"/>
              <a:gd name="connsiteY4" fmla="*/ 4762 h 161925"/>
              <a:gd name="connsiteX5" fmla="*/ 100013 w 119499"/>
              <a:gd name="connsiteY5" fmla="*/ 90487 h 161925"/>
              <a:gd name="connsiteX6" fmla="*/ 61913 w 119499"/>
              <a:gd name="connsiteY6" fmla="*/ 138112 h 161925"/>
              <a:gd name="connsiteX7" fmla="*/ 47625 w 119499"/>
              <a:gd name="connsiteY7" fmla="*/ 147637 h 161925"/>
              <a:gd name="connsiteX8" fmla="*/ 33338 w 119499"/>
              <a:gd name="connsiteY8" fmla="*/ 161925 h 161925"/>
              <a:gd name="connsiteX9" fmla="*/ 0 w 119499"/>
              <a:gd name="connsiteY9" fmla="*/ 15240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499" h="161925">
                <a:moveTo>
                  <a:pt x="0" y="152400"/>
                </a:moveTo>
                <a:cubicBezTo>
                  <a:pt x="12700" y="107950"/>
                  <a:pt x="23480" y="62906"/>
                  <a:pt x="38100" y="19050"/>
                </a:cubicBezTo>
                <a:cubicBezTo>
                  <a:pt x="39688" y="14287"/>
                  <a:pt x="38275" y="6801"/>
                  <a:pt x="42863" y="4762"/>
                </a:cubicBezTo>
                <a:cubicBezTo>
                  <a:pt x="54559" y="-436"/>
                  <a:pt x="68263" y="1587"/>
                  <a:pt x="80963" y="0"/>
                </a:cubicBezTo>
                <a:cubicBezTo>
                  <a:pt x="90488" y="1587"/>
                  <a:pt x="102710" y="-2066"/>
                  <a:pt x="109538" y="4762"/>
                </a:cubicBezTo>
                <a:cubicBezTo>
                  <a:pt x="133010" y="28234"/>
                  <a:pt x="108796" y="71824"/>
                  <a:pt x="100013" y="90487"/>
                </a:cubicBezTo>
                <a:cubicBezTo>
                  <a:pt x="91727" y="108094"/>
                  <a:pt x="76706" y="125433"/>
                  <a:pt x="61913" y="138112"/>
                </a:cubicBezTo>
                <a:cubicBezTo>
                  <a:pt x="57567" y="141837"/>
                  <a:pt x="52022" y="143973"/>
                  <a:pt x="47625" y="147637"/>
                </a:cubicBezTo>
                <a:cubicBezTo>
                  <a:pt x="42451" y="151949"/>
                  <a:pt x="38100" y="157162"/>
                  <a:pt x="33338" y="161925"/>
                </a:cubicBezTo>
                <a:lnTo>
                  <a:pt x="0" y="152400"/>
                </a:ln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9BEC1135-5AA8-4C92-483F-556C8CDE76C2}"/>
              </a:ext>
            </a:extLst>
          </p:cNvPr>
          <p:cNvSpPr/>
          <p:nvPr/>
        </p:nvSpPr>
        <p:spPr>
          <a:xfrm>
            <a:off x="2445399" y="1802161"/>
            <a:ext cx="238224" cy="166862"/>
          </a:xfrm>
          <a:custGeom>
            <a:avLst/>
            <a:gdLst>
              <a:gd name="connsiteX0" fmla="*/ 112181 w 159806"/>
              <a:gd name="connsiteY0" fmla="*/ 2397 h 111935"/>
              <a:gd name="connsiteX1" fmla="*/ 88368 w 159806"/>
              <a:gd name="connsiteY1" fmla="*/ 7160 h 111935"/>
              <a:gd name="connsiteX2" fmla="*/ 26456 w 159806"/>
              <a:gd name="connsiteY2" fmla="*/ 11922 h 111935"/>
              <a:gd name="connsiteX3" fmla="*/ 12168 w 159806"/>
              <a:gd name="connsiteY3" fmla="*/ 21447 h 111935"/>
              <a:gd name="connsiteX4" fmla="*/ 7406 w 159806"/>
              <a:gd name="connsiteY4" fmla="*/ 54785 h 111935"/>
              <a:gd name="connsiteX5" fmla="*/ 2643 w 159806"/>
              <a:gd name="connsiteY5" fmla="*/ 83360 h 111935"/>
              <a:gd name="connsiteX6" fmla="*/ 78843 w 159806"/>
              <a:gd name="connsiteY6" fmla="*/ 111935 h 111935"/>
              <a:gd name="connsiteX7" fmla="*/ 135993 w 159806"/>
              <a:gd name="connsiteY7" fmla="*/ 102410 h 111935"/>
              <a:gd name="connsiteX8" fmla="*/ 159806 w 159806"/>
              <a:gd name="connsiteY8" fmla="*/ 50022 h 111935"/>
              <a:gd name="connsiteX9" fmla="*/ 112181 w 159806"/>
              <a:gd name="connsiteY9" fmla="*/ 2397 h 11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806" h="111935">
                <a:moveTo>
                  <a:pt x="112181" y="2397"/>
                </a:moveTo>
                <a:cubicBezTo>
                  <a:pt x="100275" y="-4747"/>
                  <a:pt x="96413" y="6266"/>
                  <a:pt x="88368" y="7160"/>
                </a:cubicBezTo>
                <a:cubicBezTo>
                  <a:pt x="67796" y="9446"/>
                  <a:pt x="46800" y="8108"/>
                  <a:pt x="26456" y="11922"/>
                </a:cubicBezTo>
                <a:cubicBezTo>
                  <a:pt x="20830" y="12977"/>
                  <a:pt x="16931" y="18272"/>
                  <a:pt x="12168" y="21447"/>
                </a:cubicBezTo>
                <a:cubicBezTo>
                  <a:pt x="10581" y="32560"/>
                  <a:pt x="9113" y="43690"/>
                  <a:pt x="7406" y="54785"/>
                </a:cubicBezTo>
                <a:cubicBezTo>
                  <a:pt x="5938" y="64329"/>
                  <a:pt x="-4897" y="77328"/>
                  <a:pt x="2643" y="83360"/>
                </a:cubicBezTo>
                <a:cubicBezTo>
                  <a:pt x="23826" y="100306"/>
                  <a:pt x="78843" y="111935"/>
                  <a:pt x="78843" y="111935"/>
                </a:cubicBezTo>
                <a:cubicBezTo>
                  <a:pt x="97893" y="108760"/>
                  <a:pt x="118062" y="109583"/>
                  <a:pt x="135993" y="102410"/>
                </a:cubicBezTo>
                <a:cubicBezTo>
                  <a:pt x="150826" y="96477"/>
                  <a:pt x="157403" y="58432"/>
                  <a:pt x="159806" y="50022"/>
                </a:cubicBezTo>
                <a:cubicBezTo>
                  <a:pt x="154149" y="-885"/>
                  <a:pt x="124087" y="9541"/>
                  <a:pt x="112181" y="2397"/>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AFC279F8-B1C0-06DD-8DDE-4686FC6D16E3}"/>
              </a:ext>
            </a:extLst>
          </p:cNvPr>
          <p:cNvSpPr/>
          <p:nvPr/>
        </p:nvSpPr>
        <p:spPr>
          <a:xfrm>
            <a:off x="7176162" y="1595824"/>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27BEFD6-C633-248C-E241-C13B67765F63}"/>
              </a:ext>
            </a:extLst>
          </p:cNvPr>
          <p:cNvSpPr/>
          <p:nvPr/>
        </p:nvSpPr>
        <p:spPr>
          <a:xfrm>
            <a:off x="7036615" y="3197984"/>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7869E0D7-4A12-BDD5-F6EF-6F6AEF0ED2B2}"/>
              </a:ext>
            </a:extLst>
          </p:cNvPr>
          <p:cNvCxnSpPr>
            <a:cxnSpLocks/>
          </p:cNvCxnSpPr>
          <p:nvPr/>
        </p:nvCxnSpPr>
        <p:spPr>
          <a:xfrm flipH="1">
            <a:off x="3818922" y="2523972"/>
            <a:ext cx="3047834" cy="30390"/>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64" name="Straight Arrow Connector 63">
            <a:extLst>
              <a:ext uri="{FF2B5EF4-FFF2-40B4-BE49-F238E27FC236}">
                <a16:creationId xmlns:a16="http://schemas.microsoft.com/office/drawing/2014/main" id="{4CE415E1-7C73-5609-0FDF-9EA2AEDA8CD9}"/>
              </a:ext>
            </a:extLst>
          </p:cNvPr>
          <p:cNvCxnSpPr>
            <a:cxnSpLocks/>
          </p:cNvCxnSpPr>
          <p:nvPr/>
        </p:nvCxnSpPr>
        <p:spPr>
          <a:xfrm flipH="1">
            <a:off x="3931199" y="2279717"/>
            <a:ext cx="142601" cy="53439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1E81764-5D97-F802-89A6-93367E5CF27F}"/>
              </a:ext>
            </a:extLst>
          </p:cNvPr>
          <p:cNvCxnSpPr>
            <a:cxnSpLocks/>
          </p:cNvCxnSpPr>
          <p:nvPr/>
        </p:nvCxnSpPr>
        <p:spPr>
          <a:xfrm>
            <a:off x="3517794" y="1981113"/>
            <a:ext cx="137045" cy="44737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2963E8A-A863-C1BD-6FBF-3D6C0887456E}"/>
              </a:ext>
            </a:extLst>
          </p:cNvPr>
          <p:cNvCxnSpPr>
            <a:cxnSpLocks/>
          </p:cNvCxnSpPr>
          <p:nvPr/>
        </p:nvCxnSpPr>
        <p:spPr>
          <a:xfrm>
            <a:off x="2887841" y="3314677"/>
            <a:ext cx="2812408" cy="515128"/>
          </a:xfrm>
          <a:prstGeom prst="straightConnector1">
            <a:avLst/>
          </a:prstGeom>
          <a:ln>
            <a:solidFill>
              <a:srgbClr val="C00000"/>
            </a:solidFill>
            <a:prstDash val="dash"/>
            <a:tailEnd type="triangle"/>
          </a:ln>
        </p:spPr>
        <p:style>
          <a:lnRef idx="1">
            <a:schemeClr val="accent6"/>
          </a:lnRef>
          <a:fillRef idx="0">
            <a:schemeClr val="accent6"/>
          </a:fillRef>
          <a:effectRef idx="0">
            <a:schemeClr val="accent6"/>
          </a:effectRef>
          <a:fontRef idx="minor">
            <a:schemeClr val="tx1"/>
          </a:fontRef>
        </p:style>
      </p:cxnSp>
      <p:sp>
        <p:nvSpPr>
          <p:cNvPr id="72" name="TextBox 71">
            <a:extLst>
              <a:ext uri="{FF2B5EF4-FFF2-40B4-BE49-F238E27FC236}">
                <a16:creationId xmlns:a16="http://schemas.microsoft.com/office/drawing/2014/main" id="{028AC527-F052-8475-7AAA-B4EF474E6BB4}"/>
              </a:ext>
            </a:extLst>
          </p:cNvPr>
          <p:cNvSpPr txBox="1"/>
          <p:nvPr/>
        </p:nvSpPr>
        <p:spPr>
          <a:xfrm>
            <a:off x="5669858" y="3627588"/>
            <a:ext cx="303288" cy="400110"/>
          </a:xfrm>
          <a:prstGeom prst="rect">
            <a:avLst/>
          </a:prstGeom>
          <a:noFill/>
        </p:spPr>
        <p:txBody>
          <a:bodyPr wrap="none" rtlCol="0">
            <a:spAutoFit/>
          </a:bodyPr>
          <a:lstStyle/>
          <a:p>
            <a:r>
              <a:rPr lang="en-US" sz="2000" b="1" dirty="0">
                <a:solidFill>
                  <a:srgbClr val="C00000"/>
                </a:solidFill>
              </a:rPr>
              <a:t>?</a:t>
            </a:r>
          </a:p>
        </p:txBody>
      </p:sp>
      <p:cxnSp>
        <p:nvCxnSpPr>
          <p:cNvPr id="73" name="Straight Arrow Connector 72">
            <a:extLst>
              <a:ext uri="{FF2B5EF4-FFF2-40B4-BE49-F238E27FC236}">
                <a16:creationId xmlns:a16="http://schemas.microsoft.com/office/drawing/2014/main" id="{2B67C960-BF2B-527E-71E4-3E5C71AF1355}"/>
              </a:ext>
            </a:extLst>
          </p:cNvPr>
          <p:cNvCxnSpPr>
            <a:cxnSpLocks/>
          </p:cNvCxnSpPr>
          <p:nvPr/>
        </p:nvCxnSpPr>
        <p:spPr>
          <a:xfrm flipH="1">
            <a:off x="4030717" y="3320034"/>
            <a:ext cx="2906458" cy="661669"/>
          </a:xfrm>
          <a:prstGeom prst="straightConnector1">
            <a:avLst/>
          </a:prstGeom>
          <a:ln>
            <a:solidFill>
              <a:srgbClr val="C00000"/>
            </a:solidFill>
            <a:prstDash val="dash"/>
            <a:tailEnd type="triangle"/>
          </a:ln>
        </p:spPr>
        <p:style>
          <a:lnRef idx="1">
            <a:schemeClr val="accent6"/>
          </a:lnRef>
          <a:fillRef idx="0">
            <a:schemeClr val="accent6"/>
          </a:fillRef>
          <a:effectRef idx="0">
            <a:schemeClr val="accent6"/>
          </a:effectRef>
          <a:fontRef idx="minor">
            <a:schemeClr val="tx1"/>
          </a:fontRef>
        </p:style>
      </p:cxnSp>
      <p:sp>
        <p:nvSpPr>
          <p:cNvPr id="76" name="TextBox 75">
            <a:extLst>
              <a:ext uri="{FF2B5EF4-FFF2-40B4-BE49-F238E27FC236}">
                <a16:creationId xmlns:a16="http://schemas.microsoft.com/office/drawing/2014/main" id="{45683C5C-4A57-0234-0B49-A7634C9F5B71}"/>
              </a:ext>
            </a:extLst>
          </p:cNvPr>
          <p:cNvSpPr txBox="1"/>
          <p:nvPr/>
        </p:nvSpPr>
        <p:spPr>
          <a:xfrm>
            <a:off x="3748970" y="3762284"/>
            <a:ext cx="303288" cy="400110"/>
          </a:xfrm>
          <a:prstGeom prst="rect">
            <a:avLst/>
          </a:prstGeom>
          <a:noFill/>
        </p:spPr>
        <p:txBody>
          <a:bodyPr wrap="none" rtlCol="0">
            <a:spAutoFit/>
          </a:bodyPr>
          <a:lstStyle/>
          <a:p>
            <a:r>
              <a:rPr lang="en-US" sz="2000" b="1" dirty="0">
                <a:solidFill>
                  <a:srgbClr val="C00000"/>
                </a:solidFill>
              </a:rPr>
              <a:t>?</a:t>
            </a:r>
          </a:p>
        </p:txBody>
      </p:sp>
      <p:cxnSp>
        <p:nvCxnSpPr>
          <p:cNvPr id="77" name="Straight Arrow Connector 76">
            <a:extLst>
              <a:ext uri="{FF2B5EF4-FFF2-40B4-BE49-F238E27FC236}">
                <a16:creationId xmlns:a16="http://schemas.microsoft.com/office/drawing/2014/main" id="{79BBBDF9-C0A4-561C-7BE2-D1E2A086583B}"/>
              </a:ext>
            </a:extLst>
          </p:cNvPr>
          <p:cNvCxnSpPr>
            <a:cxnSpLocks/>
          </p:cNvCxnSpPr>
          <p:nvPr/>
        </p:nvCxnSpPr>
        <p:spPr>
          <a:xfrm>
            <a:off x="6608473" y="2063452"/>
            <a:ext cx="451990" cy="104845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23DBEFC-D9EA-1B33-CDCC-74138C3FEB90}"/>
              </a:ext>
            </a:extLst>
          </p:cNvPr>
          <p:cNvCxnSpPr>
            <a:cxnSpLocks/>
          </p:cNvCxnSpPr>
          <p:nvPr/>
        </p:nvCxnSpPr>
        <p:spPr>
          <a:xfrm flipH="1">
            <a:off x="5818049" y="2063452"/>
            <a:ext cx="627513" cy="100811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DB8AC2C8-F1E1-8992-075A-04EC354DA0DE}"/>
              </a:ext>
            </a:extLst>
          </p:cNvPr>
          <p:cNvSpPr txBox="1"/>
          <p:nvPr/>
        </p:nvSpPr>
        <p:spPr>
          <a:xfrm>
            <a:off x="3240484" y="4147850"/>
            <a:ext cx="1131592" cy="369332"/>
          </a:xfrm>
          <a:prstGeom prst="rect">
            <a:avLst/>
          </a:prstGeom>
          <a:noFill/>
        </p:spPr>
        <p:txBody>
          <a:bodyPr wrap="none" rtlCol="0">
            <a:spAutoFit/>
          </a:bodyPr>
          <a:lstStyle/>
          <a:p>
            <a:r>
              <a:rPr lang="en-US" dirty="0">
                <a:solidFill>
                  <a:srgbClr val="C00000"/>
                </a:solidFill>
              </a:rPr>
              <a:t>ill-defined</a:t>
            </a:r>
          </a:p>
        </p:txBody>
      </p:sp>
      <p:sp>
        <p:nvSpPr>
          <p:cNvPr id="86" name="TextBox 85">
            <a:extLst>
              <a:ext uri="{FF2B5EF4-FFF2-40B4-BE49-F238E27FC236}">
                <a16:creationId xmlns:a16="http://schemas.microsoft.com/office/drawing/2014/main" id="{2AB259FB-37C2-E12C-C428-A2E5E3C69B3D}"/>
              </a:ext>
            </a:extLst>
          </p:cNvPr>
          <p:cNvSpPr txBox="1"/>
          <p:nvPr/>
        </p:nvSpPr>
        <p:spPr>
          <a:xfrm>
            <a:off x="5606221" y="3986680"/>
            <a:ext cx="1131592" cy="369332"/>
          </a:xfrm>
          <a:prstGeom prst="rect">
            <a:avLst/>
          </a:prstGeom>
          <a:noFill/>
        </p:spPr>
        <p:txBody>
          <a:bodyPr wrap="none" rtlCol="0">
            <a:spAutoFit/>
          </a:bodyPr>
          <a:lstStyle/>
          <a:p>
            <a:r>
              <a:rPr lang="en-US" dirty="0">
                <a:solidFill>
                  <a:srgbClr val="C00000"/>
                </a:solidFill>
              </a:rPr>
              <a:t>ill-defined</a:t>
            </a:r>
          </a:p>
        </p:txBody>
      </p:sp>
      <p:sp>
        <p:nvSpPr>
          <p:cNvPr id="88" name="TextBox 87">
            <a:extLst>
              <a:ext uri="{FF2B5EF4-FFF2-40B4-BE49-F238E27FC236}">
                <a16:creationId xmlns:a16="http://schemas.microsoft.com/office/drawing/2014/main" id="{4F6917CD-5B05-7F02-44CE-40F4F2A6281D}"/>
              </a:ext>
            </a:extLst>
          </p:cNvPr>
          <p:cNvSpPr txBox="1"/>
          <p:nvPr/>
        </p:nvSpPr>
        <p:spPr>
          <a:xfrm>
            <a:off x="5580417" y="2992688"/>
            <a:ext cx="303288" cy="400110"/>
          </a:xfrm>
          <a:prstGeom prst="rect">
            <a:avLst/>
          </a:prstGeom>
          <a:noFill/>
        </p:spPr>
        <p:txBody>
          <a:bodyPr wrap="none" rtlCol="0">
            <a:spAutoFit/>
          </a:bodyPr>
          <a:lstStyle/>
          <a:p>
            <a:r>
              <a:rPr lang="en-US" sz="2000" b="1" dirty="0">
                <a:solidFill>
                  <a:srgbClr val="C00000"/>
                </a:solidFill>
              </a:rPr>
              <a:t>?</a:t>
            </a:r>
          </a:p>
        </p:txBody>
      </p:sp>
      <p:sp>
        <p:nvSpPr>
          <p:cNvPr id="2" name="TextBox 1">
            <a:extLst>
              <a:ext uri="{FF2B5EF4-FFF2-40B4-BE49-F238E27FC236}">
                <a16:creationId xmlns:a16="http://schemas.microsoft.com/office/drawing/2014/main" id="{BC9107B5-4968-D5DE-28E0-8F88B3DD4A5B}"/>
              </a:ext>
            </a:extLst>
          </p:cNvPr>
          <p:cNvSpPr txBox="1"/>
          <p:nvPr/>
        </p:nvSpPr>
        <p:spPr>
          <a:xfrm>
            <a:off x="715701" y="1209222"/>
            <a:ext cx="1357166" cy="923330"/>
          </a:xfrm>
          <a:prstGeom prst="rect">
            <a:avLst/>
          </a:prstGeom>
          <a:noFill/>
        </p:spPr>
        <p:txBody>
          <a:bodyPr wrap="none" rtlCol="0">
            <a:spAutoFit/>
          </a:bodyPr>
          <a:lstStyle/>
          <a:p>
            <a:r>
              <a:rPr lang="en-US" dirty="0"/>
              <a:t>well-defined</a:t>
            </a:r>
            <a:br>
              <a:rPr lang="en-US" dirty="0"/>
            </a:br>
            <a:r>
              <a:rPr lang="en-US" dirty="0"/>
              <a:t>physical</a:t>
            </a:r>
          </a:p>
          <a:p>
            <a:r>
              <a:rPr lang="en-US" dirty="0"/>
              <a:t>objects</a:t>
            </a:r>
          </a:p>
        </p:txBody>
      </p:sp>
      <p:sp>
        <p:nvSpPr>
          <p:cNvPr id="6" name="TextBox 5">
            <a:extLst>
              <a:ext uri="{FF2B5EF4-FFF2-40B4-BE49-F238E27FC236}">
                <a16:creationId xmlns:a16="http://schemas.microsoft.com/office/drawing/2014/main" id="{7701AFC1-F1BD-8A58-1323-4FB35B445F49}"/>
              </a:ext>
            </a:extLst>
          </p:cNvPr>
          <p:cNvSpPr txBox="1"/>
          <p:nvPr/>
        </p:nvSpPr>
        <p:spPr>
          <a:xfrm>
            <a:off x="900650" y="5297266"/>
            <a:ext cx="7614905" cy="584775"/>
          </a:xfrm>
          <a:prstGeom prst="rect">
            <a:avLst/>
          </a:prstGeom>
          <a:noFill/>
        </p:spPr>
        <p:txBody>
          <a:bodyPr wrap="none" rtlCol="0">
            <a:spAutoFit/>
          </a:bodyPr>
          <a:lstStyle/>
          <a:p>
            <a:r>
              <a:rPr lang="en-US" sz="3200" dirty="0"/>
              <a:t>Current state of the art in theoretical physics</a:t>
            </a:r>
          </a:p>
        </p:txBody>
      </p:sp>
      <p:sp>
        <p:nvSpPr>
          <p:cNvPr id="7" name="Footer Placeholder 6">
            <a:extLst>
              <a:ext uri="{FF2B5EF4-FFF2-40B4-BE49-F238E27FC236}">
                <a16:creationId xmlns:a16="http://schemas.microsoft.com/office/drawing/2014/main" id="{9EEB7CAD-F622-446B-4526-8331F2213085}"/>
              </a:ext>
            </a:extLst>
          </p:cNvPr>
          <p:cNvSpPr>
            <a:spLocks noGrp="1"/>
          </p:cNvSpPr>
          <p:nvPr>
            <p:ph type="ftr" sz="quarter" idx="11"/>
          </p:nvPr>
        </p:nvSpPr>
        <p:spPr/>
        <p:txBody>
          <a:bodyPr/>
          <a:lstStyle/>
          <a:p>
            <a:r>
              <a:rPr lang="en-US"/>
              <a:t>Christine Aidala - University of Michigan</a:t>
            </a:r>
            <a:endParaRPr lang="en-US" dirty="0"/>
          </a:p>
        </p:txBody>
      </p:sp>
      <p:sp>
        <p:nvSpPr>
          <p:cNvPr id="8" name="Slide Number Placeholder 7">
            <a:extLst>
              <a:ext uri="{FF2B5EF4-FFF2-40B4-BE49-F238E27FC236}">
                <a16:creationId xmlns:a16="http://schemas.microsoft.com/office/drawing/2014/main" id="{EA6AA88F-7560-0C46-CC82-BD2BA01FCB54}"/>
              </a:ext>
            </a:extLst>
          </p:cNvPr>
          <p:cNvSpPr>
            <a:spLocks noGrp="1"/>
          </p:cNvSpPr>
          <p:nvPr>
            <p:ph type="sldNum" sz="quarter" idx="12"/>
          </p:nvPr>
        </p:nvSpPr>
        <p:spPr/>
        <p:txBody>
          <a:bodyPr/>
          <a:lstStyle/>
          <a:p>
            <a:fld id="{F47845EA-7733-40EE-B074-20032348B727}" type="slidenum">
              <a:rPr lang="en-US" smtClean="0"/>
              <a:t>46</a:t>
            </a:fld>
            <a:endParaRPr lang="en-US"/>
          </a:p>
        </p:txBody>
      </p:sp>
    </p:spTree>
    <p:extLst>
      <p:ext uri="{BB962C8B-B14F-4D97-AF65-F5344CB8AC3E}">
        <p14:creationId xmlns:p14="http://schemas.microsoft.com/office/powerpoint/2010/main" val="2753460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20AF8-031B-97CD-EA11-D9D337EA02AE}"/>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EB993F41-A7B9-B28F-A46B-FCC3DB779C79}"/>
              </a:ext>
            </a:extLst>
          </p:cNvPr>
          <p:cNvSpPr/>
          <p:nvPr/>
        </p:nvSpPr>
        <p:spPr>
          <a:xfrm>
            <a:off x="6083039" y="1342905"/>
            <a:ext cx="1735774" cy="2240718"/>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6A4D9C56-9DCA-33BA-D3D9-ECDBA1015E07}"/>
              </a:ext>
            </a:extLst>
          </p:cNvPr>
          <p:cNvSpPr txBox="1"/>
          <p:nvPr/>
        </p:nvSpPr>
        <p:spPr>
          <a:xfrm>
            <a:off x="2067758" y="4064745"/>
            <a:ext cx="2246577" cy="369332"/>
          </a:xfrm>
          <a:prstGeom prst="rect">
            <a:avLst/>
          </a:prstGeom>
          <a:noFill/>
        </p:spPr>
        <p:txBody>
          <a:bodyPr wrap="none" rtlCol="0">
            <a:spAutoFit/>
          </a:bodyPr>
          <a:lstStyle/>
          <a:p>
            <a:pPr algn="r"/>
            <a:r>
              <a:rPr lang="en-US" dirty="0"/>
              <a:t>Physical specifications</a:t>
            </a:r>
          </a:p>
        </p:txBody>
      </p:sp>
      <p:cxnSp>
        <p:nvCxnSpPr>
          <p:cNvPr id="5" name="Straight Connector 4">
            <a:extLst>
              <a:ext uri="{FF2B5EF4-FFF2-40B4-BE49-F238E27FC236}">
                <a16:creationId xmlns:a16="http://schemas.microsoft.com/office/drawing/2014/main" id="{977C95A5-25F4-CC72-A678-085F851752BF}"/>
              </a:ext>
            </a:extLst>
          </p:cNvPr>
          <p:cNvCxnSpPr>
            <a:cxnSpLocks/>
          </p:cNvCxnSpPr>
          <p:nvPr/>
        </p:nvCxnSpPr>
        <p:spPr>
          <a:xfrm>
            <a:off x="5272046" y="124857"/>
            <a:ext cx="0" cy="4763771"/>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FF3930D4-DA7E-90A4-9100-6D24D33ADD72}"/>
              </a:ext>
            </a:extLst>
          </p:cNvPr>
          <p:cNvSpPr/>
          <p:nvPr/>
        </p:nvSpPr>
        <p:spPr>
          <a:xfrm>
            <a:off x="2423505" y="2504280"/>
            <a:ext cx="201243" cy="214605"/>
          </a:xfrm>
          <a:custGeom>
            <a:avLst/>
            <a:gdLst>
              <a:gd name="connsiteX0" fmla="*/ 84063 w 200795"/>
              <a:gd name="connsiteY0" fmla="*/ 9846 h 214127"/>
              <a:gd name="connsiteX1" fmla="*/ 84063 w 200795"/>
              <a:gd name="connsiteY1" fmla="*/ 9846 h 214127"/>
              <a:gd name="connsiteX2" fmla="*/ 6242 w 200795"/>
              <a:gd name="connsiteY2" fmla="*/ 48757 h 214127"/>
              <a:gd name="connsiteX3" fmla="*/ 35425 w 200795"/>
              <a:gd name="connsiteY3" fmla="*/ 184944 h 214127"/>
              <a:gd name="connsiteX4" fmla="*/ 93791 w 200795"/>
              <a:gd name="connsiteY4" fmla="*/ 214127 h 214127"/>
              <a:gd name="connsiteX5" fmla="*/ 181340 w 200795"/>
              <a:gd name="connsiteY5" fmla="*/ 184944 h 214127"/>
              <a:gd name="connsiteX6" fmla="*/ 200795 w 200795"/>
              <a:gd name="connsiteY6" fmla="*/ 155761 h 214127"/>
              <a:gd name="connsiteX7" fmla="*/ 181340 w 200795"/>
              <a:gd name="connsiteY7" fmla="*/ 48757 h 214127"/>
              <a:gd name="connsiteX8" fmla="*/ 161884 w 200795"/>
              <a:gd name="connsiteY8" fmla="*/ 29301 h 214127"/>
              <a:gd name="connsiteX9" fmla="*/ 103518 w 200795"/>
              <a:gd name="connsiteY9" fmla="*/ 118 h 214127"/>
              <a:gd name="connsiteX10" fmla="*/ 84063 w 200795"/>
              <a:gd name="connsiteY10" fmla="*/ 9846 h 21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0795" h="214127">
                <a:moveTo>
                  <a:pt x="84063" y="9846"/>
                </a:moveTo>
                <a:lnTo>
                  <a:pt x="84063" y="9846"/>
                </a:lnTo>
                <a:cubicBezTo>
                  <a:pt x="58123" y="22816"/>
                  <a:pt x="18507" y="22476"/>
                  <a:pt x="6242" y="48757"/>
                </a:cubicBezTo>
                <a:cubicBezTo>
                  <a:pt x="-8915" y="81235"/>
                  <a:pt x="4570" y="154090"/>
                  <a:pt x="35425" y="184944"/>
                </a:cubicBezTo>
                <a:cubicBezTo>
                  <a:pt x="54282" y="203801"/>
                  <a:pt x="70056" y="206215"/>
                  <a:pt x="93791" y="214127"/>
                </a:cubicBezTo>
                <a:cubicBezTo>
                  <a:pt x="132920" y="207605"/>
                  <a:pt x="153984" y="212300"/>
                  <a:pt x="181340" y="184944"/>
                </a:cubicBezTo>
                <a:cubicBezTo>
                  <a:pt x="189607" y="176677"/>
                  <a:pt x="194310" y="165489"/>
                  <a:pt x="200795" y="155761"/>
                </a:cubicBezTo>
                <a:cubicBezTo>
                  <a:pt x="199455" y="145039"/>
                  <a:pt x="195545" y="72432"/>
                  <a:pt x="181340" y="48757"/>
                </a:cubicBezTo>
                <a:cubicBezTo>
                  <a:pt x="176621" y="40892"/>
                  <a:pt x="169046" y="35030"/>
                  <a:pt x="161884" y="29301"/>
                </a:cubicBezTo>
                <a:cubicBezTo>
                  <a:pt x="142756" y="13998"/>
                  <a:pt x="127491" y="4913"/>
                  <a:pt x="103518" y="118"/>
                </a:cubicBezTo>
                <a:cubicBezTo>
                  <a:pt x="97159" y="-1154"/>
                  <a:pt x="87306" y="8225"/>
                  <a:pt x="84063" y="9846"/>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0A068F5-60A1-569A-18C9-6E3AFFE88DAC}"/>
              </a:ext>
            </a:extLst>
          </p:cNvPr>
          <p:cNvSpPr/>
          <p:nvPr/>
        </p:nvSpPr>
        <p:spPr>
          <a:xfrm>
            <a:off x="3407537" y="1719365"/>
            <a:ext cx="178657" cy="194988"/>
          </a:xfrm>
          <a:custGeom>
            <a:avLst/>
            <a:gdLst>
              <a:gd name="connsiteX0" fmla="*/ 0 w 178259"/>
              <a:gd name="connsiteY0" fmla="*/ 29183 h 194554"/>
              <a:gd name="connsiteX1" fmla="*/ 0 w 178259"/>
              <a:gd name="connsiteY1" fmla="*/ 29183 h 194554"/>
              <a:gd name="connsiteX2" fmla="*/ 87549 w 178259"/>
              <a:gd name="connsiteY2" fmla="*/ 9728 h 194554"/>
              <a:gd name="connsiteX3" fmla="*/ 116732 w 178259"/>
              <a:gd name="connsiteY3" fmla="*/ 0 h 194554"/>
              <a:gd name="connsiteX4" fmla="*/ 145915 w 178259"/>
              <a:gd name="connsiteY4" fmla="*/ 9728 h 194554"/>
              <a:gd name="connsiteX5" fmla="*/ 155643 w 178259"/>
              <a:gd name="connsiteY5" fmla="*/ 184826 h 194554"/>
              <a:gd name="connsiteX6" fmla="*/ 126460 w 178259"/>
              <a:gd name="connsiteY6" fmla="*/ 194554 h 194554"/>
              <a:gd name="connsiteX7" fmla="*/ 29183 w 178259"/>
              <a:gd name="connsiteY7" fmla="*/ 184826 h 194554"/>
              <a:gd name="connsiteX8" fmla="*/ 19455 w 178259"/>
              <a:gd name="connsiteY8" fmla="*/ 155643 h 194554"/>
              <a:gd name="connsiteX9" fmla="*/ 29183 w 178259"/>
              <a:gd name="connsiteY9" fmla="*/ 48639 h 194554"/>
              <a:gd name="connsiteX10" fmla="*/ 0 w 178259"/>
              <a:gd name="connsiteY10" fmla="*/ 29183 h 19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259" h="194554">
                <a:moveTo>
                  <a:pt x="0" y="29183"/>
                </a:moveTo>
                <a:lnTo>
                  <a:pt x="0" y="29183"/>
                </a:lnTo>
                <a:cubicBezTo>
                  <a:pt x="29183" y="22698"/>
                  <a:pt x="58547" y="16979"/>
                  <a:pt x="87549" y="9728"/>
                </a:cubicBezTo>
                <a:cubicBezTo>
                  <a:pt x="97497" y="7241"/>
                  <a:pt x="106478" y="0"/>
                  <a:pt x="116732" y="0"/>
                </a:cubicBezTo>
                <a:cubicBezTo>
                  <a:pt x="126986" y="0"/>
                  <a:pt x="136187" y="6485"/>
                  <a:pt x="145915" y="9728"/>
                </a:cubicBezTo>
                <a:cubicBezTo>
                  <a:pt x="187370" y="71912"/>
                  <a:pt x="187158" y="58762"/>
                  <a:pt x="155643" y="184826"/>
                </a:cubicBezTo>
                <a:cubicBezTo>
                  <a:pt x="153156" y="194774"/>
                  <a:pt x="136188" y="191311"/>
                  <a:pt x="126460" y="194554"/>
                </a:cubicBezTo>
                <a:cubicBezTo>
                  <a:pt x="94034" y="191311"/>
                  <a:pt x="59808" y="195963"/>
                  <a:pt x="29183" y="184826"/>
                </a:cubicBezTo>
                <a:cubicBezTo>
                  <a:pt x="19546" y="181322"/>
                  <a:pt x="19455" y="165897"/>
                  <a:pt x="19455" y="155643"/>
                </a:cubicBezTo>
                <a:cubicBezTo>
                  <a:pt x="19455" y="119828"/>
                  <a:pt x="26436" y="84349"/>
                  <a:pt x="29183" y="48639"/>
                </a:cubicBezTo>
                <a:cubicBezTo>
                  <a:pt x="29680" y="42173"/>
                  <a:pt x="4864" y="32426"/>
                  <a:pt x="0" y="29183"/>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B791975-DE87-A182-48A1-4DAF11FD3F66}"/>
              </a:ext>
            </a:extLst>
          </p:cNvPr>
          <p:cNvSpPr/>
          <p:nvPr/>
        </p:nvSpPr>
        <p:spPr>
          <a:xfrm>
            <a:off x="2996508" y="2116527"/>
            <a:ext cx="194988" cy="204737"/>
          </a:xfrm>
          <a:custGeom>
            <a:avLst/>
            <a:gdLst>
              <a:gd name="connsiteX0" fmla="*/ 87549 w 194553"/>
              <a:gd name="connsiteY0" fmla="*/ 0 h 204281"/>
              <a:gd name="connsiteX1" fmla="*/ 87549 w 194553"/>
              <a:gd name="connsiteY1" fmla="*/ 0 h 204281"/>
              <a:gd name="connsiteX2" fmla="*/ 0 w 194553"/>
              <a:gd name="connsiteY2" fmla="*/ 107004 h 204281"/>
              <a:gd name="connsiteX3" fmla="*/ 9727 w 194553"/>
              <a:gd name="connsiteY3" fmla="*/ 204281 h 204281"/>
              <a:gd name="connsiteX4" fmla="*/ 145914 w 194553"/>
              <a:gd name="connsiteY4" fmla="*/ 184825 h 204281"/>
              <a:gd name="connsiteX5" fmla="*/ 194553 w 194553"/>
              <a:gd name="connsiteY5" fmla="*/ 155642 h 204281"/>
              <a:gd name="connsiteX6" fmla="*/ 175097 w 194553"/>
              <a:gd name="connsiteY6" fmla="*/ 68093 h 204281"/>
              <a:gd name="connsiteX7" fmla="*/ 116731 w 194553"/>
              <a:gd name="connsiteY7" fmla="*/ 38910 h 204281"/>
              <a:gd name="connsiteX8" fmla="*/ 87549 w 194553"/>
              <a:gd name="connsiteY8" fmla="*/ 0 h 204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553" h="204281">
                <a:moveTo>
                  <a:pt x="87549" y="0"/>
                </a:moveTo>
                <a:lnTo>
                  <a:pt x="87549" y="0"/>
                </a:lnTo>
                <a:cubicBezTo>
                  <a:pt x="78780" y="8769"/>
                  <a:pt x="0" y="64345"/>
                  <a:pt x="0" y="107004"/>
                </a:cubicBezTo>
                <a:cubicBezTo>
                  <a:pt x="0" y="139591"/>
                  <a:pt x="6485" y="171855"/>
                  <a:pt x="9727" y="204281"/>
                </a:cubicBezTo>
                <a:cubicBezTo>
                  <a:pt x="55123" y="197796"/>
                  <a:pt x="113488" y="217250"/>
                  <a:pt x="145914" y="184825"/>
                </a:cubicBezTo>
                <a:cubicBezTo>
                  <a:pt x="172621" y="158120"/>
                  <a:pt x="156669" y="168270"/>
                  <a:pt x="194553" y="155642"/>
                </a:cubicBezTo>
                <a:cubicBezTo>
                  <a:pt x="194453" y="155044"/>
                  <a:pt x="185180" y="80697"/>
                  <a:pt x="175097" y="68093"/>
                </a:cubicBezTo>
                <a:cubicBezTo>
                  <a:pt x="164755" y="55166"/>
                  <a:pt x="132997" y="41621"/>
                  <a:pt x="116731" y="38910"/>
                </a:cubicBezTo>
                <a:cubicBezTo>
                  <a:pt x="107136" y="37311"/>
                  <a:pt x="92413" y="6485"/>
                  <a:pt x="87549" y="0"/>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8DE3728-D5F0-147A-3F83-9535D980C432}"/>
              </a:ext>
            </a:extLst>
          </p:cNvPr>
          <p:cNvSpPr/>
          <p:nvPr/>
        </p:nvSpPr>
        <p:spPr>
          <a:xfrm>
            <a:off x="3032504" y="2682491"/>
            <a:ext cx="214486" cy="263234"/>
          </a:xfrm>
          <a:custGeom>
            <a:avLst/>
            <a:gdLst>
              <a:gd name="connsiteX0" fmla="*/ 0 w 214008"/>
              <a:gd name="connsiteY0" fmla="*/ 136188 h 262647"/>
              <a:gd name="connsiteX1" fmla="*/ 0 w 214008"/>
              <a:gd name="connsiteY1" fmla="*/ 136188 h 262647"/>
              <a:gd name="connsiteX2" fmla="*/ 9728 w 214008"/>
              <a:gd name="connsiteY2" fmla="*/ 48639 h 262647"/>
              <a:gd name="connsiteX3" fmla="*/ 38911 w 214008"/>
              <a:gd name="connsiteY3" fmla="*/ 38911 h 262647"/>
              <a:gd name="connsiteX4" fmla="*/ 77821 w 214008"/>
              <a:gd name="connsiteY4" fmla="*/ 19456 h 262647"/>
              <a:gd name="connsiteX5" fmla="*/ 116732 w 214008"/>
              <a:gd name="connsiteY5" fmla="*/ 9728 h 262647"/>
              <a:gd name="connsiteX6" fmla="*/ 145915 w 214008"/>
              <a:gd name="connsiteY6" fmla="*/ 0 h 262647"/>
              <a:gd name="connsiteX7" fmla="*/ 175098 w 214008"/>
              <a:gd name="connsiteY7" fmla="*/ 9728 h 262647"/>
              <a:gd name="connsiteX8" fmla="*/ 214008 w 214008"/>
              <a:gd name="connsiteY8" fmla="*/ 68094 h 262647"/>
              <a:gd name="connsiteX9" fmla="*/ 204281 w 214008"/>
              <a:gd name="connsiteY9" fmla="*/ 223737 h 262647"/>
              <a:gd name="connsiteX10" fmla="*/ 184825 w 214008"/>
              <a:gd name="connsiteY10" fmla="*/ 243192 h 262647"/>
              <a:gd name="connsiteX11" fmla="*/ 126459 w 214008"/>
              <a:gd name="connsiteY11" fmla="*/ 262647 h 262647"/>
              <a:gd name="connsiteX12" fmla="*/ 87549 w 214008"/>
              <a:gd name="connsiteY12" fmla="*/ 252920 h 262647"/>
              <a:gd name="connsiteX13" fmla="*/ 68093 w 214008"/>
              <a:gd name="connsiteY13" fmla="*/ 233464 h 262647"/>
              <a:gd name="connsiteX14" fmla="*/ 19455 w 214008"/>
              <a:gd name="connsiteY14" fmla="*/ 145915 h 262647"/>
              <a:gd name="connsiteX15" fmla="*/ 0 w 214008"/>
              <a:gd name="connsiteY15" fmla="*/ 136188 h 262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4008" h="262647">
                <a:moveTo>
                  <a:pt x="0" y="136188"/>
                </a:moveTo>
                <a:lnTo>
                  <a:pt x="0" y="136188"/>
                </a:lnTo>
                <a:cubicBezTo>
                  <a:pt x="3243" y="107005"/>
                  <a:pt x="-1177" y="75901"/>
                  <a:pt x="9728" y="48639"/>
                </a:cubicBezTo>
                <a:cubicBezTo>
                  <a:pt x="13536" y="39119"/>
                  <a:pt x="29486" y="42950"/>
                  <a:pt x="38911" y="38911"/>
                </a:cubicBezTo>
                <a:cubicBezTo>
                  <a:pt x="52239" y="33199"/>
                  <a:pt x="64243" y="24548"/>
                  <a:pt x="77821" y="19456"/>
                </a:cubicBezTo>
                <a:cubicBezTo>
                  <a:pt x="90339" y="14762"/>
                  <a:pt x="103877" y="13401"/>
                  <a:pt x="116732" y="9728"/>
                </a:cubicBezTo>
                <a:cubicBezTo>
                  <a:pt x="126591" y="6911"/>
                  <a:pt x="136187" y="3243"/>
                  <a:pt x="145915" y="0"/>
                </a:cubicBezTo>
                <a:cubicBezTo>
                  <a:pt x="155643" y="3243"/>
                  <a:pt x="167847" y="2477"/>
                  <a:pt x="175098" y="9728"/>
                </a:cubicBezTo>
                <a:cubicBezTo>
                  <a:pt x="191632" y="26262"/>
                  <a:pt x="214008" y="68094"/>
                  <a:pt x="214008" y="68094"/>
                </a:cubicBezTo>
                <a:cubicBezTo>
                  <a:pt x="210766" y="119975"/>
                  <a:pt x="212827" y="172462"/>
                  <a:pt x="204281" y="223737"/>
                </a:cubicBezTo>
                <a:cubicBezTo>
                  <a:pt x="202773" y="232784"/>
                  <a:pt x="193028" y="239091"/>
                  <a:pt x="184825" y="243192"/>
                </a:cubicBezTo>
                <a:cubicBezTo>
                  <a:pt x="166482" y="252363"/>
                  <a:pt x="126459" y="262647"/>
                  <a:pt x="126459" y="262647"/>
                </a:cubicBezTo>
                <a:cubicBezTo>
                  <a:pt x="113489" y="259405"/>
                  <a:pt x="99507" y="258899"/>
                  <a:pt x="87549" y="252920"/>
                </a:cubicBezTo>
                <a:cubicBezTo>
                  <a:pt x="79346" y="248818"/>
                  <a:pt x="73596" y="240801"/>
                  <a:pt x="68093" y="233464"/>
                </a:cubicBezTo>
                <a:cubicBezTo>
                  <a:pt x="40924" y="197239"/>
                  <a:pt x="28934" y="183829"/>
                  <a:pt x="19455" y="145915"/>
                </a:cubicBezTo>
                <a:cubicBezTo>
                  <a:pt x="18669" y="142769"/>
                  <a:pt x="3242" y="137809"/>
                  <a:pt x="0" y="136188"/>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7579D41-296A-9187-7C3E-510AAF9DAC5F}"/>
              </a:ext>
            </a:extLst>
          </p:cNvPr>
          <p:cNvSpPr/>
          <p:nvPr/>
        </p:nvSpPr>
        <p:spPr>
          <a:xfrm>
            <a:off x="7069236" y="2463264"/>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080C409-5016-2E6B-44FF-75089455EFEC}"/>
              </a:ext>
            </a:extLst>
          </p:cNvPr>
          <p:cNvSpPr/>
          <p:nvPr/>
        </p:nvSpPr>
        <p:spPr>
          <a:xfrm>
            <a:off x="6457665" y="1803155"/>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98E0991-B464-A21A-FCA7-60400622DF6D}"/>
              </a:ext>
            </a:extLst>
          </p:cNvPr>
          <p:cNvSpPr/>
          <p:nvPr/>
        </p:nvSpPr>
        <p:spPr>
          <a:xfrm>
            <a:off x="6469613" y="2948005"/>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5E424AB7-EAF1-C272-B899-3EDA006FC8F2}"/>
              </a:ext>
            </a:extLst>
          </p:cNvPr>
          <p:cNvCxnSpPr>
            <a:cxnSpLocks/>
          </p:cNvCxnSpPr>
          <p:nvPr/>
        </p:nvCxnSpPr>
        <p:spPr>
          <a:xfrm>
            <a:off x="6697100" y="1981113"/>
            <a:ext cx="339312" cy="46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ABED2C8-CA5C-3138-7734-558B7FE70F36}"/>
              </a:ext>
            </a:extLst>
          </p:cNvPr>
          <p:cNvCxnSpPr>
            <a:cxnSpLocks/>
          </p:cNvCxnSpPr>
          <p:nvPr/>
        </p:nvCxnSpPr>
        <p:spPr>
          <a:xfrm flipV="1">
            <a:off x="4231964" y="1969023"/>
            <a:ext cx="2091721" cy="147504"/>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26" name="Straight Arrow Connector 25">
            <a:extLst>
              <a:ext uri="{FF2B5EF4-FFF2-40B4-BE49-F238E27FC236}">
                <a16:creationId xmlns:a16="http://schemas.microsoft.com/office/drawing/2014/main" id="{9A4B8916-1CDF-3781-2AA7-51901E7B85D1}"/>
              </a:ext>
            </a:extLst>
          </p:cNvPr>
          <p:cNvCxnSpPr>
            <a:cxnSpLocks/>
          </p:cNvCxnSpPr>
          <p:nvPr/>
        </p:nvCxnSpPr>
        <p:spPr>
          <a:xfrm>
            <a:off x="3685663" y="1800251"/>
            <a:ext cx="2638022" cy="85340"/>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a:extLst>
              <a:ext uri="{FF2B5EF4-FFF2-40B4-BE49-F238E27FC236}">
                <a16:creationId xmlns:a16="http://schemas.microsoft.com/office/drawing/2014/main" id="{A910AE17-F8CF-2A7F-908B-5D88B5BFFC22}"/>
              </a:ext>
            </a:extLst>
          </p:cNvPr>
          <p:cNvCxnSpPr>
            <a:cxnSpLocks/>
          </p:cNvCxnSpPr>
          <p:nvPr/>
        </p:nvCxnSpPr>
        <p:spPr>
          <a:xfrm flipH="1">
            <a:off x="4054486" y="2611583"/>
            <a:ext cx="2882689" cy="334142"/>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sp>
        <p:nvSpPr>
          <p:cNvPr id="39" name="Freeform: Shape 38">
            <a:extLst>
              <a:ext uri="{FF2B5EF4-FFF2-40B4-BE49-F238E27FC236}">
                <a16:creationId xmlns:a16="http://schemas.microsoft.com/office/drawing/2014/main" id="{17025BBC-0719-5374-7A20-0A8C5EC04BF0}"/>
              </a:ext>
            </a:extLst>
          </p:cNvPr>
          <p:cNvSpPr/>
          <p:nvPr/>
        </p:nvSpPr>
        <p:spPr>
          <a:xfrm>
            <a:off x="2662082" y="3159153"/>
            <a:ext cx="170388" cy="212184"/>
          </a:xfrm>
          <a:custGeom>
            <a:avLst/>
            <a:gdLst>
              <a:gd name="connsiteX0" fmla="*/ 85725 w 114300"/>
              <a:gd name="connsiteY0" fmla="*/ 3084 h 142338"/>
              <a:gd name="connsiteX1" fmla="*/ 61912 w 114300"/>
              <a:gd name="connsiteY1" fmla="*/ 12609 h 142338"/>
              <a:gd name="connsiteX2" fmla="*/ 9525 w 114300"/>
              <a:gd name="connsiteY2" fmla="*/ 50709 h 142338"/>
              <a:gd name="connsiteX3" fmla="*/ 0 w 114300"/>
              <a:gd name="connsiteY3" fmla="*/ 69759 h 142338"/>
              <a:gd name="connsiteX4" fmla="*/ 9525 w 114300"/>
              <a:gd name="connsiteY4" fmla="*/ 131671 h 142338"/>
              <a:gd name="connsiteX5" fmla="*/ 100012 w 114300"/>
              <a:gd name="connsiteY5" fmla="*/ 117384 h 142338"/>
              <a:gd name="connsiteX6" fmla="*/ 114300 w 114300"/>
              <a:gd name="connsiteY6" fmla="*/ 69759 h 142338"/>
              <a:gd name="connsiteX7" fmla="*/ 85725 w 114300"/>
              <a:gd name="connsiteY7" fmla="*/ 3084 h 14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 h="142338">
                <a:moveTo>
                  <a:pt x="85725" y="3084"/>
                </a:moveTo>
                <a:cubicBezTo>
                  <a:pt x="76994" y="-6441"/>
                  <a:pt x="69559" y="8786"/>
                  <a:pt x="61912" y="12609"/>
                </a:cubicBezTo>
                <a:cubicBezTo>
                  <a:pt x="40323" y="23403"/>
                  <a:pt x="23911" y="31528"/>
                  <a:pt x="9525" y="50709"/>
                </a:cubicBezTo>
                <a:cubicBezTo>
                  <a:pt x="5265" y="56389"/>
                  <a:pt x="3175" y="63409"/>
                  <a:pt x="0" y="69759"/>
                </a:cubicBezTo>
                <a:cubicBezTo>
                  <a:pt x="3175" y="90396"/>
                  <a:pt x="-4683" y="116370"/>
                  <a:pt x="9525" y="131671"/>
                </a:cubicBezTo>
                <a:cubicBezTo>
                  <a:pt x="34455" y="158519"/>
                  <a:pt x="79914" y="127433"/>
                  <a:pt x="100012" y="117384"/>
                </a:cubicBezTo>
                <a:cubicBezTo>
                  <a:pt x="100565" y="115725"/>
                  <a:pt x="114300" y="76954"/>
                  <a:pt x="114300" y="69759"/>
                </a:cubicBezTo>
                <a:cubicBezTo>
                  <a:pt x="114300" y="-1041"/>
                  <a:pt x="94456" y="12609"/>
                  <a:pt x="85725" y="3084"/>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83BB3B4E-4721-C142-16F9-2BD80B26CDCF}"/>
              </a:ext>
            </a:extLst>
          </p:cNvPr>
          <p:cNvSpPr/>
          <p:nvPr/>
        </p:nvSpPr>
        <p:spPr>
          <a:xfrm>
            <a:off x="3642606" y="2473285"/>
            <a:ext cx="86112" cy="86434"/>
          </a:xfrm>
          <a:custGeom>
            <a:avLst/>
            <a:gdLst>
              <a:gd name="connsiteX0" fmla="*/ 39719 w 57766"/>
              <a:gd name="connsiteY0" fmla="*/ 0 h 57982"/>
              <a:gd name="connsiteX1" fmla="*/ 1619 w 57766"/>
              <a:gd name="connsiteY1" fmla="*/ 52387 h 57982"/>
              <a:gd name="connsiteX2" fmla="*/ 34956 w 57766"/>
              <a:gd name="connsiteY2" fmla="*/ 57150 h 57982"/>
              <a:gd name="connsiteX3" fmla="*/ 54006 w 57766"/>
              <a:gd name="connsiteY3" fmla="*/ 52387 h 57982"/>
              <a:gd name="connsiteX4" fmla="*/ 39719 w 57766"/>
              <a:gd name="connsiteY4" fmla="*/ 0 h 57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66" h="57982">
                <a:moveTo>
                  <a:pt x="39719" y="0"/>
                </a:moveTo>
                <a:cubicBezTo>
                  <a:pt x="30988" y="0"/>
                  <a:pt x="-8398" y="32353"/>
                  <a:pt x="1619" y="52387"/>
                </a:cubicBezTo>
                <a:cubicBezTo>
                  <a:pt x="6639" y="62427"/>
                  <a:pt x="23844" y="55562"/>
                  <a:pt x="34956" y="57150"/>
                </a:cubicBezTo>
                <a:cubicBezTo>
                  <a:pt x="41306" y="55562"/>
                  <a:pt x="50079" y="57623"/>
                  <a:pt x="54006" y="52387"/>
                </a:cubicBezTo>
                <a:cubicBezTo>
                  <a:pt x="65276" y="37361"/>
                  <a:pt x="48450" y="0"/>
                  <a:pt x="39719" y="0"/>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CDE3C69F-3B76-6F9A-C061-E84A24DEA67E}"/>
              </a:ext>
            </a:extLst>
          </p:cNvPr>
          <p:cNvSpPr/>
          <p:nvPr/>
        </p:nvSpPr>
        <p:spPr>
          <a:xfrm>
            <a:off x="3818922" y="2894846"/>
            <a:ext cx="132199" cy="249764"/>
          </a:xfrm>
          <a:custGeom>
            <a:avLst/>
            <a:gdLst>
              <a:gd name="connsiteX0" fmla="*/ 45820 w 88682"/>
              <a:gd name="connsiteY0" fmla="*/ 230 h 167547"/>
              <a:gd name="connsiteX1" fmla="*/ 17245 w 88682"/>
              <a:gd name="connsiteY1" fmla="*/ 24043 h 167547"/>
              <a:gd name="connsiteX2" fmla="*/ 7720 w 88682"/>
              <a:gd name="connsiteY2" fmla="*/ 105005 h 167547"/>
              <a:gd name="connsiteX3" fmla="*/ 50582 w 88682"/>
              <a:gd name="connsiteY3" fmla="*/ 133580 h 167547"/>
              <a:gd name="connsiteX4" fmla="*/ 79157 w 88682"/>
              <a:gd name="connsiteY4" fmla="*/ 166918 h 167547"/>
              <a:gd name="connsiteX5" fmla="*/ 88682 w 88682"/>
              <a:gd name="connsiteY5" fmla="*/ 105005 h 167547"/>
              <a:gd name="connsiteX6" fmla="*/ 79157 w 88682"/>
              <a:gd name="connsiteY6" fmla="*/ 57380 h 167547"/>
              <a:gd name="connsiteX7" fmla="*/ 69632 w 88682"/>
              <a:gd name="connsiteY7" fmla="*/ 38330 h 167547"/>
              <a:gd name="connsiteX8" fmla="*/ 45820 w 88682"/>
              <a:gd name="connsiteY8" fmla="*/ 230 h 16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682" h="167547">
                <a:moveTo>
                  <a:pt x="45820" y="230"/>
                </a:moveTo>
                <a:cubicBezTo>
                  <a:pt x="37089" y="-2151"/>
                  <a:pt x="25096" y="14447"/>
                  <a:pt x="17245" y="24043"/>
                </a:cubicBezTo>
                <a:cubicBezTo>
                  <a:pt x="294" y="44761"/>
                  <a:pt x="-6535" y="80772"/>
                  <a:pt x="7720" y="105005"/>
                </a:cubicBezTo>
                <a:cubicBezTo>
                  <a:pt x="16426" y="119806"/>
                  <a:pt x="50582" y="133580"/>
                  <a:pt x="50582" y="133580"/>
                </a:cubicBezTo>
                <a:cubicBezTo>
                  <a:pt x="52820" y="136937"/>
                  <a:pt x="75307" y="172693"/>
                  <a:pt x="79157" y="166918"/>
                </a:cubicBezTo>
                <a:cubicBezTo>
                  <a:pt x="90739" y="149544"/>
                  <a:pt x="85507" y="125643"/>
                  <a:pt x="88682" y="105005"/>
                </a:cubicBezTo>
                <a:cubicBezTo>
                  <a:pt x="85507" y="89130"/>
                  <a:pt x="83605" y="72946"/>
                  <a:pt x="79157" y="57380"/>
                </a:cubicBezTo>
                <a:cubicBezTo>
                  <a:pt x="77207" y="50554"/>
                  <a:pt x="71877" y="45065"/>
                  <a:pt x="69632" y="38330"/>
                </a:cubicBezTo>
                <a:cubicBezTo>
                  <a:pt x="57466" y="1830"/>
                  <a:pt x="54551" y="2611"/>
                  <a:pt x="45820" y="230"/>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6B0E129A-0ED5-92D2-64B6-7B4D069B6732}"/>
              </a:ext>
            </a:extLst>
          </p:cNvPr>
          <p:cNvSpPr/>
          <p:nvPr/>
        </p:nvSpPr>
        <p:spPr>
          <a:xfrm>
            <a:off x="4053826" y="1981113"/>
            <a:ext cx="178138" cy="241383"/>
          </a:xfrm>
          <a:custGeom>
            <a:avLst/>
            <a:gdLst>
              <a:gd name="connsiteX0" fmla="*/ 0 w 119499"/>
              <a:gd name="connsiteY0" fmla="*/ 152400 h 161925"/>
              <a:gd name="connsiteX1" fmla="*/ 38100 w 119499"/>
              <a:gd name="connsiteY1" fmla="*/ 19050 h 161925"/>
              <a:gd name="connsiteX2" fmla="*/ 42863 w 119499"/>
              <a:gd name="connsiteY2" fmla="*/ 4762 h 161925"/>
              <a:gd name="connsiteX3" fmla="*/ 80963 w 119499"/>
              <a:gd name="connsiteY3" fmla="*/ 0 h 161925"/>
              <a:gd name="connsiteX4" fmla="*/ 109538 w 119499"/>
              <a:gd name="connsiteY4" fmla="*/ 4762 h 161925"/>
              <a:gd name="connsiteX5" fmla="*/ 100013 w 119499"/>
              <a:gd name="connsiteY5" fmla="*/ 90487 h 161925"/>
              <a:gd name="connsiteX6" fmla="*/ 61913 w 119499"/>
              <a:gd name="connsiteY6" fmla="*/ 138112 h 161925"/>
              <a:gd name="connsiteX7" fmla="*/ 47625 w 119499"/>
              <a:gd name="connsiteY7" fmla="*/ 147637 h 161925"/>
              <a:gd name="connsiteX8" fmla="*/ 33338 w 119499"/>
              <a:gd name="connsiteY8" fmla="*/ 161925 h 161925"/>
              <a:gd name="connsiteX9" fmla="*/ 0 w 119499"/>
              <a:gd name="connsiteY9" fmla="*/ 15240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499" h="161925">
                <a:moveTo>
                  <a:pt x="0" y="152400"/>
                </a:moveTo>
                <a:cubicBezTo>
                  <a:pt x="12700" y="107950"/>
                  <a:pt x="23480" y="62906"/>
                  <a:pt x="38100" y="19050"/>
                </a:cubicBezTo>
                <a:cubicBezTo>
                  <a:pt x="39688" y="14287"/>
                  <a:pt x="38275" y="6801"/>
                  <a:pt x="42863" y="4762"/>
                </a:cubicBezTo>
                <a:cubicBezTo>
                  <a:pt x="54559" y="-436"/>
                  <a:pt x="68263" y="1587"/>
                  <a:pt x="80963" y="0"/>
                </a:cubicBezTo>
                <a:cubicBezTo>
                  <a:pt x="90488" y="1587"/>
                  <a:pt x="102710" y="-2066"/>
                  <a:pt x="109538" y="4762"/>
                </a:cubicBezTo>
                <a:cubicBezTo>
                  <a:pt x="133010" y="28234"/>
                  <a:pt x="108796" y="71824"/>
                  <a:pt x="100013" y="90487"/>
                </a:cubicBezTo>
                <a:cubicBezTo>
                  <a:pt x="91727" y="108094"/>
                  <a:pt x="76706" y="125433"/>
                  <a:pt x="61913" y="138112"/>
                </a:cubicBezTo>
                <a:cubicBezTo>
                  <a:pt x="57567" y="141837"/>
                  <a:pt x="52022" y="143973"/>
                  <a:pt x="47625" y="147637"/>
                </a:cubicBezTo>
                <a:cubicBezTo>
                  <a:pt x="42451" y="151949"/>
                  <a:pt x="38100" y="157162"/>
                  <a:pt x="33338" y="161925"/>
                </a:cubicBezTo>
                <a:lnTo>
                  <a:pt x="0" y="152400"/>
                </a:ln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BC588C97-8780-D36A-7A4E-92C319C01A40}"/>
              </a:ext>
            </a:extLst>
          </p:cNvPr>
          <p:cNvSpPr/>
          <p:nvPr/>
        </p:nvSpPr>
        <p:spPr>
          <a:xfrm>
            <a:off x="2445399" y="1802161"/>
            <a:ext cx="238224" cy="166862"/>
          </a:xfrm>
          <a:custGeom>
            <a:avLst/>
            <a:gdLst>
              <a:gd name="connsiteX0" fmla="*/ 112181 w 159806"/>
              <a:gd name="connsiteY0" fmla="*/ 2397 h 111935"/>
              <a:gd name="connsiteX1" fmla="*/ 88368 w 159806"/>
              <a:gd name="connsiteY1" fmla="*/ 7160 h 111935"/>
              <a:gd name="connsiteX2" fmla="*/ 26456 w 159806"/>
              <a:gd name="connsiteY2" fmla="*/ 11922 h 111935"/>
              <a:gd name="connsiteX3" fmla="*/ 12168 w 159806"/>
              <a:gd name="connsiteY3" fmla="*/ 21447 h 111935"/>
              <a:gd name="connsiteX4" fmla="*/ 7406 w 159806"/>
              <a:gd name="connsiteY4" fmla="*/ 54785 h 111935"/>
              <a:gd name="connsiteX5" fmla="*/ 2643 w 159806"/>
              <a:gd name="connsiteY5" fmla="*/ 83360 h 111935"/>
              <a:gd name="connsiteX6" fmla="*/ 78843 w 159806"/>
              <a:gd name="connsiteY6" fmla="*/ 111935 h 111935"/>
              <a:gd name="connsiteX7" fmla="*/ 135993 w 159806"/>
              <a:gd name="connsiteY7" fmla="*/ 102410 h 111935"/>
              <a:gd name="connsiteX8" fmla="*/ 159806 w 159806"/>
              <a:gd name="connsiteY8" fmla="*/ 50022 h 111935"/>
              <a:gd name="connsiteX9" fmla="*/ 112181 w 159806"/>
              <a:gd name="connsiteY9" fmla="*/ 2397 h 11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806" h="111935">
                <a:moveTo>
                  <a:pt x="112181" y="2397"/>
                </a:moveTo>
                <a:cubicBezTo>
                  <a:pt x="100275" y="-4747"/>
                  <a:pt x="96413" y="6266"/>
                  <a:pt x="88368" y="7160"/>
                </a:cubicBezTo>
                <a:cubicBezTo>
                  <a:pt x="67796" y="9446"/>
                  <a:pt x="46800" y="8108"/>
                  <a:pt x="26456" y="11922"/>
                </a:cubicBezTo>
                <a:cubicBezTo>
                  <a:pt x="20830" y="12977"/>
                  <a:pt x="16931" y="18272"/>
                  <a:pt x="12168" y="21447"/>
                </a:cubicBezTo>
                <a:cubicBezTo>
                  <a:pt x="10581" y="32560"/>
                  <a:pt x="9113" y="43690"/>
                  <a:pt x="7406" y="54785"/>
                </a:cubicBezTo>
                <a:cubicBezTo>
                  <a:pt x="5938" y="64329"/>
                  <a:pt x="-4897" y="77328"/>
                  <a:pt x="2643" y="83360"/>
                </a:cubicBezTo>
                <a:cubicBezTo>
                  <a:pt x="23826" y="100306"/>
                  <a:pt x="78843" y="111935"/>
                  <a:pt x="78843" y="111935"/>
                </a:cubicBezTo>
                <a:cubicBezTo>
                  <a:pt x="97893" y="108760"/>
                  <a:pt x="118062" y="109583"/>
                  <a:pt x="135993" y="102410"/>
                </a:cubicBezTo>
                <a:cubicBezTo>
                  <a:pt x="150826" y="96477"/>
                  <a:pt x="157403" y="58432"/>
                  <a:pt x="159806" y="50022"/>
                </a:cubicBezTo>
                <a:cubicBezTo>
                  <a:pt x="154149" y="-885"/>
                  <a:pt x="124087" y="9541"/>
                  <a:pt x="112181" y="2397"/>
                </a:cubicBezTo>
                <a:close/>
              </a:path>
            </a:pathLst>
          </a:custGeom>
          <a:gradFill flip="none" rotWithShape="1">
            <a:gsLst>
              <a:gs pos="56000">
                <a:srgbClr val="3C1A56"/>
              </a:gs>
              <a:gs pos="100000">
                <a:schemeClr val="bg1"/>
              </a:gs>
              <a:gs pos="12000">
                <a:srgbClr val="7030A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E2BB48FB-2C40-FA50-C750-BE00D7A3BBA9}"/>
              </a:ext>
            </a:extLst>
          </p:cNvPr>
          <p:cNvSpPr/>
          <p:nvPr/>
        </p:nvSpPr>
        <p:spPr>
          <a:xfrm>
            <a:off x="7176162" y="1595824"/>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20B4B50-6E1D-73C4-41CB-C5CDED77C83B}"/>
              </a:ext>
            </a:extLst>
          </p:cNvPr>
          <p:cNvSpPr/>
          <p:nvPr/>
        </p:nvSpPr>
        <p:spPr>
          <a:xfrm>
            <a:off x="7036615" y="3197984"/>
            <a:ext cx="182196" cy="1821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9EC68C9C-9B4C-C6E5-438A-043C831412B2}"/>
              </a:ext>
            </a:extLst>
          </p:cNvPr>
          <p:cNvCxnSpPr>
            <a:cxnSpLocks/>
          </p:cNvCxnSpPr>
          <p:nvPr/>
        </p:nvCxnSpPr>
        <p:spPr>
          <a:xfrm flipH="1">
            <a:off x="3818922" y="2523972"/>
            <a:ext cx="3047834" cy="30390"/>
          </a:xfrm>
          <a:prstGeom prst="straightConnector1">
            <a:avLst/>
          </a:prstGeom>
          <a:ln>
            <a:prstDash val="dash"/>
            <a:tailEnd type="triangle"/>
          </a:ln>
        </p:spPr>
        <p:style>
          <a:lnRef idx="1">
            <a:schemeClr val="accent6"/>
          </a:lnRef>
          <a:fillRef idx="0">
            <a:schemeClr val="accent6"/>
          </a:fillRef>
          <a:effectRef idx="0">
            <a:schemeClr val="accent6"/>
          </a:effectRef>
          <a:fontRef idx="minor">
            <a:schemeClr val="tx1"/>
          </a:fontRef>
        </p:style>
      </p:cxnSp>
      <p:cxnSp>
        <p:nvCxnSpPr>
          <p:cNvPr id="64" name="Straight Arrow Connector 63">
            <a:extLst>
              <a:ext uri="{FF2B5EF4-FFF2-40B4-BE49-F238E27FC236}">
                <a16:creationId xmlns:a16="http://schemas.microsoft.com/office/drawing/2014/main" id="{E9B57F19-25D1-D094-E94C-4456812D5645}"/>
              </a:ext>
            </a:extLst>
          </p:cNvPr>
          <p:cNvCxnSpPr>
            <a:cxnSpLocks/>
          </p:cNvCxnSpPr>
          <p:nvPr/>
        </p:nvCxnSpPr>
        <p:spPr>
          <a:xfrm flipH="1">
            <a:off x="3931199" y="2279717"/>
            <a:ext cx="142601" cy="534391"/>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E962E49-750E-3988-F348-8D7C1721DFFF}"/>
              </a:ext>
            </a:extLst>
          </p:cNvPr>
          <p:cNvCxnSpPr>
            <a:cxnSpLocks/>
          </p:cNvCxnSpPr>
          <p:nvPr/>
        </p:nvCxnSpPr>
        <p:spPr>
          <a:xfrm>
            <a:off x="3517794" y="1981113"/>
            <a:ext cx="137045" cy="44737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EB8EF629-CAE7-EC54-36BA-A5887059EF31}"/>
              </a:ext>
            </a:extLst>
          </p:cNvPr>
          <p:cNvSpPr txBox="1"/>
          <p:nvPr/>
        </p:nvSpPr>
        <p:spPr>
          <a:xfrm>
            <a:off x="695763" y="5184431"/>
            <a:ext cx="8038070" cy="954107"/>
          </a:xfrm>
          <a:prstGeom prst="rect">
            <a:avLst/>
          </a:prstGeom>
          <a:noFill/>
        </p:spPr>
        <p:txBody>
          <a:bodyPr wrap="square" rtlCol="0">
            <a:spAutoFit/>
          </a:bodyPr>
          <a:lstStyle/>
          <a:p>
            <a:r>
              <a:rPr lang="en-US" sz="2800" dirty="0">
                <a:solidFill>
                  <a:schemeClr val="accent6">
                    <a:lumMod val="75000"/>
                  </a:schemeClr>
                </a:solidFill>
              </a:rPr>
              <a:t>A mathematical definition is </a:t>
            </a:r>
            <a:r>
              <a:rPr lang="en-US" sz="2800" b="1" dirty="0">
                <a:solidFill>
                  <a:schemeClr val="accent6">
                    <a:lumMod val="75000"/>
                  </a:schemeClr>
                </a:solidFill>
              </a:rPr>
              <a:t>physical</a:t>
            </a:r>
            <a:r>
              <a:rPr lang="en-US" sz="2800" dirty="0">
                <a:solidFill>
                  <a:schemeClr val="accent6">
                    <a:lumMod val="75000"/>
                  </a:schemeClr>
                </a:solidFill>
              </a:rPr>
              <a:t> if it captures and only captures an aspect of the physical system</a:t>
            </a:r>
          </a:p>
        </p:txBody>
      </p:sp>
      <p:sp>
        <p:nvSpPr>
          <p:cNvPr id="6" name="Oval 5">
            <a:extLst>
              <a:ext uri="{FF2B5EF4-FFF2-40B4-BE49-F238E27FC236}">
                <a16:creationId xmlns:a16="http://schemas.microsoft.com/office/drawing/2014/main" id="{133B3C8F-E39D-74AF-21D5-CF7FB9D0905A}"/>
              </a:ext>
            </a:extLst>
          </p:cNvPr>
          <p:cNvSpPr/>
          <p:nvPr/>
        </p:nvSpPr>
        <p:spPr>
          <a:xfrm>
            <a:off x="1940845" y="1380960"/>
            <a:ext cx="2556149" cy="2240718"/>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Left-Right 7">
            <a:extLst>
              <a:ext uri="{FF2B5EF4-FFF2-40B4-BE49-F238E27FC236}">
                <a16:creationId xmlns:a16="http://schemas.microsoft.com/office/drawing/2014/main" id="{30CADE5B-9E82-FF30-DAE3-46D0806AE53A}"/>
              </a:ext>
            </a:extLst>
          </p:cNvPr>
          <p:cNvSpPr/>
          <p:nvPr/>
        </p:nvSpPr>
        <p:spPr>
          <a:xfrm>
            <a:off x="4627004" y="3992634"/>
            <a:ext cx="1290083" cy="514093"/>
          </a:xfrm>
          <a:prstGeom prst="lef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9A191DD-3645-8A8E-9A3D-60FBC1F8FB1F}"/>
              </a:ext>
            </a:extLst>
          </p:cNvPr>
          <p:cNvSpPr txBox="1"/>
          <p:nvPr/>
        </p:nvSpPr>
        <p:spPr>
          <a:xfrm>
            <a:off x="6028276" y="4064745"/>
            <a:ext cx="2446311" cy="369332"/>
          </a:xfrm>
          <a:prstGeom prst="rect">
            <a:avLst/>
          </a:prstGeom>
          <a:noFill/>
        </p:spPr>
        <p:txBody>
          <a:bodyPr wrap="none" rtlCol="0">
            <a:spAutoFit/>
          </a:bodyPr>
          <a:lstStyle/>
          <a:p>
            <a:pPr algn="r"/>
            <a:r>
              <a:rPr lang="en-US" dirty="0"/>
              <a:t>Mathematical definition</a:t>
            </a:r>
          </a:p>
        </p:txBody>
      </p:sp>
      <p:sp>
        <p:nvSpPr>
          <p:cNvPr id="7" name="TextBox 6">
            <a:extLst>
              <a:ext uri="{FF2B5EF4-FFF2-40B4-BE49-F238E27FC236}">
                <a16:creationId xmlns:a16="http://schemas.microsoft.com/office/drawing/2014/main" id="{21ECED20-C24F-590B-167B-0642AC07B8B1}"/>
              </a:ext>
            </a:extLst>
          </p:cNvPr>
          <p:cNvSpPr txBox="1"/>
          <p:nvPr/>
        </p:nvSpPr>
        <p:spPr>
          <a:xfrm>
            <a:off x="715701" y="1209222"/>
            <a:ext cx="1357166" cy="923330"/>
          </a:xfrm>
          <a:prstGeom prst="rect">
            <a:avLst/>
          </a:prstGeom>
          <a:noFill/>
        </p:spPr>
        <p:txBody>
          <a:bodyPr wrap="none" rtlCol="0">
            <a:spAutoFit/>
          </a:bodyPr>
          <a:lstStyle/>
          <a:p>
            <a:r>
              <a:rPr lang="en-US" dirty="0"/>
              <a:t>well-defined</a:t>
            </a:r>
            <a:br>
              <a:rPr lang="en-US" dirty="0"/>
            </a:br>
            <a:r>
              <a:rPr lang="en-US" dirty="0"/>
              <a:t>physical</a:t>
            </a:r>
          </a:p>
          <a:p>
            <a:r>
              <a:rPr lang="en-US" dirty="0"/>
              <a:t>objects</a:t>
            </a:r>
          </a:p>
        </p:txBody>
      </p:sp>
      <p:sp>
        <p:nvSpPr>
          <p:cNvPr id="14" name="TextBox 13">
            <a:extLst>
              <a:ext uri="{FF2B5EF4-FFF2-40B4-BE49-F238E27FC236}">
                <a16:creationId xmlns:a16="http://schemas.microsoft.com/office/drawing/2014/main" id="{8DA57DD2-6D82-475F-0E72-195836A03CFF}"/>
              </a:ext>
            </a:extLst>
          </p:cNvPr>
          <p:cNvSpPr txBox="1"/>
          <p:nvPr/>
        </p:nvSpPr>
        <p:spPr>
          <a:xfrm>
            <a:off x="7872026" y="1355194"/>
            <a:ext cx="1473737" cy="923330"/>
          </a:xfrm>
          <a:prstGeom prst="rect">
            <a:avLst/>
          </a:prstGeom>
          <a:noFill/>
        </p:spPr>
        <p:txBody>
          <a:bodyPr wrap="none" rtlCol="0">
            <a:spAutoFit/>
          </a:bodyPr>
          <a:lstStyle/>
          <a:p>
            <a:pPr algn="r"/>
            <a:r>
              <a:rPr lang="en-US" dirty="0"/>
              <a:t>well-defined</a:t>
            </a:r>
            <a:br>
              <a:rPr lang="en-US" dirty="0"/>
            </a:br>
            <a:r>
              <a:rPr lang="en-US" dirty="0"/>
              <a:t>mathematical</a:t>
            </a:r>
            <a:br>
              <a:rPr lang="en-US" dirty="0"/>
            </a:br>
            <a:r>
              <a:rPr lang="en-US" dirty="0"/>
              <a:t>objects</a:t>
            </a:r>
          </a:p>
        </p:txBody>
      </p:sp>
      <p:sp>
        <p:nvSpPr>
          <p:cNvPr id="15" name="TextBox 14">
            <a:extLst>
              <a:ext uri="{FF2B5EF4-FFF2-40B4-BE49-F238E27FC236}">
                <a16:creationId xmlns:a16="http://schemas.microsoft.com/office/drawing/2014/main" id="{A16E1330-0771-A094-BD7A-AF12FB3C1BBB}"/>
              </a:ext>
            </a:extLst>
          </p:cNvPr>
          <p:cNvSpPr txBox="1"/>
          <p:nvPr/>
        </p:nvSpPr>
        <p:spPr>
          <a:xfrm>
            <a:off x="1815927" y="226388"/>
            <a:ext cx="2556149" cy="892552"/>
          </a:xfrm>
          <a:prstGeom prst="rect">
            <a:avLst/>
          </a:prstGeom>
          <a:noFill/>
        </p:spPr>
        <p:txBody>
          <a:bodyPr wrap="none" rtlCol="0">
            <a:spAutoFit/>
          </a:bodyPr>
          <a:lstStyle/>
          <a:p>
            <a:pPr algn="ctr"/>
            <a:r>
              <a:rPr lang="en-US" sz="3200" dirty="0"/>
              <a:t>Physical world</a:t>
            </a:r>
            <a:br>
              <a:rPr lang="en-US" sz="3200" dirty="0"/>
            </a:br>
            <a:r>
              <a:rPr lang="en-US" sz="2000" dirty="0"/>
              <a:t>(informal system)</a:t>
            </a:r>
            <a:endParaRPr lang="en-US" sz="3200" dirty="0"/>
          </a:p>
        </p:txBody>
      </p:sp>
      <p:sp>
        <p:nvSpPr>
          <p:cNvPr id="16" name="TextBox 15">
            <a:extLst>
              <a:ext uri="{FF2B5EF4-FFF2-40B4-BE49-F238E27FC236}">
                <a16:creationId xmlns:a16="http://schemas.microsoft.com/office/drawing/2014/main" id="{8B5D4900-4025-F18F-5148-FADC60795B4C}"/>
              </a:ext>
            </a:extLst>
          </p:cNvPr>
          <p:cNvSpPr txBox="1"/>
          <p:nvPr/>
        </p:nvSpPr>
        <p:spPr>
          <a:xfrm>
            <a:off x="5342839" y="225082"/>
            <a:ext cx="5061963" cy="892552"/>
          </a:xfrm>
          <a:prstGeom prst="rect">
            <a:avLst/>
          </a:prstGeom>
          <a:noFill/>
        </p:spPr>
        <p:txBody>
          <a:bodyPr wrap="none" rtlCol="0">
            <a:spAutoFit/>
          </a:bodyPr>
          <a:lstStyle/>
          <a:p>
            <a:pPr algn="ctr"/>
            <a:r>
              <a:rPr lang="en-US" sz="3200" dirty="0"/>
              <a:t>Mathematical representation</a:t>
            </a:r>
          </a:p>
          <a:p>
            <a:pPr algn="ctr"/>
            <a:r>
              <a:rPr lang="en-US" sz="2000" dirty="0"/>
              <a:t>(formal system)</a:t>
            </a:r>
          </a:p>
        </p:txBody>
      </p:sp>
      <p:sp>
        <p:nvSpPr>
          <p:cNvPr id="3" name="Footer Placeholder 2">
            <a:extLst>
              <a:ext uri="{FF2B5EF4-FFF2-40B4-BE49-F238E27FC236}">
                <a16:creationId xmlns:a16="http://schemas.microsoft.com/office/drawing/2014/main" id="{10812DC4-0BEA-181B-2A3E-98BD3E414AFB}"/>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99DD68E8-7735-65A9-3249-FC7C1048D418}"/>
              </a:ext>
            </a:extLst>
          </p:cNvPr>
          <p:cNvSpPr>
            <a:spLocks noGrp="1"/>
          </p:cNvSpPr>
          <p:nvPr>
            <p:ph type="sldNum" sz="quarter" idx="12"/>
          </p:nvPr>
        </p:nvSpPr>
        <p:spPr/>
        <p:txBody>
          <a:bodyPr/>
          <a:lstStyle/>
          <a:p>
            <a:fld id="{F47845EA-7733-40EE-B074-20032348B727}" type="slidenum">
              <a:rPr lang="en-US" smtClean="0"/>
              <a:t>47</a:t>
            </a:fld>
            <a:endParaRPr lang="en-US"/>
          </a:p>
        </p:txBody>
      </p:sp>
    </p:spTree>
    <p:extLst>
      <p:ext uri="{BB962C8B-B14F-4D97-AF65-F5344CB8AC3E}">
        <p14:creationId xmlns:p14="http://schemas.microsoft.com/office/powerpoint/2010/main" val="18017390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067CBB-732F-0788-5273-0D3208BC3A68}"/>
              </a:ext>
            </a:extLst>
          </p:cNvPr>
          <p:cNvSpPr>
            <a:spLocks noGrp="1"/>
          </p:cNvSpPr>
          <p:nvPr>
            <p:ph type="sldNum" sz="quarter" idx="12"/>
          </p:nvPr>
        </p:nvSpPr>
        <p:spPr/>
        <p:txBody>
          <a:bodyPr/>
          <a:lstStyle/>
          <a:p>
            <a:fld id="{F47845EA-7733-40EE-B074-20032348B727}" type="slidenum">
              <a:rPr lang="en-US" smtClean="0"/>
              <a:t>48</a:t>
            </a:fld>
            <a:endParaRPr lang="en-US"/>
          </a:p>
        </p:txBody>
      </p:sp>
      <p:sp>
        <p:nvSpPr>
          <p:cNvPr id="5" name="TextBox 4">
            <a:extLst>
              <a:ext uri="{FF2B5EF4-FFF2-40B4-BE49-F238E27FC236}">
                <a16:creationId xmlns:a16="http://schemas.microsoft.com/office/drawing/2014/main" id="{DDB00218-745E-F935-9593-168C5ABE52E6}"/>
              </a:ext>
            </a:extLst>
          </p:cNvPr>
          <p:cNvSpPr txBox="1"/>
          <p:nvPr/>
        </p:nvSpPr>
        <p:spPr>
          <a:xfrm>
            <a:off x="537327" y="291736"/>
            <a:ext cx="7974234" cy="707886"/>
          </a:xfrm>
          <a:prstGeom prst="rect">
            <a:avLst/>
          </a:prstGeom>
          <a:noFill/>
        </p:spPr>
        <p:txBody>
          <a:bodyPr wrap="none" rtlCol="0">
            <a:spAutoFit/>
          </a:bodyPr>
          <a:lstStyle/>
          <a:p>
            <a:r>
              <a:rPr lang="en-US" sz="4000" dirty="0"/>
              <a:t>Superposition is multi-decomposition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F13D59B-E75D-D05E-4B04-29BF706A9343}"/>
                  </a:ext>
                </a:extLst>
              </p:cNvPr>
              <p:cNvSpPr txBox="1"/>
              <p:nvPr/>
            </p:nvSpPr>
            <p:spPr>
              <a:xfrm>
                <a:off x="672428" y="1497099"/>
                <a:ext cx="10153742" cy="2077364"/>
              </a:xfrm>
              <a:prstGeom prst="rect">
                <a:avLst/>
              </a:prstGeom>
              <a:noFill/>
            </p:spPr>
            <p:txBody>
              <a:bodyPr wrap="none" rtlCol="0">
                <a:spAutoFit/>
              </a:bodyPr>
              <a:lstStyle/>
              <a:p>
                <a:r>
                  <a:rPr lang="en-US" sz="3200" dirty="0">
                    <a:solidFill>
                      <a:schemeClr val="accent6">
                        <a:lumMod val="75000"/>
                      </a:schemeClr>
                    </a:solidFill>
                  </a:rPr>
                  <a:t>Superposition: </a:t>
                </a:r>
                <a14:m>
                  <m:oMath xmlns:m="http://schemas.openxmlformats.org/officeDocument/2006/math">
                    <m:d>
                      <m:dPr>
                        <m:begChr m:val="|"/>
                        <m:endChr m:val="⟩"/>
                        <m:ctrlPr>
                          <a:rPr lang="en-US" sz="3200" i="1" dirty="0">
                            <a:solidFill>
                              <a:schemeClr val="accent6">
                                <a:lumMod val="75000"/>
                              </a:schemeClr>
                            </a:solidFill>
                            <a:latin typeface="Cambria Math" panose="02040503050406030204" pitchFamily="18" charset="0"/>
                          </a:rPr>
                        </m:ctrlPr>
                      </m:dPr>
                      <m:e>
                        <m:r>
                          <a:rPr lang="en-US" sz="3200" i="1" dirty="0">
                            <a:solidFill>
                              <a:schemeClr val="accent6">
                                <a:lumMod val="75000"/>
                              </a:schemeClr>
                            </a:solidFill>
                            <a:latin typeface="Cambria Math" panose="02040503050406030204" pitchFamily="18" charset="0"/>
                          </a:rPr>
                          <m:t>𝜙</m:t>
                        </m:r>
                      </m:e>
                    </m:d>
                    <m:r>
                      <a:rPr lang="en-US" sz="3200" i="1" dirty="0">
                        <a:solidFill>
                          <a:schemeClr val="accent6">
                            <a:lumMod val="75000"/>
                          </a:schemeClr>
                        </a:solidFill>
                        <a:latin typeface="Cambria Math" panose="02040503050406030204" pitchFamily="18" charset="0"/>
                      </a:rPr>
                      <m:t>=</m:t>
                    </m:r>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𝑐</m:t>
                        </m:r>
                      </m:e>
                      <m:sub>
                        <m:r>
                          <a:rPr lang="en-US" sz="3200" i="1" dirty="0">
                            <a:solidFill>
                              <a:schemeClr val="accent6">
                                <a:lumMod val="75000"/>
                              </a:schemeClr>
                            </a:solidFill>
                            <a:latin typeface="Cambria Math" panose="02040503050406030204" pitchFamily="18" charset="0"/>
                          </a:rPr>
                          <m:t>1</m:t>
                        </m:r>
                      </m:sub>
                    </m:sSub>
                    <m:d>
                      <m:dPr>
                        <m:begChr m:val="|"/>
                        <m:endChr m:val="⟩"/>
                        <m:ctrlPr>
                          <a:rPr lang="en-US" sz="3200" i="1" dirty="0">
                            <a:solidFill>
                              <a:schemeClr val="accent6">
                                <a:lumMod val="75000"/>
                              </a:schemeClr>
                            </a:solidFill>
                            <a:latin typeface="Cambria Math" panose="02040503050406030204" pitchFamily="18" charset="0"/>
                          </a:rPr>
                        </m:ctrlPr>
                      </m:dPr>
                      <m:e>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𝜓</m:t>
                            </m:r>
                          </m:e>
                          <m:sub>
                            <m:r>
                              <a:rPr lang="en-US" sz="3200" i="1" dirty="0">
                                <a:solidFill>
                                  <a:schemeClr val="accent6">
                                    <a:lumMod val="75000"/>
                                  </a:schemeClr>
                                </a:solidFill>
                                <a:latin typeface="Cambria Math" panose="02040503050406030204" pitchFamily="18" charset="0"/>
                              </a:rPr>
                              <m:t>1</m:t>
                            </m:r>
                          </m:sub>
                        </m:sSub>
                      </m:e>
                    </m:d>
                    <m:r>
                      <a:rPr lang="en-US" sz="3200" i="1" dirty="0">
                        <a:solidFill>
                          <a:schemeClr val="accent6">
                            <a:lumMod val="75000"/>
                          </a:schemeClr>
                        </a:solidFill>
                        <a:latin typeface="Cambria Math" panose="02040503050406030204" pitchFamily="18" charset="0"/>
                      </a:rPr>
                      <m:t>+</m:t>
                    </m:r>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𝑐</m:t>
                        </m:r>
                      </m:e>
                      <m:sub>
                        <m:r>
                          <a:rPr lang="en-US" sz="3200" i="1" dirty="0">
                            <a:solidFill>
                              <a:schemeClr val="accent6">
                                <a:lumMod val="75000"/>
                              </a:schemeClr>
                            </a:solidFill>
                            <a:latin typeface="Cambria Math" panose="02040503050406030204" pitchFamily="18" charset="0"/>
                          </a:rPr>
                          <m:t>2</m:t>
                        </m:r>
                      </m:sub>
                    </m:sSub>
                    <m:d>
                      <m:dPr>
                        <m:begChr m:val="|"/>
                        <m:endChr m:val="⟩"/>
                        <m:ctrlPr>
                          <a:rPr lang="en-US" sz="3200" i="1" dirty="0">
                            <a:solidFill>
                              <a:schemeClr val="accent6">
                                <a:lumMod val="75000"/>
                              </a:schemeClr>
                            </a:solidFill>
                            <a:latin typeface="Cambria Math" panose="02040503050406030204" pitchFamily="18" charset="0"/>
                          </a:rPr>
                        </m:ctrlPr>
                      </m:dPr>
                      <m:e>
                        <m:sSub>
                          <m:sSubPr>
                            <m:ctrlPr>
                              <a:rPr lang="en-US" sz="3200" i="1" dirty="0">
                                <a:solidFill>
                                  <a:schemeClr val="accent6">
                                    <a:lumMod val="75000"/>
                                  </a:schemeClr>
                                </a:solidFill>
                                <a:latin typeface="Cambria Math" panose="02040503050406030204" pitchFamily="18" charset="0"/>
                              </a:rPr>
                            </m:ctrlPr>
                          </m:sSubPr>
                          <m:e>
                            <m:r>
                              <a:rPr lang="en-US" sz="3200" i="1" dirty="0">
                                <a:solidFill>
                                  <a:schemeClr val="accent6">
                                    <a:lumMod val="75000"/>
                                  </a:schemeClr>
                                </a:solidFill>
                                <a:latin typeface="Cambria Math" panose="02040503050406030204" pitchFamily="18" charset="0"/>
                              </a:rPr>
                              <m:t>𝜓</m:t>
                            </m:r>
                          </m:e>
                          <m:sub>
                            <m:r>
                              <a:rPr lang="en-US" sz="3200" i="1" dirty="0">
                                <a:solidFill>
                                  <a:schemeClr val="accent6">
                                    <a:lumMod val="75000"/>
                                  </a:schemeClr>
                                </a:solidFill>
                                <a:latin typeface="Cambria Math" panose="02040503050406030204" pitchFamily="18" charset="0"/>
                              </a:rPr>
                              <m:t>2</m:t>
                            </m:r>
                          </m:sub>
                        </m:sSub>
                      </m:e>
                    </m:d>
                  </m:oMath>
                </a14:m>
                <a:r>
                  <a:rPr lang="en-US" sz="3200" dirty="0">
                    <a:solidFill>
                      <a:schemeClr val="accent6">
                        <a:lumMod val="75000"/>
                      </a:schemeClr>
                    </a:solidFill>
                  </a:rPr>
                  <a:t> </a:t>
                </a:r>
              </a:p>
              <a:p>
                <a:pPr/>
                <a14:m>
                  <m:oMathPara xmlns:m="http://schemas.openxmlformats.org/officeDocument/2006/math">
                    <m:oMath>
                      <m:r>
                        <a:rPr lang="en-US" sz="6000" b="0" i="1" dirty="0" smtClean="0">
                          <a:solidFill>
                            <a:schemeClr val="accent6">
                              <a:lumMod val="75000"/>
                            </a:schemeClr>
                          </a:solidFill>
                          <a:latin typeface="Cambria Math" panose="02040503050406030204" pitchFamily="18" charset="0"/>
                          <a:ea typeface="Cambria Math" panose="02040503050406030204" pitchFamily="18" charset="0"/>
                        </a:rPr>
                        <m:t>⇕</m:t>
                      </m:r>
                    </m:oMath>
                  </m:oMathPara>
                </a14:m>
                <a:br>
                  <a:rPr lang="en-US" sz="3200" dirty="0">
                    <a:solidFill>
                      <a:schemeClr val="accent6">
                        <a:lumMod val="75000"/>
                      </a:schemeClr>
                    </a:solidFill>
                  </a:rPr>
                </a:br>
                <a:r>
                  <a:rPr lang="en-US" sz="3200" dirty="0">
                    <a:solidFill>
                      <a:schemeClr val="accent6">
                        <a:lumMod val="75000"/>
                      </a:schemeClr>
                    </a:solidFill>
                  </a:rPr>
                  <a:t>Multi-decomposition: </a:t>
                </a:r>
                <a14:m>
                  <m:oMath xmlns:m="http://schemas.openxmlformats.org/officeDocument/2006/math">
                    <m:r>
                      <a:rPr lang="en-US" sz="3200" i="1">
                        <a:solidFill>
                          <a:schemeClr val="accent6">
                            <a:lumMod val="75000"/>
                          </a:schemeClr>
                        </a:solidFill>
                        <a:latin typeface="Cambria Math" panose="02040503050406030204" pitchFamily="18" charset="0"/>
                      </a:rPr>
                      <m:t>𝜌</m:t>
                    </m:r>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𝜙</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r>
                          <a:rPr lang="en-US" sz="3200" i="1">
                            <a:solidFill>
                              <a:schemeClr val="accent6">
                                <a:lumMod val="75000"/>
                              </a:schemeClr>
                            </a:solidFill>
                            <a:latin typeface="Cambria Math" panose="02040503050406030204" pitchFamily="18" charset="0"/>
                          </a:rPr>
                          <m:t>𝜙</m:t>
                        </m:r>
                      </m:sub>
                    </m:sSub>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acc>
                          <m:accPr>
                            <m:chr m:val="̂"/>
                            <m:ctrlPr>
                              <a:rPr lang="en-US" sz="3200" i="1">
                                <a:solidFill>
                                  <a:schemeClr val="accent6">
                                    <a:lumMod val="75000"/>
                                  </a:schemeClr>
                                </a:solidFill>
                                <a:latin typeface="Cambria Math" panose="02040503050406030204" pitchFamily="18" charset="0"/>
                              </a:rPr>
                            </m:ctrlPr>
                          </m:accPr>
                          <m:e>
                            <m:r>
                              <a:rPr lang="en-US" sz="3200" i="1">
                                <a:solidFill>
                                  <a:schemeClr val="accent6">
                                    <a:lumMod val="75000"/>
                                  </a:schemeClr>
                                </a:solidFill>
                                <a:latin typeface="Cambria Math" panose="02040503050406030204" pitchFamily="18" charset="0"/>
                              </a:rPr>
                              <m:t>𝜙</m:t>
                            </m:r>
                          </m:e>
                        </m:acc>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acc>
                          <m:accPr>
                            <m:chr m:val="̂"/>
                            <m:ctrlPr>
                              <a:rPr lang="en-US" sz="3200" i="1">
                                <a:solidFill>
                                  <a:schemeClr val="accent6">
                                    <a:lumMod val="75000"/>
                                  </a:schemeClr>
                                </a:solidFill>
                                <a:latin typeface="Cambria Math" panose="02040503050406030204" pitchFamily="18" charset="0"/>
                              </a:rPr>
                            </m:ctrlPr>
                          </m:accPr>
                          <m:e>
                            <m:r>
                              <a:rPr lang="en-US" sz="3200" i="1">
                                <a:solidFill>
                                  <a:schemeClr val="accent6">
                                    <a:lumMod val="75000"/>
                                  </a:schemeClr>
                                </a:solidFill>
                                <a:latin typeface="Cambria Math" panose="02040503050406030204" pitchFamily="18" charset="0"/>
                              </a:rPr>
                              <m:t>𝜙</m:t>
                            </m:r>
                          </m:e>
                        </m:acc>
                      </m:sub>
                    </m:sSub>
                    <m:r>
                      <a:rPr lang="en-US" sz="3200" b="0" i="1" smtClean="0">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1</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sSub>
                          <m:sSubPr>
                            <m:ctrlPr>
                              <a:rPr lang="en-US" sz="3200" b="0" i="1" smtClean="0">
                                <a:solidFill>
                                  <a:schemeClr val="accent6">
                                    <a:lumMod val="75000"/>
                                  </a:schemeClr>
                                </a:solidFill>
                                <a:latin typeface="Cambria Math" panose="02040503050406030204" pitchFamily="18" charset="0"/>
                              </a:rPr>
                            </m:ctrlPr>
                          </m:sSubPr>
                          <m:e>
                            <m:r>
                              <a:rPr lang="en-US" sz="3200" b="0" i="1" smtClean="0">
                                <a:solidFill>
                                  <a:schemeClr val="accent6">
                                    <a:lumMod val="75000"/>
                                  </a:schemeClr>
                                </a:solidFill>
                                <a:latin typeface="Cambria Math" panose="02040503050406030204" pitchFamily="18" charset="0"/>
                              </a:rPr>
                              <m:t>𝜓</m:t>
                            </m:r>
                          </m:e>
                          <m:sub>
                            <m:r>
                              <a:rPr lang="en-US" sz="3200" i="1">
                                <a:solidFill>
                                  <a:schemeClr val="accent6">
                                    <a:lumMod val="75000"/>
                                  </a:schemeClr>
                                </a:solidFill>
                                <a:latin typeface="Cambria Math" panose="02040503050406030204" pitchFamily="18" charset="0"/>
                              </a:rPr>
                              <m:t>1</m:t>
                            </m:r>
                          </m:sub>
                        </m:sSub>
                      </m:sub>
                    </m:sSub>
                    <m:r>
                      <a:rPr lang="en-US" sz="3200" i="1">
                        <a:solidFill>
                          <a:schemeClr val="accent6">
                            <a:lumMod val="75000"/>
                          </a:schemeClr>
                        </a:solidFill>
                        <a:latin typeface="Cambria Math" panose="02040503050406030204" pitchFamily="18" charset="0"/>
                      </a:rPr>
                      <m:t>+</m:t>
                    </m:r>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𝑝</m:t>
                        </m:r>
                      </m:e>
                      <m:sub>
                        <m:r>
                          <a:rPr lang="en-US" sz="3200" i="1">
                            <a:solidFill>
                              <a:schemeClr val="accent6">
                                <a:lumMod val="75000"/>
                              </a:schemeClr>
                            </a:solidFill>
                            <a:latin typeface="Cambria Math" panose="02040503050406030204" pitchFamily="18" charset="0"/>
                          </a:rPr>
                          <m:t>2</m:t>
                        </m:r>
                      </m:sub>
                    </m:sSub>
                    <m:sSub>
                      <m:sSubPr>
                        <m:ctrlPr>
                          <a:rPr lang="en-US" sz="3200" i="1">
                            <a:solidFill>
                              <a:schemeClr val="accent6">
                                <a:lumMod val="75000"/>
                              </a:schemeClr>
                            </a:solidFill>
                            <a:latin typeface="Cambria Math" panose="02040503050406030204" pitchFamily="18" charset="0"/>
                          </a:rPr>
                        </m:ctrlPr>
                      </m:sSubPr>
                      <m:e>
                        <m:r>
                          <a:rPr lang="en-US" sz="3200" i="1">
                            <a:solidFill>
                              <a:schemeClr val="accent6">
                                <a:lumMod val="75000"/>
                              </a:schemeClr>
                            </a:solidFill>
                            <a:latin typeface="Cambria Math" panose="02040503050406030204" pitchFamily="18" charset="0"/>
                          </a:rPr>
                          <m:t>𝜌</m:t>
                        </m:r>
                      </m:e>
                      <m:sub>
                        <m:sSub>
                          <m:sSubPr>
                            <m:ctrlPr>
                              <a:rPr lang="en-US" sz="3200" b="0" i="1" smtClean="0">
                                <a:solidFill>
                                  <a:schemeClr val="accent6">
                                    <a:lumMod val="75000"/>
                                  </a:schemeClr>
                                </a:solidFill>
                                <a:latin typeface="Cambria Math" panose="02040503050406030204" pitchFamily="18" charset="0"/>
                              </a:rPr>
                            </m:ctrlPr>
                          </m:sSubPr>
                          <m:e>
                            <m:r>
                              <a:rPr lang="en-US" sz="3200" b="0" i="1" smtClean="0">
                                <a:solidFill>
                                  <a:schemeClr val="accent6">
                                    <a:lumMod val="75000"/>
                                  </a:schemeClr>
                                </a:solidFill>
                                <a:latin typeface="Cambria Math" panose="02040503050406030204" pitchFamily="18" charset="0"/>
                              </a:rPr>
                              <m:t>𝜓</m:t>
                            </m:r>
                          </m:e>
                          <m:sub>
                            <m:r>
                              <a:rPr lang="en-US" sz="3200" i="1">
                                <a:solidFill>
                                  <a:schemeClr val="accent6">
                                    <a:lumMod val="75000"/>
                                  </a:schemeClr>
                                </a:solidFill>
                                <a:latin typeface="Cambria Math" panose="02040503050406030204" pitchFamily="18" charset="0"/>
                              </a:rPr>
                              <m:t>2</m:t>
                            </m:r>
                          </m:sub>
                        </m:sSub>
                      </m:sub>
                    </m:sSub>
                  </m:oMath>
                </a14:m>
                <a:endParaRPr lang="en-US" sz="3200" dirty="0">
                  <a:solidFill>
                    <a:schemeClr val="accent6">
                      <a:lumMod val="75000"/>
                    </a:schemeClr>
                  </a:solidFill>
                </a:endParaRPr>
              </a:p>
            </p:txBody>
          </p:sp>
        </mc:Choice>
        <mc:Fallback xmlns="">
          <p:sp>
            <p:nvSpPr>
              <p:cNvPr id="3" name="TextBox 2">
                <a:extLst>
                  <a:ext uri="{FF2B5EF4-FFF2-40B4-BE49-F238E27FC236}">
                    <a16:creationId xmlns:a16="http://schemas.microsoft.com/office/drawing/2014/main" id="{1F13D59B-E75D-D05E-4B04-29BF706A9343}"/>
                  </a:ext>
                </a:extLst>
              </p:cNvPr>
              <p:cNvSpPr txBox="1">
                <a:spLocks noRot="1" noChangeAspect="1" noMove="1" noResize="1" noEditPoints="1" noAdjustHandles="1" noChangeArrowheads="1" noChangeShapeType="1" noTextEdit="1"/>
              </p:cNvSpPr>
              <p:nvPr/>
            </p:nvSpPr>
            <p:spPr>
              <a:xfrm>
                <a:off x="672428" y="1497099"/>
                <a:ext cx="10153742" cy="2077364"/>
              </a:xfrm>
              <a:prstGeom prst="rect">
                <a:avLst/>
              </a:prstGeom>
              <a:blipFill>
                <a:blip r:embed="rId3"/>
                <a:stretch>
                  <a:fillRect l="-1501" t="-3529" b="-558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D5666DB-AADA-71F0-614C-1A351A228DEA}"/>
              </a:ext>
            </a:extLst>
          </p:cNvPr>
          <p:cNvSpPr txBox="1"/>
          <p:nvPr/>
        </p:nvSpPr>
        <p:spPr>
          <a:xfrm>
            <a:off x="4289432" y="1137976"/>
            <a:ext cx="7356758" cy="369332"/>
          </a:xfrm>
          <a:prstGeom prst="rect">
            <a:avLst/>
          </a:prstGeom>
          <a:noFill/>
        </p:spPr>
        <p:txBody>
          <a:bodyPr wrap="none" rtlCol="0">
            <a:spAutoFit/>
          </a:bodyPr>
          <a:lstStyle/>
          <a:p>
            <a:r>
              <a:rPr lang="en-US" dirty="0"/>
              <a:t>Property of the </a:t>
            </a:r>
            <a:r>
              <a:rPr lang="en-US" b="1" dirty="0"/>
              <a:t>vector space representation</a:t>
            </a:r>
            <a:r>
              <a:rPr lang="en-US" dirty="0"/>
              <a:t> of states in quantum mechanics</a:t>
            </a:r>
            <a:endParaRPr lang="en-US" b="1" dirty="0"/>
          </a:p>
        </p:txBody>
      </p:sp>
      <p:sp>
        <p:nvSpPr>
          <p:cNvPr id="12" name="TextBox 11">
            <a:extLst>
              <a:ext uri="{FF2B5EF4-FFF2-40B4-BE49-F238E27FC236}">
                <a16:creationId xmlns:a16="http://schemas.microsoft.com/office/drawing/2014/main" id="{B7091469-56A6-2526-7432-AD6A668D471D}"/>
              </a:ext>
            </a:extLst>
          </p:cNvPr>
          <p:cNvSpPr txBox="1"/>
          <p:nvPr/>
        </p:nvSpPr>
        <p:spPr>
          <a:xfrm>
            <a:off x="4687819" y="3616351"/>
            <a:ext cx="4445448" cy="369332"/>
          </a:xfrm>
          <a:prstGeom prst="rect">
            <a:avLst/>
          </a:prstGeom>
          <a:noFill/>
        </p:spPr>
        <p:txBody>
          <a:bodyPr wrap="none" rtlCol="0">
            <a:spAutoFit/>
          </a:bodyPr>
          <a:lstStyle/>
          <a:p>
            <a:r>
              <a:rPr lang="en-US" dirty="0"/>
              <a:t>Property of </a:t>
            </a:r>
            <a:r>
              <a:rPr lang="en-US" b="1" dirty="0"/>
              <a:t>distinguishability of preparations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EE5268-8814-859E-7EA5-BA910C1909EE}"/>
                  </a:ext>
                </a:extLst>
              </p:cNvPr>
              <p:cNvSpPr txBox="1"/>
              <p:nvPr/>
            </p:nvSpPr>
            <p:spPr>
              <a:xfrm>
                <a:off x="4796564" y="4419128"/>
                <a:ext cx="4436407" cy="1323439"/>
              </a:xfrm>
              <a:prstGeom prst="rect">
                <a:avLst/>
              </a:prstGeom>
              <a:noFill/>
            </p:spPr>
            <p:txBody>
              <a:bodyPr wrap="none" rtlCol="0">
                <a:spAutoFit/>
              </a:bodyPr>
              <a:lstStyle/>
              <a:p>
                <a:r>
                  <a:rPr lang="en-US" sz="2000" dirty="0"/>
                  <a:t>Indistinguishability of different mixtures</a:t>
                </a:r>
              </a:p>
              <a:p>
                <a:pPr/>
                <a14:m>
                  <m:oMathPara xmlns:m="http://schemas.openxmlformats.org/officeDocument/2006/math">
                    <m:oMath>
                      <m:r>
                        <a:rPr kumimoji="0" lang="en-US" sz="4000" b="0" i="1" u="none" strike="noStrike" kern="1200" cap="none" spc="0" normalizeH="0" baseline="0" noProof="0" dirty="0" smtClean="0">
                          <a:ln>
                            <a:noFill/>
                          </a:ln>
                          <a:solidFill>
                            <a:schemeClr val="tx1"/>
                          </a:solidFill>
                          <a:effectLst/>
                          <a:uLnTx/>
                          <a:uFillTx/>
                          <a:latin typeface="Cambria Math" panose="02040503050406030204" pitchFamily="18" charset="0"/>
                          <a:ea typeface="Cambria Math" panose="02040503050406030204" pitchFamily="18" charset="0"/>
                          <a:cs typeface="+mn-cs"/>
                        </a:rPr>
                        <m:t>⇕</m:t>
                      </m:r>
                    </m:oMath>
                  </m:oMathPara>
                </a14:m>
                <a:endParaRPr lang="en-US" sz="2000" dirty="0"/>
              </a:p>
              <a:p>
                <a:r>
                  <a:rPr lang="en-US" sz="2000" dirty="0"/>
                  <a:t>No physical process can depend on them</a:t>
                </a:r>
              </a:p>
            </p:txBody>
          </p:sp>
        </mc:Choice>
        <mc:Fallback xmlns="">
          <p:sp>
            <p:nvSpPr>
              <p:cNvPr id="13" name="TextBox 12">
                <a:extLst>
                  <a:ext uri="{FF2B5EF4-FFF2-40B4-BE49-F238E27FC236}">
                    <a16:creationId xmlns:a16="http://schemas.microsoft.com/office/drawing/2014/main" id="{5DEE5268-8814-859E-7EA5-BA910C1909EE}"/>
                  </a:ext>
                </a:extLst>
              </p:cNvPr>
              <p:cNvSpPr txBox="1">
                <a:spLocks noRot="1" noChangeAspect="1" noMove="1" noResize="1" noEditPoints="1" noAdjustHandles="1" noChangeArrowheads="1" noChangeShapeType="1" noTextEdit="1"/>
              </p:cNvSpPr>
              <p:nvPr/>
            </p:nvSpPr>
            <p:spPr>
              <a:xfrm>
                <a:off x="4796564" y="4419128"/>
                <a:ext cx="4436407" cy="1323439"/>
              </a:xfrm>
              <a:prstGeom prst="rect">
                <a:avLst/>
              </a:prstGeom>
              <a:blipFill>
                <a:blip r:embed="rId4"/>
                <a:stretch>
                  <a:fillRect l="-1511" t="-2765" r="-549" b="-7373"/>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B0BFA8A3-05C4-6452-C981-2606F0B0245B}"/>
              </a:ext>
            </a:extLst>
          </p:cNvPr>
          <p:cNvCxnSpPr>
            <a:cxnSpLocks/>
          </p:cNvCxnSpPr>
          <p:nvPr/>
        </p:nvCxnSpPr>
        <p:spPr>
          <a:xfrm flipH="1">
            <a:off x="8628633" y="2338615"/>
            <a:ext cx="760464" cy="621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B80DAF1-595C-4AD6-FFEF-B59D1FE4C9BF}"/>
              </a:ext>
            </a:extLst>
          </p:cNvPr>
          <p:cNvSpPr txBox="1"/>
          <p:nvPr/>
        </p:nvSpPr>
        <p:spPr>
          <a:xfrm>
            <a:off x="8471575" y="1665438"/>
            <a:ext cx="3346557" cy="646331"/>
          </a:xfrm>
          <a:prstGeom prst="rect">
            <a:avLst/>
          </a:prstGeom>
          <a:noFill/>
        </p:spPr>
        <p:txBody>
          <a:bodyPr wrap="none" rtlCol="0">
            <a:spAutoFit/>
          </a:bodyPr>
          <a:lstStyle/>
          <a:p>
            <a:r>
              <a:rPr lang="en-US" dirty="0"/>
              <a:t>Impossible in classical probability</a:t>
            </a:r>
            <a:br>
              <a:rPr lang="en-US" dirty="0"/>
            </a:br>
            <a:r>
              <a:rPr lang="en-US" dirty="0"/>
              <a:t>(i.e. Choquet simplex)</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4D01DE4-2B40-8322-BEE2-0F31A6765498}"/>
                  </a:ext>
                </a:extLst>
              </p:cNvPr>
              <p:cNvSpPr txBox="1"/>
              <p:nvPr/>
            </p:nvSpPr>
            <p:spPr>
              <a:xfrm>
                <a:off x="245096" y="3757409"/>
                <a:ext cx="4356187" cy="1323439"/>
              </a:xfrm>
              <a:prstGeom prst="rect">
                <a:avLst/>
              </a:prstGeom>
              <a:noFill/>
            </p:spPr>
            <p:txBody>
              <a:bodyPr wrap="square" rtlCol="0">
                <a:spAutoFit/>
              </a:bodyPr>
              <a:lstStyle/>
              <a:p>
                <a:pPr algn="ctr"/>
                <a:r>
                  <a:rPr lang="en-US" sz="2000" dirty="0"/>
                  <a:t>Linear transformations</a:t>
                </a:r>
              </a:p>
              <a:p>
                <a:pPr algn="ctr"/>
                <a14:m>
                  <m:oMathPara xmlns:m="http://schemas.openxmlformats.org/officeDocument/2006/math">
                    <m:oMath>
                      <m:r>
                        <a:rPr kumimoji="0" lang="en-US" sz="4000" b="0" i="1" u="none" strike="noStrike" kern="1200" cap="none" spc="0" normalizeH="0" baseline="0" noProof="0" dirty="0" smtClean="0">
                          <a:ln>
                            <a:noFill/>
                          </a:ln>
                          <a:solidFill>
                            <a:schemeClr val="tx1"/>
                          </a:solidFill>
                          <a:effectLst/>
                          <a:uLnTx/>
                          <a:uFillTx/>
                          <a:latin typeface="Cambria Math" panose="02040503050406030204" pitchFamily="18" charset="0"/>
                          <a:ea typeface="Cambria Math" panose="02040503050406030204" pitchFamily="18" charset="0"/>
                          <a:cs typeface="+mn-cs"/>
                        </a:rPr>
                        <m:t>⇕</m:t>
                      </m:r>
                    </m:oMath>
                  </m:oMathPara>
                </a14:m>
                <a:endParaRPr lang="en-US" sz="2000" dirty="0"/>
              </a:p>
              <a:p>
                <a:pPr algn="ctr"/>
                <a:r>
                  <a:rPr lang="en-US" sz="2000" dirty="0"/>
                  <a:t>Output of mixtures = mixture of outputs</a:t>
                </a:r>
              </a:p>
            </p:txBody>
          </p:sp>
        </mc:Choice>
        <mc:Fallback xmlns="">
          <p:sp>
            <p:nvSpPr>
              <p:cNvPr id="19" name="TextBox 18">
                <a:extLst>
                  <a:ext uri="{FF2B5EF4-FFF2-40B4-BE49-F238E27FC236}">
                    <a16:creationId xmlns:a16="http://schemas.microsoft.com/office/drawing/2014/main" id="{24D01DE4-2B40-8322-BEE2-0F31A6765498}"/>
                  </a:ext>
                </a:extLst>
              </p:cNvPr>
              <p:cNvSpPr txBox="1">
                <a:spLocks noRot="1" noChangeAspect="1" noMove="1" noResize="1" noEditPoints="1" noAdjustHandles="1" noChangeArrowheads="1" noChangeShapeType="1" noTextEdit="1"/>
              </p:cNvSpPr>
              <p:nvPr/>
            </p:nvSpPr>
            <p:spPr>
              <a:xfrm>
                <a:off x="245096" y="3757409"/>
                <a:ext cx="4356187" cy="1323439"/>
              </a:xfrm>
              <a:prstGeom prst="rect">
                <a:avLst/>
              </a:prstGeom>
              <a:blipFill>
                <a:blip r:embed="rId5"/>
                <a:stretch>
                  <a:fillRect l="-1119" t="-2304" r="-1119" b="-737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23ADE61-597E-B3F8-444B-85ABAE271D98}"/>
              </a:ext>
            </a:extLst>
          </p:cNvPr>
          <p:cNvSpPr>
            <a:spLocks noGrp="1"/>
          </p:cNvSpPr>
          <p:nvPr>
            <p:ph type="ftr" sz="quarter" idx="11"/>
          </p:nvPr>
        </p:nvSpPr>
        <p:spPr/>
        <p:txBody>
          <a:bodyPr/>
          <a:lstStyle/>
          <a:p>
            <a:r>
              <a:rPr lang="en-US"/>
              <a:t>Christine Aidala - University of Michigan</a:t>
            </a:r>
            <a:endParaRPr lang="en-US" dirty="0"/>
          </a:p>
        </p:txBody>
      </p:sp>
      <p:sp>
        <p:nvSpPr>
          <p:cNvPr id="7" name="TextBox 6">
            <a:extLst>
              <a:ext uri="{FF2B5EF4-FFF2-40B4-BE49-F238E27FC236}">
                <a16:creationId xmlns:a16="http://schemas.microsoft.com/office/drawing/2014/main" id="{D793200B-6B9C-EEDA-990F-1DD65F4824DC}"/>
              </a:ext>
            </a:extLst>
          </p:cNvPr>
          <p:cNvSpPr txBox="1"/>
          <p:nvPr/>
        </p:nvSpPr>
        <p:spPr>
          <a:xfrm>
            <a:off x="3208340" y="6176012"/>
            <a:ext cx="6096000" cy="276999"/>
          </a:xfrm>
          <a:prstGeom prst="rect">
            <a:avLst/>
          </a:prstGeom>
          <a:noFill/>
        </p:spPr>
        <p:txBody>
          <a:bodyPr wrap="square">
            <a:spAutoFit/>
          </a:bodyPr>
          <a:lstStyle/>
          <a:p>
            <a:r>
              <a:rPr lang="en-US" sz="1200" dirty="0">
                <a:hlinkClick r:id="rId6"/>
              </a:rPr>
              <a:t>https://assumptionsofphysics.org/autogen/briefs/002-SuperpositionAndMultipleMixtures.pdf</a:t>
            </a:r>
            <a:r>
              <a:rPr lang="en-US" sz="1200" dirty="0"/>
              <a:t> </a:t>
            </a:r>
          </a:p>
        </p:txBody>
      </p:sp>
    </p:spTree>
    <p:extLst>
      <p:ext uri="{BB962C8B-B14F-4D97-AF65-F5344CB8AC3E}">
        <p14:creationId xmlns:p14="http://schemas.microsoft.com/office/powerpoint/2010/main" val="4039843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FE027-AB2E-7782-6912-FBC79BBEDC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E642C2-D4D5-E4B7-232A-1E72F9112376}"/>
              </a:ext>
            </a:extLst>
          </p:cNvPr>
          <p:cNvSpPr>
            <a:spLocks noGrp="1"/>
          </p:cNvSpPr>
          <p:nvPr>
            <p:ph type="sldNum" sz="quarter" idx="12"/>
          </p:nvPr>
        </p:nvSpPr>
        <p:spPr/>
        <p:txBody>
          <a:bodyPr/>
          <a:lstStyle/>
          <a:p>
            <a:fld id="{F47845EA-7733-40EE-B074-20032348B727}" type="slidenum">
              <a:rPr lang="en-US" smtClean="0"/>
              <a:t>49</a:t>
            </a:fld>
            <a:endParaRPr lang="en-US"/>
          </a:p>
        </p:txBody>
      </p:sp>
      <p:sp>
        <p:nvSpPr>
          <p:cNvPr id="6" name="TextBox 5">
            <a:extLst>
              <a:ext uri="{FF2B5EF4-FFF2-40B4-BE49-F238E27FC236}">
                <a16:creationId xmlns:a16="http://schemas.microsoft.com/office/drawing/2014/main" id="{836B7899-19EF-AAD2-33C8-50376930CA4F}"/>
              </a:ext>
            </a:extLst>
          </p:cNvPr>
          <p:cNvSpPr txBox="1"/>
          <p:nvPr/>
        </p:nvSpPr>
        <p:spPr>
          <a:xfrm>
            <a:off x="654205" y="1111313"/>
            <a:ext cx="8666668" cy="523220"/>
          </a:xfrm>
          <a:prstGeom prst="rect">
            <a:avLst/>
          </a:prstGeom>
          <a:noFill/>
        </p:spPr>
        <p:txBody>
          <a:bodyPr wrap="none" rtlCol="0">
            <a:spAutoFit/>
          </a:bodyPr>
          <a:lstStyle/>
          <a:p>
            <a:r>
              <a:rPr lang="en-US" sz="2800" dirty="0"/>
              <a:t>This map introduces a total phase based on all coefficients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3B59D30-46B0-7B6A-BFDB-CD23CCB41BD3}"/>
                  </a:ext>
                </a:extLst>
              </p:cNvPr>
              <p:cNvSpPr txBox="1"/>
              <p:nvPr/>
            </p:nvSpPr>
            <p:spPr>
              <a:xfrm>
                <a:off x="725996" y="1991173"/>
                <a:ext cx="8369599" cy="867032"/>
              </a:xfrm>
              <a:prstGeom prst="rect">
                <a:avLst/>
              </a:prstGeom>
              <a:noFill/>
            </p:spPr>
            <p:txBody>
              <a:bodyPr wrap="none" rtlCol="0">
                <a:spAutoFit/>
              </a:bodyPr>
              <a:lstStyle/>
              <a:p>
                <a:pPr/>
                <a14:m>
                  <m:oMathPara xmlns:m="http://schemas.openxmlformats.org/officeDocument/2006/math">
                    <m:oMath>
                      <m:r>
                        <a:rPr lang="en-US" sz="2800" b="0" i="1" smtClean="0">
                          <a:latin typeface="Cambria Math" panose="02040503050406030204" pitchFamily="18" charset="0"/>
                        </a:rPr>
                        <m:t>𝑚</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𝑐</m:t>
                              </m:r>
                            </m:e>
                            <m:sub>
                              <m:r>
                                <a:rPr lang="en-US" sz="2800" b="0" i="1" smtClean="0">
                                  <a:latin typeface="Cambria Math" panose="02040503050406030204" pitchFamily="18" charset="0"/>
                                </a:rPr>
                                <m:t>+</m:t>
                              </m:r>
                            </m:sub>
                          </m:sSub>
                          <m:d>
                            <m:dPr>
                              <m:begChr m:val="|"/>
                              <m:endChr m:val="⟩"/>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𝑧</m:t>
                                  </m:r>
                                </m:e>
                                <m:sup>
                                  <m:r>
                                    <a:rPr lang="en-US" sz="2800" b="0" i="1" smtClean="0">
                                      <a:latin typeface="Cambria Math" panose="02040503050406030204" pitchFamily="18" charset="0"/>
                                    </a:rPr>
                                    <m:t>+</m:t>
                                  </m:r>
                                </m:sup>
                              </m:sSup>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b="0" i="1" smtClean="0">
                                  <a:latin typeface="Cambria Math" panose="02040503050406030204" pitchFamily="18" charset="0"/>
                                </a:rPr>
                                <m:t>−</m:t>
                              </m:r>
                            </m:sub>
                          </m:sSub>
                          <m:d>
                            <m:dPr>
                              <m:begChr m:val="|"/>
                              <m:endChr m:val="⟩"/>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b="0" i="1" smtClean="0">
                                      <a:latin typeface="Cambria Math" panose="02040503050406030204" pitchFamily="18" charset="0"/>
                                    </a:rPr>
                                    <m:t>−</m:t>
                                  </m:r>
                                </m:sup>
                              </m:sSup>
                            </m:e>
                          </m:d>
                        </m:e>
                      </m:d>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i="1">
                              <a:latin typeface="Cambria Math" panose="02040503050406030204" pitchFamily="18" charset="0"/>
                            </a:rPr>
                            <m:t>𝚤</m:t>
                          </m:r>
                          <m:r>
                            <a:rPr lang="en-US" sz="2800" i="1">
                              <a:latin typeface="Cambria Math" panose="02040503050406030204" pitchFamily="18" charset="0"/>
                            </a:rPr>
                            <m:t>𝜃</m:t>
                          </m:r>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d>
                                    <m:dPr>
                                      <m:begChr m:val="|"/>
                                      <m:endChr m:val="|"/>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𝑐</m:t>
                                          </m:r>
                                        </m:e>
                                        <m:sub>
                                          <m:r>
                                            <a:rPr lang="en-US" sz="2800" b="0" i="1" smtClean="0">
                                              <a:latin typeface="Cambria Math" panose="02040503050406030204" pitchFamily="18" charset="0"/>
                                            </a:rPr>
                                            <m:t>+</m:t>
                                          </m:r>
                                        </m:sub>
                                      </m:sSub>
                                    </m:e>
                                  </m:d>
                                </m:e>
                                <m:sup>
                                  <m:r>
                                    <a:rPr lang="en-US" sz="2800" b="0" i="1" smtClean="0">
                                      <a:latin typeface="Cambria Math" panose="02040503050406030204" pitchFamily="18" charset="0"/>
                                    </a:rPr>
                                    <m:t>2</m:t>
                                  </m:r>
                                </m:sup>
                              </m:sSup>
                            </m:num>
                            <m:den>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m:t>
                                          </m:r>
                                        </m:sub>
                                      </m:sSub>
                                    </m:e>
                                  </m:d>
                                </m:e>
                                <m:sup>
                                  <m:r>
                                    <a:rPr lang="en-US" sz="2800" i="1">
                                      <a:latin typeface="Cambria Math" panose="02040503050406030204" pitchFamily="18" charset="0"/>
                                    </a:rPr>
                                    <m:t>2</m:t>
                                  </m:r>
                                </m:sup>
                              </m:sSup>
                              <m:r>
                                <a:rPr lang="en-US" sz="2800" b="0" i="1" smtClean="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b="0" i="1" smtClean="0">
                                              <a:latin typeface="Cambria Math" panose="02040503050406030204" pitchFamily="18" charset="0"/>
                                            </a:rPr>
                                            <m:t>−</m:t>
                                          </m:r>
                                        </m:sub>
                                      </m:sSub>
                                    </m:e>
                                  </m:d>
                                </m:e>
                                <m:sup>
                                  <m:r>
                                    <a:rPr lang="en-US" sz="2800" i="1">
                                      <a:latin typeface="Cambria Math" panose="02040503050406030204" pitchFamily="18" charset="0"/>
                                    </a:rPr>
                                    <m:t>2</m:t>
                                  </m:r>
                                </m:sup>
                              </m:sSup>
                            </m:den>
                          </m:f>
                        </m:sup>
                      </m:sSup>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m:t>
                              </m:r>
                            </m:sub>
                          </m:sSub>
                          <m:d>
                            <m:dPr>
                              <m:begChr m:val="|"/>
                              <m:endChr m:val="⟩"/>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m:t>
                              </m:r>
                            </m:sub>
                          </m:sSub>
                          <m:d>
                            <m:dPr>
                              <m:begChr m:val="|"/>
                              <m:endChr m:val="⟩"/>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𝑧</m:t>
                                  </m:r>
                                </m:e>
                                <m:sup>
                                  <m:r>
                                    <a:rPr lang="en-US" sz="2800" i="1">
                                      <a:latin typeface="Cambria Math" panose="02040503050406030204" pitchFamily="18" charset="0"/>
                                    </a:rPr>
                                    <m:t>−</m:t>
                                  </m:r>
                                </m:sup>
                              </m:sSup>
                            </m:e>
                          </m:d>
                        </m:e>
                      </m:d>
                    </m:oMath>
                  </m:oMathPara>
                </a14:m>
                <a:endParaRPr lang="en-US" sz="2800" dirty="0"/>
              </a:p>
            </p:txBody>
          </p:sp>
        </mc:Choice>
        <mc:Fallback xmlns="">
          <p:sp>
            <p:nvSpPr>
              <p:cNvPr id="7" name="TextBox 6">
                <a:extLst>
                  <a:ext uri="{FF2B5EF4-FFF2-40B4-BE49-F238E27FC236}">
                    <a16:creationId xmlns:a16="http://schemas.microsoft.com/office/drawing/2014/main" id="{E3B59D30-46B0-7B6A-BFDB-CD23CCB41BD3}"/>
                  </a:ext>
                </a:extLst>
              </p:cNvPr>
              <p:cNvSpPr txBox="1">
                <a:spLocks noRot="1" noChangeAspect="1" noMove="1" noResize="1" noEditPoints="1" noAdjustHandles="1" noChangeArrowheads="1" noChangeShapeType="1" noTextEdit="1"/>
              </p:cNvSpPr>
              <p:nvPr/>
            </p:nvSpPr>
            <p:spPr>
              <a:xfrm>
                <a:off x="725996" y="1991173"/>
                <a:ext cx="8369599" cy="867032"/>
              </a:xfrm>
              <a:prstGeom prst="rect">
                <a:avLst/>
              </a:prstGeom>
              <a:blipFill>
                <a:blip r:embed="rId2"/>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631CD5D2-F0F0-FC47-A5A2-545016544408}"/>
              </a:ext>
            </a:extLst>
          </p:cNvPr>
          <p:cNvSpPr txBox="1"/>
          <p:nvPr/>
        </p:nvSpPr>
        <p:spPr>
          <a:xfrm>
            <a:off x="1067727" y="4702510"/>
            <a:ext cx="6941772" cy="1077218"/>
          </a:xfrm>
          <a:prstGeom prst="rect">
            <a:avLst/>
          </a:prstGeom>
          <a:noFill/>
        </p:spPr>
        <p:txBody>
          <a:bodyPr wrap="none" rtlCol="0">
            <a:spAutoFit/>
          </a:bodyPr>
          <a:lstStyle/>
          <a:p>
            <a:r>
              <a:rPr lang="en-US" sz="3200" dirty="0">
                <a:solidFill>
                  <a:srgbClr val="C00000"/>
                </a:solidFill>
              </a:rPr>
              <a:t>Linearity is a mathematical convenience,</a:t>
            </a:r>
            <a:br>
              <a:rPr lang="en-US" sz="3200" dirty="0">
                <a:solidFill>
                  <a:srgbClr val="C00000"/>
                </a:solidFill>
              </a:rPr>
            </a:br>
            <a:r>
              <a:rPr lang="en-US" sz="3200" dirty="0">
                <a:solidFill>
                  <a:srgbClr val="C00000"/>
                </a:solidFill>
              </a:rPr>
              <a:t>not a physical necessity</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FC7692F-440C-6A40-4BEA-2FAF52E7629F}"/>
                  </a:ext>
                </a:extLst>
              </p:cNvPr>
              <p:cNvSpPr txBox="1"/>
              <p:nvPr/>
            </p:nvSpPr>
            <p:spPr>
              <a:xfrm>
                <a:off x="2100976" y="1740680"/>
                <a:ext cx="1846146" cy="369332"/>
              </a:xfrm>
              <a:prstGeom prst="rect">
                <a:avLst/>
              </a:prstGeom>
              <a:noFill/>
            </p:spPr>
            <p:txBody>
              <a:bodyPr wrap="none" rtlCol="0">
                <a:spAutoFit/>
              </a:bodyPr>
              <a:lstStyle/>
              <a:p>
                <a:r>
                  <a:rPr lang="en-US" b="0" dirty="0"/>
                  <a:t>const.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∈(0,2</m:t>
                    </m:r>
                    <m:r>
                      <a:rPr lang="en-US" b="0" i="1" smtClean="0">
                        <a:latin typeface="Cambria Math" panose="02040503050406030204" pitchFamily="18" charset="0"/>
                      </a:rPr>
                      <m:t>𝜋</m:t>
                    </m:r>
                    <m:r>
                      <a:rPr lang="en-US" b="0" i="1" smtClean="0">
                        <a:latin typeface="Cambria Math" panose="02040503050406030204" pitchFamily="18" charset="0"/>
                      </a:rPr>
                      <m:t>)</m:t>
                    </m:r>
                  </m:oMath>
                </a14:m>
                <a:endParaRPr lang="en-US" dirty="0"/>
              </a:p>
            </p:txBody>
          </p:sp>
        </mc:Choice>
        <mc:Fallback xmlns="">
          <p:sp>
            <p:nvSpPr>
              <p:cNvPr id="20" name="TextBox 19">
                <a:extLst>
                  <a:ext uri="{FF2B5EF4-FFF2-40B4-BE49-F238E27FC236}">
                    <a16:creationId xmlns:a16="http://schemas.microsoft.com/office/drawing/2014/main" id="{EFC7692F-440C-6A40-4BEA-2FAF52E7629F}"/>
                  </a:ext>
                </a:extLst>
              </p:cNvPr>
              <p:cNvSpPr txBox="1">
                <a:spLocks noRot="1" noChangeAspect="1" noMove="1" noResize="1" noEditPoints="1" noAdjustHandles="1" noChangeArrowheads="1" noChangeShapeType="1" noTextEdit="1"/>
              </p:cNvSpPr>
              <p:nvPr/>
            </p:nvSpPr>
            <p:spPr>
              <a:xfrm>
                <a:off x="2100976" y="1740680"/>
                <a:ext cx="1846146" cy="369332"/>
              </a:xfrm>
              <a:prstGeom prst="rect">
                <a:avLst/>
              </a:prstGeom>
              <a:blipFill>
                <a:blip r:embed="rId3"/>
                <a:stretch>
                  <a:fillRect l="-2980" t="-10000" r="-331" b="-26667"/>
                </a:stretch>
              </a:blipFill>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A6A395CB-5789-AE34-6399-8B9F6BEFC552}"/>
              </a:ext>
            </a:extLst>
          </p:cNvPr>
          <p:cNvCxnSpPr/>
          <p:nvPr/>
        </p:nvCxnSpPr>
        <p:spPr>
          <a:xfrm>
            <a:off x="3754877" y="2091445"/>
            <a:ext cx="680936" cy="252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68F1D51-1F90-E4FE-FBF6-215A27A052EF}"/>
              </a:ext>
            </a:extLst>
          </p:cNvPr>
          <p:cNvSpPr txBox="1"/>
          <p:nvPr/>
        </p:nvSpPr>
        <p:spPr>
          <a:xfrm>
            <a:off x="9095595" y="2159698"/>
            <a:ext cx="1824538" cy="369332"/>
          </a:xfrm>
          <a:prstGeom prst="rect">
            <a:avLst/>
          </a:prstGeom>
          <a:noFill/>
        </p:spPr>
        <p:txBody>
          <a:bodyPr wrap="none" rtlCol="0">
            <a:spAutoFit/>
          </a:bodyPr>
          <a:lstStyle/>
          <a:p>
            <a:r>
              <a:rPr lang="en-US" dirty="0"/>
              <a:t>Non-linear map…</a:t>
            </a:r>
          </a:p>
        </p:txBody>
      </p:sp>
      <p:sp>
        <p:nvSpPr>
          <p:cNvPr id="24" name="TextBox 23">
            <a:extLst>
              <a:ext uri="{FF2B5EF4-FFF2-40B4-BE49-F238E27FC236}">
                <a16:creationId xmlns:a16="http://schemas.microsoft.com/office/drawing/2014/main" id="{EAEA4734-E356-69B6-956A-C0676C1A38E8}"/>
              </a:ext>
            </a:extLst>
          </p:cNvPr>
          <p:cNvSpPr txBox="1"/>
          <p:nvPr/>
        </p:nvSpPr>
        <p:spPr>
          <a:xfrm>
            <a:off x="725996" y="3343555"/>
            <a:ext cx="2833981" cy="646331"/>
          </a:xfrm>
          <a:prstGeom prst="rect">
            <a:avLst/>
          </a:prstGeom>
          <a:noFill/>
        </p:spPr>
        <p:txBody>
          <a:bodyPr wrap="none" rtlCol="0">
            <a:spAutoFit/>
          </a:bodyPr>
          <a:lstStyle/>
          <a:p>
            <a:pPr algn="r"/>
            <a:r>
              <a:rPr lang="en-US" dirty="0"/>
              <a:t>… that preserves the physics</a:t>
            </a:r>
            <a:br>
              <a:rPr lang="en-US" dirty="0"/>
            </a:br>
            <a:r>
              <a:rPr lang="en-US" dirty="0"/>
              <a:t>(i.e. Born rule)</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DC0C5A8-0B8F-E82E-74EF-91857876F29B}"/>
                  </a:ext>
                </a:extLst>
              </p:cNvPr>
              <p:cNvSpPr txBox="1"/>
              <p:nvPr/>
            </p:nvSpPr>
            <p:spPr>
              <a:xfrm>
                <a:off x="3754877" y="3092557"/>
                <a:ext cx="5753370" cy="871329"/>
              </a:xfrm>
              <a:prstGeom prst="rect">
                <a:avLst/>
              </a:prstGeom>
              <a:noFill/>
            </p:spPr>
            <p:txBody>
              <a:bodyPr wrap="none" rtlCol="0">
                <a:spAutoFit/>
              </a:bodyPr>
              <a:lstStyle/>
              <a:p>
                <a:pPr/>
                <a14:m>
                  <m:oMathPara xmlns:m="http://schemas.openxmlformats.org/officeDocument/2006/math">
                    <m:oMath>
                      <m:f>
                        <m:fPr>
                          <m:ctrlPr>
                            <a:rPr lang="en-US" sz="2400" b="0" i="1" smtClean="0">
                              <a:latin typeface="Cambria Math" panose="02040503050406030204" pitchFamily="18" charset="0"/>
                            </a:rPr>
                          </m:ctrlPr>
                        </m:fPr>
                        <m:num>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𝜓</m:t>
                                  </m:r>
                                </m:e>
                              </m:d>
                            </m:e>
                            <m:e>
                              <m:r>
                                <a:rPr lang="en-US" sz="2400" b="0" i="1" smtClean="0">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𝜙</m:t>
                                  </m:r>
                                </m:e>
                              </m:d>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𝜙</m:t>
                                  </m:r>
                                </m:e>
                              </m:d>
                            </m:e>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𝜓</m:t>
                                  </m:r>
                                </m:e>
                              </m:d>
                            </m:e>
                          </m:d>
                        </m:num>
                        <m:den>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𝜓</m:t>
                                  </m:r>
                                </m:e>
                              </m:d>
                            </m:e>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𝜓</m:t>
                                  </m:r>
                                </m:e>
                              </m:d>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𝜙</m:t>
                                  </m:r>
                                </m:e>
                              </m:d>
                            </m:e>
                            <m:e>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𝜙</m:t>
                                  </m:r>
                                </m:e>
                              </m:d>
                            </m:e>
                          </m:d>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𝜙</m:t>
                              </m:r>
                            </m:e>
                            <m:e>
                              <m:r>
                                <a:rPr lang="en-US" sz="2400" i="1">
                                  <a:latin typeface="Cambria Math" panose="02040503050406030204" pitchFamily="18" charset="0"/>
                                </a:rPr>
                                <m:t>𝜓</m:t>
                              </m:r>
                            </m:e>
                          </m:d>
                        </m:num>
                        <m:den>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𝜓</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𝜙</m:t>
                              </m:r>
                            </m:e>
                            <m:e>
                              <m:r>
                                <a:rPr lang="en-US" sz="2400" i="1">
                                  <a:latin typeface="Cambria Math" panose="02040503050406030204" pitchFamily="18" charset="0"/>
                                </a:rPr>
                                <m:t>𝜙</m:t>
                              </m:r>
                            </m:e>
                          </m:d>
                        </m:den>
                      </m:f>
                    </m:oMath>
                  </m:oMathPara>
                </a14:m>
                <a:endParaRPr lang="en-US" sz="2400" dirty="0"/>
              </a:p>
            </p:txBody>
          </p:sp>
        </mc:Choice>
        <mc:Fallback xmlns="">
          <p:sp>
            <p:nvSpPr>
              <p:cNvPr id="25" name="TextBox 24">
                <a:extLst>
                  <a:ext uri="{FF2B5EF4-FFF2-40B4-BE49-F238E27FC236}">
                    <a16:creationId xmlns:a16="http://schemas.microsoft.com/office/drawing/2014/main" id="{6DC0C5A8-0B8F-E82E-74EF-91857876F29B}"/>
                  </a:ext>
                </a:extLst>
              </p:cNvPr>
              <p:cNvSpPr txBox="1">
                <a:spLocks noRot="1" noChangeAspect="1" noMove="1" noResize="1" noEditPoints="1" noAdjustHandles="1" noChangeArrowheads="1" noChangeShapeType="1" noTextEdit="1"/>
              </p:cNvSpPr>
              <p:nvPr/>
            </p:nvSpPr>
            <p:spPr>
              <a:xfrm>
                <a:off x="3754877" y="3092557"/>
                <a:ext cx="5753370" cy="871329"/>
              </a:xfrm>
              <a:prstGeom prst="rect">
                <a:avLst/>
              </a:prstGeom>
              <a:blipFill>
                <a:blip r:embed="rId4"/>
                <a:stretch>
                  <a:fillRect/>
                </a:stretch>
              </a:blipFill>
            </p:spPr>
            <p:txBody>
              <a:bodyPr/>
              <a:lstStyle/>
              <a:p>
                <a:r>
                  <a:rPr lang="en-US">
                    <a:noFill/>
                  </a:rPr>
                  <a:t> </a:t>
                </a:r>
              </a:p>
            </p:txBody>
          </p:sp>
        </mc:Fallback>
      </mc:AlternateContent>
      <p:pic>
        <p:nvPicPr>
          <p:cNvPr id="28" name="Picture 27">
            <a:extLst>
              <a:ext uri="{FF2B5EF4-FFF2-40B4-BE49-F238E27FC236}">
                <a16:creationId xmlns:a16="http://schemas.microsoft.com/office/drawing/2014/main" id="{B40A0944-5794-D56A-721B-2FBC43E8AF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5297" y="4778662"/>
            <a:ext cx="2022835" cy="2022835"/>
          </a:xfrm>
          <a:prstGeom prst="rect">
            <a:avLst/>
          </a:prstGeom>
        </p:spPr>
      </p:pic>
      <p:sp>
        <p:nvSpPr>
          <p:cNvPr id="3" name="Title 1">
            <a:extLst>
              <a:ext uri="{FF2B5EF4-FFF2-40B4-BE49-F238E27FC236}">
                <a16:creationId xmlns:a16="http://schemas.microsoft.com/office/drawing/2014/main" id="{720B7AFF-0B1B-540E-5A01-C77A66EE0407}"/>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Non-linear representation in QM</a:t>
            </a:r>
          </a:p>
        </p:txBody>
      </p:sp>
      <p:sp>
        <p:nvSpPr>
          <p:cNvPr id="4" name="Footer Placeholder 3">
            <a:extLst>
              <a:ext uri="{FF2B5EF4-FFF2-40B4-BE49-F238E27FC236}">
                <a16:creationId xmlns:a16="http://schemas.microsoft.com/office/drawing/2014/main" id="{576DF8A4-53F7-54D7-6F68-DCB74729E7BC}"/>
              </a:ext>
            </a:extLst>
          </p:cNvPr>
          <p:cNvSpPr>
            <a:spLocks noGrp="1"/>
          </p:cNvSpPr>
          <p:nvPr>
            <p:ph type="ftr" sz="quarter" idx="11"/>
          </p:nvPr>
        </p:nvSpPr>
        <p:spPr/>
        <p:txBody>
          <a:bodyPr/>
          <a:lstStyle/>
          <a:p>
            <a:r>
              <a:rPr lang="en-US"/>
              <a:t>Christine Aidala - University of Michigan</a:t>
            </a:r>
            <a:endParaRPr lang="en-US" dirty="0"/>
          </a:p>
        </p:txBody>
      </p:sp>
    </p:spTree>
    <p:extLst>
      <p:ext uri="{BB962C8B-B14F-4D97-AF65-F5344CB8AC3E}">
        <p14:creationId xmlns:p14="http://schemas.microsoft.com/office/powerpoint/2010/main" val="4299292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2FAC-9065-868D-D469-BD92B9705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4DC0A-358D-EE2C-61CA-4E8EBC756E7F}"/>
              </a:ext>
            </a:extLst>
          </p:cNvPr>
          <p:cNvSpPr>
            <a:spLocks noGrp="1"/>
          </p:cNvSpPr>
          <p:nvPr>
            <p:ph type="title"/>
          </p:nvPr>
        </p:nvSpPr>
        <p:spPr/>
        <p:txBody>
          <a:bodyPr/>
          <a:lstStyle/>
          <a:p>
            <a:r>
              <a:rPr lang="en-US" dirty="0"/>
              <a:t>Geometry is entropy</a:t>
            </a:r>
          </a:p>
        </p:txBody>
      </p:sp>
      <p:sp>
        <p:nvSpPr>
          <p:cNvPr id="4" name="Slide Number Placeholder 3">
            <a:extLst>
              <a:ext uri="{FF2B5EF4-FFF2-40B4-BE49-F238E27FC236}">
                <a16:creationId xmlns:a16="http://schemas.microsoft.com/office/drawing/2014/main" id="{81653F7D-D081-CA86-72F6-CE2B3C178542}"/>
              </a:ext>
            </a:extLst>
          </p:cNvPr>
          <p:cNvSpPr>
            <a:spLocks noGrp="1"/>
          </p:cNvSpPr>
          <p:nvPr>
            <p:ph type="sldNum" sz="quarter" idx="13"/>
          </p:nvPr>
        </p:nvSpPr>
        <p:spPr/>
        <p:txBody>
          <a:bodyPr/>
          <a:lstStyle/>
          <a:p>
            <a:fld id="{F47845EA-7733-40EE-B074-20032348B727}" type="slidenum">
              <a:rPr lang="en-US" smtClean="0"/>
              <a:t>50</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2E5442-25C5-96A7-2835-E5850C201641}"/>
                  </a:ext>
                </a:extLst>
              </p:cNvPr>
              <p:cNvSpPr txBox="1"/>
              <p:nvPr/>
            </p:nvSpPr>
            <p:spPr>
              <a:xfrm>
                <a:off x="613711" y="4227282"/>
                <a:ext cx="5008871" cy="935834"/>
              </a:xfrm>
              <a:prstGeom prst="rect">
                <a:avLst/>
              </a:prstGeom>
              <a:noFill/>
            </p:spPr>
            <p:txBody>
              <a:bodyPr wrap="none" rtlCol="0">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𝜔</m:t>
                          </m:r>
                        </m:e>
                        <m:sub>
                          <m:r>
                            <a:rPr lang="en-US" sz="2400" b="0" i="1" smtClean="0">
                              <a:latin typeface="Cambria Math" panose="02040503050406030204" pitchFamily="18" charset="0"/>
                            </a:rPr>
                            <m:t>𝑎𝑏</m:t>
                          </m:r>
                        </m:sub>
                      </m:sSub>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m:t>
                                </m:r>
                                <m:r>
                                  <a:rPr lang="en-US" sz="2400" b="0" i="1" smtClean="0">
                                    <a:latin typeface="Cambria Math" panose="02040503050406030204" pitchFamily="18" charset="0"/>
                                  </a:rPr>
                                  <m:t>𝑚</m:t>
                                </m:r>
                                <m:sSub>
                                  <m:sSubPr>
                                    <m:ctrlPr>
                                      <a:rPr lang="en-US" sz="2400" b="0" i="1" smtClean="0">
                                        <a:latin typeface="Cambria Math" panose="02040503050406030204" pitchFamily="18" charset="0"/>
                                      </a:rPr>
                                    </m:ctrlPr>
                                  </m:sSubPr>
                                  <m:e>
                                    <m:r>
                                      <m:rPr>
                                        <m:brk m:alnAt="7"/>
                                      </m:rPr>
                                      <a:rPr lang="en-US" sz="2400" b="0" i="1" smtClean="0">
                                        <a:latin typeface="Cambria Math" panose="02040503050406030204" pitchFamily="18" charset="0"/>
                                      </a:rPr>
                                      <m:t>𝐺</m:t>
                                    </m:r>
                                  </m:e>
                                  <m:sub>
                                    <m:r>
                                      <m:rPr>
                                        <m:brk m:alnAt="7"/>
                                      </m:rPr>
                                      <a:rPr lang="en-US" sz="2400" b="0" i="1" smtClean="0">
                                        <a:latin typeface="Cambria Math" panose="02040503050406030204" pitchFamily="18" charset="0"/>
                                      </a:rPr>
                                      <m:t>𝛼</m:t>
                                    </m:r>
                                    <m:r>
                                      <a:rPr lang="en-US" sz="2400" b="0" i="1" smtClean="0">
                                        <a:latin typeface="Cambria Math" panose="02040503050406030204" pitchFamily="18" charset="0"/>
                                      </a:rPr>
                                      <m:t>𝛽𝛾</m:t>
                                    </m:r>
                                  </m:sub>
                                </m:sSub>
                                <m:sSup>
                                  <m:sSupPr>
                                    <m:ctrlPr>
                                      <a:rPr lang="en-US" sz="2400" b="0" i="1" smtClean="0">
                                        <a:latin typeface="Cambria Math" panose="02040503050406030204" pitchFamily="18" charset="0"/>
                                      </a:rPr>
                                    </m:ctrlPr>
                                  </m:sSupPr>
                                  <m:e>
                                    <m:r>
                                      <m:rPr>
                                        <m:brk m:alnAt="7"/>
                                      </m:rPr>
                                      <a:rPr lang="en-US" sz="2400" b="0" i="1" smtClean="0">
                                        <a:latin typeface="Cambria Math" panose="02040503050406030204" pitchFamily="18" charset="0"/>
                                      </a:rPr>
                                      <m:t>𝑢</m:t>
                                    </m:r>
                                  </m:e>
                                  <m:sup>
                                    <m:r>
                                      <m:rPr>
                                        <m:brk m:alnAt="7"/>
                                      </m:rPr>
                                      <a:rPr lang="en-US" sz="2400" b="0" i="1" smtClean="0">
                                        <a:latin typeface="Cambria Math" panose="02040503050406030204" pitchFamily="18" charset="0"/>
                                      </a:rPr>
                                      <m:t>𝛾</m:t>
                                    </m:r>
                                  </m:sup>
                                </m:sSup>
                                <m:r>
                                  <m:rPr>
                                    <m:brk m:alnAt="7"/>
                                  </m:rPr>
                                  <a:rPr lang="en-US" sz="2400" b="0" i="1" smtClean="0">
                                    <a:latin typeface="Cambria Math" panose="02040503050406030204" pitchFamily="18" charset="0"/>
                                  </a:rPr>
                                  <m:t>−</m:t>
                                </m:r>
                                <m:r>
                                  <a:rPr lang="en-US" sz="2400" b="0" i="1" smtClean="0">
                                    <a:latin typeface="Cambria Math" panose="02040503050406030204" pitchFamily="18" charset="0"/>
                                  </a:rPr>
                                  <m:t>𝑞</m:t>
                                </m:r>
                                <m:sSup>
                                  <m:sSupPr>
                                    <m:ctrlPr>
                                      <a:rPr lang="en-US" sz="2400" b="0" i="1" smtClean="0">
                                        <a:latin typeface="Cambria Math" panose="02040503050406030204" pitchFamily="18" charset="0"/>
                                      </a:rPr>
                                    </m:ctrlPr>
                                  </m:sSupPr>
                                  <m:e>
                                    <m:r>
                                      <m:rPr>
                                        <m:brk m:alnAt="7"/>
                                      </m:rPr>
                                      <a:rPr lang="en-US" sz="2400" b="0" i="1" smtClean="0">
                                        <a:latin typeface="Cambria Math" panose="02040503050406030204" pitchFamily="18" charset="0"/>
                                      </a:rPr>
                                      <m:t>𝐹</m:t>
                                    </m:r>
                                  </m:e>
                                  <m:sup>
                                    <m:r>
                                      <m:rPr>
                                        <m:brk m:alnAt="7"/>
                                      </m:rPr>
                                      <a:rPr lang="en-US" sz="2400" b="0" i="1" smtClean="0">
                                        <a:latin typeface="Cambria Math" panose="02040503050406030204" pitchFamily="18" charset="0"/>
                                      </a:rPr>
                                      <m:t>𝛼</m:t>
                                    </m:r>
                                    <m:r>
                                      <a:rPr lang="en-US" sz="2400" i="1">
                                        <a:latin typeface="Cambria Math" panose="02040503050406030204" pitchFamily="18" charset="0"/>
                                      </a:rPr>
                                      <m:t>𝛽</m:t>
                                    </m:r>
                                  </m:sup>
                                </m:sSup>
                              </m:e>
                              <m:e>
                                <m:r>
                                  <a:rPr lang="en-US" sz="2400" b="0" i="1" smtClean="0">
                                    <a:latin typeface="Cambria Math" panose="02040503050406030204" pitchFamily="18" charset="0"/>
                                  </a:rPr>
                                  <m:t>𝑚</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𝛼𝛽</m:t>
                                    </m:r>
                                  </m:sub>
                                </m:sSub>
                              </m:e>
                            </m:mr>
                            <m:mr>
                              <m:e>
                                <m:r>
                                  <a:rPr lang="en-US" sz="2400" b="0" i="1" smtClean="0">
                                    <a:latin typeface="Cambria Math" panose="02040503050406030204" pitchFamily="18" charset="0"/>
                                  </a:rPr>
                                  <m:t>−</m:t>
                                </m:r>
                                <m:r>
                                  <a:rPr lang="en-US" sz="2400" i="1">
                                    <a:latin typeface="Cambria Math" panose="02040503050406030204" pitchFamily="18" charset="0"/>
                                  </a:rPr>
                                  <m:t>𝑚</m:t>
                                </m:r>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𝛼𝛽</m:t>
                                    </m:r>
                                  </m:sub>
                                </m:sSub>
                              </m:e>
                              <m:e>
                                <m:r>
                                  <a:rPr lang="en-US" sz="2400" b="0" i="1" smtClean="0">
                                    <a:latin typeface="Cambria Math" panose="02040503050406030204" pitchFamily="18" charset="0"/>
                                  </a:rPr>
                                  <m:t>0</m:t>
                                </m:r>
                              </m:e>
                            </m:mr>
                          </m:m>
                        </m:e>
                      </m:d>
                    </m:oMath>
                  </m:oMathPara>
                </a14:m>
                <a:endParaRPr lang="en-US" sz="2400" dirty="0"/>
              </a:p>
            </p:txBody>
          </p:sp>
        </mc:Choice>
        <mc:Fallback xmlns="">
          <p:sp>
            <p:nvSpPr>
              <p:cNvPr id="5" name="TextBox 4">
                <a:extLst>
                  <a:ext uri="{FF2B5EF4-FFF2-40B4-BE49-F238E27FC236}">
                    <a16:creationId xmlns:a16="http://schemas.microsoft.com/office/drawing/2014/main" id="{DC2E5442-25C5-96A7-2835-E5850C201641}"/>
                  </a:ext>
                </a:extLst>
              </p:cNvPr>
              <p:cNvSpPr txBox="1">
                <a:spLocks noRot="1" noChangeAspect="1" noMove="1" noResize="1" noEditPoints="1" noAdjustHandles="1" noChangeArrowheads="1" noChangeShapeType="1" noTextEdit="1"/>
              </p:cNvSpPr>
              <p:nvPr/>
            </p:nvSpPr>
            <p:spPr>
              <a:xfrm>
                <a:off x="613711" y="4227282"/>
                <a:ext cx="5008871" cy="935834"/>
              </a:xfrm>
              <a:prstGeom prst="rect">
                <a:avLst/>
              </a:prstGeom>
              <a:blipFill>
                <a:blip r:embed="rId2"/>
                <a:stretch>
                  <a:fillRect/>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B876B6E8-2610-0AB0-DBE0-D74BB6D24424}"/>
              </a:ext>
            </a:extLst>
          </p:cNvPr>
          <p:cNvCxnSpPr>
            <a:cxnSpLocks/>
          </p:cNvCxnSpPr>
          <p:nvPr/>
        </p:nvCxnSpPr>
        <p:spPr>
          <a:xfrm flipH="1">
            <a:off x="2874149" y="3811207"/>
            <a:ext cx="619657" cy="459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6BD17C-04E4-02EF-EA29-5E5DA9A34ED9}"/>
                  </a:ext>
                </a:extLst>
              </p:cNvPr>
              <p:cNvSpPr txBox="1"/>
              <p:nvPr/>
            </p:nvSpPr>
            <p:spPr>
              <a:xfrm>
                <a:off x="2874149" y="3378107"/>
                <a:ext cx="1885452" cy="427425"/>
              </a:xfrm>
              <a:prstGeom prst="rect">
                <a:avLst/>
              </a:prstGeom>
              <a:noFill/>
            </p:spPr>
            <p:txBody>
              <a:bodyPr wrap="none" rtlCol="0">
                <a:spAutoFit/>
              </a:bodyPr>
              <a:lstStyle/>
              <a:p>
                <a:pP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𝛼</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𝛽𝛾</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𝛽</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𝛼𝛾</m:t>
                          </m:r>
                        </m:sub>
                      </m:sSub>
                    </m:oMath>
                  </m:oMathPara>
                </a14:m>
                <a:endParaRPr lang="en-US" sz="2000" dirty="0"/>
              </a:p>
            </p:txBody>
          </p:sp>
        </mc:Choice>
        <mc:Fallback xmlns="">
          <p:sp>
            <p:nvSpPr>
              <p:cNvPr id="7" name="TextBox 6">
                <a:extLst>
                  <a:ext uri="{FF2B5EF4-FFF2-40B4-BE49-F238E27FC236}">
                    <a16:creationId xmlns:a16="http://schemas.microsoft.com/office/drawing/2014/main" id="{BF6BD17C-04E4-02EF-EA29-5E5DA9A34ED9}"/>
                  </a:ext>
                </a:extLst>
              </p:cNvPr>
              <p:cNvSpPr txBox="1">
                <a:spLocks noRot="1" noChangeAspect="1" noMove="1" noResize="1" noEditPoints="1" noAdjustHandles="1" noChangeArrowheads="1" noChangeShapeType="1" noTextEdit="1"/>
              </p:cNvSpPr>
              <p:nvPr/>
            </p:nvSpPr>
            <p:spPr>
              <a:xfrm>
                <a:off x="2874149" y="3378107"/>
                <a:ext cx="1885452" cy="427425"/>
              </a:xfrm>
              <a:prstGeom prst="rect">
                <a:avLst/>
              </a:prstGeom>
              <a:blipFill>
                <a:blip r:embed="rId3"/>
                <a:stretch>
                  <a:fillRect b="-10000"/>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96067B9A-EBFC-5E2B-B146-5D44CEB82014}"/>
              </a:ext>
            </a:extLst>
          </p:cNvPr>
          <p:cNvCxnSpPr>
            <a:cxnSpLocks/>
          </p:cNvCxnSpPr>
          <p:nvPr/>
        </p:nvCxnSpPr>
        <p:spPr>
          <a:xfrm flipH="1" flipV="1">
            <a:off x="3595255" y="5073442"/>
            <a:ext cx="744682" cy="276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8E6132C-327D-9ACC-B1E4-2CAE62AA45E9}"/>
              </a:ext>
            </a:extLst>
          </p:cNvPr>
          <p:cNvSpPr txBox="1"/>
          <p:nvPr/>
        </p:nvSpPr>
        <p:spPr>
          <a:xfrm>
            <a:off x="2974207" y="5349643"/>
            <a:ext cx="5387738" cy="923330"/>
          </a:xfrm>
          <a:prstGeom prst="rect">
            <a:avLst/>
          </a:prstGeom>
          <a:noFill/>
        </p:spPr>
        <p:txBody>
          <a:bodyPr wrap="square" rtlCol="0">
            <a:spAutoFit/>
          </a:bodyPr>
          <a:lstStyle/>
          <a:p>
            <a:r>
              <a:rPr lang="en-US" dirty="0">
                <a:solidFill>
                  <a:schemeClr val="accent6">
                    <a:lumMod val="75000"/>
                  </a:schemeClr>
                </a:solidFill>
              </a:rPr>
              <a:t>If you write the </a:t>
            </a:r>
            <a:r>
              <a:rPr lang="en-US" dirty="0" err="1">
                <a:solidFill>
                  <a:schemeClr val="accent6">
                    <a:lumMod val="75000"/>
                  </a:schemeClr>
                </a:solidFill>
              </a:rPr>
              <a:t>symplectic</a:t>
            </a:r>
            <a:r>
              <a:rPr lang="en-US" dirty="0">
                <a:solidFill>
                  <a:schemeClr val="accent6">
                    <a:lumMod val="75000"/>
                  </a:schemeClr>
                </a:solidFill>
              </a:rPr>
              <a:t> form in terms of position and velocity rather than position and conjugate momentum, metric tensor appears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0FF8645-2061-AB39-767E-DA55F62F771E}"/>
                  </a:ext>
                </a:extLst>
              </p:cNvPr>
              <p:cNvSpPr txBox="1"/>
              <p:nvPr/>
            </p:nvSpPr>
            <p:spPr>
              <a:xfrm>
                <a:off x="6622985" y="1551592"/>
                <a:ext cx="5473101" cy="753796"/>
              </a:xfrm>
              <a:prstGeom prst="rect">
                <a:avLst/>
              </a:prstGeom>
              <a:noFill/>
            </p:spPr>
            <p:txBody>
              <a:bodyPr wrap="none" rtlCol="0">
                <a:spAutoFit/>
              </a:bodyPr>
              <a:lstStyle/>
              <a:p>
                <a14:m>
                  <m:oMath xmlns:m="http://schemas.openxmlformats.org/officeDocument/2006/math">
                    <m:r>
                      <a:rPr lang="en-US" sz="2400" b="0" i="1" smtClean="0">
                        <a:latin typeface="Cambria Math" panose="02040503050406030204" pitchFamily="18" charset="0"/>
                      </a:rPr>
                      <m:t>𝑆</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𝜓</m:t>
                            </m:r>
                          </m:sub>
                        </m:sSub>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sSub>
                          <m:sSubPr>
                            <m:ctrlPr>
                              <a:rPr lang="en-US" sz="2400" i="1">
                                <a:latin typeface="Cambria Math" panose="02040503050406030204" pitchFamily="18" charset="0"/>
                              </a:rPr>
                            </m:ctrlPr>
                          </m:sSubPr>
                          <m:e>
                            <m:r>
                              <a:rPr lang="en-US" sz="2400" i="1">
                                <a:latin typeface="Cambria Math" panose="02040503050406030204" pitchFamily="18" charset="0"/>
                              </a:rPr>
                              <m:t>𝜌</m:t>
                            </m:r>
                          </m:e>
                          <m:sub>
                            <m:r>
                              <a:rPr lang="en-US" sz="2400" b="0" i="1" smtClean="0">
                                <a:latin typeface="Cambria Math" panose="02040503050406030204" pitchFamily="18" charset="0"/>
                              </a:rPr>
                              <m:t>𝜙</m:t>
                            </m:r>
                          </m:sub>
                        </m:sSub>
                      </m:e>
                    </m:d>
                    <m:r>
                      <a:rPr lang="en-US" sz="2400" b="0" i="1" smtClean="0">
                        <a:latin typeface="Cambria Math" panose="02040503050406030204" pitchFamily="18" charset="0"/>
                      </a:rPr>
                      <m:t>=</m:t>
                    </m:r>
                    <m:r>
                      <a:rPr lang="en-US" sz="2400" b="0" i="1" smtClean="0">
                        <a:latin typeface="Cambria Math" panose="02040503050406030204" pitchFamily="18" charset="0"/>
                      </a:rPr>
                      <m:t>𝐼</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d>
                              <m:dPr>
                                <m:begChr m:val="|"/>
                                <m:endChr m:val="|"/>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e>
                            </m:d>
                          </m:num>
                          <m:den>
                            <m:r>
                              <a:rPr lang="en-US" sz="2400" b="0" i="1" smtClean="0">
                                <a:latin typeface="Cambria Math" panose="02040503050406030204" pitchFamily="18" charset="0"/>
                              </a:rPr>
                              <m:t>2</m:t>
                            </m:r>
                          </m:den>
                        </m:f>
                        <m:r>
                          <a:rPr lang="en-US" sz="240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d>
                              <m:dPr>
                                <m:begChr m:val="|"/>
                                <m:endChr m:val="|"/>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e>
                            </m:d>
                          </m:num>
                          <m:den>
                            <m:r>
                              <a:rPr lang="en-US" sz="2400" i="1" smtClean="0">
                                <a:latin typeface="Cambria Math" panose="02040503050406030204" pitchFamily="18" charset="0"/>
                              </a:rPr>
                              <m:t>2</m:t>
                            </m:r>
                          </m:den>
                        </m:f>
                      </m:e>
                    </m:d>
                  </m:oMath>
                </a14:m>
                <a:r>
                  <a:rPr lang="en-US" sz="2400" dirty="0"/>
                  <a:t> </a:t>
                </a:r>
              </a:p>
            </p:txBody>
          </p:sp>
        </mc:Choice>
        <mc:Fallback xmlns="">
          <p:sp>
            <p:nvSpPr>
              <p:cNvPr id="10" name="TextBox 9">
                <a:extLst>
                  <a:ext uri="{FF2B5EF4-FFF2-40B4-BE49-F238E27FC236}">
                    <a16:creationId xmlns:a16="http://schemas.microsoft.com/office/drawing/2014/main" id="{60FF8645-2061-AB39-767E-DA55F62F771E}"/>
                  </a:ext>
                </a:extLst>
              </p:cNvPr>
              <p:cNvSpPr txBox="1">
                <a:spLocks noRot="1" noChangeAspect="1" noMove="1" noResize="1" noEditPoints="1" noAdjustHandles="1" noChangeArrowheads="1" noChangeShapeType="1" noTextEdit="1"/>
              </p:cNvSpPr>
              <p:nvPr/>
            </p:nvSpPr>
            <p:spPr>
              <a:xfrm>
                <a:off x="6622985" y="1551592"/>
                <a:ext cx="5473101" cy="7537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94694A2-ACCD-C26C-4036-8A95CA3A4554}"/>
                  </a:ext>
                </a:extLst>
              </p:cNvPr>
              <p:cNvSpPr txBox="1"/>
              <p:nvPr/>
            </p:nvSpPr>
            <p:spPr>
              <a:xfrm>
                <a:off x="7134637" y="2305388"/>
                <a:ext cx="4848892" cy="507896"/>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func>
                        <m:funcPr>
                          <m:ctrlPr>
                            <a:rPr lang="en-US" sz="1400" b="0" i="0"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f>
                            <m:fPr>
                              <m:ctrlPr>
                                <a:rPr lang="en-US" sz="1400" i="1">
                                  <a:latin typeface="Cambria Math" panose="02040503050406030204" pitchFamily="18" charset="0"/>
                                </a:rPr>
                              </m:ctrlPr>
                            </m:fPr>
                            <m:num>
                              <m:r>
                                <a:rPr lang="en-US" sz="1400" i="1">
                                  <a:latin typeface="Cambria Math" panose="02040503050406030204" pitchFamily="18" charset="0"/>
                                </a:rPr>
                                <m:t>1+</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e>
                      </m:func>
                      <m:r>
                        <a:rPr lang="en-US" sz="1400" i="1">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func>
                        <m:funcPr>
                          <m:ctrlPr>
                            <a:rPr lang="en-US" sz="1400">
                              <a:latin typeface="Cambria Math" panose="02040503050406030204" pitchFamily="18" charset="0"/>
                            </a:rPr>
                          </m:ctrlPr>
                        </m:funcPr>
                        <m:fName>
                          <m:r>
                            <m:rPr>
                              <m:sty m:val="p"/>
                            </m:rPr>
                            <a:rPr lang="en-US" sz="1400">
                              <a:latin typeface="Cambria Math" panose="02040503050406030204" pitchFamily="18" charset="0"/>
                            </a:rPr>
                            <m:t>log</m:t>
                          </m:r>
                        </m:fName>
                        <m:e>
                          <m:f>
                            <m:fPr>
                              <m:ctrlPr>
                                <a:rPr lang="en-US" sz="1400" i="1">
                                  <a:latin typeface="Cambria Math" panose="02040503050406030204" pitchFamily="18" charset="0"/>
                                </a:rPr>
                              </m:ctrlPr>
                            </m:fPr>
                            <m:num>
                              <m:r>
                                <a:rPr lang="en-US" sz="1400" i="1">
                                  <a:latin typeface="Cambria Math" panose="02040503050406030204" pitchFamily="18" charset="0"/>
                                </a:rPr>
                                <m:t>1</m:t>
                              </m:r>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d>
                            </m:num>
                            <m:den>
                              <m:r>
                                <a:rPr lang="en-US" sz="1400" i="1">
                                  <a:latin typeface="Cambria Math" panose="02040503050406030204" pitchFamily="18" charset="0"/>
                                </a:rPr>
                                <m:t>2</m:t>
                              </m:r>
                            </m:den>
                          </m:f>
                        </m:e>
                      </m:func>
                    </m:oMath>
                  </m:oMathPara>
                </a14:m>
                <a:endParaRPr lang="en-US" sz="1400" dirty="0"/>
              </a:p>
            </p:txBody>
          </p:sp>
        </mc:Choice>
        <mc:Fallback xmlns="">
          <p:sp>
            <p:nvSpPr>
              <p:cNvPr id="11" name="TextBox 10">
                <a:extLst>
                  <a:ext uri="{FF2B5EF4-FFF2-40B4-BE49-F238E27FC236}">
                    <a16:creationId xmlns:a16="http://schemas.microsoft.com/office/drawing/2014/main" id="{294694A2-ACCD-C26C-4036-8A95CA3A4554}"/>
                  </a:ext>
                </a:extLst>
              </p:cNvPr>
              <p:cNvSpPr txBox="1">
                <a:spLocks noRot="1" noChangeAspect="1" noMove="1" noResize="1" noEditPoints="1" noAdjustHandles="1" noChangeArrowheads="1" noChangeShapeType="1" noTextEdit="1"/>
              </p:cNvSpPr>
              <p:nvPr/>
            </p:nvSpPr>
            <p:spPr>
              <a:xfrm>
                <a:off x="7134637" y="2305388"/>
                <a:ext cx="4848892" cy="507896"/>
              </a:xfrm>
              <a:prstGeom prst="rect">
                <a:avLst/>
              </a:prstGeom>
              <a:blipFill>
                <a:blip r:embed="rId5"/>
                <a:stretch>
                  <a:fillRect b="-2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56AEBE0-79FC-9F1B-9FE2-EA300AD98086}"/>
                  </a:ext>
                </a:extLst>
              </p:cNvPr>
              <p:cNvSpPr txBox="1"/>
              <p:nvPr/>
            </p:nvSpPr>
            <p:spPr>
              <a:xfrm>
                <a:off x="463772" y="1562556"/>
                <a:ext cx="6052683" cy="735458"/>
              </a:xfrm>
              <a:prstGeom prst="rect">
                <a:avLst/>
              </a:prstGeom>
              <a:noFill/>
            </p:spPr>
            <p:txBody>
              <a:bodyPr wrap="none" rtlCol="0">
                <a:spAutoFit/>
              </a:bodyPr>
              <a:lstStyle/>
              <a:p>
                <a14:m>
                  <m:oMath xmlns:m="http://schemas.openxmlformats.org/officeDocument/2006/math">
                    <m:r>
                      <a:rPr lang="en-US" sz="3600" b="0" i="1" smtClean="0">
                        <a:latin typeface="Cambria Math" panose="02040503050406030204" pitchFamily="18" charset="0"/>
                      </a:rPr>
                      <m:t>𝑆</m:t>
                    </m:r>
                    <m:d>
                      <m:dPr>
                        <m:ctrlPr>
                          <a:rPr lang="en-US"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𝜌</m:t>
                            </m:r>
                          </m:e>
                          <m:sub>
                            <m:r>
                              <a:rPr lang="en-US" sz="3600" b="0" i="1" smtClean="0">
                                <a:latin typeface="Cambria Math" panose="02040503050406030204" pitchFamily="18" charset="0"/>
                              </a:rPr>
                              <m:t>𝑈</m:t>
                            </m:r>
                          </m:sub>
                        </m:sSub>
                      </m:e>
                    </m:d>
                    <m:r>
                      <a:rPr lang="en-US" sz="3600" b="0" i="1" smtClean="0">
                        <a:latin typeface="Cambria Math" panose="02040503050406030204" pitchFamily="18" charset="0"/>
                      </a:rPr>
                      <m:t>=</m:t>
                    </m:r>
                    <m:func>
                      <m:funcPr>
                        <m:ctrlPr>
                          <a:rPr lang="en-US" sz="3600" b="0" i="0" smtClean="0">
                            <a:latin typeface="Cambria Math" panose="02040503050406030204" pitchFamily="18" charset="0"/>
                          </a:rPr>
                        </m:ctrlPr>
                      </m:funcPr>
                      <m:fName>
                        <m:r>
                          <m:rPr>
                            <m:sty m:val="p"/>
                          </m:rPr>
                          <a:rPr lang="en-US" sz="3600" b="0" i="0" smtClean="0">
                            <a:latin typeface="Cambria Math" panose="02040503050406030204" pitchFamily="18" charset="0"/>
                          </a:rPr>
                          <m:t>log</m:t>
                        </m:r>
                      </m:fName>
                      <m:e>
                        <m:r>
                          <a:rPr lang="en-US" sz="3600" b="0" i="1" smtClean="0">
                            <a:latin typeface="Cambria Math" panose="02040503050406030204" pitchFamily="18" charset="0"/>
                          </a:rPr>
                          <m:t>𝜇</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𝑈</m:t>
                            </m:r>
                          </m:e>
                        </m:d>
                      </m:e>
                    </m:func>
                    <m:r>
                      <a:rPr lang="en-US" sz="3600" b="0" i="1" smtClean="0">
                        <a:latin typeface="Cambria Math" panose="02040503050406030204" pitchFamily="18" charset="0"/>
                      </a:rPr>
                      <m:t>=</m:t>
                    </m:r>
                    <m:func>
                      <m:funcPr>
                        <m:ctrlPr>
                          <a:rPr lang="en-US" sz="3600" b="0" i="0" smtClean="0">
                            <a:latin typeface="Cambria Math" panose="02040503050406030204" pitchFamily="18" charset="0"/>
                          </a:rPr>
                        </m:ctrlPr>
                      </m:funcPr>
                      <m:fName>
                        <m:r>
                          <m:rPr>
                            <m:sty m:val="p"/>
                          </m:rPr>
                          <a:rPr lang="en-US" sz="3600" b="0" i="0" smtClean="0">
                            <a:latin typeface="Cambria Math" panose="02040503050406030204" pitchFamily="18" charset="0"/>
                          </a:rPr>
                          <m:t>log</m:t>
                        </m:r>
                      </m:fName>
                      <m:e>
                        <m:nary>
                          <m:naryPr>
                            <m:supHide m:val="on"/>
                            <m:ctrlPr>
                              <a:rPr lang="en-US" sz="3600" b="0" i="1" smtClean="0">
                                <a:latin typeface="Cambria Math" panose="02040503050406030204" pitchFamily="18" charset="0"/>
                              </a:rPr>
                            </m:ctrlPr>
                          </m:naryPr>
                          <m:sub>
                            <m:r>
                              <a:rPr lang="en-US" sz="3600" b="0" i="1" smtClean="0">
                                <a:latin typeface="Cambria Math" panose="02040503050406030204" pitchFamily="18" charset="0"/>
                              </a:rPr>
                              <m:t>𝑈</m:t>
                            </m:r>
                          </m:sub>
                          <m:sup/>
                          <m:e>
                            <m:r>
                              <a:rPr lang="en-US" sz="3600" b="0" i="1" smtClean="0">
                                <a:latin typeface="Cambria Math" panose="02040503050406030204" pitchFamily="18" charset="0"/>
                              </a:rPr>
                              <m:t>𝜔</m:t>
                            </m:r>
                          </m:e>
                        </m:nary>
                      </m:e>
                    </m:func>
                  </m:oMath>
                </a14:m>
                <a:r>
                  <a:rPr lang="en-US" sz="3600" dirty="0"/>
                  <a:t> </a:t>
                </a:r>
              </a:p>
            </p:txBody>
          </p:sp>
        </mc:Choice>
        <mc:Fallback xmlns="">
          <p:sp>
            <p:nvSpPr>
              <p:cNvPr id="12" name="TextBox 11">
                <a:extLst>
                  <a:ext uri="{FF2B5EF4-FFF2-40B4-BE49-F238E27FC236}">
                    <a16:creationId xmlns:a16="http://schemas.microsoft.com/office/drawing/2014/main" id="{556AEBE0-79FC-9F1B-9FE2-EA300AD98086}"/>
                  </a:ext>
                </a:extLst>
              </p:cNvPr>
              <p:cNvSpPr txBox="1">
                <a:spLocks noRot="1" noChangeAspect="1" noMove="1" noResize="1" noEditPoints="1" noAdjustHandles="1" noChangeArrowheads="1" noChangeShapeType="1" noTextEdit="1"/>
              </p:cNvSpPr>
              <p:nvPr/>
            </p:nvSpPr>
            <p:spPr>
              <a:xfrm>
                <a:off x="463772" y="1562556"/>
                <a:ext cx="6052683" cy="735458"/>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B9E70141-71F9-A261-EE5A-2FA2D0848DD8}"/>
              </a:ext>
            </a:extLst>
          </p:cNvPr>
          <p:cNvSpPr txBox="1"/>
          <p:nvPr/>
        </p:nvSpPr>
        <p:spPr>
          <a:xfrm>
            <a:off x="1877850" y="994910"/>
            <a:ext cx="2612254" cy="461665"/>
          </a:xfrm>
          <a:prstGeom prst="rect">
            <a:avLst/>
          </a:prstGeom>
          <a:noFill/>
        </p:spPr>
        <p:txBody>
          <a:bodyPr wrap="none" rtlCol="0">
            <a:spAutoFit/>
          </a:bodyPr>
          <a:lstStyle/>
          <a:p>
            <a:r>
              <a:rPr lang="en-US" sz="2400" dirty="0"/>
              <a:t>Classical mechanics</a:t>
            </a:r>
          </a:p>
        </p:txBody>
      </p:sp>
      <p:sp>
        <p:nvSpPr>
          <p:cNvPr id="14" name="TextBox 13">
            <a:extLst>
              <a:ext uri="{FF2B5EF4-FFF2-40B4-BE49-F238E27FC236}">
                <a16:creationId xmlns:a16="http://schemas.microsoft.com/office/drawing/2014/main" id="{028F98F8-6F8A-1EE7-4A20-588457F9C36E}"/>
              </a:ext>
            </a:extLst>
          </p:cNvPr>
          <p:cNvSpPr txBox="1"/>
          <p:nvPr/>
        </p:nvSpPr>
        <p:spPr>
          <a:xfrm>
            <a:off x="585150" y="2445678"/>
            <a:ext cx="5865900" cy="646331"/>
          </a:xfrm>
          <a:prstGeom prst="rect">
            <a:avLst/>
          </a:prstGeom>
          <a:noFill/>
        </p:spPr>
        <p:txBody>
          <a:bodyPr wrap="square" rtlCol="0">
            <a:spAutoFit/>
          </a:bodyPr>
          <a:lstStyle/>
          <a:p>
            <a:r>
              <a:rPr lang="en-US" dirty="0">
                <a:solidFill>
                  <a:schemeClr val="accent6">
                    <a:lumMod val="75000"/>
                  </a:schemeClr>
                </a:solidFill>
              </a:rPr>
              <a:t>Symplectic form determines and is determined by the entropy of all uniform joint and marginal (DOF) distributions</a:t>
            </a:r>
          </a:p>
        </p:txBody>
      </p:sp>
      <p:sp>
        <p:nvSpPr>
          <p:cNvPr id="15" name="TextBox 14">
            <a:extLst>
              <a:ext uri="{FF2B5EF4-FFF2-40B4-BE49-F238E27FC236}">
                <a16:creationId xmlns:a16="http://schemas.microsoft.com/office/drawing/2014/main" id="{39A04DF0-032B-F571-D868-0BEDC086F569}"/>
              </a:ext>
            </a:extLst>
          </p:cNvPr>
          <p:cNvSpPr txBox="1"/>
          <p:nvPr/>
        </p:nvSpPr>
        <p:spPr>
          <a:xfrm>
            <a:off x="7979830" y="994909"/>
            <a:ext cx="2759410" cy="461665"/>
          </a:xfrm>
          <a:prstGeom prst="rect">
            <a:avLst/>
          </a:prstGeom>
          <a:noFill/>
        </p:spPr>
        <p:txBody>
          <a:bodyPr wrap="none" rtlCol="0">
            <a:spAutoFit/>
          </a:bodyPr>
          <a:lstStyle/>
          <a:p>
            <a:r>
              <a:rPr lang="en-US" sz="2400" dirty="0"/>
              <a:t>Quantum mechanics</a:t>
            </a:r>
          </a:p>
        </p:txBody>
      </p:sp>
      <p:sp>
        <p:nvSpPr>
          <p:cNvPr id="16" name="TextBox 15">
            <a:extLst>
              <a:ext uri="{FF2B5EF4-FFF2-40B4-BE49-F238E27FC236}">
                <a16:creationId xmlns:a16="http://schemas.microsoft.com/office/drawing/2014/main" id="{78FF912B-C17B-34F2-E7CF-9DA90ACD2597}"/>
              </a:ext>
            </a:extLst>
          </p:cNvPr>
          <p:cNvSpPr txBox="1"/>
          <p:nvPr/>
        </p:nvSpPr>
        <p:spPr>
          <a:xfrm>
            <a:off x="6892390" y="2843466"/>
            <a:ext cx="4934290" cy="646331"/>
          </a:xfrm>
          <a:prstGeom prst="rect">
            <a:avLst/>
          </a:prstGeom>
          <a:noFill/>
        </p:spPr>
        <p:txBody>
          <a:bodyPr wrap="square" rtlCol="0">
            <a:spAutoFit/>
          </a:bodyPr>
          <a:lstStyle/>
          <a:p>
            <a:r>
              <a:rPr lang="en-US" dirty="0">
                <a:solidFill>
                  <a:schemeClr val="accent6">
                    <a:lumMod val="75000"/>
                  </a:schemeClr>
                </a:solidFill>
              </a:rPr>
              <a:t>Born rule determines and is determined by the entropy of all equal mixtures of pairs of pure states</a:t>
            </a:r>
          </a:p>
        </p:txBody>
      </p:sp>
      <p:sp>
        <p:nvSpPr>
          <p:cNvPr id="3" name="Footer Placeholder 2">
            <a:extLst>
              <a:ext uri="{FF2B5EF4-FFF2-40B4-BE49-F238E27FC236}">
                <a16:creationId xmlns:a16="http://schemas.microsoft.com/office/drawing/2014/main" id="{C1C143D7-BFFE-5FC1-E8EC-700B4238C994}"/>
              </a:ext>
            </a:extLst>
          </p:cNvPr>
          <p:cNvSpPr>
            <a:spLocks noGrp="1"/>
          </p:cNvSpPr>
          <p:nvPr>
            <p:ph type="ftr" sz="quarter" idx="11"/>
          </p:nvPr>
        </p:nvSpPr>
        <p:spPr/>
        <p:txBody>
          <a:bodyPr/>
          <a:lstStyle/>
          <a:p>
            <a:r>
              <a:rPr lang="en-US"/>
              <a:t>Christine Aidala - University of Michigan</a:t>
            </a:r>
          </a:p>
        </p:txBody>
      </p:sp>
    </p:spTree>
    <p:extLst>
      <p:ext uri="{BB962C8B-B14F-4D97-AF65-F5344CB8AC3E}">
        <p14:creationId xmlns:p14="http://schemas.microsoft.com/office/powerpoint/2010/main" val="6895631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508BE-476D-137D-440C-4084842353DB}"/>
              </a:ext>
            </a:extLst>
          </p:cNvPr>
          <p:cNvSpPr>
            <a:spLocks noGrp="1"/>
          </p:cNvSpPr>
          <p:nvPr>
            <p:ph type="title"/>
          </p:nvPr>
        </p:nvSpPr>
        <p:spPr/>
        <p:txBody>
          <a:bodyPr/>
          <a:lstStyle/>
          <a:p>
            <a:r>
              <a:rPr lang="en-US" dirty="0"/>
              <a:t>Uncertainty and entropy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82B2EB-0AC9-C9AC-8B3F-B4003333F1BF}"/>
                  </a:ext>
                </a:extLst>
              </p:cNvPr>
              <p:cNvSpPr>
                <a:spLocks noGrp="1"/>
              </p:cNvSpPr>
              <p:nvPr>
                <p:ph idx="1"/>
              </p:nvPr>
            </p:nvSpPr>
            <p:spPr/>
            <p:txBody>
              <a:bodyPr/>
              <a:lstStyle/>
              <a:p>
                <a:r>
                  <a:rPr lang="en-US" dirty="0"/>
                  <a:t>In both classical and quantum mechanics, Gaussian states maximize entropy for a single independent DOF at fixed uncertainty, or equivalently, minimize uncertainty at fixed entropy</a:t>
                </a:r>
              </a:p>
              <a:p>
                <a:r>
                  <a:rPr lang="en-US" dirty="0"/>
                  <a:t>If we fix the entropy </a:t>
                </a:r>
                <a14:m>
                  <m:oMath xmlns:m="http://schemas.openxmlformats.org/officeDocument/2006/math">
                    <m:r>
                      <a:rPr lang="en-US" b="0" i="1" smtClean="0">
                        <a:latin typeface="Cambria Math" panose="02040503050406030204" pitchFamily="18" charset="0"/>
                      </a:rPr>
                      <m:t>𝑆</m:t>
                    </m:r>
                  </m:oMath>
                </a14:m>
                <a:r>
                  <a:rPr lang="en-US" dirty="0"/>
                  <a:t>, will have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𝑥</m:t>
                    </m:r>
                    <m:r>
                      <m:rPr>
                        <m:sty m:val="p"/>
                      </m:rPr>
                      <a:rPr lang="en-US" b="0" i="0" smtClean="0">
                        <a:latin typeface="Cambria Math" panose="02040503050406030204" pitchFamily="18" charset="0"/>
                      </a:rPr>
                      <m:t>Δ</m:t>
                    </m:r>
                    <m:r>
                      <a:rPr lang="en-US" b="0" i="1" smtClean="0">
                        <a:latin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oMath>
                </a14:m>
                <a:endParaRPr lang="en-US" dirty="0"/>
              </a:p>
              <a:p>
                <a:r>
                  <a:rPr lang="en-US" dirty="0"/>
                  <a:t>Specific value of the uncertainty </a:t>
                </a:r>
                <a14:m>
                  <m:oMath xmlns:m="http://schemas.openxmlformats.org/officeDocument/2006/math">
                    <m:r>
                      <m:rPr>
                        <m:sty m:val="p"/>
                      </m:rPr>
                      <a:rPr lang="en-US" b="0" i="0" smtClean="0">
                        <a:latin typeface="Cambria Math" panose="02040503050406030204" pitchFamily="18" charset="0"/>
                      </a:rPr>
                      <m:t>Σ</m:t>
                    </m:r>
                  </m:oMath>
                </a14:m>
                <a:r>
                  <a:rPr lang="en-US" dirty="0"/>
                  <a:t> depends on </a:t>
                </a:r>
                <a14:m>
                  <m:oMath xmlns:m="http://schemas.openxmlformats.org/officeDocument/2006/math">
                    <m:r>
                      <a:rPr lang="en-US" b="0" i="1" smtClean="0">
                        <a:latin typeface="Cambria Math" panose="02040503050406030204" pitchFamily="18" charset="0"/>
                      </a:rPr>
                      <m:t>𝑆</m:t>
                    </m:r>
                  </m:oMath>
                </a14:m>
                <a:r>
                  <a:rPr lang="en-US" dirty="0"/>
                  <a:t> and on whether we’re using classical or quantum mechanics, but relationship always saturated by Gaussian states with no correlation between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𝑝</m:t>
                    </m:r>
                  </m:oMath>
                </a14:m>
                <a:endParaRPr lang="en-US" dirty="0"/>
              </a:p>
              <a:p>
                <a:r>
                  <a:rPr lang="en-US" dirty="0"/>
                  <a:t>Classical mechanics: </a:t>
                </a:r>
              </a:p>
              <a:p>
                <a:pPr marL="0" indent="0">
                  <a:buNone/>
                </a:pPr>
                <a:endParaRPr lang="en-US" dirty="0"/>
              </a:p>
              <a:p>
                <a:r>
                  <a:rPr lang="en-US" dirty="0"/>
                  <a:t>Quantum mechanics: </a:t>
                </a:r>
              </a:p>
            </p:txBody>
          </p:sp>
        </mc:Choice>
        <mc:Fallback xmlns="">
          <p:sp>
            <p:nvSpPr>
              <p:cNvPr id="3" name="Content Placeholder 2">
                <a:extLst>
                  <a:ext uri="{FF2B5EF4-FFF2-40B4-BE49-F238E27FC236}">
                    <a16:creationId xmlns:a16="http://schemas.microsoft.com/office/drawing/2014/main" id="{7682B2EB-0AC9-C9AC-8B3F-B4003333F1BF}"/>
                  </a:ext>
                </a:extLst>
              </p:cNvPr>
              <p:cNvSpPr>
                <a:spLocks noGrp="1" noRot="1" noChangeAspect="1" noMove="1" noResize="1" noEditPoints="1" noAdjustHandles="1" noChangeArrowheads="1" noChangeShapeType="1" noTextEdit="1"/>
              </p:cNvSpPr>
              <p:nvPr>
                <p:ph idx="1"/>
              </p:nvPr>
            </p:nvSpPr>
            <p:spPr>
              <a:blipFill>
                <a:blip r:embed="rId2"/>
                <a:stretch>
                  <a:fillRect l="-916" t="-1812" r="-76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22CA9EB-20CF-CCB0-31AA-BC2801CDE728}"/>
              </a:ext>
            </a:extLst>
          </p:cNvPr>
          <p:cNvSpPr>
            <a:spLocks noGrp="1"/>
          </p:cNvSpPr>
          <p:nvPr>
            <p:ph type="ftr" sz="quarter" idx="11"/>
          </p:nvPr>
        </p:nvSpPr>
        <p:spPr/>
        <p:txBody>
          <a:bodyPr/>
          <a:lstStyle/>
          <a:p>
            <a:r>
              <a:rPr lang="en-US"/>
              <a:t>Christine Aidala - University of Michigan</a:t>
            </a:r>
          </a:p>
        </p:txBody>
      </p:sp>
      <p:sp>
        <p:nvSpPr>
          <p:cNvPr id="5" name="Slide Number Placeholder 4">
            <a:extLst>
              <a:ext uri="{FF2B5EF4-FFF2-40B4-BE49-F238E27FC236}">
                <a16:creationId xmlns:a16="http://schemas.microsoft.com/office/drawing/2014/main" id="{C1DE3DC4-2370-E089-B10E-740849D53C05}"/>
              </a:ext>
            </a:extLst>
          </p:cNvPr>
          <p:cNvSpPr>
            <a:spLocks noGrp="1"/>
          </p:cNvSpPr>
          <p:nvPr>
            <p:ph type="sldNum" sz="quarter" idx="13"/>
          </p:nvPr>
        </p:nvSpPr>
        <p:spPr/>
        <p:txBody>
          <a:bodyPr/>
          <a:lstStyle/>
          <a:p>
            <a:fld id="{F47845EA-7733-40EE-B074-20032348B727}" type="slidenum">
              <a:rPr lang="en-US" smtClean="0"/>
              <a:t>51</a:t>
            </a:fld>
            <a:endParaRPr lang="en-US"/>
          </a:p>
        </p:txBody>
      </p:sp>
      <p:pic>
        <p:nvPicPr>
          <p:cNvPr id="7" name="Picture 6">
            <a:extLst>
              <a:ext uri="{FF2B5EF4-FFF2-40B4-BE49-F238E27FC236}">
                <a16:creationId xmlns:a16="http://schemas.microsoft.com/office/drawing/2014/main" id="{DE5FD313-FE1C-E993-E3B1-A58CD6987C9F}"/>
              </a:ext>
            </a:extLst>
          </p:cNvPr>
          <p:cNvPicPr>
            <a:picLocks noChangeAspect="1"/>
          </p:cNvPicPr>
          <p:nvPr/>
        </p:nvPicPr>
        <p:blipFill>
          <a:blip r:embed="rId3"/>
          <a:stretch>
            <a:fillRect/>
          </a:stretch>
        </p:blipFill>
        <p:spPr>
          <a:xfrm>
            <a:off x="3597850" y="4158113"/>
            <a:ext cx="3134413" cy="591308"/>
          </a:xfrm>
          <a:prstGeom prst="rect">
            <a:avLst/>
          </a:prstGeom>
        </p:spPr>
      </p:pic>
      <p:pic>
        <p:nvPicPr>
          <p:cNvPr id="9" name="Picture 8">
            <a:extLst>
              <a:ext uri="{FF2B5EF4-FFF2-40B4-BE49-F238E27FC236}">
                <a16:creationId xmlns:a16="http://schemas.microsoft.com/office/drawing/2014/main" id="{549EE041-2D97-C6B4-7E8E-F0163162C0F0}"/>
              </a:ext>
            </a:extLst>
          </p:cNvPr>
          <p:cNvPicPr>
            <a:picLocks noChangeAspect="1"/>
          </p:cNvPicPr>
          <p:nvPr/>
        </p:nvPicPr>
        <p:blipFill>
          <a:blip r:embed="rId4"/>
          <a:stretch>
            <a:fillRect/>
          </a:stretch>
        </p:blipFill>
        <p:spPr>
          <a:xfrm>
            <a:off x="3633281" y="5083198"/>
            <a:ext cx="5639190" cy="702134"/>
          </a:xfrm>
          <a:prstGeom prst="rect">
            <a:avLst/>
          </a:prstGeom>
        </p:spPr>
      </p:pic>
      <p:sp>
        <p:nvSpPr>
          <p:cNvPr id="10" name="TextBox 9">
            <a:extLst>
              <a:ext uri="{FF2B5EF4-FFF2-40B4-BE49-F238E27FC236}">
                <a16:creationId xmlns:a16="http://schemas.microsoft.com/office/drawing/2014/main" id="{F8EA11CE-3CE5-9E79-117D-AB4BFAC584DA}"/>
              </a:ext>
            </a:extLst>
          </p:cNvPr>
          <p:cNvSpPr txBox="1"/>
          <p:nvPr/>
        </p:nvSpPr>
        <p:spPr>
          <a:xfrm>
            <a:off x="7294728" y="3765911"/>
            <a:ext cx="4801358" cy="1200329"/>
          </a:xfrm>
          <a:prstGeom prst="rect">
            <a:avLst/>
          </a:prstGeom>
          <a:noFill/>
        </p:spPr>
        <p:txBody>
          <a:bodyPr wrap="square" rtlCol="0">
            <a:spAutoFit/>
          </a:bodyPr>
          <a:lstStyle/>
          <a:p>
            <a:r>
              <a:rPr lang="en-US" dirty="0"/>
              <a:t>See e.g. </a:t>
            </a:r>
            <a:r>
              <a:rPr lang="en-US" dirty="0" err="1"/>
              <a:t>Pathria</a:t>
            </a:r>
            <a:r>
              <a:rPr lang="en-US" dirty="0"/>
              <a:t> + Beale, </a:t>
            </a:r>
            <a:r>
              <a:rPr lang="en-US" i="1" dirty="0"/>
              <a:t>Statistical Mechanics</a:t>
            </a:r>
            <a:r>
              <a:rPr lang="en-US" dirty="0"/>
              <a:t>, Academic Press, 2022 or </a:t>
            </a:r>
            <a:br>
              <a:rPr lang="en-US" dirty="0"/>
            </a:br>
            <a:r>
              <a:rPr lang="en-US" dirty="0"/>
              <a:t>Cover + Thomas, </a:t>
            </a:r>
            <a:r>
              <a:rPr lang="en-US" i="1" dirty="0"/>
              <a:t>Elements of Information Theory</a:t>
            </a:r>
            <a:r>
              <a:rPr lang="en-US" dirty="0"/>
              <a:t>, Wiley, 2006.</a:t>
            </a:r>
          </a:p>
        </p:txBody>
      </p:sp>
      <p:sp>
        <p:nvSpPr>
          <p:cNvPr id="11" name="TextBox 10">
            <a:extLst>
              <a:ext uri="{FF2B5EF4-FFF2-40B4-BE49-F238E27FC236}">
                <a16:creationId xmlns:a16="http://schemas.microsoft.com/office/drawing/2014/main" id="{D85BCAF2-4519-E647-0AD1-2DE100C462E7}"/>
              </a:ext>
            </a:extLst>
          </p:cNvPr>
          <p:cNvSpPr txBox="1"/>
          <p:nvPr/>
        </p:nvSpPr>
        <p:spPr>
          <a:xfrm>
            <a:off x="7376613" y="5903288"/>
            <a:ext cx="3595805" cy="646331"/>
          </a:xfrm>
          <a:prstGeom prst="rect">
            <a:avLst/>
          </a:prstGeom>
          <a:noFill/>
        </p:spPr>
        <p:txBody>
          <a:bodyPr wrap="square" rtlCol="0">
            <a:spAutoFit/>
          </a:bodyPr>
          <a:lstStyle/>
          <a:p>
            <a:r>
              <a:rPr lang="en-US" dirty="0"/>
              <a:t>See e.g. </a:t>
            </a:r>
            <a:r>
              <a:rPr lang="en-US" dirty="0" err="1"/>
              <a:t>Weedbrook</a:t>
            </a:r>
            <a:r>
              <a:rPr lang="en-US" dirty="0"/>
              <a:t> et al., </a:t>
            </a:r>
            <a:r>
              <a:rPr lang="en-US" i="1" dirty="0"/>
              <a:t>Reviews of Modern Physics</a:t>
            </a:r>
            <a:r>
              <a:rPr lang="en-US" dirty="0"/>
              <a:t> 84:621, 2012.</a:t>
            </a:r>
          </a:p>
        </p:txBody>
      </p:sp>
    </p:spTree>
    <p:extLst>
      <p:ext uri="{BB962C8B-B14F-4D97-AF65-F5344CB8AC3E}">
        <p14:creationId xmlns:p14="http://schemas.microsoft.com/office/powerpoint/2010/main" val="6346617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726D6-DEAC-69C3-8A1E-972714978BA3}"/>
              </a:ext>
            </a:extLst>
          </p:cNvPr>
          <p:cNvSpPr>
            <a:spLocks noGrp="1"/>
          </p:cNvSpPr>
          <p:nvPr>
            <p:ph type="title"/>
          </p:nvPr>
        </p:nvSpPr>
        <p:spPr>
          <a:xfrm>
            <a:off x="103955" y="84779"/>
            <a:ext cx="11984090" cy="1054246"/>
          </a:xfrm>
        </p:spPr>
        <p:txBody>
          <a:bodyPr>
            <a:normAutofit fontScale="90000"/>
          </a:bodyPr>
          <a:lstStyle/>
          <a:p>
            <a:r>
              <a:rPr lang="en-US" dirty="0"/>
              <a:t>Reinterpreting traditional approaches: </a:t>
            </a:r>
            <a:br>
              <a:rPr lang="en-US" dirty="0"/>
            </a:br>
            <a:r>
              <a:rPr lang="en-US" dirty="0"/>
              <a:t>Blackbody radiation</a:t>
            </a:r>
          </a:p>
        </p:txBody>
      </p:sp>
      <p:sp>
        <p:nvSpPr>
          <p:cNvPr id="3" name="Content Placeholder 2">
            <a:extLst>
              <a:ext uri="{FF2B5EF4-FFF2-40B4-BE49-F238E27FC236}">
                <a16:creationId xmlns:a16="http://schemas.microsoft.com/office/drawing/2014/main" id="{D6136387-12F8-4912-FEA4-49621520BDBD}"/>
              </a:ext>
            </a:extLst>
          </p:cNvPr>
          <p:cNvSpPr>
            <a:spLocks noGrp="1"/>
          </p:cNvSpPr>
          <p:nvPr>
            <p:ph idx="1"/>
          </p:nvPr>
        </p:nvSpPr>
        <p:spPr>
          <a:xfrm>
            <a:off x="103955" y="1197870"/>
            <a:ext cx="11984090" cy="1697599"/>
          </a:xfrm>
        </p:spPr>
        <p:txBody>
          <a:bodyPr/>
          <a:lstStyle/>
          <a:p>
            <a:r>
              <a:rPr lang="en-US" dirty="0"/>
              <a:t>Ultraviolet catastrophe – a crisis for classical physics</a:t>
            </a:r>
          </a:p>
          <a:p>
            <a:r>
              <a:rPr lang="en-US" dirty="0"/>
              <a:t>Failure of classical mechanics was a failure of classical mechanics with respect to </a:t>
            </a:r>
            <a:r>
              <a:rPr lang="en-US" i="1" dirty="0"/>
              <a:t>statistical</a:t>
            </a:r>
            <a:r>
              <a:rPr lang="en-US" dirty="0"/>
              <a:t> mechanics</a:t>
            </a:r>
          </a:p>
        </p:txBody>
      </p:sp>
      <p:sp>
        <p:nvSpPr>
          <p:cNvPr id="4" name="Footer Placeholder 3">
            <a:extLst>
              <a:ext uri="{FF2B5EF4-FFF2-40B4-BE49-F238E27FC236}">
                <a16:creationId xmlns:a16="http://schemas.microsoft.com/office/drawing/2014/main" id="{73DC5DBE-9531-9795-C297-EDAA1C620800}"/>
              </a:ext>
            </a:extLst>
          </p:cNvPr>
          <p:cNvSpPr>
            <a:spLocks noGrp="1"/>
          </p:cNvSpPr>
          <p:nvPr>
            <p:ph type="ftr" sz="quarter" idx="11"/>
          </p:nvPr>
        </p:nvSpPr>
        <p:spPr/>
        <p:txBody>
          <a:bodyPr/>
          <a:lstStyle/>
          <a:p>
            <a:r>
              <a:rPr lang="en-US"/>
              <a:t>Christine Aidala - University of Michigan</a:t>
            </a:r>
          </a:p>
        </p:txBody>
      </p:sp>
      <p:sp>
        <p:nvSpPr>
          <p:cNvPr id="5" name="Slide Number Placeholder 4">
            <a:extLst>
              <a:ext uri="{FF2B5EF4-FFF2-40B4-BE49-F238E27FC236}">
                <a16:creationId xmlns:a16="http://schemas.microsoft.com/office/drawing/2014/main" id="{9E1545A8-2971-5D92-772D-EE0FC41EED98}"/>
              </a:ext>
            </a:extLst>
          </p:cNvPr>
          <p:cNvSpPr>
            <a:spLocks noGrp="1"/>
          </p:cNvSpPr>
          <p:nvPr>
            <p:ph type="sldNum" sz="quarter" idx="13"/>
          </p:nvPr>
        </p:nvSpPr>
        <p:spPr/>
        <p:txBody>
          <a:bodyPr/>
          <a:lstStyle/>
          <a:p>
            <a:fld id="{F47845EA-7733-40EE-B074-20032348B727}" type="slidenum">
              <a:rPr lang="en-US" smtClean="0"/>
              <a:t>52</a:t>
            </a:fld>
            <a:endParaRPr lang="en-US"/>
          </a:p>
        </p:txBody>
      </p:sp>
      <p:pic>
        <p:nvPicPr>
          <p:cNvPr id="7" name="Picture 6">
            <a:extLst>
              <a:ext uri="{FF2B5EF4-FFF2-40B4-BE49-F238E27FC236}">
                <a16:creationId xmlns:a16="http://schemas.microsoft.com/office/drawing/2014/main" id="{8AE39AAA-40F3-9567-8275-202B1333C16C}"/>
              </a:ext>
            </a:extLst>
          </p:cNvPr>
          <p:cNvPicPr>
            <a:picLocks noChangeAspect="1"/>
          </p:cNvPicPr>
          <p:nvPr/>
        </p:nvPicPr>
        <p:blipFill>
          <a:blip r:embed="rId2"/>
          <a:stretch>
            <a:fillRect/>
          </a:stretch>
        </p:blipFill>
        <p:spPr>
          <a:xfrm>
            <a:off x="3809118" y="2681388"/>
            <a:ext cx="1562946" cy="699419"/>
          </a:xfrm>
          <a:prstGeom prst="rect">
            <a:avLst/>
          </a:prstGeom>
        </p:spPr>
      </p:pic>
      <p:pic>
        <p:nvPicPr>
          <p:cNvPr id="9" name="Picture 8">
            <a:extLst>
              <a:ext uri="{FF2B5EF4-FFF2-40B4-BE49-F238E27FC236}">
                <a16:creationId xmlns:a16="http://schemas.microsoft.com/office/drawing/2014/main" id="{5C82C2BC-A705-F603-4769-62F67501D269}"/>
              </a:ext>
            </a:extLst>
          </p:cNvPr>
          <p:cNvPicPr>
            <a:picLocks noChangeAspect="1"/>
          </p:cNvPicPr>
          <p:nvPr/>
        </p:nvPicPr>
        <p:blipFill>
          <a:blip r:embed="rId3"/>
          <a:stretch>
            <a:fillRect/>
          </a:stretch>
        </p:blipFill>
        <p:spPr>
          <a:xfrm>
            <a:off x="3356551" y="3642417"/>
            <a:ext cx="3719813" cy="789288"/>
          </a:xfrm>
          <a:prstGeom prst="rect">
            <a:avLst/>
          </a:prstGeom>
        </p:spPr>
      </p:pic>
      <p:pic>
        <p:nvPicPr>
          <p:cNvPr id="11" name="Picture 10">
            <a:extLst>
              <a:ext uri="{FF2B5EF4-FFF2-40B4-BE49-F238E27FC236}">
                <a16:creationId xmlns:a16="http://schemas.microsoft.com/office/drawing/2014/main" id="{A8A66BE1-8C4E-6B82-B6BE-7CB80AF8827C}"/>
              </a:ext>
            </a:extLst>
          </p:cNvPr>
          <p:cNvPicPr>
            <a:picLocks noChangeAspect="1"/>
          </p:cNvPicPr>
          <p:nvPr/>
        </p:nvPicPr>
        <p:blipFill>
          <a:blip r:embed="rId4"/>
          <a:stretch>
            <a:fillRect/>
          </a:stretch>
        </p:blipFill>
        <p:spPr>
          <a:xfrm>
            <a:off x="2871139" y="4808955"/>
            <a:ext cx="5017059" cy="679882"/>
          </a:xfrm>
          <a:prstGeom prst="rect">
            <a:avLst/>
          </a:prstGeom>
        </p:spPr>
      </p:pic>
      <p:pic>
        <p:nvPicPr>
          <p:cNvPr id="13" name="Picture 12">
            <a:extLst>
              <a:ext uri="{FF2B5EF4-FFF2-40B4-BE49-F238E27FC236}">
                <a16:creationId xmlns:a16="http://schemas.microsoft.com/office/drawing/2014/main" id="{79CB1ED8-1B05-2DEE-8B40-4BE90C82DD06}"/>
              </a:ext>
            </a:extLst>
          </p:cNvPr>
          <p:cNvPicPr>
            <a:picLocks noChangeAspect="1"/>
          </p:cNvPicPr>
          <p:nvPr/>
        </p:nvPicPr>
        <p:blipFill>
          <a:blip r:embed="rId5"/>
          <a:stretch>
            <a:fillRect/>
          </a:stretch>
        </p:blipFill>
        <p:spPr>
          <a:xfrm>
            <a:off x="2937050" y="5767512"/>
            <a:ext cx="5017059" cy="687697"/>
          </a:xfrm>
          <a:prstGeom prst="rect">
            <a:avLst/>
          </a:prstGeom>
        </p:spPr>
      </p:pic>
      <p:pic>
        <p:nvPicPr>
          <p:cNvPr id="15" name="Picture 14" descr="A diagram of a normal distribution&#10;&#10;AI-generated content may be incorrect.">
            <a:extLst>
              <a:ext uri="{FF2B5EF4-FFF2-40B4-BE49-F238E27FC236}">
                <a16:creationId xmlns:a16="http://schemas.microsoft.com/office/drawing/2014/main" id="{BCDD3E3D-0086-4994-FC59-91940978CD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53601" y="2463317"/>
            <a:ext cx="2917568" cy="2334054"/>
          </a:xfrm>
          <a:prstGeom prst="rect">
            <a:avLst/>
          </a:prstGeom>
        </p:spPr>
      </p:pic>
      <p:sp>
        <p:nvSpPr>
          <p:cNvPr id="16" name="TextBox 15">
            <a:extLst>
              <a:ext uri="{FF2B5EF4-FFF2-40B4-BE49-F238E27FC236}">
                <a16:creationId xmlns:a16="http://schemas.microsoft.com/office/drawing/2014/main" id="{42009096-1584-F3D9-711A-EADD65576BD2}"/>
              </a:ext>
            </a:extLst>
          </p:cNvPr>
          <p:cNvSpPr txBox="1"/>
          <p:nvPr/>
        </p:nvSpPr>
        <p:spPr>
          <a:xfrm>
            <a:off x="608912" y="2760965"/>
            <a:ext cx="2448299" cy="369332"/>
          </a:xfrm>
          <a:prstGeom prst="rect">
            <a:avLst/>
          </a:prstGeom>
          <a:noFill/>
        </p:spPr>
        <p:txBody>
          <a:bodyPr wrap="none" rtlCol="0">
            <a:spAutoFit/>
          </a:bodyPr>
          <a:lstStyle/>
          <a:p>
            <a:r>
              <a:rPr lang="en-US" dirty="0"/>
              <a:t>Classical: Rayleigh-Jeans</a:t>
            </a:r>
          </a:p>
        </p:txBody>
      </p:sp>
      <p:sp>
        <p:nvSpPr>
          <p:cNvPr id="17" name="TextBox 16">
            <a:extLst>
              <a:ext uri="{FF2B5EF4-FFF2-40B4-BE49-F238E27FC236}">
                <a16:creationId xmlns:a16="http://schemas.microsoft.com/office/drawing/2014/main" id="{46B03EDC-BEDC-A7DA-17A2-608774248140}"/>
              </a:ext>
            </a:extLst>
          </p:cNvPr>
          <p:cNvSpPr txBox="1"/>
          <p:nvPr/>
        </p:nvSpPr>
        <p:spPr>
          <a:xfrm>
            <a:off x="620831" y="3649422"/>
            <a:ext cx="1796774" cy="369332"/>
          </a:xfrm>
          <a:prstGeom prst="rect">
            <a:avLst/>
          </a:prstGeom>
          <a:noFill/>
        </p:spPr>
        <p:txBody>
          <a:bodyPr wrap="none" rtlCol="0">
            <a:spAutoFit/>
          </a:bodyPr>
          <a:lstStyle/>
          <a:p>
            <a:r>
              <a:rPr lang="en-US" dirty="0"/>
              <a:t>Quantum: Planck</a:t>
            </a:r>
          </a:p>
        </p:txBody>
      </p:sp>
      <p:sp>
        <p:nvSpPr>
          <p:cNvPr id="18" name="TextBox 17">
            <a:extLst>
              <a:ext uri="{FF2B5EF4-FFF2-40B4-BE49-F238E27FC236}">
                <a16:creationId xmlns:a16="http://schemas.microsoft.com/office/drawing/2014/main" id="{2684EBA9-25BF-BE21-AFCE-E601BCE4A177}"/>
              </a:ext>
            </a:extLst>
          </p:cNvPr>
          <p:cNvSpPr txBox="1"/>
          <p:nvPr/>
        </p:nvSpPr>
        <p:spPr>
          <a:xfrm>
            <a:off x="188978" y="4797371"/>
            <a:ext cx="1768626" cy="646331"/>
          </a:xfrm>
          <a:prstGeom prst="rect">
            <a:avLst/>
          </a:prstGeom>
          <a:noFill/>
        </p:spPr>
        <p:txBody>
          <a:bodyPr wrap="none" rtlCol="0">
            <a:spAutoFit/>
          </a:bodyPr>
          <a:lstStyle/>
          <a:p>
            <a:r>
              <a:rPr lang="en-US" dirty="0"/>
              <a:t>Traditional limit: </a:t>
            </a:r>
            <a:br>
              <a:rPr lang="en-US" dirty="0"/>
            </a:br>
            <a:r>
              <a:rPr lang="en-US" dirty="0"/>
              <a:t>Low frequency</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00E4B0F-09A7-C336-C34E-EE7AFFF2A7C5}"/>
                  </a:ext>
                </a:extLst>
              </p:cNvPr>
              <p:cNvSpPr txBox="1"/>
              <p:nvPr/>
            </p:nvSpPr>
            <p:spPr>
              <a:xfrm>
                <a:off x="188978" y="5714786"/>
                <a:ext cx="2584490" cy="646331"/>
              </a:xfrm>
              <a:prstGeom prst="rect">
                <a:avLst/>
              </a:prstGeom>
              <a:noFill/>
            </p:spPr>
            <p:txBody>
              <a:bodyPr wrap="none" rtlCol="0">
                <a:spAutoFit/>
              </a:bodyPr>
              <a:lstStyle/>
              <a:p>
                <a:r>
                  <a:rPr lang="en-US" dirty="0"/>
                  <a:t>Alternative limit: </a:t>
                </a:r>
                <a:br>
                  <a:rPr lang="en-US" dirty="0"/>
                </a:br>
                <a:r>
                  <a:rPr lang="en-US" dirty="0"/>
                  <a:t>High temperature (low </a:t>
                </a:r>
                <a14:m>
                  <m:oMath xmlns:m="http://schemas.openxmlformats.org/officeDocument/2006/math">
                    <m:r>
                      <a:rPr lang="en-US" b="0" i="1" smtClean="0">
                        <a:latin typeface="Cambria Math" panose="02040503050406030204" pitchFamily="18" charset="0"/>
                      </a:rPr>
                      <m:t>𝛽</m:t>
                    </m:r>
                  </m:oMath>
                </a14:m>
                <a:r>
                  <a:rPr lang="en-US" dirty="0"/>
                  <a:t>)</a:t>
                </a:r>
              </a:p>
            </p:txBody>
          </p:sp>
        </mc:Choice>
        <mc:Fallback xmlns="">
          <p:sp>
            <p:nvSpPr>
              <p:cNvPr id="19" name="TextBox 18">
                <a:extLst>
                  <a:ext uri="{FF2B5EF4-FFF2-40B4-BE49-F238E27FC236}">
                    <a16:creationId xmlns:a16="http://schemas.microsoft.com/office/drawing/2014/main" id="{C00E4B0F-09A7-C336-C34E-EE7AFFF2A7C5}"/>
                  </a:ext>
                </a:extLst>
              </p:cNvPr>
              <p:cNvSpPr txBox="1">
                <a:spLocks noRot="1" noChangeAspect="1" noMove="1" noResize="1" noEditPoints="1" noAdjustHandles="1" noChangeArrowheads="1" noChangeShapeType="1" noTextEdit="1"/>
              </p:cNvSpPr>
              <p:nvPr/>
            </p:nvSpPr>
            <p:spPr>
              <a:xfrm>
                <a:off x="188978" y="5714786"/>
                <a:ext cx="2584490" cy="646331"/>
              </a:xfrm>
              <a:prstGeom prst="rect">
                <a:avLst/>
              </a:prstGeom>
              <a:blipFill>
                <a:blip r:embed="rId7"/>
                <a:stretch>
                  <a:fillRect l="-1887" t="-4717" r="-1179"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1E7E4F0-25D4-9296-A9BD-113DA16495BD}"/>
                  </a:ext>
                </a:extLst>
              </p:cNvPr>
              <p:cNvSpPr txBox="1"/>
              <p:nvPr/>
            </p:nvSpPr>
            <p:spPr>
              <a:xfrm>
                <a:off x="8399091" y="5692750"/>
                <a:ext cx="3577643" cy="830997"/>
              </a:xfrm>
              <a:prstGeom prst="rect">
                <a:avLst/>
              </a:prstGeom>
              <a:noFill/>
            </p:spPr>
            <p:txBody>
              <a:bodyPr wrap="square" rtlCol="0">
                <a:spAutoFit/>
              </a:bodyPr>
              <a:lstStyle/>
              <a:p>
                <a:r>
                  <a:rPr lang="en-US" sz="2400" dirty="0">
                    <a:solidFill>
                      <a:srgbClr val="0070C0"/>
                    </a:solidFill>
                  </a:rPr>
                  <a:t>Low </a:t>
                </a:r>
                <a14:m>
                  <m:oMath xmlns:m="http://schemas.openxmlformats.org/officeDocument/2006/math">
                    <m:r>
                      <a:rPr lang="en-US" sz="2400" b="0" i="1" smtClean="0">
                        <a:solidFill>
                          <a:srgbClr val="0070C0"/>
                        </a:solidFill>
                        <a:latin typeface="Cambria Math" panose="02040503050406030204" pitchFamily="18" charset="0"/>
                      </a:rPr>
                      <m:t>𝛽</m:t>
                    </m:r>
                    <m:r>
                      <a:rPr lang="en-US" sz="2400" b="0" i="1" smtClean="0">
                        <a:solidFill>
                          <a:srgbClr val="0070C0"/>
                        </a:solidFill>
                        <a:latin typeface="Cambria Math" panose="02040503050406030204" pitchFamily="18" charset="0"/>
                        <a:ea typeface="Cambria Math" panose="02040503050406030204" pitchFamily="18" charset="0"/>
                      </a:rPr>
                      <m:t>↔</m:t>
                    </m:r>
                  </m:oMath>
                </a14:m>
                <a:r>
                  <a:rPr lang="en-US" sz="2400" dirty="0">
                    <a:solidFill>
                      <a:srgbClr val="0070C0"/>
                    </a:solidFill>
                  </a:rPr>
                  <a:t>  high temperature/high entropy</a:t>
                </a:r>
              </a:p>
            </p:txBody>
          </p:sp>
        </mc:Choice>
        <mc:Fallback xmlns="">
          <p:sp>
            <p:nvSpPr>
              <p:cNvPr id="6" name="TextBox 5">
                <a:extLst>
                  <a:ext uri="{FF2B5EF4-FFF2-40B4-BE49-F238E27FC236}">
                    <a16:creationId xmlns:a16="http://schemas.microsoft.com/office/drawing/2014/main" id="{41E7E4F0-25D4-9296-A9BD-113DA16495BD}"/>
                  </a:ext>
                </a:extLst>
              </p:cNvPr>
              <p:cNvSpPr txBox="1">
                <a:spLocks noRot="1" noChangeAspect="1" noMove="1" noResize="1" noEditPoints="1" noAdjustHandles="1" noChangeArrowheads="1" noChangeShapeType="1" noTextEdit="1"/>
              </p:cNvSpPr>
              <p:nvPr/>
            </p:nvSpPr>
            <p:spPr>
              <a:xfrm>
                <a:off x="8399091" y="5692750"/>
                <a:ext cx="3577643" cy="830997"/>
              </a:xfrm>
              <a:prstGeom prst="rect">
                <a:avLst/>
              </a:prstGeom>
              <a:blipFill>
                <a:blip r:embed="rId8"/>
                <a:stretch>
                  <a:fillRect l="-2726" t="-5882" b="-16176"/>
                </a:stretch>
              </a:blipFill>
            </p:spPr>
            <p:txBody>
              <a:bodyPr/>
              <a:lstStyle/>
              <a:p>
                <a:r>
                  <a:rPr lang="en-US">
                    <a:noFill/>
                  </a:rPr>
                  <a:t> </a:t>
                </a:r>
              </a:p>
            </p:txBody>
          </p:sp>
        </mc:Fallback>
      </mc:AlternateContent>
    </p:spTree>
    <p:extLst>
      <p:ext uri="{BB962C8B-B14F-4D97-AF65-F5344CB8AC3E}">
        <p14:creationId xmlns:p14="http://schemas.microsoft.com/office/powerpoint/2010/main" val="2055225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E99EF-93AC-FFAB-547C-684B0B45F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3BB86-B3E7-1A19-37CD-6CD22EE3E9F7}"/>
              </a:ext>
            </a:extLst>
          </p:cNvPr>
          <p:cNvSpPr>
            <a:spLocks noGrp="1"/>
          </p:cNvSpPr>
          <p:nvPr>
            <p:ph type="title"/>
          </p:nvPr>
        </p:nvSpPr>
        <p:spPr>
          <a:xfrm>
            <a:off x="103955" y="84779"/>
            <a:ext cx="11984090" cy="1054246"/>
          </a:xfrm>
        </p:spPr>
        <p:txBody>
          <a:bodyPr>
            <a:normAutofit fontScale="90000"/>
          </a:bodyPr>
          <a:lstStyle/>
          <a:p>
            <a:r>
              <a:rPr lang="en-US" dirty="0"/>
              <a:t>Reinterpreting traditional approaches: </a:t>
            </a:r>
            <a:br>
              <a:rPr lang="en-US" dirty="0"/>
            </a:br>
            <a:r>
              <a:rPr lang="en-US" sz="4000" dirty="0"/>
              <a:t>Wigner’s quantum correction for thermodynamic equilibrium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18D2D5-F526-0962-4254-A1D217B7957F}"/>
                  </a:ext>
                </a:extLst>
              </p:cNvPr>
              <p:cNvSpPr>
                <a:spLocks noGrp="1"/>
              </p:cNvSpPr>
              <p:nvPr>
                <p:ph idx="1"/>
              </p:nvPr>
            </p:nvSpPr>
            <p:spPr>
              <a:xfrm>
                <a:off x="119730" y="2306472"/>
                <a:ext cx="11984090" cy="3944204"/>
              </a:xfrm>
            </p:spPr>
            <p:txBody>
              <a:bodyPr>
                <a:normAutofit/>
              </a:bodyPr>
              <a:lstStyle/>
              <a:p>
                <a:r>
                  <a:rPr lang="en-US" dirty="0"/>
                  <a:t>Considered Wigner distribution of a system in thermal equilibrium at inverse temperature </a:t>
                </a:r>
                <a14:m>
                  <m:oMath xmlns:m="http://schemas.openxmlformats.org/officeDocument/2006/math">
                    <m:r>
                      <a:rPr lang="en-US" b="0" i="1" smtClean="0">
                        <a:latin typeface="Cambria Math" panose="02040503050406030204" pitchFamily="18" charset="0"/>
                      </a:rPr>
                      <m:t>𝛽</m:t>
                    </m:r>
                  </m:oMath>
                </a14:m>
                <a:r>
                  <a:rPr lang="en-US" dirty="0"/>
                  <a:t>:</a:t>
                </a:r>
              </a:p>
              <a:p>
                <a:pPr lvl="1"/>
                <a:endParaRPr lang="en-US" sz="2200" dirty="0"/>
              </a:p>
              <a:p>
                <a:pPr lvl="1"/>
                <a:r>
                  <a:rPr lang="en-US" sz="2200" dirty="0"/>
                  <a:t>With </a:t>
                </a:r>
                <a14:m>
                  <m:oMath xmlns:m="http://schemas.openxmlformats.org/officeDocument/2006/math">
                    <m:acc>
                      <m:accPr>
                        <m:chr m:val="̂"/>
                        <m:ctrlPr>
                          <a:rPr lang="en-US" sz="2200" b="0" i="1" smtClean="0">
                            <a:latin typeface="Cambria Math" panose="02040503050406030204" pitchFamily="18" charset="0"/>
                          </a:rPr>
                        </m:ctrlPr>
                      </m:accPr>
                      <m:e>
                        <m:r>
                          <a:rPr lang="en-US" sz="2200" b="0" i="1" smtClean="0">
                            <a:latin typeface="Cambria Math" panose="02040503050406030204" pitchFamily="18" charset="0"/>
                          </a:rPr>
                          <m:t>𝜌</m:t>
                        </m:r>
                      </m:e>
                    </m:acc>
                    <m:r>
                      <a:rPr lang="en-US" sz="2200" b="0" i="1" dirty="0" smtClean="0">
                        <a:latin typeface="Cambria Math" panose="02040503050406030204" pitchFamily="18" charset="0"/>
                      </a:rPr>
                      <m:t>=</m:t>
                    </m:r>
                    <m:sSup>
                      <m:sSupPr>
                        <m:ctrlPr>
                          <a:rPr lang="en-US" sz="2200" b="0" i="1" dirty="0" smtClean="0">
                            <a:latin typeface="Cambria Math" panose="02040503050406030204" pitchFamily="18" charset="0"/>
                          </a:rPr>
                        </m:ctrlPr>
                      </m:sSupPr>
                      <m:e>
                        <m:r>
                          <a:rPr lang="en-US" sz="2200" b="0" i="1" dirty="0" smtClean="0">
                            <a:latin typeface="Cambria Math" panose="02040503050406030204" pitchFamily="18" charset="0"/>
                          </a:rPr>
                          <m:t>𝑒</m:t>
                        </m:r>
                      </m:e>
                      <m:sup>
                        <m:r>
                          <m:rPr>
                            <m:lit/>
                          </m:rPr>
                          <a:rPr lang="en-US" sz="2200" b="0" i="1" dirty="0" smtClean="0">
                            <a:latin typeface="Cambria Math" panose="02040503050406030204" pitchFamily="18" charset="0"/>
                          </a:rPr>
                          <m:t>−</m:t>
                        </m:r>
                        <m:r>
                          <a:rPr lang="en-US" sz="2200" b="0" i="1" dirty="0" smtClean="0">
                            <a:latin typeface="Cambria Math" panose="02040503050406030204" pitchFamily="18" charset="0"/>
                          </a:rPr>
                          <m:t>𝛽</m:t>
                        </m:r>
                        <m:acc>
                          <m:accPr>
                            <m:chr m:val="̂"/>
                            <m:ctrlPr>
                              <a:rPr lang="en-US" sz="2200" b="0" i="1" dirty="0" smtClean="0">
                                <a:latin typeface="Cambria Math" panose="02040503050406030204" pitchFamily="18" charset="0"/>
                              </a:rPr>
                            </m:ctrlPr>
                          </m:accPr>
                          <m:e>
                            <m:r>
                              <a:rPr lang="en-US" sz="2200" b="0" i="1" dirty="0" smtClean="0">
                                <a:latin typeface="Cambria Math" panose="02040503050406030204" pitchFamily="18" charset="0"/>
                              </a:rPr>
                              <m:t>𝐻</m:t>
                            </m:r>
                          </m:e>
                        </m:acc>
                      </m:sup>
                    </m:sSup>
                  </m:oMath>
                </a14:m>
                <a:r>
                  <a:rPr lang="en-US" sz="2200" dirty="0"/>
                  <a:t> the mixed state that maximizes entropy at given average energy (Boltzmann dist.)</a:t>
                </a:r>
              </a:p>
              <a:p>
                <a:r>
                  <a:rPr lang="en-US" dirty="0"/>
                  <a:t>Transformed Hamiltonian to express it as the sum of classical and quantum terms and then expanded the Wigner distribution in powers of </a:t>
                </a:r>
                <a14:m>
                  <m:oMath xmlns:m="http://schemas.openxmlformats.org/officeDocument/2006/math">
                    <m:r>
                      <m:rPr>
                        <m:sty m:val="p"/>
                      </m:rPr>
                      <a:rPr lang="en-US" b="0" i="1" smtClean="0">
                        <a:latin typeface="Cambria Math" panose="02040503050406030204" pitchFamily="18" charset="0"/>
                      </a:rPr>
                      <m:t>ℏ</m:t>
                    </m:r>
                  </m:oMath>
                </a14:m>
                <a:r>
                  <a:rPr lang="en-US" dirty="0"/>
                  <a:t> </a:t>
                </a:r>
              </a:p>
              <a:p>
                <a:pPr lvl="1"/>
                <a:r>
                  <a:rPr lang="en-US" dirty="0"/>
                  <a:t>Quantum corrections only come in at second order in </a:t>
                </a:r>
                <a14:m>
                  <m:oMath xmlns:m="http://schemas.openxmlformats.org/officeDocument/2006/math">
                    <m:r>
                      <m:rPr>
                        <m:sty m:val="p"/>
                      </m:rPr>
                      <a:rPr lang="en-US" b="0" i="1" smtClean="0">
                        <a:latin typeface="Cambria Math" panose="02040503050406030204" pitchFamily="18" charset="0"/>
                      </a:rPr>
                      <m:t>ℏ</m:t>
                    </m:r>
                  </m:oMath>
                </a14:m>
                <a:r>
                  <a:rPr lang="en-US" dirty="0"/>
                  <a:t>, recovering classical mechanics in the limit as </a:t>
                </a:r>
                <a14:m>
                  <m:oMath xmlns:m="http://schemas.openxmlformats.org/officeDocument/2006/math">
                    <m:r>
                      <m:rPr>
                        <m:sty m:val="p"/>
                      </m:rPr>
                      <a:rPr lang="en-US" b="0" i="1" smtClean="0">
                        <a:latin typeface="Cambria Math" panose="02040503050406030204" pitchFamily="18" charset="0"/>
                      </a:rPr>
                      <m:t>ℏ</m:t>
                    </m:r>
                    <m:r>
                      <a:rPr lang="en-US" b="0" i="1" smtClean="0">
                        <a:latin typeface="Cambria Math" panose="02040503050406030204" pitchFamily="18" charset="0"/>
                      </a:rPr>
                      <m:t>→0</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6618D2D5-F526-0962-4254-A1D217B7957F}"/>
                  </a:ext>
                </a:extLst>
              </p:cNvPr>
              <p:cNvSpPr>
                <a:spLocks noGrp="1" noRot="1" noChangeAspect="1" noMove="1" noResize="1" noEditPoints="1" noAdjustHandles="1" noChangeArrowheads="1" noChangeShapeType="1" noTextEdit="1"/>
              </p:cNvSpPr>
              <p:nvPr>
                <p:ph idx="1"/>
              </p:nvPr>
            </p:nvSpPr>
            <p:spPr>
              <a:xfrm>
                <a:off x="119730" y="2306472"/>
                <a:ext cx="11984090" cy="3944204"/>
              </a:xfrm>
              <a:blipFill>
                <a:blip r:embed="rId2"/>
                <a:stretch>
                  <a:fillRect l="-916" t="-2473" r="-509"/>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71BBA75-8E14-1EBB-07BA-424D1DBCC31F}"/>
              </a:ext>
            </a:extLst>
          </p:cNvPr>
          <p:cNvSpPr>
            <a:spLocks noGrp="1"/>
          </p:cNvSpPr>
          <p:nvPr>
            <p:ph type="ftr" sz="quarter" idx="11"/>
          </p:nvPr>
        </p:nvSpPr>
        <p:spPr/>
        <p:txBody>
          <a:bodyPr/>
          <a:lstStyle/>
          <a:p>
            <a:r>
              <a:rPr lang="en-US"/>
              <a:t>Christine Aidala - University of Michigan</a:t>
            </a:r>
          </a:p>
        </p:txBody>
      </p:sp>
      <p:sp>
        <p:nvSpPr>
          <p:cNvPr id="5" name="Slide Number Placeholder 4">
            <a:extLst>
              <a:ext uri="{FF2B5EF4-FFF2-40B4-BE49-F238E27FC236}">
                <a16:creationId xmlns:a16="http://schemas.microsoft.com/office/drawing/2014/main" id="{2F9323B1-25A7-036B-ECD7-DB410E730DB4}"/>
              </a:ext>
            </a:extLst>
          </p:cNvPr>
          <p:cNvSpPr>
            <a:spLocks noGrp="1"/>
          </p:cNvSpPr>
          <p:nvPr>
            <p:ph type="sldNum" sz="quarter" idx="13"/>
          </p:nvPr>
        </p:nvSpPr>
        <p:spPr/>
        <p:txBody>
          <a:bodyPr/>
          <a:lstStyle/>
          <a:p>
            <a:fld id="{F47845EA-7733-40EE-B074-20032348B727}" type="slidenum">
              <a:rPr lang="en-US" smtClean="0"/>
              <a:t>53</a:t>
            </a:fld>
            <a:endParaRPr lang="en-US"/>
          </a:p>
        </p:txBody>
      </p:sp>
      <p:pic>
        <p:nvPicPr>
          <p:cNvPr id="8" name="Picture 7">
            <a:extLst>
              <a:ext uri="{FF2B5EF4-FFF2-40B4-BE49-F238E27FC236}">
                <a16:creationId xmlns:a16="http://schemas.microsoft.com/office/drawing/2014/main" id="{62A86935-97B5-9BA3-B968-A94DADE3C2AE}"/>
              </a:ext>
            </a:extLst>
          </p:cNvPr>
          <p:cNvPicPr>
            <a:picLocks noChangeAspect="1"/>
          </p:cNvPicPr>
          <p:nvPr/>
        </p:nvPicPr>
        <p:blipFill>
          <a:blip r:embed="rId3"/>
          <a:stretch>
            <a:fillRect/>
          </a:stretch>
        </p:blipFill>
        <p:spPr>
          <a:xfrm>
            <a:off x="6402363" y="1257206"/>
            <a:ext cx="5524715" cy="940084"/>
          </a:xfrm>
          <a:prstGeom prst="rect">
            <a:avLst/>
          </a:prstGeom>
          <a:ln>
            <a:solidFill>
              <a:schemeClr val="tx1"/>
            </a:solidFill>
          </a:ln>
        </p:spPr>
      </p:pic>
      <p:sp>
        <p:nvSpPr>
          <p:cNvPr id="10" name="TextBox 9">
            <a:extLst>
              <a:ext uri="{FF2B5EF4-FFF2-40B4-BE49-F238E27FC236}">
                <a16:creationId xmlns:a16="http://schemas.microsoft.com/office/drawing/2014/main" id="{BA4F7EF2-E767-B0DB-3C47-E2398E2E6A33}"/>
              </a:ext>
            </a:extLst>
          </p:cNvPr>
          <p:cNvSpPr txBox="1"/>
          <p:nvPr/>
        </p:nvSpPr>
        <p:spPr>
          <a:xfrm>
            <a:off x="4148028" y="1635369"/>
            <a:ext cx="2254335" cy="307777"/>
          </a:xfrm>
          <a:prstGeom prst="rect">
            <a:avLst/>
          </a:prstGeom>
          <a:noFill/>
        </p:spPr>
        <p:txBody>
          <a:bodyPr wrap="none" rtlCol="0">
            <a:spAutoFit/>
          </a:bodyPr>
          <a:lstStyle/>
          <a:p>
            <a:r>
              <a:rPr lang="en-US" sz="1400" i="1" dirty="0"/>
              <a:t>Phys. Rev.</a:t>
            </a:r>
            <a:r>
              <a:rPr lang="en-US" sz="1400" dirty="0"/>
              <a:t> </a:t>
            </a:r>
            <a:r>
              <a:rPr lang="en-US" sz="1400" b="0" i="0" u="none" strike="noStrike" baseline="0" dirty="0">
                <a:latin typeface="CMR10"/>
              </a:rPr>
              <a:t>40:749–759, 1932</a:t>
            </a:r>
            <a:endParaRPr lang="en-US" sz="1400" dirty="0"/>
          </a:p>
        </p:txBody>
      </p:sp>
      <p:pic>
        <p:nvPicPr>
          <p:cNvPr id="14" name="Picture 13">
            <a:extLst>
              <a:ext uri="{FF2B5EF4-FFF2-40B4-BE49-F238E27FC236}">
                <a16:creationId xmlns:a16="http://schemas.microsoft.com/office/drawing/2014/main" id="{B1A90CA0-8DDC-1C49-447F-4CC3F80A30DE}"/>
              </a:ext>
            </a:extLst>
          </p:cNvPr>
          <p:cNvPicPr>
            <a:picLocks noChangeAspect="1"/>
          </p:cNvPicPr>
          <p:nvPr/>
        </p:nvPicPr>
        <p:blipFill>
          <a:blip r:embed="rId4"/>
          <a:stretch>
            <a:fillRect/>
          </a:stretch>
        </p:blipFill>
        <p:spPr>
          <a:xfrm>
            <a:off x="2961562" y="2725348"/>
            <a:ext cx="6977925" cy="638825"/>
          </a:xfrm>
          <a:prstGeom prst="rect">
            <a:avLst/>
          </a:prstGeom>
        </p:spPr>
      </p:pic>
      <p:pic>
        <p:nvPicPr>
          <p:cNvPr id="26" name="Picture 25">
            <a:extLst>
              <a:ext uri="{FF2B5EF4-FFF2-40B4-BE49-F238E27FC236}">
                <a16:creationId xmlns:a16="http://schemas.microsoft.com/office/drawing/2014/main" id="{7D7370FC-1C8D-8317-7481-D94ACDD56A5B}"/>
              </a:ext>
            </a:extLst>
          </p:cNvPr>
          <p:cNvPicPr>
            <a:picLocks noChangeAspect="1"/>
          </p:cNvPicPr>
          <p:nvPr/>
        </p:nvPicPr>
        <p:blipFill>
          <a:blip r:embed="rId5"/>
          <a:stretch>
            <a:fillRect/>
          </a:stretch>
        </p:blipFill>
        <p:spPr>
          <a:xfrm>
            <a:off x="3618308" y="5493224"/>
            <a:ext cx="8024331" cy="790427"/>
          </a:xfrm>
          <a:prstGeom prst="rect">
            <a:avLst/>
          </a:prstGeom>
        </p:spPr>
      </p:pic>
    </p:spTree>
    <p:extLst>
      <p:ext uri="{BB962C8B-B14F-4D97-AF65-F5344CB8AC3E}">
        <p14:creationId xmlns:p14="http://schemas.microsoft.com/office/powerpoint/2010/main" val="5247032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24238-96E6-6866-D378-E90785D43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B95E2-6AD2-0A83-0D69-B0D8BF8C1D33}"/>
              </a:ext>
            </a:extLst>
          </p:cNvPr>
          <p:cNvSpPr>
            <a:spLocks noGrp="1"/>
          </p:cNvSpPr>
          <p:nvPr>
            <p:ph type="title"/>
          </p:nvPr>
        </p:nvSpPr>
        <p:spPr>
          <a:xfrm>
            <a:off x="103955" y="84779"/>
            <a:ext cx="11984090" cy="1054246"/>
          </a:xfrm>
        </p:spPr>
        <p:txBody>
          <a:bodyPr>
            <a:normAutofit fontScale="90000"/>
          </a:bodyPr>
          <a:lstStyle/>
          <a:p>
            <a:r>
              <a:rPr lang="en-US" dirty="0"/>
              <a:t>Reinterpreting traditional approaches: </a:t>
            </a:r>
            <a:br>
              <a:rPr lang="en-US" dirty="0"/>
            </a:br>
            <a:r>
              <a:rPr lang="en-US" sz="4000" dirty="0"/>
              <a:t>Wigner’s quantum correction for thermodynamic equilibrium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2B15A2-6CD5-842F-A535-056E02691C4A}"/>
                  </a:ext>
                </a:extLst>
              </p:cNvPr>
              <p:cNvSpPr>
                <a:spLocks noGrp="1"/>
              </p:cNvSpPr>
              <p:nvPr>
                <p:ph idx="1"/>
              </p:nvPr>
            </p:nvSpPr>
            <p:spPr>
              <a:xfrm>
                <a:off x="119730" y="3181216"/>
                <a:ext cx="11984090" cy="2967100"/>
              </a:xfrm>
            </p:spPr>
            <p:txBody>
              <a:bodyPr>
                <a:normAutofit fontScale="77500" lnSpcReduction="20000"/>
              </a:bodyPr>
              <a:lstStyle/>
              <a:p>
                <a:r>
                  <a:rPr lang="en-US" dirty="0"/>
                  <a:t>Can expand this in powers of </a:t>
                </a:r>
                <a14:m>
                  <m:oMath xmlns:m="http://schemas.openxmlformats.org/officeDocument/2006/math">
                    <m:r>
                      <a:rPr lang="en-US" b="0" i="1" smtClean="0">
                        <a:latin typeface="Cambria Math" panose="02040503050406030204" pitchFamily="18" charset="0"/>
                      </a:rPr>
                      <m:t>𝛽</m:t>
                    </m:r>
                  </m:oMath>
                </a14:m>
                <a:r>
                  <a:rPr lang="en-US" dirty="0"/>
                  <a:t> for </a:t>
                </a:r>
                <a14:m>
                  <m:oMath xmlns:m="http://schemas.openxmlformats.org/officeDocument/2006/math">
                    <m:r>
                      <a:rPr lang="en-US" b="0" i="1" smtClean="0">
                        <a:latin typeface="Cambria Math" panose="02040503050406030204" pitchFamily="18" charset="0"/>
                      </a:rPr>
                      <m:t>𝛽</m:t>
                    </m:r>
                    <m:r>
                      <a:rPr lang="en-US" b="0" i="1" smtClean="0">
                        <a:latin typeface="Cambria Math" panose="02040503050406030204" pitchFamily="18" charset="0"/>
                      </a:rPr>
                      <m:t>≪1</m:t>
                    </m:r>
                  </m:oMath>
                </a14:m>
                <a:r>
                  <a:rPr lang="en-US" dirty="0"/>
                  <a:t>, rather than powers of </a:t>
                </a:r>
                <a14:m>
                  <m:oMath xmlns:m="http://schemas.openxmlformats.org/officeDocument/2006/math">
                    <m:r>
                      <m:rPr>
                        <m:sty m:val="p"/>
                      </m:rPr>
                      <a:rPr lang="en-US" b="0" i="1" smtClean="0">
                        <a:latin typeface="Cambria Math" panose="02040503050406030204" pitchFamily="18" charset="0"/>
                      </a:rPr>
                      <m:t>ℏ</m:t>
                    </m:r>
                  </m:oMath>
                </a14:m>
                <a:endParaRPr lang="en-US" dirty="0"/>
              </a:p>
              <a:p>
                <a:r>
                  <a:rPr lang="en-US" dirty="0"/>
                  <a:t>First order: </a:t>
                </a:r>
              </a:p>
              <a:p>
                <a:endParaRPr lang="en-US" dirty="0"/>
              </a:p>
              <a:p>
                <a:r>
                  <a:rPr lang="en-US" dirty="0"/>
                  <a:t>Show first-order quantum correction in </a:t>
                </a:r>
                <a14:m>
                  <m:oMath xmlns:m="http://schemas.openxmlformats.org/officeDocument/2006/math">
                    <m:r>
                      <a:rPr lang="en-US" b="0" i="1" smtClean="0">
                        <a:latin typeface="Cambria Math" panose="02040503050406030204" pitchFamily="18" charset="0"/>
                      </a:rPr>
                      <m:t>𝛽</m:t>
                    </m:r>
                  </m:oMath>
                </a14:m>
                <a:r>
                  <a:rPr lang="en-US" dirty="0"/>
                  <a:t> is zero by inserting an identity in the momentum </a:t>
                </a:r>
                <a:r>
                  <a:rPr lang="en-US" dirty="0" err="1"/>
                  <a:t>eigenbase</a:t>
                </a:r>
                <a:r>
                  <a:rPr lang="en-US" dirty="0"/>
                  <a:t>: </a:t>
                </a:r>
              </a:p>
              <a:p>
                <a:endParaRPr lang="en-US" dirty="0"/>
              </a:p>
              <a:p>
                <a:endParaRPr lang="en-US" dirty="0"/>
              </a:p>
              <a:p>
                <a:r>
                  <a:rPr lang="en-US" dirty="0"/>
                  <a:t>Thus, </a:t>
                </a:r>
                <a:r>
                  <a:rPr lang="en-US" i="1" dirty="0"/>
                  <a:t>quantum corrections only enter at second order in </a:t>
                </a:r>
                <a14:m>
                  <m:oMath xmlns:m="http://schemas.openxmlformats.org/officeDocument/2006/math">
                    <m:r>
                      <a:rPr lang="en-US" b="0" i="1" smtClean="0">
                        <a:latin typeface="Cambria Math" panose="02040503050406030204" pitchFamily="18" charset="0"/>
                      </a:rPr>
                      <m:t>𝛽</m:t>
                    </m:r>
                  </m:oMath>
                </a14:m>
                <a:r>
                  <a:rPr lang="en-US" dirty="0"/>
                  <a:t>, recovering classical mechanics in the limit as </a:t>
                </a:r>
                <a14:m>
                  <m:oMath xmlns:m="http://schemas.openxmlformats.org/officeDocument/2006/math">
                    <m:r>
                      <a:rPr lang="en-US" b="0" i="1" smtClean="0">
                        <a:latin typeface="Cambria Math" panose="02040503050406030204" pitchFamily="18" charset="0"/>
                      </a:rPr>
                      <m:t>𝛽</m:t>
                    </m:r>
                    <m:r>
                      <a:rPr lang="en-US" b="0" i="1" smtClean="0">
                        <a:latin typeface="Cambria Math" panose="02040503050406030204" pitchFamily="18" charset="0"/>
                      </a:rPr>
                      <m:t>→0</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FF2B15A2-6CD5-842F-A535-056E02691C4A}"/>
                  </a:ext>
                </a:extLst>
              </p:cNvPr>
              <p:cNvSpPr>
                <a:spLocks noGrp="1" noRot="1" noChangeAspect="1" noMove="1" noResize="1" noEditPoints="1" noAdjustHandles="1" noChangeArrowheads="1" noChangeShapeType="1" noTextEdit="1"/>
              </p:cNvSpPr>
              <p:nvPr>
                <p:ph idx="1"/>
              </p:nvPr>
            </p:nvSpPr>
            <p:spPr>
              <a:xfrm>
                <a:off x="119730" y="3181216"/>
                <a:ext cx="11984090" cy="2967100"/>
              </a:xfrm>
              <a:blipFill>
                <a:blip r:embed="rId2"/>
                <a:stretch>
                  <a:fillRect l="-610" t="-4312" r="-81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8020AD6-ADE1-8A07-B463-ABA4EE260B86}"/>
              </a:ext>
            </a:extLst>
          </p:cNvPr>
          <p:cNvSpPr>
            <a:spLocks noGrp="1"/>
          </p:cNvSpPr>
          <p:nvPr>
            <p:ph type="ftr" sz="quarter" idx="11"/>
          </p:nvPr>
        </p:nvSpPr>
        <p:spPr/>
        <p:txBody>
          <a:bodyPr/>
          <a:lstStyle/>
          <a:p>
            <a:r>
              <a:rPr lang="en-US"/>
              <a:t>Christine Aidala - University of Michigan</a:t>
            </a:r>
          </a:p>
        </p:txBody>
      </p:sp>
      <p:sp>
        <p:nvSpPr>
          <p:cNvPr id="5" name="Slide Number Placeholder 4">
            <a:extLst>
              <a:ext uri="{FF2B5EF4-FFF2-40B4-BE49-F238E27FC236}">
                <a16:creationId xmlns:a16="http://schemas.microsoft.com/office/drawing/2014/main" id="{7016E60C-1EC6-1443-3127-B0E48585FC73}"/>
              </a:ext>
            </a:extLst>
          </p:cNvPr>
          <p:cNvSpPr>
            <a:spLocks noGrp="1"/>
          </p:cNvSpPr>
          <p:nvPr>
            <p:ph type="sldNum" sz="quarter" idx="13"/>
          </p:nvPr>
        </p:nvSpPr>
        <p:spPr/>
        <p:txBody>
          <a:bodyPr/>
          <a:lstStyle/>
          <a:p>
            <a:fld id="{F47845EA-7733-40EE-B074-20032348B727}" type="slidenum">
              <a:rPr lang="en-US" smtClean="0"/>
              <a:t>54</a:t>
            </a:fld>
            <a:endParaRPr lang="en-US"/>
          </a:p>
        </p:txBody>
      </p:sp>
      <p:pic>
        <p:nvPicPr>
          <p:cNvPr id="21" name="Picture 20">
            <a:extLst>
              <a:ext uri="{FF2B5EF4-FFF2-40B4-BE49-F238E27FC236}">
                <a16:creationId xmlns:a16="http://schemas.microsoft.com/office/drawing/2014/main" id="{E1A830C8-E613-9B4C-080A-D9EFB647CA92}"/>
              </a:ext>
            </a:extLst>
          </p:cNvPr>
          <p:cNvPicPr>
            <a:picLocks noChangeAspect="1"/>
          </p:cNvPicPr>
          <p:nvPr/>
        </p:nvPicPr>
        <p:blipFill>
          <a:blip r:embed="rId3"/>
          <a:stretch>
            <a:fillRect/>
          </a:stretch>
        </p:blipFill>
        <p:spPr>
          <a:xfrm>
            <a:off x="535630" y="1358208"/>
            <a:ext cx="8838249" cy="784487"/>
          </a:xfrm>
          <a:prstGeom prst="rect">
            <a:avLst/>
          </a:prstGeom>
        </p:spPr>
      </p:pic>
      <p:sp>
        <p:nvSpPr>
          <p:cNvPr id="22" name="TextBox 21">
            <a:extLst>
              <a:ext uri="{FF2B5EF4-FFF2-40B4-BE49-F238E27FC236}">
                <a16:creationId xmlns:a16="http://schemas.microsoft.com/office/drawing/2014/main" id="{B092D9F7-3E80-0B70-9DEA-CC7B7908066C}"/>
              </a:ext>
            </a:extLst>
          </p:cNvPr>
          <p:cNvSpPr txBox="1"/>
          <p:nvPr/>
        </p:nvSpPr>
        <p:spPr>
          <a:xfrm>
            <a:off x="5913115" y="1958655"/>
            <a:ext cx="1275221" cy="615553"/>
          </a:xfrm>
          <a:prstGeom prst="rect">
            <a:avLst/>
          </a:prstGeom>
          <a:noFill/>
        </p:spPr>
        <p:txBody>
          <a:bodyPr wrap="none" rtlCol="0">
            <a:spAutoFit/>
          </a:bodyPr>
          <a:lstStyle/>
          <a:p>
            <a:pPr algn="ctr"/>
            <a:r>
              <a:rPr lang="en-US" sz="1700" i="1" dirty="0">
                <a:solidFill>
                  <a:srgbClr val="0070C0"/>
                </a:solidFill>
              </a:rPr>
              <a:t>classical </a:t>
            </a:r>
            <a:br>
              <a:rPr lang="en-US" sz="1700" i="1" dirty="0">
                <a:solidFill>
                  <a:srgbClr val="0070C0"/>
                </a:solidFill>
              </a:rPr>
            </a:br>
            <a:r>
              <a:rPr lang="en-US" sz="1700" i="1" dirty="0">
                <a:solidFill>
                  <a:srgbClr val="0070C0"/>
                </a:solidFill>
              </a:rPr>
              <a:t>Hamiltonian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088985E-BA66-7720-EF54-004591D40232}"/>
                  </a:ext>
                </a:extLst>
              </p:cNvPr>
              <p:cNvSpPr txBox="1"/>
              <p:nvPr/>
            </p:nvSpPr>
            <p:spPr>
              <a:xfrm>
                <a:off x="7329450" y="2066491"/>
                <a:ext cx="2024913" cy="647485"/>
              </a:xfrm>
              <a:prstGeom prst="rect">
                <a:avLst/>
              </a:prstGeom>
              <a:noFill/>
            </p:spPr>
            <p:txBody>
              <a:bodyPr wrap="none" rtlCol="0">
                <a:spAutoFit/>
              </a:bodyPr>
              <a:lstStyle/>
              <a:p>
                <a:pPr/>
                <a:r>
                  <a:rPr lang="en-US" sz="1700" i="1" dirty="0">
                    <a:solidFill>
                      <a:srgbClr val="0070C0"/>
                    </a:solidFill>
                  </a:rPr>
                  <a:t>quantum corrections</a:t>
                </a:r>
                <a:br>
                  <a:rPr lang="en-US" sz="1700" i="1" dirty="0">
                    <a:solidFill>
                      <a:srgbClr val="0070C0"/>
                    </a:solidFill>
                  </a:rPr>
                </a:br>
                <a14:m>
                  <m:oMathPara xmlns:m="http://schemas.openxmlformats.org/officeDocument/2006/math">
                    <m:oMath>
                      <m:r>
                        <a:rPr lang="en-US" sz="1700" b="0" i="1" smtClean="0">
                          <a:solidFill>
                            <a:srgbClr val="0070C0"/>
                          </a:solidFill>
                          <a:latin typeface="Cambria Math" panose="02040503050406030204" pitchFamily="18" charset="0"/>
                        </a:rPr>
                        <m:t>≡</m:t>
                      </m:r>
                      <m:acc>
                        <m:accPr>
                          <m:chr m:val="̂"/>
                          <m:ctrlPr>
                            <a:rPr lang="en-US" sz="1700" b="0" i="1" smtClean="0">
                              <a:solidFill>
                                <a:srgbClr val="0070C0"/>
                              </a:solidFill>
                              <a:latin typeface="Cambria Math" panose="02040503050406030204" pitchFamily="18" charset="0"/>
                            </a:rPr>
                          </m:ctrlPr>
                        </m:accPr>
                        <m:e>
                          <m:r>
                            <a:rPr lang="en-US" sz="1700" b="0" i="1" smtClean="0">
                              <a:solidFill>
                                <a:srgbClr val="0070C0"/>
                              </a:solidFill>
                              <a:latin typeface="Cambria Math" panose="02040503050406030204" pitchFamily="18" charset="0"/>
                            </a:rPr>
                            <m:t>𝑄</m:t>
                          </m:r>
                        </m:e>
                      </m:acc>
                    </m:oMath>
                  </m:oMathPara>
                </a14:m>
                <a:endParaRPr lang="en-US" sz="1700" i="1" dirty="0">
                  <a:solidFill>
                    <a:srgbClr val="0070C0"/>
                  </a:solidFill>
                </a:endParaRPr>
              </a:p>
            </p:txBody>
          </p:sp>
        </mc:Choice>
        <mc:Fallback xmlns="">
          <p:sp>
            <p:nvSpPr>
              <p:cNvPr id="23" name="TextBox 22">
                <a:extLst>
                  <a:ext uri="{FF2B5EF4-FFF2-40B4-BE49-F238E27FC236}">
                    <a16:creationId xmlns:a16="http://schemas.microsoft.com/office/drawing/2014/main" id="{4088985E-BA66-7720-EF54-004591D40232}"/>
                  </a:ext>
                </a:extLst>
              </p:cNvPr>
              <p:cNvSpPr txBox="1">
                <a:spLocks noRot="1" noChangeAspect="1" noMove="1" noResize="1" noEditPoints="1" noAdjustHandles="1" noChangeArrowheads="1" noChangeShapeType="1" noTextEdit="1"/>
              </p:cNvSpPr>
              <p:nvPr/>
            </p:nvSpPr>
            <p:spPr>
              <a:xfrm>
                <a:off x="7329450" y="2066491"/>
                <a:ext cx="2024913" cy="647485"/>
              </a:xfrm>
              <a:prstGeom prst="rect">
                <a:avLst/>
              </a:prstGeom>
              <a:blipFill>
                <a:blip r:embed="rId4"/>
                <a:stretch>
                  <a:fillRect l="-1802" t="-3774" r="-601" b="-943"/>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DDF30058-6D5E-7DCA-20F7-74B7219DF197}"/>
              </a:ext>
            </a:extLst>
          </p:cNvPr>
          <p:cNvPicPr>
            <a:picLocks noChangeAspect="1"/>
          </p:cNvPicPr>
          <p:nvPr/>
        </p:nvPicPr>
        <p:blipFill>
          <a:blip r:embed="rId5"/>
          <a:stretch>
            <a:fillRect/>
          </a:stretch>
        </p:blipFill>
        <p:spPr>
          <a:xfrm>
            <a:off x="493728" y="2498588"/>
            <a:ext cx="4368823" cy="682628"/>
          </a:xfrm>
          <a:prstGeom prst="rect">
            <a:avLst/>
          </a:prstGeom>
        </p:spPr>
      </p:pic>
      <p:pic>
        <p:nvPicPr>
          <p:cNvPr id="11" name="Picture 10">
            <a:extLst>
              <a:ext uri="{FF2B5EF4-FFF2-40B4-BE49-F238E27FC236}">
                <a16:creationId xmlns:a16="http://schemas.microsoft.com/office/drawing/2014/main" id="{EEA73E32-7FB6-3789-D6A1-C50C774EE25A}"/>
              </a:ext>
            </a:extLst>
          </p:cNvPr>
          <p:cNvPicPr>
            <a:picLocks noChangeAspect="1"/>
          </p:cNvPicPr>
          <p:nvPr/>
        </p:nvPicPr>
        <p:blipFill>
          <a:blip r:embed="rId6"/>
          <a:stretch>
            <a:fillRect/>
          </a:stretch>
        </p:blipFill>
        <p:spPr>
          <a:xfrm>
            <a:off x="1728556" y="3517508"/>
            <a:ext cx="2535635" cy="538822"/>
          </a:xfrm>
          <a:prstGeom prst="rect">
            <a:avLst/>
          </a:prstGeom>
        </p:spPr>
      </p:pic>
      <p:pic>
        <p:nvPicPr>
          <p:cNvPr id="13" name="Picture 12">
            <a:extLst>
              <a:ext uri="{FF2B5EF4-FFF2-40B4-BE49-F238E27FC236}">
                <a16:creationId xmlns:a16="http://schemas.microsoft.com/office/drawing/2014/main" id="{AF6E9A43-AB57-D915-E5AA-2E2921AF2108}"/>
              </a:ext>
            </a:extLst>
          </p:cNvPr>
          <p:cNvPicPr>
            <a:picLocks noChangeAspect="1"/>
          </p:cNvPicPr>
          <p:nvPr/>
        </p:nvPicPr>
        <p:blipFill>
          <a:blip r:embed="rId7"/>
          <a:stretch>
            <a:fillRect/>
          </a:stretch>
        </p:blipFill>
        <p:spPr>
          <a:xfrm>
            <a:off x="5185806" y="3480648"/>
            <a:ext cx="5484010" cy="538822"/>
          </a:xfrm>
          <a:prstGeom prst="rect">
            <a:avLst/>
          </a:prstGeom>
        </p:spPr>
      </p:pic>
      <p:pic>
        <p:nvPicPr>
          <p:cNvPr id="16" name="Picture 15">
            <a:extLst>
              <a:ext uri="{FF2B5EF4-FFF2-40B4-BE49-F238E27FC236}">
                <a16:creationId xmlns:a16="http://schemas.microsoft.com/office/drawing/2014/main" id="{129BD57A-245F-78AB-0EF2-DFC7F7CF8B1E}"/>
              </a:ext>
            </a:extLst>
          </p:cNvPr>
          <p:cNvPicPr>
            <a:picLocks noChangeAspect="1"/>
          </p:cNvPicPr>
          <p:nvPr/>
        </p:nvPicPr>
        <p:blipFill>
          <a:blip r:embed="rId8"/>
          <a:stretch>
            <a:fillRect/>
          </a:stretch>
        </p:blipFill>
        <p:spPr>
          <a:xfrm>
            <a:off x="1345972" y="4678417"/>
            <a:ext cx="7871350" cy="587680"/>
          </a:xfrm>
          <a:prstGeom prst="rect">
            <a:avLst/>
          </a:prstGeom>
        </p:spPr>
      </p:pic>
      <p:sp>
        <p:nvSpPr>
          <p:cNvPr id="17" name="TextBox 16">
            <a:extLst>
              <a:ext uri="{FF2B5EF4-FFF2-40B4-BE49-F238E27FC236}">
                <a16:creationId xmlns:a16="http://schemas.microsoft.com/office/drawing/2014/main" id="{F6044161-33EA-2F5D-0F53-C9BAB5527ECE}"/>
              </a:ext>
            </a:extLst>
          </p:cNvPr>
          <p:cNvSpPr txBox="1"/>
          <p:nvPr/>
        </p:nvSpPr>
        <p:spPr>
          <a:xfrm>
            <a:off x="9887381" y="1387719"/>
            <a:ext cx="1356141" cy="615553"/>
          </a:xfrm>
          <a:prstGeom prst="rect">
            <a:avLst/>
          </a:prstGeom>
          <a:noFill/>
        </p:spPr>
        <p:txBody>
          <a:bodyPr wrap="none" rtlCol="0">
            <a:spAutoFit/>
          </a:bodyPr>
          <a:lstStyle/>
          <a:p>
            <a:pPr algn="ctr"/>
            <a:r>
              <a:rPr lang="en-US" sz="1700" dirty="0">
                <a:solidFill>
                  <a:srgbClr val="0070C0"/>
                </a:solidFill>
              </a:rPr>
              <a:t>Transformed </a:t>
            </a:r>
            <a:br>
              <a:rPr lang="en-US" sz="1700" dirty="0">
                <a:solidFill>
                  <a:srgbClr val="0070C0"/>
                </a:solidFill>
              </a:rPr>
            </a:br>
            <a:r>
              <a:rPr lang="en-US" sz="1700" dirty="0">
                <a:solidFill>
                  <a:srgbClr val="0070C0"/>
                </a:solidFill>
              </a:rPr>
              <a:t>Hamiltonian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07710A1-BF06-C17E-A2A8-1B9BC9FA58FD}"/>
                  </a:ext>
                </a:extLst>
              </p:cNvPr>
              <p:cNvSpPr txBox="1"/>
              <p:nvPr/>
            </p:nvSpPr>
            <p:spPr>
              <a:xfrm>
                <a:off x="5001837" y="2652417"/>
                <a:ext cx="3134191" cy="360483"/>
              </a:xfrm>
              <a:prstGeom prst="rect">
                <a:avLst/>
              </a:prstGeom>
              <a:noFill/>
            </p:spPr>
            <p:txBody>
              <a:bodyPr wrap="none" rtlCol="0">
                <a:spAutoFit/>
              </a:bodyPr>
              <a:lstStyle/>
              <a:p>
                <a:pPr algn="ctr"/>
                <a:r>
                  <a:rPr lang="en-US" sz="1700" dirty="0">
                    <a:solidFill>
                      <a:srgbClr val="0070C0"/>
                    </a:solidFill>
                  </a:rPr>
                  <a:t>Wigner distribution in terms of </a:t>
                </a:r>
                <a14:m>
                  <m:oMath xmlns:m="http://schemas.openxmlformats.org/officeDocument/2006/math">
                    <m:acc>
                      <m:accPr>
                        <m:chr m:val="̃"/>
                        <m:ctrlPr>
                          <a:rPr lang="en-US" sz="1700" b="0" i="1" smtClean="0">
                            <a:solidFill>
                              <a:srgbClr val="0070C0"/>
                            </a:solidFill>
                            <a:latin typeface="Cambria Math" panose="02040503050406030204" pitchFamily="18" charset="0"/>
                          </a:rPr>
                        </m:ctrlPr>
                      </m:accPr>
                      <m:e>
                        <m:r>
                          <a:rPr lang="en-US" sz="1700" b="0" i="1" smtClean="0">
                            <a:solidFill>
                              <a:srgbClr val="0070C0"/>
                            </a:solidFill>
                            <a:latin typeface="Cambria Math" panose="02040503050406030204" pitchFamily="18" charset="0"/>
                          </a:rPr>
                          <m:t>𝐻</m:t>
                        </m:r>
                      </m:e>
                    </m:acc>
                  </m:oMath>
                </a14:m>
                <a:endParaRPr lang="en-US" sz="1700" dirty="0">
                  <a:solidFill>
                    <a:srgbClr val="0070C0"/>
                  </a:solidFill>
                </a:endParaRPr>
              </a:p>
            </p:txBody>
          </p:sp>
        </mc:Choice>
        <mc:Fallback xmlns="">
          <p:sp>
            <p:nvSpPr>
              <p:cNvPr id="18" name="TextBox 17">
                <a:extLst>
                  <a:ext uri="{FF2B5EF4-FFF2-40B4-BE49-F238E27FC236}">
                    <a16:creationId xmlns:a16="http://schemas.microsoft.com/office/drawing/2014/main" id="{607710A1-BF06-C17E-A2A8-1B9BC9FA58FD}"/>
                  </a:ext>
                </a:extLst>
              </p:cNvPr>
              <p:cNvSpPr txBox="1">
                <a:spLocks noRot="1" noChangeAspect="1" noMove="1" noResize="1" noEditPoints="1" noAdjustHandles="1" noChangeArrowheads="1" noChangeShapeType="1" noTextEdit="1"/>
              </p:cNvSpPr>
              <p:nvPr/>
            </p:nvSpPr>
            <p:spPr>
              <a:xfrm>
                <a:off x="5001837" y="2652417"/>
                <a:ext cx="3134191" cy="360483"/>
              </a:xfrm>
              <a:prstGeom prst="rect">
                <a:avLst/>
              </a:prstGeom>
              <a:blipFill>
                <a:blip r:embed="rId9"/>
                <a:stretch>
                  <a:fillRect l="-973" t="-6780" r="-10117" b="-237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D9C740B-285A-755E-519D-D97A691934DD}"/>
                  </a:ext>
                </a:extLst>
              </p:cNvPr>
              <p:cNvSpPr txBox="1"/>
              <p:nvPr/>
            </p:nvSpPr>
            <p:spPr>
              <a:xfrm>
                <a:off x="4490114" y="3516257"/>
                <a:ext cx="519694"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19" name="TextBox 18">
                <a:extLst>
                  <a:ext uri="{FF2B5EF4-FFF2-40B4-BE49-F238E27FC236}">
                    <a16:creationId xmlns:a16="http://schemas.microsoft.com/office/drawing/2014/main" id="{1D9C740B-285A-755E-519D-D97A691934DD}"/>
                  </a:ext>
                </a:extLst>
              </p:cNvPr>
              <p:cNvSpPr txBox="1">
                <a:spLocks noRot="1" noChangeAspect="1" noMove="1" noResize="1" noEditPoints="1" noAdjustHandles="1" noChangeArrowheads="1" noChangeShapeType="1" noTextEdit="1"/>
              </p:cNvSpPr>
              <p:nvPr/>
            </p:nvSpPr>
            <p:spPr>
              <a:xfrm>
                <a:off x="4490114" y="3516257"/>
                <a:ext cx="519694" cy="461665"/>
              </a:xfrm>
              <a:prstGeom prst="rect">
                <a:avLst/>
              </a:prstGeom>
              <a:blipFill>
                <a:blip r:embed="rId10"/>
                <a:stretch>
                  <a:fillRect/>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36210829-2DA3-DE61-DDB6-B2A461C6E1A4}"/>
              </a:ext>
            </a:extLst>
          </p:cNvPr>
          <p:cNvPicPr>
            <a:picLocks noChangeAspect="1"/>
          </p:cNvPicPr>
          <p:nvPr/>
        </p:nvPicPr>
        <p:blipFill>
          <a:blip r:embed="rId11"/>
          <a:stretch>
            <a:fillRect/>
          </a:stretch>
        </p:blipFill>
        <p:spPr>
          <a:xfrm>
            <a:off x="4191734" y="5676719"/>
            <a:ext cx="7626398" cy="538822"/>
          </a:xfrm>
          <a:prstGeom prst="rect">
            <a:avLst/>
          </a:prstGeom>
        </p:spPr>
      </p:pic>
      <p:sp>
        <p:nvSpPr>
          <p:cNvPr id="26" name="TextBox 25">
            <a:extLst>
              <a:ext uri="{FF2B5EF4-FFF2-40B4-BE49-F238E27FC236}">
                <a16:creationId xmlns:a16="http://schemas.microsoft.com/office/drawing/2014/main" id="{CDB11208-E4E1-635D-4090-BA439F3E14A6}"/>
              </a:ext>
            </a:extLst>
          </p:cNvPr>
          <p:cNvSpPr txBox="1"/>
          <p:nvPr/>
        </p:nvSpPr>
        <p:spPr>
          <a:xfrm>
            <a:off x="6926433" y="3830678"/>
            <a:ext cx="959109" cy="353943"/>
          </a:xfrm>
          <a:prstGeom prst="rect">
            <a:avLst/>
          </a:prstGeom>
          <a:noFill/>
        </p:spPr>
        <p:txBody>
          <a:bodyPr wrap="none" rtlCol="0">
            <a:spAutoFit/>
          </a:bodyPr>
          <a:lstStyle/>
          <a:p>
            <a:pPr algn="ctr"/>
            <a:r>
              <a:rPr lang="en-US" sz="1700" i="1" dirty="0">
                <a:solidFill>
                  <a:srgbClr val="0070C0"/>
                </a:solidFill>
              </a:rPr>
              <a:t>classical </a:t>
            </a:r>
          </a:p>
        </p:txBody>
      </p:sp>
      <p:sp>
        <p:nvSpPr>
          <p:cNvPr id="27" name="TextBox 26">
            <a:extLst>
              <a:ext uri="{FF2B5EF4-FFF2-40B4-BE49-F238E27FC236}">
                <a16:creationId xmlns:a16="http://schemas.microsoft.com/office/drawing/2014/main" id="{70CCA73D-2828-952A-70D1-AA28D19BBB41}"/>
              </a:ext>
            </a:extLst>
          </p:cNvPr>
          <p:cNvSpPr txBox="1"/>
          <p:nvPr/>
        </p:nvSpPr>
        <p:spPr>
          <a:xfrm>
            <a:off x="8356152" y="3860246"/>
            <a:ext cx="2034788" cy="353943"/>
          </a:xfrm>
          <a:prstGeom prst="rect">
            <a:avLst/>
          </a:prstGeom>
          <a:noFill/>
        </p:spPr>
        <p:txBody>
          <a:bodyPr wrap="none" rtlCol="0">
            <a:spAutoFit/>
          </a:bodyPr>
          <a:lstStyle/>
          <a:p>
            <a:pPr algn="ctr"/>
            <a:r>
              <a:rPr lang="en-US" sz="1700" i="1" dirty="0">
                <a:solidFill>
                  <a:srgbClr val="0070C0"/>
                </a:solidFill>
              </a:rPr>
              <a:t>first-order quantum </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0ED5E45-F457-E433-0642-FCEAE03E5081}"/>
                  </a:ext>
                </a:extLst>
              </p:cNvPr>
              <p:cNvSpPr txBox="1"/>
              <p:nvPr/>
            </p:nvSpPr>
            <p:spPr>
              <a:xfrm>
                <a:off x="673858" y="6021710"/>
                <a:ext cx="6097136" cy="523220"/>
              </a:xfrm>
              <a:prstGeom prst="rect">
                <a:avLst/>
              </a:prstGeom>
              <a:noFill/>
            </p:spPr>
            <p:txBody>
              <a:bodyPr wrap="square">
                <a:spAutoFit/>
              </a:bodyPr>
              <a:lstStyle/>
              <a:p>
                <a:pPr marL="0" indent="0">
                  <a:buNone/>
                </a:pPr>
                <a:r>
                  <a:rPr lang="en-US" sz="2800" dirty="0">
                    <a:solidFill>
                      <a:schemeClr val="accent6">
                        <a:lumMod val="75000"/>
                      </a:schemeClr>
                    </a:solidFill>
                  </a:rPr>
                  <a:t>When entropy </a:t>
                </a:r>
                <a14:m>
                  <m:oMath xmlns:m="http://schemas.openxmlformats.org/officeDocument/2006/math">
                    <m:r>
                      <a:rPr lang="en-US" sz="2800" b="0" i="1" smtClean="0">
                        <a:solidFill>
                          <a:schemeClr val="accent6">
                            <a:lumMod val="75000"/>
                          </a:schemeClr>
                        </a:solidFill>
                        <a:latin typeface="Cambria Math" panose="02040503050406030204" pitchFamily="18" charset="0"/>
                      </a:rPr>
                      <m:t>𝑆</m:t>
                    </m:r>
                    <m:r>
                      <a:rPr lang="en-US" sz="2800" b="0" i="1" smtClean="0">
                        <a:solidFill>
                          <a:schemeClr val="accent6">
                            <a:lumMod val="75000"/>
                          </a:schemeClr>
                        </a:solidFill>
                        <a:latin typeface="Cambria Math" panose="02040503050406030204" pitchFamily="18" charset="0"/>
                      </a:rPr>
                      <m:t>→∞</m:t>
                    </m:r>
                  </m:oMath>
                </a14:m>
                <a:r>
                  <a:rPr lang="en-US" sz="2800" dirty="0">
                    <a:solidFill>
                      <a:schemeClr val="accent6">
                        <a:lumMod val="75000"/>
                      </a:schemeClr>
                    </a:solidFill>
                  </a:rPr>
                  <a:t>, </a:t>
                </a:r>
                <a14:m>
                  <m:oMath xmlns:m="http://schemas.openxmlformats.org/officeDocument/2006/math">
                    <m:r>
                      <a:rPr lang="en-US" sz="2800" b="0" i="1" smtClean="0">
                        <a:solidFill>
                          <a:schemeClr val="accent6">
                            <a:lumMod val="75000"/>
                          </a:schemeClr>
                        </a:solidFill>
                        <a:latin typeface="Cambria Math" panose="02040503050406030204" pitchFamily="18" charset="0"/>
                      </a:rPr>
                      <m:t>𝛽</m:t>
                    </m:r>
                    <m:r>
                      <a:rPr lang="en-US" sz="2800" b="0" i="1" smtClean="0">
                        <a:solidFill>
                          <a:schemeClr val="accent6">
                            <a:lumMod val="75000"/>
                          </a:schemeClr>
                        </a:solidFill>
                        <a:latin typeface="Cambria Math" panose="02040503050406030204" pitchFamily="18" charset="0"/>
                      </a:rPr>
                      <m:t>→0</m:t>
                    </m:r>
                  </m:oMath>
                </a14:m>
                <a:endParaRPr lang="en-US" sz="2800" dirty="0">
                  <a:solidFill>
                    <a:schemeClr val="accent6">
                      <a:lumMod val="75000"/>
                    </a:schemeClr>
                  </a:solidFill>
                </a:endParaRPr>
              </a:p>
            </p:txBody>
          </p:sp>
        </mc:Choice>
        <mc:Fallback xmlns="">
          <p:sp>
            <p:nvSpPr>
              <p:cNvPr id="29" name="TextBox 28">
                <a:extLst>
                  <a:ext uri="{FF2B5EF4-FFF2-40B4-BE49-F238E27FC236}">
                    <a16:creationId xmlns:a16="http://schemas.microsoft.com/office/drawing/2014/main" id="{A0ED5E45-F457-E433-0642-FCEAE03E5081}"/>
                  </a:ext>
                </a:extLst>
              </p:cNvPr>
              <p:cNvSpPr txBox="1">
                <a:spLocks noRot="1" noChangeAspect="1" noMove="1" noResize="1" noEditPoints="1" noAdjustHandles="1" noChangeArrowheads="1" noChangeShapeType="1" noTextEdit="1"/>
              </p:cNvSpPr>
              <p:nvPr/>
            </p:nvSpPr>
            <p:spPr>
              <a:xfrm>
                <a:off x="673858" y="6021710"/>
                <a:ext cx="6097136" cy="523220"/>
              </a:xfrm>
              <a:prstGeom prst="rect">
                <a:avLst/>
              </a:prstGeom>
              <a:blipFill>
                <a:blip r:embed="rId12"/>
                <a:stretch>
                  <a:fillRect l="-2100" t="-11628" b="-32558"/>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CA47365A-E447-47FC-F0AE-A4AC6BAC0F18}"/>
              </a:ext>
            </a:extLst>
          </p:cNvPr>
          <p:cNvSpPr txBox="1"/>
          <p:nvPr/>
        </p:nvSpPr>
        <p:spPr>
          <a:xfrm>
            <a:off x="6164435" y="6009773"/>
            <a:ext cx="959109" cy="353943"/>
          </a:xfrm>
          <a:prstGeom prst="rect">
            <a:avLst/>
          </a:prstGeom>
          <a:noFill/>
        </p:spPr>
        <p:txBody>
          <a:bodyPr wrap="none" rtlCol="0">
            <a:spAutoFit/>
          </a:bodyPr>
          <a:lstStyle/>
          <a:p>
            <a:pPr algn="ctr"/>
            <a:r>
              <a:rPr lang="en-US" sz="1700" i="1" dirty="0">
                <a:solidFill>
                  <a:srgbClr val="0070C0"/>
                </a:solidFill>
              </a:rPr>
              <a:t>classical </a:t>
            </a:r>
          </a:p>
        </p:txBody>
      </p:sp>
      <p:sp>
        <p:nvSpPr>
          <p:cNvPr id="31" name="TextBox 30">
            <a:extLst>
              <a:ext uri="{FF2B5EF4-FFF2-40B4-BE49-F238E27FC236}">
                <a16:creationId xmlns:a16="http://schemas.microsoft.com/office/drawing/2014/main" id="{17A61209-82E4-0BFD-405E-1BC7163C0331}"/>
              </a:ext>
            </a:extLst>
          </p:cNvPr>
          <p:cNvSpPr txBox="1"/>
          <p:nvPr/>
        </p:nvSpPr>
        <p:spPr>
          <a:xfrm>
            <a:off x="8625217" y="6073461"/>
            <a:ext cx="2251835" cy="353943"/>
          </a:xfrm>
          <a:prstGeom prst="rect">
            <a:avLst/>
          </a:prstGeom>
          <a:noFill/>
        </p:spPr>
        <p:txBody>
          <a:bodyPr wrap="none" rtlCol="0">
            <a:spAutoFit/>
          </a:bodyPr>
          <a:lstStyle/>
          <a:p>
            <a:pPr algn="ctr"/>
            <a:r>
              <a:rPr lang="en-US" sz="1700" i="1" dirty="0">
                <a:solidFill>
                  <a:srgbClr val="0070C0"/>
                </a:solidFill>
              </a:rPr>
              <a:t>second-order quantum </a:t>
            </a:r>
          </a:p>
        </p:txBody>
      </p:sp>
    </p:spTree>
    <p:extLst>
      <p:ext uri="{BB962C8B-B14F-4D97-AF65-F5344CB8AC3E}">
        <p14:creationId xmlns:p14="http://schemas.microsoft.com/office/powerpoint/2010/main" val="38804056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1" name="Picture 1050">
            <a:extLst>
              <a:ext uri="{FF2B5EF4-FFF2-40B4-BE49-F238E27FC236}">
                <a16:creationId xmlns:a16="http://schemas.microsoft.com/office/drawing/2014/main" id="{8BEA5199-DEA1-7469-65C7-CB69F3A44BEA}"/>
              </a:ext>
            </a:extLst>
          </p:cNvPr>
          <p:cNvPicPr>
            <a:picLocks noChangeAspect="1"/>
          </p:cNvPicPr>
          <p:nvPr/>
        </p:nvPicPr>
        <p:blipFill rotWithShape="1">
          <a:blip r:embed="rId2">
            <a:clrChange>
              <a:clrFrom>
                <a:srgbClr val="FFFFFF"/>
              </a:clrFrom>
              <a:clrTo>
                <a:srgbClr val="FFFFFF">
                  <a:alpha val="0"/>
                </a:srgbClr>
              </a:clrTo>
            </a:clrChange>
          </a:blip>
          <a:srcRect l="346"/>
          <a:stretch/>
        </p:blipFill>
        <p:spPr>
          <a:xfrm rot="5400000">
            <a:off x="4572668" y="2024954"/>
            <a:ext cx="4601955" cy="2212661"/>
          </a:xfrm>
          <a:prstGeom prst="rect">
            <a:avLst/>
          </a:prstGeom>
        </p:spPr>
      </p:pic>
      <p:pic>
        <p:nvPicPr>
          <p:cNvPr id="1052" name="Picture 1051">
            <a:extLst>
              <a:ext uri="{FF2B5EF4-FFF2-40B4-BE49-F238E27FC236}">
                <a16:creationId xmlns:a16="http://schemas.microsoft.com/office/drawing/2014/main" id="{3D53E5C6-58E4-AD53-BAFF-63D836B7DCAB}"/>
              </a:ext>
            </a:extLst>
          </p:cNvPr>
          <p:cNvPicPr>
            <a:picLocks noChangeAspect="1"/>
          </p:cNvPicPr>
          <p:nvPr/>
        </p:nvPicPr>
        <p:blipFill rotWithShape="1">
          <a:blip r:embed="rId3">
            <a:clrChange>
              <a:clrFrom>
                <a:srgbClr val="FFFFFF"/>
              </a:clrFrom>
              <a:clrTo>
                <a:srgbClr val="FFFFFF">
                  <a:alpha val="0"/>
                </a:srgbClr>
              </a:clrTo>
            </a:clrChange>
          </a:blip>
          <a:srcRect l="505"/>
          <a:stretch/>
        </p:blipFill>
        <p:spPr>
          <a:xfrm rot="5400000">
            <a:off x="4562332" y="2003506"/>
            <a:ext cx="4622630" cy="2231452"/>
          </a:xfrm>
          <a:prstGeom prst="rect">
            <a:avLst/>
          </a:prstGeom>
        </p:spPr>
      </p:pic>
      <p:pic>
        <p:nvPicPr>
          <p:cNvPr id="1053" name="Picture 1052">
            <a:extLst>
              <a:ext uri="{FF2B5EF4-FFF2-40B4-BE49-F238E27FC236}">
                <a16:creationId xmlns:a16="http://schemas.microsoft.com/office/drawing/2014/main" id="{7F7B0FCB-1541-A37E-9B7C-280958481DB5}"/>
              </a:ext>
            </a:extLst>
          </p:cNvPr>
          <p:cNvPicPr>
            <a:picLocks noChangeAspect="1"/>
          </p:cNvPicPr>
          <p:nvPr/>
        </p:nvPicPr>
        <p:blipFill rotWithShape="1">
          <a:blip r:embed="rId4">
            <a:clrChange>
              <a:clrFrom>
                <a:srgbClr val="FFFFFF"/>
              </a:clrFrom>
              <a:clrTo>
                <a:srgbClr val="FFFFFF">
                  <a:alpha val="0"/>
                </a:srgbClr>
              </a:clrTo>
            </a:clrChange>
          </a:blip>
          <a:srcRect l="447"/>
          <a:stretch/>
        </p:blipFill>
        <p:spPr>
          <a:xfrm rot="5400000">
            <a:off x="4565621" y="2003506"/>
            <a:ext cx="4601956" cy="2231452"/>
          </a:xfrm>
          <a:prstGeom prst="rect">
            <a:avLst/>
          </a:prstGeom>
        </p:spPr>
      </p:pic>
      <p:cxnSp>
        <p:nvCxnSpPr>
          <p:cNvPr id="4" name="Straight Connector 3">
            <a:extLst>
              <a:ext uri="{FF2B5EF4-FFF2-40B4-BE49-F238E27FC236}">
                <a16:creationId xmlns:a16="http://schemas.microsoft.com/office/drawing/2014/main" id="{EC62B78B-DA86-7EB4-22B2-AA5266AC8F76}"/>
              </a:ext>
            </a:extLst>
          </p:cNvPr>
          <p:cNvCxnSpPr>
            <a:cxnSpLocks/>
          </p:cNvCxnSpPr>
          <p:nvPr/>
        </p:nvCxnSpPr>
        <p:spPr>
          <a:xfrm>
            <a:off x="1109739" y="813646"/>
            <a:ext cx="0" cy="4812494"/>
          </a:xfrm>
          <a:prstGeom prst="line">
            <a:avLst/>
          </a:prstGeom>
          <a:ln w="76200"/>
        </p:spPr>
        <p:style>
          <a:lnRef idx="1">
            <a:schemeClr val="dk1"/>
          </a:lnRef>
          <a:fillRef idx="0">
            <a:schemeClr val="dk1"/>
          </a:fillRef>
          <a:effectRef idx="0">
            <a:schemeClr val="dk1"/>
          </a:effectRef>
          <a:fontRef idx="minor">
            <a:schemeClr val="tx1"/>
          </a:fontRef>
        </p:style>
      </p:cxnSp>
      <p:grpSp>
        <p:nvGrpSpPr>
          <p:cNvPr id="31" name="Group 30">
            <a:extLst>
              <a:ext uri="{FF2B5EF4-FFF2-40B4-BE49-F238E27FC236}">
                <a16:creationId xmlns:a16="http://schemas.microsoft.com/office/drawing/2014/main" id="{4A62DD8B-74C4-422B-1AD8-688B892940C0}"/>
              </a:ext>
            </a:extLst>
          </p:cNvPr>
          <p:cNvGrpSpPr/>
          <p:nvPr/>
        </p:nvGrpSpPr>
        <p:grpSpPr>
          <a:xfrm rot="5400000">
            <a:off x="1153993" y="2022238"/>
            <a:ext cx="4660861" cy="2236151"/>
            <a:chOff x="3049186" y="1173320"/>
            <a:chExt cx="4660861" cy="2236151"/>
          </a:xfrm>
        </p:grpSpPr>
        <p:pic>
          <p:nvPicPr>
            <p:cNvPr id="22" name="Picture 21">
              <a:extLst>
                <a:ext uri="{FF2B5EF4-FFF2-40B4-BE49-F238E27FC236}">
                  <a16:creationId xmlns:a16="http://schemas.microsoft.com/office/drawing/2014/main" id="{E288DBCC-A86A-92DB-A5F2-0DF66A59A98C}"/>
                </a:ext>
              </a:extLst>
            </p:cNvPr>
            <p:cNvPicPr>
              <a:picLocks noChangeAspect="1"/>
            </p:cNvPicPr>
            <p:nvPr/>
          </p:nvPicPr>
          <p:blipFill rotWithShape="1">
            <a:blip r:embed="rId5">
              <a:clrChange>
                <a:clrFrom>
                  <a:srgbClr val="FFFFFF"/>
                </a:clrFrom>
                <a:clrTo>
                  <a:srgbClr val="FFFFFF">
                    <a:alpha val="0"/>
                  </a:srgbClr>
                </a:clrTo>
              </a:clrChange>
            </a:blip>
            <a:srcRect l="304" r="1"/>
            <a:stretch/>
          </p:blipFill>
          <p:spPr>
            <a:xfrm>
              <a:off x="3049186" y="1173321"/>
              <a:ext cx="4622630" cy="2236150"/>
            </a:xfrm>
            <a:prstGeom prst="rect">
              <a:avLst/>
            </a:prstGeom>
          </p:spPr>
        </p:pic>
        <p:pic>
          <p:nvPicPr>
            <p:cNvPr id="24" name="Picture 23">
              <a:extLst>
                <a:ext uri="{FF2B5EF4-FFF2-40B4-BE49-F238E27FC236}">
                  <a16:creationId xmlns:a16="http://schemas.microsoft.com/office/drawing/2014/main" id="{25616F56-5F9D-8DA8-9DCC-43E94B5EFBF1}"/>
                </a:ext>
              </a:extLst>
            </p:cNvPr>
            <p:cNvPicPr>
              <a:picLocks noChangeAspect="1"/>
            </p:cNvPicPr>
            <p:nvPr/>
          </p:nvPicPr>
          <p:blipFill rotWithShape="1">
            <a:blip r:embed="rId6">
              <a:clrChange>
                <a:clrFrom>
                  <a:srgbClr val="FFFFFF"/>
                </a:clrFrom>
                <a:clrTo>
                  <a:srgbClr val="FFFFFF">
                    <a:alpha val="0"/>
                  </a:srgbClr>
                </a:clrTo>
              </a:clrChange>
            </a:blip>
            <a:srcRect l="649"/>
            <a:stretch/>
          </p:blipFill>
          <p:spPr>
            <a:xfrm>
              <a:off x="3108092" y="1173320"/>
              <a:ext cx="4601955" cy="2212661"/>
            </a:xfrm>
            <a:prstGeom prst="rect">
              <a:avLst/>
            </a:prstGeom>
          </p:spPr>
        </p:pic>
        <p:pic>
          <p:nvPicPr>
            <p:cNvPr id="26" name="Picture 25">
              <a:extLst>
                <a:ext uri="{FF2B5EF4-FFF2-40B4-BE49-F238E27FC236}">
                  <a16:creationId xmlns:a16="http://schemas.microsoft.com/office/drawing/2014/main" id="{C3ECE851-897E-3F07-D117-2405927782B7}"/>
                </a:ext>
              </a:extLst>
            </p:cNvPr>
            <p:cNvPicPr>
              <a:picLocks noChangeAspect="1"/>
            </p:cNvPicPr>
            <p:nvPr/>
          </p:nvPicPr>
          <p:blipFill rotWithShape="1">
            <a:blip r:embed="rId2">
              <a:clrChange>
                <a:clrFrom>
                  <a:srgbClr val="FFFFFF"/>
                </a:clrFrom>
                <a:clrTo>
                  <a:srgbClr val="FFFFFF">
                    <a:alpha val="0"/>
                  </a:srgbClr>
                </a:clrTo>
              </a:clrChange>
            </a:blip>
            <a:srcRect l="346"/>
            <a:stretch/>
          </p:blipFill>
          <p:spPr>
            <a:xfrm>
              <a:off x="3059523" y="1173322"/>
              <a:ext cx="4601955" cy="2212661"/>
            </a:xfrm>
            <a:prstGeom prst="rect">
              <a:avLst/>
            </a:prstGeom>
          </p:spPr>
        </p:pic>
      </p:grpSp>
      <p:sp>
        <p:nvSpPr>
          <p:cNvPr id="1047" name="Rectangle 1046">
            <a:extLst>
              <a:ext uri="{FF2B5EF4-FFF2-40B4-BE49-F238E27FC236}">
                <a16:creationId xmlns:a16="http://schemas.microsoft.com/office/drawing/2014/main" id="{DE760F98-4618-B788-244D-F6C317A2C7A8}"/>
              </a:ext>
            </a:extLst>
          </p:cNvPr>
          <p:cNvSpPr/>
          <p:nvPr/>
        </p:nvSpPr>
        <p:spPr>
          <a:xfrm>
            <a:off x="948151" y="2764289"/>
            <a:ext cx="281238" cy="1668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769462B5-FA62-D8CD-1A0F-0C357C21C158}"/>
              </a:ext>
            </a:extLst>
          </p:cNvPr>
          <p:cNvSpPr/>
          <p:nvPr/>
        </p:nvSpPr>
        <p:spPr>
          <a:xfrm>
            <a:off x="948151" y="3297625"/>
            <a:ext cx="396436" cy="1668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61" name="TextBox 1060">
                <a:extLst>
                  <a:ext uri="{FF2B5EF4-FFF2-40B4-BE49-F238E27FC236}">
                    <a16:creationId xmlns:a16="http://schemas.microsoft.com/office/drawing/2014/main" id="{539B778A-4A67-2C2A-4978-72BA7D4DB020}"/>
                  </a:ext>
                </a:extLst>
              </p:cNvPr>
              <p:cNvSpPr txBox="1"/>
              <p:nvPr/>
            </p:nvSpPr>
            <p:spPr>
              <a:xfrm>
                <a:off x="665363" y="2519553"/>
                <a:ext cx="441339" cy="369332"/>
              </a:xfrm>
              <a:prstGeom prst="rect">
                <a:avLst/>
              </a:prstGeom>
              <a:noFill/>
            </p:spPr>
            <p:txBody>
              <a:bodyPr wrap="none" rtlCol="0">
                <a:spAutoFit/>
              </a:bodyPr>
              <a:lstStyle/>
              <a:p>
                <a:pPr/>
                <a14:m>
                  <m:oMathPara xmlns:m="http://schemas.openxmlformats.org/officeDocument/2006/math">
                    <m:oMath>
                      <m:sSub>
                        <m:sSubPr>
                          <m:ctrlPr>
                            <a:rPr lang="en-US" b="0" i="1" smtClean="0">
                              <a:solidFill>
                                <a:srgbClr val="3577B9"/>
                              </a:solidFill>
                              <a:latin typeface="Cambria Math" panose="02040503050406030204" pitchFamily="18" charset="0"/>
                            </a:rPr>
                          </m:ctrlPr>
                        </m:sSubPr>
                        <m:e>
                          <m:r>
                            <a:rPr lang="en-US" b="0" i="1" smtClean="0">
                              <a:solidFill>
                                <a:srgbClr val="3577B9"/>
                              </a:solidFill>
                              <a:latin typeface="Cambria Math" panose="02040503050406030204" pitchFamily="18" charset="0"/>
                            </a:rPr>
                            <m:t>𝑠</m:t>
                          </m:r>
                        </m:e>
                        <m:sub>
                          <m:r>
                            <a:rPr lang="en-US" b="0" i="1" smtClean="0">
                              <a:solidFill>
                                <a:srgbClr val="3577B9"/>
                              </a:solidFill>
                              <a:latin typeface="Cambria Math" panose="02040503050406030204" pitchFamily="18" charset="0"/>
                            </a:rPr>
                            <m:t>1</m:t>
                          </m:r>
                        </m:sub>
                      </m:sSub>
                    </m:oMath>
                  </m:oMathPara>
                </a14:m>
                <a:endParaRPr lang="en-US" dirty="0"/>
              </a:p>
            </p:txBody>
          </p:sp>
        </mc:Choice>
        <mc:Fallback xmlns="">
          <p:sp>
            <p:nvSpPr>
              <p:cNvPr id="1061" name="TextBox 1060">
                <a:extLst>
                  <a:ext uri="{FF2B5EF4-FFF2-40B4-BE49-F238E27FC236}">
                    <a16:creationId xmlns:a16="http://schemas.microsoft.com/office/drawing/2014/main" id="{539B778A-4A67-2C2A-4978-72BA7D4DB020}"/>
                  </a:ext>
                </a:extLst>
              </p:cNvPr>
              <p:cNvSpPr txBox="1">
                <a:spLocks noRot="1" noChangeAspect="1" noMove="1" noResize="1" noEditPoints="1" noAdjustHandles="1" noChangeArrowheads="1" noChangeShapeType="1" noTextEdit="1"/>
              </p:cNvSpPr>
              <p:nvPr/>
            </p:nvSpPr>
            <p:spPr>
              <a:xfrm>
                <a:off x="665363" y="2519553"/>
                <a:ext cx="44133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2" name="TextBox 1061">
                <a:extLst>
                  <a:ext uri="{FF2B5EF4-FFF2-40B4-BE49-F238E27FC236}">
                    <a16:creationId xmlns:a16="http://schemas.microsoft.com/office/drawing/2014/main" id="{50250D60-F706-07C5-0BF3-BA57586E05CF}"/>
                  </a:ext>
                </a:extLst>
              </p:cNvPr>
              <p:cNvSpPr txBox="1"/>
              <p:nvPr/>
            </p:nvSpPr>
            <p:spPr>
              <a:xfrm>
                <a:off x="665363" y="3182484"/>
                <a:ext cx="446661" cy="369332"/>
              </a:xfrm>
              <a:prstGeom prst="rect">
                <a:avLst/>
              </a:prstGeom>
              <a:noFill/>
            </p:spPr>
            <p:txBody>
              <a:bodyPr wrap="none" rtlCol="0">
                <a:spAutoFit/>
              </a:bodyPr>
              <a:lstStyle/>
              <a:p>
                <a:pPr/>
                <a14:m>
                  <m:oMathPara xmlns:m="http://schemas.openxmlformats.org/officeDocument/2006/math">
                    <m:oMath>
                      <m:sSub>
                        <m:sSubPr>
                          <m:ctrlPr>
                            <a:rPr lang="en-US" b="0" i="1" smtClean="0">
                              <a:solidFill>
                                <a:srgbClr val="DF7E7B"/>
                              </a:solidFill>
                              <a:latin typeface="Cambria Math" panose="02040503050406030204" pitchFamily="18" charset="0"/>
                            </a:rPr>
                          </m:ctrlPr>
                        </m:sSubPr>
                        <m:e>
                          <m:r>
                            <a:rPr lang="en-US" b="0" i="1" smtClean="0">
                              <a:solidFill>
                                <a:srgbClr val="DF7E7B"/>
                              </a:solidFill>
                              <a:latin typeface="Cambria Math" panose="02040503050406030204" pitchFamily="18" charset="0"/>
                            </a:rPr>
                            <m:t>𝑠</m:t>
                          </m:r>
                        </m:e>
                        <m:sub>
                          <m:r>
                            <a:rPr lang="en-US" b="0" i="1" smtClean="0">
                              <a:solidFill>
                                <a:srgbClr val="DF7E7B"/>
                              </a:solidFill>
                              <a:latin typeface="Cambria Math" panose="02040503050406030204" pitchFamily="18" charset="0"/>
                            </a:rPr>
                            <m:t>2</m:t>
                          </m:r>
                        </m:sub>
                      </m:sSub>
                    </m:oMath>
                  </m:oMathPara>
                </a14:m>
                <a:endParaRPr lang="en-US" dirty="0"/>
              </a:p>
            </p:txBody>
          </p:sp>
        </mc:Choice>
        <mc:Fallback xmlns="">
          <p:sp>
            <p:nvSpPr>
              <p:cNvPr id="1062" name="TextBox 1061">
                <a:extLst>
                  <a:ext uri="{FF2B5EF4-FFF2-40B4-BE49-F238E27FC236}">
                    <a16:creationId xmlns:a16="http://schemas.microsoft.com/office/drawing/2014/main" id="{50250D60-F706-07C5-0BF3-BA57586E05CF}"/>
                  </a:ext>
                </a:extLst>
              </p:cNvPr>
              <p:cNvSpPr txBox="1">
                <a:spLocks noRot="1" noChangeAspect="1" noMove="1" noResize="1" noEditPoints="1" noAdjustHandles="1" noChangeArrowheads="1" noChangeShapeType="1" noTextEdit="1"/>
              </p:cNvSpPr>
              <p:nvPr/>
            </p:nvSpPr>
            <p:spPr>
              <a:xfrm>
                <a:off x="665363" y="3182484"/>
                <a:ext cx="446661" cy="369332"/>
              </a:xfrm>
              <a:prstGeom prst="rect">
                <a:avLst/>
              </a:prstGeom>
              <a:blipFill>
                <a:blip r:embed="rId8"/>
                <a:stretch>
                  <a:fillRect/>
                </a:stretch>
              </a:blipFill>
            </p:spPr>
            <p:txBody>
              <a:bodyPr/>
              <a:lstStyle/>
              <a:p>
                <a:r>
                  <a:rPr lang="en-US">
                    <a:noFill/>
                  </a:rPr>
                  <a:t> </a:t>
                </a:r>
              </a:p>
            </p:txBody>
          </p:sp>
        </mc:Fallback>
      </mc:AlternateContent>
      <p:grpSp>
        <p:nvGrpSpPr>
          <p:cNvPr id="1121" name="Group 1120">
            <a:extLst>
              <a:ext uri="{FF2B5EF4-FFF2-40B4-BE49-F238E27FC236}">
                <a16:creationId xmlns:a16="http://schemas.microsoft.com/office/drawing/2014/main" id="{1C11D027-6C71-BB16-37D9-4FC8B8A91BDC}"/>
              </a:ext>
            </a:extLst>
          </p:cNvPr>
          <p:cNvGrpSpPr/>
          <p:nvPr/>
        </p:nvGrpSpPr>
        <p:grpSpPr>
          <a:xfrm>
            <a:off x="9103979" y="1206072"/>
            <a:ext cx="3022293" cy="2638476"/>
            <a:chOff x="2866991" y="1198978"/>
            <a:chExt cx="4353528" cy="3800652"/>
          </a:xfrm>
        </p:grpSpPr>
        <p:grpSp>
          <p:nvGrpSpPr>
            <p:cNvPr id="1101" name="Group 1100">
              <a:extLst>
                <a:ext uri="{FF2B5EF4-FFF2-40B4-BE49-F238E27FC236}">
                  <a16:creationId xmlns:a16="http://schemas.microsoft.com/office/drawing/2014/main" id="{7E4E0B30-670E-A4EE-43B8-3F76EC6E4AD9}"/>
                </a:ext>
              </a:extLst>
            </p:cNvPr>
            <p:cNvGrpSpPr/>
            <p:nvPr/>
          </p:nvGrpSpPr>
          <p:grpSpPr>
            <a:xfrm>
              <a:off x="3757657" y="1198978"/>
              <a:ext cx="2674503" cy="3800652"/>
              <a:chOff x="6689695" y="3754872"/>
              <a:chExt cx="1916430" cy="2723379"/>
            </a:xfrm>
          </p:grpSpPr>
          <p:grpSp>
            <p:nvGrpSpPr>
              <p:cNvPr id="1102" name="Group 1101">
                <a:extLst>
                  <a:ext uri="{FF2B5EF4-FFF2-40B4-BE49-F238E27FC236}">
                    <a16:creationId xmlns:a16="http://schemas.microsoft.com/office/drawing/2014/main" id="{79A91F1C-C7F8-0D69-F43D-FB9426930DB6}"/>
                  </a:ext>
                </a:extLst>
              </p:cNvPr>
              <p:cNvGrpSpPr/>
              <p:nvPr/>
            </p:nvGrpSpPr>
            <p:grpSpPr>
              <a:xfrm>
                <a:off x="6689695" y="4154166"/>
                <a:ext cx="1916430" cy="1916266"/>
                <a:chOff x="2521889" y="2808131"/>
                <a:chExt cx="1916430" cy="1916266"/>
              </a:xfrm>
            </p:grpSpPr>
            <p:sp>
              <p:nvSpPr>
                <p:cNvPr id="1108" name="Oval 1107">
                  <a:extLst>
                    <a:ext uri="{FF2B5EF4-FFF2-40B4-BE49-F238E27FC236}">
                      <a16:creationId xmlns:a16="http://schemas.microsoft.com/office/drawing/2014/main" id="{7F7D6D1A-1DE4-B8A7-282E-6D56ED48E82A}"/>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09" name="Oval 31">
                  <a:extLst>
                    <a:ext uri="{FF2B5EF4-FFF2-40B4-BE49-F238E27FC236}">
                      <a16:creationId xmlns:a16="http://schemas.microsoft.com/office/drawing/2014/main" id="{A294259D-6079-0266-6C1B-84815D6CC14F}"/>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Oval 1109">
                  <a:extLst>
                    <a:ext uri="{FF2B5EF4-FFF2-40B4-BE49-F238E27FC236}">
                      <a16:creationId xmlns:a16="http://schemas.microsoft.com/office/drawing/2014/main" id="{7D654E3A-9E35-FE06-A4D0-994F1AFF1EA6}"/>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1111" name="Group 1110">
                  <a:extLst>
                    <a:ext uri="{FF2B5EF4-FFF2-40B4-BE49-F238E27FC236}">
                      <a16:creationId xmlns:a16="http://schemas.microsoft.com/office/drawing/2014/main" id="{CF0DF73F-3DD0-A7D8-9EB7-7E151119D492}"/>
                    </a:ext>
                  </a:extLst>
                </p:cNvPr>
                <p:cNvGrpSpPr/>
                <p:nvPr/>
              </p:nvGrpSpPr>
              <p:grpSpPr>
                <a:xfrm>
                  <a:off x="2923755" y="2808131"/>
                  <a:ext cx="1112528" cy="1916266"/>
                  <a:chOff x="2734489" y="2655731"/>
                  <a:chExt cx="1186260" cy="1916266"/>
                </a:xfrm>
              </p:grpSpPr>
              <p:sp>
                <p:nvSpPr>
                  <p:cNvPr id="1115" name="Oval 1114">
                    <a:extLst>
                      <a:ext uri="{FF2B5EF4-FFF2-40B4-BE49-F238E27FC236}">
                        <a16:creationId xmlns:a16="http://schemas.microsoft.com/office/drawing/2014/main" id="{FA188D60-364E-306A-C1DF-5E6F27BAB86D}"/>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116" name="Oval 9">
                    <a:extLst>
                      <a:ext uri="{FF2B5EF4-FFF2-40B4-BE49-F238E27FC236}">
                        <a16:creationId xmlns:a16="http://schemas.microsoft.com/office/drawing/2014/main" id="{8E0A8A8D-BBF9-451B-A534-868C3B945ECC}"/>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1112" name="Group 1111">
                  <a:extLst>
                    <a:ext uri="{FF2B5EF4-FFF2-40B4-BE49-F238E27FC236}">
                      <a16:creationId xmlns:a16="http://schemas.microsoft.com/office/drawing/2014/main" id="{1F9EC202-C971-C855-E64B-A1198EC5D2D8}"/>
                    </a:ext>
                  </a:extLst>
                </p:cNvPr>
                <p:cNvGrpSpPr/>
                <p:nvPr/>
              </p:nvGrpSpPr>
              <p:grpSpPr>
                <a:xfrm rot="16200000">
                  <a:off x="2923922" y="2810085"/>
                  <a:ext cx="1112528" cy="1916266"/>
                  <a:chOff x="2734489" y="2655731"/>
                  <a:chExt cx="1186260" cy="1916266"/>
                </a:xfrm>
              </p:grpSpPr>
              <p:sp>
                <p:nvSpPr>
                  <p:cNvPr id="1113" name="Oval 1112">
                    <a:extLst>
                      <a:ext uri="{FF2B5EF4-FFF2-40B4-BE49-F238E27FC236}">
                        <a16:creationId xmlns:a16="http://schemas.microsoft.com/office/drawing/2014/main" id="{70FCE7E6-7F2E-89F3-FD48-89AA37AF3E53}"/>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114" name="Oval 9">
                    <a:extLst>
                      <a:ext uri="{FF2B5EF4-FFF2-40B4-BE49-F238E27FC236}">
                        <a16:creationId xmlns:a16="http://schemas.microsoft.com/office/drawing/2014/main" id="{2A5B3B2F-FC0E-4538-033F-4831DF2879AB}"/>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grpSp>
            <p:nvGrpSpPr>
              <p:cNvPr id="1103" name="Group 1102">
                <a:extLst>
                  <a:ext uri="{FF2B5EF4-FFF2-40B4-BE49-F238E27FC236}">
                    <a16:creationId xmlns:a16="http://schemas.microsoft.com/office/drawing/2014/main" id="{7FF14F62-7F89-2D5B-2656-172FC22E42DB}"/>
                  </a:ext>
                </a:extLst>
              </p:cNvPr>
              <p:cNvGrpSpPr/>
              <p:nvPr/>
            </p:nvGrpSpPr>
            <p:grpSpPr>
              <a:xfrm>
                <a:off x="7378553" y="3754872"/>
                <a:ext cx="636440" cy="2723379"/>
                <a:chOff x="10193624" y="911557"/>
                <a:chExt cx="636440" cy="2723379"/>
              </a:xfrm>
            </p:grpSpPr>
            <mc:AlternateContent xmlns:mc="http://schemas.openxmlformats.org/markup-compatibility/2006" xmlns:a14="http://schemas.microsoft.com/office/drawing/2010/main">
              <mc:Choice Requires="a14">
                <p:sp>
                  <p:nvSpPr>
                    <p:cNvPr id="1104" name="TextBox 1103">
                      <a:extLst>
                        <a:ext uri="{FF2B5EF4-FFF2-40B4-BE49-F238E27FC236}">
                          <a16:creationId xmlns:a16="http://schemas.microsoft.com/office/drawing/2014/main" id="{36A77556-B653-816C-3EE7-3586A5C98B60}"/>
                        </a:ext>
                      </a:extLst>
                    </p:cNvPr>
                    <p:cNvSpPr txBox="1"/>
                    <p:nvPr/>
                  </p:nvSpPr>
                  <p:spPr>
                    <a:xfrm>
                      <a:off x="10212375" y="911557"/>
                      <a:ext cx="617689" cy="381217"/>
                    </a:xfrm>
                    <a:prstGeom prst="rect">
                      <a:avLst/>
                    </a:prstGeom>
                    <a:noFill/>
                  </p:spPr>
                  <p:txBody>
                    <a:bodyPr wrap="none" rtlCol="0">
                      <a:spAutoFit/>
                    </a:bodyPr>
                    <a:lstStyle/>
                    <a:p>
                      <a:pPr/>
                      <a14:m>
                        <m:oMathPara xmlns:m="http://schemas.openxmlformats.org/officeDocument/2006/math">
                          <m:oMath>
                            <m:r>
                              <a:rPr lang="en-US" i="1" dirty="0" smtClean="0">
                                <a:solidFill>
                                  <a:srgbClr val="3577B9"/>
                                </a:solidFill>
                                <a:latin typeface="Cambria Math" panose="02040503050406030204" pitchFamily="18" charset="0"/>
                              </a:rPr>
                              <m:t>|</m:t>
                            </m:r>
                            <m:sSub>
                              <m:sSubPr>
                                <m:ctrlPr>
                                  <a:rPr lang="en-US" b="0" i="1" dirty="0" smtClean="0">
                                    <a:solidFill>
                                      <a:srgbClr val="3577B9"/>
                                    </a:solidFill>
                                    <a:latin typeface="Cambria Math" panose="02040503050406030204" pitchFamily="18" charset="0"/>
                                  </a:rPr>
                                </m:ctrlPr>
                              </m:sSubPr>
                              <m:e>
                                <m:r>
                                  <a:rPr lang="en-US" b="0" i="1" dirty="0" smtClean="0">
                                    <a:solidFill>
                                      <a:srgbClr val="3577B9"/>
                                    </a:solidFill>
                                    <a:latin typeface="Cambria Math" panose="02040503050406030204" pitchFamily="18" charset="0"/>
                                  </a:rPr>
                                  <m:t>𝑠</m:t>
                                </m:r>
                              </m:e>
                              <m:sub>
                                <m:r>
                                  <a:rPr lang="en-US" b="0" i="1" dirty="0" smtClean="0">
                                    <a:solidFill>
                                      <a:srgbClr val="3577B9"/>
                                    </a:solidFill>
                                    <a:latin typeface="Cambria Math" panose="02040503050406030204" pitchFamily="18" charset="0"/>
                                  </a:rPr>
                                  <m:t>1</m:t>
                                </m:r>
                              </m:sub>
                            </m:sSub>
                            <m:r>
                              <a:rPr lang="en-US" i="1" dirty="0">
                                <a:solidFill>
                                  <a:srgbClr val="3577B9"/>
                                </a:solidFill>
                                <a:latin typeface="Cambria Math" panose="02040503050406030204" pitchFamily="18" charset="0"/>
                              </a:rPr>
                              <m:t>⟩</m:t>
                            </m:r>
                          </m:oMath>
                        </m:oMathPara>
                      </a14:m>
                      <a:endParaRPr lang="en-US" dirty="0">
                        <a:solidFill>
                          <a:srgbClr val="3577B9"/>
                        </a:solidFill>
                      </a:endParaRPr>
                    </a:p>
                  </p:txBody>
                </p:sp>
              </mc:Choice>
              <mc:Fallback xmlns="">
                <p:sp>
                  <p:nvSpPr>
                    <p:cNvPr id="1104" name="TextBox 1103">
                      <a:extLst>
                        <a:ext uri="{FF2B5EF4-FFF2-40B4-BE49-F238E27FC236}">
                          <a16:creationId xmlns:a16="http://schemas.microsoft.com/office/drawing/2014/main" id="{36A77556-B653-816C-3EE7-3586A5C98B60}"/>
                        </a:ext>
                      </a:extLst>
                    </p:cNvPr>
                    <p:cNvSpPr txBox="1">
                      <a:spLocks noRot="1" noChangeAspect="1" noMove="1" noResize="1" noEditPoints="1" noAdjustHandles="1" noChangeArrowheads="1" noChangeShapeType="1" noTextEdit="1"/>
                    </p:cNvSpPr>
                    <p:nvPr/>
                  </p:nvSpPr>
                  <p:spPr>
                    <a:xfrm>
                      <a:off x="10212375" y="911557"/>
                      <a:ext cx="617689" cy="381217"/>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5" name="TextBox 1104">
                      <a:extLst>
                        <a:ext uri="{FF2B5EF4-FFF2-40B4-BE49-F238E27FC236}">
                          <a16:creationId xmlns:a16="http://schemas.microsoft.com/office/drawing/2014/main" id="{AA0B31BF-2F8F-4939-38A1-A3CE5405A1C4}"/>
                        </a:ext>
                      </a:extLst>
                    </p:cNvPr>
                    <p:cNvSpPr txBox="1"/>
                    <p:nvPr/>
                  </p:nvSpPr>
                  <p:spPr>
                    <a:xfrm>
                      <a:off x="10193624" y="3253719"/>
                      <a:ext cx="623183" cy="381217"/>
                    </a:xfrm>
                    <a:prstGeom prst="rect">
                      <a:avLst/>
                    </a:prstGeom>
                    <a:noFill/>
                  </p:spPr>
                  <p:txBody>
                    <a:bodyPr wrap="none" rtlCol="0">
                      <a:spAutoFit/>
                    </a:bodyPr>
                    <a:lstStyle/>
                    <a:p>
                      <a:pPr/>
                      <a14:m>
                        <m:oMathPara xmlns:m="http://schemas.openxmlformats.org/officeDocument/2006/math">
                          <m:oMath>
                            <m:r>
                              <a:rPr lang="en-US" i="1" dirty="0" smtClean="0">
                                <a:solidFill>
                                  <a:srgbClr val="DF7E7B"/>
                                </a:solidFill>
                                <a:latin typeface="Cambria Math" panose="02040503050406030204" pitchFamily="18" charset="0"/>
                              </a:rPr>
                              <m:t>|</m:t>
                            </m:r>
                            <m:sSub>
                              <m:sSubPr>
                                <m:ctrlPr>
                                  <a:rPr lang="en-US" b="0" i="1" dirty="0" smtClean="0">
                                    <a:solidFill>
                                      <a:srgbClr val="DF7E7B"/>
                                    </a:solidFill>
                                    <a:latin typeface="Cambria Math" panose="02040503050406030204" pitchFamily="18" charset="0"/>
                                  </a:rPr>
                                </m:ctrlPr>
                              </m:sSubPr>
                              <m:e>
                                <m:r>
                                  <a:rPr lang="en-US" b="0" i="1" dirty="0" smtClean="0">
                                    <a:solidFill>
                                      <a:srgbClr val="DF7E7B"/>
                                    </a:solidFill>
                                    <a:latin typeface="Cambria Math" panose="02040503050406030204" pitchFamily="18" charset="0"/>
                                  </a:rPr>
                                  <m:t>𝑠</m:t>
                                </m:r>
                              </m:e>
                              <m:sub>
                                <m:r>
                                  <a:rPr lang="en-US" b="0" i="1" dirty="0" smtClean="0">
                                    <a:solidFill>
                                      <a:srgbClr val="DF7E7B"/>
                                    </a:solidFill>
                                    <a:latin typeface="Cambria Math" panose="02040503050406030204" pitchFamily="18" charset="0"/>
                                  </a:rPr>
                                  <m:t>2</m:t>
                                </m:r>
                              </m:sub>
                            </m:sSub>
                            <m:r>
                              <a:rPr lang="en-US" i="1" dirty="0">
                                <a:solidFill>
                                  <a:srgbClr val="DF7E7B"/>
                                </a:solidFill>
                                <a:latin typeface="Cambria Math" panose="02040503050406030204" pitchFamily="18" charset="0"/>
                              </a:rPr>
                              <m:t>⟩</m:t>
                            </m:r>
                          </m:oMath>
                        </m:oMathPara>
                      </a14:m>
                      <a:endParaRPr lang="en-US" dirty="0">
                        <a:solidFill>
                          <a:srgbClr val="DF7E7B"/>
                        </a:solidFill>
                      </a:endParaRPr>
                    </a:p>
                  </p:txBody>
                </p:sp>
              </mc:Choice>
              <mc:Fallback xmlns="">
                <p:sp>
                  <p:nvSpPr>
                    <p:cNvPr id="1105" name="TextBox 1104">
                      <a:extLst>
                        <a:ext uri="{FF2B5EF4-FFF2-40B4-BE49-F238E27FC236}">
                          <a16:creationId xmlns:a16="http://schemas.microsoft.com/office/drawing/2014/main" id="{AA0B31BF-2F8F-4939-38A1-A3CE5405A1C4}"/>
                        </a:ext>
                      </a:extLst>
                    </p:cNvPr>
                    <p:cNvSpPr txBox="1">
                      <a:spLocks noRot="1" noChangeAspect="1" noMove="1" noResize="1" noEditPoints="1" noAdjustHandles="1" noChangeArrowheads="1" noChangeShapeType="1" noTextEdit="1"/>
                    </p:cNvSpPr>
                    <p:nvPr/>
                  </p:nvSpPr>
                  <p:spPr>
                    <a:xfrm>
                      <a:off x="10193624" y="3253719"/>
                      <a:ext cx="623183" cy="381217"/>
                    </a:xfrm>
                    <a:prstGeom prst="rect">
                      <a:avLst/>
                    </a:prstGeom>
                    <a:blipFill>
                      <a:blip r:embed="rId10"/>
                      <a:stretch>
                        <a:fillRect b="-13115"/>
                      </a:stretch>
                    </a:blipFill>
                  </p:spPr>
                  <p:txBody>
                    <a:bodyPr/>
                    <a:lstStyle/>
                    <a:p>
                      <a:r>
                        <a:rPr lang="en-US">
                          <a:noFill/>
                        </a:rPr>
                        <a:t> </a:t>
                      </a:r>
                    </a:p>
                  </p:txBody>
                </p:sp>
              </mc:Fallback>
            </mc:AlternateContent>
          </p:grpSp>
        </p:grpSp>
        <p:cxnSp>
          <p:nvCxnSpPr>
            <p:cNvPr id="1117" name="Straight Connector 1116">
              <a:extLst>
                <a:ext uri="{FF2B5EF4-FFF2-40B4-BE49-F238E27FC236}">
                  <a16:creationId xmlns:a16="http://schemas.microsoft.com/office/drawing/2014/main" id="{8BD60674-D61C-6F1B-8EB4-D35FA772F505}"/>
                </a:ext>
              </a:extLst>
            </p:cNvPr>
            <p:cNvCxnSpPr>
              <a:stCxn id="1116" idx="0"/>
              <a:endCxn id="1116" idx="2"/>
            </p:cNvCxnSpPr>
            <p:nvPr/>
          </p:nvCxnSpPr>
          <p:spPr>
            <a:xfrm>
              <a:off x="5094790" y="1756219"/>
              <a:ext cx="0" cy="26742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43DDE802-BA57-132D-2573-90332F4C6823}"/>
                </a:ext>
              </a:extLst>
            </p:cNvPr>
            <p:cNvCxnSpPr>
              <a:cxnSpLocks/>
              <a:stCxn id="1114" idx="2"/>
              <a:endCxn id="1114" idx="0"/>
            </p:cNvCxnSpPr>
            <p:nvPr/>
          </p:nvCxnSpPr>
          <p:spPr>
            <a:xfrm flipH="1">
              <a:off x="3757885" y="3096083"/>
              <a:ext cx="26742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19" name="TextBox 1118">
                  <a:extLst>
                    <a:ext uri="{FF2B5EF4-FFF2-40B4-BE49-F238E27FC236}">
                      <a16:creationId xmlns:a16="http://schemas.microsoft.com/office/drawing/2014/main" id="{7A31B96E-0389-4F9F-52FE-EFCA4C70EC80}"/>
                    </a:ext>
                  </a:extLst>
                </p:cNvPr>
                <p:cNvSpPr txBox="1"/>
                <p:nvPr/>
              </p:nvSpPr>
              <p:spPr>
                <a:xfrm>
                  <a:off x="6391189" y="2787082"/>
                  <a:ext cx="829330" cy="532013"/>
                </a:xfrm>
                <a:prstGeom prst="rect">
                  <a:avLst/>
                </a:prstGeom>
                <a:noFill/>
              </p:spPr>
              <p:txBody>
                <a:bodyPr wrap="none" rtlCol="0">
                  <a:spAutoFit/>
                </a:bodyPr>
                <a:lstStyle/>
                <a:p>
                  <a:pPr/>
                  <a14:m>
                    <m:oMathPara xmlns:m="http://schemas.openxmlformats.org/officeDocument/2006/math">
                      <m:oMath>
                        <m:r>
                          <a:rPr lang="en-US" i="1" dirty="0" smtClean="0">
                            <a:solidFill>
                              <a:srgbClr val="866EBF"/>
                            </a:solidFill>
                            <a:latin typeface="Cambria Math" panose="02040503050406030204" pitchFamily="18" charset="0"/>
                          </a:rPr>
                          <m:t>|</m:t>
                        </m:r>
                        <m:sSub>
                          <m:sSubPr>
                            <m:ctrlPr>
                              <a:rPr lang="en-US" b="0" i="1" dirty="0" smtClean="0">
                                <a:solidFill>
                                  <a:srgbClr val="866EBF"/>
                                </a:solidFill>
                                <a:latin typeface="Cambria Math" panose="02040503050406030204" pitchFamily="18" charset="0"/>
                              </a:rPr>
                            </m:ctrlPr>
                          </m:sSubPr>
                          <m:e>
                            <m:r>
                              <a:rPr lang="en-US" b="0" i="1" dirty="0" smtClean="0">
                                <a:solidFill>
                                  <a:srgbClr val="866EBF"/>
                                </a:solidFill>
                                <a:latin typeface="Cambria Math" panose="02040503050406030204" pitchFamily="18" charset="0"/>
                              </a:rPr>
                              <m:t>𝑖</m:t>
                            </m:r>
                          </m:e>
                          <m:sub>
                            <m:r>
                              <a:rPr lang="en-US" b="0" i="1" dirty="0" smtClean="0">
                                <a:solidFill>
                                  <a:srgbClr val="866EBF"/>
                                </a:solidFill>
                                <a:latin typeface="Cambria Math" panose="02040503050406030204" pitchFamily="18" charset="0"/>
                              </a:rPr>
                              <m:t>0</m:t>
                            </m:r>
                          </m:sub>
                        </m:sSub>
                        <m:r>
                          <a:rPr lang="en-US" i="1" dirty="0">
                            <a:solidFill>
                              <a:srgbClr val="866EBF"/>
                            </a:solidFill>
                            <a:latin typeface="Cambria Math" panose="02040503050406030204" pitchFamily="18" charset="0"/>
                          </a:rPr>
                          <m:t>⟩</m:t>
                        </m:r>
                      </m:oMath>
                    </m:oMathPara>
                  </a14:m>
                  <a:endParaRPr lang="en-US" dirty="0">
                    <a:solidFill>
                      <a:srgbClr val="866EBF"/>
                    </a:solidFill>
                  </a:endParaRPr>
                </a:p>
              </p:txBody>
            </p:sp>
          </mc:Choice>
          <mc:Fallback xmlns="">
            <p:sp>
              <p:nvSpPr>
                <p:cNvPr id="1119" name="TextBox 1118">
                  <a:extLst>
                    <a:ext uri="{FF2B5EF4-FFF2-40B4-BE49-F238E27FC236}">
                      <a16:creationId xmlns:a16="http://schemas.microsoft.com/office/drawing/2014/main" id="{7A31B96E-0389-4F9F-52FE-EFCA4C70EC80}"/>
                    </a:ext>
                  </a:extLst>
                </p:cNvPr>
                <p:cNvSpPr txBox="1">
                  <a:spLocks noRot="1" noChangeAspect="1" noMove="1" noResize="1" noEditPoints="1" noAdjustHandles="1" noChangeArrowheads="1" noChangeShapeType="1" noTextEdit="1"/>
                </p:cNvSpPr>
                <p:nvPr/>
              </p:nvSpPr>
              <p:spPr>
                <a:xfrm>
                  <a:off x="6391189" y="2787082"/>
                  <a:ext cx="829330" cy="532013"/>
                </a:xfrm>
                <a:prstGeom prst="rect">
                  <a:avLst/>
                </a:prstGeom>
                <a:blipFill>
                  <a:blip r:embed="rId11"/>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0" name="TextBox 1119">
                  <a:extLst>
                    <a:ext uri="{FF2B5EF4-FFF2-40B4-BE49-F238E27FC236}">
                      <a16:creationId xmlns:a16="http://schemas.microsoft.com/office/drawing/2014/main" id="{F91D2BF0-7A05-A868-7740-69252916382E}"/>
                    </a:ext>
                  </a:extLst>
                </p:cNvPr>
                <p:cNvSpPr txBox="1"/>
                <p:nvPr/>
              </p:nvSpPr>
              <p:spPr>
                <a:xfrm>
                  <a:off x="2866991" y="2787082"/>
                  <a:ext cx="852974" cy="532013"/>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𝑖</m:t>
                            </m:r>
                          </m:e>
                          <m:sub>
                            <m:r>
                              <a:rPr lang="en-US" b="0" i="1" dirty="0" smtClean="0">
                                <a:latin typeface="Cambria Math" panose="02040503050406030204" pitchFamily="18" charset="0"/>
                              </a:rPr>
                              <m:t>𝜋</m:t>
                            </m:r>
                          </m:sub>
                        </m:sSub>
                        <m:r>
                          <a:rPr lang="en-US" i="1" dirty="0">
                            <a:latin typeface="Cambria Math" panose="02040503050406030204" pitchFamily="18" charset="0"/>
                          </a:rPr>
                          <m:t>⟩</m:t>
                        </m:r>
                      </m:oMath>
                    </m:oMathPara>
                  </a14:m>
                  <a:endParaRPr lang="en-US" dirty="0"/>
                </a:p>
              </p:txBody>
            </p:sp>
          </mc:Choice>
          <mc:Fallback xmlns="">
            <p:sp>
              <p:nvSpPr>
                <p:cNvPr id="1120" name="TextBox 1119">
                  <a:extLst>
                    <a:ext uri="{FF2B5EF4-FFF2-40B4-BE49-F238E27FC236}">
                      <a16:creationId xmlns:a16="http://schemas.microsoft.com/office/drawing/2014/main" id="{F91D2BF0-7A05-A868-7740-69252916382E}"/>
                    </a:ext>
                  </a:extLst>
                </p:cNvPr>
                <p:cNvSpPr txBox="1">
                  <a:spLocks noRot="1" noChangeAspect="1" noMove="1" noResize="1" noEditPoints="1" noAdjustHandles="1" noChangeArrowheads="1" noChangeShapeType="1" noTextEdit="1"/>
                </p:cNvSpPr>
                <p:nvPr/>
              </p:nvSpPr>
              <p:spPr>
                <a:xfrm>
                  <a:off x="2866991" y="2787082"/>
                  <a:ext cx="852974" cy="532013"/>
                </a:xfrm>
                <a:prstGeom prst="rect">
                  <a:avLst/>
                </a:prstGeom>
                <a:blipFill>
                  <a:blip r:embed="rId12"/>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22" name="TextBox 1121">
                <a:extLst>
                  <a:ext uri="{FF2B5EF4-FFF2-40B4-BE49-F238E27FC236}">
                    <a16:creationId xmlns:a16="http://schemas.microsoft.com/office/drawing/2014/main" id="{2FD1600A-8ED8-062C-0739-7F3CEB25B56C}"/>
                  </a:ext>
                </a:extLst>
              </p:cNvPr>
              <p:cNvSpPr txBox="1"/>
              <p:nvPr/>
            </p:nvSpPr>
            <p:spPr>
              <a:xfrm>
                <a:off x="10576111" y="2230205"/>
                <a:ext cx="435504" cy="369332"/>
              </a:xfrm>
              <a:prstGeom prst="rect">
                <a:avLst/>
              </a:prstGeom>
              <a:noFill/>
            </p:spPr>
            <p:txBody>
              <a:bodyPr wrap="none" rtlCol="0">
                <a:spAutoFit/>
              </a:bodyPr>
              <a:lstStyle/>
              <a:p>
                <a:pPr/>
                <a14:m>
                  <m:oMathPara xmlns:m="http://schemas.openxmlformats.org/officeDocument/2006/math">
                    <m:oMath>
                      <m:r>
                        <a:rPr lang="en-US" b="0" i="1" smtClean="0">
                          <a:solidFill>
                            <a:srgbClr val="4C9858"/>
                          </a:solidFill>
                          <a:latin typeface="Cambria Math" panose="02040503050406030204" pitchFamily="18" charset="0"/>
                        </a:rPr>
                        <m:t>𝑚</m:t>
                      </m:r>
                    </m:oMath>
                  </m:oMathPara>
                </a14:m>
                <a:endParaRPr lang="en-US" dirty="0">
                  <a:solidFill>
                    <a:srgbClr val="4C9858"/>
                  </a:solidFill>
                </a:endParaRPr>
              </a:p>
            </p:txBody>
          </p:sp>
        </mc:Choice>
        <mc:Fallback xmlns="">
          <p:sp>
            <p:nvSpPr>
              <p:cNvPr id="1122" name="TextBox 1121">
                <a:extLst>
                  <a:ext uri="{FF2B5EF4-FFF2-40B4-BE49-F238E27FC236}">
                    <a16:creationId xmlns:a16="http://schemas.microsoft.com/office/drawing/2014/main" id="{2FD1600A-8ED8-062C-0739-7F3CEB25B56C}"/>
                  </a:ext>
                </a:extLst>
              </p:cNvPr>
              <p:cNvSpPr txBox="1">
                <a:spLocks noRot="1" noChangeAspect="1" noMove="1" noResize="1" noEditPoints="1" noAdjustHandles="1" noChangeArrowheads="1" noChangeShapeType="1" noTextEdit="1"/>
              </p:cNvSpPr>
              <p:nvPr/>
            </p:nvSpPr>
            <p:spPr>
              <a:xfrm>
                <a:off x="10576111" y="2230205"/>
                <a:ext cx="435504" cy="369332"/>
              </a:xfrm>
              <a:prstGeom prst="rect">
                <a:avLst/>
              </a:prstGeom>
              <a:blipFill>
                <a:blip r:embed="rId13"/>
                <a:stretch>
                  <a:fillRect/>
                </a:stretch>
              </a:blipFill>
            </p:spPr>
            <p:txBody>
              <a:bodyPr/>
              <a:lstStyle/>
              <a:p>
                <a:r>
                  <a:rPr lang="en-US">
                    <a:noFill/>
                  </a:rPr>
                  <a:t> </a:t>
                </a:r>
              </a:p>
            </p:txBody>
          </p:sp>
        </mc:Fallback>
      </mc:AlternateContent>
      <p:sp>
        <p:nvSpPr>
          <p:cNvPr id="1123" name="TextBox 1122">
            <a:extLst>
              <a:ext uri="{FF2B5EF4-FFF2-40B4-BE49-F238E27FC236}">
                <a16:creationId xmlns:a16="http://schemas.microsoft.com/office/drawing/2014/main" id="{75544BC1-9D6E-1D56-00D5-62946ED928E2}"/>
              </a:ext>
            </a:extLst>
          </p:cNvPr>
          <p:cNvSpPr txBox="1"/>
          <p:nvPr/>
        </p:nvSpPr>
        <p:spPr>
          <a:xfrm>
            <a:off x="2816455" y="531882"/>
            <a:ext cx="2798821" cy="1200329"/>
          </a:xfrm>
          <a:prstGeom prst="rect">
            <a:avLst/>
          </a:prstGeom>
          <a:noFill/>
        </p:spPr>
        <p:txBody>
          <a:bodyPr wrap="square" rtlCol="0">
            <a:spAutoFit/>
          </a:bodyPr>
          <a:lstStyle/>
          <a:p>
            <a:r>
              <a:rPr lang="en-US" dirty="0"/>
              <a:t>Maximally mixed state obtained by uncertainty on the open slit (uncertainty on classical variable)</a:t>
            </a:r>
          </a:p>
        </p:txBody>
      </p:sp>
      <p:sp>
        <p:nvSpPr>
          <p:cNvPr id="1124" name="TextBox 1123">
            <a:extLst>
              <a:ext uri="{FF2B5EF4-FFF2-40B4-BE49-F238E27FC236}">
                <a16:creationId xmlns:a16="http://schemas.microsoft.com/office/drawing/2014/main" id="{4D1E0EF5-5BF0-DD1A-C9BD-4B1E41431630}"/>
              </a:ext>
            </a:extLst>
          </p:cNvPr>
          <p:cNvSpPr txBox="1"/>
          <p:nvPr/>
        </p:nvSpPr>
        <p:spPr>
          <a:xfrm>
            <a:off x="6664405" y="531882"/>
            <a:ext cx="2798821" cy="1200329"/>
          </a:xfrm>
          <a:prstGeom prst="rect">
            <a:avLst/>
          </a:prstGeom>
          <a:noFill/>
        </p:spPr>
        <p:txBody>
          <a:bodyPr wrap="square" rtlCol="0">
            <a:spAutoFit/>
          </a:bodyPr>
          <a:lstStyle/>
          <a:p>
            <a:r>
              <a:rPr lang="en-US" dirty="0"/>
              <a:t>Maximally mixed state obtained by uncertainty on the phase difference (quantum variable)</a:t>
            </a:r>
          </a:p>
        </p:txBody>
      </p:sp>
      <p:sp>
        <p:nvSpPr>
          <p:cNvPr id="1125" name="TextBox 1124">
            <a:extLst>
              <a:ext uri="{FF2B5EF4-FFF2-40B4-BE49-F238E27FC236}">
                <a16:creationId xmlns:a16="http://schemas.microsoft.com/office/drawing/2014/main" id="{D813ABD8-701D-2C64-6D2B-B27CD0AAA362}"/>
              </a:ext>
            </a:extLst>
          </p:cNvPr>
          <p:cNvSpPr txBox="1"/>
          <p:nvPr/>
        </p:nvSpPr>
        <p:spPr>
          <a:xfrm>
            <a:off x="184150" y="5508483"/>
            <a:ext cx="10466405" cy="1077218"/>
          </a:xfrm>
          <a:prstGeom prst="rect">
            <a:avLst/>
          </a:prstGeom>
          <a:noFill/>
        </p:spPr>
        <p:txBody>
          <a:bodyPr wrap="square" rtlCol="0">
            <a:spAutoFit/>
          </a:bodyPr>
          <a:lstStyle/>
          <a:p>
            <a:r>
              <a:rPr lang="en-US" sz="3200" dirty="0">
                <a:solidFill>
                  <a:schemeClr val="accent6">
                    <a:lumMod val="75000"/>
                  </a:schemeClr>
                </a:solidFill>
              </a:rPr>
              <a:t>Entropic aliasing: high-entropy states allow (approximate) decomposition over incompatible observables</a:t>
            </a:r>
          </a:p>
        </p:txBody>
      </p:sp>
      <p:sp>
        <p:nvSpPr>
          <p:cNvPr id="2" name="TextBox 1">
            <a:extLst>
              <a:ext uri="{FF2B5EF4-FFF2-40B4-BE49-F238E27FC236}">
                <a16:creationId xmlns:a16="http://schemas.microsoft.com/office/drawing/2014/main" id="{697CC30C-0904-7913-8A21-B3984AACD2C0}"/>
              </a:ext>
            </a:extLst>
          </p:cNvPr>
          <p:cNvSpPr txBox="1"/>
          <p:nvPr/>
        </p:nvSpPr>
        <p:spPr>
          <a:xfrm>
            <a:off x="6515101" y="3975872"/>
            <a:ext cx="5339489" cy="1384995"/>
          </a:xfrm>
          <a:prstGeom prst="rect">
            <a:avLst/>
          </a:prstGeom>
          <a:noFill/>
        </p:spPr>
        <p:txBody>
          <a:bodyPr wrap="square" rtlCol="0">
            <a:spAutoFit/>
          </a:bodyPr>
          <a:lstStyle/>
          <a:p>
            <a:r>
              <a:rPr lang="en-US" sz="2800" dirty="0"/>
              <a:t>The case where we randomize the phase is indistinguishable from the case where we randomize the path</a:t>
            </a:r>
          </a:p>
        </p:txBody>
      </p:sp>
      <p:sp>
        <p:nvSpPr>
          <p:cNvPr id="3" name="Footer Placeholder 2">
            <a:extLst>
              <a:ext uri="{FF2B5EF4-FFF2-40B4-BE49-F238E27FC236}">
                <a16:creationId xmlns:a16="http://schemas.microsoft.com/office/drawing/2014/main" id="{91765D49-A655-ACBD-8F67-30E30F3FC1AE}"/>
              </a:ext>
            </a:extLst>
          </p:cNvPr>
          <p:cNvSpPr>
            <a:spLocks noGrp="1"/>
          </p:cNvSpPr>
          <p:nvPr>
            <p:ph type="ftr" sz="quarter" idx="11"/>
          </p:nvPr>
        </p:nvSpPr>
        <p:spPr/>
        <p:txBody>
          <a:bodyPr/>
          <a:lstStyle/>
          <a:p>
            <a:r>
              <a:rPr lang="en-US"/>
              <a:t>Christine Aidala - University of Michigan</a:t>
            </a:r>
            <a:endParaRPr lang="en-US" dirty="0"/>
          </a:p>
        </p:txBody>
      </p:sp>
      <p:sp>
        <p:nvSpPr>
          <p:cNvPr id="5" name="Slide Number Placeholder 4">
            <a:extLst>
              <a:ext uri="{FF2B5EF4-FFF2-40B4-BE49-F238E27FC236}">
                <a16:creationId xmlns:a16="http://schemas.microsoft.com/office/drawing/2014/main" id="{C19E0B06-1BA3-F0C3-309B-1E88FFA2CB9E}"/>
              </a:ext>
            </a:extLst>
          </p:cNvPr>
          <p:cNvSpPr>
            <a:spLocks noGrp="1"/>
          </p:cNvSpPr>
          <p:nvPr>
            <p:ph type="sldNum" sz="quarter" idx="12"/>
          </p:nvPr>
        </p:nvSpPr>
        <p:spPr/>
        <p:txBody>
          <a:bodyPr/>
          <a:lstStyle/>
          <a:p>
            <a:fld id="{F47845EA-7733-40EE-B074-20032348B727}" type="slidenum">
              <a:rPr lang="en-US" smtClean="0"/>
              <a:t>55</a:t>
            </a:fld>
            <a:endParaRPr lang="en-US"/>
          </a:p>
        </p:txBody>
      </p:sp>
    </p:spTree>
    <p:extLst>
      <p:ext uri="{BB962C8B-B14F-4D97-AF65-F5344CB8AC3E}">
        <p14:creationId xmlns:p14="http://schemas.microsoft.com/office/powerpoint/2010/main" val="23864024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4E575-21E0-8FD1-532A-40089C50F4D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AA14956-82A9-22EE-8F9C-4FF556600BB4}"/>
                  </a:ext>
                </a:extLst>
              </p:cNvPr>
              <p:cNvSpPr txBox="1"/>
              <p:nvPr/>
            </p:nvSpPr>
            <p:spPr>
              <a:xfrm>
                <a:off x="3489397" y="1125217"/>
                <a:ext cx="6934591" cy="1198854"/>
              </a:xfrm>
              <a:prstGeom prst="rect">
                <a:avLst/>
              </a:prstGeom>
              <a:noFill/>
            </p:spPr>
            <p:txBody>
              <a:bodyPr wrap="none" rtlCol="0">
                <a:spAutoFit/>
              </a:bodyPr>
              <a:lstStyle/>
              <a:p>
                <a:pPr/>
                <a14:m>
                  <m:oMathPara xmlns:m="http://schemas.openxmlformats.org/officeDocument/2006/math">
                    <m:o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𝑑𝑋</m:t>
                          </m:r>
                        </m:num>
                        <m:den>
                          <m:r>
                            <a:rPr lang="en-US" sz="3200" b="0" i="1" smtClean="0">
                              <a:latin typeface="Cambria Math" panose="02040503050406030204" pitchFamily="18" charset="0"/>
                            </a:rPr>
                            <m:t>𝑑𝑡</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𝚤</m:t>
                          </m:r>
                        </m:num>
                        <m:den>
                          <m:r>
                            <m:rPr>
                              <m:sty m:val="p"/>
                            </m:rPr>
                            <a:rPr lang="en-US" sz="3200" b="0" i="1" smtClean="0">
                              <a:latin typeface="Cambria Math" panose="02040503050406030204" pitchFamily="18" charset="0"/>
                            </a:rPr>
                            <m:t>ℏ</m:t>
                          </m:r>
                        </m:den>
                      </m:f>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𝐻</m:t>
                          </m:r>
                          <m:r>
                            <a:rPr lang="en-US" sz="3200" b="0" i="1" smtClean="0">
                              <a:latin typeface="Cambria Math" panose="02040503050406030204" pitchFamily="18" charset="0"/>
                            </a:rPr>
                            <m:t>,</m:t>
                          </m:r>
                          <m:r>
                            <a:rPr lang="en-US" sz="3200" b="0" i="1" smtClean="0">
                              <a:latin typeface="Cambria Math" panose="02040503050406030204" pitchFamily="18" charset="0"/>
                            </a:rPr>
                            <m:t>𝑋</m:t>
                          </m:r>
                        </m:e>
                      </m:d>
                      <m:r>
                        <a:rPr lang="en-US" sz="3200" b="0" i="1" smtClean="0">
                          <a:latin typeface="Cambria Math" panose="02040503050406030204" pitchFamily="18" charset="0"/>
                        </a:rPr>
                        <m:t>+</m:t>
                      </m:r>
                      <m:r>
                        <a:rPr lang="en-US" sz="3200" b="0" i="1" smtClean="0">
                          <a:latin typeface="Cambria Math" panose="02040503050406030204" pitchFamily="18" charset="0"/>
                        </a:rPr>
                        <m:t>𝛾</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𝐿</m:t>
                              </m:r>
                            </m:e>
                            <m:sup>
                              <m:r>
                                <a:rPr lang="en-US" sz="3200" i="1">
                                  <a:latin typeface="Cambria Math" panose="02040503050406030204" pitchFamily="18" charset="0"/>
                                  <a:ea typeface="Cambria Math" panose="02040503050406030204" pitchFamily="18" charset="0"/>
                                </a:rPr>
                                <m:t>†</m:t>
                              </m:r>
                            </m:sup>
                          </m:sSup>
                          <m:r>
                            <a:rPr lang="en-US" sz="3200" b="0" i="1" smtClean="0">
                              <a:latin typeface="Cambria Math" panose="02040503050406030204" pitchFamily="18" charset="0"/>
                            </a:rPr>
                            <m:t>𝑋𝐿</m:t>
                          </m:r>
                          <m:r>
                            <a:rPr lang="en-US" sz="3200" b="0" i="0" smtClean="0">
                              <a:latin typeface="Cambria Math" panose="02040503050406030204" pitchFamily="18" charset="0"/>
                            </a:rPr>
                            <m:t>−</m:t>
                          </m:r>
                          <m:f>
                            <m:fPr>
                              <m:ctrlPr>
                                <a:rPr lang="en-US" sz="3200" b="0" i="0" smtClean="0">
                                  <a:latin typeface="Cambria Math" panose="02040503050406030204" pitchFamily="18" charset="0"/>
                                </a:rPr>
                              </m:ctrlPr>
                            </m:fPr>
                            <m:num>
                              <m:r>
                                <a:rPr lang="en-US" sz="3200" b="0" i="0" smtClean="0">
                                  <a:latin typeface="Cambria Math" panose="02040503050406030204" pitchFamily="18" charset="0"/>
                                </a:rPr>
                                <m:t>1</m:t>
                              </m:r>
                            </m:num>
                            <m:den>
                              <m:r>
                                <a:rPr lang="en-US" sz="3200" b="0" i="0" smtClean="0">
                                  <a:latin typeface="Cambria Math" panose="02040503050406030204" pitchFamily="18" charset="0"/>
                                </a:rPr>
                                <m:t>2</m:t>
                              </m:r>
                            </m:den>
                          </m:f>
                          <m:d>
                            <m:dPr>
                              <m:begChr m:val="{"/>
                              <m:endChr m:val="}"/>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𝐿</m:t>
                                  </m:r>
                                </m:e>
                                <m:sup>
                                  <m:r>
                                    <a:rPr lang="en-US" sz="3200" i="1">
                                      <a:latin typeface="Cambria Math" panose="02040503050406030204" pitchFamily="18" charset="0"/>
                                      <a:ea typeface="Cambria Math" panose="02040503050406030204" pitchFamily="18" charset="0"/>
                                    </a:rPr>
                                    <m:t>†</m:t>
                                  </m:r>
                                </m:sup>
                              </m:sSup>
                              <m:r>
                                <a:rPr lang="en-US" sz="3200" i="1">
                                  <a:latin typeface="Cambria Math" panose="02040503050406030204" pitchFamily="18" charset="0"/>
                                </a:rPr>
                                <m:t>𝐿</m:t>
                              </m:r>
                              <m:r>
                                <a:rPr lang="en-US" sz="3200" b="0" i="1" smtClean="0">
                                  <a:latin typeface="Cambria Math" panose="02040503050406030204" pitchFamily="18" charset="0"/>
                                </a:rPr>
                                <m:t>,</m:t>
                              </m:r>
                              <m:r>
                                <a:rPr lang="en-US" sz="3200" b="0" i="1" smtClean="0">
                                  <a:latin typeface="Cambria Math" panose="02040503050406030204" pitchFamily="18" charset="0"/>
                                </a:rPr>
                                <m:t>𝑋</m:t>
                              </m:r>
                            </m:e>
                          </m:d>
                        </m:e>
                      </m:d>
                    </m:oMath>
                  </m:oMathPara>
                </a14:m>
                <a:endParaRPr lang="en-US" sz="3200" dirty="0"/>
              </a:p>
            </p:txBody>
          </p:sp>
        </mc:Choice>
        <mc:Fallback xmlns="">
          <p:sp>
            <p:nvSpPr>
              <p:cNvPr id="8" name="TextBox 7">
                <a:extLst>
                  <a:ext uri="{FF2B5EF4-FFF2-40B4-BE49-F238E27FC236}">
                    <a16:creationId xmlns:a16="http://schemas.microsoft.com/office/drawing/2014/main" id="{DAA14956-82A9-22EE-8F9C-4FF556600BB4}"/>
                  </a:ext>
                </a:extLst>
              </p:cNvPr>
              <p:cNvSpPr txBox="1">
                <a:spLocks noRot="1" noChangeAspect="1" noMove="1" noResize="1" noEditPoints="1" noAdjustHandles="1" noChangeArrowheads="1" noChangeShapeType="1" noTextEdit="1"/>
              </p:cNvSpPr>
              <p:nvPr/>
            </p:nvSpPr>
            <p:spPr>
              <a:xfrm>
                <a:off x="3489397" y="1125217"/>
                <a:ext cx="6934591" cy="1198854"/>
              </a:xfrm>
              <a:prstGeom prst="rect">
                <a:avLst/>
              </a:prstGeom>
              <a:blipFill>
                <a:blip r:embed="rId2"/>
                <a:stretch>
                  <a:fillRect/>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E625B365-21C9-13F7-DE81-E8F8C1FE4804}"/>
              </a:ext>
            </a:extLst>
          </p:cNvPr>
          <p:cNvSpPr txBox="1"/>
          <p:nvPr/>
        </p:nvSpPr>
        <p:spPr>
          <a:xfrm>
            <a:off x="620983" y="1125217"/>
            <a:ext cx="2050433" cy="1200329"/>
          </a:xfrm>
          <a:prstGeom prst="rect">
            <a:avLst/>
          </a:prstGeom>
          <a:noFill/>
        </p:spPr>
        <p:txBody>
          <a:bodyPr wrap="none" rtlCol="0">
            <a:spAutoFit/>
          </a:bodyPr>
          <a:lstStyle/>
          <a:p>
            <a:r>
              <a:rPr lang="en-US" sz="2400" dirty="0"/>
              <a:t>Infinitesimal</a:t>
            </a:r>
            <a:br>
              <a:rPr lang="en-US" sz="2400" dirty="0"/>
            </a:br>
            <a:r>
              <a:rPr lang="en-US" sz="2400" dirty="0"/>
              <a:t>stretching map</a:t>
            </a:r>
            <a:br>
              <a:rPr lang="en-US" sz="2400" dirty="0"/>
            </a:br>
            <a:r>
              <a:rPr lang="en-US" sz="2400" dirty="0"/>
              <a:t>must obey</a:t>
            </a:r>
          </a:p>
        </p:txBody>
      </p:sp>
      <p:sp>
        <p:nvSpPr>
          <p:cNvPr id="3" name="TextBox 2">
            <a:extLst>
              <a:ext uri="{FF2B5EF4-FFF2-40B4-BE49-F238E27FC236}">
                <a16:creationId xmlns:a16="http://schemas.microsoft.com/office/drawing/2014/main" id="{C6A9D5D3-FA66-9D59-C96A-A160A99F2518}"/>
              </a:ext>
            </a:extLst>
          </p:cNvPr>
          <p:cNvSpPr txBox="1"/>
          <p:nvPr/>
        </p:nvSpPr>
        <p:spPr>
          <a:xfrm>
            <a:off x="1646200" y="129568"/>
            <a:ext cx="8777788" cy="584775"/>
          </a:xfrm>
          <a:prstGeom prst="rect">
            <a:avLst/>
          </a:prstGeom>
          <a:noFill/>
        </p:spPr>
        <p:txBody>
          <a:bodyPr wrap="none" rtlCol="0">
            <a:spAutoFit/>
          </a:bodyPr>
          <a:lstStyle/>
          <a:p>
            <a:pPr algn="ctr"/>
            <a:r>
              <a:rPr lang="en-US" sz="3200" dirty="0" err="1"/>
              <a:t>Linblad</a:t>
            </a:r>
            <a:r>
              <a:rPr lang="en-US" sz="3200" dirty="0"/>
              <a:t> master equation for open quantum systems</a:t>
            </a:r>
          </a:p>
        </p:txBody>
      </p:sp>
      <p:cxnSp>
        <p:nvCxnSpPr>
          <p:cNvPr id="6" name="Straight Arrow Connector 5">
            <a:extLst>
              <a:ext uri="{FF2B5EF4-FFF2-40B4-BE49-F238E27FC236}">
                <a16:creationId xmlns:a16="http://schemas.microsoft.com/office/drawing/2014/main" id="{AE4332FC-0BB9-AE8F-AEAF-D6A35AC14F7A}"/>
              </a:ext>
            </a:extLst>
          </p:cNvPr>
          <p:cNvCxnSpPr>
            <a:cxnSpLocks/>
          </p:cNvCxnSpPr>
          <p:nvPr/>
        </p:nvCxnSpPr>
        <p:spPr>
          <a:xfrm flipH="1" flipV="1">
            <a:off x="7800975" y="2095500"/>
            <a:ext cx="674999" cy="9357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6D63063-D5E4-5124-B32A-8C397961DB6E}"/>
              </a:ext>
            </a:extLst>
          </p:cNvPr>
          <p:cNvSpPr txBox="1"/>
          <p:nvPr/>
        </p:nvSpPr>
        <p:spPr>
          <a:xfrm>
            <a:off x="6871941" y="3131617"/>
            <a:ext cx="4625433" cy="461665"/>
          </a:xfrm>
          <a:prstGeom prst="rect">
            <a:avLst/>
          </a:prstGeom>
          <a:noFill/>
        </p:spPr>
        <p:txBody>
          <a:bodyPr wrap="none" rtlCol="0">
            <a:spAutoFit/>
          </a:bodyPr>
          <a:lstStyle/>
          <a:p>
            <a:r>
              <a:rPr lang="en-US" sz="2400" dirty="0"/>
              <a:t>Non-unitary/non-conservative part</a:t>
            </a:r>
          </a:p>
        </p:txBody>
      </p:sp>
      <p:cxnSp>
        <p:nvCxnSpPr>
          <p:cNvPr id="15" name="Straight Arrow Connector 14">
            <a:extLst>
              <a:ext uri="{FF2B5EF4-FFF2-40B4-BE49-F238E27FC236}">
                <a16:creationId xmlns:a16="http://schemas.microsoft.com/office/drawing/2014/main" id="{6EAB9F3A-86EA-6557-AF04-255A7DC61718}"/>
              </a:ext>
            </a:extLst>
          </p:cNvPr>
          <p:cNvCxnSpPr>
            <a:cxnSpLocks/>
          </p:cNvCxnSpPr>
          <p:nvPr/>
        </p:nvCxnSpPr>
        <p:spPr>
          <a:xfrm flipV="1">
            <a:off x="4676775" y="2095500"/>
            <a:ext cx="674999" cy="9357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B8A4F77-5640-2EF7-7EA0-39810774F724}"/>
              </a:ext>
            </a:extLst>
          </p:cNvPr>
          <p:cNvSpPr txBox="1"/>
          <p:nvPr/>
        </p:nvSpPr>
        <p:spPr>
          <a:xfrm>
            <a:off x="2566641" y="3131617"/>
            <a:ext cx="3388748" cy="461665"/>
          </a:xfrm>
          <a:prstGeom prst="rect">
            <a:avLst/>
          </a:prstGeom>
          <a:noFill/>
        </p:spPr>
        <p:txBody>
          <a:bodyPr wrap="none" rtlCol="0">
            <a:spAutoFit/>
          </a:bodyPr>
          <a:lstStyle/>
          <a:p>
            <a:r>
              <a:rPr lang="en-US" sz="2400" dirty="0"/>
              <a:t>Unitary/conservative part</a:t>
            </a:r>
          </a:p>
        </p:txBody>
      </p:sp>
      <p:sp>
        <p:nvSpPr>
          <p:cNvPr id="2" name="Footer Placeholder 1">
            <a:extLst>
              <a:ext uri="{FF2B5EF4-FFF2-40B4-BE49-F238E27FC236}">
                <a16:creationId xmlns:a16="http://schemas.microsoft.com/office/drawing/2014/main" id="{E9826579-F835-761A-99EC-61598951A6A8}"/>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8DD716A0-E7C5-A301-AAEE-FAE44ADCC9A7}"/>
              </a:ext>
            </a:extLst>
          </p:cNvPr>
          <p:cNvSpPr>
            <a:spLocks noGrp="1"/>
          </p:cNvSpPr>
          <p:nvPr>
            <p:ph type="sldNum" sz="quarter" idx="12"/>
          </p:nvPr>
        </p:nvSpPr>
        <p:spPr/>
        <p:txBody>
          <a:bodyPr/>
          <a:lstStyle/>
          <a:p>
            <a:fld id="{F47845EA-7733-40EE-B074-20032348B727}" type="slidenum">
              <a:rPr lang="en-US" smtClean="0"/>
              <a:t>56</a:t>
            </a:fld>
            <a:endParaRPr lang="en-US"/>
          </a:p>
        </p:txBody>
      </p:sp>
    </p:spTree>
    <p:extLst>
      <p:ext uri="{BB962C8B-B14F-4D97-AF65-F5344CB8AC3E}">
        <p14:creationId xmlns:p14="http://schemas.microsoft.com/office/powerpoint/2010/main" val="11230049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F4979-AC8A-14AE-5D4A-87590AFAD9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09B0F3-00E7-A9AA-51B7-6D5991C1DD1A}"/>
              </a:ext>
            </a:extLst>
          </p:cNvPr>
          <p:cNvSpPr txBox="1"/>
          <p:nvPr/>
        </p:nvSpPr>
        <p:spPr>
          <a:xfrm>
            <a:off x="3423199" y="129568"/>
            <a:ext cx="5223801" cy="584775"/>
          </a:xfrm>
          <a:prstGeom prst="rect">
            <a:avLst/>
          </a:prstGeom>
          <a:noFill/>
        </p:spPr>
        <p:txBody>
          <a:bodyPr wrap="none" rtlCol="0">
            <a:spAutoFit/>
          </a:bodyPr>
          <a:lstStyle/>
          <a:p>
            <a:pPr algn="ctr"/>
            <a:r>
              <a:rPr lang="en-US" sz="3200" dirty="0"/>
              <a:t>Quantum pure stretching map</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2032A06-1A72-D835-A981-AF45FC8E6C4A}"/>
                  </a:ext>
                </a:extLst>
              </p:cNvPr>
              <p:cNvSpPr txBox="1"/>
              <p:nvPr/>
            </p:nvSpPr>
            <p:spPr>
              <a:xfrm>
                <a:off x="3383712" y="918776"/>
                <a:ext cx="2533579" cy="652871"/>
              </a:xfrm>
              <a:prstGeom prst="rect">
                <a:avLst/>
              </a:prstGeom>
              <a:noFill/>
            </p:spPr>
            <p:txBody>
              <a:bodyPr wrap="none" rtlCol="0">
                <a:spAutoFit/>
              </a:bodyPr>
              <a:lstStyle/>
              <a:p>
                <a:pPr/>
                <a14:m>
                  <m:oMathPara xmlns:m="http://schemas.openxmlformats.org/officeDocument/2006/math">
                    <m:oMath>
                      <m:r>
                        <a:rPr lang="en-US" sz="3200" i="1" smtClean="0">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𝑋</m:t>
                          </m:r>
                        </m:e>
                      </m:d>
                      <m:r>
                        <a:rPr lang="en-US" sz="3200" b="0" i="1" smtClean="0">
                          <a:latin typeface="Cambria Math" panose="02040503050406030204" pitchFamily="18" charset="0"/>
                        </a:rPr>
                        <m:t>=</m:t>
                      </m:r>
                      <m:rad>
                        <m:radPr>
                          <m:degHide m:val="on"/>
                          <m:ctrlPr>
                            <a:rPr lang="en-US" sz="3200" b="0" i="1" smtClean="0">
                              <a:latin typeface="Cambria Math" panose="02040503050406030204" pitchFamily="18" charset="0"/>
                            </a:rPr>
                          </m:ctrlPr>
                        </m:radPr>
                        <m:deg/>
                        <m:e>
                          <m:r>
                            <a:rPr lang="en-US" sz="3200" i="1">
                              <a:latin typeface="Cambria Math" panose="02040503050406030204" pitchFamily="18" charset="0"/>
                            </a:rPr>
                            <m:t>𝜆</m:t>
                          </m:r>
                        </m:e>
                      </m:rad>
                      <m:r>
                        <a:rPr lang="en-US" sz="3200" b="0" i="1" smtClean="0">
                          <a:latin typeface="Cambria Math" panose="02040503050406030204" pitchFamily="18" charset="0"/>
                        </a:rPr>
                        <m:t> </m:t>
                      </m:r>
                      <m:r>
                        <a:rPr lang="en-US" sz="3200" b="0" i="1" smtClean="0">
                          <a:latin typeface="Cambria Math" panose="02040503050406030204" pitchFamily="18" charset="0"/>
                        </a:rPr>
                        <m:t>𝑋</m:t>
                      </m:r>
                    </m:oMath>
                  </m:oMathPara>
                </a14:m>
                <a:endParaRPr lang="en-US" sz="3200" dirty="0"/>
              </a:p>
            </p:txBody>
          </p:sp>
        </mc:Choice>
        <mc:Fallback xmlns="">
          <p:sp>
            <p:nvSpPr>
              <p:cNvPr id="2" name="TextBox 1">
                <a:extLst>
                  <a:ext uri="{FF2B5EF4-FFF2-40B4-BE49-F238E27FC236}">
                    <a16:creationId xmlns:a16="http://schemas.microsoft.com/office/drawing/2014/main" id="{9F7CF580-8F00-4229-59E0-31F6AFF4B012}"/>
                  </a:ext>
                </a:extLst>
              </p:cNvPr>
              <p:cNvSpPr txBox="1">
                <a:spLocks noRot="1" noChangeAspect="1" noMove="1" noResize="1" noEditPoints="1" noAdjustHandles="1" noChangeArrowheads="1" noChangeShapeType="1" noTextEdit="1"/>
              </p:cNvSpPr>
              <p:nvPr/>
            </p:nvSpPr>
            <p:spPr>
              <a:xfrm>
                <a:off x="3383712" y="918776"/>
                <a:ext cx="2533579" cy="65287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B384757-FF6A-0500-DBA0-E1DCB5963140}"/>
                  </a:ext>
                </a:extLst>
              </p:cNvPr>
              <p:cNvSpPr txBox="1"/>
              <p:nvPr/>
            </p:nvSpPr>
            <p:spPr>
              <a:xfrm>
                <a:off x="6096000" y="919914"/>
                <a:ext cx="2514343" cy="652871"/>
              </a:xfrm>
              <a:prstGeom prst="rect">
                <a:avLst/>
              </a:prstGeom>
              <a:noFill/>
            </p:spPr>
            <p:txBody>
              <a:bodyPr wrap="none" rtlCol="0">
                <a:spAutoFit/>
              </a:bodyPr>
              <a:lstStyle/>
              <a:p>
                <a:pPr/>
                <a14:m>
                  <m:oMathPara xmlns:m="http://schemas.openxmlformats.org/officeDocument/2006/math">
                    <m:oMath>
                      <m:r>
                        <a:rPr lang="en-US" sz="320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𝑃</m:t>
                          </m:r>
                        </m:e>
                      </m:d>
                      <m:r>
                        <a:rPr lang="en-US" sz="3200" b="0" i="1" smtClean="0">
                          <a:latin typeface="Cambria Math" panose="02040503050406030204" pitchFamily="18" charset="0"/>
                        </a:rPr>
                        <m:t>=</m:t>
                      </m:r>
                      <m:rad>
                        <m:radPr>
                          <m:degHide m:val="on"/>
                          <m:ctrlPr>
                            <a:rPr lang="en-US" sz="3200" b="0" i="1" smtClean="0">
                              <a:latin typeface="Cambria Math" panose="02040503050406030204" pitchFamily="18" charset="0"/>
                            </a:rPr>
                          </m:ctrlPr>
                        </m:radPr>
                        <m:deg/>
                        <m:e>
                          <m:r>
                            <a:rPr lang="en-US" sz="3200" i="1">
                              <a:latin typeface="Cambria Math" panose="02040503050406030204" pitchFamily="18" charset="0"/>
                            </a:rPr>
                            <m:t>𝜆</m:t>
                          </m:r>
                        </m:e>
                      </m:rad>
                      <m:r>
                        <a:rPr lang="en-US" sz="3200" b="0" i="1" smtClean="0">
                          <a:latin typeface="Cambria Math" panose="02040503050406030204" pitchFamily="18" charset="0"/>
                        </a:rPr>
                        <m:t> </m:t>
                      </m:r>
                      <m:r>
                        <a:rPr lang="en-US" sz="3200" b="0" i="1" smtClean="0">
                          <a:latin typeface="Cambria Math" panose="02040503050406030204" pitchFamily="18" charset="0"/>
                        </a:rPr>
                        <m:t>𝑃</m:t>
                      </m:r>
                    </m:oMath>
                  </m:oMathPara>
                </a14:m>
                <a:endParaRPr lang="en-US" sz="3200" dirty="0"/>
              </a:p>
            </p:txBody>
          </p:sp>
        </mc:Choice>
        <mc:Fallback xmlns="">
          <p:sp>
            <p:nvSpPr>
              <p:cNvPr id="4" name="TextBox 3">
                <a:extLst>
                  <a:ext uri="{FF2B5EF4-FFF2-40B4-BE49-F238E27FC236}">
                    <a16:creationId xmlns:a16="http://schemas.microsoft.com/office/drawing/2014/main" id="{590331A5-9D1E-DF35-4D73-D3353116B638}"/>
                  </a:ext>
                </a:extLst>
              </p:cNvPr>
              <p:cNvSpPr txBox="1">
                <a:spLocks noRot="1" noChangeAspect="1" noMove="1" noResize="1" noEditPoints="1" noAdjustHandles="1" noChangeArrowheads="1" noChangeShapeType="1" noTextEdit="1"/>
              </p:cNvSpPr>
              <p:nvPr/>
            </p:nvSpPr>
            <p:spPr>
              <a:xfrm>
                <a:off x="6096000" y="919914"/>
                <a:ext cx="2514343" cy="652871"/>
              </a:xfrm>
              <a:prstGeom prst="rect">
                <a:avLst/>
              </a:prstGeom>
              <a:blipFill>
                <a:blip r:embed="rId3"/>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0EEAFB7-14C5-6B09-E309-92A45D87AA44}"/>
              </a:ext>
            </a:extLst>
          </p:cNvPr>
          <p:cNvSpPr txBox="1"/>
          <p:nvPr/>
        </p:nvSpPr>
        <p:spPr>
          <a:xfrm>
            <a:off x="3254841" y="1836715"/>
            <a:ext cx="5682325" cy="1077218"/>
          </a:xfrm>
          <a:prstGeom prst="rect">
            <a:avLst/>
          </a:prstGeom>
          <a:noFill/>
        </p:spPr>
        <p:txBody>
          <a:bodyPr wrap="none" rtlCol="0">
            <a:spAutoFit/>
          </a:bodyPr>
          <a:lstStyle/>
          <a:p>
            <a:pPr algn="ctr"/>
            <a:r>
              <a:rPr lang="en-US" sz="3600" dirty="0">
                <a:solidFill>
                  <a:srgbClr val="C00000"/>
                </a:solidFill>
              </a:rPr>
              <a:t>What about products?</a:t>
            </a:r>
          </a:p>
          <a:p>
            <a:pPr algn="ctr"/>
            <a:r>
              <a:rPr lang="en-US" sz="2800" dirty="0">
                <a:solidFill>
                  <a:srgbClr val="C00000"/>
                </a:solidFill>
              </a:rPr>
              <a:t>Only unitary maps preserve products!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916915B-330B-405E-C738-B7DD82D0823F}"/>
                  </a:ext>
                </a:extLst>
              </p:cNvPr>
              <p:cNvSpPr txBox="1"/>
              <p:nvPr/>
            </p:nvSpPr>
            <p:spPr>
              <a:xfrm>
                <a:off x="811161" y="3429000"/>
                <a:ext cx="8318091" cy="1200329"/>
              </a:xfrm>
              <a:prstGeom prst="rect">
                <a:avLst/>
              </a:prstGeom>
              <a:noFill/>
            </p:spPr>
            <p:txBody>
              <a:bodyPr wrap="square" rtlCol="0">
                <a:spAutoFit/>
              </a:bodyPr>
              <a:lstStyle/>
              <a:p>
                <a:r>
                  <a:rPr lang="en-US" dirty="0"/>
                  <a:t>1. Suppose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1</m:t>
                            </m:r>
                          </m:sub>
                        </m:sSub>
                      </m:e>
                    </m:d>
                    <m:r>
                      <a:rPr lang="en-US" b="0" i="1" smtClean="0">
                        <a:latin typeface="Cambria Math" panose="02040503050406030204" pitchFamily="18" charset="0"/>
                      </a:rPr>
                      <m:t>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Since pure states are exactly the density matrices for which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𝜌</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𝜌</m:t>
                    </m:r>
                  </m:oMath>
                </a14:m>
                <a:r>
                  <a:rPr lang="en-US" dirty="0"/>
                  <a:t>,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𝜌</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𝜌</m:t>
                            </m:r>
                          </m:e>
                          <m:sup>
                            <m:r>
                              <a:rPr lang="en-US" b="0" i="1" smtClean="0">
                                <a:latin typeface="Cambria Math" panose="02040503050406030204" pitchFamily="18" charset="0"/>
                              </a:rPr>
                              <m:t>2</m:t>
                            </m:r>
                          </m:sup>
                        </m:sSup>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𝜌</m:t>
                        </m:r>
                      </m:e>
                    </m:d>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𝜌</m:t>
                        </m:r>
                      </m:e>
                    </m:d>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𝜌</m:t>
                            </m:r>
                          </m:e>
                        </m:d>
                      </m:e>
                      <m:sup>
                        <m:r>
                          <a:rPr lang="en-US" b="0" i="1" smtClean="0">
                            <a:latin typeface="Cambria Math" panose="02040503050406030204" pitchFamily="18" charset="0"/>
                          </a:rPr>
                          <m:t>2</m:t>
                        </m:r>
                      </m:sup>
                    </m:sSup>
                  </m:oMath>
                </a14:m>
                <a:r>
                  <a:rPr lang="en-US" dirty="0"/>
                  <a:t> and therefore </a:t>
                </a:r>
                <a14:m>
                  <m:oMath xmlns:m="http://schemas.openxmlformats.org/officeDocument/2006/math">
                    <m:r>
                      <a:rPr lang="en-US" b="0" i="1" smtClean="0">
                        <a:latin typeface="Cambria Math" panose="02040503050406030204" pitchFamily="18" charset="0"/>
                      </a:rPr>
                      <m:t>𝑇</m:t>
                    </m:r>
                  </m:oMath>
                </a14:m>
                <a:r>
                  <a:rPr lang="en-US" dirty="0"/>
                  <a:t> maps pure states to pure states. Therefore, it is a unitary map!</a:t>
                </a:r>
                <a:br>
                  <a:rPr lang="en-US" dirty="0"/>
                </a:br>
                <a:r>
                  <a:rPr lang="en-US" dirty="0"/>
                  <a:t>2. Suppose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𝐴𝐵</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oMath>
                </a14:m>
                <a:r>
                  <a:rPr lang="en-US" dirty="0"/>
                  <a:t>. Then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e>
                        </m:d>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𝐴𝐵</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𝐵𝐴</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e>
                    </m:d>
                  </m:oMath>
                </a14:m>
                <a:endParaRPr lang="en-US" dirty="0"/>
              </a:p>
            </p:txBody>
          </p:sp>
        </mc:Choice>
        <mc:Fallback xmlns="">
          <p:sp>
            <p:nvSpPr>
              <p:cNvPr id="14" name="TextBox 13">
                <a:extLst>
                  <a:ext uri="{FF2B5EF4-FFF2-40B4-BE49-F238E27FC236}">
                    <a16:creationId xmlns:a16="http://schemas.microsoft.com/office/drawing/2014/main" id="{8916915B-330B-405E-C738-B7DD82D0823F}"/>
                  </a:ext>
                </a:extLst>
              </p:cNvPr>
              <p:cNvSpPr txBox="1">
                <a:spLocks noRot="1" noChangeAspect="1" noMove="1" noResize="1" noEditPoints="1" noAdjustHandles="1" noChangeArrowheads="1" noChangeShapeType="1" noTextEdit="1"/>
              </p:cNvSpPr>
              <p:nvPr/>
            </p:nvSpPr>
            <p:spPr>
              <a:xfrm>
                <a:off x="811161" y="3429000"/>
                <a:ext cx="8318091" cy="1200329"/>
              </a:xfrm>
              <a:prstGeom prst="rect">
                <a:avLst/>
              </a:prstGeom>
              <a:blipFill>
                <a:blip r:embed="rId4"/>
                <a:stretch>
                  <a:fillRect l="-586" t="-3061"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D50BFE9-ED2E-6831-6D02-0C3125A9F289}"/>
                  </a:ext>
                </a:extLst>
              </p:cNvPr>
              <p:cNvSpPr txBox="1"/>
              <p:nvPr/>
            </p:nvSpPr>
            <p:spPr>
              <a:xfrm>
                <a:off x="2199016" y="4771286"/>
                <a:ext cx="6447984" cy="1394421"/>
              </a:xfrm>
              <a:prstGeom prst="rect">
                <a:avLst/>
              </a:prstGeom>
              <a:noFill/>
            </p:spPr>
            <p:txBody>
              <a:bodyPr wrap="none" rtlCol="0">
                <a:spAutoFit/>
              </a:bodyPr>
              <a:lstStyle/>
              <a:p>
                <a:pPr algn="ctr"/>
                <a:r>
                  <a:rPr lang="en-US" sz="3600" dirty="0">
                    <a:solidFill>
                      <a:srgbClr val="C00000"/>
                    </a:solidFill>
                  </a:rPr>
                  <a:t>Which product ordering recovers </a:t>
                </a:r>
                <a:br>
                  <a:rPr lang="en-US" sz="3600" dirty="0">
                    <a:solidFill>
                      <a:srgbClr val="C00000"/>
                    </a:solidFill>
                  </a:rPr>
                </a:br>
                <a14:m>
                  <m:oMath xmlns:m="http://schemas.openxmlformats.org/officeDocument/2006/math">
                    <m:d>
                      <m:dPr>
                        <m:begChr m:val="⟨"/>
                        <m:endChr m:val="⟩"/>
                        <m:ctrlPr>
                          <a:rPr lang="en-US" sz="3600" i="1" dirty="0" smtClean="0">
                            <a:solidFill>
                              <a:srgbClr val="C00000"/>
                            </a:solidFill>
                            <a:latin typeface="Cambria Math" panose="02040503050406030204" pitchFamily="18" charset="0"/>
                          </a:rPr>
                        </m:ctrlPr>
                      </m:dPr>
                      <m:e>
                        <m:r>
                          <a:rPr lang="en-US" sz="3600" i="1" dirty="0" smtClean="0">
                            <a:solidFill>
                              <a:srgbClr val="C00000"/>
                            </a:solidFill>
                            <a:latin typeface="Cambria Math" panose="02040503050406030204" pitchFamily="18" charset="0"/>
                          </a:rPr>
                          <m:t>𝑇</m:t>
                        </m:r>
                        <m:d>
                          <m:dPr>
                            <m:ctrlPr>
                              <a:rPr lang="en-US" sz="3600" i="1" dirty="0" smtClean="0">
                                <a:solidFill>
                                  <a:srgbClr val="C00000"/>
                                </a:solidFill>
                                <a:latin typeface="Cambria Math" panose="02040503050406030204" pitchFamily="18" charset="0"/>
                              </a:rPr>
                            </m:ctrlPr>
                          </m:dPr>
                          <m:e>
                            <m:sSup>
                              <m:sSupPr>
                                <m:ctrlPr>
                                  <a:rPr lang="en-US" sz="3600" i="1" dirty="0" smtClean="0">
                                    <a:solidFill>
                                      <a:srgbClr val="C00000"/>
                                    </a:solidFill>
                                    <a:latin typeface="Cambria Math" panose="02040503050406030204" pitchFamily="18" charset="0"/>
                                  </a:rPr>
                                </m:ctrlPr>
                              </m:sSupPr>
                              <m:e>
                                <m:r>
                                  <a:rPr lang="en-US" sz="3600" i="1" dirty="0" smtClean="0">
                                    <a:solidFill>
                                      <a:srgbClr val="C00000"/>
                                    </a:solidFill>
                                    <a:latin typeface="Cambria Math" panose="02040503050406030204" pitchFamily="18" charset="0"/>
                                  </a:rPr>
                                  <m:t>𝑥</m:t>
                                </m:r>
                              </m:e>
                              <m:sup>
                                <m:r>
                                  <a:rPr lang="en-US" sz="3600" i="1" dirty="0" smtClean="0">
                                    <a:solidFill>
                                      <a:srgbClr val="C00000"/>
                                    </a:solidFill>
                                    <a:latin typeface="Cambria Math" panose="02040503050406030204" pitchFamily="18" charset="0"/>
                                  </a:rPr>
                                  <m:t>𝑛</m:t>
                                </m:r>
                              </m:sup>
                            </m:sSup>
                            <m:sSup>
                              <m:sSupPr>
                                <m:ctrlPr>
                                  <a:rPr lang="en-US" sz="3600" i="1" dirty="0" smtClean="0">
                                    <a:solidFill>
                                      <a:srgbClr val="C00000"/>
                                    </a:solidFill>
                                    <a:latin typeface="Cambria Math" panose="02040503050406030204" pitchFamily="18" charset="0"/>
                                  </a:rPr>
                                </m:ctrlPr>
                              </m:sSupPr>
                              <m:e>
                                <m:r>
                                  <a:rPr lang="en-US" sz="3600" i="1" dirty="0" smtClean="0">
                                    <a:solidFill>
                                      <a:srgbClr val="C00000"/>
                                    </a:solidFill>
                                    <a:latin typeface="Cambria Math" panose="02040503050406030204" pitchFamily="18" charset="0"/>
                                  </a:rPr>
                                  <m:t>𝑝</m:t>
                                </m:r>
                              </m:e>
                              <m:sup>
                                <m:r>
                                  <a:rPr lang="en-US" sz="3600" i="1" dirty="0" smtClean="0">
                                    <a:solidFill>
                                      <a:srgbClr val="C00000"/>
                                    </a:solidFill>
                                    <a:latin typeface="Cambria Math" panose="02040503050406030204" pitchFamily="18" charset="0"/>
                                  </a:rPr>
                                  <m:t>𝑚</m:t>
                                </m:r>
                              </m:sup>
                            </m:sSup>
                          </m:e>
                        </m:d>
                      </m:e>
                    </m:d>
                    <m:r>
                      <a:rPr lang="en-US" sz="3600" i="1" dirty="0" smtClean="0">
                        <a:solidFill>
                          <a:srgbClr val="C00000"/>
                        </a:solidFill>
                        <a:latin typeface="Cambria Math" panose="02040503050406030204" pitchFamily="18" charset="0"/>
                      </a:rPr>
                      <m:t>=</m:t>
                    </m:r>
                    <m:sSup>
                      <m:sSupPr>
                        <m:ctrlPr>
                          <a:rPr lang="en-US" sz="3600" i="1" dirty="0" smtClean="0">
                            <a:solidFill>
                              <a:srgbClr val="C00000"/>
                            </a:solidFill>
                            <a:latin typeface="Cambria Math" panose="02040503050406030204" pitchFamily="18" charset="0"/>
                          </a:rPr>
                        </m:ctrlPr>
                      </m:sSupPr>
                      <m:e>
                        <m:d>
                          <m:dPr>
                            <m:ctrlPr>
                              <a:rPr lang="en-US" sz="3600" i="1" dirty="0" smtClean="0">
                                <a:solidFill>
                                  <a:srgbClr val="C00000"/>
                                </a:solidFill>
                                <a:latin typeface="Cambria Math" panose="02040503050406030204" pitchFamily="18" charset="0"/>
                              </a:rPr>
                            </m:ctrlPr>
                          </m:dPr>
                          <m:e>
                            <m:rad>
                              <m:radPr>
                                <m:degHide m:val="on"/>
                                <m:ctrlPr>
                                  <a:rPr lang="en-US" sz="3600" i="1" dirty="0" smtClean="0">
                                    <a:solidFill>
                                      <a:srgbClr val="C00000"/>
                                    </a:solidFill>
                                    <a:latin typeface="Cambria Math" panose="02040503050406030204" pitchFamily="18" charset="0"/>
                                  </a:rPr>
                                </m:ctrlPr>
                              </m:radPr>
                              <m:deg/>
                              <m:e>
                                <m:r>
                                  <a:rPr lang="en-US" sz="3600" i="1" dirty="0" smtClean="0">
                                    <a:solidFill>
                                      <a:srgbClr val="C00000"/>
                                    </a:solidFill>
                                    <a:latin typeface="Cambria Math" panose="02040503050406030204" pitchFamily="18" charset="0"/>
                                  </a:rPr>
                                  <m:t>𝜆</m:t>
                                </m:r>
                              </m:e>
                            </m:rad>
                          </m:e>
                        </m:d>
                      </m:e>
                      <m:sup>
                        <m:r>
                          <a:rPr lang="en-US" sz="3600" i="1" dirty="0" smtClean="0">
                            <a:solidFill>
                              <a:srgbClr val="C00000"/>
                            </a:solidFill>
                            <a:latin typeface="Cambria Math" panose="02040503050406030204" pitchFamily="18" charset="0"/>
                          </a:rPr>
                          <m:t>𝑛</m:t>
                        </m:r>
                        <m:r>
                          <a:rPr lang="en-US" sz="3600" i="1" dirty="0" smtClean="0">
                            <a:solidFill>
                              <a:srgbClr val="C00000"/>
                            </a:solidFill>
                            <a:latin typeface="Cambria Math" panose="02040503050406030204" pitchFamily="18" charset="0"/>
                          </a:rPr>
                          <m:t>+</m:t>
                        </m:r>
                        <m:r>
                          <a:rPr lang="en-US" sz="3600" i="1" dirty="0" smtClean="0">
                            <a:solidFill>
                              <a:srgbClr val="C00000"/>
                            </a:solidFill>
                            <a:latin typeface="Cambria Math" panose="02040503050406030204" pitchFamily="18" charset="0"/>
                          </a:rPr>
                          <m:t>𝑚</m:t>
                        </m:r>
                      </m:sup>
                    </m:sSup>
                    <m:d>
                      <m:dPr>
                        <m:begChr m:val="⟨"/>
                        <m:endChr m:val="⟩"/>
                        <m:ctrlPr>
                          <a:rPr lang="en-US" sz="3600" i="1" dirty="0" smtClean="0">
                            <a:solidFill>
                              <a:srgbClr val="C00000"/>
                            </a:solidFill>
                            <a:latin typeface="Cambria Math" panose="02040503050406030204" pitchFamily="18" charset="0"/>
                          </a:rPr>
                        </m:ctrlPr>
                      </m:dPr>
                      <m:e>
                        <m:sSup>
                          <m:sSupPr>
                            <m:ctrlPr>
                              <a:rPr lang="en-US" sz="3600" i="1" dirty="0" smtClean="0">
                                <a:solidFill>
                                  <a:srgbClr val="C00000"/>
                                </a:solidFill>
                                <a:latin typeface="Cambria Math" panose="02040503050406030204" pitchFamily="18" charset="0"/>
                              </a:rPr>
                            </m:ctrlPr>
                          </m:sSupPr>
                          <m:e>
                            <m:r>
                              <a:rPr lang="en-US" sz="3600" i="1" dirty="0" smtClean="0">
                                <a:solidFill>
                                  <a:srgbClr val="C00000"/>
                                </a:solidFill>
                                <a:latin typeface="Cambria Math" panose="02040503050406030204" pitchFamily="18" charset="0"/>
                              </a:rPr>
                              <m:t>𝑥</m:t>
                            </m:r>
                          </m:e>
                          <m:sup>
                            <m:r>
                              <a:rPr lang="en-US" sz="3600" i="1" dirty="0" smtClean="0">
                                <a:solidFill>
                                  <a:srgbClr val="C00000"/>
                                </a:solidFill>
                                <a:latin typeface="Cambria Math" panose="02040503050406030204" pitchFamily="18" charset="0"/>
                              </a:rPr>
                              <m:t>𝑛</m:t>
                            </m:r>
                          </m:sup>
                        </m:sSup>
                        <m:sSup>
                          <m:sSupPr>
                            <m:ctrlPr>
                              <a:rPr lang="en-US" sz="3600" i="1" dirty="0" smtClean="0">
                                <a:solidFill>
                                  <a:srgbClr val="C00000"/>
                                </a:solidFill>
                                <a:latin typeface="Cambria Math" panose="02040503050406030204" pitchFamily="18" charset="0"/>
                              </a:rPr>
                            </m:ctrlPr>
                          </m:sSupPr>
                          <m:e>
                            <m:r>
                              <a:rPr lang="en-US" sz="3600" i="1" dirty="0" smtClean="0">
                                <a:solidFill>
                                  <a:srgbClr val="C00000"/>
                                </a:solidFill>
                                <a:latin typeface="Cambria Math" panose="02040503050406030204" pitchFamily="18" charset="0"/>
                              </a:rPr>
                              <m:t>𝑝</m:t>
                            </m:r>
                          </m:e>
                          <m:sup>
                            <m:r>
                              <a:rPr lang="en-US" sz="3600" i="1" dirty="0" smtClean="0">
                                <a:solidFill>
                                  <a:srgbClr val="C00000"/>
                                </a:solidFill>
                                <a:latin typeface="Cambria Math" panose="02040503050406030204" pitchFamily="18" charset="0"/>
                              </a:rPr>
                              <m:t>𝑚</m:t>
                            </m:r>
                          </m:sup>
                        </m:sSup>
                      </m:e>
                    </m:d>
                  </m:oMath>
                </a14:m>
                <a:r>
                  <a:rPr lang="en-US" sz="3600" dirty="0">
                    <a:solidFill>
                      <a:srgbClr val="C00000"/>
                    </a:solidFill>
                  </a:rPr>
                  <a:t>? </a:t>
                </a:r>
                <a:endParaRPr lang="en-US" sz="2800" dirty="0">
                  <a:solidFill>
                    <a:srgbClr val="C00000"/>
                  </a:solidFill>
                </a:endParaRPr>
              </a:p>
            </p:txBody>
          </p:sp>
        </mc:Choice>
        <mc:Fallback xmlns="">
          <p:sp>
            <p:nvSpPr>
              <p:cNvPr id="15" name="TextBox 14">
                <a:extLst>
                  <a:ext uri="{FF2B5EF4-FFF2-40B4-BE49-F238E27FC236}">
                    <a16:creationId xmlns:a16="http://schemas.microsoft.com/office/drawing/2014/main" id="{2D50BFE9-ED2E-6831-6D02-0C3125A9F289}"/>
                  </a:ext>
                </a:extLst>
              </p:cNvPr>
              <p:cNvSpPr txBox="1">
                <a:spLocks noRot="1" noChangeAspect="1" noMove="1" noResize="1" noEditPoints="1" noAdjustHandles="1" noChangeArrowheads="1" noChangeShapeType="1" noTextEdit="1"/>
              </p:cNvSpPr>
              <p:nvPr/>
            </p:nvSpPr>
            <p:spPr>
              <a:xfrm>
                <a:off x="2199016" y="4771286"/>
                <a:ext cx="6447984" cy="1394421"/>
              </a:xfrm>
              <a:prstGeom prst="rect">
                <a:avLst/>
              </a:prstGeom>
              <a:blipFill>
                <a:blip r:embed="rId5"/>
                <a:stretch>
                  <a:fillRect l="-2460" t="-7018" r="-2554" b="-14474"/>
                </a:stretch>
              </a:blipFill>
            </p:spPr>
            <p:txBody>
              <a:bodyPr/>
              <a:lstStyle/>
              <a:p>
                <a:r>
                  <a:rPr lang="en-US">
                    <a:noFill/>
                  </a:rPr>
                  <a:t> </a:t>
                </a:r>
              </a:p>
            </p:txBody>
          </p:sp>
        </mc:Fallback>
      </mc:AlternateContent>
      <p:sp>
        <p:nvSpPr>
          <p:cNvPr id="6" name="Footer Placeholder 5">
            <a:extLst>
              <a:ext uri="{FF2B5EF4-FFF2-40B4-BE49-F238E27FC236}">
                <a16:creationId xmlns:a16="http://schemas.microsoft.com/office/drawing/2014/main" id="{473EE1F3-8F19-66D4-3CE7-4C63AD797FBC}"/>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C2798426-6F0A-2943-5163-F98F4729BA2F}"/>
              </a:ext>
            </a:extLst>
          </p:cNvPr>
          <p:cNvSpPr>
            <a:spLocks noGrp="1"/>
          </p:cNvSpPr>
          <p:nvPr>
            <p:ph type="sldNum" sz="quarter" idx="12"/>
          </p:nvPr>
        </p:nvSpPr>
        <p:spPr/>
        <p:txBody>
          <a:bodyPr/>
          <a:lstStyle/>
          <a:p>
            <a:fld id="{F47845EA-7733-40EE-B074-20032348B727}" type="slidenum">
              <a:rPr lang="en-US" smtClean="0"/>
              <a:t>57</a:t>
            </a:fld>
            <a:endParaRPr lang="en-US"/>
          </a:p>
        </p:txBody>
      </p:sp>
    </p:spTree>
    <p:extLst>
      <p:ext uri="{BB962C8B-B14F-4D97-AF65-F5344CB8AC3E}">
        <p14:creationId xmlns:p14="http://schemas.microsoft.com/office/powerpoint/2010/main" val="390667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398D9-805F-F2C6-118A-DF9E5360BA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74F0059-941B-0054-0CCD-0D067809BAFC}"/>
              </a:ext>
            </a:extLst>
          </p:cNvPr>
          <p:cNvSpPr txBox="1"/>
          <p:nvPr/>
        </p:nvSpPr>
        <p:spPr>
          <a:xfrm>
            <a:off x="3423199" y="129568"/>
            <a:ext cx="5465792" cy="584775"/>
          </a:xfrm>
          <a:prstGeom prst="rect">
            <a:avLst/>
          </a:prstGeom>
          <a:noFill/>
        </p:spPr>
        <p:txBody>
          <a:bodyPr wrap="none" rtlCol="0">
            <a:spAutoFit/>
          </a:bodyPr>
          <a:lstStyle/>
          <a:p>
            <a:r>
              <a:rPr lang="en-US" sz="3200" dirty="0"/>
              <a:t>Symmetrized operator averages</a:t>
            </a:r>
          </a:p>
        </p:txBody>
      </p:sp>
      <p:sp>
        <p:nvSpPr>
          <p:cNvPr id="6" name="TextBox 5">
            <a:extLst>
              <a:ext uri="{FF2B5EF4-FFF2-40B4-BE49-F238E27FC236}">
                <a16:creationId xmlns:a16="http://schemas.microsoft.com/office/drawing/2014/main" id="{FEA02871-1D0B-7EAD-AEC4-154200EB4D4A}"/>
              </a:ext>
            </a:extLst>
          </p:cNvPr>
          <p:cNvSpPr txBox="1"/>
          <p:nvPr/>
        </p:nvSpPr>
        <p:spPr>
          <a:xfrm>
            <a:off x="4127929" y="2646915"/>
            <a:ext cx="3936142" cy="369332"/>
          </a:xfrm>
          <a:prstGeom prst="rect">
            <a:avLst/>
          </a:prstGeom>
          <a:noFill/>
        </p:spPr>
        <p:txBody>
          <a:bodyPr wrap="none" rtlCol="0">
            <a:spAutoFit/>
          </a:bodyPr>
          <a:lstStyle/>
          <a:p>
            <a:r>
              <a:rPr lang="en-US" dirty="0"/>
              <a:t>We take the average of all permutations</a:t>
            </a:r>
          </a:p>
        </p:txBody>
      </p:sp>
      <p:pic>
        <p:nvPicPr>
          <p:cNvPr id="15" name="Picture 14">
            <a:extLst>
              <a:ext uri="{FF2B5EF4-FFF2-40B4-BE49-F238E27FC236}">
                <a16:creationId xmlns:a16="http://schemas.microsoft.com/office/drawing/2014/main" id="{F686F30B-E082-C2ED-BBF5-1E558D41AC1C}"/>
              </a:ext>
            </a:extLst>
          </p:cNvPr>
          <p:cNvPicPr>
            <a:picLocks noChangeAspect="1"/>
          </p:cNvPicPr>
          <p:nvPr/>
        </p:nvPicPr>
        <p:blipFill>
          <a:blip r:embed="rId2"/>
          <a:stretch>
            <a:fillRect/>
          </a:stretch>
        </p:blipFill>
        <p:spPr>
          <a:xfrm>
            <a:off x="1854957" y="768800"/>
            <a:ext cx="8602275" cy="1038370"/>
          </a:xfrm>
          <a:prstGeom prst="rect">
            <a:avLst/>
          </a:prstGeom>
        </p:spPr>
      </p:pic>
      <p:pic>
        <p:nvPicPr>
          <p:cNvPr id="17" name="Picture 16">
            <a:extLst>
              <a:ext uri="{FF2B5EF4-FFF2-40B4-BE49-F238E27FC236}">
                <a16:creationId xmlns:a16="http://schemas.microsoft.com/office/drawing/2014/main" id="{FC5F13FD-C090-D19E-97FC-225D841E636C}"/>
              </a:ext>
            </a:extLst>
          </p:cNvPr>
          <p:cNvPicPr>
            <a:picLocks noChangeAspect="1"/>
          </p:cNvPicPr>
          <p:nvPr/>
        </p:nvPicPr>
        <p:blipFill>
          <a:blip r:embed="rId3"/>
          <a:stretch>
            <a:fillRect/>
          </a:stretch>
        </p:blipFill>
        <p:spPr>
          <a:xfrm>
            <a:off x="3021931" y="2015495"/>
            <a:ext cx="6268325" cy="457264"/>
          </a:xfrm>
          <a:prstGeom prst="rect">
            <a:avLst/>
          </a:prstGeom>
        </p:spPr>
      </p:pic>
      <p:pic>
        <p:nvPicPr>
          <p:cNvPr id="19" name="Picture 18">
            <a:extLst>
              <a:ext uri="{FF2B5EF4-FFF2-40B4-BE49-F238E27FC236}">
                <a16:creationId xmlns:a16="http://schemas.microsoft.com/office/drawing/2014/main" id="{72CA0930-C3DC-5C93-9CA8-C3CB687734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9659" y="2681084"/>
            <a:ext cx="2926086" cy="1501905"/>
          </a:xfrm>
          <a:prstGeom prst="rect">
            <a:avLst/>
          </a:prstGeom>
        </p:spPr>
      </p:pic>
      <p:pic>
        <p:nvPicPr>
          <p:cNvPr id="21" name="Picture 20">
            <a:extLst>
              <a:ext uri="{FF2B5EF4-FFF2-40B4-BE49-F238E27FC236}">
                <a16:creationId xmlns:a16="http://schemas.microsoft.com/office/drawing/2014/main" id="{4693D17B-4F7F-8776-CE0E-5378438793C4}"/>
              </a:ext>
            </a:extLst>
          </p:cNvPr>
          <p:cNvPicPr>
            <a:picLocks noChangeAspect="1"/>
          </p:cNvPicPr>
          <p:nvPr/>
        </p:nvPicPr>
        <p:blipFill>
          <a:blip r:embed="rId5"/>
          <a:stretch>
            <a:fillRect/>
          </a:stretch>
        </p:blipFill>
        <p:spPr>
          <a:xfrm>
            <a:off x="442534" y="3122750"/>
            <a:ext cx="6611273" cy="1133633"/>
          </a:xfrm>
          <a:prstGeom prst="rect">
            <a:avLst/>
          </a:prstGeom>
        </p:spPr>
      </p:pic>
      <p:cxnSp>
        <p:nvCxnSpPr>
          <p:cNvPr id="23" name="Straight Arrow Connector 22">
            <a:extLst>
              <a:ext uri="{FF2B5EF4-FFF2-40B4-BE49-F238E27FC236}">
                <a16:creationId xmlns:a16="http://schemas.microsoft.com/office/drawing/2014/main" id="{7CDE1C61-2F30-49A1-9FCC-2C80D73161DE}"/>
              </a:ext>
            </a:extLst>
          </p:cNvPr>
          <p:cNvCxnSpPr>
            <a:cxnSpLocks/>
          </p:cNvCxnSpPr>
          <p:nvPr/>
        </p:nvCxnSpPr>
        <p:spPr>
          <a:xfrm flipV="1">
            <a:off x="6904675" y="3974690"/>
            <a:ext cx="1310177" cy="405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977406F-D20A-5E0E-C973-8CE55E6E3247}"/>
              </a:ext>
            </a:extLst>
          </p:cNvPr>
          <p:cNvCxnSpPr/>
          <p:nvPr/>
        </p:nvCxnSpPr>
        <p:spPr>
          <a:xfrm flipV="1">
            <a:off x="5847735" y="3812458"/>
            <a:ext cx="0" cy="567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45E44A0-2804-014D-5D62-4056087626E8}"/>
              </a:ext>
            </a:extLst>
          </p:cNvPr>
          <p:cNvSpPr txBox="1"/>
          <p:nvPr/>
        </p:nvSpPr>
        <p:spPr>
          <a:xfrm>
            <a:off x="2811528" y="4394708"/>
            <a:ext cx="5214313" cy="369332"/>
          </a:xfrm>
          <a:prstGeom prst="rect">
            <a:avLst/>
          </a:prstGeom>
          <a:noFill/>
        </p:spPr>
        <p:txBody>
          <a:bodyPr wrap="none" rtlCol="0">
            <a:spAutoFit/>
          </a:bodyPr>
          <a:lstStyle/>
          <a:p>
            <a:r>
              <a:rPr lang="en-US" dirty="0"/>
              <a:t>Also given by the expectations of the Wigner function</a:t>
            </a:r>
          </a:p>
        </p:txBody>
      </p:sp>
      <p:sp>
        <p:nvSpPr>
          <p:cNvPr id="29" name="TextBox 28">
            <a:extLst>
              <a:ext uri="{FF2B5EF4-FFF2-40B4-BE49-F238E27FC236}">
                <a16:creationId xmlns:a16="http://schemas.microsoft.com/office/drawing/2014/main" id="{D6B27E07-98D4-6224-9825-98951C8E5138}"/>
              </a:ext>
            </a:extLst>
          </p:cNvPr>
          <p:cNvSpPr txBox="1"/>
          <p:nvPr/>
        </p:nvSpPr>
        <p:spPr>
          <a:xfrm>
            <a:off x="516194" y="4902365"/>
            <a:ext cx="8279991" cy="830997"/>
          </a:xfrm>
          <a:prstGeom prst="rect">
            <a:avLst/>
          </a:prstGeom>
          <a:noFill/>
        </p:spPr>
        <p:txBody>
          <a:bodyPr wrap="square" rtlCol="0">
            <a:spAutoFit/>
          </a:bodyPr>
          <a:lstStyle/>
          <a:p>
            <a:r>
              <a:rPr lang="en-US" sz="2400" dirty="0"/>
              <a:t>A stretching map that rescales symmetrized operator averages is a stretching map in phase space for the Wigner function…</a:t>
            </a:r>
          </a:p>
        </p:txBody>
      </p:sp>
      <p:sp>
        <p:nvSpPr>
          <p:cNvPr id="30" name="TextBox 29">
            <a:extLst>
              <a:ext uri="{FF2B5EF4-FFF2-40B4-BE49-F238E27FC236}">
                <a16:creationId xmlns:a16="http://schemas.microsoft.com/office/drawing/2014/main" id="{78EF0328-DAA7-DEF1-C28D-20A8BD3D8885}"/>
              </a:ext>
            </a:extLst>
          </p:cNvPr>
          <p:cNvSpPr txBox="1"/>
          <p:nvPr/>
        </p:nvSpPr>
        <p:spPr>
          <a:xfrm>
            <a:off x="3347884" y="5867963"/>
            <a:ext cx="3760197" cy="584775"/>
          </a:xfrm>
          <a:prstGeom prst="rect">
            <a:avLst/>
          </a:prstGeom>
          <a:noFill/>
        </p:spPr>
        <p:txBody>
          <a:bodyPr wrap="none" rtlCol="0">
            <a:spAutoFit/>
          </a:bodyPr>
          <a:lstStyle/>
          <a:p>
            <a:r>
              <a:rPr lang="en-US" sz="3200" dirty="0">
                <a:solidFill>
                  <a:srgbClr val="C00000"/>
                </a:solidFill>
              </a:rPr>
              <a:t>… and it can’t work!!!</a:t>
            </a:r>
          </a:p>
        </p:txBody>
      </p:sp>
      <p:sp>
        <p:nvSpPr>
          <p:cNvPr id="31" name="TextBox 30">
            <a:extLst>
              <a:ext uri="{FF2B5EF4-FFF2-40B4-BE49-F238E27FC236}">
                <a16:creationId xmlns:a16="http://schemas.microsoft.com/office/drawing/2014/main" id="{CD6E5B42-056F-5555-48FA-A73E63ACFBE9}"/>
              </a:ext>
            </a:extLst>
          </p:cNvPr>
          <p:cNvSpPr txBox="1"/>
          <p:nvPr/>
        </p:nvSpPr>
        <p:spPr>
          <a:xfrm>
            <a:off x="10655709" y="2472759"/>
            <a:ext cx="917239" cy="307777"/>
          </a:xfrm>
          <a:prstGeom prst="rect">
            <a:avLst/>
          </a:prstGeom>
          <a:noFill/>
        </p:spPr>
        <p:txBody>
          <a:bodyPr wrap="none" rtlCol="0">
            <a:spAutoFit/>
          </a:bodyPr>
          <a:lstStyle/>
          <a:p>
            <a:r>
              <a:rPr lang="en-US" sz="1400" dirty="0"/>
              <a:t>Wikipedia</a:t>
            </a:r>
          </a:p>
        </p:txBody>
      </p:sp>
      <p:sp>
        <p:nvSpPr>
          <p:cNvPr id="2" name="Footer Placeholder 1">
            <a:extLst>
              <a:ext uri="{FF2B5EF4-FFF2-40B4-BE49-F238E27FC236}">
                <a16:creationId xmlns:a16="http://schemas.microsoft.com/office/drawing/2014/main" id="{F88FC40E-4BE4-4735-31A1-AE76235F9020}"/>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D9EA0B24-F46B-C039-DF42-7B29AF048CC9}"/>
              </a:ext>
            </a:extLst>
          </p:cNvPr>
          <p:cNvSpPr>
            <a:spLocks noGrp="1"/>
          </p:cNvSpPr>
          <p:nvPr>
            <p:ph type="sldNum" sz="quarter" idx="12"/>
          </p:nvPr>
        </p:nvSpPr>
        <p:spPr/>
        <p:txBody>
          <a:bodyPr/>
          <a:lstStyle/>
          <a:p>
            <a:fld id="{F47845EA-7733-40EE-B074-20032348B727}" type="slidenum">
              <a:rPr lang="en-US" smtClean="0"/>
              <a:t>58</a:t>
            </a:fld>
            <a:endParaRPr lang="en-US"/>
          </a:p>
        </p:txBody>
      </p:sp>
    </p:spTree>
    <p:extLst>
      <p:ext uri="{BB962C8B-B14F-4D97-AF65-F5344CB8AC3E}">
        <p14:creationId xmlns:p14="http://schemas.microsoft.com/office/powerpoint/2010/main" val="171102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0" grpId="0"/>
      <p:bldP spid="3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A57E-E48F-2D44-190D-8C01F4BEF6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EFDC63-11C7-AB23-49FC-17608270DB15}"/>
              </a:ext>
            </a:extLst>
          </p:cNvPr>
          <p:cNvSpPr txBox="1"/>
          <p:nvPr/>
        </p:nvSpPr>
        <p:spPr>
          <a:xfrm>
            <a:off x="3423199" y="129568"/>
            <a:ext cx="5465792" cy="584775"/>
          </a:xfrm>
          <a:prstGeom prst="rect">
            <a:avLst/>
          </a:prstGeom>
          <a:noFill/>
        </p:spPr>
        <p:txBody>
          <a:bodyPr wrap="none" rtlCol="0">
            <a:spAutoFit/>
          </a:bodyPr>
          <a:lstStyle/>
          <a:p>
            <a:r>
              <a:rPr lang="en-US" sz="3200" dirty="0"/>
              <a:t>Symmetrized operator averages</a:t>
            </a:r>
          </a:p>
        </p:txBody>
      </p:sp>
      <p:pic>
        <p:nvPicPr>
          <p:cNvPr id="19" name="Picture 18">
            <a:extLst>
              <a:ext uri="{FF2B5EF4-FFF2-40B4-BE49-F238E27FC236}">
                <a16:creationId xmlns:a16="http://schemas.microsoft.com/office/drawing/2014/main" id="{2ED2DB00-10AF-A49D-9286-7161AD2683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755" y="999488"/>
            <a:ext cx="5207399" cy="2672860"/>
          </a:xfrm>
          <a:prstGeom prst="rect">
            <a:avLst/>
          </a:prstGeom>
        </p:spPr>
      </p:pic>
      <p:sp>
        <p:nvSpPr>
          <p:cNvPr id="29" name="TextBox 28">
            <a:extLst>
              <a:ext uri="{FF2B5EF4-FFF2-40B4-BE49-F238E27FC236}">
                <a16:creationId xmlns:a16="http://schemas.microsoft.com/office/drawing/2014/main" id="{770F9A39-F144-7084-1C6E-6E65A95163A9}"/>
              </a:ext>
            </a:extLst>
          </p:cNvPr>
          <p:cNvSpPr txBox="1"/>
          <p:nvPr/>
        </p:nvSpPr>
        <p:spPr>
          <a:xfrm>
            <a:off x="5700252" y="1187831"/>
            <a:ext cx="6067733" cy="830997"/>
          </a:xfrm>
          <a:prstGeom prst="rect">
            <a:avLst/>
          </a:prstGeom>
          <a:noFill/>
        </p:spPr>
        <p:txBody>
          <a:bodyPr wrap="square" rtlCol="0">
            <a:spAutoFit/>
          </a:bodyPr>
          <a:lstStyle/>
          <a:p>
            <a:r>
              <a:rPr lang="en-US" sz="2400" dirty="0"/>
              <a:t>Wigner functions can have negative values, but they must be restricted to “small” regions</a:t>
            </a:r>
          </a:p>
        </p:txBody>
      </p:sp>
      <p:sp>
        <p:nvSpPr>
          <p:cNvPr id="30" name="TextBox 29">
            <a:extLst>
              <a:ext uri="{FF2B5EF4-FFF2-40B4-BE49-F238E27FC236}">
                <a16:creationId xmlns:a16="http://schemas.microsoft.com/office/drawing/2014/main" id="{C7128E35-208C-7800-F3CE-D20C2B4C8B78}"/>
              </a:ext>
            </a:extLst>
          </p:cNvPr>
          <p:cNvSpPr txBox="1"/>
          <p:nvPr/>
        </p:nvSpPr>
        <p:spPr>
          <a:xfrm>
            <a:off x="1238865" y="4621725"/>
            <a:ext cx="7860100" cy="584775"/>
          </a:xfrm>
          <a:prstGeom prst="rect">
            <a:avLst/>
          </a:prstGeom>
          <a:noFill/>
        </p:spPr>
        <p:txBody>
          <a:bodyPr wrap="none" rtlCol="0">
            <a:spAutoFit/>
          </a:bodyPr>
          <a:lstStyle/>
          <a:p>
            <a:r>
              <a:rPr lang="en-US" sz="3200" dirty="0">
                <a:solidFill>
                  <a:srgbClr val="C00000"/>
                </a:solidFill>
              </a:rPr>
              <a:t>Symmetrized operator averages are ruled out!</a:t>
            </a:r>
          </a:p>
        </p:txBody>
      </p:sp>
      <p:sp>
        <p:nvSpPr>
          <p:cNvPr id="2" name="TextBox 1">
            <a:extLst>
              <a:ext uri="{FF2B5EF4-FFF2-40B4-BE49-F238E27FC236}">
                <a16:creationId xmlns:a16="http://schemas.microsoft.com/office/drawing/2014/main" id="{85D0D298-820F-519F-CDED-9D9351309301}"/>
              </a:ext>
            </a:extLst>
          </p:cNvPr>
          <p:cNvSpPr txBox="1"/>
          <p:nvPr/>
        </p:nvSpPr>
        <p:spPr>
          <a:xfrm>
            <a:off x="5700252" y="2460155"/>
            <a:ext cx="6067733" cy="1200329"/>
          </a:xfrm>
          <a:prstGeom prst="rect">
            <a:avLst/>
          </a:prstGeom>
          <a:noFill/>
        </p:spPr>
        <p:txBody>
          <a:bodyPr wrap="square" rtlCol="0">
            <a:spAutoFit/>
          </a:bodyPr>
          <a:lstStyle/>
          <a:p>
            <a:r>
              <a:rPr lang="en-US" sz="2400" dirty="0"/>
              <a:t>A stretching map would make those regions arbitrarily large, so it can’t map valid quantum states to valid quantum states</a:t>
            </a:r>
          </a:p>
        </p:txBody>
      </p:sp>
      <p:sp>
        <p:nvSpPr>
          <p:cNvPr id="4" name="TextBox 3">
            <a:extLst>
              <a:ext uri="{FF2B5EF4-FFF2-40B4-BE49-F238E27FC236}">
                <a16:creationId xmlns:a16="http://schemas.microsoft.com/office/drawing/2014/main" id="{E93E4437-A37E-0089-9691-94B584691112}"/>
              </a:ext>
            </a:extLst>
          </p:cNvPr>
          <p:cNvSpPr txBox="1"/>
          <p:nvPr/>
        </p:nvSpPr>
        <p:spPr>
          <a:xfrm>
            <a:off x="4498258" y="3429000"/>
            <a:ext cx="917239" cy="307777"/>
          </a:xfrm>
          <a:prstGeom prst="rect">
            <a:avLst/>
          </a:prstGeom>
          <a:noFill/>
        </p:spPr>
        <p:txBody>
          <a:bodyPr wrap="none" rtlCol="0">
            <a:spAutoFit/>
          </a:bodyPr>
          <a:lstStyle/>
          <a:p>
            <a:r>
              <a:rPr lang="en-US" sz="1400" dirty="0"/>
              <a:t>Wikipedia</a:t>
            </a:r>
          </a:p>
        </p:txBody>
      </p:sp>
      <p:sp>
        <p:nvSpPr>
          <p:cNvPr id="5" name="Footer Placeholder 4">
            <a:extLst>
              <a:ext uri="{FF2B5EF4-FFF2-40B4-BE49-F238E27FC236}">
                <a16:creationId xmlns:a16="http://schemas.microsoft.com/office/drawing/2014/main" id="{7A90C610-62B5-D866-F793-45E0391E7D32}"/>
              </a:ext>
            </a:extLst>
          </p:cNvPr>
          <p:cNvSpPr>
            <a:spLocks noGrp="1"/>
          </p:cNvSpPr>
          <p:nvPr>
            <p:ph type="ftr" sz="quarter" idx="11"/>
          </p:nvPr>
        </p:nvSpPr>
        <p:spPr/>
        <p:txBody>
          <a:body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F2F13F0C-4FED-68A0-652B-2C628765C367}"/>
              </a:ext>
            </a:extLst>
          </p:cNvPr>
          <p:cNvSpPr>
            <a:spLocks noGrp="1"/>
          </p:cNvSpPr>
          <p:nvPr>
            <p:ph type="sldNum" sz="quarter" idx="12"/>
          </p:nvPr>
        </p:nvSpPr>
        <p:spPr/>
        <p:txBody>
          <a:bodyPr/>
          <a:lstStyle/>
          <a:p>
            <a:fld id="{F47845EA-7733-40EE-B074-20032348B727}" type="slidenum">
              <a:rPr lang="en-US" smtClean="0"/>
              <a:t>59</a:t>
            </a:fld>
            <a:endParaRPr lang="en-US"/>
          </a:p>
        </p:txBody>
      </p:sp>
    </p:spTree>
    <p:extLst>
      <p:ext uri="{BB962C8B-B14F-4D97-AF65-F5344CB8AC3E}">
        <p14:creationId xmlns:p14="http://schemas.microsoft.com/office/powerpoint/2010/main" val="21200421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EA42-26F7-10C1-E1D6-023BFACDF2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122A52-3C36-1628-79E5-4F15CE25B58F}"/>
              </a:ext>
            </a:extLst>
          </p:cNvPr>
          <p:cNvSpPr txBox="1"/>
          <p:nvPr/>
        </p:nvSpPr>
        <p:spPr>
          <a:xfrm>
            <a:off x="4684797" y="129568"/>
            <a:ext cx="2942600" cy="584775"/>
          </a:xfrm>
          <a:prstGeom prst="rect">
            <a:avLst/>
          </a:prstGeom>
          <a:noFill/>
        </p:spPr>
        <p:txBody>
          <a:bodyPr wrap="none" rtlCol="0">
            <a:spAutoFit/>
          </a:bodyPr>
          <a:lstStyle/>
          <a:p>
            <a:pPr algn="ctr"/>
            <a:r>
              <a:rPr lang="en-US" sz="3200" dirty="0"/>
              <a:t>Normal ordering</a:t>
            </a:r>
          </a:p>
        </p:txBody>
      </p:sp>
      <p:sp>
        <p:nvSpPr>
          <p:cNvPr id="30" name="TextBox 29">
            <a:extLst>
              <a:ext uri="{FF2B5EF4-FFF2-40B4-BE49-F238E27FC236}">
                <a16:creationId xmlns:a16="http://schemas.microsoft.com/office/drawing/2014/main" id="{EFD6FE09-8A8B-2D4D-EBEF-5B9F1AC80046}"/>
              </a:ext>
            </a:extLst>
          </p:cNvPr>
          <p:cNvSpPr txBox="1"/>
          <p:nvPr/>
        </p:nvSpPr>
        <p:spPr>
          <a:xfrm>
            <a:off x="2558846" y="4674374"/>
            <a:ext cx="5053756" cy="584775"/>
          </a:xfrm>
          <a:prstGeom prst="rect">
            <a:avLst/>
          </a:prstGeom>
          <a:noFill/>
        </p:spPr>
        <p:txBody>
          <a:bodyPr wrap="none" rtlCol="0">
            <a:spAutoFit/>
          </a:bodyPr>
          <a:lstStyle/>
          <a:p>
            <a:r>
              <a:rPr lang="en-US" sz="3200" dirty="0">
                <a:solidFill>
                  <a:srgbClr val="C00000"/>
                </a:solidFill>
              </a:rPr>
              <a:t>Normal ordering is ruled out!</a:t>
            </a:r>
          </a:p>
        </p:txBody>
      </p:sp>
      <p:pic>
        <p:nvPicPr>
          <p:cNvPr id="6" name="Picture 5">
            <a:extLst>
              <a:ext uri="{FF2B5EF4-FFF2-40B4-BE49-F238E27FC236}">
                <a16:creationId xmlns:a16="http://schemas.microsoft.com/office/drawing/2014/main" id="{FA5A0B70-AC3C-48EC-3F60-4A6C05D9C330}"/>
              </a:ext>
            </a:extLst>
          </p:cNvPr>
          <p:cNvPicPr>
            <a:picLocks noChangeAspect="1"/>
          </p:cNvPicPr>
          <p:nvPr/>
        </p:nvPicPr>
        <p:blipFill>
          <a:blip r:embed="rId2"/>
          <a:stretch>
            <a:fillRect/>
          </a:stretch>
        </p:blipFill>
        <p:spPr>
          <a:xfrm>
            <a:off x="3552754" y="884677"/>
            <a:ext cx="5410955" cy="59063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E31C8B-9755-AEA1-062C-7E55B6083BE5}"/>
                  </a:ext>
                </a:extLst>
              </p:cNvPr>
              <p:cNvSpPr txBox="1"/>
              <p:nvPr/>
            </p:nvSpPr>
            <p:spPr>
              <a:xfrm>
                <a:off x="3455005" y="1774491"/>
                <a:ext cx="2459583" cy="656013"/>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rPr>
                                <m:t>𝜔</m:t>
                              </m:r>
                            </m:num>
                            <m:den>
                              <m:r>
                                <a:rPr lang="en-US" b="0" i="1" smtClean="0">
                                  <a:latin typeface="Cambria Math" panose="02040503050406030204" pitchFamily="18" charset="0"/>
                                </a:rPr>
                                <m:t>2</m:t>
                              </m:r>
                              <m:r>
                                <m:rPr>
                                  <m:sty m:val="p"/>
                                </m:rPr>
                                <a:rPr lang="en-US" i="1">
                                  <a:latin typeface="Cambria Math" panose="02040503050406030204" pitchFamily="18" charset="0"/>
                                </a:rPr>
                                <m:t>ℏ</m:t>
                              </m:r>
                            </m:den>
                          </m:f>
                        </m:e>
                      </m:rad>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𝚤</m:t>
                              </m:r>
                            </m:num>
                            <m:den>
                              <m:r>
                                <a:rPr lang="en-US" b="0" i="1" smtClean="0">
                                  <a:latin typeface="Cambria Math" panose="02040503050406030204" pitchFamily="18" charset="0"/>
                                </a:rPr>
                                <m:t>𝑚</m:t>
                              </m:r>
                              <m:r>
                                <a:rPr lang="en-US" b="0" i="1" smtClean="0">
                                  <a:latin typeface="Cambria Math" panose="02040503050406030204" pitchFamily="18" charset="0"/>
                                </a:rPr>
                                <m:t>𝜔</m:t>
                              </m:r>
                            </m:den>
                          </m:f>
                          <m:r>
                            <a:rPr lang="en-US" b="0" i="1" smtClean="0">
                              <a:latin typeface="Cambria Math" panose="02040503050406030204" pitchFamily="18" charset="0"/>
                            </a:rPr>
                            <m:t>𝑃</m:t>
                          </m:r>
                        </m:e>
                      </m:d>
                    </m:oMath>
                  </m:oMathPara>
                </a14:m>
                <a:endParaRPr lang="en-US" dirty="0"/>
              </a:p>
            </p:txBody>
          </p:sp>
        </mc:Choice>
        <mc:Fallback xmlns="">
          <p:sp>
            <p:nvSpPr>
              <p:cNvPr id="9" name="TextBox 8">
                <a:extLst>
                  <a:ext uri="{FF2B5EF4-FFF2-40B4-BE49-F238E27FC236}">
                    <a16:creationId xmlns:a16="http://schemas.microsoft.com/office/drawing/2014/main" id="{23E31C8B-9755-AEA1-062C-7E55B6083BE5}"/>
                  </a:ext>
                </a:extLst>
              </p:cNvPr>
              <p:cNvSpPr txBox="1">
                <a:spLocks noRot="1" noChangeAspect="1" noMove="1" noResize="1" noEditPoints="1" noAdjustHandles="1" noChangeArrowheads="1" noChangeShapeType="1" noTextEdit="1"/>
              </p:cNvSpPr>
              <p:nvPr/>
            </p:nvSpPr>
            <p:spPr>
              <a:xfrm>
                <a:off x="3455005" y="1774491"/>
                <a:ext cx="2459583" cy="65601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E07334-6275-8C84-4E9B-10E19629A8EF}"/>
                  </a:ext>
                </a:extLst>
              </p:cNvPr>
              <p:cNvSpPr txBox="1"/>
              <p:nvPr/>
            </p:nvSpPr>
            <p:spPr>
              <a:xfrm>
                <a:off x="6345492" y="1774491"/>
                <a:ext cx="2618217" cy="656013"/>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rPr>
                                <m:t>𝜔</m:t>
                              </m:r>
                            </m:num>
                            <m:den>
                              <m:r>
                                <a:rPr lang="en-US" b="0" i="1" smtClean="0">
                                  <a:latin typeface="Cambria Math" panose="02040503050406030204" pitchFamily="18" charset="0"/>
                                </a:rPr>
                                <m:t>2</m:t>
                              </m:r>
                              <m:r>
                                <m:rPr>
                                  <m:sty m:val="p"/>
                                </m:rPr>
                                <a:rPr lang="en-US" i="1">
                                  <a:latin typeface="Cambria Math" panose="02040503050406030204" pitchFamily="18" charset="0"/>
                                </a:rPr>
                                <m:t>ℏ</m:t>
                              </m:r>
                            </m:den>
                          </m:f>
                        </m:e>
                      </m:rad>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𝚤</m:t>
                              </m:r>
                            </m:num>
                            <m:den>
                              <m:r>
                                <a:rPr lang="en-US" b="0" i="1" smtClean="0">
                                  <a:latin typeface="Cambria Math" panose="02040503050406030204" pitchFamily="18" charset="0"/>
                                </a:rPr>
                                <m:t>𝑚</m:t>
                              </m:r>
                              <m:r>
                                <a:rPr lang="en-US" b="0" i="1" smtClean="0">
                                  <a:latin typeface="Cambria Math" panose="02040503050406030204" pitchFamily="18" charset="0"/>
                                </a:rPr>
                                <m:t>𝜔</m:t>
                              </m:r>
                            </m:den>
                          </m:f>
                          <m:r>
                            <a:rPr lang="en-US" b="0" i="1" smtClean="0">
                              <a:latin typeface="Cambria Math" panose="02040503050406030204" pitchFamily="18" charset="0"/>
                            </a:rPr>
                            <m:t>𝑃</m:t>
                          </m:r>
                        </m:e>
                      </m:d>
                    </m:oMath>
                  </m:oMathPara>
                </a14:m>
                <a:endParaRPr lang="en-US" dirty="0"/>
              </a:p>
            </p:txBody>
          </p:sp>
        </mc:Choice>
        <mc:Fallback xmlns="">
          <p:sp>
            <p:nvSpPr>
              <p:cNvPr id="10" name="TextBox 9">
                <a:extLst>
                  <a:ext uri="{FF2B5EF4-FFF2-40B4-BE49-F238E27FC236}">
                    <a16:creationId xmlns:a16="http://schemas.microsoft.com/office/drawing/2014/main" id="{72E07334-6275-8C84-4E9B-10E19629A8EF}"/>
                  </a:ext>
                </a:extLst>
              </p:cNvPr>
              <p:cNvSpPr txBox="1">
                <a:spLocks noRot="1" noChangeAspect="1" noMove="1" noResize="1" noEditPoints="1" noAdjustHandles="1" noChangeArrowheads="1" noChangeShapeType="1" noTextEdit="1"/>
              </p:cNvSpPr>
              <p:nvPr/>
            </p:nvSpPr>
            <p:spPr>
              <a:xfrm>
                <a:off x="6345492" y="1774491"/>
                <a:ext cx="2618217" cy="65601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70863B-693C-D059-7890-DA919C33C54F}"/>
                  </a:ext>
                </a:extLst>
              </p:cNvPr>
              <p:cNvSpPr txBox="1"/>
              <p:nvPr/>
            </p:nvSpPr>
            <p:spPr>
              <a:xfrm>
                <a:off x="560439" y="3185783"/>
                <a:ext cx="9719187" cy="923330"/>
              </a:xfrm>
              <a:prstGeom prst="rect">
                <a:avLst/>
              </a:prstGeom>
              <a:noFill/>
            </p:spPr>
            <p:txBody>
              <a:bodyPr wrap="square" rtlCol="0">
                <a:spAutoFit/>
              </a:bodyPr>
              <a:lstStyle/>
              <a:p>
                <a:r>
                  <a:rPr lang="en-US" b="0" dirty="0"/>
                  <a:t>For the vacuum state we have </a:t>
                </a:r>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=0</m:t>
                    </m:r>
                  </m:oMath>
                </a14:m>
                <a:r>
                  <a:rPr lang="en-US" dirty="0"/>
                  <a:t>. The mean for all expectations for the vacuum state is zero. Therefore, after the map, all expectations are zero. Which means the vacuum is mapped to the vacuum. Entropy is not increased for all states!</a:t>
                </a:r>
              </a:p>
            </p:txBody>
          </p:sp>
        </mc:Choice>
        <mc:Fallback xmlns="">
          <p:sp>
            <p:nvSpPr>
              <p:cNvPr id="11" name="TextBox 10">
                <a:extLst>
                  <a:ext uri="{FF2B5EF4-FFF2-40B4-BE49-F238E27FC236}">
                    <a16:creationId xmlns:a16="http://schemas.microsoft.com/office/drawing/2014/main" id="{1D70863B-693C-D059-7890-DA919C33C54F}"/>
                  </a:ext>
                </a:extLst>
              </p:cNvPr>
              <p:cNvSpPr txBox="1">
                <a:spLocks noRot="1" noChangeAspect="1" noMove="1" noResize="1" noEditPoints="1" noAdjustHandles="1" noChangeArrowheads="1" noChangeShapeType="1" noTextEdit="1"/>
              </p:cNvSpPr>
              <p:nvPr/>
            </p:nvSpPr>
            <p:spPr>
              <a:xfrm>
                <a:off x="560439" y="3185783"/>
                <a:ext cx="9719187" cy="923330"/>
              </a:xfrm>
              <a:prstGeom prst="rect">
                <a:avLst/>
              </a:prstGeom>
              <a:blipFill>
                <a:blip r:embed="rId5"/>
                <a:stretch>
                  <a:fillRect l="-565" t="-3974" b="-9934"/>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CA65FF4-93DA-E739-0AE4-68613F1EC729}"/>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8E1D15F1-08EF-F4C5-D718-4CA88CEECAD9}"/>
              </a:ext>
            </a:extLst>
          </p:cNvPr>
          <p:cNvSpPr>
            <a:spLocks noGrp="1"/>
          </p:cNvSpPr>
          <p:nvPr>
            <p:ph type="sldNum" sz="quarter" idx="12"/>
          </p:nvPr>
        </p:nvSpPr>
        <p:spPr/>
        <p:txBody>
          <a:bodyPr/>
          <a:lstStyle/>
          <a:p>
            <a:fld id="{F47845EA-7733-40EE-B074-20032348B727}" type="slidenum">
              <a:rPr lang="en-US" smtClean="0"/>
              <a:t>60</a:t>
            </a:fld>
            <a:endParaRPr lang="en-US"/>
          </a:p>
        </p:txBody>
      </p:sp>
    </p:spTree>
    <p:extLst>
      <p:ext uri="{BB962C8B-B14F-4D97-AF65-F5344CB8AC3E}">
        <p14:creationId xmlns:p14="http://schemas.microsoft.com/office/powerpoint/2010/main" val="406789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2EC6-84BA-47C4-D93E-FD6948E199B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ADF983-E72B-6D39-3671-543E3F4C33CD}"/>
              </a:ext>
            </a:extLst>
          </p:cNvPr>
          <p:cNvSpPr txBox="1"/>
          <p:nvPr/>
        </p:nvSpPr>
        <p:spPr>
          <a:xfrm>
            <a:off x="4305176" y="129568"/>
            <a:ext cx="3701846" cy="584775"/>
          </a:xfrm>
          <a:prstGeom prst="rect">
            <a:avLst/>
          </a:prstGeom>
          <a:noFill/>
        </p:spPr>
        <p:txBody>
          <a:bodyPr wrap="none" rtlCol="0">
            <a:spAutoFit/>
          </a:bodyPr>
          <a:lstStyle/>
          <a:p>
            <a:pPr algn="ctr"/>
            <a:r>
              <a:rPr lang="en-US" sz="3200" dirty="0"/>
              <a:t>Anti-normal ordering</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4ED7ED9-39AA-D94B-ABEB-FEA416DEDABA}"/>
                  </a:ext>
                </a:extLst>
              </p:cNvPr>
              <p:cNvSpPr txBox="1"/>
              <p:nvPr/>
            </p:nvSpPr>
            <p:spPr>
              <a:xfrm>
                <a:off x="3455005" y="1774491"/>
                <a:ext cx="2459583" cy="656013"/>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rPr>
                                <m:t>𝜔</m:t>
                              </m:r>
                            </m:num>
                            <m:den>
                              <m:r>
                                <a:rPr lang="en-US" b="0" i="1" smtClean="0">
                                  <a:latin typeface="Cambria Math" panose="02040503050406030204" pitchFamily="18" charset="0"/>
                                </a:rPr>
                                <m:t>2</m:t>
                              </m:r>
                              <m:r>
                                <m:rPr>
                                  <m:sty m:val="p"/>
                                </m:rPr>
                                <a:rPr lang="en-US" i="1">
                                  <a:latin typeface="Cambria Math" panose="02040503050406030204" pitchFamily="18" charset="0"/>
                                </a:rPr>
                                <m:t>ℏ</m:t>
                              </m:r>
                            </m:den>
                          </m:f>
                        </m:e>
                      </m:rad>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𝚤</m:t>
                              </m:r>
                            </m:num>
                            <m:den>
                              <m:r>
                                <a:rPr lang="en-US" b="0" i="1" smtClean="0">
                                  <a:latin typeface="Cambria Math" panose="02040503050406030204" pitchFamily="18" charset="0"/>
                                </a:rPr>
                                <m:t>𝑚</m:t>
                              </m:r>
                              <m:r>
                                <a:rPr lang="en-US" b="0" i="1" smtClean="0">
                                  <a:latin typeface="Cambria Math" panose="02040503050406030204" pitchFamily="18" charset="0"/>
                                </a:rPr>
                                <m:t>𝜔</m:t>
                              </m:r>
                            </m:den>
                          </m:f>
                          <m:r>
                            <a:rPr lang="en-US" b="0" i="1" smtClean="0">
                              <a:latin typeface="Cambria Math" panose="02040503050406030204" pitchFamily="18" charset="0"/>
                            </a:rPr>
                            <m:t>𝑃</m:t>
                          </m:r>
                        </m:e>
                      </m:d>
                    </m:oMath>
                  </m:oMathPara>
                </a14:m>
                <a:endParaRPr lang="en-US" dirty="0"/>
              </a:p>
            </p:txBody>
          </p:sp>
        </mc:Choice>
        <mc:Fallback xmlns="">
          <p:sp>
            <p:nvSpPr>
              <p:cNvPr id="9" name="TextBox 8">
                <a:extLst>
                  <a:ext uri="{FF2B5EF4-FFF2-40B4-BE49-F238E27FC236}">
                    <a16:creationId xmlns:a16="http://schemas.microsoft.com/office/drawing/2014/main" id="{C4ED7ED9-39AA-D94B-ABEB-FEA416DEDABA}"/>
                  </a:ext>
                </a:extLst>
              </p:cNvPr>
              <p:cNvSpPr txBox="1">
                <a:spLocks noRot="1" noChangeAspect="1" noMove="1" noResize="1" noEditPoints="1" noAdjustHandles="1" noChangeArrowheads="1" noChangeShapeType="1" noTextEdit="1"/>
              </p:cNvSpPr>
              <p:nvPr/>
            </p:nvSpPr>
            <p:spPr>
              <a:xfrm>
                <a:off x="3455005" y="1774491"/>
                <a:ext cx="2459583" cy="65601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258BE4A-0A07-D54C-C53A-9347317CE1AC}"/>
                  </a:ext>
                </a:extLst>
              </p:cNvPr>
              <p:cNvSpPr txBox="1"/>
              <p:nvPr/>
            </p:nvSpPr>
            <p:spPr>
              <a:xfrm>
                <a:off x="6345492" y="1774491"/>
                <a:ext cx="2618217" cy="656013"/>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𝑚</m:t>
                              </m:r>
                              <m:r>
                                <a:rPr lang="en-US" b="0" i="1" smtClean="0">
                                  <a:latin typeface="Cambria Math" panose="02040503050406030204" pitchFamily="18" charset="0"/>
                                </a:rPr>
                                <m:t>𝜔</m:t>
                              </m:r>
                            </m:num>
                            <m:den>
                              <m:r>
                                <a:rPr lang="en-US" b="0" i="1" smtClean="0">
                                  <a:latin typeface="Cambria Math" panose="02040503050406030204" pitchFamily="18" charset="0"/>
                                </a:rPr>
                                <m:t>2</m:t>
                              </m:r>
                              <m:r>
                                <m:rPr>
                                  <m:sty m:val="p"/>
                                </m:rPr>
                                <a:rPr lang="en-US" i="1">
                                  <a:latin typeface="Cambria Math" panose="02040503050406030204" pitchFamily="18" charset="0"/>
                                </a:rPr>
                                <m:t>ℏ</m:t>
                              </m:r>
                            </m:den>
                          </m:f>
                        </m:e>
                      </m:rad>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𝚤</m:t>
                              </m:r>
                            </m:num>
                            <m:den>
                              <m:r>
                                <a:rPr lang="en-US" b="0" i="1" smtClean="0">
                                  <a:latin typeface="Cambria Math" panose="02040503050406030204" pitchFamily="18" charset="0"/>
                                </a:rPr>
                                <m:t>𝑚</m:t>
                              </m:r>
                              <m:r>
                                <a:rPr lang="en-US" b="0" i="1" smtClean="0">
                                  <a:latin typeface="Cambria Math" panose="02040503050406030204" pitchFamily="18" charset="0"/>
                                </a:rPr>
                                <m:t>𝜔</m:t>
                              </m:r>
                            </m:den>
                          </m:f>
                          <m:r>
                            <a:rPr lang="en-US" b="0" i="1" smtClean="0">
                              <a:latin typeface="Cambria Math" panose="02040503050406030204" pitchFamily="18" charset="0"/>
                            </a:rPr>
                            <m:t>𝑃</m:t>
                          </m:r>
                        </m:e>
                      </m:d>
                    </m:oMath>
                  </m:oMathPara>
                </a14:m>
                <a:endParaRPr lang="en-US" dirty="0"/>
              </a:p>
            </p:txBody>
          </p:sp>
        </mc:Choice>
        <mc:Fallback xmlns="">
          <p:sp>
            <p:nvSpPr>
              <p:cNvPr id="10" name="TextBox 9">
                <a:extLst>
                  <a:ext uri="{FF2B5EF4-FFF2-40B4-BE49-F238E27FC236}">
                    <a16:creationId xmlns:a16="http://schemas.microsoft.com/office/drawing/2014/main" id="{4258BE4A-0A07-D54C-C53A-9347317CE1AC}"/>
                  </a:ext>
                </a:extLst>
              </p:cNvPr>
              <p:cNvSpPr txBox="1">
                <a:spLocks noRot="1" noChangeAspect="1" noMove="1" noResize="1" noEditPoints="1" noAdjustHandles="1" noChangeArrowheads="1" noChangeShapeType="1" noTextEdit="1"/>
              </p:cNvSpPr>
              <p:nvPr/>
            </p:nvSpPr>
            <p:spPr>
              <a:xfrm>
                <a:off x="6345492" y="1774491"/>
                <a:ext cx="2618217" cy="656013"/>
              </a:xfrm>
              <a:prstGeom prst="rect">
                <a:avLst/>
              </a:prstGeom>
              <a:blipFill>
                <a:blip r:embed="rId3"/>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54EF8DB-2671-00B4-360E-598FD2206957}"/>
              </a:ext>
            </a:extLst>
          </p:cNvPr>
          <p:cNvPicPr>
            <a:picLocks noChangeAspect="1"/>
          </p:cNvPicPr>
          <p:nvPr/>
        </p:nvPicPr>
        <p:blipFill>
          <a:blip r:embed="rId4"/>
          <a:stretch>
            <a:fillRect/>
          </a:stretch>
        </p:blipFill>
        <p:spPr>
          <a:xfrm>
            <a:off x="3474437" y="907569"/>
            <a:ext cx="5363323" cy="562053"/>
          </a:xfrm>
          <a:prstGeom prst="rect">
            <a:avLst/>
          </a:prstGeom>
        </p:spPr>
      </p:pic>
      <p:pic>
        <p:nvPicPr>
          <p:cNvPr id="7" name="Picture 6">
            <a:extLst>
              <a:ext uri="{FF2B5EF4-FFF2-40B4-BE49-F238E27FC236}">
                <a16:creationId xmlns:a16="http://schemas.microsoft.com/office/drawing/2014/main" id="{B11E97EA-01B2-BB83-2213-CB33F3D044B5}"/>
              </a:ext>
            </a:extLst>
          </p:cNvPr>
          <p:cNvPicPr>
            <a:picLocks noChangeAspect="1"/>
          </p:cNvPicPr>
          <p:nvPr/>
        </p:nvPicPr>
        <p:blipFill>
          <a:blip r:embed="rId5"/>
          <a:stretch>
            <a:fillRect/>
          </a:stretch>
        </p:blipFill>
        <p:spPr>
          <a:xfrm>
            <a:off x="6096000" y="2639509"/>
            <a:ext cx="4896533" cy="895475"/>
          </a:xfrm>
          <a:prstGeom prst="rect">
            <a:avLst/>
          </a:prstGeom>
        </p:spPr>
      </p:pic>
      <p:pic>
        <p:nvPicPr>
          <p:cNvPr id="12" name="Picture 11">
            <a:extLst>
              <a:ext uri="{FF2B5EF4-FFF2-40B4-BE49-F238E27FC236}">
                <a16:creationId xmlns:a16="http://schemas.microsoft.com/office/drawing/2014/main" id="{3B52D5AE-7F51-FF5F-72A1-CE708806B7D9}"/>
              </a:ext>
            </a:extLst>
          </p:cNvPr>
          <p:cNvPicPr>
            <a:picLocks noChangeAspect="1"/>
          </p:cNvPicPr>
          <p:nvPr/>
        </p:nvPicPr>
        <p:blipFill>
          <a:blip r:embed="rId6">
            <a:extLst>
              <a:ext uri="{28A0092B-C50C-407E-A947-70E740481C1C}">
                <a14:useLocalDpi xmlns:a14="http://schemas.microsoft.com/office/drawing/2010/main" val="0"/>
              </a:ext>
            </a:extLst>
          </a:blip>
          <a:srcRect r="64232"/>
          <a:stretch>
            <a:fillRect/>
          </a:stretch>
        </p:blipFill>
        <p:spPr>
          <a:xfrm>
            <a:off x="1128213" y="2735373"/>
            <a:ext cx="1824537" cy="3450720"/>
          </a:xfrm>
          <a:prstGeom prst="rect">
            <a:avLst/>
          </a:prstGeom>
        </p:spPr>
      </p:pic>
      <p:cxnSp>
        <p:nvCxnSpPr>
          <p:cNvPr id="14" name="Straight Arrow Connector 13">
            <a:extLst>
              <a:ext uri="{FF2B5EF4-FFF2-40B4-BE49-F238E27FC236}">
                <a16:creationId xmlns:a16="http://schemas.microsoft.com/office/drawing/2014/main" id="{3A944644-80E1-AC0F-46C5-3551FB855819}"/>
              </a:ext>
            </a:extLst>
          </p:cNvPr>
          <p:cNvCxnSpPr>
            <a:cxnSpLocks/>
          </p:cNvCxnSpPr>
          <p:nvPr/>
        </p:nvCxnSpPr>
        <p:spPr>
          <a:xfrm flipH="1" flipV="1">
            <a:off x="4810125" y="3660498"/>
            <a:ext cx="951510" cy="425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A81C4A3-B042-D8FD-9835-309D92BC4CFD}"/>
              </a:ext>
            </a:extLst>
          </p:cNvPr>
          <p:cNvCxnSpPr>
            <a:cxnSpLocks/>
          </p:cNvCxnSpPr>
          <p:nvPr/>
        </p:nvCxnSpPr>
        <p:spPr>
          <a:xfrm flipV="1">
            <a:off x="8148484" y="3429000"/>
            <a:ext cx="457200" cy="462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CF94DFA-4B62-AFCB-A60E-839744C2A1A4}"/>
              </a:ext>
            </a:extLst>
          </p:cNvPr>
          <p:cNvSpPr txBox="1"/>
          <p:nvPr/>
        </p:nvSpPr>
        <p:spPr>
          <a:xfrm>
            <a:off x="5868285" y="3891996"/>
            <a:ext cx="3026213" cy="646331"/>
          </a:xfrm>
          <a:prstGeom prst="rect">
            <a:avLst/>
          </a:prstGeom>
          <a:noFill/>
        </p:spPr>
        <p:txBody>
          <a:bodyPr wrap="none" rtlCol="0">
            <a:spAutoFit/>
          </a:bodyPr>
          <a:lstStyle/>
          <a:p>
            <a:r>
              <a:rPr lang="en-US" dirty="0"/>
              <a:t>Also given by the expectations</a:t>
            </a:r>
            <a:br>
              <a:rPr lang="en-US" dirty="0"/>
            </a:br>
            <a:r>
              <a:rPr lang="en-US" dirty="0"/>
              <a:t>of the </a:t>
            </a:r>
            <a:r>
              <a:rPr lang="en-US" dirty="0" err="1"/>
              <a:t>Husimi</a:t>
            </a:r>
            <a:r>
              <a:rPr lang="en-US" dirty="0"/>
              <a:t> Q function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A3B7780-1165-2402-AC30-075A1B0E972B}"/>
                  </a:ext>
                </a:extLst>
              </p:cNvPr>
              <p:cNvSpPr txBox="1"/>
              <p:nvPr/>
            </p:nvSpPr>
            <p:spPr>
              <a:xfrm>
                <a:off x="5996813" y="4996476"/>
                <a:ext cx="2769156" cy="388889"/>
              </a:xfrm>
              <a:prstGeom prst="rect">
                <a:avLst/>
              </a:prstGeom>
              <a:noFill/>
            </p:spPr>
            <p:txBody>
              <a:bodyPr wrap="non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𝑄</m:t>
                        </m:r>
                      </m:sub>
                    </m:sSub>
                  </m:oMath>
                </a14:m>
                <a:r>
                  <a:rPr lang="en-US" dirty="0"/>
                  <a:t> stretches the </a:t>
                </a:r>
                <a:r>
                  <a:rPr lang="en-US" dirty="0" err="1"/>
                  <a:t>Husimi</a:t>
                </a:r>
                <a:r>
                  <a:rPr lang="en-US" dirty="0"/>
                  <a:t> Q…</a:t>
                </a:r>
              </a:p>
            </p:txBody>
          </p:sp>
        </mc:Choice>
        <mc:Fallback xmlns="">
          <p:sp>
            <p:nvSpPr>
              <p:cNvPr id="22" name="TextBox 21">
                <a:extLst>
                  <a:ext uri="{FF2B5EF4-FFF2-40B4-BE49-F238E27FC236}">
                    <a16:creationId xmlns:a16="http://schemas.microsoft.com/office/drawing/2014/main" id="{4A3B7780-1165-2402-AC30-075A1B0E972B}"/>
                  </a:ext>
                </a:extLst>
              </p:cNvPr>
              <p:cNvSpPr txBox="1">
                <a:spLocks noRot="1" noChangeAspect="1" noMove="1" noResize="1" noEditPoints="1" noAdjustHandles="1" noChangeArrowheads="1" noChangeShapeType="1" noTextEdit="1"/>
              </p:cNvSpPr>
              <p:nvPr/>
            </p:nvSpPr>
            <p:spPr>
              <a:xfrm>
                <a:off x="5996813" y="4996476"/>
                <a:ext cx="2769156" cy="388889"/>
              </a:xfrm>
              <a:prstGeom prst="rect">
                <a:avLst/>
              </a:prstGeom>
              <a:blipFill>
                <a:blip r:embed="rId7"/>
                <a:stretch>
                  <a:fillRect t="-7937" r="-1101" b="-22222"/>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C739F7CB-307C-896C-D644-CE9448027034}"/>
              </a:ext>
            </a:extLst>
          </p:cNvPr>
          <p:cNvSpPr txBox="1"/>
          <p:nvPr/>
        </p:nvSpPr>
        <p:spPr>
          <a:xfrm>
            <a:off x="5912167" y="5612681"/>
            <a:ext cx="3484865" cy="461665"/>
          </a:xfrm>
          <a:prstGeom prst="rect">
            <a:avLst/>
          </a:prstGeom>
          <a:noFill/>
        </p:spPr>
        <p:txBody>
          <a:bodyPr wrap="none" rtlCol="0">
            <a:spAutoFit/>
          </a:bodyPr>
          <a:lstStyle/>
          <a:p>
            <a:r>
              <a:rPr lang="en-US" sz="2400" dirty="0">
                <a:solidFill>
                  <a:schemeClr val="accent6">
                    <a:lumMod val="75000"/>
                  </a:schemeClr>
                </a:solidFill>
              </a:rPr>
              <a:t>… which is non-negative!!!</a:t>
            </a:r>
          </a:p>
        </p:txBody>
      </p:sp>
      <p:sp>
        <p:nvSpPr>
          <p:cNvPr id="2" name="TextBox 1">
            <a:extLst>
              <a:ext uri="{FF2B5EF4-FFF2-40B4-BE49-F238E27FC236}">
                <a16:creationId xmlns:a16="http://schemas.microsoft.com/office/drawing/2014/main" id="{C724392C-9FC3-1749-EB12-A88BE431839F}"/>
              </a:ext>
            </a:extLst>
          </p:cNvPr>
          <p:cNvSpPr txBox="1"/>
          <p:nvPr/>
        </p:nvSpPr>
        <p:spPr>
          <a:xfrm>
            <a:off x="3030162" y="6270398"/>
            <a:ext cx="1592103" cy="307777"/>
          </a:xfrm>
          <a:prstGeom prst="rect">
            <a:avLst/>
          </a:prstGeom>
          <a:noFill/>
        </p:spPr>
        <p:txBody>
          <a:bodyPr wrap="none" rtlCol="0">
            <a:spAutoFit/>
          </a:bodyPr>
          <a:lstStyle/>
          <a:p>
            <a:r>
              <a:rPr lang="en-US" sz="1400" dirty="0"/>
              <a:t>Maurice de Gosson</a:t>
            </a:r>
          </a:p>
        </p:txBody>
      </p:sp>
      <p:pic>
        <p:nvPicPr>
          <p:cNvPr id="5" name="Picture 4">
            <a:extLst>
              <a:ext uri="{FF2B5EF4-FFF2-40B4-BE49-F238E27FC236}">
                <a16:creationId xmlns:a16="http://schemas.microsoft.com/office/drawing/2014/main" id="{D162B104-77AE-CF04-FAE6-DABE990D3B33}"/>
              </a:ext>
            </a:extLst>
          </p:cNvPr>
          <p:cNvPicPr>
            <a:picLocks noChangeAspect="1"/>
          </p:cNvPicPr>
          <p:nvPr/>
        </p:nvPicPr>
        <p:blipFill>
          <a:blip r:embed="rId6">
            <a:extLst>
              <a:ext uri="{28A0092B-C50C-407E-A947-70E740481C1C}">
                <a14:useLocalDpi xmlns:a14="http://schemas.microsoft.com/office/drawing/2010/main" val="0"/>
              </a:ext>
            </a:extLst>
          </a:blip>
          <a:srcRect l="67028"/>
          <a:stretch>
            <a:fillRect/>
          </a:stretch>
        </p:blipFill>
        <p:spPr>
          <a:xfrm>
            <a:off x="2985251" y="2735373"/>
            <a:ext cx="1681927" cy="3450720"/>
          </a:xfrm>
          <a:prstGeom prst="rect">
            <a:avLst/>
          </a:prstGeom>
        </p:spPr>
      </p:pic>
      <p:sp>
        <p:nvSpPr>
          <p:cNvPr id="6" name="Footer Placeholder 5">
            <a:extLst>
              <a:ext uri="{FF2B5EF4-FFF2-40B4-BE49-F238E27FC236}">
                <a16:creationId xmlns:a16="http://schemas.microsoft.com/office/drawing/2014/main" id="{0058FBFB-4921-AF33-81BD-6F19492A39DB}"/>
              </a:ext>
            </a:extLst>
          </p:cNvPr>
          <p:cNvSpPr>
            <a:spLocks noGrp="1"/>
          </p:cNvSpPr>
          <p:nvPr>
            <p:ph type="ftr" sz="quarter" idx="11"/>
          </p:nvPr>
        </p:nvSpPr>
        <p:spPr/>
        <p:txBody>
          <a:bodyPr/>
          <a:lstStyle/>
          <a:p>
            <a:r>
              <a:rPr lang="en-US"/>
              <a:t>Christine Aidala - University of Michigan</a:t>
            </a:r>
            <a:endParaRPr lang="en-US" dirty="0"/>
          </a:p>
        </p:txBody>
      </p:sp>
      <p:sp>
        <p:nvSpPr>
          <p:cNvPr id="8" name="Slide Number Placeholder 7">
            <a:extLst>
              <a:ext uri="{FF2B5EF4-FFF2-40B4-BE49-F238E27FC236}">
                <a16:creationId xmlns:a16="http://schemas.microsoft.com/office/drawing/2014/main" id="{69A1842D-D483-6E84-D9EA-A3F02DAF05F3}"/>
              </a:ext>
            </a:extLst>
          </p:cNvPr>
          <p:cNvSpPr>
            <a:spLocks noGrp="1"/>
          </p:cNvSpPr>
          <p:nvPr>
            <p:ph type="sldNum" sz="quarter" idx="12"/>
          </p:nvPr>
        </p:nvSpPr>
        <p:spPr/>
        <p:txBody>
          <a:bodyPr/>
          <a:lstStyle/>
          <a:p>
            <a:fld id="{F47845EA-7733-40EE-B074-20032348B727}" type="slidenum">
              <a:rPr lang="en-US" smtClean="0"/>
              <a:t>61</a:t>
            </a:fld>
            <a:endParaRPr lang="en-US"/>
          </a:p>
        </p:txBody>
      </p:sp>
    </p:spTree>
    <p:extLst>
      <p:ext uri="{BB962C8B-B14F-4D97-AF65-F5344CB8AC3E}">
        <p14:creationId xmlns:p14="http://schemas.microsoft.com/office/powerpoint/2010/main" val="74386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29424-997B-BE41-218B-616E3BD4FB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BAB314B-B1E6-0C20-7E3B-10AE6330D4D4}"/>
                  </a:ext>
                </a:extLst>
              </p:cNvPr>
              <p:cNvSpPr txBox="1"/>
              <p:nvPr/>
            </p:nvSpPr>
            <p:spPr>
              <a:xfrm>
                <a:off x="3489397" y="1125217"/>
                <a:ext cx="6934591" cy="1198854"/>
              </a:xfrm>
              <a:prstGeom prst="rect">
                <a:avLst/>
              </a:prstGeom>
              <a:noFill/>
            </p:spPr>
            <p:txBody>
              <a:bodyPr wrap="none" rtlCol="0">
                <a:spAutoFit/>
              </a:bodyPr>
              <a:lstStyle/>
              <a:p>
                <a:pPr/>
                <a14:m>
                  <m:oMathPara xmlns:m="http://schemas.openxmlformats.org/officeDocument/2006/math">
                    <m:o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𝑑𝑋</m:t>
                          </m:r>
                        </m:num>
                        <m:den>
                          <m:r>
                            <a:rPr lang="en-US" sz="3200" b="0" i="1" smtClean="0">
                              <a:latin typeface="Cambria Math" panose="02040503050406030204" pitchFamily="18" charset="0"/>
                            </a:rPr>
                            <m:t>𝑑𝑡</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𝚤</m:t>
                          </m:r>
                        </m:num>
                        <m:den>
                          <m:r>
                            <m:rPr>
                              <m:sty m:val="p"/>
                            </m:rPr>
                            <a:rPr lang="en-US" sz="3200" b="0" i="1" smtClean="0">
                              <a:latin typeface="Cambria Math" panose="02040503050406030204" pitchFamily="18" charset="0"/>
                            </a:rPr>
                            <m:t>ℏ</m:t>
                          </m:r>
                        </m:den>
                      </m:f>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𝐻</m:t>
                          </m:r>
                          <m:r>
                            <a:rPr lang="en-US" sz="3200" b="0" i="1" smtClean="0">
                              <a:latin typeface="Cambria Math" panose="02040503050406030204" pitchFamily="18" charset="0"/>
                            </a:rPr>
                            <m:t>,</m:t>
                          </m:r>
                          <m:r>
                            <a:rPr lang="en-US" sz="3200" b="0" i="1" smtClean="0">
                              <a:latin typeface="Cambria Math" panose="02040503050406030204" pitchFamily="18" charset="0"/>
                            </a:rPr>
                            <m:t>𝑋</m:t>
                          </m:r>
                        </m:e>
                      </m:d>
                      <m:r>
                        <a:rPr lang="en-US" sz="3200" b="0" i="1" smtClean="0">
                          <a:latin typeface="Cambria Math" panose="02040503050406030204" pitchFamily="18" charset="0"/>
                        </a:rPr>
                        <m:t>+</m:t>
                      </m:r>
                      <m:r>
                        <a:rPr lang="en-US" sz="3200" b="0" i="1" smtClean="0">
                          <a:latin typeface="Cambria Math" panose="02040503050406030204" pitchFamily="18" charset="0"/>
                        </a:rPr>
                        <m:t>𝛾</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𝐿</m:t>
                              </m:r>
                            </m:e>
                            <m:sup>
                              <m:r>
                                <a:rPr lang="en-US" sz="3200" i="1">
                                  <a:latin typeface="Cambria Math" panose="02040503050406030204" pitchFamily="18" charset="0"/>
                                  <a:ea typeface="Cambria Math" panose="02040503050406030204" pitchFamily="18" charset="0"/>
                                </a:rPr>
                                <m:t>†</m:t>
                              </m:r>
                            </m:sup>
                          </m:sSup>
                          <m:r>
                            <a:rPr lang="en-US" sz="3200" b="0" i="1" smtClean="0">
                              <a:latin typeface="Cambria Math" panose="02040503050406030204" pitchFamily="18" charset="0"/>
                            </a:rPr>
                            <m:t>𝑋𝐿</m:t>
                          </m:r>
                          <m:r>
                            <a:rPr lang="en-US" sz="3200" b="0" i="0" smtClean="0">
                              <a:latin typeface="Cambria Math" panose="02040503050406030204" pitchFamily="18" charset="0"/>
                            </a:rPr>
                            <m:t>−</m:t>
                          </m:r>
                          <m:f>
                            <m:fPr>
                              <m:ctrlPr>
                                <a:rPr lang="en-US" sz="3200" b="0" i="0" smtClean="0">
                                  <a:latin typeface="Cambria Math" panose="02040503050406030204" pitchFamily="18" charset="0"/>
                                </a:rPr>
                              </m:ctrlPr>
                            </m:fPr>
                            <m:num>
                              <m:r>
                                <a:rPr lang="en-US" sz="3200" b="0" i="0" smtClean="0">
                                  <a:latin typeface="Cambria Math" panose="02040503050406030204" pitchFamily="18" charset="0"/>
                                </a:rPr>
                                <m:t>1</m:t>
                              </m:r>
                            </m:num>
                            <m:den>
                              <m:r>
                                <a:rPr lang="en-US" sz="3200" b="0" i="0" smtClean="0">
                                  <a:latin typeface="Cambria Math" panose="02040503050406030204" pitchFamily="18" charset="0"/>
                                </a:rPr>
                                <m:t>2</m:t>
                              </m:r>
                            </m:den>
                          </m:f>
                          <m:d>
                            <m:dPr>
                              <m:begChr m:val="{"/>
                              <m:endChr m:val="}"/>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𝐿</m:t>
                                  </m:r>
                                </m:e>
                                <m:sup>
                                  <m:r>
                                    <a:rPr lang="en-US" sz="3200" i="1">
                                      <a:latin typeface="Cambria Math" panose="02040503050406030204" pitchFamily="18" charset="0"/>
                                      <a:ea typeface="Cambria Math" panose="02040503050406030204" pitchFamily="18" charset="0"/>
                                    </a:rPr>
                                    <m:t>†</m:t>
                                  </m:r>
                                </m:sup>
                              </m:sSup>
                              <m:r>
                                <a:rPr lang="en-US" sz="3200" i="1">
                                  <a:latin typeface="Cambria Math" panose="02040503050406030204" pitchFamily="18" charset="0"/>
                                </a:rPr>
                                <m:t>𝐿</m:t>
                              </m:r>
                              <m:r>
                                <a:rPr lang="en-US" sz="3200" b="0" i="1" smtClean="0">
                                  <a:latin typeface="Cambria Math" panose="02040503050406030204" pitchFamily="18" charset="0"/>
                                </a:rPr>
                                <m:t>,</m:t>
                              </m:r>
                              <m:r>
                                <a:rPr lang="en-US" sz="3200" b="0" i="1" smtClean="0">
                                  <a:latin typeface="Cambria Math" panose="02040503050406030204" pitchFamily="18" charset="0"/>
                                </a:rPr>
                                <m:t>𝑋</m:t>
                              </m:r>
                            </m:e>
                          </m:d>
                        </m:e>
                      </m:d>
                    </m:oMath>
                  </m:oMathPara>
                </a14:m>
                <a:endParaRPr lang="en-US" sz="3200" dirty="0"/>
              </a:p>
            </p:txBody>
          </p:sp>
        </mc:Choice>
        <mc:Fallback xmlns="">
          <p:sp>
            <p:nvSpPr>
              <p:cNvPr id="8" name="TextBox 7">
                <a:extLst>
                  <a:ext uri="{FF2B5EF4-FFF2-40B4-BE49-F238E27FC236}">
                    <a16:creationId xmlns:a16="http://schemas.microsoft.com/office/drawing/2014/main" id="{DAA14956-82A9-22EE-8F9C-4FF556600BB4}"/>
                  </a:ext>
                </a:extLst>
              </p:cNvPr>
              <p:cNvSpPr txBox="1">
                <a:spLocks noRot="1" noChangeAspect="1" noMove="1" noResize="1" noEditPoints="1" noAdjustHandles="1" noChangeArrowheads="1" noChangeShapeType="1" noTextEdit="1"/>
              </p:cNvSpPr>
              <p:nvPr/>
            </p:nvSpPr>
            <p:spPr>
              <a:xfrm>
                <a:off x="3489397" y="1125217"/>
                <a:ext cx="6934591" cy="1198854"/>
              </a:xfrm>
              <a:prstGeom prst="rect">
                <a:avLst/>
              </a:prstGeom>
              <a:blipFill>
                <a:blip r:embed="rId2"/>
                <a:stretch>
                  <a:fillRect/>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A0C8B5BF-1876-0399-50A1-2DC681FAC021}"/>
              </a:ext>
            </a:extLst>
          </p:cNvPr>
          <p:cNvSpPr txBox="1"/>
          <p:nvPr/>
        </p:nvSpPr>
        <p:spPr>
          <a:xfrm>
            <a:off x="620983" y="1125217"/>
            <a:ext cx="1303883" cy="1200329"/>
          </a:xfrm>
          <a:prstGeom prst="rect">
            <a:avLst/>
          </a:prstGeom>
          <a:noFill/>
        </p:spPr>
        <p:txBody>
          <a:bodyPr wrap="none" rtlCol="0">
            <a:spAutoFit/>
          </a:bodyPr>
          <a:lstStyle/>
          <a:p>
            <a:r>
              <a:rPr lang="en-US" sz="2400" dirty="0"/>
              <a:t>Lindblad</a:t>
            </a:r>
            <a:br>
              <a:rPr lang="en-US" sz="2400" dirty="0"/>
            </a:br>
            <a:r>
              <a:rPr lang="en-US" sz="2400" dirty="0"/>
              <a:t>master</a:t>
            </a:r>
            <a:br>
              <a:rPr lang="en-US" sz="2400" dirty="0"/>
            </a:br>
            <a:r>
              <a:rPr lang="en-US" sz="2400" dirty="0"/>
              <a:t>equation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1023F7B-E481-1341-8291-95E193788401}"/>
                  </a:ext>
                </a:extLst>
              </p:cNvPr>
              <p:cNvSpPr txBox="1"/>
              <p:nvPr/>
            </p:nvSpPr>
            <p:spPr>
              <a:xfrm>
                <a:off x="4376303" y="2555917"/>
                <a:ext cx="1146789" cy="471219"/>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𝐿</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𝑎</m:t>
                          </m:r>
                        </m:e>
                        <m:sup>
                          <m:r>
                            <a:rPr lang="en-US" sz="2400" i="1">
                              <a:latin typeface="Cambria Math" panose="02040503050406030204" pitchFamily="18" charset="0"/>
                              <a:ea typeface="Cambria Math" panose="02040503050406030204" pitchFamily="18" charset="0"/>
                            </a:rPr>
                            <m:t>†</m:t>
                          </m:r>
                        </m:sup>
                      </m:sSup>
                    </m:oMath>
                  </m:oMathPara>
                </a14:m>
                <a:endParaRPr lang="en-US" sz="2400" dirty="0"/>
              </a:p>
            </p:txBody>
          </p:sp>
        </mc:Choice>
        <mc:Fallback xmlns="">
          <p:sp>
            <p:nvSpPr>
              <p:cNvPr id="2" name="TextBox 1">
                <a:extLst>
                  <a:ext uri="{FF2B5EF4-FFF2-40B4-BE49-F238E27FC236}">
                    <a16:creationId xmlns:a16="http://schemas.microsoft.com/office/drawing/2014/main" id="{31023F7B-E481-1341-8291-95E193788401}"/>
                  </a:ext>
                </a:extLst>
              </p:cNvPr>
              <p:cNvSpPr txBox="1">
                <a:spLocks noRot="1" noChangeAspect="1" noMove="1" noResize="1" noEditPoints="1" noAdjustHandles="1" noChangeArrowheads="1" noChangeShapeType="1" noTextEdit="1"/>
              </p:cNvSpPr>
              <p:nvPr/>
            </p:nvSpPr>
            <p:spPr>
              <a:xfrm>
                <a:off x="4376303" y="2555917"/>
                <a:ext cx="1146789" cy="471219"/>
              </a:xfrm>
              <a:prstGeom prst="rect">
                <a:avLst/>
              </a:prstGeom>
              <a:blipFill>
                <a:blip r:embed="rId3"/>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B12EDE8-95F5-9D61-9758-290950DB3581}"/>
              </a:ext>
            </a:extLst>
          </p:cNvPr>
          <p:cNvPicPr>
            <a:picLocks noChangeAspect="1"/>
          </p:cNvPicPr>
          <p:nvPr/>
        </p:nvPicPr>
        <p:blipFill>
          <a:blip r:embed="rId4"/>
          <a:stretch>
            <a:fillRect/>
          </a:stretch>
        </p:blipFill>
        <p:spPr>
          <a:xfrm>
            <a:off x="5060665" y="299471"/>
            <a:ext cx="5363323" cy="562053"/>
          </a:xfrm>
          <a:prstGeom prst="rect">
            <a:avLst/>
          </a:prstGeom>
        </p:spPr>
      </p:pic>
      <p:sp>
        <p:nvSpPr>
          <p:cNvPr id="7" name="TextBox 6">
            <a:extLst>
              <a:ext uri="{FF2B5EF4-FFF2-40B4-BE49-F238E27FC236}">
                <a16:creationId xmlns:a16="http://schemas.microsoft.com/office/drawing/2014/main" id="{0048F348-9D6C-B514-59C4-945620188FC5}"/>
              </a:ext>
            </a:extLst>
          </p:cNvPr>
          <p:cNvSpPr txBox="1"/>
          <p:nvPr/>
        </p:nvSpPr>
        <p:spPr>
          <a:xfrm>
            <a:off x="3122647" y="327275"/>
            <a:ext cx="1774653" cy="461665"/>
          </a:xfrm>
          <a:prstGeom prst="rect">
            <a:avLst/>
          </a:prstGeom>
          <a:noFill/>
        </p:spPr>
        <p:txBody>
          <a:bodyPr wrap="none" rtlCol="0">
            <a:spAutoFit/>
          </a:bodyPr>
          <a:lstStyle/>
          <a:p>
            <a:r>
              <a:rPr lang="en-US" sz="2400" dirty="0">
                <a:solidFill>
                  <a:schemeClr val="accent6">
                    <a:lumMod val="75000"/>
                  </a:schemeClr>
                </a:solidFill>
              </a:rPr>
              <a:t>So, we want: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0125FC-FE73-1209-1E58-C2086C5A8980}"/>
                  </a:ext>
                </a:extLst>
              </p:cNvPr>
              <p:cNvSpPr txBox="1"/>
              <p:nvPr/>
            </p:nvSpPr>
            <p:spPr>
              <a:xfrm>
                <a:off x="3220901" y="2560694"/>
                <a:ext cx="1057149"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𝐻</m:t>
                      </m:r>
                      <m:r>
                        <a:rPr lang="en-US" sz="2400" b="0" i="1" smtClean="0">
                          <a:latin typeface="Cambria Math" panose="02040503050406030204" pitchFamily="18" charset="0"/>
                        </a:rPr>
                        <m:t>=0</m:t>
                      </m:r>
                    </m:oMath>
                  </m:oMathPara>
                </a14:m>
                <a:endParaRPr lang="en-US" sz="2400" dirty="0"/>
              </a:p>
            </p:txBody>
          </p:sp>
        </mc:Choice>
        <mc:Fallback xmlns="">
          <p:sp>
            <p:nvSpPr>
              <p:cNvPr id="9" name="TextBox 8">
                <a:extLst>
                  <a:ext uri="{FF2B5EF4-FFF2-40B4-BE49-F238E27FC236}">
                    <a16:creationId xmlns:a16="http://schemas.microsoft.com/office/drawing/2014/main" id="{D00125FC-FE73-1209-1E58-C2086C5A8980}"/>
                  </a:ext>
                </a:extLst>
              </p:cNvPr>
              <p:cNvSpPr txBox="1">
                <a:spLocks noRot="1" noChangeAspect="1" noMove="1" noResize="1" noEditPoints="1" noAdjustHandles="1" noChangeArrowheads="1" noChangeShapeType="1" noTextEdit="1"/>
              </p:cNvSpPr>
              <p:nvPr/>
            </p:nvSpPr>
            <p:spPr>
              <a:xfrm>
                <a:off x="3220901" y="2560694"/>
                <a:ext cx="105714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83CC528-2630-3541-B253-3858C74BDC68}"/>
                  </a:ext>
                </a:extLst>
              </p:cNvPr>
              <p:cNvSpPr txBox="1"/>
              <p:nvPr/>
            </p:nvSpPr>
            <p:spPr>
              <a:xfrm>
                <a:off x="313171" y="3249870"/>
                <a:ext cx="6742743" cy="714683"/>
              </a:xfrm>
              <a:prstGeom prst="rect">
                <a:avLst/>
              </a:prstGeom>
              <a:noFill/>
            </p:spPr>
            <p:txBody>
              <a:bodyPr wrap="none"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𝑑𝑡</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𝑛</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e>
                        <m:sup>
                          <m:r>
                            <a:rPr lang="en-US" b="0" i="1" smtClean="0">
                              <a:latin typeface="Cambria Math" panose="02040503050406030204" pitchFamily="18" charset="0"/>
                              <a:ea typeface="Cambria Math" panose="02040503050406030204" pitchFamily="18" charset="0"/>
                            </a:rPr>
                            <m:t>𝑚</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𝑛</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e>
                            <m:sup>
                              <m:r>
                                <a:rPr lang="en-US" i="1">
                                  <a:latin typeface="Cambria Math" panose="02040503050406030204" pitchFamily="18" charset="0"/>
                                  <a:ea typeface="Cambria Math" panose="02040503050406030204" pitchFamily="18" charset="0"/>
                                </a:rPr>
                                <m:t>𝑚</m:t>
                              </m:r>
                            </m:sup>
                          </m:sSup>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𝑛</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e>
                            <m:sup>
                              <m:r>
                                <a:rPr lang="en-US" i="1">
                                  <a:latin typeface="Cambria Math" panose="02040503050406030204" pitchFamily="18" charset="0"/>
                                  <a:ea typeface="Cambria Math" panose="02040503050406030204" pitchFamily="18" charset="0"/>
                                </a:rPr>
                                <m:t>𝑚</m:t>
                              </m:r>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𝑛</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e>
                            <m:sup>
                              <m:r>
                                <a:rPr lang="en-US" i="1">
                                  <a:latin typeface="Cambria Math" panose="02040503050406030204" pitchFamily="18" charset="0"/>
                                  <a:ea typeface="Cambria Math" panose="02040503050406030204" pitchFamily="18" charset="0"/>
                                </a:rPr>
                                <m:t>𝑚</m:t>
                              </m:r>
                            </m:sup>
                          </m:sSup>
                          <m:r>
                            <a:rPr lang="en-US" i="1">
                              <a:latin typeface="Cambria Math" panose="02040503050406030204" pitchFamily="18" charset="0"/>
                              <a:ea typeface="Cambria Math" panose="02040503050406030204" pitchFamily="18" charset="0"/>
                            </a:rPr>
                            <m:t>𝑎</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oMath>
                  </m:oMathPara>
                </a14:m>
                <a:endParaRPr lang="en-US" dirty="0"/>
              </a:p>
            </p:txBody>
          </p:sp>
        </mc:Choice>
        <mc:Fallback xmlns="">
          <p:sp>
            <p:nvSpPr>
              <p:cNvPr id="13" name="TextBox 12">
                <a:extLst>
                  <a:ext uri="{FF2B5EF4-FFF2-40B4-BE49-F238E27FC236}">
                    <a16:creationId xmlns:a16="http://schemas.microsoft.com/office/drawing/2014/main" id="{283CC528-2630-3541-B253-3858C74BDC68}"/>
                  </a:ext>
                </a:extLst>
              </p:cNvPr>
              <p:cNvSpPr txBox="1">
                <a:spLocks noRot="1" noChangeAspect="1" noMove="1" noResize="1" noEditPoints="1" noAdjustHandles="1" noChangeArrowheads="1" noChangeShapeType="1" noTextEdit="1"/>
              </p:cNvSpPr>
              <p:nvPr/>
            </p:nvSpPr>
            <p:spPr>
              <a:xfrm>
                <a:off x="313171" y="3249870"/>
                <a:ext cx="6742743" cy="71468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8A6E1CB-FB43-2BEC-4E47-CD081FA3D946}"/>
                  </a:ext>
                </a:extLst>
              </p:cNvPr>
              <p:cNvSpPr txBox="1"/>
              <p:nvPr/>
            </p:nvSpPr>
            <p:spPr>
              <a:xfrm>
                <a:off x="9085006" y="2547723"/>
                <a:ext cx="1841786" cy="404983"/>
              </a:xfrm>
              <a:prstGeom prst="rect">
                <a:avLst/>
              </a:prstGeom>
              <a:noFill/>
            </p:spPr>
            <p:txBody>
              <a:bodyPr wrap="none" rtlCol="0">
                <a:spAutoFit/>
              </a:bodyPr>
              <a:lstStyle/>
              <a:p>
                <a:r>
                  <a:rPr lang="en-US" dirty="0"/>
                  <a:t>Recall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=1</m:t>
                    </m:r>
                  </m:oMath>
                </a14:m>
                <a:endParaRPr lang="en-US" dirty="0"/>
              </a:p>
            </p:txBody>
          </p:sp>
        </mc:Choice>
        <mc:Fallback xmlns="">
          <p:sp>
            <p:nvSpPr>
              <p:cNvPr id="14" name="TextBox 13">
                <a:extLst>
                  <a:ext uri="{FF2B5EF4-FFF2-40B4-BE49-F238E27FC236}">
                    <a16:creationId xmlns:a16="http://schemas.microsoft.com/office/drawing/2014/main" id="{08A6E1CB-FB43-2BEC-4E47-CD081FA3D946}"/>
                  </a:ext>
                </a:extLst>
              </p:cNvPr>
              <p:cNvSpPr txBox="1">
                <a:spLocks noRot="1" noChangeAspect="1" noMove="1" noResize="1" noEditPoints="1" noAdjustHandles="1" noChangeArrowheads="1" noChangeShapeType="1" noTextEdit="1"/>
              </p:cNvSpPr>
              <p:nvPr/>
            </p:nvSpPr>
            <p:spPr>
              <a:xfrm>
                <a:off x="9085006" y="2547723"/>
                <a:ext cx="1841786" cy="404983"/>
              </a:xfrm>
              <a:prstGeom prst="rect">
                <a:avLst/>
              </a:prstGeom>
              <a:blipFill>
                <a:blip r:embed="rId7"/>
                <a:stretch>
                  <a:fillRect l="-2649" t="-3030" b="-212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EE21524-FDEE-2801-2264-33175B334C26}"/>
                  </a:ext>
                </a:extLst>
              </p:cNvPr>
              <p:cNvSpPr txBox="1"/>
              <p:nvPr/>
            </p:nvSpPr>
            <p:spPr>
              <a:xfrm>
                <a:off x="524564" y="3992462"/>
                <a:ext cx="8407814" cy="645561"/>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𝛾</m:t>
                      </m:r>
                      <m:d>
                        <m:dPr>
                          <m:ctrlPr>
                            <a:rPr lang="en-US" sz="1600" i="1">
                              <a:latin typeface="Cambria Math" panose="02040503050406030204" pitchFamily="18" charset="0"/>
                            </a:rPr>
                          </m:ctrlPr>
                        </m:dPr>
                        <m:e>
                          <m:r>
                            <a:rPr lang="en-US" sz="1600" i="1">
                              <a:latin typeface="Cambria Math" panose="02040503050406030204" pitchFamily="18" charset="0"/>
                            </a:rPr>
                            <m:t>𝑎</m:t>
                          </m:r>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rPr>
                                <m:t>𝑛</m:t>
                              </m:r>
                            </m:sup>
                          </m:sSup>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sup>
                          </m:sSup>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2</m:t>
                              </m:r>
                            </m:den>
                          </m:f>
                          <m:r>
                            <a:rPr lang="en-US" sz="1600" i="1">
                              <a:latin typeface="Cambria Math" panose="02040503050406030204" pitchFamily="18" charset="0"/>
                              <a:ea typeface="Cambria Math" panose="02040503050406030204" pitchFamily="18" charset="0"/>
                            </a:rPr>
                            <m:t>𝑎</m:t>
                          </m:r>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rPr>
                                <m:t>𝑛</m:t>
                              </m:r>
                            </m:sup>
                          </m:sSup>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sup>
                          </m:sSup>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ea typeface="Cambria Math" panose="02040503050406030204" pitchFamily="18" charset="0"/>
                                </a:rPr>
                                <m:t>2</m:t>
                              </m:r>
                            </m:den>
                          </m:f>
                          <m:r>
                            <a:rPr lang="en-US" sz="1600" i="1">
                              <a:latin typeface="Cambria Math" panose="02040503050406030204" pitchFamily="18" charset="0"/>
                              <a:ea typeface="Cambria Math" panose="02040503050406030204" pitchFamily="18" charset="0"/>
                            </a:rPr>
                            <m:t>𝑎</m:t>
                          </m:r>
                          <m:d>
                            <m:dPr>
                              <m:begChr m:val="["/>
                              <m:endChr m:val="]"/>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r>
                                <a:rPr lang="en-US" sz="1600" b="0" i="1" smtClean="0">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rPr>
                                    <m:t>𝑛</m:t>
                                  </m:r>
                                </m:sup>
                              </m:sSup>
                            </m:e>
                          </m:d>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sup>
                          </m:sSup>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ea typeface="Cambria Math" panose="02040503050406030204" pitchFamily="18" charset="0"/>
                                </a:rPr>
                                <m:t>2</m:t>
                              </m:r>
                            </m:den>
                          </m:f>
                          <m:r>
                            <a:rPr lang="en-US" sz="1600" i="1">
                              <a:latin typeface="Cambria Math" panose="02040503050406030204" pitchFamily="18" charset="0"/>
                              <a:ea typeface="Cambria Math" panose="02040503050406030204" pitchFamily="18" charset="0"/>
                            </a:rPr>
                            <m:t>𝑎</m:t>
                          </m:r>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rPr>
                                <m:t>𝑛</m:t>
                              </m:r>
                            </m:sup>
                          </m:sSup>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sup>
                          </m:sSup>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2</m:t>
                              </m:r>
                            </m:den>
                          </m:f>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rPr>
                                <m:t>𝑛</m:t>
                              </m:r>
                            </m:sup>
                          </m:sSup>
                          <m:d>
                            <m:dPr>
                              <m:begChr m:val="["/>
                              <m:endChr m:val="]"/>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sup>
                              </m:sSup>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𝑎</m:t>
                              </m:r>
                            </m:e>
                          </m:d>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oMath>
                  </m:oMathPara>
                </a14:m>
                <a:endParaRPr lang="en-US" sz="1600" dirty="0"/>
              </a:p>
            </p:txBody>
          </p:sp>
        </mc:Choice>
        <mc:Fallback xmlns="">
          <p:sp>
            <p:nvSpPr>
              <p:cNvPr id="16" name="TextBox 15">
                <a:extLst>
                  <a:ext uri="{FF2B5EF4-FFF2-40B4-BE49-F238E27FC236}">
                    <a16:creationId xmlns:a16="http://schemas.microsoft.com/office/drawing/2014/main" id="{CEE21524-FDEE-2801-2264-33175B334C26}"/>
                  </a:ext>
                </a:extLst>
              </p:cNvPr>
              <p:cNvSpPr txBox="1">
                <a:spLocks noRot="1" noChangeAspect="1" noMove="1" noResize="1" noEditPoints="1" noAdjustHandles="1" noChangeArrowheads="1" noChangeShapeType="1" noTextEdit="1"/>
              </p:cNvSpPr>
              <p:nvPr/>
            </p:nvSpPr>
            <p:spPr>
              <a:xfrm>
                <a:off x="524564" y="3992462"/>
                <a:ext cx="8407814" cy="64556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A1A51E1-2B8A-A6DA-86A6-D95BC56F75B8}"/>
                  </a:ext>
                </a:extLst>
              </p:cNvPr>
              <p:cNvSpPr txBox="1"/>
              <p:nvPr/>
            </p:nvSpPr>
            <p:spPr>
              <a:xfrm>
                <a:off x="524564" y="4664481"/>
                <a:ext cx="4879605" cy="645561"/>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𝛾</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2</m:t>
                              </m:r>
                            </m:den>
                          </m:f>
                          <m:r>
                            <a:rPr lang="en-US" sz="1600" i="1">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𝑛</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𝑎</m:t>
                                  </m:r>
                                </m:e>
                                <m:sup>
                                  <m:r>
                                    <a:rPr lang="en-US" sz="1600" b="0" i="1" smtClean="0">
                                      <a:latin typeface="Cambria Math" panose="02040503050406030204" pitchFamily="18" charset="0"/>
                                      <a:ea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−1</m:t>
                                  </m:r>
                                </m:sup>
                              </m:sSup>
                            </m:e>
                          </m:d>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sup>
                          </m:sSup>
                          <m:r>
                            <a:rPr lang="en-US" sz="1600" i="1">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2</m:t>
                              </m:r>
                            </m:den>
                          </m:f>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rPr>
                                <m:t>𝑛</m:t>
                              </m:r>
                            </m:sup>
                          </m:s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m:t>
                              </m:r>
                              <m:r>
                                <a:rPr lang="en-US" sz="1600" b="0" i="1" smtClean="0">
                                  <a:latin typeface="Cambria Math" panose="02040503050406030204" pitchFamily="18" charset="0"/>
                                </a:rPr>
                                <m:t>𝑚</m:t>
                              </m:r>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r>
                                    <a:rPr lang="en-US" sz="1600" i="1">
                                      <a:latin typeface="Cambria Math" panose="02040503050406030204" pitchFamily="18" charset="0"/>
                                      <a:ea typeface="Cambria Math" panose="02040503050406030204" pitchFamily="18" charset="0"/>
                                    </a:rPr>
                                    <m:t>−1</m:t>
                                  </m:r>
                                </m:sup>
                              </m:sSup>
                            </m:e>
                          </m:d>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oMath>
                  </m:oMathPara>
                </a14:m>
                <a:endParaRPr lang="en-US" sz="1600" dirty="0"/>
              </a:p>
            </p:txBody>
          </p:sp>
        </mc:Choice>
        <mc:Fallback xmlns="">
          <p:sp>
            <p:nvSpPr>
              <p:cNvPr id="18" name="TextBox 17">
                <a:extLst>
                  <a:ext uri="{FF2B5EF4-FFF2-40B4-BE49-F238E27FC236}">
                    <a16:creationId xmlns:a16="http://schemas.microsoft.com/office/drawing/2014/main" id="{EA1A51E1-2B8A-A6DA-86A6-D95BC56F75B8}"/>
                  </a:ext>
                </a:extLst>
              </p:cNvPr>
              <p:cNvSpPr txBox="1">
                <a:spLocks noRot="1" noChangeAspect="1" noMove="1" noResize="1" noEditPoints="1" noAdjustHandles="1" noChangeArrowheads="1" noChangeShapeType="1" noTextEdit="1"/>
              </p:cNvSpPr>
              <p:nvPr/>
            </p:nvSpPr>
            <p:spPr>
              <a:xfrm>
                <a:off x="524564" y="4664481"/>
                <a:ext cx="4879605" cy="645561"/>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F190F51-FECD-E483-F967-BB0E9DD180D3}"/>
                  </a:ext>
                </a:extLst>
              </p:cNvPr>
              <p:cNvSpPr txBox="1"/>
              <p:nvPr/>
            </p:nvSpPr>
            <p:spPr>
              <a:xfrm>
                <a:off x="8992928" y="3000979"/>
                <a:ext cx="2581797" cy="508985"/>
              </a:xfrm>
              <a:prstGeom prst="rect">
                <a:avLst/>
              </a:prstGeom>
              <a:noFill/>
            </p:spPr>
            <p:txBody>
              <a:bodyPr wrap="none" rtlCol="0">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e>
                            <m:sup>
                              <m:r>
                                <a:rPr lang="en-US" b="0" i="1" smtClean="0">
                                  <a:latin typeface="Cambria Math" panose="02040503050406030204" pitchFamily="18" charset="0"/>
                                  <a:ea typeface="Cambria Math" panose="02040503050406030204" pitchFamily="18" charset="0"/>
                                </a:rPr>
                                <m:t>𝑚</m:t>
                              </m:r>
                            </m:sup>
                          </m:sSup>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e>
                        <m:sup>
                          <m:r>
                            <a:rPr lang="en-US" i="1">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−1</m:t>
                          </m:r>
                        </m:sup>
                      </m:sSup>
                    </m:oMath>
                  </m:oMathPara>
                </a14:m>
                <a:endParaRPr lang="en-US" dirty="0"/>
              </a:p>
            </p:txBody>
          </p:sp>
        </mc:Choice>
        <mc:Fallback xmlns="">
          <p:sp>
            <p:nvSpPr>
              <p:cNvPr id="19" name="TextBox 18">
                <a:extLst>
                  <a:ext uri="{FF2B5EF4-FFF2-40B4-BE49-F238E27FC236}">
                    <a16:creationId xmlns:a16="http://schemas.microsoft.com/office/drawing/2014/main" id="{2F190F51-FECD-E483-F967-BB0E9DD180D3}"/>
                  </a:ext>
                </a:extLst>
              </p:cNvPr>
              <p:cNvSpPr txBox="1">
                <a:spLocks noRot="1" noChangeAspect="1" noMove="1" noResize="1" noEditPoints="1" noAdjustHandles="1" noChangeArrowheads="1" noChangeShapeType="1" noTextEdit="1"/>
              </p:cNvSpPr>
              <p:nvPr/>
            </p:nvSpPr>
            <p:spPr>
              <a:xfrm>
                <a:off x="8992928" y="3000979"/>
                <a:ext cx="2581797" cy="50898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A385888-A863-738D-8EEC-0B77B6331D49}"/>
                  </a:ext>
                </a:extLst>
              </p:cNvPr>
              <p:cNvSpPr txBox="1"/>
              <p:nvPr/>
            </p:nvSpPr>
            <p:spPr>
              <a:xfrm>
                <a:off x="9085006" y="3509964"/>
                <a:ext cx="1898276" cy="404983"/>
              </a:xfrm>
              <a:prstGeom prst="rect">
                <a:avLst/>
              </a:prstGeom>
              <a:noFill/>
            </p:spPr>
            <p:txBody>
              <a:bodyPr wrap="none" rtlCol="0">
                <a:spAutoFit/>
              </a:bodyPr>
              <a:lstStyle/>
              <a:p>
                <a:pPr/>
                <a14:m>
                  <m:oMathPara xmlns:m="http://schemas.openxmlformats.org/officeDocument/2006/math">
                    <m:oMath>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𝑛</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𝑎</m:t>
                          </m:r>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sup>
                      </m:sSup>
                    </m:oMath>
                  </m:oMathPara>
                </a14:m>
                <a:endParaRPr lang="en-US" dirty="0"/>
              </a:p>
            </p:txBody>
          </p:sp>
        </mc:Choice>
        <mc:Fallback xmlns="">
          <p:sp>
            <p:nvSpPr>
              <p:cNvPr id="20" name="TextBox 19">
                <a:extLst>
                  <a:ext uri="{FF2B5EF4-FFF2-40B4-BE49-F238E27FC236}">
                    <a16:creationId xmlns:a16="http://schemas.microsoft.com/office/drawing/2014/main" id="{1A385888-A863-738D-8EEC-0B77B6331D49}"/>
                  </a:ext>
                </a:extLst>
              </p:cNvPr>
              <p:cNvSpPr txBox="1">
                <a:spLocks noRot="1" noChangeAspect="1" noMove="1" noResize="1" noEditPoints="1" noAdjustHandles="1" noChangeArrowheads="1" noChangeShapeType="1" noTextEdit="1"/>
              </p:cNvSpPr>
              <p:nvPr/>
            </p:nvSpPr>
            <p:spPr>
              <a:xfrm>
                <a:off x="9085006" y="3509964"/>
                <a:ext cx="1898276" cy="40498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ACCBD36-6AFF-D50A-9EB9-7A89E5883F2D}"/>
                  </a:ext>
                </a:extLst>
              </p:cNvPr>
              <p:cNvSpPr txBox="1"/>
              <p:nvPr/>
            </p:nvSpPr>
            <p:spPr>
              <a:xfrm>
                <a:off x="524564" y="5337990"/>
                <a:ext cx="2079159" cy="512384"/>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ea typeface="Cambria Math" panose="02040503050406030204" pitchFamily="18" charset="0"/>
                        </a:rPr>
                        <m:t>=</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𝛾</m:t>
                          </m:r>
                        </m:num>
                        <m:den>
                          <m:r>
                            <a:rPr lang="en-US" sz="1600" b="0" i="1" smtClean="0">
                              <a:latin typeface="Cambria Math" panose="02040503050406030204" pitchFamily="18" charset="0"/>
                              <a:ea typeface="Cambria Math" panose="02040503050406030204" pitchFamily="18" charset="0"/>
                            </a:rPr>
                            <m:t>2</m:t>
                          </m:r>
                        </m:den>
                      </m:f>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𝑛</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𝑚</m:t>
                          </m:r>
                        </m:e>
                      </m:d>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𝑎</m:t>
                          </m:r>
                        </m:e>
                        <m:sup>
                          <m:r>
                            <a:rPr lang="en-US" sz="1600" b="0" i="1" smtClean="0">
                              <a:latin typeface="Cambria Math" panose="02040503050406030204" pitchFamily="18" charset="0"/>
                              <a:ea typeface="Cambria Math" panose="02040503050406030204" pitchFamily="18" charset="0"/>
                            </a:rPr>
                            <m:t>𝑛</m:t>
                          </m:r>
                        </m:sup>
                      </m:sSup>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i="1">
                                      <a:latin typeface="Cambria Math" panose="02040503050406030204" pitchFamily="18" charset="0"/>
                                      <a:ea typeface="Cambria Math" panose="02040503050406030204" pitchFamily="18" charset="0"/>
                                    </a:rPr>
                                    <m:t>†</m:t>
                                  </m:r>
                                </m:sup>
                              </m:sSup>
                            </m:e>
                          </m:d>
                        </m:e>
                        <m:sup>
                          <m:r>
                            <a:rPr lang="en-US" sz="1600" i="1">
                              <a:latin typeface="Cambria Math" panose="02040503050406030204" pitchFamily="18" charset="0"/>
                              <a:ea typeface="Cambria Math" panose="02040503050406030204" pitchFamily="18" charset="0"/>
                            </a:rPr>
                            <m:t>𝑚</m:t>
                          </m:r>
                        </m:sup>
                      </m:sSup>
                    </m:oMath>
                  </m:oMathPara>
                </a14:m>
                <a:endParaRPr lang="en-US" sz="1600" dirty="0"/>
              </a:p>
            </p:txBody>
          </p:sp>
        </mc:Choice>
        <mc:Fallback xmlns="">
          <p:sp>
            <p:nvSpPr>
              <p:cNvPr id="21" name="TextBox 20">
                <a:extLst>
                  <a:ext uri="{FF2B5EF4-FFF2-40B4-BE49-F238E27FC236}">
                    <a16:creationId xmlns:a16="http://schemas.microsoft.com/office/drawing/2014/main" id="{FACCBD36-6AFF-D50A-9EB9-7A89E5883F2D}"/>
                  </a:ext>
                </a:extLst>
              </p:cNvPr>
              <p:cNvSpPr txBox="1">
                <a:spLocks noRot="1" noChangeAspect="1" noMove="1" noResize="1" noEditPoints="1" noAdjustHandles="1" noChangeArrowheads="1" noChangeShapeType="1" noTextEdit="1"/>
              </p:cNvSpPr>
              <p:nvPr/>
            </p:nvSpPr>
            <p:spPr>
              <a:xfrm>
                <a:off x="524564" y="5337990"/>
                <a:ext cx="2079159" cy="512384"/>
              </a:xfrm>
              <a:prstGeom prst="rect">
                <a:avLst/>
              </a:prstGeom>
              <a:blipFill>
                <a:blip r:embed="rId12"/>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90CD764-AE21-B2FE-CCC5-41A0DFD1786C}"/>
                  </a:ext>
                </a:extLst>
              </p:cNvPr>
              <p:cNvSpPr txBox="1"/>
              <p:nvPr/>
            </p:nvSpPr>
            <p:spPr>
              <a:xfrm>
                <a:off x="3393533" y="5680769"/>
                <a:ext cx="5998052" cy="795987"/>
              </a:xfrm>
              <a:prstGeom prst="rect">
                <a:avLst/>
              </a:prstGeom>
              <a:noFill/>
            </p:spPr>
            <p:txBody>
              <a:bodyPr wrap="none" rtlCol="0">
                <a:spAutoFit/>
              </a:bodyPr>
              <a:lstStyle/>
              <a:p>
                <a:pPr/>
                <a14:m>
                  <m:oMathPara xmlns:m="http://schemas.openxmlformats.org/officeDocument/2006/math">
                    <m:oMath>
                      <m:r>
                        <a:rPr lang="en-US" sz="2800" b="0" i="1" smtClean="0">
                          <a:latin typeface="Cambria Math" panose="02040503050406030204" pitchFamily="18" charset="0"/>
                        </a:rPr>
                        <m:t>⇒</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𝑎</m:t>
                              </m:r>
                            </m:e>
                            <m:sup>
                              <m:r>
                                <a:rPr lang="en-US" sz="2800" i="1">
                                  <a:latin typeface="Cambria Math" panose="02040503050406030204" pitchFamily="18" charset="0"/>
                                </a:rPr>
                                <m:t>𝑛</m:t>
                              </m:r>
                            </m:sup>
                          </m:sSup>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𝑎</m:t>
                                      </m:r>
                                    </m:e>
                                    <m:sup>
                                      <m:r>
                                        <a:rPr lang="en-US" sz="2800" i="1">
                                          <a:latin typeface="Cambria Math" panose="02040503050406030204" pitchFamily="18" charset="0"/>
                                          <a:ea typeface="Cambria Math" panose="02040503050406030204" pitchFamily="18" charset="0"/>
                                        </a:rPr>
                                        <m:t>†</m:t>
                                      </m:r>
                                    </m:sup>
                                  </m:sSup>
                                </m:e>
                              </m:d>
                            </m:e>
                            <m:sup>
                              <m:r>
                                <a:rPr lang="en-US" sz="2800" i="1">
                                  <a:latin typeface="Cambria Math" panose="02040503050406030204" pitchFamily="18" charset="0"/>
                                  <a:ea typeface="Cambria Math" panose="02040503050406030204" pitchFamily="18" charset="0"/>
                                </a:rPr>
                                <m:t>𝑚</m:t>
                              </m:r>
                            </m:sup>
                          </m:sSup>
                        </m:e>
                      </m:d>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𝑡</m:t>
                          </m:r>
                        </m:e>
                      </m:d>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𝑒</m:t>
                          </m:r>
                        </m:e>
                        <m:sup>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𝛾</m:t>
                              </m:r>
                            </m:num>
                            <m:den>
                              <m:r>
                                <a:rPr lang="en-US" sz="2800" b="0" i="1" smtClean="0">
                                  <a:latin typeface="Cambria Math" panose="02040503050406030204" pitchFamily="18" charset="0"/>
                                  <a:ea typeface="Cambria Math" panose="02040503050406030204" pitchFamily="18" charset="0"/>
                                </a:rPr>
                                <m:t>2</m:t>
                              </m:r>
                            </m:den>
                          </m:f>
                          <m:r>
                            <a:rPr lang="en-US" sz="2800" b="0" i="1" smtClean="0">
                              <a:latin typeface="Cambria Math" panose="02040503050406030204" pitchFamily="18" charset="0"/>
                              <a:ea typeface="Cambria Math" panose="02040503050406030204" pitchFamily="18" charset="0"/>
                            </a:rPr>
                            <m:t>𝑡</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𝑛</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𝑚</m:t>
                              </m:r>
                            </m:e>
                          </m:d>
                        </m:sup>
                      </m:sSup>
                      <m:sSup>
                        <m:sSupPr>
                          <m:ctrlPr>
                            <a:rPr lang="en-US" sz="2800" i="1">
                              <a:latin typeface="Cambria Math" panose="02040503050406030204" pitchFamily="18" charset="0"/>
                            </a:rPr>
                          </m:ctrlPr>
                        </m:sSupPr>
                        <m:e>
                          <m:r>
                            <a:rPr lang="en-US" sz="2800" i="1">
                              <a:latin typeface="Cambria Math" panose="02040503050406030204" pitchFamily="18" charset="0"/>
                            </a:rPr>
                            <m:t>𝑎</m:t>
                          </m:r>
                        </m:e>
                        <m:sup>
                          <m:r>
                            <a:rPr lang="en-US" sz="2800" i="1">
                              <a:latin typeface="Cambria Math" panose="02040503050406030204" pitchFamily="18" charset="0"/>
                            </a:rPr>
                            <m:t>𝑛</m:t>
                          </m:r>
                        </m:sup>
                      </m:sSup>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𝑎</m:t>
                                  </m:r>
                                </m:e>
                                <m:sup>
                                  <m:r>
                                    <a:rPr lang="en-US" sz="2800" i="1">
                                      <a:latin typeface="Cambria Math" panose="02040503050406030204" pitchFamily="18" charset="0"/>
                                      <a:ea typeface="Cambria Math" panose="02040503050406030204" pitchFamily="18" charset="0"/>
                                    </a:rPr>
                                    <m:t>†</m:t>
                                  </m:r>
                                </m:sup>
                              </m:sSup>
                            </m:e>
                          </m:d>
                        </m:e>
                        <m:sup>
                          <m:r>
                            <a:rPr lang="en-US" sz="2800" i="1">
                              <a:latin typeface="Cambria Math" panose="02040503050406030204" pitchFamily="18" charset="0"/>
                              <a:ea typeface="Cambria Math" panose="02040503050406030204" pitchFamily="18" charset="0"/>
                            </a:rPr>
                            <m:t>𝑚</m:t>
                          </m:r>
                        </m:sup>
                      </m:sSup>
                    </m:oMath>
                  </m:oMathPara>
                </a14:m>
                <a:endParaRPr lang="en-US" sz="2800" dirty="0"/>
              </a:p>
            </p:txBody>
          </p:sp>
        </mc:Choice>
        <mc:Fallback xmlns="">
          <p:sp>
            <p:nvSpPr>
              <p:cNvPr id="22" name="TextBox 21">
                <a:extLst>
                  <a:ext uri="{FF2B5EF4-FFF2-40B4-BE49-F238E27FC236}">
                    <a16:creationId xmlns:a16="http://schemas.microsoft.com/office/drawing/2014/main" id="{990CD764-AE21-B2FE-CCC5-41A0DFD1786C}"/>
                  </a:ext>
                </a:extLst>
              </p:cNvPr>
              <p:cNvSpPr txBox="1">
                <a:spLocks noRot="1" noChangeAspect="1" noMove="1" noResize="1" noEditPoints="1" noAdjustHandles="1" noChangeArrowheads="1" noChangeShapeType="1" noTextEdit="1"/>
              </p:cNvSpPr>
              <p:nvPr/>
            </p:nvSpPr>
            <p:spPr>
              <a:xfrm>
                <a:off x="3393533" y="5680769"/>
                <a:ext cx="5998052" cy="79598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2AF0BA9-3AE6-62BB-DE3C-C4C39D559B14}"/>
                  </a:ext>
                </a:extLst>
              </p:cNvPr>
              <p:cNvSpPr txBox="1"/>
              <p:nvPr/>
            </p:nvSpPr>
            <p:spPr>
              <a:xfrm>
                <a:off x="7084481" y="4987498"/>
                <a:ext cx="1123961" cy="475643"/>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𝜆</m:t>
                                  </m:r>
                                </m:e>
                              </m:rad>
                            </m:e>
                          </m:d>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sup>
                      </m:sSup>
                    </m:oMath>
                  </m:oMathPara>
                </a14:m>
                <a:endParaRPr lang="en-US" dirty="0"/>
              </a:p>
            </p:txBody>
          </p:sp>
        </mc:Choice>
        <mc:Fallback xmlns="">
          <p:sp>
            <p:nvSpPr>
              <p:cNvPr id="23" name="TextBox 22">
                <a:extLst>
                  <a:ext uri="{FF2B5EF4-FFF2-40B4-BE49-F238E27FC236}">
                    <a16:creationId xmlns:a16="http://schemas.microsoft.com/office/drawing/2014/main" id="{F2AF0BA9-3AE6-62BB-DE3C-C4C39D559B14}"/>
                  </a:ext>
                </a:extLst>
              </p:cNvPr>
              <p:cNvSpPr txBox="1">
                <a:spLocks noRot="1" noChangeAspect="1" noMove="1" noResize="1" noEditPoints="1" noAdjustHandles="1" noChangeArrowheads="1" noChangeShapeType="1" noTextEdit="1"/>
              </p:cNvSpPr>
              <p:nvPr/>
            </p:nvSpPr>
            <p:spPr>
              <a:xfrm>
                <a:off x="7084481" y="4987498"/>
                <a:ext cx="1123961" cy="475643"/>
              </a:xfrm>
              <a:prstGeom prst="rect">
                <a:avLst/>
              </a:prstGeom>
              <a:blipFill>
                <a:blip r:embed="rId14"/>
                <a:stretch>
                  <a:fillRect/>
                </a:stretch>
              </a:blipFill>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3AE0AF9A-5E74-794D-15D8-98D18C2E3FD5}"/>
              </a:ext>
            </a:extLst>
          </p:cNvPr>
          <p:cNvCxnSpPr/>
          <p:nvPr/>
        </p:nvCxnSpPr>
        <p:spPr>
          <a:xfrm flipH="1">
            <a:off x="7069120" y="5497486"/>
            <a:ext cx="287593" cy="328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B34C64E-17E7-201F-665E-EE1668F1D6F6}"/>
              </a:ext>
            </a:extLst>
          </p:cNvPr>
          <p:cNvSpPr txBox="1"/>
          <p:nvPr/>
        </p:nvSpPr>
        <p:spPr>
          <a:xfrm>
            <a:off x="2292035" y="2606860"/>
            <a:ext cx="830612" cy="369332"/>
          </a:xfrm>
          <a:prstGeom prst="rect">
            <a:avLst/>
          </a:prstGeom>
          <a:noFill/>
        </p:spPr>
        <p:txBody>
          <a:bodyPr wrap="none" rtlCol="0">
            <a:spAutoFit/>
          </a:bodyPr>
          <a:lstStyle/>
          <a:p>
            <a:r>
              <a:rPr lang="en-US" dirty="0"/>
              <a:t>We set</a:t>
            </a:r>
          </a:p>
        </p:txBody>
      </p:sp>
      <p:cxnSp>
        <p:nvCxnSpPr>
          <p:cNvPr id="28" name="Straight Arrow Connector 27">
            <a:extLst>
              <a:ext uri="{FF2B5EF4-FFF2-40B4-BE49-F238E27FC236}">
                <a16:creationId xmlns:a16="http://schemas.microsoft.com/office/drawing/2014/main" id="{F1FFCF59-E6BA-BB10-A6C5-CAC497B9E8DD}"/>
              </a:ext>
            </a:extLst>
          </p:cNvPr>
          <p:cNvCxnSpPr>
            <a:cxnSpLocks/>
          </p:cNvCxnSpPr>
          <p:nvPr/>
        </p:nvCxnSpPr>
        <p:spPr>
          <a:xfrm flipH="1" flipV="1">
            <a:off x="1726266" y="5737822"/>
            <a:ext cx="198801" cy="311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3EFFBD4-C293-CF0F-DD75-B1051C67CCDE}"/>
              </a:ext>
            </a:extLst>
          </p:cNvPr>
          <p:cNvSpPr txBox="1"/>
          <p:nvPr/>
        </p:nvSpPr>
        <p:spPr>
          <a:xfrm>
            <a:off x="1038957" y="6079870"/>
            <a:ext cx="2181944" cy="369332"/>
          </a:xfrm>
          <a:prstGeom prst="rect">
            <a:avLst/>
          </a:prstGeom>
          <a:noFill/>
        </p:spPr>
        <p:txBody>
          <a:bodyPr wrap="none" rtlCol="0">
            <a:spAutoFit/>
          </a:bodyPr>
          <a:lstStyle/>
          <a:p>
            <a:r>
              <a:rPr lang="en-US" dirty="0"/>
              <a:t>first-order linear ODE</a:t>
            </a:r>
          </a:p>
        </p:txBody>
      </p:sp>
      <p:sp>
        <p:nvSpPr>
          <p:cNvPr id="3" name="Footer Placeholder 2">
            <a:extLst>
              <a:ext uri="{FF2B5EF4-FFF2-40B4-BE49-F238E27FC236}">
                <a16:creationId xmlns:a16="http://schemas.microsoft.com/office/drawing/2014/main" id="{F10D5464-60E1-0988-91C4-29519764C042}"/>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1D5E8B16-AFE4-9C7F-042C-410192719B3D}"/>
              </a:ext>
            </a:extLst>
          </p:cNvPr>
          <p:cNvSpPr>
            <a:spLocks noGrp="1"/>
          </p:cNvSpPr>
          <p:nvPr>
            <p:ph type="sldNum" sz="quarter" idx="12"/>
          </p:nvPr>
        </p:nvSpPr>
        <p:spPr/>
        <p:txBody>
          <a:bodyPr/>
          <a:lstStyle/>
          <a:p>
            <a:fld id="{F47845EA-7733-40EE-B074-20032348B727}" type="slidenum">
              <a:rPr lang="en-US" smtClean="0"/>
              <a:t>62</a:t>
            </a:fld>
            <a:endParaRPr lang="en-US"/>
          </a:p>
        </p:txBody>
      </p:sp>
    </p:spTree>
    <p:extLst>
      <p:ext uri="{BB962C8B-B14F-4D97-AF65-F5344CB8AC3E}">
        <p14:creationId xmlns:p14="http://schemas.microsoft.com/office/powerpoint/2010/main" val="167214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3" grpId="0"/>
      <p:bldP spid="14" grpId="0"/>
      <p:bldP spid="16" grpId="0"/>
      <p:bldP spid="18" grpId="0"/>
      <p:bldP spid="19" grpId="0"/>
      <p:bldP spid="20" grpId="0"/>
      <p:bldP spid="21" grpId="0"/>
      <p:bldP spid="22" grpId="0"/>
      <p:bldP spid="23" grpId="0"/>
      <p:bldP spid="26" grpId="0"/>
      <p:bldP spid="3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9CBED4E1-ECB8-7086-5B43-B4D2ECC793F0}"/>
              </a:ext>
            </a:extLst>
          </p:cNvPr>
          <p:cNvSpPr txBox="1"/>
          <p:nvPr/>
        </p:nvSpPr>
        <p:spPr>
          <a:xfrm>
            <a:off x="800371" y="1215081"/>
            <a:ext cx="4302140" cy="523220"/>
          </a:xfrm>
          <a:prstGeom prst="rect">
            <a:avLst/>
          </a:prstGeom>
          <a:noFill/>
        </p:spPr>
        <p:txBody>
          <a:bodyPr wrap="none" rtlCol="0">
            <a:spAutoFit/>
          </a:bodyPr>
          <a:lstStyle/>
          <a:p>
            <a:r>
              <a:rPr lang="en-US" sz="2800" dirty="0" err="1"/>
              <a:t>Husimi</a:t>
            </a:r>
            <a:r>
              <a:rPr lang="en-US" sz="2800" dirty="0"/>
              <a:t> Q is simply stretched</a:t>
            </a:r>
          </a:p>
        </p:txBody>
      </p:sp>
      <p:sp>
        <p:nvSpPr>
          <p:cNvPr id="2" name="TextBox 1">
            <a:extLst>
              <a:ext uri="{FF2B5EF4-FFF2-40B4-BE49-F238E27FC236}">
                <a16:creationId xmlns:a16="http://schemas.microsoft.com/office/drawing/2014/main" id="{B74F028E-F6FC-4F0E-921F-B9C54E663889}"/>
              </a:ext>
            </a:extLst>
          </p:cNvPr>
          <p:cNvSpPr txBox="1"/>
          <p:nvPr/>
        </p:nvSpPr>
        <p:spPr>
          <a:xfrm>
            <a:off x="327047" y="395270"/>
            <a:ext cx="9680599" cy="584775"/>
          </a:xfrm>
          <a:prstGeom prst="rect">
            <a:avLst/>
          </a:prstGeom>
          <a:noFill/>
        </p:spPr>
        <p:txBody>
          <a:bodyPr wrap="none" rtlCol="0">
            <a:spAutoFit/>
          </a:bodyPr>
          <a:lstStyle/>
          <a:p>
            <a:r>
              <a:rPr lang="en-US" sz="3200" dirty="0"/>
              <a:t>Effects of stretching map on phase space representations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A7A42C5-E70C-C1E9-8F23-E453FE1F6D88}"/>
                  </a:ext>
                </a:extLst>
              </p:cNvPr>
              <p:cNvSpPr txBox="1"/>
              <p:nvPr/>
            </p:nvSpPr>
            <p:spPr>
              <a:xfrm>
                <a:off x="800372" y="1870669"/>
                <a:ext cx="9207274" cy="954107"/>
              </a:xfrm>
              <a:prstGeom prst="rect">
                <a:avLst/>
              </a:prstGeom>
              <a:noFill/>
            </p:spPr>
            <p:txBody>
              <a:bodyPr wrap="square" rtlCol="0">
                <a:spAutoFit/>
              </a:bodyPr>
              <a:lstStyle/>
              <a:p>
                <a:r>
                  <a:rPr lang="en-US" sz="2800" dirty="0"/>
                  <a:t>Wigner function is stretched and convolved with a gaussian, and coincides with the </a:t>
                </a:r>
                <a:r>
                  <a:rPr lang="en-US" sz="2800" dirty="0" err="1"/>
                  <a:t>Husimi</a:t>
                </a:r>
                <a:r>
                  <a:rPr lang="en-US" sz="2800" dirty="0"/>
                  <a:t> Q in the limit </a:t>
                </a:r>
                <a14:m>
                  <m:oMath xmlns:m="http://schemas.openxmlformats.org/officeDocument/2006/math">
                    <m:r>
                      <a:rPr lang="en-US" sz="2800" b="0" i="1" smtClean="0">
                        <a:latin typeface="Cambria Math" panose="02040503050406030204" pitchFamily="18" charset="0"/>
                      </a:rPr>
                      <m:t>𝜆</m:t>
                    </m:r>
                    <m:r>
                      <a:rPr lang="en-US" sz="2800" b="0" i="1" smtClean="0">
                        <a:latin typeface="Cambria Math" panose="02040503050406030204" pitchFamily="18" charset="0"/>
                      </a:rPr>
                      <m:t>→∞</m:t>
                    </m:r>
                  </m:oMath>
                </a14:m>
                <a:endParaRPr lang="en-US" sz="2800" dirty="0"/>
              </a:p>
            </p:txBody>
          </p:sp>
        </mc:Choice>
        <mc:Fallback xmlns="">
          <p:sp>
            <p:nvSpPr>
              <p:cNvPr id="3" name="TextBox 2">
                <a:extLst>
                  <a:ext uri="{FF2B5EF4-FFF2-40B4-BE49-F238E27FC236}">
                    <a16:creationId xmlns:a16="http://schemas.microsoft.com/office/drawing/2014/main" id="{AA7A42C5-E70C-C1E9-8F23-E453FE1F6D88}"/>
                  </a:ext>
                </a:extLst>
              </p:cNvPr>
              <p:cNvSpPr txBox="1">
                <a:spLocks noRot="1" noChangeAspect="1" noMove="1" noResize="1" noEditPoints="1" noAdjustHandles="1" noChangeArrowheads="1" noChangeShapeType="1" noTextEdit="1"/>
              </p:cNvSpPr>
              <p:nvPr/>
            </p:nvSpPr>
            <p:spPr>
              <a:xfrm>
                <a:off x="800372" y="1870669"/>
                <a:ext cx="9207274" cy="954107"/>
              </a:xfrm>
              <a:prstGeom prst="rect">
                <a:avLst/>
              </a:prstGeom>
              <a:blipFill>
                <a:blip r:embed="rId2"/>
                <a:stretch>
                  <a:fillRect l="-1324" t="-6410" b="-1794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F053DBD-BA43-9C78-1EE3-CA3D46069AB6}"/>
              </a:ext>
            </a:extLst>
          </p:cNvPr>
          <p:cNvPicPr>
            <a:picLocks noChangeAspect="1"/>
          </p:cNvPicPr>
          <p:nvPr/>
        </p:nvPicPr>
        <p:blipFill>
          <a:blip r:embed="rId3"/>
          <a:stretch>
            <a:fillRect/>
          </a:stretch>
        </p:blipFill>
        <p:spPr>
          <a:xfrm>
            <a:off x="628190" y="3347908"/>
            <a:ext cx="7354326" cy="3019846"/>
          </a:xfrm>
          <a:prstGeom prst="rect">
            <a:avLst/>
          </a:prstGeom>
        </p:spPr>
      </p:pic>
      <p:sp>
        <p:nvSpPr>
          <p:cNvPr id="5" name="Footer Placeholder 4">
            <a:extLst>
              <a:ext uri="{FF2B5EF4-FFF2-40B4-BE49-F238E27FC236}">
                <a16:creationId xmlns:a16="http://schemas.microsoft.com/office/drawing/2014/main" id="{C5FB1E47-4A79-9E1E-908A-EEE8F9D81A0C}"/>
              </a:ext>
            </a:extLst>
          </p:cNvPr>
          <p:cNvSpPr>
            <a:spLocks noGrp="1"/>
          </p:cNvSpPr>
          <p:nvPr>
            <p:ph type="ftr" sz="quarter" idx="11"/>
          </p:nvPr>
        </p:nvSpPr>
        <p:spPr/>
        <p:txBody>
          <a:body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A5ECE953-9961-DD22-30FE-776578383C0F}"/>
              </a:ext>
            </a:extLst>
          </p:cNvPr>
          <p:cNvSpPr>
            <a:spLocks noGrp="1"/>
          </p:cNvSpPr>
          <p:nvPr>
            <p:ph type="sldNum" sz="quarter" idx="12"/>
          </p:nvPr>
        </p:nvSpPr>
        <p:spPr/>
        <p:txBody>
          <a:bodyPr/>
          <a:lstStyle/>
          <a:p>
            <a:fld id="{F47845EA-7733-40EE-B074-20032348B727}" type="slidenum">
              <a:rPr lang="en-US" smtClean="0"/>
              <a:t>63</a:t>
            </a:fld>
            <a:endParaRPr lang="en-US"/>
          </a:p>
        </p:txBody>
      </p:sp>
    </p:spTree>
    <p:extLst>
      <p:ext uri="{BB962C8B-B14F-4D97-AF65-F5344CB8AC3E}">
        <p14:creationId xmlns:p14="http://schemas.microsoft.com/office/powerpoint/2010/main" val="35685097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49630-901B-4918-4DF4-AD4C2295D1BD}"/>
              </a:ext>
            </a:extLst>
          </p:cNvPr>
          <p:cNvSpPr>
            <a:spLocks noGrp="1"/>
          </p:cNvSpPr>
          <p:nvPr>
            <p:ph type="title"/>
          </p:nvPr>
        </p:nvSpPr>
        <p:spPr>
          <a:xfrm>
            <a:off x="103955" y="212597"/>
            <a:ext cx="11984090" cy="897424"/>
          </a:xfrm>
        </p:spPr>
        <p:txBody>
          <a:bodyPr>
            <a:normAutofit fontScale="90000"/>
          </a:bodyPr>
          <a:lstStyle/>
          <a:p>
            <a:r>
              <a:rPr lang="en-US" dirty="0"/>
              <a:t>Quantum pure states are not sufficient to distinguish quantum and classical mechanics</a:t>
            </a:r>
          </a:p>
        </p:txBody>
      </p:sp>
      <p:sp>
        <p:nvSpPr>
          <p:cNvPr id="4" name="Slide Number Placeholder 3">
            <a:extLst>
              <a:ext uri="{FF2B5EF4-FFF2-40B4-BE49-F238E27FC236}">
                <a16:creationId xmlns:a16="http://schemas.microsoft.com/office/drawing/2014/main" id="{74C91DD7-2624-D5D1-E04D-263816645A94}"/>
              </a:ext>
            </a:extLst>
          </p:cNvPr>
          <p:cNvSpPr>
            <a:spLocks noGrp="1"/>
          </p:cNvSpPr>
          <p:nvPr>
            <p:ph type="sldNum" sz="quarter" idx="13"/>
          </p:nvPr>
        </p:nvSpPr>
        <p:spPr/>
        <p:txBody>
          <a:bodyPr/>
          <a:lstStyle/>
          <a:p>
            <a:fld id="{F47845EA-7733-40EE-B074-20032348B727}" type="slidenum">
              <a:rPr lang="en-US" smtClean="0"/>
              <a:t>64</a:t>
            </a:fld>
            <a:endParaRPr lang="en-US"/>
          </a:p>
        </p:txBody>
      </p:sp>
      <p:pic>
        <p:nvPicPr>
          <p:cNvPr id="19" name="Picture 18">
            <a:extLst>
              <a:ext uri="{FF2B5EF4-FFF2-40B4-BE49-F238E27FC236}">
                <a16:creationId xmlns:a16="http://schemas.microsoft.com/office/drawing/2014/main" id="{A6284637-EDFA-50C1-5742-2AF265ACF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5296" y="4778661"/>
            <a:ext cx="2022836" cy="2022836"/>
          </a:xfrm>
          <a:prstGeom prst="rect">
            <a:avLst/>
          </a:prstGeom>
        </p:spPr>
      </p:pic>
      <p:sp>
        <p:nvSpPr>
          <p:cNvPr id="3" name="Footer Placeholder 2">
            <a:extLst>
              <a:ext uri="{FF2B5EF4-FFF2-40B4-BE49-F238E27FC236}">
                <a16:creationId xmlns:a16="http://schemas.microsoft.com/office/drawing/2014/main" id="{FB9599CC-F024-6CA1-F6EB-49194AB41738}"/>
              </a:ext>
            </a:extLst>
          </p:cNvPr>
          <p:cNvSpPr>
            <a:spLocks noGrp="1"/>
          </p:cNvSpPr>
          <p:nvPr>
            <p:ph type="ftr" sz="quarter" idx="11"/>
          </p:nvPr>
        </p:nvSpPr>
        <p:spPr/>
        <p:txBody>
          <a:bodyPr/>
          <a:lstStyle/>
          <a:p>
            <a:r>
              <a:rPr lang="en-US"/>
              <a:t>Christine Aidala - University of Michigan</a:t>
            </a:r>
          </a:p>
        </p:txBody>
      </p:sp>
      <p:pic>
        <p:nvPicPr>
          <p:cNvPr id="5" name="Picture 4">
            <a:extLst>
              <a:ext uri="{FF2B5EF4-FFF2-40B4-BE49-F238E27FC236}">
                <a16:creationId xmlns:a16="http://schemas.microsoft.com/office/drawing/2014/main" id="{A6DC1856-E073-CFB9-B1FC-BF7F0FB685D8}"/>
              </a:ext>
            </a:extLst>
          </p:cNvPr>
          <p:cNvPicPr>
            <a:picLocks noChangeAspect="1"/>
          </p:cNvPicPr>
          <p:nvPr/>
        </p:nvPicPr>
        <p:blipFill>
          <a:blip r:embed="rId3"/>
          <a:stretch>
            <a:fillRect/>
          </a:stretch>
        </p:blipFill>
        <p:spPr>
          <a:xfrm>
            <a:off x="936404" y="1393192"/>
            <a:ext cx="10319191" cy="2808317"/>
          </a:xfrm>
          <a:prstGeom prst="rect">
            <a:avLst/>
          </a:prstGeom>
        </p:spPr>
      </p:pic>
      <p:grpSp>
        <p:nvGrpSpPr>
          <p:cNvPr id="7" name="Group 6">
            <a:extLst>
              <a:ext uri="{FF2B5EF4-FFF2-40B4-BE49-F238E27FC236}">
                <a16:creationId xmlns:a16="http://schemas.microsoft.com/office/drawing/2014/main" id="{FF9B40E6-6EE5-6891-FB13-5FBC9FD17D5A}"/>
              </a:ext>
            </a:extLst>
          </p:cNvPr>
          <p:cNvGrpSpPr/>
          <p:nvPr/>
        </p:nvGrpSpPr>
        <p:grpSpPr>
          <a:xfrm>
            <a:off x="1069333" y="4561035"/>
            <a:ext cx="1726475" cy="1726476"/>
            <a:chOff x="5635690" y="3806890"/>
            <a:chExt cx="1110343" cy="1110344"/>
          </a:xfrm>
        </p:grpSpPr>
        <p:sp>
          <p:nvSpPr>
            <p:cNvPr id="9" name="Oval 8">
              <a:extLst>
                <a:ext uri="{FF2B5EF4-FFF2-40B4-BE49-F238E27FC236}">
                  <a16:creationId xmlns:a16="http://schemas.microsoft.com/office/drawing/2014/main" id="{2C3D6D4E-F0E5-6345-47A3-3E7D8DA8138A}"/>
                </a:ext>
              </a:extLst>
            </p:cNvPr>
            <p:cNvSpPr/>
            <p:nvPr/>
          </p:nvSpPr>
          <p:spPr>
            <a:xfrm>
              <a:off x="5635690" y="3806890"/>
              <a:ext cx="1110343" cy="11103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0F4D044F-0CEB-A3BF-FCC4-50B3C1BA9B3B}"/>
                </a:ext>
              </a:extLst>
            </p:cNvPr>
            <p:cNvSpPr/>
            <p:nvPr/>
          </p:nvSpPr>
          <p:spPr>
            <a:xfrm>
              <a:off x="5847183" y="3806890"/>
              <a:ext cx="687355" cy="1110343"/>
            </a:xfrm>
            <a:prstGeom prst="ellipse">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Oval 9">
              <a:extLst>
                <a:ext uri="{FF2B5EF4-FFF2-40B4-BE49-F238E27FC236}">
                  <a16:creationId xmlns:a16="http://schemas.microsoft.com/office/drawing/2014/main" id="{2BEED48C-5061-2C9B-03C7-E8B109A3BB7B}"/>
                </a:ext>
              </a:extLst>
            </p:cNvPr>
            <p:cNvSpPr/>
            <p:nvPr/>
          </p:nvSpPr>
          <p:spPr>
            <a:xfrm>
              <a:off x="6190860" y="3806890"/>
              <a:ext cx="343678" cy="1110344"/>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4" name="TextBox 13">
            <a:extLst>
              <a:ext uri="{FF2B5EF4-FFF2-40B4-BE49-F238E27FC236}">
                <a16:creationId xmlns:a16="http://schemas.microsoft.com/office/drawing/2014/main" id="{B672C386-2604-7884-6237-2431B845E869}"/>
              </a:ext>
            </a:extLst>
          </p:cNvPr>
          <p:cNvSpPr txBox="1"/>
          <p:nvPr/>
        </p:nvSpPr>
        <p:spPr>
          <a:xfrm>
            <a:off x="3124659" y="4319024"/>
            <a:ext cx="6769161" cy="830997"/>
          </a:xfrm>
          <a:prstGeom prst="rect">
            <a:avLst/>
          </a:prstGeom>
          <a:noFill/>
        </p:spPr>
        <p:txBody>
          <a:bodyPr wrap="none" rtlCol="0">
            <a:spAutoFit/>
          </a:bodyPr>
          <a:lstStyle/>
          <a:p>
            <a:r>
              <a:rPr lang="en-US" sz="2400" dirty="0">
                <a:solidFill>
                  <a:srgbClr val="C00000"/>
                </a:solidFill>
              </a:rPr>
              <a:t>State space of a classical magnetic dipole is a sphere,</a:t>
            </a:r>
          </a:p>
          <a:p>
            <a:r>
              <a:rPr lang="en-US" sz="2400" dirty="0">
                <a:solidFill>
                  <a:srgbClr val="C00000"/>
                </a:solidFill>
              </a:rPr>
              <a:t>which is the complex projective line</a:t>
            </a:r>
          </a:p>
        </p:txBody>
      </p:sp>
      <p:sp>
        <p:nvSpPr>
          <p:cNvPr id="15" name="TextBox 14">
            <a:extLst>
              <a:ext uri="{FF2B5EF4-FFF2-40B4-BE49-F238E27FC236}">
                <a16:creationId xmlns:a16="http://schemas.microsoft.com/office/drawing/2014/main" id="{3761B8C6-4F47-A4A9-9638-18F1C1CBB2A9}"/>
              </a:ext>
            </a:extLst>
          </p:cNvPr>
          <p:cNvSpPr txBox="1"/>
          <p:nvPr/>
        </p:nvSpPr>
        <p:spPr>
          <a:xfrm>
            <a:off x="3714749" y="5177366"/>
            <a:ext cx="4916684" cy="923330"/>
          </a:xfrm>
          <a:prstGeom prst="rect">
            <a:avLst/>
          </a:prstGeom>
          <a:noFill/>
        </p:spPr>
        <p:txBody>
          <a:bodyPr wrap="square" rtlCol="0">
            <a:spAutoFit/>
          </a:bodyPr>
          <a:lstStyle/>
          <a:p>
            <a:r>
              <a:rPr lang="en-US" dirty="0"/>
              <a:t>In general, every finite-dimensional complex projective space is a symplectic manifold, and therefore allows classical Hamiltonian mechanics</a:t>
            </a:r>
          </a:p>
        </p:txBody>
      </p:sp>
      <p:cxnSp>
        <p:nvCxnSpPr>
          <p:cNvPr id="20" name="Straight Arrow Connector 19">
            <a:extLst>
              <a:ext uri="{FF2B5EF4-FFF2-40B4-BE49-F238E27FC236}">
                <a16:creationId xmlns:a16="http://schemas.microsoft.com/office/drawing/2014/main" id="{25C0335E-180E-E87C-D7FD-CE36679246D6}"/>
              </a:ext>
            </a:extLst>
          </p:cNvPr>
          <p:cNvCxnSpPr/>
          <p:nvPr/>
        </p:nvCxnSpPr>
        <p:spPr>
          <a:xfrm flipV="1">
            <a:off x="1932568" y="4818920"/>
            <a:ext cx="360576" cy="605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F9481E9-4E42-C1CC-212B-FB4D9BBFA1A3}"/>
              </a:ext>
            </a:extLst>
          </p:cNvPr>
          <p:cNvSpPr txBox="1"/>
          <p:nvPr/>
        </p:nvSpPr>
        <p:spPr>
          <a:xfrm>
            <a:off x="3256404" y="6123018"/>
            <a:ext cx="6097656" cy="523220"/>
          </a:xfrm>
          <a:prstGeom prst="rect">
            <a:avLst/>
          </a:prstGeom>
          <a:noFill/>
        </p:spPr>
        <p:txBody>
          <a:bodyPr wrap="square">
            <a:spAutoFit/>
          </a:bodyPr>
          <a:lstStyle/>
          <a:p>
            <a:r>
              <a:rPr lang="en-US" sz="1400" dirty="0">
                <a:hlinkClick r:id="rId4"/>
              </a:rPr>
              <a:t>https://assumptionsofphysics.org/autogen/briefs/005-PureStatesNotEnough.pdf</a:t>
            </a:r>
            <a:endParaRPr lang="en-US" sz="1400" dirty="0"/>
          </a:p>
          <a:p>
            <a:r>
              <a:rPr lang="en-US" sz="1400" dirty="0">
                <a:hlinkClick r:id="rId5"/>
              </a:rPr>
              <a:t>https://arxiv.org/pdf/2608.27543</a:t>
            </a:r>
            <a:r>
              <a:rPr lang="en-US" sz="1400" dirty="0"/>
              <a:t>  </a:t>
            </a:r>
          </a:p>
        </p:txBody>
      </p:sp>
    </p:spTree>
    <p:extLst>
      <p:ext uri="{BB962C8B-B14F-4D97-AF65-F5344CB8AC3E}">
        <p14:creationId xmlns:p14="http://schemas.microsoft.com/office/powerpoint/2010/main" val="41941285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350A4A-85BE-9327-3134-C7E55B4588A8}"/>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6CC2407D-52B1-A22A-985D-D176BD9FD2DA}"/>
              </a:ext>
            </a:extLst>
          </p:cNvPr>
          <p:cNvSpPr>
            <a:spLocks noGrp="1"/>
          </p:cNvSpPr>
          <p:nvPr>
            <p:ph type="sldNum" sz="quarter" idx="12"/>
          </p:nvPr>
        </p:nvSpPr>
        <p:spPr/>
        <p:txBody>
          <a:bodyPr/>
          <a:lstStyle/>
          <a:p>
            <a:fld id="{F47845EA-7733-40EE-B074-20032348B727}" type="slidenum">
              <a:rPr lang="en-US" smtClean="0"/>
              <a:t>65</a:t>
            </a:fld>
            <a:endParaRPr lang="en-US"/>
          </a:p>
        </p:txBody>
      </p:sp>
      <p:pic>
        <p:nvPicPr>
          <p:cNvPr id="7" name="Picture 6">
            <a:extLst>
              <a:ext uri="{FF2B5EF4-FFF2-40B4-BE49-F238E27FC236}">
                <a16:creationId xmlns:a16="http://schemas.microsoft.com/office/drawing/2014/main" id="{4CA0D1E9-84EB-CBD5-F994-95E65870EB33}"/>
              </a:ext>
            </a:extLst>
          </p:cNvPr>
          <p:cNvPicPr>
            <a:picLocks noChangeAspect="1"/>
          </p:cNvPicPr>
          <p:nvPr/>
        </p:nvPicPr>
        <p:blipFill>
          <a:blip r:embed="rId2"/>
          <a:stretch>
            <a:fillRect/>
          </a:stretch>
        </p:blipFill>
        <p:spPr>
          <a:xfrm>
            <a:off x="1308124" y="1127186"/>
            <a:ext cx="9286987" cy="3181287"/>
          </a:xfrm>
          <a:prstGeom prst="rect">
            <a:avLst/>
          </a:prstGeom>
        </p:spPr>
      </p:pic>
      <p:sp>
        <p:nvSpPr>
          <p:cNvPr id="8" name="TextBox 7">
            <a:extLst>
              <a:ext uri="{FF2B5EF4-FFF2-40B4-BE49-F238E27FC236}">
                <a16:creationId xmlns:a16="http://schemas.microsoft.com/office/drawing/2014/main" id="{C16EC9DF-3576-515B-0939-86EE4F08CFC1}"/>
              </a:ext>
            </a:extLst>
          </p:cNvPr>
          <p:cNvSpPr txBox="1"/>
          <p:nvPr/>
        </p:nvSpPr>
        <p:spPr>
          <a:xfrm>
            <a:off x="633048" y="4614076"/>
            <a:ext cx="7413672" cy="1323439"/>
          </a:xfrm>
          <a:prstGeom prst="rect">
            <a:avLst/>
          </a:prstGeom>
          <a:noFill/>
        </p:spPr>
        <p:txBody>
          <a:bodyPr wrap="square" rtlCol="0">
            <a:spAutoFit/>
          </a:bodyPr>
          <a:lstStyle/>
          <a:p>
            <a:r>
              <a:rPr lang="en-US" sz="2000" dirty="0"/>
              <a:t>In classical mechanics, every ensemble is identified by a UNIQUE probability measure on pure states (i.e. ensemble space is a simplex)</a:t>
            </a:r>
            <a:br>
              <a:rPr lang="en-US" sz="2000" dirty="0"/>
            </a:br>
            <a:br>
              <a:rPr lang="en-US" sz="2000" dirty="0"/>
            </a:br>
            <a:r>
              <a:rPr lang="en-US" sz="2000" dirty="0"/>
              <a:t>In quantum mechanics, there is NO unique probability measure</a:t>
            </a:r>
          </a:p>
        </p:txBody>
      </p:sp>
      <p:cxnSp>
        <p:nvCxnSpPr>
          <p:cNvPr id="11" name="Straight Arrow Connector 10">
            <a:extLst>
              <a:ext uri="{FF2B5EF4-FFF2-40B4-BE49-F238E27FC236}">
                <a16:creationId xmlns:a16="http://schemas.microsoft.com/office/drawing/2014/main" id="{4C90D476-9575-815D-87C5-33B5FDA86753}"/>
              </a:ext>
            </a:extLst>
          </p:cNvPr>
          <p:cNvCxnSpPr>
            <a:cxnSpLocks/>
          </p:cNvCxnSpPr>
          <p:nvPr/>
        </p:nvCxnSpPr>
        <p:spPr>
          <a:xfrm flipH="1">
            <a:off x="7828671" y="4693058"/>
            <a:ext cx="626012" cy="372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8CA135D-09F3-DD46-0420-E7D49A492336}"/>
              </a:ext>
            </a:extLst>
          </p:cNvPr>
          <p:cNvSpPr txBox="1"/>
          <p:nvPr/>
        </p:nvSpPr>
        <p:spPr>
          <a:xfrm>
            <a:off x="8046720" y="4169973"/>
            <a:ext cx="3328767" cy="523220"/>
          </a:xfrm>
          <a:prstGeom prst="rect">
            <a:avLst/>
          </a:prstGeom>
          <a:noFill/>
        </p:spPr>
        <p:txBody>
          <a:bodyPr wrap="square" rtlCol="0">
            <a:spAutoFit/>
          </a:bodyPr>
          <a:lstStyle/>
          <a:p>
            <a:r>
              <a:rPr lang="en-US" sz="1400" dirty="0">
                <a:solidFill>
                  <a:srgbClr val="C00000"/>
                </a:solidFill>
              </a:rPr>
              <a:t>Though we lack a definition of simplex that works in the infinite-dimensional case</a:t>
            </a:r>
          </a:p>
        </p:txBody>
      </p:sp>
      <p:sp>
        <p:nvSpPr>
          <p:cNvPr id="5" name="TextBox 4">
            <a:extLst>
              <a:ext uri="{FF2B5EF4-FFF2-40B4-BE49-F238E27FC236}">
                <a16:creationId xmlns:a16="http://schemas.microsoft.com/office/drawing/2014/main" id="{83978A06-E3B1-527D-87CD-47485CF0ADEE}"/>
              </a:ext>
            </a:extLst>
          </p:cNvPr>
          <p:cNvSpPr txBox="1"/>
          <p:nvPr/>
        </p:nvSpPr>
        <p:spPr>
          <a:xfrm>
            <a:off x="558265" y="181497"/>
            <a:ext cx="11000687" cy="707886"/>
          </a:xfrm>
          <a:prstGeom prst="rect">
            <a:avLst/>
          </a:prstGeom>
          <a:noFill/>
        </p:spPr>
        <p:txBody>
          <a:bodyPr wrap="square">
            <a:spAutoFit/>
          </a:bodyPr>
          <a:lstStyle/>
          <a:p>
            <a:r>
              <a:rPr lang="en-US" sz="4000" dirty="0"/>
              <a:t>Quantum </a:t>
            </a:r>
            <a:r>
              <a:rPr lang="en-US" sz="4000" b="1" dirty="0"/>
              <a:t>ensembles</a:t>
            </a:r>
            <a:r>
              <a:rPr lang="en-US" sz="4000" dirty="0"/>
              <a:t> rule out classical mechanics</a:t>
            </a:r>
            <a:endParaRPr lang="en-US" sz="1600" dirty="0"/>
          </a:p>
        </p:txBody>
      </p:sp>
    </p:spTree>
    <p:extLst>
      <p:ext uri="{BB962C8B-B14F-4D97-AF65-F5344CB8AC3E}">
        <p14:creationId xmlns:p14="http://schemas.microsoft.com/office/powerpoint/2010/main" val="28850520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CDE172-192E-230D-74B9-F4B05C6FB0CE}"/>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477AC152-6CC5-20E5-29AB-39FF2A372289}"/>
              </a:ext>
            </a:extLst>
          </p:cNvPr>
          <p:cNvSpPr>
            <a:spLocks noGrp="1"/>
          </p:cNvSpPr>
          <p:nvPr>
            <p:ph type="sldNum" sz="quarter" idx="12"/>
          </p:nvPr>
        </p:nvSpPr>
        <p:spPr/>
        <p:txBody>
          <a:bodyPr/>
          <a:lstStyle/>
          <a:p>
            <a:fld id="{F47845EA-7733-40EE-B074-20032348B727}" type="slidenum">
              <a:rPr lang="en-US" smtClean="0"/>
              <a:t>66</a:t>
            </a:fld>
            <a:endParaRPr lang="en-US"/>
          </a:p>
        </p:txBody>
      </p:sp>
      <p:grpSp>
        <p:nvGrpSpPr>
          <p:cNvPr id="8" name="Group 7">
            <a:extLst>
              <a:ext uri="{FF2B5EF4-FFF2-40B4-BE49-F238E27FC236}">
                <a16:creationId xmlns:a16="http://schemas.microsoft.com/office/drawing/2014/main" id="{9050913B-A428-D96F-0802-68B98584F796}"/>
              </a:ext>
            </a:extLst>
          </p:cNvPr>
          <p:cNvGrpSpPr/>
          <p:nvPr/>
        </p:nvGrpSpPr>
        <p:grpSpPr>
          <a:xfrm>
            <a:off x="2489709" y="980800"/>
            <a:ext cx="7212581" cy="3904870"/>
            <a:chOff x="2079129" y="1451414"/>
            <a:chExt cx="7971211" cy="4598779"/>
          </a:xfrm>
        </p:grpSpPr>
        <p:pic>
          <p:nvPicPr>
            <p:cNvPr id="5" name="Picture 4">
              <a:extLst>
                <a:ext uri="{FF2B5EF4-FFF2-40B4-BE49-F238E27FC236}">
                  <a16:creationId xmlns:a16="http://schemas.microsoft.com/office/drawing/2014/main" id="{C4A5C86E-44C7-E4BE-CFAE-2BB8514E9C6B}"/>
                </a:ext>
              </a:extLst>
            </p:cNvPr>
            <p:cNvPicPr>
              <a:picLocks noChangeAspect="1"/>
            </p:cNvPicPr>
            <p:nvPr/>
          </p:nvPicPr>
          <p:blipFill>
            <a:blip r:embed="rId2"/>
            <a:stretch>
              <a:fillRect/>
            </a:stretch>
          </p:blipFill>
          <p:spPr>
            <a:xfrm>
              <a:off x="2079129" y="1451414"/>
              <a:ext cx="7971211" cy="1806097"/>
            </a:xfrm>
            <a:prstGeom prst="rect">
              <a:avLst/>
            </a:prstGeom>
          </p:spPr>
        </p:pic>
        <p:pic>
          <p:nvPicPr>
            <p:cNvPr id="7" name="Picture 6">
              <a:extLst>
                <a:ext uri="{FF2B5EF4-FFF2-40B4-BE49-F238E27FC236}">
                  <a16:creationId xmlns:a16="http://schemas.microsoft.com/office/drawing/2014/main" id="{71BF54DC-D846-B2B6-F7EE-D9206D8BA7D3}"/>
                </a:ext>
              </a:extLst>
            </p:cNvPr>
            <p:cNvPicPr>
              <a:picLocks noChangeAspect="1"/>
            </p:cNvPicPr>
            <p:nvPr/>
          </p:nvPicPr>
          <p:blipFill>
            <a:blip r:embed="rId3"/>
            <a:stretch>
              <a:fillRect/>
            </a:stretch>
          </p:blipFill>
          <p:spPr>
            <a:xfrm>
              <a:off x="2101990" y="3215307"/>
              <a:ext cx="7925487" cy="2834886"/>
            </a:xfrm>
            <a:prstGeom prst="rect">
              <a:avLst/>
            </a:prstGeom>
          </p:spPr>
        </p:pic>
      </p:grpSp>
      <p:sp>
        <p:nvSpPr>
          <p:cNvPr id="9" name="TextBox 8">
            <a:extLst>
              <a:ext uri="{FF2B5EF4-FFF2-40B4-BE49-F238E27FC236}">
                <a16:creationId xmlns:a16="http://schemas.microsoft.com/office/drawing/2014/main" id="{9063C2C7-374C-ECF5-4717-BF38A66D72EE}"/>
              </a:ext>
            </a:extLst>
          </p:cNvPr>
          <p:cNvSpPr txBox="1"/>
          <p:nvPr/>
        </p:nvSpPr>
        <p:spPr>
          <a:xfrm>
            <a:off x="1248394" y="4922403"/>
            <a:ext cx="6825523" cy="1569660"/>
          </a:xfrm>
          <a:prstGeom prst="rect">
            <a:avLst/>
          </a:prstGeom>
          <a:noFill/>
        </p:spPr>
        <p:txBody>
          <a:bodyPr wrap="none" rtlCol="0">
            <a:spAutoFit/>
          </a:bodyPr>
          <a:lstStyle/>
          <a:p>
            <a:r>
              <a:rPr lang="en-US" sz="3200" dirty="0">
                <a:solidFill>
                  <a:schemeClr val="accent6">
                    <a:lumMod val="75000"/>
                  </a:schemeClr>
                </a:solidFill>
              </a:rPr>
              <a:t>The fact that orthogonal vectors</a:t>
            </a:r>
            <a:br>
              <a:rPr lang="en-US" sz="3200" dirty="0">
                <a:solidFill>
                  <a:schemeClr val="accent6">
                    <a:lumMod val="75000"/>
                  </a:schemeClr>
                </a:solidFill>
              </a:rPr>
            </a:br>
            <a:r>
              <a:rPr lang="en-US" sz="3200" dirty="0">
                <a:solidFill>
                  <a:schemeClr val="accent6">
                    <a:lumMod val="75000"/>
                  </a:schemeClr>
                </a:solidFill>
              </a:rPr>
              <a:t>represent mutually exclusive ensembles</a:t>
            </a:r>
            <a:br>
              <a:rPr lang="en-US" sz="3200" dirty="0">
                <a:solidFill>
                  <a:schemeClr val="accent6">
                    <a:lumMod val="75000"/>
                  </a:schemeClr>
                </a:solidFill>
              </a:rPr>
            </a:br>
            <a:r>
              <a:rPr lang="en-US" sz="3200" dirty="0">
                <a:solidFill>
                  <a:schemeClr val="accent6">
                    <a:lumMod val="75000"/>
                  </a:schemeClr>
                </a:solidFill>
              </a:rPr>
              <a:t>is an additional assumption</a:t>
            </a:r>
          </a:p>
        </p:txBody>
      </p:sp>
      <p:sp>
        <p:nvSpPr>
          <p:cNvPr id="4" name="Title 1">
            <a:extLst>
              <a:ext uri="{FF2B5EF4-FFF2-40B4-BE49-F238E27FC236}">
                <a16:creationId xmlns:a16="http://schemas.microsoft.com/office/drawing/2014/main" id="{C6736C01-641A-AB3A-F98F-15B3E3474876}"/>
              </a:ext>
            </a:extLst>
          </p:cNvPr>
          <p:cNvSpPr txBox="1">
            <a:spLocks/>
          </p:cNvSpPr>
          <p:nvPr/>
        </p:nvSpPr>
        <p:spPr>
          <a:xfrm>
            <a:off x="103955" y="84779"/>
            <a:ext cx="11984090" cy="897424"/>
          </a:xfrm>
          <a:prstGeom prst="rect">
            <a:avLst/>
          </a:prstGeom>
        </p:spPr>
        <p:txBody>
          <a:bodyPr>
            <a:normAutofit fontScale="9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The ensemble space is not sufficient to characterize QM</a:t>
            </a:r>
          </a:p>
        </p:txBody>
      </p:sp>
      <p:sp>
        <p:nvSpPr>
          <p:cNvPr id="10" name="TextBox 9">
            <a:extLst>
              <a:ext uri="{FF2B5EF4-FFF2-40B4-BE49-F238E27FC236}">
                <a16:creationId xmlns:a16="http://schemas.microsoft.com/office/drawing/2014/main" id="{3ADAAE27-C3B9-C8FC-A435-F726A415A853}"/>
              </a:ext>
            </a:extLst>
          </p:cNvPr>
          <p:cNvSpPr txBox="1"/>
          <p:nvPr/>
        </p:nvSpPr>
        <p:spPr>
          <a:xfrm>
            <a:off x="6587156" y="6411640"/>
            <a:ext cx="2924589" cy="307777"/>
          </a:xfrm>
          <a:prstGeom prst="rect">
            <a:avLst/>
          </a:prstGeom>
          <a:noFill/>
        </p:spPr>
        <p:txBody>
          <a:bodyPr wrap="square">
            <a:spAutoFit/>
          </a:bodyPr>
          <a:lstStyle/>
          <a:p>
            <a:r>
              <a:rPr lang="en-US" sz="1400" dirty="0">
                <a:hlinkClick r:id="rId4"/>
              </a:rPr>
              <a:t>https://arxiv.org/pdf/2608.27543</a:t>
            </a:r>
            <a:r>
              <a:rPr lang="en-US" sz="1400" dirty="0"/>
              <a:t>  </a:t>
            </a:r>
          </a:p>
        </p:txBody>
      </p:sp>
    </p:spTree>
    <p:extLst>
      <p:ext uri="{BB962C8B-B14F-4D97-AF65-F5344CB8AC3E}">
        <p14:creationId xmlns:p14="http://schemas.microsoft.com/office/powerpoint/2010/main" val="7257810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EBD8-C077-3B25-D321-4E59D2D9F6A6}"/>
              </a:ext>
            </a:extLst>
          </p:cNvPr>
          <p:cNvSpPr>
            <a:spLocks noGrp="1"/>
          </p:cNvSpPr>
          <p:nvPr>
            <p:ph type="title"/>
          </p:nvPr>
        </p:nvSpPr>
        <p:spPr/>
        <p:txBody>
          <a:bodyPr>
            <a:normAutofit/>
          </a:bodyPr>
          <a:lstStyle/>
          <a:p>
            <a:r>
              <a:rPr lang="en-US" dirty="0"/>
              <a:t>Reversing phase space</a:t>
            </a:r>
          </a:p>
        </p:txBody>
      </p:sp>
      <p:cxnSp>
        <p:nvCxnSpPr>
          <p:cNvPr id="11" name="Straight Connector 10">
            <a:extLst>
              <a:ext uri="{FF2B5EF4-FFF2-40B4-BE49-F238E27FC236}">
                <a16:creationId xmlns:a16="http://schemas.microsoft.com/office/drawing/2014/main" id="{C3BCDA1D-A65C-A2E1-E52F-7691680E908B}"/>
              </a:ext>
            </a:extLst>
          </p:cNvPr>
          <p:cNvCxnSpPr>
            <a:cxnSpLocks/>
          </p:cNvCxnSpPr>
          <p:nvPr/>
        </p:nvCxnSpPr>
        <p:spPr>
          <a:xfrm>
            <a:off x="384982" y="1932520"/>
            <a:ext cx="177153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F8C282-9EF4-BEA9-6292-630ACCF94DC7}"/>
                  </a:ext>
                </a:extLst>
              </p:cNvPr>
              <p:cNvSpPr txBox="1"/>
              <p:nvPr/>
            </p:nvSpPr>
            <p:spPr>
              <a:xfrm>
                <a:off x="1993327" y="1924708"/>
                <a:ext cx="326371"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𝑥</m:t>
                      </m:r>
                    </m:oMath>
                  </m:oMathPara>
                </a14:m>
                <a:endParaRPr lang="en-US" sz="1400" dirty="0"/>
              </a:p>
            </p:txBody>
          </p:sp>
        </mc:Choice>
        <mc:Fallback xmlns="">
          <p:sp>
            <p:nvSpPr>
              <p:cNvPr id="13" name="TextBox 12">
                <a:extLst>
                  <a:ext uri="{FF2B5EF4-FFF2-40B4-BE49-F238E27FC236}">
                    <a16:creationId xmlns:a16="http://schemas.microsoft.com/office/drawing/2014/main" id="{6CF8C282-9EF4-BEA9-6292-630ACCF94DC7}"/>
                  </a:ext>
                </a:extLst>
              </p:cNvPr>
              <p:cNvSpPr txBox="1">
                <a:spLocks noRot="1" noChangeAspect="1" noMove="1" noResize="1" noEditPoints="1" noAdjustHandles="1" noChangeArrowheads="1" noChangeShapeType="1" noTextEdit="1"/>
              </p:cNvSpPr>
              <p:nvPr/>
            </p:nvSpPr>
            <p:spPr>
              <a:xfrm>
                <a:off x="1993327" y="1924708"/>
                <a:ext cx="326371" cy="307777"/>
              </a:xfrm>
              <a:prstGeom prst="rect">
                <a:avLst/>
              </a:prstGeom>
              <a:blipFill>
                <a:blip r:embed="rId2"/>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F5FC4B50-7B4B-C316-2A72-BCD35CFE7386}"/>
              </a:ext>
            </a:extLst>
          </p:cNvPr>
          <p:cNvSpPr txBox="1"/>
          <p:nvPr/>
        </p:nvSpPr>
        <p:spPr>
          <a:xfrm>
            <a:off x="513739" y="2275065"/>
            <a:ext cx="3792128" cy="646331"/>
          </a:xfrm>
          <a:prstGeom prst="rect">
            <a:avLst/>
          </a:prstGeom>
          <a:noFill/>
        </p:spPr>
        <p:txBody>
          <a:bodyPr wrap="none" rtlCol="0">
            <a:spAutoFit/>
          </a:bodyPr>
          <a:lstStyle/>
          <a:p>
            <a:pPr algn="ctr"/>
            <a:r>
              <a:rPr lang="en-US" dirty="0"/>
              <a:t>Density, entropy, uniform distributions</a:t>
            </a:r>
            <a:br>
              <a:rPr lang="en-US" dirty="0"/>
            </a:br>
            <a:r>
              <a:rPr lang="en-US" dirty="0"/>
              <a:t>NOT in general coordinate invariant</a:t>
            </a:r>
          </a:p>
        </p:txBody>
      </p:sp>
      <p:cxnSp>
        <p:nvCxnSpPr>
          <p:cNvPr id="19" name="Straight Connector 18">
            <a:extLst>
              <a:ext uri="{FF2B5EF4-FFF2-40B4-BE49-F238E27FC236}">
                <a16:creationId xmlns:a16="http://schemas.microsoft.com/office/drawing/2014/main" id="{B8CEB1D9-76CF-7988-8484-C6E1892F9013}"/>
              </a:ext>
            </a:extLst>
          </p:cNvPr>
          <p:cNvCxnSpPr/>
          <p:nvPr/>
        </p:nvCxnSpPr>
        <p:spPr>
          <a:xfrm>
            <a:off x="787104" y="1537464"/>
            <a:ext cx="932155"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8D2572D-5153-F4AB-7EF2-F85D51D69A10}"/>
              </a:ext>
            </a:extLst>
          </p:cNvPr>
          <p:cNvCxnSpPr/>
          <p:nvPr/>
        </p:nvCxnSpPr>
        <p:spPr>
          <a:xfrm>
            <a:off x="787104" y="1537464"/>
            <a:ext cx="0" cy="39505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89EFFC-63B0-9F9A-1A55-972FBDEAD08A}"/>
              </a:ext>
            </a:extLst>
          </p:cNvPr>
          <p:cNvCxnSpPr>
            <a:cxnSpLocks/>
            <a:stCxn id="313" idx="1"/>
          </p:cNvCxnSpPr>
          <p:nvPr/>
        </p:nvCxnSpPr>
        <p:spPr>
          <a:xfrm>
            <a:off x="1719249" y="1071879"/>
            <a:ext cx="10" cy="86064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FC2831C-21B2-A0A4-F7AF-725D5F7CC80E}"/>
              </a:ext>
            </a:extLst>
          </p:cNvPr>
          <p:cNvCxnSpPr>
            <a:cxnSpLocks/>
          </p:cNvCxnSpPr>
          <p:nvPr/>
        </p:nvCxnSpPr>
        <p:spPr>
          <a:xfrm>
            <a:off x="2459405" y="1932520"/>
            <a:ext cx="177153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60D74BF-9FD2-3FA2-1432-C25C799CE342}"/>
                  </a:ext>
                </a:extLst>
              </p:cNvPr>
              <p:cNvSpPr txBox="1"/>
              <p:nvPr/>
            </p:nvSpPr>
            <p:spPr>
              <a:xfrm>
                <a:off x="4067750" y="1924708"/>
                <a:ext cx="413510" cy="307777"/>
              </a:xfrm>
              <a:prstGeom prst="rect">
                <a:avLst/>
              </a:prstGeom>
              <a:noFill/>
            </p:spPr>
            <p:txBody>
              <a:bodyPr wrap="none" rtlCol="0">
                <a:spAutoFit/>
              </a:bodyPr>
              <a:lstStyle/>
              <a:p>
                <a:pPr/>
                <a14:m>
                  <m:oMathPara xmlns:m="http://schemas.openxmlformats.org/officeDocument/2006/math">
                    <m:o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3</m:t>
                          </m:r>
                        </m:sup>
                      </m:sSup>
                    </m:oMath>
                  </m:oMathPara>
                </a14:m>
                <a:endParaRPr lang="en-US" sz="1400" dirty="0"/>
              </a:p>
            </p:txBody>
          </p:sp>
        </mc:Choice>
        <mc:Fallback xmlns="">
          <p:sp>
            <p:nvSpPr>
              <p:cNvPr id="28" name="TextBox 27">
                <a:extLst>
                  <a:ext uri="{FF2B5EF4-FFF2-40B4-BE49-F238E27FC236}">
                    <a16:creationId xmlns:a16="http://schemas.microsoft.com/office/drawing/2014/main" id="{260D74BF-9FD2-3FA2-1432-C25C799CE342}"/>
                  </a:ext>
                </a:extLst>
              </p:cNvPr>
              <p:cNvSpPr txBox="1">
                <a:spLocks noRot="1" noChangeAspect="1" noMove="1" noResize="1" noEditPoints="1" noAdjustHandles="1" noChangeArrowheads="1" noChangeShapeType="1" noTextEdit="1"/>
              </p:cNvSpPr>
              <p:nvPr/>
            </p:nvSpPr>
            <p:spPr>
              <a:xfrm>
                <a:off x="4067750" y="1924708"/>
                <a:ext cx="413510" cy="307777"/>
              </a:xfrm>
              <a:prstGeom prst="rect">
                <a:avLst/>
              </a:prstGeom>
              <a:blipFill>
                <a:blip r:embed="rId3"/>
                <a:stretch>
                  <a:fillRect/>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56A64AEA-CA30-A319-1CB2-033783DF68C4}"/>
              </a:ext>
            </a:extLst>
          </p:cNvPr>
          <p:cNvCxnSpPr/>
          <p:nvPr/>
        </p:nvCxnSpPr>
        <p:spPr>
          <a:xfrm>
            <a:off x="2861527" y="1537464"/>
            <a:ext cx="932155" cy="0"/>
          </a:xfrm>
          <a:prstGeom prst="line">
            <a:avLst/>
          </a:prstGeom>
          <a:ln w="12700"/>
        </p:spPr>
        <p:style>
          <a:lnRef idx="1">
            <a:schemeClr val="accent6"/>
          </a:lnRef>
          <a:fillRef idx="0">
            <a:schemeClr val="accent6"/>
          </a:fillRef>
          <a:effectRef idx="0">
            <a:schemeClr val="accent6"/>
          </a:effectRef>
          <a:fontRef idx="minor">
            <a:schemeClr val="tx1"/>
          </a:fontRef>
        </p:style>
      </p:cxnSp>
      <p:cxnSp>
        <p:nvCxnSpPr>
          <p:cNvPr id="30" name="Straight Connector 29">
            <a:extLst>
              <a:ext uri="{FF2B5EF4-FFF2-40B4-BE49-F238E27FC236}">
                <a16:creationId xmlns:a16="http://schemas.microsoft.com/office/drawing/2014/main" id="{74C7E825-3C2F-888C-91A6-AB9598C71964}"/>
              </a:ext>
            </a:extLst>
          </p:cNvPr>
          <p:cNvCxnSpPr>
            <a:cxnSpLocks/>
          </p:cNvCxnSpPr>
          <p:nvPr/>
        </p:nvCxnSpPr>
        <p:spPr>
          <a:xfrm>
            <a:off x="2861527" y="1082039"/>
            <a:ext cx="0" cy="8504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5937384-C0F5-1212-0E15-5608BC0C4E40}"/>
              </a:ext>
            </a:extLst>
          </p:cNvPr>
          <p:cNvCxnSpPr>
            <a:cxnSpLocks/>
          </p:cNvCxnSpPr>
          <p:nvPr/>
        </p:nvCxnSpPr>
        <p:spPr>
          <a:xfrm>
            <a:off x="3793682" y="1537464"/>
            <a:ext cx="0" cy="39505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08" name="Freeform: Shape 307">
            <a:extLst>
              <a:ext uri="{FF2B5EF4-FFF2-40B4-BE49-F238E27FC236}">
                <a16:creationId xmlns:a16="http://schemas.microsoft.com/office/drawing/2014/main" id="{8E99EAA7-23DC-D09F-CD96-F7FD5AD0C9F9}"/>
              </a:ext>
            </a:extLst>
          </p:cNvPr>
          <p:cNvSpPr/>
          <p:nvPr/>
        </p:nvSpPr>
        <p:spPr>
          <a:xfrm>
            <a:off x="2861527" y="1082039"/>
            <a:ext cx="932154" cy="650240"/>
          </a:xfrm>
          <a:custGeom>
            <a:avLst/>
            <a:gdLst>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29502"/>
              <a:gd name="connsiteY0" fmla="*/ 2160 h 120072"/>
              <a:gd name="connsiteX1" fmla="*/ 929502 w 929502"/>
              <a:gd name="connsiteY1" fmla="*/ 7240 h 120072"/>
              <a:gd name="connsiteX0" fmla="*/ 0 w 929502"/>
              <a:gd name="connsiteY0" fmla="*/ 14069 h 19149"/>
              <a:gd name="connsiteX1" fmla="*/ 929502 w 929502"/>
              <a:gd name="connsiteY1" fmla="*/ 19149 h 19149"/>
              <a:gd name="connsiteX0" fmla="*/ 0 w 914469"/>
              <a:gd name="connsiteY0" fmla="*/ 1587 h 397827"/>
              <a:gd name="connsiteX1" fmla="*/ 914469 w 914469"/>
              <a:gd name="connsiteY1" fmla="*/ 397827 h 397827"/>
              <a:gd name="connsiteX0" fmla="*/ 0 w 924491"/>
              <a:gd name="connsiteY0" fmla="*/ 1818 h 342178"/>
              <a:gd name="connsiteX1" fmla="*/ 924491 w 924491"/>
              <a:gd name="connsiteY1" fmla="*/ 342178 h 342178"/>
              <a:gd name="connsiteX0" fmla="*/ 0 w 924491"/>
              <a:gd name="connsiteY0" fmla="*/ 1005 h 651245"/>
              <a:gd name="connsiteX1" fmla="*/ 924491 w 924491"/>
              <a:gd name="connsiteY1" fmla="*/ 651245 h 651245"/>
              <a:gd name="connsiteX0" fmla="*/ 0 w 924491"/>
              <a:gd name="connsiteY0" fmla="*/ 0 h 650240"/>
              <a:gd name="connsiteX1" fmla="*/ 924491 w 924491"/>
              <a:gd name="connsiteY1" fmla="*/ 650240 h 650240"/>
              <a:gd name="connsiteX0" fmla="*/ 0 w 924491"/>
              <a:gd name="connsiteY0" fmla="*/ 0 h 650240"/>
              <a:gd name="connsiteX1" fmla="*/ 924491 w 924491"/>
              <a:gd name="connsiteY1" fmla="*/ 650240 h 650240"/>
            </a:gdLst>
            <a:ahLst/>
            <a:cxnLst>
              <a:cxn ang="0">
                <a:pos x="connsiteX0" y="connsiteY0"/>
              </a:cxn>
              <a:cxn ang="0">
                <a:pos x="connsiteX1" y="connsiteY1"/>
              </a:cxn>
            </a:cxnLst>
            <a:rect l="l" t="t" r="r" b="b"/>
            <a:pathLst>
              <a:path w="924491" h="650240">
                <a:moveTo>
                  <a:pt x="0" y="0"/>
                </a:moveTo>
                <a:cubicBezTo>
                  <a:pt x="107582" y="599440"/>
                  <a:pt x="608038" y="641985"/>
                  <a:pt x="924491" y="650240"/>
                </a:cubicBezTo>
              </a:path>
            </a:pathLst>
          </a:cu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3" name="Freeform: Shape 312">
            <a:extLst>
              <a:ext uri="{FF2B5EF4-FFF2-40B4-BE49-F238E27FC236}">
                <a16:creationId xmlns:a16="http://schemas.microsoft.com/office/drawing/2014/main" id="{739B4B04-DAF8-8AC9-9D44-9BB763DAD70D}"/>
              </a:ext>
            </a:extLst>
          </p:cNvPr>
          <p:cNvSpPr/>
          <p:nvPr/>
        </p:nvSpPr>
        <p:spPr>
          <a:xfrm>
            <a:off x="787094" y="1071879"/>
            <a:ext cx="932155" cy="741680"/>
          </a:xfrm>
          <a:custGeom>
            <a:avLst/>
            <a:gdLst>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44880"/>
              <a:gd name="connsiteY0" fmla="*/ 477520 h 477520"/>
              <a:gd name="connsiteX1" fmla="*/ 944880 w 944880"/>
              <a:gd name="connsiteY1" fmla="*/ 0 h 47752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19480"/>
              <a:gd name="connsiteY0" fmla="*/ 746760 h 746760"/>
              <a:gd name="connsiteX1" fmla="*/ 919480 w 919480"/>
              <a:gd name="connsiteY1" fmla="*/ 0 h 746760"/>
              <a:gd name="connsiteX0" fmla="*/ 0 w 929502"/>
              <a:gd name="connsiteY0" fmla="*/ 2160 h 120072"/>
              <a:gd name="connsiteX1" fmla="*/ 929502 w 929502"/>
              <a:gd name="connsiteY1" fmla="*/ 7240 h 120072"/>
              <a:gd name="connsiteX0" fmla="*/ 0 w 929502"/>
              <a:gd name="connsiteY0" fmla="*/ 14069 h 19149"/>
              <a:gd name="connsiteX1" fmla="*/ 929502 w 929502"/>
              <a:gd name="connsiteY1" fmla="*/ 19149 h 19149"/>
              <a:gd name="connsiteX0" fmla="*/ 0 w 914469"/>
              <a:gd name="connsiteY0" fmla="*/ 1587 h 397827"/>
              <a:gd name="connsiteX1" fmla="*/ 914469 w 914469"/>
              <a:gd name="connsiteY1" fmla="*/ 397827 h 397827"/>
              <a:gd name="connsiteX0" fmla="*/ 0 w 924491"/>
              <a:gd name="connsiteY0" fmla="*/ 1818 h 342178"/>
              <a:gd name="connsiteX1" fmla="*/ 924491 w 924491"/>
              <a:gd name="connsiteY1" fmla="*/ 342178 h 342178"/>
              <a:gd name="connsiteX0" fmla="*/ 0 w 924491"/>
              <a:gd name="connsiteY0" fmla="*/ 1005 h 651245"/>
              <a:gd name="connsiteX1" fmla="*/ 924491 w 924491"/>
              <a:gd name="connsiteY1" fmla="*/ 651245 h 651245"/>
              <a:gd name="connsiteX0" fmla="*/ 0 w 924491"/>
              <a:gd name="connsiteY0" fmla="*/ 0 h 650240"/>
              <a:gd name="connsiteX1" fmla="*/ 924491 w 924491"/>
              <a:gd name="connsiteY1" fmla="*/ 650240 h 650240"/>
              <a:gd name="connsiteX0" fmla="*/ 0 w 924491"/>
              <a:gd name="connsiteY0" fmla="*/ 0 h 650240"/>
              <a:gd name="connsiteX1" fmla="*/ 924491 w 924491"/>
              <a:gd name="connsiteY1" fmla="*/ 650240 h 650240"/>
              <a:gd name="connsiteX0" fmla="*/ 0 w 889223"/>
              <a:gd name="connsiteY0" fmla="*/ 81354 h 326618"/>
              <a:gd name="connsiteX1" fmla="*/ 889223 w 889223"/>
              <a:gd name="connsiteY1" fmla="*/ 74 h 326618"/>
              <a:gd name="connsiteX0" fmla="*/ 0 w 889223"/>
              <a:gd name="connsiteY0" fmla="*/ 82866 h 82866"/>
              <a:gd name="connsiteX1" fmla="*/ 889223 w 889223"/>
              <a:gd name="connsiteY1" fmla="*/ 1586 h 82866"/>
              <a:gd name="connsiteX0" fmla="*/ 0 w 884185"/>
              <a:gd name="connsiteY0" fmla="*/ 741754 h 741754"/>
              <a:gd name="connsiteX1" fmla="*/ 884185 w 884185"/>
              <a:gd name="connsiteY1" fmla="*/ 74 h 741754"/>
              <a:gd name="connsiteX0" fmla="*/ 0 w 884185"/>
              <a:gd name="connsiteY0" fmla="*/ 741680 h 741680"/>
              <a:gd name="connsiteX1" fmla="*/ 884185 w 884185"/>
              <a:gd name="connsiteY1" fmla="*/ 0 h 741680"/>
            </a:gdLst>
            <a:ahLst/>
            <a:cxnLst>
              <a:cxn ang="0">
                <a:pos x="connsiteX0" y="connsiteY0"/>
              </a:cxn>
              <a:cxn ang="0">
                <a:pos x="connsiteX1" y="connsiteY1"/>
              </a:cxn>
            </a:cxnLst>
            <a:rect l="l" t="t" r="r" b="b"/>
            <a:pathLst>
              <a:path w="884185" h="741680">
                <a:moveTo>
                  <a:pt x="0" y="741680"/>
                </a:moveTo>
                <a:cubicBezTo>
                  <a:pt x="455221" y="675640"/>
                  <a:pt x="638267" y="367665"/>
                  <a:pt x="884185" y="0"/>
                </a:cubicBezTo>
              </a:path>
            </a:pathLst>
          </a:custGeom>
          <a:ln w="127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60699428-CEC4-EFCE-1C8A-36FEE5C2F8F8}"/>
                  </a:ext>
                </a:extLst>
              </p:cNvPr>
              <p:cNvSpPr/>
              <p:nvPr/>
            </p:nvSpPr>
            <p:spPr>
              <a:xfrm>
                <a:off x="6389029" y="1267459"/>
                <a:ext cx="762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b="0" i="1" smtClean="0">
                          <a:latin typeface="Cambria Math"/>
                        </a:rPr>
                        <m:t>1</m:t>
                      </m:r>
                    </m:oMath>
                  </m:oMathPara>
                </a14:m>
                <a:endParaRPr lang="en-US" dirty="0"/>
              </a:p>
            </p:txBody>
          </p:sp>
        </mc:Choice>
        <mc:Fallback xmlns="">
          <p:sp>
            <p:nvSpPr>
              <p:cNvPr id="100" name="Rectangle 99">
                <a:extLst>
                  <a:ext uri="{FF2B5EF4-FFF2-40B4-BE49-F238E27FC236}">
                    <a16:creationId xmlns:a16="http://schemas.microsoft.com/office/drawing/2014/main" id="{60699428-CEC4-EFCE-1C8A-36FEE5C2F8F8}"/>
                  </a:ext>
                </a:extLst>
              </p:cNvPr>
              <p:cNvSpPr>
                <a:spLocks noRot="1" noChangeAspect="1" noMove="1" noResize="1" noEditPoints="1" noAdjustHandles="1" noChangeArrowheads="1" noChangeShapeType="1" noTextEdit="1"/>
              </p:cNvSpPr>
              <p:nvPr/>
            </p:nvSpPr>
            <p:spPr>
              <a:xfrm>
                <a:off x="6389029" y="1267459"/>
                <a:ext cx="762000" cy="6858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11A382BD-BE82-D320-E1DC-42430C24A05D}"/>
                  </a:ext>
                </a:extLst>
              </p:cNvPr>
              <p:cNvSpPr txBox="1"/>
              <p:nvPr/>
            </p:nvSpPr>
            <p:spPr>
              <a:xfrm>
                <a:off x="5216560" y="1420910"/>
                <a:ext cx="1141787" cy="307777"/>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r>
                      <a:rPr lang="en-US" sz="1400" b="0" i="1" smtClean="0">
                        <a:latin typeface="Cambria Math"/>
                      </a:rPr>
                      <m:t>𝑘</m:t>
                    </m:r>
                    <m:r>
                      <a:rPr lang="en-US" sz="1400" b="0" i="1" smtClean="0">
                        <a:latin typeface="Cambria Math"/>
                      </a:rPr>
                      <m:t>=1 </m:t>
                    </m:r>
                    <m:sSup>
                      <m:sSupPr>
                        <m:ctrlPr>
                          <a:rPr lang="en-US" sz="1400" b="0" i="1" smtClean="0">
                            <a:latin typeface="Cambria Math"/>
                          </a:rPr>
                        </m:ctrlPr>
                      </m:sSupPr>
                      <m:e>
                        <m:r>
                          <a:rPr lang="en-US" sz="1400" b="0" i="1" smtClean="0">
                            <a:latin typeface="Cambria Math"/>
                          </a:rPr>
                          <m:t>𝑚</m:t>
                        </m:r>
                      </m:e>
                      <m:sup>
                        <m:r>
                          <a:rPr lang="en-US" sz="1400" b="0" i="1" smtClean="0">
                            <a:latin typeface="Cambria Math"/>
                          </a:rPr>
                          <m:t>−1</m:t>
                        </m:r>
                      </m:sup>
                    </m:sSup>
                  </m:oMath>
                </a14:m>
                <a:r>
                  <a:rPr lang="en-US" sz="1400" dirty="0"/>
                  <a:t> </a:t>
                </a:r>
              </a:p>
            </p:txBody>
          </p:sp>
        </mc:Choice>
        <mc:Fallback xmlns="">
          <p:sp>
            <p:nvSpPr>
              <p:cNvPr id="101" name="TextBox 100">
                <a:extLst>
                  <a:ext uri="{FF2B5EF4-FFF2-40B4-BE49-F238E27FC236}">
                    <a16:creationId xmlns:a16="http://schemas.microsoft.com/office/drawing/2014/main" id="{11A382BD-BE82-D320-E1DC-42430C24A05D}"/>
                  </a:ext>
                </a:extLst>
              </p:cNvPr>
              <p:cNvSpPr txBox="1">
                <a:spLocks noRot="1" noChangeAspect="1" noMove="1" noResize="1" noEditPoints="1" noAdjustHandles="1" noChangeArrowheads="1" noChangeShapeType="1" noTextEdit="1"/>
              </p:cNvSpPr>
              <p:nvPr/>
            </p:nvSpPr>
            <p:spPr>
              <a:xfrm>
                <a:off x="5216560" y="1420910"/>
                <a:ext cx="1141787"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5380E63-B872-239E-848B-18320F5254C6}"/>
                  </a:ext>
                </a:extLst>
              </p:cNvPr>
              <p:cNvSpPr txBox="1"/>
              <p:nvPr/>
            </p:nvSpPr>
            <p:spPr>
              <a:xfrm>
                <a:off x="6307022" y="1981199"/>
                <a:ext cx="961417" cy="307777"/>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r>
                      <a:rPr lang="en-US" sz="1400" b="0" i="1" smtClean="0">
                        <a:latin typeface="Cambria Math"/>
                      </a:rPr>
                      <m:t>𝑞</m:t>
                    </m:r>
                    <m:r>
                      <a:rPr lang="en-US" sz="1400" b="0" i="1" smtClean="0">
                        <a:latin typeface="Cambria Math"/>
                      </a:rPr>
                      <m:t>=1 </m:t>
                    </m:r>
                    <m:r>
                      <a:rPr lang="en-US" sz="1400" b="0" i="1" smtClean="0">
                        <a:latin typeface="Cambria Math"/>
                      </a:rPr>
                      <m:t>𝑚</m:t>
                    </m:r>
                  </m:oMath>
                </a14:m>
                <a:r>
                  <a:rPr lang="en-US" sz="1400" dirty="0"/>
                  <a:t> </a:t>
                </a:r>
              </a:p>
            </p:txBody>
          </p:sp>
        </mc:Choice>
        <mc:Fallback xmlns="">
          <p:sp>
            <p:nvSpPr>
              <p:cNvPr id="102" name="TextBox 101">
                <a:extLst>
                  <a:ext uri="{FF2B5EF4-FFF2-40B4-BE49-F238E27FC236}">
                    <a16:creationId xmlns:a16="http://schemas.microsoft.com/office/drawing/2014/main" id="{E5380E63-B872-239E-848B-18320F5254C6}"/>
                  </a:ext>
                </a:extLst>
              </p:cNvPr>
              <p:cNvSpPr txBox="1">
                <a:spLocks noRot="1" noChangeAspect="1" noMove="1" noResize="1" noEditPoints="1" noAdjustHandles="1" noChangeArrowheads="1" noChangeShapeType="1" noTextEdit="1"/>
              </p:cNvSpPr>
              <p:nvPr/>
            </p:nvSpPr>
            <p:spPr>
              <a:xfrm>
                <a:off x="6307022" y="1981199"/>
                <a:ext cx="961417" cy="307777"/>
              </a:xfrm>
              <a:prstGeom prst="rect">
                <a:avLst/>
              </a:prstGeom>
              <a:blipFill>
                <a:blip r:embed="rId6"/>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3745F15E-4D0B-66AB-FD82-9902ED452A9C}"/>
                  </a:ext>
                </a:extLst>
              </p:cNvPr>
              <p:cNvSpPr/>
              <p:nvPr/>
            </p:nvSpPr>
            <p:spPr>
              <a:xfrm>
                <a:off x="7806473" y="1418411"/>
                <a:ext cx="1524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b="0" i="1" smtClean="0">
                          <a:latin typeface="Cambria Math"/>
                        </a:rPr>
                        <m:t>1</m:t>
                      </m:r>
                    </m:oMath>
                  </m:oMathPara>
                </a14:m>
                <a:endParaRPr lang="en-US" dirty="0"/>
              </a:p>
            </p:txBody>
          </p:sp>
        </mc:Choice>
        <mc:Fallback xmlns="">
          <p:sp>
            <p:nvSpPr>
              <p:cNvPr id="121" name="Rectangle 120">
                <a:extLst>
                  <a:ext uri="{FF2B5EF4-FFF2-40B4-BE49-F238E27FC236}">
                    <a16:creationId xmlns:a16="http://schemas.microsoft.com/office/drawing/2014/main" id="{3745F15E-4D0B-66AB-FD82-9902ED452A9C}"/>
                  </a:ext>
                </a:extLst>
              </p:cNvPr>
              <p:cNvSpPr>
                <a:spLocks noRot="1" noChangeAspect="1" noMove="1" noResize="1" noEditPoints="1" noAdjustHandles="1" noChangeArrowheads="1" noChangeShapeType="1" noTextEdit="1"/>
              </p:cNvSpPr>
              <p:nvPr/>
            </p:nvSpPr>
            <p:spPr>
              <a:xfrm>
                <a:off x="7806473" y="1418411"/>
                <a:ext cx="1524000" cy="38100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EDCA716E-DC09-D91E-604F-940DB9288B9B}"/>
                  </a:ext>
                </a:extLst>
              </p:cNvPr>
              <p:cNvSpPr txBox="1"/>
              <p:nvPr/>
            </p:nvSpPr>
            <p:spPr>
              <a:xfrm>
                <a:off x="9391544" y="1438104"/>
                <a:ext cx="1466492" cy="319318"/>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acc>
                      <m:accPr>
                        <m:chr m:val="̂"/>
                        <m:ctrlPr>
                          <a:rPr lang="en-US" sz="1400" i="1" smtClean="0">
                            <a:latin typeface="Cambria Math" panose="02040503050406030204" pitchFamily="18" charset="0"/>
                          </a:rPr>
                        </m:ctrlPr>
                      </m:accPr>
                      <m:e>
                        <m:r>
                          <a:rPr lang="en-US" sz="1400" i="1" smtClean="0">
                            <a:latin typeface="Cambria Math" panose="02040503050406030204" pitchFamily="18" charset="0"/>
                          </a:rPr>
                          <m:t>𝑘</m:t>
                        </m:r>
                      </m:e>
                    </m:acc>
                    <m:r>
                      <a:rPr lang="en-US" sz="1400" b="0" i="1" smtClean="0">
                        <a:latin typeface="Cambria Math"/>
                      </a:rPr>
                      <m:t>=0.01 </m:t>
                    </m:r>
                    <m:r>
                      <a:rPr lang="en-US" sz="1400" b="0" i="1" smtClean="0">
                        <a:latin typeface="Cambria Math"/>
                      </a:rPr>
                      <m:t>𝑐</m:t>
                    </m:r>
                    <m:sSup>
                      <m:sSupPr>
                        <m:ctrlPr>
                          <a:rPr lang="en-US" sz="1400" b="0" i="1" smtClean="0">
                            <a:latin typeface="Cambria Math"/>
                          </a:rPr>
                        </m:ctrlPr>
                      </m:sSupPr>
                      <m:e>
                        <m:r>
                          <a:rPr lang="en-US" sz="1400" b="0" i="1" smtClean="0">
                            <a:latin typeface="Cambria Math"/>
                          </a:rPr>
                          <m:t>𝑚</m:t>
                        </m:r>
                      </m:e>
                      <m:sup>
                        <m:r>
                          <a:rPr lang="en-US" sz="1400" b="0" i="1" smtClean="0">
                            <a:latin typeface="Cambria Math"/>
                          </a:rPr>
                          <m:t>−1</m:t>
                        </m:r>
                      </m:sup>
                    </m:sSup>
                  </m:oMath>
                </a14:m>
                <a:r>
                  <a:rPr lang="en-US" sz="1400" dirty="0"/>
                  <a:t> </a:t>
                </a:r>
              </a:p>
            </p:txBody>
          </p:sp>
        </mc:Choice>
        <mc:Fallback xmlns="">
          <p:sp>
            <p:nvSpPr>
              <p:cNvPr id="122" name="TextBox 121">
                <a:extLst>
                  <a:ext uri="{FF2B5EF4-FFF2-40B4-BE49-F238E27FC236}">
                    <a16:creationId xmlns:a16="http://schemas.microsoft.com/office/drawing/2014/main" id="{EDCA716E-DC09-D91E-604F-940DB9288B9B}"/>
                  </a:ext>
                </a:extLst>
              </p:cNvPr>
              <p:cNvSpPr txBox="1">
                <a:spLocks noRot="1" noChangeAspect="1" noMove="1" noResize="1" noEditPoints="1" noAdjustHandles="1" noChangeArrowheads="1" noChangeShapeType="1" noTextEdit="1"/>
              </p:cNvSpPr>
              <p:nvPr/>
            </p:nvSpPr>
            <p:spPr>
              <a:xfrm>
                <a:off x="9391544" y="1438104"/>
                <a:ext cx="1466492" cy="319318"/>
              </a:xfrm>
              <a:prstGeom prst="rect">
                <a:avLst/>
              </a:prstGeom>
              <a:blipFill>
                <a:blip r:embed="rId8"/>
                <a:stretch>
                  <a:fillRect t="-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1AA8A542-5617-F8E6-151A-EF576388DFAE}"/>
                  </a:ext>
                </a:extLst>
              </p:cNvPr>
              <p:cNvSpPr txBox="1"/>
              <p:nvPr/>
            </p:nvSpPr>
            <p:spPr>
              <a:xfrm>
                <a:off x="7880582" y="1840152"/>
                <a:ext cx="1243546" cy="307777"/>
              </a:xfrm>
              <a:prstGeom prst="rect">
                <a:avLst/>
              </a:prstGeom>
              <a:noFill/>
            </p:spPr>
            <p:txBody>
              <a:bodyPr wrap="none" rtlCol="0">
                <a:spAutoFit/>
              </a:bodyPr>
              <a:lstStyle/>
              <a:p>
                <a14:m>
                  <m:oMath xmlns:m="http://schemas.openxmlformats.org/officeDocument/2006/math">
                    <m:r>
                      <m:rPr>
                        <m:sty m:val="p"/>
                      </m:rPr>
                      <a:rPr lang="en-US" sz="1400" b="0" i="0" smtClean="0">
                        <a:latin typeface="Cambria Math"/>
                      </a:rPr>
                      <m:t>Δ</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𝑞</m:t>
                        </m:r>
                      </m:e>
                    </m:acc>
                    <m:r>
                      <a:rPr lang="en-US" sz="1400" b="0" i="1" smtClean="0">
                        <a:latin typeface="Cambria Math"/>
                      </a:rPr>
                      <m:t>=100 </m:t>
                    </m:r>
                    <m:r>
                      <a:rPr lang="en-US" sz="1400" b="0" i="1" smtClean="0">
                        <a:latin typeface="Cambria Math"/>
                      </a:rPr>
                      <m:t>𝑐𝑚</m:t>
                    </m:r>
                  </m:oMath>
                </a14:m>
                <a:r>
                  <a:rPr lang="en-US" sz="1400" dirty="0"/>
                  <a:t> </a:t>
                </a:r>
              </a:p>
            </p:txBody>
          </p:sp>
        </mc:Choice>
        <mc:Fallback xmlns="">
          <p:sp>
            <p:nvSpPr>
              <p:cNvPr id="123" name="TextBox 122">
                <a:extLst>
                  <a:ext uri="{FF2B5EF4-FFF2-40B4-BE49-F238E27FC236}">
                    <a16:creationId xmlns:a16="http://schemas.microsoft.com/office/drawing/2014/main" id="{1AA8A542-5617-F8E6-151A-EF576388DFAE}"/>
                  </a:ext>
                </a:extLst>
              </p:cNvPr>
              <p:cNvSpPr txBox="1">
                <a:spLocks noRot="1" noChangeAspect="1" noMove="1" noResize="1" noEditPoints="1" noAdjustHandles="1" noChangeArrowheads="1" noChangeShapeType="1" noTextEdit="1"/>
              </p:cNvSpPr>
              <p:nvPr/>
            </p:nvSpPr>
            <p:spPr>
              <a:xfrm>
                <a:off x="7880582" y="1840152"/>
                <a:ext cx="1243546" cy="307777"/>
              </a:xfrm>
              <a:prstGeom prst="rect">
                <a:avLst/>
              </a:prstGeom>
              <a:blipFill>
                <a:blip r:embed="rId9"/>
                <a:stretch>
                  <a:fillRect b="-2000"/>
                </a:stretch>
              </a:blipFill>
            </p:spPr>
            <p:txBody>
              <a:bodyPr/>
              <a:lstStyle/>
              <a:p>
                <a:r>
                  <a:rPr lang="en-US">
                    <a:noFill/>
                  </a:rPr>
                  <a:t> </a:t>
                </a:r>
              </a:p>
            </p:txBody>
          </p:sp>
        </mc:Fallback>
      </mc:AlternateContent>
      <p:sp>
        <p:nvSpPr>
          <p:cNvPr id="124" name="TextBox 123">
            <a:extLst>
              <a:ext uri="{FF2B5EF4-FFF2-40B4-BE49-F238E27FC236}">
                <a16:creationId xmlns:a16="http://schemas.microsoft.com/office/drawing/2014/main" id="{2B491523-983C-5E51-B86E-41AFDA3115C7}"/>
              </a:ext>
            </a:extLst>
          </p:cNvPr>
          <p:cNvSpPr txBox="1"/>
          <p:nvPr/>
        </p:nvSpPr>
        <p:spPr>
          <a:xfrm>
            <a:off x="4804176" y="2277064"/>
            <a:ext cx="7058641" cy="646331"/>
          </a:xfrm>
          <a:prstGeom prst="rect">
            <a:avLst/>
          </a:prstGeom>
          <a:noFill/>
        </p:spPr>
        <p:txBody>
          <a:bodyPr wrap="square" rtlCol="0">
            <a:spAutoFit/>
          </a:bodyPr>
          <a:lstStyle/>
          <a:p>
            <a:pPr algn="ctr"/>
            <a:r>
              <a:rPr lang="en-US" dirty="0"/>
              <a:t>Phase-space (symplectic) structure is the only one that supports coordinate-invariant density, entropy, state count</a:t>
            </a:r>
          </a:p>
        </p:txBody>
      </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B3B51A16-436B-6998-976E-FB202FE6169E}"/>
                  </a:ext>
                </a:extLst>
              </p:cNvPr>
              <p:cNvSpPr txBox="1"/>
              <p:nvPr/>
            </p:nvSpPr>
            <p:spPr>
              <a:xfrm>
                <a:off x="7046585" y="882779"/>
                <a:ext cx="1519775" cy="307777"/>
              </a:xfrm>
              <a:prstGeom prst="rect">
                <a:avLst/>
              </a:prstGeom>
              <a:noFill/>
            </p:spPr>
            <p:txBody>
              <a:bodyPr wrap="none" rtlCol="0">
                <a:spAutoFit/>
              </a:bodyPr>
              <a:lstStyle/>
              <a:p>
                <a14:m>
                  <m:oMath xmlns:m="http://schemas.openxmlformats.org/officeDocument/2006/math">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𝑞</m:t>
                        </m:r>
                      </m:e>
                    </m:acc>
                    <m:r>
                      <a:rPr lang="en-US" sz="1400" b="0" i="1" smtClean="0">
                        <a:latin typeface="Cambria Math"/>
                      </a:rPr>
                      <m:t>=100 </m:t>
                    </m:r>
                    <m:r>
                      <a:rPr lang="en-US" sz="1400" b="0" i="1" smtClean="0">
                        <a:latin typeface="Cambria Math"/>
                      </a:rPr>
                      <m:t>𝑐𝑚</m:t>
                    </m:r>
                    <m:r>
                      <a:rPr lang="en-US" sz="1400" b="0" i="1" smtClean="0">
                        <a:latin typeface="Cambria Math"/>
                      </a:rPr>
                      <m:t>/</m:t>
                    </m:r>
                    <m:r>
                      <a:rPr lang="en-US" sz="1400" b="0" i="1" smtClean="0">
                        <a:latin typeface="Cambria Math"/>
                      </a:rPr>
                      <m:t>𝑚</m:t>
                    </m:r>
                    <m:r>
                      <a:rPr lang="en-US" sz="1400" b="0" i="1" smtClean="0">
                        <a:latin typeface="Cambria Math"/>
                      </a:rPr>
                      <m:t> </m:t>
                    </m:r>
                    <m:r>
                      <a:rPr lang="en-US" sz="1400" b="0" i="1" smtClean="0">
                        <a:latin typeface="Cambria Math"/>
                      </a:rPr>
                      <m:t>𝑞</m:t>
                    </m:r>
                  </m:oMath>
                </a14:m>
                <a:r>
                  <a:rPr lang="en-US" sz="1400" dirty="0"/>
                  <a:t> </a:t>
                </a:r>
              </a:p>
            </p:txBody>
          </p:sp>
        </mc:Choice>
        <mc:Fallback xmlns="">
          <p:sp>
            <p:nvSpPr>
              <p:cNvPr id="125" name="TextBox 124">
                <a:extLst>
                  <a:ext uri="{FF2B5EF4-FFF2-40B4-BE49-F238E27FC236}">
                    <a16:creationId xmlns:a16="http://schemas.microsoft.com/office/drawing/2014/main" id="{B3B51A16-436B-6998-976E-FB202FE6169E}"/>
                  </a:ext>
                </a:extLst>
              </p:cNvPr>
              <p:cNvSpPr txBox="1">
                <a:spLocks noRot="1" noChangeAspect="1" noMove="1" noResize="1" noEditPoints="1" noAdjustHandles="1" noChangeArrowheads="1" noChangeShapeType="1" noTextEdit="1"/>
              </p:cNvSpPr>
              <p:nvPr/>
            </p:nvSpPr>
            <p:spPr>
              <a:xfrm>
                <a:off x="7046585" y="882779"/>
                <a:ext cx="1519775" cy="307777"/>
              </a:xfrm>
              <a:prstGeom prst="rect">
                <a:avLst/>
              </a:prstGeom>
              <a:blipFill>
                <a:blip r:embed="rId10"/>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3ADC5364-EFC2-DC51-2A13-E65B7F11DE4F}"/>
                  </a:ext>
                </a:extLst>
              </p:cNvPr>
              <p:cNvSpPr txBox="1"/>
              <p:nvPr/>
            </p:nvSpPr>
            <p:spPr>
              <a:xfrm>
                <a:off x="8667749" y="578074"/>
                <a:ext cx="3344357" cy="738664"/>
              </a:xfrm>
              <a:prstGeom prst="rect">
                <a:avLst/>
              </a:prstGeom>
              <a:noFill/>
            </p:spPr>
            <p:txBody>
              <a:bodyPr wrap="square" rtlCol="0">
                <a:spAutoFit/>
              </a:bodyPr>
              <a:lstStyle/>
              <a:p>
                <a:pPr algn="r"/>
                <a:r>
                  <a:rPr lang="en-US" sz="1400" dirty="0"/>
                  <a:t>Each unit variable (i.e. coordinate) paired with a conjugate of inverse units: number of states </a:t>
                </a:r>
                <a14:m>
                  <m:oMath xmlns:m="http://schemas.openxmlformats.org/officeDocument/2006/math">
                    <m:r>
                      <m:rPr>
                        <m:sty m:val="p"/>
                      </m:rPr>
                      <a:rPr lang="en-US" sz="1400" b="0" i="0" smtClean="0">
                        <a:latin typeface="Cambria Math"/>
                      </a:rPr>
                      <m:t>Δ</m:t>
                    </m:r>
                    <m:r>
                      <a:rPr lang="en-US" sz="1400" b="0" i="1" smtClean="0">
                        <a:latin typeface="Cambria Math"/>
                      </a:rPr>
                      <m:t>𝑞</m:t>
                    </m:r>
                    <m:r>
                      <m:rPr>
                        <m:sty m:val="p"/>
                      </m:rPr>
                      <a:rPr lang="en-US" sz="1400">
                        <a:latin typeface="Cambria Math"/>
                      </a:rPr>
                      <m:t>Δ</m:t>
                    </m:r>
                    <m:r>
                      <a:rPr lang="en-US" sz="1400" i="1">
                        <a:latin typeface="Cambria Math"/>
                      </a:rPr>
                      <m:t>𝑘</m:t>
                    </m:r>
                    <m:r>
                      <a:rPr lang="en-US" sz="1400" b="0" i="0" smtClean="0">
                        <a:latin typeface="Cambria Math" panose="02040503050406030204" pitchFamily="18" charset="0"/>
                      </a:rPr>
                      <m:t> </m:t>
                    </m:r>
                  </m:oMath>
                </a14:m>
                <a:r>
                  <a:rPr lang="en-US" sz="1400" dirty="0"/>
                  <a:t>is invariant </a:t>
                </a:r>
              </a:p>
            </p:txBody>
          </p:sp>
        </mc:Choice>
        <mc:Fallback xmlns="">
          <p:sp>
            <p:nvSpPr>
              <p:cNvPr id="126" name="TextBox 125">
                <a:extLst>
                  <a:ext uri="{FF2B5EF4-FFF2-40B4-BE49-F238E27FC236}">
                    <a16:creationId xmlns:a16="http://schemas.microsoft.com/office/drawing/2014/main" id="{3ADC5364-EFC2-DC51-2A13-E65B7F11DE4F}"/>
                  </a:ext>
                </a:extLst>
              </p:cNvPr>
              <p:cNvSpPr txBox="1">
                <a:spLocks noRot="1" noChangeAspect="1" noMove="1" noResize="1" noEditPoints="1" noAdjustHandles="1" noChangeArrowheads="1" noChangeShapeType="1" noTextEdit="1"/>
              </p:cNvSpPr>
              <p:nvPr/>
            </p:nvSpPr>
            <p:spPr>
              <a:xfrm>
                <a:off x="8667749" y="578074"/>
                <a:ext cx="3344357" cy="738664"/>
              </a:xfrm>
              <a:prstGeom prst="rect">
                <a:avLst/>
              </a:prstGeom>
              <a:blipFill>
                <a:blip r:embed="rId11"/>
                <a:stretch>
                  <a:fillRect t="-1653" r="-2190" b="-7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9" name="TextBox 328">
                <a:extLst>
                  <a:ext uri="{FF2B5EF4-FFF2-40B4-BE49-F238E27FC236}">
                    <a16:creationId xmlns:a16="http://schemas.microsoft.com/office/drawing/2014/main" id="{8D19CF6A-7F2E-C643-392D-4C3265D7F025}"/>
                  </a:ext>
                </a:extLst>
              </p:cNvPr>
              <p:cNvSpPr txBox="1"/>
              <p:nvPr/>
            </p:nvSpPr>
            <p:spPr>
              <a:xfrm>
                <a:off x="53287" y="5264504"/>
                <a:ext cx="9351745" cy="954107"/>
              </a:xfrm>
              <a:prstGeom prst="rect">
                <a:avLst/>
              </a:prstGeom>
              <a:noFill/>
            </p:spPr>
            <p:txBody>
              <a:bodyPr wrap="square" rtlCol="0">
                <a:spAutoFit/>
              </a:bodyPr>
              <a:lstStyle/>
              <a:p>
                <a:pPr algn="ctr"/>
                <a:r>
                  <a:rPr lang="en-US" sz="2800" dirty="0">
                    <a:solidFill>
                      <a:schemeClr val="accent6">
                        <a:lumMod val="75000"/>
                      </a:schemeClr>
                    </a:solidFill>
                  </a:rPr>
                  <a:t>Invariance of entropy/state count + DOF independence</a:t>
                </a:r>
              </a:p>
              <a:p>
                <a:pPr algn="ctr"/>
                <a14:m>
                  <m:oMath xmlns:m="http://schemas.openxmlformats.org/officeDocument/2006/math">
                    <m:r>
                      <a:rPr lang="en-US" sz="2800" i="1" smtClean="0">
                        <a:solidFill>
                          <a:schemeClr val="accent6">
                            <a:lumMod val="75000"/>
                          </a:schemeClr>
                        </a:solidFill>
                        <a:latin typeface="Cambria Math" panose="02040503050406030204" pitchFamily="18" charset="0"/>
                        <a:ea typeface="Cambria Math" panose="02040503050406030204" pitchFamily="18" charset="0"/>
                      </a:rPr>
                      <m:t>⟺</m:t>
                    </m:r>
                  </m:oMath>
                </a14:m>
                <a:r>
                  <a:rPr lang="en-US" sz="2800" dirty="0">
                    <a:solidFill>
                      <a:schemeClr val="accent6">
                        <a:lumMod val="75000"/>
                      </a:schemeClr>
                    </a:solidFill>
                  </a:rPr>
                  <a:t> structure of phase space (i.e. conjugate pairs)</a:t>
                </a:r>
              </a:p>
            </p:txBody>
          </p:sp>
        </mc:Choice>
        <mc:Fallback xmlns="">
          <p:sp>
            <p:nvSpPr>
              <p:cNvPr id="329" name="TextBox 328">
                <a:extLst>
                  <a:ext uri="{FF2B5EF4-FFF2-40B4-BE49-F238E27FC236}">
                    <a16:creationId xmlns:a16="http://schemas.microsoft.com/office/drawing/2014/main" id="{8D19CF6A-7F2E-C643-392D-4C3265D7F025}"/>
                  </a:ext>
                </a:extLst>
              </p:cNvPr>
              <p:cNvSpPr txBox="1">
                <a:spLocks noRot="1" noChangeAspect="1" noMove="1" noResize="1" noEditPoints="1" noAdjustHandles="1" noChangeArrowheads="1" noChangeShapeType="1" noTextEdit="1"/>
              </p:cNvSpPr>
              <p:nvPr/>
            </p:nvSpPr>
            <p:spPr>
              <a:xfrm>
                <a:off x="53287" y="5264504"/>
                <a:ext cx="9351745" cy="954107"/>
              </a:xfrm>
              <a:prstGeom prst="rect">
                <a:avLst/>
              </a:prstGeom>
              <a:blipFill>
                <a:blip r:embed="rId12"/>
                <a:stretch>
                  <a:fillRect t="-6410" b="-179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2F626E-94DE-E7DA-AC82-A2713D29964F}"/>
                  </a:ext>
                </a:extLst>
              </p:cNvPr>
              <p:cNvSpPr txBox="1"/>
              <p:nvPr/>
            </p:nvSpPr>
            <p:spPr>
              <a:xfrm>
                <a:off x="1955085" y="1259305"/>
                <a:ext cx="772006"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𝑥</m:t>
                      </m:r>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3</m:t>
                          </m:r>
                        </m:sup>
                      </m:sSup>
                    </m:oMath>
                  </m:oMathPara>
                </a14:m>
                <a:endParaRPr lang="en-US" sz="1400" dirty="0"/>
              </a:p>
            </p:txBody>
          </p:sp>
        </mc:Choice>
        <mc:Fallback xmlns="">
          <p:sp>
            <p:nvSpPr>
              <p:cNvPr id="5" name="TextBox 4">
                <a:extLst>
                  <a:ext uri="{FF2B5EF4-FFF2-40B4-BE49-F238E27FC236}">
                    <a16:creationId xmlns:a16="http://schemas.microsoft.com/office/drawing/2014/main" id="{812F626E-94DE-E7DA-AC82-A2713D29964F}"/>
                  </a:ext>
                </a:extLst>
              </p:cNvPr>
              <p:cNvSpPr txBox="1">
                <a:spLocks noRot="1" noChangeAspect="1" noMove="1" noResize="1" noEditPoints="1" noAdjustHandles="1" noChangeArrowheads="1" noChangeShapeType="1" noTextEdit="1"/>
              </p:cNvSpPr>
              <p:nvPr/>
            </p:nvSpPr>
            <p:spPr>
              <a:xfrm>
                <a:off x="1955085" y="1259305"/>
                <a:ext cx="772006" cy="307777"/>
              </a:xfrm>
              <a:prstGeom prst="rect">
                <a:avLst/>
              </a:prstGeom>
              <a:blipFill>
                <a:blip r:embed="rId17"/>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6870C8E-1564-4D81-6C04-87F472DAE049}"/>
              </a:ext>
            </a:extLst>
          </p:cNvPr>
          <p:cNvSpPr txBox="1"/>
          <p:nvPr/>
        </p:nvSpPr>
        <p:spPr>
          <a:xfrm>
            <a:off x="97344" y="410579"/>
            <a:ext cx="2302938" cy="338554"/>
          </a:xfrm>
          <a:prstGeom prst="rect">
            <a:avLst/>
          </a:prstGeom>
          <a:noFill/>
        </p:spPr>
        <p:txBody>
          <a:bodyPr wrap="none">
            <a:spAutoFit/>
          </a:bodyPr>
          <a:lstStyle/>
          <a:p>
            <a:r>
              <a:rPr lang="en-US" sz="1600" i="1" dirty="0" err="1"/>
              <a:t>Erkenntnis</a:t>
            </a:r>
            <a:r>
              <a:rPr lang="en-US" sz="1600" dirty="0"/>
              <a:t> </a:t>
            </a:r>
            <a:r>
              <a:rPr lang="en-US" sz="1600" b="1" dirty="0"/>
              <a:t>90</a:t>
            </a:r>
            <a:r>
              <a:rPr lang="en-US" sz="1600" dirty="0"/>
              <a:t>, 443 (2025)</a:t>
            </a:r>
          </a:p>
        </p:txBody>
      </p:sp>
      <p:sp>
        <p:nvSpPr>
          <p:cNvPr id="6" name="TextBox 5">
            <a:extLst>
              <a:ext uri="{FF2B5EF4-FFF2-40B4-BE49-F238E27FC236}">
                <a16:creationId xmlns:a16="http://schemas.microsoft.com/office/drawing/2014/main" id="{07498DDF-E983-EF6A-00DF-813DB6C0E755}"/>
              </a:ext>
            </a:extLst>
          </p:cNvPr>
          <p:cNvSpPr txBox="1"/>
          <p:nvPr/>
        </p:nvSpPr>
        <p:spPr>
          <a:xfrm>
            <a:off x="78221" y="711368"/>
            <a:ext cx="3850028" cy="338554"/>
          </a:xfrm>
          <a:prstGeom prst="rect">
            <a:avLst/>
          </a:prstGeom>
          <a:noFill/>
        </p:spPr>
        <p:txBody>
          <a:bodyPr wrap="none">
            <a:spAutoFit/>
          </a:bodyPr>
          <a:lstStyle/>
          <a:p>
            <a:r>
              <a:rPr lang="en-US" sz="1600" i="1" dirty="0"/>
              <a:t>Stud Hist Phil Sci B </a:t>
            </a:r>
            <a:r>
              <a:rPr lang="en-US" sz="1600" b="1" dirty="0"/>
              <a:t>71</a:t>
            </a:r>
            <a:r>
              <a:rPr lang="en-US" sz="1600" dirty="0"/>
              <a:t>, 082020, 60-71 (2020)</a:t>
            </a:r>
          </a:p>
        </p:txBody>
      </p:sp>
      <p:pic>
        <p:nvPicPr>
          <p:cNvPr id="7" name="Picture 6">
            <a:extLst>
              <a:ext uri="{FF2B5EF4-FFF2-40B4-BE49-F238E27FC236}">
                <a16:creationId xmlns:a16="http://schemas.microsoft.com/office/drawing/2014/main" id="{7B20EFFE-8BB8-3876-D849-CC6A7B3BD809}"/>
              </a:ext>
            </a:extLst>
          </p:cNvPr>
          <p:cNvPicPr>
            <a:picLocks noChangeAspect="1"/>
          </p:cNvPicPr>
          <p:nvPr/>
        </p:nvPicPr>
        <p:blipFill>
          <a:blip r:embed="rId18"/>
          <a:stretch>
            <a:fillRect/>
          </a:stretch>
        </p:blipFill>
        <p:spPr>
          <a:xfrm>
            <a:off x="450009" y="3108420"/>
            <a:ext cx="5274696" cy="2107497"/>
          </a:xfrm>
          <a:prstGeom prst="rect">
            <a:avLst/>
          </a:prstGeom>
        </p:spPr>
      </p:pic>
      <p:pic>
        <p:nvPicPr>
          <p:cNvPr id="9" name="Picture 8">
            <a:extLst>
              <a:ext uri="{FF2B5EF4-FFF2-40B4-BE49-F238E27FC236}">
                <a16:creationId xmlns:a16="http://schemas.microsoft.com/office/drawing/2014/main" id="{7C545E00-4A2E-223E-3346-13E9DD68CB0D}"/>
              </a:ext>
            </a:extLst>
          </p:cNvPr>
          <p:cNvPicPr>
            <a:picLocks noChangeAspect="1"/>
          </p:cNvPicPr>
          <p:nvPr/>
        </p:nvPicPr>
        <p:blipFill>
          <a:blip r:embed="rId19"/>
          <a:stretch>
            <a:fillRect/>
          </a:stretch>
        </p:blipFill>
        <p:spPr>
          <a:xfrm>
            <a:off x="6787730" y="3030772"/>
            <a:ext cx="4745201" cy="1105416"/>
          </a:xfrm>
          <a:prstGeom prst="rect">
            <a:avLst/>
          </a:prstGeom>
        </p:spPr>
      </p:pic>
      <p:sp>
        <p:nvSpPr>
          <p:cNvPr id="3" name="Footer Placeholder 2">
            <a:extLst>
              <a:ext uri="{FF2B5EF4-FFF2-40B4-BE49-F238E27FC236}">
                <a16:creationId xmlns:a16="http://schemas.microsoft.com/office/drawing/2014/main" id="{FD82BF9E-9DD4-0E48-D898-A1B32048A990}"/>
              </a:ext>
            </a:extLst>
          </p:cNvPr>
          <p:cNvSpPr>
            <a:spLocks noGrp="1"/>
          </p:cNvSpPr>
          <p:nvPr>
            <p:ph type="ftr" sz="quarter" idx="11"/>
          </p:nvPr>
        </p:nvSpPr>
        <p:spPr/>
        <p:txBody>
          <a:bodyPr/>
          <a:lstStyle/>
          <a:p>
            <a:r>
              <a:rPr lang="en-US"/>
              <a:t>Christine Aidala - University of Michigan</a:t>
            </a:r>
          </a:p>
        </p:txBody>
      </p:sp>
      <p:sp>
        <p:nvSpPr>
          <p:cNvPr id="8" name="Slide Number Placeholder 7">
            <a:extLst>
              <a:ext uri="{FF2B5EF4-FFF2-40B4-BE49-F238E27FC236}">
                <a16:creationId xmlns:a16="http://schemas.microsoft.com/office/drawing/2014/main" id="{E688F3E6-CCCE-A35D-C6A8-EC89BED78EDA}"/>
              </a:ext>
            </a:extLst>
          </p:cNvPr>
          <p:cNvSpPr>
            <a:spLocks noGrp="1"/>
          </p:cNvSpPr>
          <p:nvPr>
            <p:ph type="sldNum" sz="quarter" idx="12"/>
          </p:nvPr>
        </p:nvSpPr>
        <p:spPr/>
        <p:txBody>
          <a:bodyPr/>
          <a:lstStyle/>
          <a:p>
            <a:fld id="{F47845EA-7733-40EE-B074-20032348B727}" type="slidenum">
              <a:rPr lang="en-US" smtClean="0"/>
              <a:t>67</a:t>
            </a:fld>
            <a:endParaRPr lang="en-US"/>
          </a:p>
        </p:txBody>
      </p:sp>
      <p:sp>
        <p:nvSpPr>
          <p:cNvPr id="12" name="TextBox 11">
            <a:extLst>
              <a:ext uri="{FF2B5EF4-FFF2-40B4-BE49-F238E27FC236}">
                <a16:creationId xmlns:a16="http://schemas.microsoft.com/office/drawing/2014/main" id="{759F9CE5-6B1F-359D-5F2C-DDBABE35A6FF}"/>
              </a:ext>
            </a:extLst>
          </p:cNvPr>
          <p:cNvSpPr txBox="1"/>
          <p:nvPr/>
        </p:nvSpPr>
        <p:spPr>
          <a:xfrm>
            <a:off x="2861527" y="6272227"/>
            <a:ext cx="6096000" cy="523220"/>
          </a:xfrm>
          <a:prstGeom prst="rect">
            <a:avLst/>
          </a:prstGeom>
          <a:noFill/>
        </p:spPr>
        <p:txBody>
          <a:bodyPr wrap="square">
            <a:spAutoFit/>
          </a:bodyPr>
          <a:lstStyle/>
          <a:p>
            <a:r>
              <a:rPr lang="en-US" sz="1400" dirty="0">
                <a:hlinkClick r:id="rId20"/>
              </a:rPr>
              <a:t>https://philsci-archive.pitt.edu/22202/1/Hamiltonian_Privilege_preprint.pdf</a:t>
            </a:r>
            <a:r>
              <a:rPr lang="en-US" sz="1400" dirty="0"/>
              <a:t> </a:t>
            </a:r>
          </a:p>
          <a:p>
            <a:r>
              <a:rPr lang="en-US" sz="1400" dirty="0">
                <a:hlinkClick r:id="rId21"/>
              </a:rPr>
              <a:t>https://link.springer.com/article/10.1007/s10670-023-00708-0</a:t>
            </a:r>
            <a:r>
              <a:rPr lang="en-US" sz="1400" dirty="0"/>
              <a:t> </a:t>
            </a:r>
          </a:p>
        </p:txBody>
      </p:sp>
    </p:spTree>
    <p:extLst>
      <p:ext uri="{BB962C8B-B14F-4D97-AF65-F5344CB8AC3E}">
        <p14:creationId xmlns:p14="http://schemas.microsoft.com/office/powerpoint/2010/main" val="6135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p:bldP spid="102" grpId="0"/>
      <p:bldP spid="121" grpId="0" animBg="1"/>
      <p:bldP spid="122" grpId="0"/>
      <p:bldP spid="123" grpId="0"/>
      <p:bldP spid="124" grpId="0"/>
      <p:bldP spid="125" grpId="0"/>
      <p:bldP spid="126" grpId="0"/>
      <p:bldP spid="32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9B97-880F-E224-331F-4982903C794E}"/>
              </a:ext>
            </a:extLst>
          </p:cNvPr>
          <p:cNvSpPr>
            <a:spLocks noGrp="1"/>
          </p:cNvSpPr>
          <p:nvPr>
            <p:ph type="title"/>
          </p:nvPr>
        </p:nvSpPr>
        <p:spPr/>
        <p:txBody>
          <a:bodyPr/>
          <a:lstStyle/>
          <a:p>
            <a:r>
              <a:rPr lang="en-US" dirty="0"/>
              <a:t>Principle of least action </a:t>
            </a:r>
            <a:br>
              <a:rPr lang="en-US" dirty="0"/>
            </a:br>
            <a:r>
              <a:rPr lang="en-US" dirty="0"/>
              <a:t>- one DOF</a:t>
            </a:r>
          </a:p>
        </p:txBody>
      </p:sp>
      <p:sp>
        <p:nvSpPr>
          <p:cNvPr id="3" name="Text Placeholder 2">
            <a:extLst>
              <a:ext uri="{FF2B5EF4-FFF2-40B4-BE49-F238E27FC236}">
                <a16:creationId xmlns:a16="http://schemas.microsoft.com/office/drawing/2014/main" id="{A9F7E1B3-1771-D4B0-5205-E7C8C36517B0}"/>
              </a:ext>
            </a:extLst>
          </p:cNvPr>
          <p:cNvSpPr>
            <a:spLocks noGrp="1"/>
          </p:cNvSpPr>
          <p:nvPr>
            <p:ph type="body" idx="1"/>
          </p:nvPr>
        </p:nvSpPr>
        <p:spPr/>
        <p:txBody>
          <a:bodyPr/>
          <a:lstStyle/>
          <a:p>
            <a:endParaRPr lang="en-US"/>
          </a:p>
        </p:txBody>
      </p:sp>
      <p:sp>
        <p:nvSpPr>
          <p:cNvPr id="5" name="Footer Placeholder 4">
            <a:extLst>
              <a:ext uri="{FF2B5EF4-FFF2-40B4-BE49-F238E27FC236}">
                <a16:creationId xmlns:a16="http://schemas.microsoft.com/office/drawing/2014/main" id="{CB0743F1-09EC-0F7F-8EFA-FF54F4B4DDF4}"/>
              </a:ext>
            </a:extLst>
          </p:cNvPr>
          <p:cNvSpPr>
            <a:spLocks noGrp="1"/>
          </p:cNvSpPr>
          <p:nvPr>
            <p:ph type="ftr" sz="quarter" idx="11"/>
          </p:nvPr>
        </p:nvSpPr>
        <p:spPr/>
        <p:txBody>
          <a:bodyPr/>
          <a:lstStyle/>
          <a:p>
            <a:r>
              <a:rPr lang="en-US" dirty="0"/>
              <a:t>Christine Aidala - University of Michigan</a:t>
            </a:r>
          </a:p>
        </p:txBody>
      </p:sp>
      <p:sp>
        <p:nvSpPr>
          <p:cNvPr id="4" name="Slide Number Placeholder 3">
            <a:extLst>
              <a:ext uri="{FF2B5EF4-FFF2-40B4-BE49-F238E27FC236}">
                <a16:creationId xmlns:a16="http://schemas.microsoft.com/office/drawing/2014/main" id="{141D1EB7-8DAF-8552-544F-4E7FC91B8C02}"/>
              </a:ext>
            </a:extLst>
          </p:cNvPr>
          <p:cNvSpPr>
            <a:spLocks noGrp="1"/>
          </p:cNvSpPr>
          <p:nvPr>
            <p:ph type="sldNum" sz="quarter" idx="12"/>
          </p:nvPr>
        </p:nvSpPr>
        <p:spPr/>
        <p:txBody>
          <a:bodyPr/>
          <a:lstStyle/>
          <a:p>
            <a:fld id="{F47845EA-7733-40EE-B074-20032348B727}" type="slidenum">
              <a:rPr lang="en-US" smtClean="0"/>
              <a:t>68</a:t>
            </a:fld>
            <a:endParaRPr lang="en-US"/>
          </a:p>
        </p:txBody>
      </p:sp>
      <p:sp>
        <p:nvSpPr>
          <p:cNvPr id="7" name="TextBox 6">
            <a:extLst>
              <a:ext uri="{FF2B5EF4-FFF2-40B4-BE49-F238E27FC236}">
                <a16:creationId xmlns:a16="http://schemas.microsoft.com/office/drawing/2014/main" id="{3AF5AE3E-C778-CD3D-8AE8-66BBC2F0E56A}"/>
              </a:ext>
            </a:extLst>
          </p:cNvPr>
          <p:cNvSpPr txBox="1"/>
          <p:nvPr/>
        </p:nvSpPr>
        <p:spPr>
          <a:xfrm>
            <a:off x="9369322" y="1853037"/>
            <a:ext cx="2485745" cy="369332"/>
          </a:xfrm>
          <a:prstGeom prst="rect">
            <a:avLst/>
          </a:prstGeom>
          <a:noFill/>
        </p:spPr>
        <p:txBody>
          <a:bodyPr wrap="none">
            <a:spAutoFit/>
          </a:bodyPr>
          <a:lstStyle/>
          <a:p>
            <a:r>
              <a:rPr lang="en-US" i="1" dirty="0"/>
              <a:t>Sci Rep</a:t>
            </a:r>
            <a:r>
              <a:rPr lang="en-US" dirty="0"/>
              <a:t> </a:t>
            </a:r>
            <a:r>
              <a:rPr lang="en-US" b="1" dirty="0"/>
              <a:t>13</a:t>
            </a:r>
            <a:r>
              <a:rPr lang="en-US" dirty="0"/>
              <a:t>, 12138 (2023)</a:t>
            </a:r>
          </a:p>
        </p:txBody>
      </p:sp>
      <p:sp>
        <p:nvSpPr>
          <p:cNvPr id="9" name="TextBox 8">
            <a:extLst>
              <a:ext uri="{FF2B5EF4-FFF2-40B4-BE49-F238E27FC236}">
                <a16:creationId xmlns:a16="http://schemas.microsoft.com/office/drawing/2014/main" id="{97C9A376-1661-AC25-A887-B0FECCF681C5}"/>
              </a:ext>
            </a:extLst>
          </p:cNvPr>
          <p:cNvSpPr txBox="1"/>
          <p:nvPr/>
        </p:nvSpPr>
        <p:spPr>
          <a:xfrm>
            <a:off x="5287852" y="6310065"/>
            <a:ext cx="4275248" cy="523220"/>
          </a:xfrm>
          <a:prstGeom prst="rect">
            <a:avLst/>
          </a:prstGeom>
          <a:noFill/>
        </p:spPr>
        <p:txBody>
          <a:bodyPr wrap="square">
            <a:spAutoFit/>
          </a:bodyPr>
          <a:lstStyle/>
          <a:p>
            <a:r>
              <a:rPr lang="en-US" sz="1400" dirty="0">
                <a:hlinkClick r:id="rId2"/>
              </a:rPr>
              <a:t>https://arxiv.org/pdf/2208.06428</a:t>
            </a:r>
            <a:endParaRPr lang="en-US" sz="1400" dirty="0"/>
          </a:p>
          <a:p>
            <a:r>
              <a:rPr lang="en-US" sz="1400" dirty="0">
                <a:hlinkClick r:id="rId3"/>
              </a:rPr>
              <a:t>https://www.nature.com/articles/s41598-023-39145-y</a:t>
            </a:r>
            <a:r>
              <a:rPr lang="en-US" sz="1400" dirty="0"/>
              <a:t> </a:t>
            </a:r>
          </a:p>
        </p:txBody>
      </p:sp>
    </p:spTree>
    <p:extLst>
      <p:ext uri="{BB962C8B-B14F-4D97-AF65-F5344CB8AC3E}">
        <p14:creationId xmlns:p14="http://schemas.microsoft.com/office/powerpoint/2010/main" val="25475093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EAB16-8FC0-30A2-79C5-E58FBC7E88AB}"/>
              </a:ext>
            </a:extLst>
          </p:cNvPr>
          <p:cNvSpPr>
            <a:spLocks noGrp="1"/>
          </p:cNvSpPr>
          <p:nvPr>
            <p:ph type="title"/>
          </p:nvPr>
        </p:nvSpPr>
        <p:spPr/>
        <p:txBody>
          <a:bodyPr/>
          <a:lstStyle/>
          <a:p>
            <a:r>
              <a:rPr lang="en-US" dirty="0"/>
              <a:t>Required 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5012B2-ACF8-83F5-8A91-493322D84A26}"/>
                  </a:ext>
                </a:extLst>
              </p:cNvPr>
              <p:cNvSpPr>
                <a:spLocks noGrp="1"/>
              </p:cNvSpPr>
              <p:nvPr>
                <p:ph idx="1"/>
              </p:nvPr>
            </p:nvSpPr>
            <p:spPr/>
            <p:txBody>
              <a:bodyPr/>
              <a:lstStyle/>
              <a:p>
                <a:r>
                  <a:rPr lang="en-US" dirty="0"/>
                  <a:t>Hamiltonian mechanics</a:t>
                </a:r>
              </a:p>
              <a:p>
                <a:pPr lvl="1"/>
                <a:r>
                  <a:rPr lang="en-US" dirty="0"/>
                  <a:t>Hamilton’s equations: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𝑑𝑞</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𝐻</m:t>
                        </m:r>
                      </m:num>
                      <m:den>
                        <m:r>
                          <a:rPr lang="en-US" b="0" i="1" smtClean="0">
                            <a:latin typeface="Cambria Math" panose="02040503050406030204" pitchFamily="18" charset="0"/>
                          </a:rPr>
                          <m:t>𝜕</m:t>
                        </m:r>
                        <m:r>
                          <a:rPr lang="en-US" b="0" i="1" smtClean="0">
                            <a:latin typeface="Cambria Math" panose="02040503050406030204" pitchFamily="18" charset="0"/>
                          </a:rPr>
                          <m:t>𝑝</m:t>
                        </m:r>
                      </m:den>
                    </m:f>
                  </m:oMath>
                </a14:m>
                <a:r>
                  <a:rPr lang="en-US" dirty="0"/>
                  <a:t>       </a:t>
                </a:r>
                <a14:m>
                  <m:oMath xmlns:m="http://schemas.openxmlformats.org/officeDocument/2006/math">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𝑑𝑝</m:t>
                        </m:r>
                      </m:num>
                      <m:den>
                        <m:r>
                          <a:rPr lang="en-US" b="0" i="1" dirty="0" smtClean="0">
                            <a:latin typeface="Cambria Math" panose="02040503050406030204" pitchFamily="18" charset="0"/>
                          </a:rPr>
                          <m:t>𝑑𝑡</m:t>
                        </m:r>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r>
                          <a:rPr lang="en-US" b="0" i="1" dirty="0" smtClean="0">
                            <a:latin typeface="Cambria Math" panose="02040503050406030204" pitchFamily="18" charset="0"/>
                          </a:rPr>
                          <m:t>𝐻</m:t>
                        </m:r>
                      </m:num>
                      <m:den>
                        <m:r>
                          <a:rPr lang="en-US" b="0" i="1" dirty="0" smtClean="0">
                            <a:latin typeface="Cambria Math" panose="02040503050406030204" pitchFamily="18" charset="0"/>
                          </a:rPr>
                          <m:t>𝜕</m:t>
                        </m:r>
                        <m:r>
                          <a:rPr lang="en-US" b="0" i="1" dirty="0" smtClean="0">
                            <a:latin typeface="Cambria Math" panose="02040503050406030204" pitchFamily="18" charset="0"/>
                          </a:rPr>
                          <m:t>𝑞</m:t>
                        </m:r>
                      </m:den>
                    </m:f>
                  </m:oMath>
                </a14:m>
                <a:endParaRPr lang="en-US" dirty="0"/>
              </a:p>
              <a:p>
                <a:r>
                  <a:rPr lang="en-US" dirty="0"/>
                  <a:t>Lagrangian mechanics</a:t>
                </a:r>
              </a:p>
              <a:p>
                <a:pPr lvl="1"/>
                <a:r>
                  <a:rPr lang="en-US" dirty="0"/>
                  <a:t>Action is the integral of the Lagrangian over a given path: </a:t>
                </a:r>
                <a14:m>
                  <m:oMath xmlns:m="http://schemas.openxmlformats.org/officeDocument/2006/math">
                    <m:r>
                      <a:rPr lang="en-US" sz="2400" b="0" i="1" smtClean="0">
                        <a:latin typeface="Cambria Math" panose="02040503050406030204" pitchFamily="18" charset="0"/>
                      </a:rPr>
                      <m:t>𝒜</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𝛾</m:t>
                        </m:r>
                      </m:e>
                    </m:d>
                    <m:r>
                      <a:rPr lang="en-US" sz="2400" b="0" i="1" smtClean="0">
                        <a:latin typeface="Cambria Math" panose="02040503050406030204" pitchFamily="18" charset="0"/>
                      </a:rPr>
                      <m:t>=</m:t>
                    </m:r>
                    <m:nary>
                      <m:naryPr>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𝛾</m:t>
                        </m:r>
                      </m:sub>
                      <m:sup/>
                      <m:e>
                        <m:r>
                          <a:rPr lang="en-US" sz="2400" b="0" i="1" smtClean="0">
                            <a:latin typeface="Cambria Math" panose="02040503050406030204" pitchFamily="18" charset="0"/>
                          </a:rPr>
                          <m:t>𝐿</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𝑞</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𝑞</m:t>
                                </m:r>
                              </m:e>
                            </m:acc>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 </m:t>
                            </m:r>
                            <m:r>
                              <a:rPr lang="en-US" sz="2400" b="0" i="1" smtClean="0">
                                <a:latin typeface="Cambria Math" panose="02040503050406030204" pitchFamily="18" charset="0"/>
                              </a:rPr>
                              <m:t>𝑡</m:t>
                            </m:r>
                          </m:e>
                        </m:d>
                        <m:r>
                          <a:rPr lang="en-US" sz="2400" b="0" i="1" smtClean="0">
                            <a:latin typeface="Cambria Math" panose="02040503050406030204" pitchFamily="18" charset="0"/>
                          </a:rPr>
                          <m:t>𝑑𝑡</m:t>
                        </m:r>
                      </m:e>
                    </m:nary>
                  </m:oMath>
                </a14:m>
                <a:endParaRPr lang="en-US" sz="2400" dirty="0"/>
              </a:p>
              <a:p>
                <a:pPr lvl="1"/>
                <a:r>
                  <a:rPr lang="en-US" dirty="0"/>
                  <a:t>Actual evolutions are the paths that make the action stationary: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𝒜</m:t>
                    </m:r>
                    <m:r>
                      <a:rPr lang="en-US" b="0" i="1" smtClean="0">
                        <a:latin typeface="Cambria Math" panose="02040503050406030204" pitchFamily="18" charset="0"/>
                      </a:rPr>
                      <m:t>=0</m:t>
                    </m:r>
                  </m:oMath>
                </a14:m>
                <a:endParaRPr lang="en-US" dirty="0"/>
              </a:p>
              <a:p>
                <a:pPr lvl="1"/>
                <a:r>
                  <a:rPr lang="en-US" dirty="0"/>
                  <a:t>Lagrangian is the Legendre transform of the Hamiltonian: </a:t>
                </a:r>
                <a14:m>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𝑝</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r>
                      <a:rPr lang="en-US" b="0" i="1" dirty="0" smtClean="0">
                        <a:latin typeface="Cambria Math" panose="02040503050406030204" pitchFamily="18" charset="0"/>
                      </a:rPr>
                      <m:t>−</m:t>
                    </m:r>
                    <m:r>
                      <a:rPr lang="en-US" b="0" i="1" dirty="0" smtClean="0">
                        <a:latin typeface="Cambria Math" panose="02040503050406030204" pitchFamily="18" charset="0"/>
                      </a:rPr>
                      <m:t>𝐻</m:t>
                    </m:r>
                  </m:oMath>
                </a14:m>
                <a:r>
                  <a:rPr lang="en-US" dirty="0"/>
                  <a:t> </a:t>
                </a:r>
              </a:p>
              <a:p>
                <a:r>
                  <a:rPr lang="en-US" dirty="0"/>
                  <a:t>Vector calculus</a:t>
                </a:r>
              </a:p>
              <a:p>
                <a:pPr lvl="1"/>
                <a:r>
                  <a:rPr lang="en-US" dirty="0"/>
                  <a:t>Given a vector field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dirty="0"/>
                  <a:t>, a field line is a line always tangent to the field</a:t>
                </a:r>
              </a:p>
              <a:p>
                <a:pPr lvl="1"/>
                <a:r>
                  <a:rPr lang="en-US" dirty="0"/>
                  <a:t>The divergence </a:t>
                </a:r>
                <a14:m>
                  <m:oMath xmlns:m="http://schemas.openxmlformats.org/officeDocument/2006/math">
                    <m:acc>
                      <m:accPr>
                        <m:chr m:val="⃗"/>
                        <m:ctrlPr>
                          <a:rPr lang="en-US" b="0" i="0" smtClean="0">
                            <a:latin typeface="Cambria Math" panose="02040503050406030204" pitchFamily="18" charset="0"/>
                          </a:rPr>
                        </m:ctrlPr>
                      </m:accPr>
                      <m:e>
                        <m:r>
                          <m:rPr>
                            <m:sty m:val="p"/>
                          </m:rPr>
                          <a:rPr lang="en-US" b="0" i="0" smtClean="0">
                            <a:latin typeface="Cambria Math" panose="02040503050406030204" pitchFamily="18" charset="0"/>
                          </a:rPr>
                          <m:t>∇</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dirty="0"/>
                  <a:t> is the flow of the field</a:t>
                </a:r>
                <a:br>
                  <a:rPr lang="en-US" dirty="0"/>
                </a:br>
                <a:r>
                  <a:rPr lang="en-US" dirty="0"/>
                  <a:t>through an infinitesimal closed region</a:t>
                </a:r>
              </a:p>
              <a:p>
                <a:pPr lvl="1"/>
                <a:r>
                  <a:rPr lang="en-US" dirty="0"/>
                  <a:t>A divergence-free field </a:t>
                </a:r>
                <a14:m>
                  <m:oMath xmlns:m="http://schemas.openxmlformats.org/officeDocument/2006/math">
                    <m:acc>
                      <m:accPr>
                        <m:chr m:val="⃗"/>
                        <m:ctrlPr>
                          <a:rPr lang="en-US">
                            <a:latin typeface="Cambria Math" panose="02040503050406030204" pitchFamily="18" charset="0"/>
                          </a:rPr>
                        </m:ctrlPr>
                      </m:accPr>
                      <m:e>
                        <m:r>
                          <m:rPr>
                            <m:sty m:val="p"/>
                          </m:rPr>
                          <a:rPr lang="en-US">
                            <a:latin typeface="Cambria Math" panose="02040503050406030204" pitchFamily="18" charset="0"/>
                          </a:rPr>
                          <m:t>∇</m:t>
                        </m:r>
                      </m:e>
                    </m:acc>
                    <m:r>
                      <a:rPr lang="en-US" i="1">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r>
                      <a:rPr lang="en-US" b="0" i="1" smtClean="0">
                        <a:latin typeface="Cambria Math" panose="02040503050406030204" pitchFamily="18" charset="0"/>
                      </a:rPr>
                      <m:t>=0</m:t>
                    </m:r>
                  </m:oMath>
                </a14:m>
                <a:r>
                  <a:rPr lang="en-US" dirty="0"/>
                  <a:t> admits a vector potential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𝐴</m:t>
                        </m:r>
                      </m:e>
                    </m:acc>
                  </m:oMath>
                </a14:m>
                <a:br>
                  <a:rPr lang="en-US" dirty="0"/>
                </a:br>
                <a:r>
                  <a:rPr lang="en-US" dirty="0"/>
                  <a:t>such that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𝐵</m:t>
                        </m:r>
                      </m:e>
                    </m:acc>
                    <m:r>
                      <a:rPr lang="en-US" b="0" i="1" dirty="0" smtClean="0">
                        <a:latin typeface="Cambria Math" panose="02040503050406030204" pitchFamily="18" charset="0"/>
                      </a:rPr>
                      <m:t>=</m:t>
                    </m:r>
                    <m:acc>
                      <m:accPr>
                        <m:chr m:val="⃗"/>
                        <m:ctrlPr>
                          <a:rPr lang="en-US" b="0" i="0" dirty="0" smtClean="0">
                            <a:latin typeface="Cambria Math" panose="02040503050406030204" pitchFamily="18" charset="0"/>
                          </a:rPr>
                        </m:ctrlPr>
                      </m:accPr>
                      <m:e>
                        <m:r>
                          <m:rPr>
                            <m:sty m:val="p"/>
                          </m:rPr>
                          <a:rPr lang="en-US" b="0" i="0" dirty="0" smtClean="0">
                            <a:latin typeface="Cambria Math" panose="02040503050406030204" pitchFamily="18" charset="0"/>
                          </a:rPr>
                          <m:t>∇</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𝐴</m:t>
                        </m:r>
                      </m:e>
                    </m:acc>
                  </m:oMath>
                </a14:m>
                <a:endParaRPr lang="en-US" dirty="0"/>
              </a:p>
            </p:txBody>
          </p:sp>
        </mc:Choice>
        <mc:Fallback xmlns="">
          <p:sp>
            <p:nvSpPr>
              <p:cNvPr id="3" name="Content Placeholder 2">
                <a:extLst>
                  <a:ext uri="{FF2B5EF4-FFF2-40B4-BE49-F238E27FC236}">
                    <a16:creationId xmlns:a16="http://schemas.microsoft.com/office/drawing/2014/main" id="{6D5012B2-ACF8-83F5-8A91-493322D84A26}"/>
                  </a:ext>
                </a:extLst>
              </p:cNvPr>
              <p:cNvSpPr>
                <a:spLocks noGrp="1" noRot="1" noChangeAspect="1" noMove="1" noResize="1" noEditPoints="1" noAdjustHandles="1" noChangeArrowheads="1" noChangeShapeType="1" noTextEdit="1"/>
              </p:cNvSpPr>
              <p:nvPr>
                <p:ph idx="1"/>
              </p:nvPr>
            </p:nvSpPr>
            <p:spPr>
              <a:blipFill>
                <a:blip r:embed="rId2"/>
                <a:stretch>
                  <a:fillRect l="-916" t="-1812" b="-1246"/>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EA622663-5533-C2D2-384C-299FCFADB76B}"/>
              </a:ext>
            </a:extLst>
          </p:cNvPr>
          <p:cNvSpPr>
            <a:spLocks noGrp="1"/>
          </p:cNvSpPr>
          <p:nvPr>
            <p:ph type="ftr" sz="quarter" idx="11"/>
          </p:nvPr>
        </p:nvSpPr>
        <p:spPr/>
        <p:txBody>
          <a:bodyPr/>
          <a:lstStyle/>
          <a:p>
            <a:r>
              <a:rPr lang="en-US"/>
              <a:t>Christine Aidala - University of Michigan</a:t>
            </a:r>
          </a:p>
        </p:txBody>
      </p:sp>
      <p:sp>
        <p:nvSpPr>
          <p:cNvPr id="4" name="Slide Number Placeholder 3">
            <a:extLst>
              <a:ext uri="{FF2B5EF4-FFF2-40B4-BE49-F238E27FC236}">
                <a16:creationId xmlns:a16="http://schemas.microsoft.com/office/drawing/2014/main" id="{84C46FB4-E6BD-B304-1910-6722E0910BC9}"/>
              </a:ext>
            </a:extLst>
          </p:cNvPr>
          <p:cNvSpPr>
            <a:spLocks noGrp="1"/>
          </p:cNvSpPr>
          <p:nvPr>
            <p:ph type="sldNum" sz="quarter" idx="13"/>
          </p:nvPr>
        </p:nvSpPr>
        <p:spPr/>
        <p:txBody>
          <a:bodyPr/>
          <a:lstStyle/>
          <a:p>
            <a:fld id="{F47845EA-7733-40EE-B074-20032348B727}" type="slidenum">
              <a:rPr lang="en-US" smtClean="0"/>
              <a:t>69</a:t>
            </a:fld>
            <a:endParaRPr lang="en-US"/>
          </a:p>
        </p:txBody>
      </p:sp>
    </p:spTree>
    <p:extLst>
      <p:ext uri="{BB962C8B-B14F-4D97-AF65-F5344CB8AC3E}">
        <p14:creationId xmlns:p14="http://schemas.microsoft.com/office/powerpoint/2010/main" val="2922231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EAE0635-C120-4A23-B7A2-A96EC40E5040}"/>
                  </a:ext>
                </a:extLst>
              </p:cNvPr>
              <p:cNvSpPr txBox="1"/>
              <p:nvPr/>
            </p:nvSpPr>
            <p:spPr>
              <a:xfrm>
                <a:off x="3345022" y="1538056"/>
                <a:ext cx="5422638" cy="769441"/>
              </a:xfrm>
              <a:prstGeom prst="rect">
                <a:avLst/>
              </a:prstGeom>
              <a:noFill/>
            </p:spPr>
            <p:txBody>
              <a:bodyPr wrap="none" rtlCol="0">
                <a:spAutoFit/>
              </a:bodyPr>
              <a:lstStyle/>
              <a:p>
                <a:r>
                  <a:rPr lang="en-US" sz="4400" b="0" dirty="0"/>
                  <a:t>Lagrangian: </a:t>
                </a:r>
                <a14:m>
                  <m:oMath xmlns:m="http://schemas.openxmlformats.org/officeDocument/2006/math">
                    <m:r>
                      <a:rPr lang="en-US" sz="4400" b="0" i="1" smtClean="0">
                        <a:latin typeface="Cambria Math" panose="02040503050406030204" pitchFamily="18" charset="0"/>
                      </a:rPr>
                      <m:t>𝐿</m:t>
                    </m:r>
                    <m:r>
                      <a:rPr lang="en-US" sz="4400" b="0" i="1" smtClean="0">
                        <a:latin typeface="Cambria Math" panose="02040503050406030204" pitchFamily="18" charset="0"/>
                      </a:rPr>
                      <m:t>=</m:t>
                    </m:r>
                    <m:r>
                      <a:rPr lang="en-US" sz="4400" b="0" i="1" smtClean="0">
                        <a:latin typeface="Cambria Math" panose="02040503050406030204" pitchFamily="18" charset="0"/>
                      </a:rPr>
                      <m:t>𝑇</m:t>
                    </m:r>
                    <m:r>
                      <a:rPr lang="en-US" sz="4400" b="0" i="1" smtClean="0">
                        <a:latin typeface="Cambria Math" panose="02040503050406030204" pitchFamily="18" charset="0"/>
                      </a:rPr>
                      <m:t>−</m:t>
                    </m:r>
                    <m:r>
                      <a:rPr lang="en-US" sz="4400" b="0" i="1" smtClean="0">
                        <a:latin typeface="Cambria Math" panose="02040503050406030204" pitchFamily="18" charset="0"/>
                      </a:rPr>
                      <m:t>𝑈</m:t>
                    </m:r>
                  </m:oMath>
                </a14:m>
                <a:endParaRPr lang="en-US" sz="4400" dirty="0"/>
              </a:p>
            </p:txBody>
          </p:sp>
        </mc:Choice>
        <mc:Fallback xmlns="">
          <p:sp>
            <p:nvSpPr>
              <p:cNvPr id="2" name="TextBox 1">
                <a:extLst>
                  <a:ext uri="{FF2B5EF4-FFF2-40B4-BE49-F238E27FC236}">
                    <a16:creationId xmlns:a16="http://schemas.microsoft.com/office/drawing/2014/main" id="{4EAE0635-C120-4A23-B7A2-A96EC40E5040}"/>
                  </a:ext>
                </a:extLst>
              </p:cNvPr>
              <p:cNvSpPr txBox="1">
                <a:spLocks noRot="1" noChangeAspect="1" noMove="1" noResize="1" noEditPoints="1" noAdjustHandles="1" noChangeArrowheads="1" noChangeShapeType="1" noTextEdit="1"/>
              </p:cNvSpPr>
              <p:nvPr/>
            </p:nvSpPr>
            <p:spPr>
              <a:xfrm>
                <a:off x="3345022" y="1538056"/>
                <a:ext cx="5422638" cy="769441"/>
              </a:xfrm>
              <a:prstGeom prst="rect">
                <a:avLst/>
              </a:prstGeom>
              <a:blipFill>
                <a:blip r:embed="rId2"/>
                <a:stretch>
                  <a:fillRect l="-4612" t="-15748" b="-362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5CEAB9-419E-06B0-C52D-3D6340159264}"/>
                  </a:ext>
                </a:extLst>
              </p:cNvPr>
              <p:cNvSpPr txBox="1"/>
              <p:nvPr/>
            </p:nvSpPr>
            <p:spPr>
              <a:xfrm>
                <a:off x="1726196" y="292202"/>
                <a:ext cx="8851462" cy="953787"/>
              </a:xfrm>
              <a:prstGeom prst="rect">
                <a:avLst/>
              </a:prstGeom>
              <a:noFill/>
            </p:spPr>
            <p:txBody>
              <a:bodyPr wrap="none" rtlCol="0">
                <a:spAutoFit/>
              </a:bodyPr>
              <a:lstStyle/>
              <a:p>
                <a:r>
                  <a:rPr lang="en-US" sz="4400" b="0" dirty="0"/>
                  <a:t>Action: </a:t>
                </a:r>
                <a14:m>
                  <m:oMath xmlns:m="http://schemas.openxmlformats.org/officeDocument/2006/math">
                    <m:r>
                      <a:rPr lang="en-US" sz="4400" b="0" i="1" smtClean="0">
                        <a:latin typeface="Cambria Math" panose="02040503050406030204" pitchFamily="18" charset="0"/>
                      </a:rPr>
                      <m:t>𝒜</m:t>
                    </m:r>
                    <m:d>
                      <m:dPr>
                        <m:begChr m:val="["/>
                        <m:endChr m:val="]"/>
                        <m:ctrlPr>
                          <a:rPr lang="en-US" sz="4400" b="0" i="1" smtClean="0">
                            <a:latin typeface="Cambria Math" panose="02040503050406030204" pitchFamily="18" charset="0"/>
                          </a:rPr>
                        </m:ctrlPr>
                      </m:dPr>
                      <m:e>
                        <m:r>
                          <a:rPr lang="en-US" sz="4400" b="0" i="1" smtClean="0">
                            <a:latin typeface="Cambria Math" panose="02040503050406030204" pitchFamily="18" charset="0"/>
                          </a:rPr>
                          <m:t>𝛾</m:t>
                        </m:r>
                      </m:e>
                    </m:d>
                    <m:r>
                      <a:rPr lang="en-US" sz="4400" b="0" i="1" smtClean="0">
                        <a:latin typeface="Cambria Math" panose="02040503050406030204" pitchFamily="18" charset="0"/>
                      </a:rPr>
                      <m:t>=</m:t>
                    </m:r>
                    <m:nary>
                      <m:naryPr>
                        <m:supHide m:val="on"/>
                        <m:ctrlPr>
                          <a:rPr lang="en-US" sz="4400" b="0" i="1" smtClean="0">
                            <a:latin typeface="Cambria Math" panose="02040503050406030204" pitchFamily="18" charset="0"/>
                          </a:rPr>
                        </m:ctrlPr>
                      </m:naryPr>
                      <m:sub>
                        <m:r>
                          <a:rPr lang="en-US" sz="4400" b="0" i="1" smtClean="0">
                            <a:latin typeface="Cambria Math" panose="02040503050406030204" pitchFamily="18" charset="0"/>
                          </a:rPr>
                          <m:t>𝛾</m:t>
                        </m:r>
                      </m:sub>
                      <m:sup/>
                      <m:e>
                        <m:r>
                          <a:rPr lang="en-US" sz="4400" b="0" i="1" smtClean="0">
                            <a:latin typeface="Cambria Math" panose="02040503050406030204" pitchFamily="18" charset="0"/>
                          </a:rPr>
                          <m:t>𝐿</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𝑞</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e>
                            </m:d>
                            <m:r>
                              <a:rPr lang="en-US" sz="4400" b="0" i="1" smtClean="0">
                                <a:latin typeface="Cambria Math" panose="02040503050406030204" pitchFamily="18" charset="0"/>
                              </a:rPr>
                              <m:t>,</m:t>
                            </m:r>
                            <m:acc>
                              <m:accPr>
                                <m:chr m:val="̇"/>
                                <m:ctrlPr>
                                  <a:rPr lang="en-US" sz="4400" b="0" i="1" smtClean="0">
                                    <a:latin typeface="Cambria Math" panose="02040503050406030204" pitchFamily="18" charset="0"/>
                                  </a:rPr>
                                </m:ctrlPr>
                              </m:accPr>
                              <m:e>
                                <m:r>
                                  <a:rPr lang="en-US" sz="4400" b="0" i="1" smtClean="0">
                                    <a:latin typeface="Cambria Math" panose="02040503050406030204" pitchFamily="18" charset="0"/>
                                  </a:rPr>
                                  <m:t>𝑞</m:t>
                                </m:r>
                              </m:e>
                            </m:acc>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e>
                            </m:d>
                            <m:r>
                              <a:rPr lang="en-US" sz="4400" b="0" i="1" smtClean="0">
                                <a:latin typeface="Cambria Math" panose="02040503050406030204" pitchFamily="18" charset="0"/>
                              </a:rPr>
                              <m:t>, </m:t>
                            </m:r>
                            <m:r>
                              <a:rPr lang="en-US" sz="4400" b="0" i="1" smtClean="0">
                                <a:latin typeface="Cambria Math" panose="02040503050406030204" pitchFamily="18" charset="0"/>
                              </a:rPr>
                              <m:t>𝑡</m:t>
                            </m:r>
                          </m:e>
                        </m:d>
                        <m:r>
                          <a:rPr lang="en-US" sz="4400" b="0" i="1" smtClean="0">
                            <a:latin typeface="Cambria Math" panose="02040503050406030204" pitchFamily="18" charset="0"/>
                          </a:rPr>
                          <m:t>𝑑𝑡</m:t>
                        </m:r>
                      </m:e>
                    </m:nary>
                  </m:oMath>
                </a14:m>
                <a:endParaRPr lang="en-US" sz="4400" dirty="0"/>
              </a:p>
            </p:txBody>
          </p:sp>
        </mc:Choice>
        <mc:Fallback xmlns="">
          <p:sp>
            <p:nvSpPr>
              <p:cNvPr id="3" name="TextBox 2">
                <a:extLst>
                  <a:ext uri="{FF2B5EF4-FFF2-40B4-BE49-F238E27FC236}">
                    <a16:creationId xmlns:a16="http://schemas.microsoft.com/office/drawing/2014/main" id="{CE5CEAB9-419E-06B0-C52D-3D6340159264}"/>
                  </a:ext>
                </a:extLst>
              </p:cNvPr>
              <p:cNvSpPr txBox="1">
                <a:spLocks noRot="1" noChangeAspect="1" noMove="1" noResize="1" noEditPoints="1" noAdjustHandles="1" noChangeArrowheads="1" noChangeShapeType="1" noTextEdit="1"/>
              </p:cNvSpPr>
              <p:nvPr/>
            </p:nvSpPr>
            <p:spPr>
              <a:xfrm>
                <a:off x="1726196" y="292202"/>
                <a:ext cx="8851462" cy="953787"/>
              </a:xfrm>
              <a:prstGeom prst="rect">
                <a:avLst/>
              </a:prstGeom>
              <a:blipFill>
                <a:blip r:embed="rId3"/>
                <a:stretch>
                  <a:fillRect l="-2755" t="-11538" b="-1282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618C6D86-2CEF-4B7A-8FFF-E15B9E9FDF11}"/>
              </a:ext>
            </a:extLst>
          </p:cNvPr>
          <p:cNvSpPr txBox="1"/>
          <p:nvPr/>
        </p:nvSpPr>
        <p:spPr>
          <a:xfrm>
            <a:off x="8979038" y="1326032"/>
            <a:ext cx="3002232" cy="461665"/>
          </a:xfrm>
          <a:prstGeom prst="rect">
            <a:avLst/>
          </a:prstGeom>
          <a:noFill/>
        </p:spPr>
        <p:txBody>
          <a:bodyPr wrap="none" rtlCol="0">
            <a:spAutoFit/>
          </a:bodyPr>
          <a:lstStyle/>
          <a:p>
            <a:r>
              <a:rPr lang="en-US" sz="2400" dirty="0">
                <a:solidFill>
                  <a:srgbClr val="C00000"/>
                </a:solidFill>
              </a:rPr>
              <a:t>Does not always work!</a:t>
            </a:r>
          </a:p>
        </p:txBody>
      </p:sp>
      <p:cxnSp>
        <p:nvCxnSpPr>
          <p:cNvPr id="7" name="Straight Arrow Connector 6">
            <a:extLst>
              <a:ext uri="{FF2B5EF4-FFF2-40B4-BE49-F238E27FC236}">
                <a16:creationId xmlns:a16="http://schemas.microsoft.com/office/drawing/2014/main" id="{C7708E99-96B2-EDAA-63F7-AB7BED452F5E}"/>
              </a:ext>
            </a:extLst>
          </p:cNvPr>
          <p:cNvCxnSpPr/>
          <p:nvPr/>
        </p:nvCxnSpPr>
        <p:spPr>
          <a:xfrm flipH="1">
            <a:off x="8603220" y="1690042"/>
            <a:ext cx="243757" cy="97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0FD94BF-83A9-401F-7573-72C4EC855ED1}"/>
                  </a:ext>
                </a:extLst>
              </p:cNvPr>
              <p:cNvSpPr txBox="1"/>
              <p:nvPr/>
            </p:nvSpPr>
            <p:spPr>
              <a:xfrm>
                <a:off x="773517" y="2987960"/>
                <a:ext cx="8692893" cy="2037096"/>
              </a:xfrm>
              <a:prstGeom prst="rect">
                <a:avLst/>
              </a:prstGeom>
              <a:noFill/>
            </p:spPr>
            <p:txBody>
              <a:bodyPr wrap="none" rtlCol="0">
                <a:spAutoFit/>
              </a:bodyPr>
              <a:lstStyle/>
              <a:p>
                <a:pPr/>
                <a:r>
                  <a:rPr lang="en-US" sz="4400" b="0" dirty="0"/>
                  <a:t>Lagrangian for particle with charge </a:t>
                </a:r>
                <a14:m>
                  <m:oMath xmlns:m="http://schemas.openxmlformats.org/officeDocument/2006/math">
                    <m:r>
                      <a:rPr lang="en-US" sz="4400" b="0" i="1" smtClean="0">
                        <a:latin typeface="Cambria Math" panose="02040503050406030204" pitchFamily="18" charset="0"/>
                      </a:rPr>
                      <m:t>𝔮</m:t>
                    </m:r>
                  </m:oMath>
                </a14:m>
                <a:r>
                  <a:rPr lang="en-US" sz="4400" b="0" dirty="0"/>
                  <a:t>:</a:t>
                </a:r>
                <a:br>
                  <a:rPr lang="en-US" sz="4400" b="0" dirty="0"/>
                </a:br>
                <a14:m>
                  <m:oMathPara xmlns:m="http://schemas.openxmlformats.org/officeDocument/2006/math">
                    <m:oMath>
                      <m:r>
                        <a:rPr lang="en-US" sz="4400" b="0" i="1" smtClean="0">
                          <a:latin typeface="Cambria Math" panose="02040503050406030204" pitchFamily="18" charset="0"/>
                        </a:rPr>
                        <m:t>𝐿</m:t>
                      </m:r>
                      <m:r>
                        <a:rPr lang="en-US" sz="4400" b="0" i="1" smtClean="0">
                          <a:latin typeface="Cambria Math" panose="02040503050406030204" pitchFamily="18" charset="0"/>
                        </a:rPr>
                        <m:t>=</m:t>
                      </m:r>
                      <m:f>
                        <m:fPr>
                          <m:ctrlPr>
                            <a:rPr lang="en-US" sz="4400" b="0" i="1" smtClean="0">
                              <a:latin typeface="Cambria Math" panose="02040503050406030204" pitchFamily="18" charset="0"/>
                            </a:rPr>
                          </m:ctrlPr>
                        </m:fPr>
                        <m:num>
                          <m:r>
                            <a:rPr lang="en-US" sz="4400" b="0" i="1" smtClean="0">
                              <a:latin typeface="Cambria Math" panose="02040503050406030204" pitchFamily="18" charset="0"/>
                            </a:rPr>
                            <m:t>1</m:t>
                          </m:r>
                        </m:num>
                        <m:den>
                          <m:r>
                            <a:rPr lang="en-US" sz="4400" b="0" i="1" smtClean="0">
                              <a:latin typeface="Cambria Math" panose="02040503050406030204" pitchFamily="18" charset="0"/>
                            </a:rPr>
                            <m:t>2</m:t>
                          </m:r>
                        </m:den>
                      </m:f>
                      <m:r>
                        <a:rPr lang="en-US" sz="4400" b="0" i="1" smtClean="0">
                          <a:latin typeface="Cambria Math" panose="02040503050406030204" pitchFamily="18" charset="0"/>
                        </a:rPr>
                        <m:t>𝑚</m:t>
                      </m:r>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𝑣</m:t>
                          </m:r>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r>
                        <a:rPr lang="en-US" sz="4400" b="0" i="1" smtClean="0">
                          <a:latin typeface="Cambria Math" panose="02040503050406030204" pitchFamily="18" charset="0"/>
                        </a:rPr>
                        <m:t>𝔮</m:t>
                      </m:r>
                      <m:acc>
                        <m:accPr>
                          <m:chr m:val="⃗"/>
                          <m:ctrlPr>
                            <a:rPr lang="en-US" sz="4400" b="0" i="1" smtClean="0">
                              <a:latin typeface="Cambria Math" panose="02040503050406030204" pitchFamily="18" charset="0"/>
                            </a:rPr>
                          </m:ctrlPr>
                        </m:accPr>
                        <m:e>
                          <m:r>
                            <a:rPr lang="en-US" sz="4400" b="0" i="1" smtClean="0">
                              <a:latin typeface="Cambria Math" panose="02040503050406030204" pitchFamily="18" charset="0"/>
                            </a:rPr>
                            <m:t>𝑣</m:t>
                          </m:r>
                        </m:e>
                      </m:acc>
                      <m:r>
                        <a:rPr lang="en-US" sz="4400" b="0" i="1" smtClean="0">
                          <a:latin typeface="Cambria Math" panose="02040503050406030204" pitchFamily="18" charset="0"/>
                        </a:rPr>
                        <m:t>⋅</m:t>
                      </m:r>
                      <m:acc>
                        <m:accPr>
                          <m:chr m:val="⃗"/>
                          <m:ctrlPr>
                            <a:rPr lang="en-US" sz="4400" b="0" i="1" smtClean="0">
                              <a:latin typeface="Cambria Math" panose="02040503050406030204" pitchFamily="18" charset="0"/>
                            </a:rPr>
                          </m:ctrlPr>
                        </m:accPr>
                        <m:e>
                          <m:r>
                            <a:rPr lang="en-US" sz="4400" b="0" i="1" smtClean="0">
                              <a:latin typeface="Cambria Math" panose="02040503050406030204" pitchFamily="18" charset="0"/>
                            </a:rPr>
                            <m:t>𝐴</m:t>
                          </m:r>
                        </m:e>
                      </m:acc>
                      <m:r>
                        <a:rPr lang="en-US" sz="4400" b="0" i="1" smtClean="0">
                          <a:latin typeface="Cambria Math" panose="02040503050406030204" pitchFamily="18" charset="0"/>
                        </a:rPr>
                        <m:t>−</m:t>
                      </m:r>
                      <m:r>
                        <a:rPr lang="en-US" sz="4400" i="1">
                          <a:latin typeface="Cambria Math" panose="02040503050406030204" pitchFamily="18" charset="0"/>
                        </a:rPr>
                        <m:t>𝔮</m:t>
                      </m:r>
                      <m:r>
                        <a:rPr lang="en-US" sz="4400" b="0" i="1" smtClean="0">
                          <a:latin typeface="Cambria Math" panose="02040503050406030204" pitchFamily="18" charset="0"/>
                        </a:rPr>
                        <m:t>𝑉</m:t>
                      </m:r>
                    </m:oMath>
                  </m:oMathPara>
                </a14:m>
                <a:endParaRPr lang="en-US" sz="4400" dirty="0"/>
              </a:p>
            </p:txBody>
          </p:sp>
        </mc:Choice>
        <mc:Fallback xmlns="">
          <p:sp>
            <p:nvSpPr>
              <p:cNvPr id="8" name="TextBox 7">
                <a:extLst>
                  <a:ext uri="{FF2B5EF4-FFF2-40B4-BE49-F238E27FC236}">
                    <a16:creationId xmlns:a16="http://schemas.microsoft.com/office/drawing/2014/main" id="{30FD94BF-83A9-401F-7573-72C4EC855ED1}"/>
                  </a:ext>
                </a:extLst>
              </p:cNvPr>
              <p:cNvSpPr txBox="1">
                <a:spLocks noRot="1" noChangeAspect="1" noMove="1" noResize="1" noEditPoints="1" noAdjustHandles="1" noChangeArrowheads="1" noChangeShapeType="1" noTextEdit="1"/>
              </p:cNvSpPr>
              <p:nvPr/>
            </p:nvSpPr>
            <p:spPr>
              <a:xfrm>
                <a:off x="773517" y="2987960"/>
                <a:ext cx="8692893" cy="2037096"/>
              </a:xfrm>
              <a:prstGeom prst="rect">
                <a:avLst/>
              </a:prstGeom>
              <a:blipFill>
                <a:blip r:embed="rId4"/>
                <a:stretch>
                  <a:fillRect l="-2875" t="-5988" r="-189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B2A01BA-9AEF-E781-E7AE-D0686CE7C79C}"/>
              </a:ext>
            </a:extLst>
          </p:cNvPr>
          <p:cNvSpPr txBox="1"/>
          <p:nvPr/>
        </p:nvSpPr>
        <p:spPr>
          <a:xfrm>
            <a:off x="3048780" y="5187032"/>
            <a:ext cx="896399" cy="369332"/>
          </a:xfrm>
          <a:prstGeom prst="rect">
            <a:avLst/>
          </a:prstGeom>
          <a:noFill/>
        </p:spPr>
        <p:txBody>
          <a:bodyPr wrap="none" rtlCol="0">
            <a:spAutoFit/>
          </a:bodyPr>
          <a:lstStyle/>
          <a:p>
            <a:r>
              <a:rPr lang="en-US" dirty="0"/>
              <a:t>Kinetic</a:t>
            </a:r>
          </a:p>
        </p:txBody>
      </p:sp>
      <p:sp>
        <p:nvSpPr>
          <p:cNvPr id="6" name="TextBox 5">
            <a:extLst>
              <a:ext uri="{FF2B5EF4-FFF2-40B4-BE49-F238E27FC236}">
                <a16:creationId xmlns:a16="http://schemas.microsoft.com/office/drawing/2014/main" id="{33A1A183-CDC6-12D0-B749-C377C825073B}"/>
              </a:ext>
            </a:extLst>
          </p:cNvPr>
          <p:cNvSpPr txBox="1"/>
          <p:nvPr/>
        </p:nvSpPr>
        <p:spPr>
          <a:xfrm>
            <a:off x="6844114" y="5187032"/>
            <a:ext cx="1048685" cy="369332"/>
          </a:xfrm>
          <a:prstGeom prst="rect">
            <a:avLst/>
          </a:prstGeom>
          <a:noFill/>
        </p:spPr>
        <p:txBody>
          <a:bodyPr wrap="none" rtlCol="0">
            <a:spAutoFit/>
          </a:bodyPr>
          <a:lstStyle/>
          <a:p>
            <a:r>
              <a:rPr lang="en-US" dirty="0"/>
              <a:t>Potential</a:t>
            </a:r>
          </a:p>
        </p:txBody>
      </p:sp>
      <p:sp>
        <p:nvSpPr>
          <p:cNvPr id="9" name="TextBox 8">
            <a:extLst>
              <a:ext uri="{FF2B5EF4-FFF2-40B4-BE49-F238E27FC236}">
                <a16:creationId xmlns:a16="http://schemas.microsoft.com/office/drawing/2014/main" id="{189BDE65-26E8-E0D9-ECB2-1AAA5523B694}"/>
              </a:ext>
            </a:extLst>
          </p:cNvPr>
          <p:cNvSpPr txBox="1"/>
          <p:nvPr/>
        </p:nvSpPr>
        <p:spPr>
          <a:xfrm>
            <a:off x="5456228" y="5187032"/>
            <a:ext cx="444352" cy="369332"/>
          </a:xfrm>
          <a:prstGeom prst="rect">
            <a:avLst/>
          </a:prstGeom>
          <a:noFill/>
        </p:spPr>
        <p:txBody>
          <a:bodyPr wrap="none" rtlCol="0">
            <a:spAutoFit/>
          </a:bodyPr>
          <a:lstStyle/>
          <a:p>
            <a:r>
              <a:rPr lang="en-US" dirty="0"/>
              <a:t>???</a:t>
            </a:r>
          </a:p>
        </p:txBody>
      </p:sp>
      <p:cxnSp>
        <p:nvCxnSpPr>
          <p:cNvPr id="10" name="Straight Arrow Connector 9">
            <a:extLst>
              <a:ext uri="{FF2B5EF4-FFF2-40B4-BE49-F238E27FC236}">
                <a16:creationId xmlns:a16="http://schemas.microsoft.com/office/drawing/2014/main" id="{73BB7F2A-613E-D56A-F030-BA45393A1355}"/>
              </a:ext>
            </a:extLst>
          </p:cNvPr>
          <p:cNvCxnSpPr>
            <a:cxnSpLocks/>
          </p:cNvCxnSpPr>
          <p:nvPr/>
        </p:nvCxnSpPr>
        <p:spPr>
          <a:xfrm flipV="1">
            <a:off x="3671827" y="4764318"/>
            <a:ext cx="149061" cy="422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51730EE-4623-96B2-1F14-0BC1CE3788EF}"/>
              </a:ext>
            </a:extLst>
          </p:cNvPr>
          <p:cNvCxnSpPr>
            <a:cxnSpLocks/>
          </p:cNvCxnSpPr>
          <p:nvPr/>
        </p:nvCxnSpPr>
        <p:spPr>
          <a:xfrm flipV="1">
            <a:off x="7368456" y="4764318"/>
            <a:ext cx="149061" cy="422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82A22E7-E82C-CFC8-FA1E-786BC6A8A597}"/>
              </a:ext>
            </a:extLst>
          </p:cNvPr>
          <p:cNvCxnSpPr>
            <a:cxnSpLocks/>
          </p:cNvCxnSpPr>
          <p:nvPr/>
        </p:nvCxnSpPr>
        <p:spPr>
          <a:xfrm flipV="1">
            <a:off x="5678404" y="4764318"/>
            <a:ext cx="149061" cy="422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Footer Placeholder 11">
            <a:extLst>
              <a:ext uri="{FF2B5EF4-FFF2-40B4-BE49-F238E27FC236}">
                <a16:creationId xmlns:a16="http://schemas.microsoft.com/office/drawing/2014/main" id="{C73E9E6B-2567-5F90-A225-90E96C56780E}"/>
              </a:ext>
            </a:extLst>
          </p:cNvPr>
          <p:cNvSpPr>
            <a:spLocks noGrp="1"/>
          </p:cNvSpPr>
          <p:nvPr>
            <p:ph type="ftr" sz="quarter" idx="11"/>
          </p:nvPr>
        </p:nvSpPr>
        <p:spPr/>
        <p:txBody>
          <a:bodyPr/>
          <a:lstStyle/>
          <a:p>
            <a:r>
              <a:rPr lang="en-US"/>
              <a:t>Christine Aidala - University of Michigan</a:t>
            </a:r>
            <a:endParaRPr lang="en-US" dirty="0"/>
          </a:p>
        </p:txBody>
      </p:sp>
      <p:sp>
        <p:nvSpPr>
          <p:cNvPr id="11" name="Slide Number Placeholder 10">
            <a:extLst>
              <a:ext uri="{FF2B5EF4-FFF2-40B4-BE49-F238E27FC236}">
                <a16:creationId xmlns:a16="http://schemas.microsoft.com/office/drawing/2014/main" id="{F47913F6-ACBD-768D-FD5A-4AD4919908F3}"/>
              </a:ext>
            </a:extLst>
          </p:cNvPr>
          <p:cNvSpPr>
            <a:spLocks noGrp="1"/>
          </p:cNvSpPr>
          <p:nvPr>
            <p:ph type="sldNum" sz="quarter" idx="12"/>
          </p:nvPr>
        </p:nvSpPr>
        <p:spPr/>
        <p:txBody>
          <a:bodyPr/>
          <a:lstStyle/>
          <a:p>
            <a:fld id="{F47845EA-7733-40EE-B074-20032348B727}" type="slidenum">
              <a:rPr lang="en-US" smtClean="0"/>
              <a:t>70</a:t>
            </a:fld>
            <a:endParaRPr lang="en-US"/>
          </a:p>
        </p:txBody>
      </p:sp>
    </p:spTree>
    <p:extLst>
      <p:ext uri="{BB962C8B-B14F-4D97-AF65-F5344CB8AC3E}">
        <p14:creationId xmlns:p14="http://schemas.microsoft.com/office/powerpoint/2010/main" val="37747927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EBE801-D05A-12F9-9F67-B7503A1A2DF7}"/>
              </a:ext>
            </a:extLst>
          </p:cNvPr>
          <p:cNvGrpSpPr/>
          <p:nvPr/>
        </p:nvGrpSpPr>
        <p:grpSpPr>
          <a:xfrm>
            <a:off x="4785064" y="564596"/>
            <a:ext cx="6829713" cy="3572398"/>
            <a:chOff x="6096000" y="770953"/>
            <a:chExt cx="5611703" cy="2485240"/>
          </a:xfrm>
        </p:grpSpPr>
        <p:sp>
          <p:nvSpPr>
            <p:cNvPr id="3" name="Freeform: Shape 2">
              <a:extLst>
                <a:ext uri="{FF2B5EF4-FFF2-40B4-BE49-F238E27FC236}">
                  <a16:creationId xmlns:a16="http://schemas.microsoft.com/office/drawing/2014/main" id="{1C5D2E0F-DEF8-2610-A441-0A59273ED87D}"/>
                </a:ext>
              </a:extLst>
            </p:cNvPr>
            <p:cNvSpPr/>
            <p:nvPr/>
          </p:nvSpPr>
          <p:spPr>
            <a:xfrm>
              <a:off x="6311729" y="1713844"/>
              <a:ext cx="5277608" cy="350267"/>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Lst>
              <a:ahLst/>
              <a:cxnLst>
                <a:cxn ang="0">
                  <a:pos x="connsiteX0" y="connsiteY0"/>
                </a:cxn>
                <a:cxn ang="0">
                  <a:pos x="connsiteX1" y="connsiteY1"/>
                </a:cxn>
                <a:cxn ang="0">
                  <a:pos x="connsiteX2" y="connsiteY2"/>
                </a:cxn>
                <a:cxn ang="0">
                  <a:pos x="connsiteX3" y="connsiteY3"/>
                </a:cxn>
              </a:cxnLst>
              <a:rect l="l" t="t" r="r" b="b"/>
              <a:pathLst>
                <a:path w="7361335" h="488561">
                  <a:moveTo>
                    <a:pt x="0" y="416091"/>
                  </a:moveTo>
                  <a:cubicBezTo>
                    <a:pt x="585495" y="19540"/>
                    <a:pt x="1220237" y="-8840"/>
                    <a:pt x="2052346" y="1657"/>
                  </a:cubicBezTo>
                  <a:cubicBezTo>
                    <a:pt x="2884455" y="12154"/>
                    <a:pt x="3859115" y="394320"/>
                    <a:pt x="4992655" y="479073"/>
                  </a:cubicBezTo>
                  <a:cubicBezTo>
                    <a:pt x="6126195" y="563826"/>
                    <a:pt x="6712858" y="51162"/>
                    <a:pt x="7361335" y="11647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E8637CD2-656F-5B7A-3CEE-921201C93BCD}"/>
                </a:ext>
              </a:extLst>
            </p:cNvPr>
            <p:cNvSpPr/>
            <p:nvPr/>
          </p:nvSpPr>
          <p:spPr>
            <a:xfrm>
              <a:off x="6420990" y="1854378"/>
              <a:ext cx="5195662" cy="365728"/>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417442 h 521158"/>
                <a:gd name="connsiteX1" fmla="*/ 2052346 w 7361335"/>
                <a:gd name="connsiteY1" fmla="*/ 3008 h 521158"/>
                <a:gd name="connsiteX2" fmla="*/ 4637055 w 7361335"/>
                <a:gd name="connsiteY2" fmla="*/ 512174 h 521158"/>
                <a:gd name="connsiteX3" fmla="*/ 7361335 w 7361335"/>
                <a:gd name="connsiteY3" fmla="*/ 117827 h 521158"/>
                <a:gd name="connsiteX0" fmla="*/ 0 w 7247035"/>
                <a:gd name="connsiteY0" fmla="*/ 417442 h 512500"/>
                <a:gd name="connsiteX1" fmla="*/ 2052346 w 7247035"/>
                <a:gd name="connsiteY1" fmla="*/ 3008 h 512500"/>
                <a:gd name="connsiteX2" fmla="*/ 4637055 w 7247035"/>
                <a:gd name="connsiteY2" fmla="*/ 512174 h 512500"/>
                <a:gd name="connsiteX3" fmla="*/ 7247035 w 7247035"/>
                <a:gd name="connsiteY3" fmla="*/ 92427 h 512500"/>
                <a:gd name="connsiteX0" fmla="*/ 0 w 7247035"/>
                <a:gd name="connsiteY0" fmla="*/ 459518 h 510126"/>
                <a:gd name="connsiteX1" fmla="*/ 2052346 w 7247035"/>
                <a:gd name="connsiteY1" fmla="*/ 634 h 510126"/>
                <a:gd name="connsiteX2" fmla="*/ 4637055 w 7247035"/>
                <a:gd name="connsiteY2" fmla="*/ 509800 h 510126"/>
                <a:gd name="connsiteX3" fmla="*/ 7247035 w 7247035"/>
                <a:gd name="connsiteY3" fmla="*/ 90053 h 510126"/>
              </a:gdLst>
              <a:ahLst/>
              <a:cxnLst>
                <a:cxn ang="0">
                  <a:pos x="connsiteX0" y="connsiteY0"/>
                </a:cxn>
                <a:cxn ang="0">
                  <a:pos x="connsiteX1" y="connsiteY1"/>
                </a:cxn>
                <a:cxn ang="0">
                  <a:pos x="connsiteX2" y="connsiteY2"/>
                </a:cxn>
                <a:cxn ang="0">
                  <a:pos x="connsiteX3" y="connsiteY3"/>
                </a:cxn>
              </a:cxnLst>
              <a:rect l="l" t="t" r="r" b="b"/>
              <a:pathLst>
                <a:path w="7247035" h="510126">
                  <a:moveTo>
                    <a:pt x="0" y="459518"/>
                  </a:moveTo>
                  <a:cubicBezTo>
                    <a:pt x="585495" y="62967"/>
                    <a:pt x="1279504" y="-7746"/>
                    <a:pt x="2052346" y="634"/>
                  </a:cubicBezTo>
                  <a:cubicBezTo>
                    <a:pt x="2825188" y="9014"/>
                    <a:pt x="3771274" y="494897"/>
                    <a:pt x="4637055" y="509800"/>
                  </a:cubicBezTo>
                  <a:cubicBezTo>
                    <a:pt x="5502836" y="524703"/>
                    <a:pt x="6598558" y="24739"/>
                    <a:pt x="7247035" y="90053"/>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C9C3EF49-15AD-9F42-ACDD-5AF587A37E95}"/>
                </a:ext>
              </a:extLst>
            </p:cNvPr>
            <p:cNvSpPr/>
            <p:nvPr/>
          </p:nvSpPr>
          <p:spPr>
            <a:xfrm>
              <a:off x="6493831" y="1539177"/>
              <a:ext cx="5195662" cy="332337"/>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351037 h 414114"/>
                <a:gd name="connsiteX1" fmla="*/ 2071396 w 7361335"/>
                <a:gd name="connsiteY1" fmla="*/ 6453 h 414114"/>
                <a:gd name="connsiteX2" fmla="*/ 4992655 w 7361335"/>
                <a:gd name="connsiteY2" fmla="*/ 414019 h 414114"/>
                <a:gd name="connsiteX3" fmla="*/ 7361335 w 7361335"/>
                <a:gd name="connsiteY3" fmla="*/ 51422 h 414114"/>
                <a:gd name="connsiteX0" fmla="*/ 0 w 7361335"/>
                <a:gd name="connsiteY0" fmla="*/ 298252 h 437529"/>
                <a:gd name="connsiteX1" fmla="*/ 2071396 w 7361335"/>
                <a:gd name="connsiteY1" fmla="*/ 29868 h 437529"/>
                <a:gd name="connsiteX2" fmla="*/ 4992655 w 7361335"/>
                <a:gd name="connsiteY2" fmla="*/ 437434 h 437529"/>
                <a:gd name="connsiteX3" fmla="*/ 7361335 w 7361335"/>
                <a:gd name="connsiteY3" fmla="*/ 74837 h 437529"/>
                <a:gd name="connsiteX0" fmla="*/ 0 w 7361335"/>
                <a:gd name="connsiteY0" fmla="*/ 275880 h 415157"/>
                <a:gd name="connsiteX1" fmla="*/ 2071396 w 7361335"/>
                <a:gd name="connsiteY1" fmla="*/ 7496 h 415157"/>
                <a:gd name="connsiteX2" fmla="*/ 4992655 w 7361335"/>
                <a:gd name="connsiteY2" fmla="*/ 415062 h 415157"/>
                <a:gd name="connsiteX3" fmla="*/ 7361335 w 7361335"/>
                <a:gd name="connsiteY3" fmla="*/ 52465 h 415157"/>
                <a:gd name="connsiteX0" fmla="*/ 0 w 7361335"/>
                <a:gd name="connsiteY0" fmla="*/ 278721 h 462439"/>
                <a:gd name="connsiteX1" fmla="*/ 2071396 w 7361335"/>
                <a:gd name="connsiteY1" fmla="*/ 10337 h 462439"/>
                <a:gd name="connsiteX2" fmla="*/ 4973605 w 7361335"/>
                <a:gd name="connsiteY2" fmla="*/ 462353 h 462439"/>
                <a:gd name="connsiteX3" fmla="*/ 7361335 w 7361335"/>
                <a:gd name="connsiteY3" fmla="*/ 55306 h 462439"/>
                <a:gd name="connsiteX0" fmla="*/ 0 w 7247035"/>
                <a:gd name="connsiteY0" fmla="*/ 278721 h 463552"/>
                <a:gd name="connsiteX1" fmla="*/ 2071396 w 7247035"/>
                <a:gd name="connsiteY1" fmla="*/ 10337 h 463552"/>
                <a:gd name="connsiteX2" fmla="*/ 4973605 w 7247035"/>
                <a:gd name="connsiteY2" fmla="*/ 462353 h 463552"/>
                <a:gd name="connsiteX3" fmla="*/ 7247035 w 7247035"/>
                <a:gd name="connsiteY3" fmla="*/ 163256 h 463552"/>
              </a:gdLst>
              <a:ahLst/>
              <a:cxnLst>
                <a:cxn ang="0">
                  <a:pos x="connsiteX0" y="connsiteY0"/>
                </a:cxn>
                <a:cxn ang="0">
                  <a:pos x="connsiteX1" y="connsiteY1"/>
                </a:cxn>
                <a:cxn ang="0">
                  <a:pos x="connsiteX2" y="connsiteY2"/>
                </a:cxn>
                <a:cxn ang="0">
                  <a:pos x="connsiteX3" y="connsiteY3"/>
                </a:cxn>
              </a:cxnLst>
              <a:rect l="l" t="t" r="r" b="b"/>
              <a:pathLst>
                <a:path w="7247035" h="463552">
                  <a:moveTo>
                    <a:pt x="0" y="278721"/>
                  </a:moveTo>
                  <a:cubicBezTo>
                    <a:pt x="661695" y="2820"/>
                    <a:pt x="1242462" y="-20268"/>
                    <a:pt x="2071396" y="10337"/>
                  </a:cubicBezTo>
                  <a:cubicBezTo>
                    <a:pt x="2900330" y="40942"/>
                    <a:pt x="4110999" y="436867"/>
                    <a:pt x="4973605" y="462353"/>
                  </a:cubicBezTo>
                  <a:cubicBezTo>
                    <a:pt x="5836211" y="487839"/>
                    <a:pt x="6598558" y="97942"/>
                    <a:pt x="7247035" y="163256"/>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6DC99E5D-1113-D13F-657F-6E67AA604998}"/>
                </a:ext>
              </a:extLst>
            </p:cNvPr>
            <p:cNvSpPr/>
            <p:nvPr/>
          </p:nvSpPr>
          <p:spPr>
            <a:xfrm>
              <a:off x="6348149" y="2048079"/>
              <a:ext cx="5295818" cy="342746"/>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86735"/>
                <a:gd name="connsiteY0" fmla="*/ 503369 h 503369"/>
                <a:gd name="connsiteX1" fmla="*/ 2077746 w 7386735"/>
                <a:gd name="connsiteY1" fmla="*/ 35 h 503369"/>
                <a:gd name="connsiteX2" fmla="*/ 5018055 w 7386735"/>
                <a:gd name="connsiteY2" fmla="*/ 477451 h 503369"/>
                <a:gd name="connsiteX3" fmla="*/ 7386735 w 7386735"/>
                <a:gd name="connsiteY3" fmla="*/ 114854 h 503369"/>
                <a:gd name="connsiteX0" fmla="*/ 0 w 7386735"/>
                <a:gd name="connsiteY0" fmla="*/ 477966 h 477966"/>
                <a:gd name="connsiteX1" fmla="*/ 2084096 w 7386735"/>
                <a:gd name="connsiteY1" fmla="*/ 32 h 477966"/>
                <a:gd name="connsiteX2" fmla="*/ 5018055 w 7386735"/>
                <a:gd name="connsiteY2" fmla="*/ 452048 h 477966"/>
                <a:gd name="connsiteX3" fmla="*/ 7386735 w 7386735"/>
                <a:gd name="connsiteY3" fmla="*/ 89451 h 477966"/>
                <a:gd name="connsiteX0" fmla="*/ 0 w 7386735"/>
                <a:gd name="connsiteY0" fmla="*/ 478098 h 478098"/>
                <a:gd name="connsiteX1" fmla="*/ 2084096 w 7386735"/>
                <a:gd name="connsiteY1" fmla="*/ 164 h 478098"/>
                <a:gd name="connsiteX2" fmla="*/ 5024405 w 7386735"/>
                <a:gd name="connsiteY2" fmla="*/ 420430 h 478098"/>
                <a:gd name="connsiteX3" fmla="*/ 7386735 w 7386735"/>
                <a:gd name="connsiteY3" fmla="*/ 89583 h 478098"/>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Lst>
              <a:ahLst/>
              <a:cxnLst>
                <a:cxn ang="0">
                  <a:pos x="connsiteX0" y="connsiteY0"/>
                </a:cxn>
                <a:cxn ang="0">
                  <a:pos x="connsiteX1" y="connsiteY1"/>
                </a:cxn>
                <a:cxn ang="0">
                  <a:pos x="connsiteX2" y="connsiteY2"/>
                </a:cxn>
                <a:cxn ang="0">
                  <a:pos x="connsiteX3" y="connsiteY3"/>
                </a:cxn>
              </a:cxnLst>
              <a:rect l="l" t="t" r="r" b="b"/>
              <a:pathLst>
                <a:path w="7386735" h="478070">
                  <a:moveTo>
                    <a:pt x="0" y="478070"/>
                  </a:moveTo>
                  <a:cubicBezTo>
                    <a:pt x="585495" y="81519"/>
                    <a:pt x="1246695" y="9747"/>
                    <a:pt x="2084096" y="136"/>
                  </a:cubicBezTo>
                  <a:cubicBezTo>
                    <a:pt x="2921497" y="-9475"/>
                    <a:pt x="4140632" y="494399"/>
                    <a:pt x="5024405" y="420402"/>
                  </a:cubicBezTo>
                  <a:cubicBezTo>
                    <a:pt x="5908178" y="346405"/>
                    <a:pt x="6706508" y="106791"/>
                    <a:pt x="7386735" y="89555"/>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C6A22475-2CF6-3932-D4A5-235773794B6F}"/>
                </a:ext>
              </a:extLst>
            </p:cNvPr>
            <p:cNvSpPr/>
            <p:nvPr/>
          </p:nvSpPr>
          <p:spPr>
            <a:xfrm>
              <a:off x="6270756" y="1344445"/>
              <a:ext cx="5436947" cy="376801"/>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615335"/>
                <a:gd name="connsiteY0" fmla="*/ 416091 h 486221"/>
                <a:gd name="connsiteX1" fmla="*/ 2052346 w 7615335"/>
                <a:gd name="connsiteY1" fmla="*/ 1657 h 486221"/>
                <a:gd name="connsiteX2" fmla="*/ 4992655 w 7615335"/>
                <a:gd name="connsiteY2" fmla="*/ 479073 h 486221"/>
                <a:gd name="connsiteX3" fmla="*/ 7615335 w 7615335"/>
                <a:gd name="connsiteY3" fmla="*/ 326026 h 486221"/>
                <a:gd name="connsiteX0" fmla="*/ 0 w 7615335"/>
                <a:gd name="connsiteY0" fmla="*/ 417734 h 525170"/>
                <a:gd name="connsiteX1" fmla="*/ 2052346 w 7615335"/>
                <a:gd name="connsiteY1" fmla="*/ 3300 h 525170"/>
                <a:gd name="connsiteX2" fmla="*/ 5100605 w 7615335"/>
                <a:gd name="connsiteY2" fmla="*/ 518816 h 525170"/>
                <a:gd name="connsiteX3" fmla="*/ 7615335 w 7615335"/>
                <a:gd name="connsiteY3" fmla="*/ 327669 h 525170"/>
                <a:gd name="connsiteX0" fmla="*/ 0 w 7583585"/>
                <a:gd name="connsiteY0" fmla="*/ 368528 h 533114"/>
                <a:gd name="connsiteX1" fmla="*/ 2020596 w 7583585"/>
                <a:gd name="connsiteY1" fmla="*/ 11244 h 533114"/>
                <a:gd name="connsiteX2" fmla="*/ 5068855 w 7583585"/>
                <a:gd name="connsiteY2" fmla="*/ 526760 h 533114"/>
                <a:gd name="connsiteX3" fmla="*/ 7583585 w 7583585"/>
                <a:gd name="connsiteY3" fmla="*/ 335613 h 533114"/>
                <a:gd name="connsiteX0" fmla="*/ 0 w 7583585"/>
                <a:gd name="connsiteY0" fmla="*/ 361689 h 526275"/>
                <a:gd name="connsiteX1" fmla="*/ 2020596 w 7583585"/>
                <a:gd name="connsiteY1" fmla="*/ 4405 h 526275"/>
                <a:gd name="connsiteX2" fmla="*/ 5068855 w 7583585"/>
                <a:gd name="connsiteY2" fmla="*/ 519921 h 526275"/>
                <a:gd name="connsiteX3" fmla="*/ 7583585 w 7583585"/>
                <a:gd name="connsiteY3" fmla="*/ 328774 h 526275"/>
                <a:gd name="connsiteX0" fmla="*/ 0 w 7583585"/>
                <a:gd name="connsiteY0" fmla="*/ 360985 h 525571"/>
                <a:gd name="connsiteX1" fmla="*/ 2020596 w 7583585"/>
                <a:gd name="connsiteY1" fmla="*/ 3701 h 525571"/>
                <a:gd name="connsiteX2" fmla="*/ 5068855 w 7583585"/>
                <a:gd name="connsiteY2" fmla="*/ 519217 h 525571"/>
                <a:gd name="connsiteX3" fmla="*/ 7583585 w 7583585"/>
                <a:gd name="connsiteY3" fmla="*/ 328070 h 525571"/>
              </a:gdLst>
              <a:ahLst/>
              <a:cxnLst>
                <a:cxn ang="0">
                  <a:pos x="connsiteX0" y="connsiteY0"/>
                </a:cxn>
                <a:cxn ang="0">
                  <a:pos x="connsiteX1" y="connsiteY1"/>
                </a:cxn>
                <a:cxn ang="0">
                  <a:pos x="connsiteX2" y="connsiteY2"/>
                </a:cxn>
                <a:cxn ang="0">
                  <a:pos x="connsiteX3" y="connsiteY3"/>
                </a:cxn>
              </a:cxnLst>
              <a:rect l="l" t="t" r="r" b="b"/>
              <a:pathLst>
                <a:path w="7583585" h="525571">
                  <a:moveTo>
                    <a:pt x="0" y="360985"/>
                  </a:moveTo>
                  <a:cubicBezTo>
                    <a:pt x="623595" y="91434"/>
                    <a:pt x="1175787" y="-22671"/>
                    <a:pt x="2020596" y="3701"/>
                  </a:cubicBezTo>
                  <a:cubicBezTo>
                    <a:pt x="2865405" y="30073"/>
                    <a:pt x="4141690" y="465156"/>
                    <a:pt x="5068855" y="519217"/>
                  </a:cubicBezTo>
                  <a:cubicBezTo>
                    <a:pt x="5996020" y="573279"/>
                    <a:pt x="6935108" y="262756"/>
                    <a:pt x="7583585" y="328070"/>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44BC87A-34E4-53EF-1F19-884E8641318D}"/>
                </a:ext>
              </a:extLst>
            </p:cNvPr>
            <p:cNvCxnSpPr>
              <a:cxnSpLocks/>
            </p:cNvCxnSpPr>
            <p:nvPr/>
          </p:nvCxnSpPr>
          <p:spPr>
            <a:xfrm flipV="1">
              <a:off x="7387477" y="1333863"/>
              <a:ext cx="228538" cy="1501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BAC15F6-657F-E552-4892-4B0D2A17DBD3}"/>
                </a:ext>
              </a:extLst>
            </p:cNvPr>
            <p:cNvCxnSpPr>
              <a:cxnSpLocks/>
            </p:cNvCxnSpPr>
            <p:nvPr/>
          </p:nvCxnSpPr>
          <p:spPr>
            <a:xfrm>
              <a:off x="8189014" y="1564344"/>
              <a:ext cx="187565" cy="1821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461681B-AAE9-9B2D-54EE-A621C06FFFAA}"/>
                </a:ext>
              </a:extLst>
            </p:cNvPr>
            <p:cNvCxnSpPr>
              <a:cxnSpLocks/>
            </p:cNvCxnSpPr>
            <p:nvPr/>
          </p:nvCxnSpPr>
          <p:spPr>
            <a:xfrm>
              <a:off x="8669577" y="1848224"/>
              <a:ext cx="209602" cy="4768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0AF26B7-C6F9-5C34-A483-DA6536DDEDEB}"/>
                </a:ext>
              </a:extLst>
            </p:cNvPr>
            <p:cNvCxnSpPr>
              <a:cxnSpLocks/>
            </p:cNvCxnSpPr>
            <p:nvPr/>
          </p:nvCxnSpPr>
          <p:spPr>
            <a:xfrm>
              <a:off x="9020642" y="2096962"/>
              <a:ext cx="208173" cy="555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73C1A40-12F6-246D-5826-03EF4F4AF672}"/>
                </a:ext>
              </a:extLst>
            </p:cNvPr>
            <p:cNvCxnSpPr>
              <a:cxnSpLocks/>
            </p:cNvCxnSpPr>
            <p:nvPr/>
          </p:nvCxnSpPr>
          <p:spPr>
            <a:xfrm>
              <a:off x="9419111" y="2318433"/>
              <a:ext cx="183012" cy="3480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DA7ADC5-2E95-DA3E-80E6-8C00CF9E92B7}"/>
                </a:ext>
              </a:extLst>
            </p:cNvPr>
            <p:cNvCxnSpPr>
              <a:cxnSpLocks/>
            </p:cNvCxnSpPr>
            <p:nvPr/>
          </p:nvCxnSpPr>
          <p:spPr>
            <a:xfrm>
              <a:off x="6679101" y="770953"/>
              <a:ext cx="0" cy="248524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2C2D97F-2C9C-D7BA-967D-EB5B602AAFF9}"/>
                </a:ext>
              </a:extLst>
            </p:cNvPr>
            <p:cNvCxnSpPr/>
            <p:nvPr/>
          </p:nvCxnSpPr>
          <p:spPr>
            <a:xfrm flipH="1">
              <a:off x="6164013" y="1135636"/>
              <a:ext cx="2100488" cy="210048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BD9F3F4-0450-7C23-D62D-F4295973356E}"/>
                </a:ext>
              </a:extLst>
            </p:cNvPr>
            <p:cNvCxnSpPr>
              <a:cxnSpLocks/>
            </p:cNvCxnSpPr>
            <p:nvPr/>
          </p:nvCxnSpPr>
          <p:spPr>
            <a:xfrm>
              <a:off x="6096000" y="2721036"/>
              <a:ext cx="557343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AB0CDC5-2ACF-72BC-19C5-8993E2BAFF0C}"/>
                    </a:ext>
                  </a:extLst>
                </p:cNvPr>
                <p:cNvSpPr txBox="1"/>
                <p:nvPr/>
              </p:nvSpPr>
              <p:spPr>
                <a:xfrm>
                  <a:off x="7986311" y="941119"/>
                  <a:ext cx="264971" cy="26478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𝑞</m:t>
                        </m:r>
                      </m:oMath>
                    </m:oMathPara>
                  </a14:m>
                  <a:endParaRPr lang="en-US" dirty="0"/>
                </a:p>
              </p:txBody>
            </p:sp>
          </mc:Choice>
          <mc:Fallback xmlns="">
            <p:sp>
              <p:nvSpPr>
                <p:cNvPr id="17" name="TextBox 16">
                  <a:extLst>
                    <a:ext uri="{FF2B5EF4-FFF2-40B4-BE49-F238E27FC236}">
                      <a16:creationId xmlns:a16="http://schemas.microsoft.com/office/drawing/2014/main" id="{9AB0CDC5-2ACF-72BC-19C5-8993E2BAFF0C}"/>
                    </a:ext>
                  </a:extLst>
                </p:cNvPr>
                <p:cNvSpPr txBox="1">
                  <a:spLocks noRot="1" noChangeAspect="1" noMove="1" noResize="1" noEditPoints="1" noAdjustHandles="1" noChangeArrowheads="1" noChangeShapeType="1" noTextEdit="1"/>
                </p:cNvSpPr>
                <p:nvPr/>
              </p:nvSpPr>
              <p:spPr>
                <a:xfrm>
                  <a:off x="7986311" y="941119"/>
                  <a:ext cx="264971" cy="26478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D250A47-BA32-51BD-66D7-B414B32944AF}"/>
                    </a:ext>
                  </a:extLst>
                </p:cNvPr>
                <p:cNvSpPr txBox="1"/>
                <p:nvPr/>
              </p:nvSpPr>
              <p:spPr>
                <a:xfrm>
                  <a:off x="6389224" y="770953"/>
                  <a:ext cx="264281" cy="26478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8" name="TextBox 17">
                  <a:extLst>
                    <a:ext uri="{FF2B5EF4-FFF2-40B4-BE49-F238E27FC236}">
                      <a16:creationId xmlns:a16="http://schemas.microsoft.com/office/drawing/2014/main" id="{BD250A47-BA32-51BD-66D7-B414B32944AF}"/>
                    </a:ext>
                  </a:extLst>
                </p:cNvPr>
                <p:cNvSpPr txBox="1">
                  <a:spLocks noRot="1" noChangeAspect="1" noMove="1" noResize="1" noEditPoints="1" noAdjustHandles="1" noChangeArrowheads="1" noChangeShapeType="1" noTextEdit="1"/>
                </p:cNvSpPr>
                <p:nvPr/>
              </p:nvSpPr>
              <p:spPr>
                <a:xfrm>
                  <a:off x="6389224" y="770953"/>
                  <a:ext cx="264281" cy="2647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C470CAB-4913-E26F-E127-184960790CB5}"/>
                    </a:ext>
                  </a:extLst>
                </p:cNvPr>
                <p:cNvSpPr txBox="1"/>
                <p:nvPr/>
              </p:nvSpPr>
              <p:spPr>
                <a:xfrm>
                  <a:off x="11460054" y="2748007"/>
                  <a:ext cx="239872" cy="26478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oMath>
                    </m:oMathPara>
                  </a14:m>
                  <a:endParaRPr lang="en-US" dirty="0"/>
                </a:p>
              </p:txBody>
            </p:sp>
          </mc:Choice>
          <mc:Fallback xmlns="">
            <p:sp>
              <p:nvSpPr>
                <p:cNvPr id="19" name="TextBox 18">
                  <a:extLst>
                    <a:ext uri="{FF2B5EF4-FFF2-40B4-BE49-F238E27FC236}">
                      <a16:creationId xmlns:a16="http://schemas.microsoft.com/office/drawing/2014/main" id="{BC470CAB-4913-E26F-E127-184960790CB5}"/>
                    </a:ext>
                  </a:extLst>
                </p:cNvPr>
                <p:cNvSpPr txBox="1">
                  <a:spLocks noRot="1" noChangeAspect="1" noMove="1" noResize="1" noEditPoints="1" noAdjustHandles="1" noChangeArrowheads="1" noChangeShapeType="1" noTextEdit="1"/>
                </p:cNvSpPr>
                <p:nvPr/>
              </p:nvSpPr>
              <p:spPr>
                <a:xfrm>
                  <a:off x="11460054" y="2748007"/>
                  <a:ext cx="239872" cy="2647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514546-3A91-60A8-B0F6-7965D46F95DB}"/>
                    </a:ext>
                  </a:extLst>
                </p:cNvPr>
                <p:cNvSpPr txBox="1"/>
                <p:nvPr/>
              </p:nvSpPr>
              <p:spPr>
                <a:xfrm>
                  <a:off x="9921745" y="1321771"/>
                  <a:ext cx="421590" cy="404791"/>
                </a:xfrm>
                <a:prstGeom prst="rect">
                  <a:avLst/>
                </a:prstGeom>
                <a:noFill/>
              </p:spPr>
              <p:txBody>
                <a:bodyPr wrap="none" rtlCol="0">
                  <a:spAutoFit/>
                </a:bodyPr>
                <a:lstStyle/>
                <a:p>
                  <a:pPr/>
                  <a14:m>
                    <m:oMathPara xmlns:m="http://schemas.openxmlformats.org/officeDocument/2006/math">
                      <m:oMath>
                        <m:acc>
                          <m:accPr>
                            <m:chr m:val="⃗"/>
                            <m:ctrlPr>
                              <a:rPr lang="en-US" b="0" i="1" smtClean="0">
                                <a:solidFill>
                                  <a:schemeClr val="accent5"/>
                                </a:solidFill>
                                <a:latin typeface="Cambria Math" panose="02040503050406030204" pitchFamily="18" charset="0"/>
                              </a:rPr>
                            </m:ctrlPr>
                          </m:accPr>
                          <m:e>
                            <m:r>
                              <a:rPr lang="en-US" b="0" i="1" smtClean="0">
                                <a:solidFill>
                                  <a:schemeClr val="accent5"/>
                                </a:solidFill>
                                <a:latin typeface="Cambria Math" panose="02040503050406030204" pitchFamily="18" charset="0"/>
                              </a:rPr>
                              <m:t>𝑆</m:t>
                            </m:r>
                          </m:e>
                        </m:acc>
                        <m:r>
                          <a:rPr lang="en-US" b="0" i="1" smtClean="0">
                            <a:solidFill>
                              <a:schemeClr val="accent5"/>
                            </a:solidFill>
                            <a:latin typeface="Cambria Math" panose="02040503050406030204" pitchFamily="18" charset="0"/>
                          </a:rPr>
                          <m:t> </m:t>
                        </m:r>
                      </m:oMath>
                    </m:oMathPara>
                  </a14:m>
                  <a:endParaRPr lang="en-US" dirty="0">
                    <a:solidFill>
                      <a:schemeClr val="accent5"/>
                    </a:solidFill>
                  </a:endParaRPr>
                </a:p>
              </p:txBody>
            </p:sp>
          </mc:Choice>
          <mc:Fallback xmlns="">
            <p:sp>
              <p:nvSpPr>
                <p:cNvPr id="20" name="TextBox 19">
                  <a:extLst>
                    <a:ext uri="{FF2B5EF4-FFF2-40B4-BE49-F238E27FC236}">
                      <a16:creationId xmlns:a16="http://schemas.microsoft.com/office/drawing/2014/main" id="{08514546-3A91-60A8-B0F6-7965D46F95DB}"/>
                    </a:ext>
                  </a:extLst>
                </p:cNvPr>
                <p:cNvSpPr txBox="1">
                  <a:spLocks noRot="1" noChangeAspect="1" noMove="1" noResize="1" noEditPoints="1" noAdjustHandles="1" noChangeArrowheads="1" noChangeShapeType="1" noTextEdit="1"/>
                </p:cNvSpPr>
                <p:nvPr/>
              </p:nvSpPr>
              <p:spPr>
                <a:xfrm>
                  <a:off x="9921745" y="1321771"/>
                  <a:ext cx="421590" cy="404791"/>
                </a:xfrm>
                <a:prstGeom prst="rect">
                  <a:avLst/>
                </a:prstGeom>
                <a:blipFill>
                  <a:blip r:embed="rId5"/>
                  <a:stretch>
                    <a:fillRect t="-18947" r="-30952"/>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F720125E-5F4E-BE36-0CFF-94639596CB41}"/>
                </a:ext>
              </a:extLst>
            </p:cNvPr>
            <p:cNvCxnSpPr>
              <a:cxnSpLocks/>
            </p:cNvCxnSpPr>
            <p:nvPr/>
          </p:nvCxnSpPr>
          <p:spPr>
            <a:xfrm>
              <a:off x="9241771" y="1964944"/>
              <a:ext cx="216732" cy="4958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E622377-42B2-22C7-BD56-467D75FF9F4D}"/>
                </a:ext>
              </a:extLst>
            </p:cNvPr>
            <p:cNvCxnSpPr>
              <a:cxnSpLocks/>
            </p:cNvCxnSpPr>
            <p:nvPr/>
          </p:nvCxnSpPr>
          <p:spPr>
            <a:xfrm>
              <a:off x="8412217" y="1932026"/>
              <a:ext cx="208173" cy="55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F8F6ABD-39BD-0586-2717-994D94F1E7F4}"/>
                </a:ext>
              </a:extLst>
            </p:cNvPr>
            <p:cNvCxnSpPr>
              <a:cxnSpLocks/>
            </p:cNvCxnSpPr>
            <p:nvPr/>
          </p:nvCxnSpPr>
          <p:spPr>
            <a:xfrm>
              <a:off x="9882016" y="2056823"/>
              <a:ext cx="202432" cy="1010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46D4CDF-F8D4-12B9-8F59-F67039CC6494}"/>
                </a:ext>
              </a:extLst>
            </p:cNvPr>
            <p:cNvCxnSpPr>
              <a:cxnSpLocks/>
            </p:cNvCxnSpPr>
            <p:nvPr/>
          </p:nvCxnSpPr>
          <p:spPr>
            <a:xfrm flipV="1">
              <a:off x="9824109" y="2210992"/>
              <a:ext cx="198879" cy="972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5129AE7-1BF0-25B2-462B-3DD1EB58D91A}"/>
                </a:ext>
              </a:extLst>
            </p:cNvPr>
            <p:cNvCxnSpPr>
              <a:cxnSpLocks/>
            </p:cNvCxnSpPr>
            <p:nvPr/>
          </p:nvCxnSpPr>
          <p:spPr>
            <a:xfrm>
              <a:off x="8025435" y="1728507"/>
              <a:ext cx="208998" cy="3244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1C8FB61-A6CF-5F11-3A3E-F6DE494B670D}"/>
                </a:ext>
              </a:extLst>
            </p:cNvPr>
            <p:cNvCxnSpPr>
              <a:cxnSpLocks/>
            </p:cNvCxnSpPr>
            <p:nvPr/>
          </p:nvCxnSpPr>
          <p:spPr>
            <a:xfrm>
              <a:off x="7760497" y="1853763"/>
              <a:ext cx="215211"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B1E1832-9C88-2B92-08F6-DA50BB90D823}"/>
                </a:ext>
              </a:extLst>
            </p:cNvPr>
            <p:cNvCxnSpPr>
              <a:cxnSpLocks/>
            </p:cNvCxnSpPr>
            <p:nvPr/>
          </p:nvCxnSpPr>
          <p:spPr>
            <a:xfrm>
              <a:off x="8774378" y="2188491"/>
              <a:ext cx="208173" cy="555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C77E6D3-5418-A8A5-5516-A19B5F4B5C7B}"/>
                </a:ext>
              </a:extLst>
            </p:cNvPr>
            <p:cNvCxnSpPr>
              <a:cxnSpLocks/>
            </p:cNvCxnSpPr>
            <p:nvPr/>
          </p:nvCxnSpPr>
          <p:spPr>
            <a:xfrm>
              <a:off x="8129522" y="2066929"/>
              <a:ext cx="207820" cy="3331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CC31A5-7CF6-3E45-840E-D63FE74E41D5}"/>
                </a:ext>
              </a:extLst>
            </p:cNvPr>
            <p:cNvCxnSpPr>
              <a:cxnSpLocks/>
            </p:cNvCxnSpPr>
            <p:nvPr/>
          </p:nvCxnSpPr>
          <p:spPr>
            <a:xfrm flipV="1">
              <a:off x="10541160" y="1976977"/>
              <a:ext cx="176927" cy="4141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58966F6-B5D1-DBAA-E9A4-3D6822105771}"/>
                </a:ext>
              </a:extLst>
            </p:cNvPr>
            <p:cNvCxnSpPr>
              <a:cxnSpLocks/>
            </p:cNvCxnSpPr>
            <p:nvPr/>
          </p:nvCxnSpPr>
          <p:spPr>
            <a:xfrm flipV="1">
              <a:off x="10473814" y="2076118"/>
              <a:ext cx="171432" cy="4484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BCADC3A-D5D5-2119-2366-9E0F770D5F10}"/>
                </a:ext>
              </a:extLst>
            </p:cNvPr>
            <p:cNvCxnSpPr>
              <a:cxnSpLocks/>
            </p:cNvCxnSpPr>
            <p:nvPr/>
          </p:nvCxnSpPr>
          <p:spPr>
            <a:xfrm flipV="1">
              <a:off x="10293409" y="2280587"/>
              <a:ext cx="180405" cy="329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0BCCF11C-297A-7F91-524A-B75BBBC908F1}"/>
                </a:ext>
              </a:extLst>
            </p:cNvPr>
            <p:cNvCxnSpPr>
              <a:cxnSpLocks/>
            </p:cNvCxnSpPr>
            <p:nvPr/>
          </p:nvCxnSpPr>
          <p:spPr>
            <a:xfrm flipV="1">
              <a:off x="11087778" y="2140420"/>
              <a:ext cx="180210" cy="3609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2D8C71B3-E165-4667-E404-F8EC3835F190}"/>
                </a:ext>
              </a:extLst>
            </p:cNvPr>
            <p:cNvCxnSpPr>
              <a:cxnSpLocks/>
            </p:cNvCxnSpPr>
            <p:nvPr/>
          </p:nvCxnSpPr>
          <p:spPr>
            <a:xfrm flipV="1">
              <a:off x="11213867" y="1919903"/>
              <a:ext cx="162593" cy="2792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AF8739D-D220-F5BB-0EA5-04323914432B}"/>
                </a:ext>
              </a:extLst>
            </p:cNvPr>
            <p:cNvCxnSpPr>
              <a:cxnSpLocks/>
            </p:cNvCxnSpPr>
            <p:nvPr/>
          </p:nvCxnSpPr>
          <p:spPr>
            <a:xfrm flipV="1">
              <a:off x="11238542" y="1784152"/>
              <a:ext cx="169330" cy="4662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EA1A8960-D6F7-56C7-DA76-27EDC9862E72}"/>
                </a:ext>
              </a:extLst>
            </p:cNvPr>
            <p:cNvCxnSpPr>
              <a:cxnSpLocks/>
            </p:cNvCxnSpPr>
            <p:nvPr/>
          </p:nvCxnSpPr>
          <p:spPr>
            <a:xfrm flipV="1">
              <a:off x="7291190" y="2056315"/>
              <a:ext cx="210556" cy="1765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F15526F6-B2E8-333B-989F-01753516C7F6}"/>
                </a:ext>
              </a:extLst>
            </p:cNvPr>
            <p:cNvCxnSpPr>
              <a:cxnSpLocks/>
            </p:cNvCxnSpPr>
            <p:nvPr/>
          </p:nvCxnSpPr>
          <p:spPr>
            <a:xfrm flipV="1">
              <a:off x="7152320" y="1874242"/>
              <a:ext cx="200789" cy="2695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2DBFA49D-7E03-CAEF-B779-8AB2B26B10B2}"/>
                </a:ext>
              </a:extLst>
            </p:cNvPr>
            <p:cNvCxnSpPr>
              <a:cxnSpLocks/>
            </p:cNvCxnSpPr>
            <p:nvPr/>
          </p:nvCxnSpPr>
          <p:spPr>
            <a:xfrm>
              <a:off x="8996058" y="1571620"/>
              <a:ext cx="207251" cy="4859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224A4D6-AC17-3861-8BB7-1E1AAAF6C9D1}"/>
                </a:ext>
              </a:extLst>
            </p:cNvPr>
            <p:cNvCxnSpPr>
              <a:cxnSpLocks/>
            </p:cNvCxnSpPr>
            <p:nvPr/>
          </p:nvCxnSpPr>
          <p:spPr>
            <a:xfrm>
              <a:off x="8263688" y="1416059"/>
              <a:ext cx="224987" cy="4380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09982FAF-C72F-3A25-9779-E372684F6262}"/>
                </a:ext>
              </a:extLst>
            </p:cNvPr>
            <p:cNvCxnSpPr>
              <a:cxnSpLocks/>
            </p:cNvCxnSpPr>
            <p:nvPr/>
          </p:nvCxnSpPr>
          <p:spPr>
            <a:xfrm>
              <a:off x="9752995" y="1703485"/>
              <a:ext cx="194876" cy="3273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3E6D31F4-E50E-D6EE-CC36-60F4C20E73FF}"/>
                </a:ext>
              </a:extLst>
            </p:cNvPr>
            <p:cNvCxnSpPr>
              <a:cxnSpLocks/>
            </p:cNvCxnSpPr>
            <p:nvPr/>
          </p:nvCxnSpPr>
          <p:spPr>
            <a:xfrm flipV="1">
              <a:off x="10437076" y="1680993"/>
              <a:ext cx="177288" cy="2084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DDBEEC9D-B4FD-99A1-0C17-47D88C86C4CE}"/>
                </a:ext>
              </a:extLst>
            </p:cNvPr>
            <p:cNvCxnSpPr>
              <a:cxnSpLocks/>
            </p:cNvCxnSpPr>
            <p:nvPr/>
          </p:nvCxnSpPr>
          <p:spPr>
            <a:xfrm flipV="1">
              <a:off x="11121062" y="1581327"/>
              <a:ext cx="196891" cy="2844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906C036C-FC53-51F9-7BC0-040007C88622}"/>
                </a:ext>
              </a:extLst>
            </p:cNvPr>
            <p:cNvCxnSpPr>
              <a:cxnSpLocks/>
            </p:cNvCxnSpPr>
            <p:nvPr/>
          </p:nvCxnSpPr>
          <p:spPr>
            <a:xfrm>
              <a:off x="8933745" y="1692195"/>
              <a:ext cx="194991" cy="460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F66A7571-E9BB-E006-F38F-5E28DD35061B}"/>
                </a:ext>
              </a:extLst>
            </p:cNvPr>
            <p:cNvCxnSpPr>
              <a:cxnSpLocks/>
            </p:cNvCxnSpPr>
            <p:nvPr/>
          </p:nvCxnSpPr>
          <p:spPr>
            <a:xfrm>
              <a:off x="9696850" y="1840084"/>
              <a:ext cx="220409" cy="3332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7FC22538-493C-83F2-BA16-0AE6CA892003}"/>
                </a:ext>
              </a:extLst>
            </p:cNvPr>
            <p:cNvCxnSpPr>
              <a:cxnSpLocks/>
            </p:cNvCxnSpPr>
            <p:nvPr/>
          </p:nvCxnSpPr>
          <p:spPr>
            <a:xfrm flipV="1">
              <a:off x="10473814" y="1814676"/>
              <a:ext cx="171432" cy="2636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2CA794D0-6906-7C4F-3A1F-D3BEB19FBB5A}"/>
                </a:ext>
              </a:extLst>
            </p:cNvPr>
            <p:cNvCxnSpPr>
              <a:cxnSpLocks/>
            </p:cNvCxnSpPr>
            <p:nvPr/>
          </p:nvCxnSpPr>
          <p:spPr>
            <a:xfrm flipV="1">
              <a:off x="11147012" y="1671242"/>
              <a:ext cx="159794" cy="3660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C526A33C-4F89-55CF-2540-2CE5E59FA511}"/>
                </a:ext>
              </a:extLst>
            </p:cNvPr>
            <p:cNvCxnSpPr>
              <a:cxnSpLocks/>
            </p:cNvCxnSpPr>
            <p:nvPr/>
          </p:nvCxnSpPr>
          <p:spPr>
            <a:xfrm flipV="1">
              <a:off x="7393465" y="1534554"/>
              <a:ext cx="222550" cy="860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35FFFEF2-2F2C-4BAB-28D3-CDE7695EB66F}"/>
                </a:ext>
              </a:extLst>
            </p:cNvPr>
            <p:cNvCxnSpPr>
              <a:cxnSpLocks/>
            </p:cNvCxnSpPr>
            <p:nvPr/>
          </p:nvCxnSpPr>
          <p:spPr>
            <a:xfrm flipV="1">
              <a:off x="7114343" y="1713844"/>
              <a:ext cx="205799" cy="2415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3633B199-E3D2-F305-A9B4-86A0D77FC6A5}"/>
                    </a:ext>
                  </a:extLst>
                </p:cNvPr>
                <p:cNvSpPr txBox="1"/>
                <p:nvPr/>
              </p:nvSpPr>
              <p:spPr>
                <a:xfrm>
                  <a:off x="7083368" y="1155004"/>
                  <a:ext cx="352982" cy="369332"/>
                </a:xfrm>
                <a:prstGeom prst="rect">
                  <a:avLst/>
                </a:prstGeom>
                <a:noFill/>
              </p:spPr>
              <p:txBody>
                <a:bodyPr wrap="none" rtlCol="0">
                  <a:spAutoFit/>
                </a:bodyPr>
                <a:lstStyle/>
                <a:p>
                  <a:pPr/>
                  <a14:m>
                    <m:oMathPara xmlns:m="http://schemas.openxmlformats.org/officeDocument/2006/math">
                      <m:oMath>
                        <m:r>
                          <m:rPr>
                            <m:sty m:val="p"/>
                          </m:rPr>
                          <a:rPr lang="en-US" b="0" i="1" smtClean="0">
                            <a:latin typeface="Cambria Math" panose="02040503050406030204" pitchFamily="18" charset="0"/>
                          </a:rPr>
                          <m:t>γ</m:t>
                        </m:r>
                      </m:oMath>
                    </m:oMathPara>
                  </a14:m>
                  <a:endParaRPr lang="en-US" b="0" i="1" dirty="0">
                    <a:latin typeface="Cambria Math" panose="02040503050406030204" pitchFamily="18" charset="0"/>
                  </a:endParaRPr>
                </a:p>
              </p:txBody>
            </p:sp>
          </mc:Choice>
          <mc:Fallback xmlns="">
            <p:sp>
              <p:nvSpPr>
                <p:cNvPr id="145" name="TextBox 144">
                  <a:extLst>
                    <a:ext uri="{FF2B5EF4-FFF2-40B4-BE49-F238E27FC236}">
                      <a16:creationId xmlns:a16="http://schemas.microsoft.com/office/drawing/2014/main" id="{3633B199-E3D2-F305-A9B4-86A0D77FC6A5}"/>
                    </a:ext>
                  </a:extLst>
                </p:cNvPr>
                <p:cNvSpPr txBox="1">
                  <a:spLocks noRot="1" noChangeAspect="1" noMove="1" noResize="1" noEditPoints="1" noAdjustHandles="1" noChangeArrowheads="1" noChangeShapeType="1" noTextEdit="1"/>
                </p:cNvSpPr>
                <p:nvPr/>
              </p:nvSpPr>
              <p:spPr>
                <a:xfrm>
                  <a:off x="7083368" y="1155004"/>
                  <a:ext cx="352982" cy="369332"/>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12BFF6A4-8FDA-EC6A-3E29-BD13BE1057C0}"/>
                  </a:ext>
                </a:extLst>
              </p:cNvPr>
              <p:cNvSpPr txBox="1"/>
              <p:nvPr/>
            </p:nvSpPr>
            <p:spPr>
              <a:xfrm>
                <a:off x="405865" y="709689"/>
                <a:ext cx="3530069" cy="1325171"/>
              </a:xfrm>
              <a:prstGeom prst="rect">
                <a:avLst/>
              </a:prstGeom>
              <a:noFill/>
            </p:spPr>
            <p:txBody>
              <a:bodyPr wrap="none" rtlCol="0">
                <a:spAutoFit/>
              </a:bodyPr>
              <a:lstStyle/>
              <a:p>
                <a:pPr/>
                <a14:m>
                  <m:oMathPara xmlns:m="http://schemas.openxmlformats.org/officeDocument/2006/math">
                    <m:oMath>
                      <m:acc>
                        <m:accPr>
                          <m:chr m:val="⃗"/>
                          <m:ctrlPr>
                            <a:rPr lang="en-US" sz="3600" b="0" i="1" smtClean="0">
                              <a:solidFill>
                                <a:schemeClr val="accent1"/>
                              </a:solidFill>
                              <a:latin typeface="Cambria Math" panose="02040503050406030204" pitchFamily="18" charset="0"/>
                            </a:rPr>
                          </m:ctrlPr>
                        </m:accPr>
                        <m:e>
                          <m:r>
                            <a:rPr lang="en-US" sz="3600" b="0" i="1" smtClean="0">
                              <a:solidFill>
                                <a:schemeClr val="accent1"/>
                              </a:solidFill>
                              <a:latin typeface="Cambria Math" panose="02040503050406030204" pitchFamily="18" charset="0"/>
                            </a:rPr>
                            <m:t>𝑆</m:t>
                          </m:r>
                        </m:e>
                      </m:acc>
                      <m:r>
                        <a:rPr lang="en-US" sz="3600" b="0" i="1" smtClean="0">
                          <a:solidFill>
                            <a:schemeClr val="accent1"/>
                          </a:solidFill>
                          <a:latin typeface="Cambria Math" panose="02040503050406030204" pitchFamily="18" charset="0"/>
                        </a:rPr>
                        <m:t>=</m:t>
                      </m:r>
                      <m:d>
                        <m:dPr>
                          <m:begChr m:val="["/>
                          <m:endChr m:val="]"/>
                          <m:ctrlPr>
                            <a:rPr lang="en-US" sz="3600" i="1">
                              <a:solidFill>
                                <a:schemeClr val="accent1"/>
                              </a:solidFill>
                              <a:latin typeface="Cambria Math" panose="02040503050406030204" pitchFamily="18" charset="0"/>
                            </a:rPr>
                          </m:ctrlPr>
                        </m:dPr>
                        <m:e>
                          <m:f>
                            <m:fPr>
                              <m:ctrlPr>
                                <a:rPr lang="en-US" sz="3600" i="1">
                                  <a:solidFill>
                                    <a:schemeClr val="accent1"/>
                                  </a:solidFill>
                                  <a:latin typeface="Cambria Math" panose="02040503050406030204" pitchFamily="18" charset="0"/>
                                </a:rPr>
                              </m:ctrlPr>
                            </m:fPr>
                            <m:num>
                              <m:r>
                                <a:rPr lang="en-US" sz="3600" i="1">
                                  <a:solidFill>
                                    <a:schemeClr val="accent1"/>
                                  </a:solidFill>
                                  <a:latin typeface="Cambria Math" panose="02040503050406030204" pitchFamily="18" charset="0"/>
                                </a:rPr>
                                <m:t>𝑑𝑞</m:t>
                              </m:r>
                            </m:num>
                            <m:den>
                              <m:r>
                                <a:rPr lang="en-US" sz="3600" i="1">
                                  <a:solidFill>
                                    <a:schemeClr val="accent1"/>
                                  </a:solidFill>
                                  <a:latin typeface="Cambria Math" panose="02040503050406030204" pitchFamily="18" charset="0"/>
                                </a:rPr>
                                <m:t>𝑑𝑡</m:t>
                              </m:r>
                            </m:den>
                          </m:f>
                          <m:r>
                            <a:rPr lang="en-US" sz="3600" i="1">
                              <a:solidFill>
                                <a:schemeClr val="accent1"/>
                              </a:solidFill>
                              <a:latin typeface="Cambria Math" panose="02040503050406030204" pitchFamily="18" charset="0"/>
                            </a:rPr>
                            <m:t>,</m:t>
                          </m:r>
                          <m:f>
                            <m:fPr>
                              <m:ctrlPr>
                                <a:rPr lang="en-US" sz="3600" i="1">
                                  <a:solidFill>
                                    <a:schemeClr val="accent1"/>
                                  </a:solidFill>
                                  <a:latin typeface="Cambria Math" panose="02040503050406030204" pitchFamily="18" charset="0"/>
                                </a:rPr>
                              </m:ctrlPr>
                            </m:fPr>
                            <m:num>
                              <m:r>
                                <a:rPr lang="en-US" sz="3600" i="1">
                                  <a:solidFill>
                                    <a:schemeClr val="accent1"/>
                                  </a:solidFill>
                                  <a:latin typeface="Cambria Math" panose="02040503050406030204" pitchFamily="18" charset="0"/>
                                </a:rPr>
                                <m:t>𝑑𝑝</m:t>
                              </m:r>
                            </m:num>
                            <m:den>
                              <m:r>
                                <a:rPr lang="en-US" sz="3600" i="1">
                                  <a:solidFill>
                                    <a:schemeClr val="accent1"/>
                                  </a:solidFill>
                                  <a:latin typeface="Cambria Math" panose="02040503050406030204" pitchFamily="18" charset="0"/>
                                </a:rPr>
                                <m:t>𝑑𝑡</m:t>
                              </m:r>
                            </m:den>
                          </m:f>
                          <m:r>
                            <a:rPr lang="en-US" sz="3600" i="1">
                              <a:solidFill>
                                <a:schemeClr val="accent1"/>
                              </a:solidFill>
                              <a:latin typeface="Cambria Math" panose="02040503050406030204" pitchFamily="18" charset="0"/>
                            </a:rPr>
                            <m:t>,</m:t>
                          </m:r>
                          <m:f>
                            <m:fPr>
                              <m:ctrlPr>
                                <a:rPr lang="en-US" sz="3600" i="1">
                                  <a:solidFill>
                                    <a:schemeClr val="accent1"/>
                                  </a:solidFill>
                                  <a:latin typeface="Cambria Math" panose="02040503050406030204" pitchFamily="18" charset="0"/>
                                </a:rPr>
                              </m:ctrlPr>
                            </m:fPr>
                            <m:num>
                              <m:r>
                                <a:rPr lang="en-US" sz="3600" i="1">
                                  <a:solidFill>
                                    <a:schemeClr val="accent1"/>
                                  </a:solidFill>
                                  <a:latin typeface="Cambria Math" panose="02040503050406030204" pitchFamily="18" charset="0"/>
                                </a:rPr>
                                <m:t>𝑑𝑡</m:t>
                              </m:r>
                            </m:num>
                            <m:den>
                              <m:r>
                                <a:rPr lang="en-US" sz="3600" i="1">
                                  <a:solidFill>
                                    <a:schemeClr val="accent1"/>
                                  </a:solidFill>
                                  <a:latin typeface="Cambria Math" panose="02040503050406030204" pitchFamily="18" charset="0"/>
                                </a:rPr>
                                <m:t>𝑑𝑡</m:t>
                              </m:r>
                            </m:den>
                          </m:f>
                        </m:e>
                      </m:d>
                    </m:oMath>
                  </m:oMathPara>
                </a14:m>
                <a:endParaRPr lang="en-US" sz="3600" dirty="0">
                  <a:solidFill>
                    <a:schemeClr val="accent1"/>
                  </a:solidFill>
                </a:endParaRPr>
              </a:p>
            </p:txBody>
          </p:sp>
        </mc:Choice>
        <mc:Fallback xmlns="">
          <p:sp>
            <p:nvSpPr>
              <p:cNvPr id="149" name="TextBox 148">
                <a:extLst>
                  <a:ext uri="{FF2B5EF4-FFF2-40B4-BE49-F238E27FC236}">
                    <a16:creationId xmlns:a16="http://schemas.microsoft.com/office/drawing/2014/main" id="{12BFF6A4-8FDA-EC6A-3E29-BD13BE1057C0}"/>
                  </a:ext>
                </a:extLst>
              </p:cNvPr>
              <p:cNvSpPr txBox="1">
                <a:spLocks noRot="1" noChangeAspect="1" noMove="1" noResize="1" noEditPoints="1" noAdjustHandles="1" noChangeArrowheads="1" noChangeShapeType="1" noTextEdit="1"/>
              </p:cNvSpPr>
              <p:nvPr/>
            </p:nvSpPr>
            <p:spPr>
              <a:xfrm>
                <a:off x="405865" y="709689"/>
                <a:ext cx="3530069" cy="1325171"/>
              </a:xfrm>
              <a:prstGeom prst="rect">
                <a:avLst/>
              </a:prstGeom>
              <a:blipFill>
                <a:blip r:embed="rId7"/>
                <a:stretch>
                  <a:fillRect/>
                </a:stretch>
              </a:blipFill>
            </p:spPr>
            <p:txBody>
              <a:bodyPr/>
              <a:lstStyle/>
              <a:p>
                <a:r>
                  <a:rPr lang="en-US">
                    <a:noFill/>
                  </a:rPr>
                  <a:t> </a:t>
                </a:r>
              </a:p>
            </p:txBody>
          </p:sp>
        </mc:Fallback>
      </mc:AlternateContent>
      <p:sp>
        <p:nvSpPr>
          <p:cNvPr id="209" name="TextBox 208">
            <a:extLst>
              <a:ext uri="{FF2B5EF4-FFF2-40B4-BE49-F238E27FC236}">
                <a16:creationId xmlns:a16="http://schemas.microsoft.com/office/drawing/2014/main" id="{35AD2927-0711-FB28-4137-EA894862D33E}"/>
              </a:ext>
            </a:extLst>
          </p:cNvPr>
          <p:cNvSpPr txBox="1"/>
          <p:nvPr/>
        </p:nvSpPr>
        <p:spPr>
          <a:xfrm>
            <a:off x="234546" y="323739"/>
            <a:ext cx="1464953" cy="646331"/>
          </a:xfrm>
          <a:prstGeom prst="rect">
            <a:avLst/>
          </a:prstGeom>
          <a:noFill/>
        </p:spPr>
        <p:txBody>
          <a:bodyPr wrap="none" rtlCol="0">
            <a:spAutoFit/>
          </a:bodyPr>
          <a:lstStyle/>
          <a:p>
            <a:r>
              <a:rPr lang="en-US" dirty="0"/>
              <a:t>Displacement</a:t>
            </a:r>
            <a:br>
              <a:rPr lang="en-US" dirty="0"/>
            </a:br>
            <a:r>
              <a:rPr lang="en-US" dirty="0"/>
              <a:t>field</a:t>
            </a:r>
          </a:p>
        </p:txBody>
      </p:sp>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C2762DC6-2487-7BC9-AC23-4E70FFCC7607}"/>
                  </a:ext>
                </a:extLst>
              </p:cNvPr>
              <p:cNvSpPr txBox="1"/>
              <p:nvPr/>
            </p:nvSpPr>
            <p:spPr>
              <a:xfrm>
                <a:off x="459276" y="2598477"/>
                <a:ext cx="3698705" cy="646331"/>
              </a:xfrm>
              <a:prstGeom prst="rect">
                <a:avLst/>
              </a:prstGeom>
              <a:noFill/>
            </p:spPr>
            <p:txBody>
              <a:bodyPr wrap="none" rtlCol="0">
                <a:spAutoFit/>
              </a:bodyPr>
              <a:lstStyle/>
              <a:p>
                <a:pPr/>
                <a14:m>
                  <m:oMathPara xmlns:m="http://schemas.openxmlformats.org/officeDocument/2006/math">
                    <m:oMath>
                      <m:r>
                        <a:rPr lang="en-US" sz="3600" i="1">
                          <a:latin typeface="Cambria Math" panose="02040503050406030204" pitchFamily="18" charset="0"/>
                        </a:rPr>
                        <m:t>𝛾</m:t>
                      </m:r>
                      <m:r>
                        <a:rPr lang="en-US" sz="3600" i="1">
                          <a:latin typeface="Cambria Math" panose="02040503050406030204" pitchFamily="18" charset="0"/>
                        </a:rPr>
                        <m:t>=[</m:t>
                      </m:r>
                      <m:r>
                        <a:rPr lang="en-US" sz="3600" i="1">
                          <a:latin typeface="Cambria Math" panose="02040503050406030204" pitchFamily="18" charset="0"/>
                        </a:rPr>
                        <m:t>𝑞</m:t>
                      </m:r>
                      <m:d>
                        <m:dPr>
                          <m:ctrlPr>
                            <a:rPr lang="en-US" sz="3600" i="1">
                              <a:latin typeface="Cambria Math" panose="02040503050406030204" pitchFamily="18" charset="0"/>
                            </a:rPr>
                          </m:ctrlPr>
                        </m:dPr>
                        <m:e>
                          <m:r>
                            <a:rPr lang="en-US" sz="3600" i="1">
                              <a:latin typeface="Cambria Math" panose="02040503050406030204" pitchFamily="18" charset="0"/>
                            </a:rPr>
                            <m:t>𝑡</m:t>
                          </m:r>
                        </m:e>
                      </m:d>
                      <m:r>
                        <a:rPr lang="en-US" sz="3600" i="1">
                          <a:latin typeface="Cambria Math" panose="02040503050406030204" pitchFamily="18" charset="0"/>
                        </a:rPr>
                        <m:t>, </m:t>
                      </m:r>
                      <m:r>
                        <a:rPr lang="en-US" sz="3600" i="1">
                          <a:latin typeface="Cambria Math" panose="02040503050406030204" pitchFamily="18" charset="0"/>
                        </a:rPr>
                        <m:t>𝑝</m:t>
                      </m:r>
                      <m:d>
                        <m:dPr>
                          <m:ctrlPr>
                            <a:rPr lang="en-US" sz="3600" i="1">
                              <a:latin typeface="Cambria Math" panose="02040503050406030204" pitchFamily="18" charset="0"/>
                            </a:rPr>
                          </m:ctrlPr>
                        </m:dPr>
                        <m:e>
                          <m:r>
                            <a:rPr lang="en-US" sz="3600" i="1">
                              <a:latin typeface="Cambria Math" panose="02040503050406030204" pitchFamily="18" charset="0"/>
                            </a:rPr>
                            <m:t>𝑡</m:t>
                          </m:r>
                        </m:e>
                      </m:d>
                      <m:r>
                        <a:rPr lang="en-US" sz="3600" i="1">
                          <a:latin typeface="Cambria Math" panose="02040503050406030204" pitchFamily="18" charset="0"/>
                        </a:rPr>
                        <m:t>, </m:t>
                      </m:r>
                      <m:r>
                        <a:rPr lang="en-US" sz="3600" i="1">
                          <a:latin typeface="Cambria Math" panose="02040503050406030204" pitchFamily="18" charset="0"/>
                        </a:rPr>
                        <m:t>𝑡</m:t>
                      </m:r>
                      <m:r>
                        <a:rPr lang="en-US" sz="3600" b="0" i="1" smtClean="0">
                          <a:latin typeface="Cambria Math" panose="02040503050406030204" pitchFamily="18" charset="0"/>
                        </a:rPr>
                        <m:t>]</m:t>
                      </m:r>
                    </m:oMath>
                  </m:oMathPara>
                </a14:m>
                <a:endParaRPr lang="en-US" sz="3600" dirty="0"/>
              </a:p>
            </p:txBody>
          </p:sp>
        </mc:Choice>
        <mc:Fallback xmlns="">
          <p:sp>
            <p:nvSpPr>
              <p:cNvPr id="210" name="TextBox 209">
                <a:extLst>
                  <a:ext uri="{FF2B5EF4-FFF2-40B4-BE49-F238E27FC236}">
                    <a16:creationId xmlns:a16="http://schemas.microsoft.com/office/drawing/2014/main" id="{C2762DC6-2487-7BC9-AC23-4E70FFCC7607}"/>
                  </a:ext>
                </a:extLst>
              </p:cNvPr>
              <p:cNvSpPr txBox="1">
                <a:spLocks noRot="1" noChangeAspect="1" noMove="1" noResize="1" noEditPoints="1" noAdjustHandles="1" noChangeArrowheads="1" noChangeShapeType="1" noTextEdit="1"/>
              </p:cNvSpPr>
              <p:nvPr/>
            </p:nvSpPr>
            <p:spPr>
              <a:xfrm>
                <a:off x="459276" y="2598477"/>
                <a:ext cx="3698705" cy="646331"/>
              </a:xfrm>
              <a:prstGeom prst="rect">
                <a:avLst/>
              </a:prstGeom>
              <a:blipFill>
                <a:blip r:embed="rId8"/>
                <a:stretch>
                  <a:fillRect/>
                </a:stretch>
              </a:blipFill>
            </p:spPr>
            <p:txBody>
              <a:bodyPr/>
              <a:lstStyle/>
              <a:p>
                <a:r>
                  <a:rPr lang="en-US">
                    <a:noFill/>
                  </a:rPr>
                  <a:t> </a:t>
                </a:r>
              </a:p>
            </p:txBody>
          </p:sp>
        </mc:Fallback>
      </mc:AlternateContent>
      <p:sp>
        <p:nvSpPr>
          <p:cNvPr id="211" name="TextBox 210">
            <a:extLst>
              <a:ext uri="{FF2B5EF4-FFF2-40B4-BE49-F238E27FC236}">
                <a16:creationId xmlns:a16="http://schemas.microsoft.com/office/drawing/2014/main" id="{9A06BA81-3D67-4113-09F2-B19243A7573D}"/>
              </a:ext>
            </a:extLst>
          </p:cNvPr>
          <p:cNvSpPr txBox="1"/>
          <p:nvPr/>
        </p:nvSpPr>
        <p:spPr>
          <a:xfrm>
            <a:off x="210332" y="2192344"/>
            <a:ext cx="1063625" cy="369332"/>
          </a:xfrm>
          <a:prstGeom prst="rect">
            <a:avLst/>
          </a:prstGeom>
          <a:noFill/>
        </p:spPr>
        <p:txBody>
          <a:bodyPr wrap="none" rtlCol="0">
            <a:spAutoFit/>
          </a:bodyPr>
          <a:lstStyle/>
          <a:p>
            <a:r>
              <a:rPr lang="en-US" dirty="0"/>
              <a:t>Evolution</a:t>
            </a:r>
          </a:p>
        </p:txBody>
      </p:sp>
      <p:sp>
        <p:nvSpPr>
          <p:cNvPr id="212" name="TextBox 211">
            <a:extLst>
              <a:ext uri="{FF2B5EF4-FFF2-40B4-BE49-F238E27FC236}">
                <a16:creationId xmlns:a16="http://schemas.microsoft.com/office/drawing/2014/main" id="{D1FEDD4E-E43A-BDDF-8E47-1936DA80B19A}"/>
              </a:ext>
            </a:extLst>
          </p:cNvPr>
          <p:cNvSpPr txBox="1"/>
          <p:nvPr/>
        </p:nvSpPr>
        <p:spPr>
          <a:xfrm>
            <a:off x="407313" y="4568863"/>
            <a:ext cx="4985660" cy="1200329"/>
          </a:xfrm>
          <a:prstGeom prst="rect">
            <a:avLst/>
          </a:prstGeom>
          <a:noFill/>
        </p:spPr>
        <p:txBody>
          <a:bodyPr wrap="none" rtlCol="0">
            <a:spAutoFit/>
          </a:bodyPr>
          <a:lstStyle/>
          <a:p>
            <a:r>
              <a:rPr lang="en-US" sz="3600" dirty="0"/>
              <a:t>Evolutions are field lines</a:t>
            </a:r>
            <a:br>
              <a:rPr lang="en-US" sz="3600" dirty="0"/>
            </a:br>
            <a:r>
              <a:rPr lang="en-US" sz="3600" dirty="0"/>
              <a:t>of the displacement field</a:t>
            </a:r>
          </a:p>
        </p:txBody>
      </p:sp>
      <p:sp>
        <p:nvSpPr>
          <p:cNvPr id="213" name="TextBox 212">
            <a:extLst>
              <a:ext uri="{FF2B5EF4-FFF2-40B4-BE49-F238E27FC236}">
                <a16:creationId xmlns:a16="http://schemas.microsoft.com/office/drawing/2014/main" id="{11EB3292-FA83-7023-63BB-7C384C72190A}"/>
              </a:ext>
            </a:extLst>
          </p:cNvPr>
          <p:cNvSpPr txBox="1"/>
          <p:nvPr/>
        </p:nvSpPr>
        <p:spPr>
          <a:xfrm>
            <a:off x="5885976" y="4639137"/>
            <a:ext cx="2399375" cy="954107"/>
          </a:xfrm>
          <a:prstGeom prst="rect">
            <a:avLst/>
          </a:prstGeom>
          <a:noFill/>
        </p:spPr>
        <p:txBody>
          <a:bodyPr wrap="none" rtlCol="0">
            <a:spAutoFit/>
          </a:bodyPr>
          <a:lstStyle/>
          <a:p>
            <a:pPr algn="ctr"/>
            <a:r>
              <a:rPr lang="en-US" sz="2800" dirty="0">
                <a:solidFill>
                  <a:schemeClr val="accent6">
                    <a:lumMod val="75000"/>
                  </a:schemeClr>
                </a:solidFill>
              </a:rPr>
              <a:t>Always tangent</a:t>
            </a:r>
            <a:br>
              <a:rPr lang="en-US" sz="2800" dirty="0">
                <a:solidFill>
                  <a:schemeClr val="accent6">
                    <a:lumMod val="75000"/>
                  </a:schemeClr>
                </a:solidFill>
              </a:rPr>
            </a:br>
            <a:r>
              <a:rPr lang="en-US" sz="2800" dirty="0">
                <a:solidFill>
                  <a:schemeClr val="accent6">
                    <a:lumMod val="75000"/>
                  </a:schemeClr>
                </a:solidFill>
              </a:rPr>
              <a:t>to the field</a:t>
            </a:r>
          </a:p>
        </p:txBody>
      </p:sp>
      <p:cxnSp>
        <p:nvCxnSpPr>
          <p:cNvPr id="4" name="Straight Arrow Connector 3">
            <a:extLst>
              <a:ext uri="{FF2B5EF4-FFF2-40B4-BE49-F238E27FC236}">
                <a16:creationId xmlns:a16="http://schemas.microsoft.com/office/drawing/2014/main" id="{DA2F7940-5A62-FE4C-B1D7-7F411C98EF32}"/>
              </a:ext>
            </a:extLst>
          </p:cNvPr>
          <p:cNvCxnSpPr>
            <a:cxnSpLocks/>
            <a:stCxn id="33" idx="3"/>
          </p:cNvCxnSpPr>
          <p:nvPr/>
        </p:nvCxnSpPr>
        <p:spPr>
          <a:xfrm flipV="1">
            <a:off x="2789918" y="3244808"/>
            <a:ext cx="802368" cy="677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C5AD95B-AA2B-189C-E3BB-9C0A68EAD95F}"/>
              </a:ext>
            </a:extLst>
          </p:cNvPr>
          <p:cNvCxnSpPr>
            <a:cxnSpLocks/>
          </p:cNvCxnSpPr>
          <p:nvPr/>
        </p:nvCxnSpPr>
        <p:spPr>
          <a:xfrm flipV="1">
            <a:off x="2494227" y="3244808"/>
            <a:ext cx="500900" cy="4483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75B9F6A-759D-82C0-3D19-B39510627073}"/>
              </a:ext>
            </a:extLst>
          </p:cNvPr>
          <p:cNvSpPr txBox="1"/>
          <p:nvPr/>
        </p:nvSpPr>
        <p:spPr>
          <a:xfrm>
            <a:off x="334369" y="3629651"/>
            <a:ext cx="2455549" cy="584775"/>
          </a:xfrm>
          <a:prstGeom prst="rect">
            <a:avLst/>
          </a:prstGeom>
          <a:noFill/>
        </p:spPr>
        <p:txBody>
          <a:bodyPr wrap="square" rtlCol="0">
            <a:spAutoFit/>
          </a:bodyPr>
          <a:lstStyle/>
          <a:p>
            <a:pPr algn="r"/>
            <a:r>
              <a:rPr lang="en-US" sz="1600" dirty="0"/>
              <a:t>Time is both a parameter and a variable</a:t>
            </a:r>
          </a:p>
        </p:txBody>
      </p:sp>
      <p:cxnSp>
        <p:nvCxnSpPr>
          <p:cNvPr id="35" name="Straight Arrow Connector 34">
            <a:extLst>
              <a:ext uri="{FF2B5EF4-FFF2-40B4-BE49-F238E27FC236}">
                <a16:creationId xmlns:a16="http://schemas.microsoft.com/office/drawing/2014/main" id="{06A68C3A-DF1D-2166-C161-E27343432F26}"/>
              </a:ext>
            </a:extLst>
          </p:cNvPr>
          <p:cNvCxnSpPr/>
          <p:nvPr/>
        </p:nvCxnSpPr>
        <p:spPr>
          <a:xfrm flipV="1">
            <a:off x="5180592" y="2561676"/>
            <a:ext cx="2227554" cy="235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69B0206-30D6-DCB0-1489-FE984B5A6F15}"/>
              </a:ext>
            </a:extLst>
          </p:cNvPr>
          <p:cNvSpPr txBox="1"/>
          <p:nvPr/>
        </p:nvSpPr>
        <p:spPr>
          <a:xfrm>
            <a:off x="2591707" y="388002"/>
            <a:ext cx="2406043" cy="338554"/>
          </a:xfrm>
          <a:prstGeom prst="rect">
            <a:avLst/>
          </a:prstGeom>
          <a:noFill/>
        </p:spPr>
        <p:txBody>
          <a:bodyPr wrap="none" rtlCol="0">
            <a:spAutoFit/>
          </a:bodyPr>
          <a:lstStyle/>
          <a:p>
            <a:r>
              <a:rPr lang="en-US" sz="1600" dirty="0"/>
              <a:t>Tells us how states “move”</a:t>
            </a:r>
          </a:p>
        </p:txBody>
      </p:sp>
      <p:sp>
        <p:nvSpPr>
          <p:cNvPr id="37" name="Footer Placeholder 36">
            <a:extLst>
              <a:ext uri="{FF2B5EF4-FFF2-40B4-BE49-F238E27FC236}">
                <a16:creationId xmlns:a16="http://schemas.microsoft.com/office/drawing/2014/main" id="{0370447B-86F2-B8EB-35B0-A7B92F3626D5}"/>
              </a:ext>
            </a:extLst>
          </p:cNvPr>
          <p:cNvSpPr>
            <a:spLocks noGrp="1"/>
          </p:cNvSpPr>
          <p:nvPr>
            <p:ph type="ftr" sz="quarter" idx="11"/>
          </p:nvPr>
        </p:nvSpPr>
        <p:spPr/>
        <p:txBody>
          <a:bodyPr/>
          <a:lstStyle/>
          <a:p>
            <a:r>
              <a:rPr lang="en-US"/>
              <a:t>Christine Aidala - University of Michigan</a:t>
            </a:r>
            <a:endParaRPr lang="en-US" dirty="0"/>
          </a:p>
        </p:txBody>
      </p:sp>
      <p:sp>
        <p:nvSpPr>
          <p:cNvPr id="34" name="TextBox 33">
            <a:extLst>
              <a:ext uri="{FF2B5EF4-FFF2-40B4-BE49-F238E27FC236}">
                <a16:creationId xmlns:a16="http://schemas.microsoft.com/office/drawing/2014/main" id="{48E42768-F034-1CC9-5B93-6D9C2CCF8569}"/>
              </a:ext>
            </a:extLst>
          </p:cNvPr>
          <p:cNvSpPr txBox="1"/>
          <p:nvPr/>
        </p:nvSpPr>
        <p:spPr>
          <a:xfrm>
            <a:off x="5287852" y="6310065"/>
            <a:ext cx="4275248" cy="523220"/>
          </a:xfrm>
          <a:prstGeom prst="rect">
            <a:avLst/>
          </a:prstGeom>
          <a:noFill/>
        </p:spPr>
        <p:txBody>
          <a:bodyPr wrap="square">
            <a:spAutoFit/>
          </a:bodyPr>
          <a:lstStyle/>
          <a:p>
            <a:r>
              <a:rPr lang="en-US" sz="1400" dirty="0">
                <a:hlinkClick r:id="rId9"/>
              </a:rPr>
              <a:t>https://arxiv.org/pdf/2208.06428</a:t>
            </a:r>
            <a:endParaRPr lang="en-US" sz="1400" dirty="0"/>
          </a:p>
          <a:p>
            <a:r>
              <a:rPr lang="en-US" sz="1400" dirty="0">
                <a:hlinkClick r:id="rId10"/>
              </a:rPr>
              <a:t>https://www.nature.com/articles/s41598-023-39145-y</a:t>
            </a:r>
            <a:r>
              <a:rPr lang="en-US" sz="1400" dirty="0"/>
              <a:t> </a:t>
            </a:r>
          </a:p>
        </p:txBody>
      </p:sp>
      <p:sp>
        <p:nvSpPr>
          <p:cNvPr id="38" name="TextBox 37">
            <a:extLst>
              <a:ext uri="{FF2B5EF4-FFF2-40B4-BE49-F238E27FC236}">
                <a16:creationId xmlns:a16="http://schemas.microsoft.com/office/drawing/2014/main" id="{C03246EA-33EF-1771-1B6B-460A035617D3}"/>
              </a:ext>
            </a:extLst>
          </p:cNvPr>
          <p:cNvSpPr txBox="1"/>
          <p:nvPr/>
        </p:nvSpPr>
        <p:spPr>
          <a:xfrm>
            <a:off x="8877392" y="423089"/>
            <a:ext cx="3066096" cy="338554"/>
          </a:xfrm>
          <a:prstGeom prst="rect">
            <a:avLst/>
          </a:prstGeom>
          <a:noFill/>
        </p:spPr>
        <p:txBody>
          <a:bodyPr wrap="none">
            <a:spAutoFit/>
          </a:bodyPr>
          <a:lstStyle/>
          <a:p>
            <a:r>
              <a:rPr lang="en-US" sz="1600" i="1" dirty="0"/>
              <a:t>Scientific Reports</a:t>
            </a:r>
            <a:r>
              <a:rPr lang="en-US" sz="1600" dirty="0"/>
              <a:t> </a:t>
            </a:r>
            <a:r>
              <a:rPr lang="en-US" sz="1600" b="1" dirty="0"/>
              <a:t>13</a:t>
            </a:r>
            <a:r>
              <a:rPr lang="en-US" sz="1600" dirty="0"/>
              <a:t>, 12138 (2023)</a:t>
            </a:r>
          </a:p>
        </p:txBody>
      </p:sp>
      <p:sp>
        <p:nvSpPr>
          <p:cNvPr id="39" name="Slide Number Placeholder 38">
            <a:extLst>
              <a:ext uri="{FF2B5EF4-FFF2-40B4-BE49-F238E27FC236}">
                <a16:creationId xmlns:a16="http://schemas.microsoft.com/office/drawing/2014/main" id="{3ED49E7A-6119-372A-5757-AD1D05A7B29A}"/>
              </a:ext>
            </a:extLst>
          </p:cNvPr>
          <p:cNvSpPr>
            <a:spLocks noGrp="1"/>
          </p:cNvSpPr>
          <p:nvPr>
            <p:ph type="sldNum" sz="quarter" idx="12"/>
          </p:nvPr>
        </p:nvSpPr>
        <p:spPr/>
        <p:txBody>
          <a:bodyPr/>
          <a:lstStyle/>
          <a:p>
            <a:fld id="{F47845EA-7733-40EE-B074-20032348B727}" type="slidenum">
              <a:rPr lang="en-US" smtClean="0"/>
              <a:t>71</a:t>
            </a:fld>
            <a:endParaRPr lang="en-US"/>
          </a:p>
        </p:txBody>
      </p:sp>
    </p:spTree>
    <p:extLst>
      <p:ext uri="{BB962C8B-B14F-4D97-AF65-F5344CB8AC3E}">
        <p14:creationId xmlns:p14="http://schemas.microsoft.com/office/powerpoint/2010/main" val="20745192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EBE801-D05A-12F9-9F67-B7503A1A2DF7}"/>
              </a:ext>
            </a:extLst>
          </p:cNvPr>
          <p:cNvGrpSpPr/>
          <p:nvPr/>
        </p:nvGrpSpPr>
        <p:grpSpPr>
          <a:xfrm>
            <a:off x="4785064" y="564596"/>
            <a:ext cx="6829713" cy="3572398"/>
            <a:chOff x="6096000" y="770953"/>
            <a:chExt cx="5611703" cy="2485240"/>
          </a:xfrm>
        </p:grpSpPr>
        <p:sp>
          <p:nvSpPr>
            <p:cNvPr id="3" name="Freeform: Shape 2">
              <a:extLst>
                <a:ext uri="{FF2B5EF4-FFF2-40B4-BE49-F238E27FC236}">
                  <a16:creationId xmlns:a16="http://schemas.microsoft.com/office/drawing/2014/main" id="{1C5D2E0F-DEF8-2610-A441-0A59273ED87D}"/>
                </a:ext>
              </a:extLst>
            </p:cNvPr>
            <p:cNvSpPr/>
            <p:nvPr/>
          </p:nvSpPr>
          <p:spPr>
            <a:xfrm>
              <a:off x="6311729" y="1713844"/>
              <a:ext cx="5277608" cy="350267"/>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Lst>
              <a:ahLst/>
              <a:cxnLst>
                <a:cxn ang="0">
                  <a:pos x="connsiteX0" y="connsiteY0"/>
                </a:cxn>
                <a:cxn ang="0">
                  <a:pos x="connsiteX1" y="connsiteY1"/>
                </a:cxn>
                <a:cxn ang="0">
                  <a:pos x="connsiteX2" y="connsiteY2"/>
                </a:cxn>
                <a:cxn ang="0">
                  <a:pos x="connsiteX3" y="connsiteY3"/>
                </a:cxn>
              </a:cxnLst>
              <a:rect l="l" t="t" r="r" b="b"/>
              <a:pathLst>
                <a:path w="7361335" h="488561">
                  <a:moveTo>
                    <a:pt x="0" y="416091"/>
                  </a:moveTo>
                  <a:cubicBezTo>
                    <a:pt x="585495" y="19540"/>
                    <a:pt x="1220237" y="-8840"/>
                    <a:pt x="2052346" y="1657"/>
                  </a:cubicBezTo>
                  <a:cubicBezTo>
                    <a:pt x="2884455" y="12154"/>
                    <a:pt x="3859115" y="394320"/>
                    <a:pt x="4992655" y="479073"/>
                  </a:cubicBezTo>
                  <a:cubicBezTo>
                    <a:pt x="6126195" y="563826"/>
                    <a:pt x="6712858" y="51162"/>
                    <a:pt x="7361335" y="11647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E8637CD2-656F-5B7A-3CEE-921201C93BCD}"/>
                </a:ext>
              </a:extLst>
            </p:cNvPr>
            <p:cNvSpPr/>
            <p:nvPr/>
          </p:nvSpPr>
          <p:spPr>
            <a:xfrm>
              <a:off x="6420990" y="1854378"/>
              <a:ext cx="5195662" cy="365728"/>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417442 h 521158"/>
                <a:gd name="connsiteX1" fmla="*/ 2052346 w 7361335"/>
                <a:gd name="connsiteY1" fmla="*/ 3008 h 521158"/>
                <a:gd name="connsiteX2" fmla="*/ 4637055 w 7361335"/>
                <a:gd name="connsiteY2" fmla="*/ 512174 h 521158"/>
                <a:gd name="connsiteX3" fmla="*/ 7361335 w 7361335"/>
                <a:gd name="connsiteY3" fmla="*/ 117827 h 521158"/>
                <a:gd name="connsiteX0" fmla="*/ 0 w 7247035"/>
                <a:gd name="connsiteY0" fmla="*/ 417442 h 512500"/>
                <a:gd name="connsiteX1" fmla="*/ 2052346 w 7247035"/>
                <a:gd name="connsiteY1" fmla="*/ 3008 h 512500"/>
                <a:gd name="connsiteX2" fmla="*/ 4637055 w 7247035"/>
                <a:gd name="connsiteY2" fmla="*/ 512174 h 512500"/>
                <a:gd name="connsiteX3" fmla="*/ 7247035 w 7247035"/>
                <a:gd name="connsiteY3" fmla="*/ 92427 h 512500"/>
                <a:gd name="connsiteX0" fmla="*/ 0 w 7247035"/>
                <a:gd name="connsiteY0" fmla="*/ 459518 h 510126"/>
                <a:gd name="connsiteX1" fmla="*/ 2052346 w 7247035"/>
                <a:gd name="connsiteY1" fmla="*/ 634 h 510126"/>
                <a:gd name="connsiteX2" fmla="*/ 4637055 w 7247035"/>
                <a:gd name="connsiteY2" fmla="*/ 509800 h 510126"/>
                <a:gd name="connsiteX3" fmla="*/ 7247035 w 7247035"/>
                <a:gd name="connsiteY3" fmla="*/ 90053 h 510126"/>
              </a:gdLst>
              <a:ahLst/>
              <a:cxnLst>
                <a:cxn ang="0">
                  <a:pos x="connsiteX0" y="connsiteY0"/>
                </a:cxn>
                <a:cxn ang="0">
                  <a:pos x="connsiteX1" y="connsiteY1"/>
                </a:cxn>
                <a:cxn ang="0">
                  <a:pos x="connsiteX2" y="connsiteY2"/>
                </a:cxn>
                <a:cxn ang="0">
                  <a:pos x="connsiteX3" y="connsiteY3"/>
                </a:cxn>
              </a:cxnLst>
              <a:rect l="l" t="t" r="r" b="b"/>
              <a:pathLst>
                <a:path w="7247035" h="510126">
                  <a:moveTo>
                    <a:pt x="0" y="459518"/>
                  </a:moveTo>
                  <a:cubicBezTo>
                    <a:pt x="585495" y="62967"/>
                    <a:pt x="1279504" y="-7746"/>
                    <a:pt x="2052346" y="634"/>
                  </a:cubicBezTo>
                  <a:cubicBezTo>
                    <a:pt x="2825188" y="9014"/>
                    <a:pt x="3771274" y="494897"/>
                    <a:pt x="4637055" y="509800"/>
                  </a:cubicBezTo>
                  <a:cubicBezTo>
                    <a:pt x="5502836" y="524703"/>
                    <a:pt x="6598558" y="24739"/>
                    <a:pt x="7247035" y="90053"/>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C9C3EF49-15AD-9F42-ACDD-5AF587A37E95}"/>
                </a:ext>
              </a:extLst>
            </p:cNvPr>
            <p:cNvSpPr/>
            <p:nvPr/>
          </p:nvSpPr>
          <p:spPr>
            <a:xfrm>
              <a:off x="6493831" y="1539177"/>
              <a:ext cx="5195662" cy="332337"/>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351037 h 414114"/>
                <a:gd name="connsiteX1" fmla="*/ 2071396 w 7361335"/>
                <a:gd name="connsiteY1" fmla="*/ 6453 h 414114"/>
                <a:gd name="connsiteX2" fmla="*/ 4992655 w 7361335"/>
                <a:gd name="connsiteY2" fmla="*/ 414019 h 414114"/>
                <a:gd name="connsiteX3" fmla="*/ 7361335 w 7361335"/>
                <a:gd name="connsiteY3" fmla="*/ 51422 h 414114"/>
                <a:gd name="connsiteX0" fmla="*/ 0 w 7361335"/>
                <a:gd name="connsiteY0" fmla="*/ 298252 h 437529"/>
                <a:gd name="connsiteX1" fmla="*/ 2071396 w 7361335"/>
                <a:gd name="connsiteY1" fmla="*/ 29868 h 437529"/>
                <a:gd name="connsiteX2" fmla="*/ 4992655 w 7361335"/>
                <a:gd name="connsiteY2" fmla="*/ 437434 h 437529"/>
                <a:gd name="connsiteX3" fmla="*/ 7361335 w 7361335"/>
                <a:gd name="connsiteY3" fmla="*/ 74837 h 437529"/>
                <a:gd name="connsiteX0" fmla="*/ 0 w 7361335"/>
                <a:gd name="connsiteY0" fmla="*/ 275880 h 415157"/>
                <a:gd name="connsiteX1" fmla="*/ 2071396 w 7361335"/>
                <a:gd name="connsiteY1" fmla="*/ 7496 h 415157"/>
                <a:gd name="connsiteX2" fmla="*/ 4992655 w 7361335"/>
                <a:gd name="connsiteY2" fmla="*/ 415062 h 415157"/>
                <a:gd name="connsiteX3" fmla="*/ 7361335 w 7361335"/>
                <a:gd name="connsiteY3" fmla="*/ 52465 h 415157"/>
                <a:gd name="connsiteX0" fmla="*/ 0 w 7361335"/>
                <a:gd name="connsiteY0" fmla="*/ 278721 h 462439"/>
                <a:gd name="connsiteX1" fmla="*/ 2071396 w 7361335"/>
                <a:gd name="connsiteY1" fmla="*/ 10337 h 462439"/>
                <a:gd name="connsiteX2" fmla="*/ 4973605 w 7361335"/>
                <a:gd name="connsiteY2" fmla="*/ 462353 h 462439"/>
                <a:gd name="connsiteX3" fmla="*/ 7361335 w 7361335"/>
                <a:gd name="connsiteY3" fmla="*/ 55306 h 462439"/>
                <a:gd name="connsiteX0" fmla="*/ 0 w 7247035"/>
                <a:gd name="connsiteY0" fmla="*/ 278721 h 463552"/>
                <a:gd name="connsiteX1" fmla="*/ 2071396 w 7247035"/>
                <a:gd name="connsiteY1" fmla="*/ 10337 h 463552"/>
                <a:gd name="connsiteX2" fmla="*/ 4973605 w 7247035"/>
                <a:gd name="connsiteY2" fmla="*/ 462353 h 463552"/>
                <a:gd name="connsiteX3" fmla="*/ 7247035 w 7247035"/>
                <a:gd name="connsiteY3" fmla="*/ 163256 h 463552"/>
              </a:gdLst>
              <a:ahLst/>
              <a:cxnLst>
                <a:cxn ang="0">
                  <a:pos x="connsiteX0" y="connsiteY0"/>
                </a:cxn>
                <a:cxn ang="0">
                  <a:pos x="connsiteX1" y="connsiteY1"/>
                </a:cxn>
                <a:cxn ang="0">
                  <a:pos x="connsiteX2" y="connsiteY2"/>
                </a:cxn>
                <a:cxn ang="0">
                  <a:pos x="connsiteX3" y="connsiteY3"/>
                </a:cxn>
              </a:cxnLst>
              <a:rect l="l" t="t" r="r" b="b"/>
              <a:pathLst>
                <a:path w="7247035" h="463552">
                  <a:moveTo>
                    <a:pt x="0" y="278721"/>
                  </a:moveTo>
                  <a:cubicBezTo>
                    <a:pt x="661695" y="2820"/>
                    <a:pt x="1242462" y="-20268"/>
                    <a:pt x="2071396" y="10337"/>
                  </a:cubicBezTo>
                  <a:cubicBezTo>
                    <a:pt x="2900330" y="40942"/>
                    <a:pt x="4110999" y="436867"/>
                    <a:pt x="4973605" y="462353"/>
                  </a:cubicBezTo>
                  <a:cubicBezTo>
                    <a:pt x="5836211" y="487839"/>
                    <a:pt x="6598558" y="97942"/>
                    <a:pt x="7247035" y="163256"/>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6DC99E5D-1113-D13F-657F-6E67AA604998}"/>
                </a:ext>
              </a:extLst>
            </p:cNvPr>
            <p:cNvSpPr/>
            <p:nvPr/>
          </p:nvSpPr>
          <p:spPr>
            <a:xfrm>
              <a:off x="6348149" y="2048079"/>
              <a:ext cx="5295818" cy="342746"/>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86735"/>
                <a:gd name="connsiteY0" fmla="*/ 503369 h 503369"/>
                <a:gd name="connsiteX1" fmla="*/ 2077746 w 7386735"/>
                <a:gd name="connsiteY1" fmla="*/ 35 h 503369"/>
                <a:gd name="connsiteX2" fmla="*/ 5018055 w 7386735"/>
                <a:gd name="connsiteY2" fmla="*/ 477451 h 503369"/>
                <a:gd name="connsiteX3" fmla="*/ 7386735 w 7386735"/>
                <a:gd name="connsiteY3" fmla="*/ 114854 h 503369"/>
                <a:gd name="connsiteX0" fmla="*/ 0 w 7386735"/>
                <a:gd name="connsiteY0" fmla="*/ 477966 h 477966"/>
                <a:gd name="connsiteX1" fmla="*/ 2084096 w 7386735"/>
                <a:gd name="connsiteY1" fmla="*/ 32 h 477966"/>
                <a:gd name="connsiteX2" fmla="*/ 5018055 w 7386735"/>
                <a:gd name="connsiteY2" fmla="*/ 452048 h 477966"/>
                <a:gd name="connsiteX3" fmla="*/ 7386735 w 7386735"/>
                <a:gd name="connsiteY3" fmla="*/ 89451 h 477966"/>
                <a:gd name="connsiteX0" fmla="*/ 0 w 7386735"/>
                <a:gd name="connsiteY0" fmla="*/ 478098 h 478098"/>
                <a:gd name="connsiteX1" fmla="*/ 2084096 w 7386735"/>
                <a:gd name="connsiteY1" fmla="*/ 164 h 478098"/>
                <a:gd name="connsiteX2" fmla="*/ 5024405 w 7386735"/>
                <a:gd name="connsiteY2" fmla="*/ 420430 h 478098"/>
                <a:gd name="connsiteX3" fmla="*/ 7386735 w 7386735"/>
                <a:gd name="connsiteY3" fmla="*/ 89583 h 478098"/>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Lst>
              <a:ahLst/>
              <a:cxnLst>
                <a:cxn ang="0">
                  <a:pos x="connsiteX0" y="connsiteY0"/>
                </a:cxn>
                <a:cxn ang="0">
                  <a:pos x="connsiteX1" y="connsiteY1"/>
                </a:cxn>
                <a:cxn ang="0">
                  <a:pos x="connsiteX2" y="connsiteY2"/>
                </a:cxn>
                <a:cxn ang="0">
                  <a:pos x="connsiteX3" y="connsiteY3"/>
                </a:cxn>
              </a:cxnLst>
              <a:rect l="l" t="t" r="r" b="b"/>
              <a:pathLst>
                <a:path w="7386735" h="478070">
                  <a:moveTo>
                    <a:pt x="0" y="478070"/>
                  </a:moveTo>
                  <a:cubicBezTo>
                    <a:pt x="585495" y="81519"/>
                    <a:pt x="1246695" y="9747"/>
                    <a:pt x="2084096" y="136"/>
                  </a:cubicBezTo>
                  <a:cubicBezTo>
                    <a:pt x="2921497" y="-9475"/>
                    <a:pt x="4140632" y="494399"/>
                    <a:pt x="5024405" y="420402"/>
                  </a:cubicBezTo>
                  <a:cubicBezTo>
                    <a:pt x="5908178" y="346405"/>
                    <a:pt x="6706508" y="106791"/>
                    <a:pt x="7386735" y="89555"/>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C6A22475-2CF6-3932-D4A5-235773794B6F}"/>
                </a:ext>
              </a:extLst>
            </p:cNvPr>
            <p:cNvSpPr/>
            <p:nvPr/>
          </p:nvSpPr>
          <p:spPr>
            <a:xfrm>
              <a:off x="6270756" y="1344445"/>
              <a:ext cx="5436947" cy="376801"/>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615335"/>
                <a:gd name="connsiteY0" fmla="*/ 416091 h 486221"/>
                <a:gd name="connsiteX1" fmla="*/ 2052346 w 7615335"/>
                <a:gd name="connsiteY1" fmla="*/ 1657 h 486221"/>
                <a:gd name="connsiteX2" fmla="*/ 4992655 w 7615335"/>
                <a:gd name="connsiteY2" fmla="*/ 479073 h 486221"/>
                <a:gd name="connsiteX3" fmla="*/ 7615335 w 7615335"/>
                <a:gd name="connsiteY3" fmla="*/ 326026 h 486221"/>
                <a:gd name="connsiteX0" fmla="*/ 0 w 7615335"/>
                <a:gd name="connsiteY0" fmla="*/ 417734 h 525170"/>
                <a:gd name="connsiteX1" fmla="*/ 2052346 w 7615335"/>
                <a:gd name="connsiteY1" fmla="*/ 3300 h 525170"/>
                <a:gd name="connsiteX2" fmla="*/ 5100605 w 7615335"/>
                <a:gd name="connsiteY2" fmla="*/ 518816 h 525170"/>
                <a:gd name="connsiteX3" fmla="*/ 7615335 w 7615335"/>
                <a:gd name="connsiteY3" fmla="*/ 327669 h 525170"/>
                <a:gd name="connsiteX0" fmla="*/ 0 w 7583585"/>
                <a:gd name="connsiteY0" fmla="*/ 368528 h 533114"/>
                <a:gd name="connsiteX1" fmla="*/ 2020596 w 7583585"/>
                <a:gd name="connsiteY1" fmla="*/ 11244 h 533114"/>
                <a:gd name="connsiteX2" fmla="*/ 5068855 w 7583585"/>
                <a:gd name="connsiteY2" fmla="*/ 526760 h 533114"/>
                <a:gd name="connsiteX3" fmla="*/ 7583585 w 7583585"/>
                <a:gd name="connsiteY3" fmla="*/ 335613 h 533114"/>
                <a:gd name="connsiteX0" fmla="*/ 0 w 7583585"/>
                <a:gd name="connsiteY0" fmla="*/ 361689 h 526275"/>
                <a:gd name="connsiteX1" fmla="*/ 2020596 w 7583585"/>
                <a:gd name="connsiteY1" fmla="*/ 4405 h 526275"/>
                <a:gd name="connsiteX2" fmla="*/ 5068855 w 7583585"/>
                <a:gd name="connsiteY2" fmla="*/ 519921 h 526275"/>
                <a:gd name="connsiteX3" fmla="*/ 7583585 w 7583585"/>
                <a:gd name="connsiteY3" fmla="*/ 328774 h 526275"/>
                <a:gd name="connsiteX0" fmla="*/ 0 w 7583585"/>
                <a:gd name="connsiteY0" fmla="*/ 360985 h 525571"/>
                <a:gd name="connsiteX1" fmla="*/ 2020596 w 7583585"/>
                <a:gd name="connsiteY1" fmla="*/ 3701 h 525571"/>
                <a:gd name="connsiteX2" fmla="*/ 5068855 w 7583585"/>
                <a:gd name="connsiteY2" fmla="*/ 519217 h 525571"/>
                <a:gd name="connsiteX3" fmla="*/ 7583585 w 7583585"/>
                <a:gd name="connsiteY3" fmla="*/ 328070 h 525571"/>
              </a:gdLst>
              <a:ahLst/>
              <a:cxnLst>
                <a:cxn ang="0">
                  <a:pos x="connsiteX0" y="connsiteY0"/>
                </a:cxn>
                <a:cxn ang="0">
                  <a:pos x="connsiteX1" y="connsiteY1"/>
                </a:cxn>
                <a:cxn ang="0">
                  <a:pos x="connsiteX2" y="connsiteY2"/>
                </a:cxn>
                <a:cxn ang="0">
                  <a:pos x="connsiteX3" y="connsiteY3"/>
                </a:cxn>
              </a:cxnLst>
              <a:rect l="l" t="t" r="r" b="b"/>
              <a:pathLst>
                <a:path w="7583585" h="525571">
                  <a:moveTo>
                    <a:pt x="0" y="360985"/>
                  </a:moveTo>
                  <a:cubicBezTo>
                    <a:pt x="623595" y="91434"/>
                    <a:pt x="1175787" y="-22671"/>
                    <a:pt x="2020596" y="3701"/>
                  </a:cubicBezTo>
                  <a:cubicBezTo>
                    <a:pt x="2865405" y="30073"/>
                    <a:pt x="4141690" y="465156"/>
                    <a:pt x="5068855" y="519217"/>
                  </a:cubicBezTo>
                  <a:cubicBezTo>
                    <a:pt x="5996020" y="573279"/>
                    <a:pt x="6935108" y="262756"/>
                    <a:pt x="7583585" y="328070"/>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44BC87A-34E4-53EF-1F19-884E8641318D}"/>
                </a:ext>
              </a:extLst>
            </p:cNvPr>
            <p:cNvCxnSpPr>
              <a:cxnSpLocks/>
            </p:cNvCxnSpPr>
            <p:nvPr/>
          </p:nvCxnSpPr>
          <p:spPr>
            <a:xfrm flipV="1">
              <a:off x="7387477" y="1333863"/>
              <a:ext cx="228538" cy="1501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BAC15F6-657F-E552-4892-4B0D2A17DBD3}"/>
                </a:ext>
              </a:extLst>
            </p:cNvPr>
            <p:cNvCxnSpPr>
              <a:cxnSpLocks/>
            </p:cNvCxnSpPr>
            <p:nvPr/>
          </p:nvCxnSpPr>
          <p:spPr>
            <a:xfrm>
              <a:off x="8189014" y="1564344"/>
              <a:ext cx="187565" cy="1821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461681B-AAE9-9B2D-54EE-A621C06FFFAA}"/>
                </a:ext>
              </a:extLst>
            </p:cNvPr>
            <p:cNvCxnSpPr>
              <a:cxnSpLocks/>
            </p:cNvCxnSpPr>
            <p:nvPr/>
          </p:nvCxnSpPr>
          <p:spPr>
            <a:xfrm>
              <a:off x="8669577" y="1848224"/>
              <a:ext cx="209602" cy="4768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0AF26B7-C6F9-5C34-A483-DA6536DDEDEB}"/>
                </a:ext>
              </a:extLst>
            </p:cNvPr>
            <p:cNvCxnSpPr>
              <a:cxnSpLocks/>
            </p:cNvCxnSpPr>
            <p:nvPr/>
          </p:nvCxnSpPr>
          <p:spPr>
            <a:xfrm>
              <a:off x="9020642" y="2096962"/>
              <a:ext cx="208173" cy="555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73C1A40-12F6-246D-5826-03EF4F4AF672}"/>
                </a:ext>
              </a:extLst>
            </p:cNvPr>
            <p:cNvCxnSpPr>
              <a:cxnSpLocks/>
            </p:cNvCxnSpPr>
            <p:nvPr/>
          </p:nvCxnSpPr>
          <p:spPr>
            <a:xfrm>
              <a:off x="9419111" y="2318433"/>
              <a:ext cx="183012" cy="3480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DA7ADC5-2E95-DA3E-80E6-8C00CF9E92B7}"/>
                </a:ext>
              </a:extLst>
            </p:cNvPr>
            <p:cNvCxnSpPr>
              <a:cxnSpLocks/>
            </p:cNvCxnSpPr>
            <p:nvPr/>
          </p:nvCxnSpPr>
          <p:spPr>
            <a:xfrm>
              <a:off x="6679101" y="770953"/>
              <a:ext cx="0" cy="248524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2C2D97F-2C9C-D7BA-967D-EB5B602AAFF9}"/>
                </a:ext>
              </a:extLst>
            </p:cNvPr>
            <p:cNvCxnSpPr/>
            <p:nvPr/>
          </p:nvCxnSpPr>
          <p:spPr>
            <a:xfrm flipH="1">
              <a:off x="6164013" y="1135636"/>
              <a:ext cx="2100488" cy="210048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BD9F3F4-0450-7C23-D62D-F4295973356E}"/>
                </a:ext>
              </a:extLst>
            </p:cNvPr>
            <p:cNvCxnSpPr>
              <a:cxnSpLocks/>
            </p:cNvCxnSpPr>
            <p:nvPr/>
          </p:nvCxnSpPr>
          <p:spPr>
            <a:xfrm>
              <a:off x="6096000" y="2721036"/>
              <a:ext cx="557343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AB0CDC5-2ACF-72BC-19C5-8993E2BAFF0C}"/>
                    </a:ext>
                  </a:extLst>
                </p:cNvPr>
                <p:cNvSpPr txBox="1"/>
                <p:nvPr/>
              </p:nvSpPr>
              <p:spPr>
                <a:xfrm>
                  <a:off x="7986311" y="941119"/>
                  <a:ext cx="264971" cy="26478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𝑞</m:t>
                        </m:r>
                      </m:oMath>
                    </m:oMathPara>
                  </a14:m>
                  <a:endParaRPr lang="en-US" dirty="0"/>
                </a:p>
              </p:txBody>
            </p:sp>
          </mc:Choice>
          <mc:Fallback xmlns="">
            <p:sp>
              <p:nvSpPr>
                <p:cNvPr id="17" name="TextBox 16">
                  <a:extLst>
                    <a:ext uri="{FF2B5EF4-FFF2-40B4-BE49-F238E27FC236}">
                      <a16:creationId xmlns:a16="http://schemas.microsoft.com/office/drawing/2014/main" id="{9AB0CDC5-2ACF-72BC-19C5-8993E2BAFF0C}"/>
                    </a:ext>
                  </a:extLst>
                </p:cNvPr>
                <p:cNvSpPr txBox="1">
                  <a:spLocks noRot="1" noChangeAspect="1" noMove="1" noResize="1" noEditPoints="1" noAdjustHandles="1" noChangeArrowheads="1" noChangeShapeType="1" noTextEdit="1"/>
                </p:cNvSpPr>
                <p:nvPr/>
              </p:nvSpPr>
              <p:spPr>
                <a:xfrm>
                  <a:off x="7986311" y="941119"/>
                  <a:ext cx="264971" cy="26478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D250A47-BA32-51BD-66D7-B414B32944AF}"/>
                    </a:ext>
                  </a:extLst>
                </p:cNvPr>
                <p:cNvSpPr txBox="1"/>
                <p:nvPr/>
              </p:nvSpPr>
              <p:spPr>
                <a:xfrm>
                  <a:off x="6389224" y="770953"/>
                  <a:ext cx="264281" cy="26478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8" name="TextBox 17">
                  <a:extLst>
                    <a:ext uri="{FF2B5EF4-FFF2-40B4-BE49-F238E27FC236}">
                      <a16:creationId xmlns:a16="http://schemas.microsoft.com/office/drawing/2014/main" id="{BD250A47-BA32-51BD-66D7-B414B32944AF}"/>
                    </a:ext>
                  </a:extLst>
                </p:cNvPr>
                <p:cNvSpPr txBox="1">
                  <a:spLocks noRot="1" noChangeAspect="1" noMove="1" noResize="1" noEditPoints="1" noAdjustHandles="1" noChangeArrowheads="1" noChangeShapeType="1" noTextEdit="1"/>
                </p:cNvSpPr>
                <p:nvPr/>
              </p:nvSpPr>
              <p:spPr>
                <a:xfrm>
                  <a:off x="6389224" y="770953"/>
                  <a:ext cx="264281" cy="2647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C470CAB-4913-E26F-E127-184960790CB5}"/>
                    </a:ext>
                  </a:extLst>
                </p:cNvPr>
                <p:cNvSpPr txBox="1"/>
                <p:nvPr/>
              </p:nvSpPr>
              <p:spPr>
                <a:xfrm>
                  <a:off x="11460054" y="2748007"/>
                  <a:ext cx="239872" cy="26478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oMath>
                    </m:oMathPara>
                  </a14:m>
                  <a:endParaRPr lang="en-US" dirty="0"/>
                </a:p>
              </p:txBody>
            </p:sp>
          </mc:Choice>
          <mc:Fallback xmlns="">
            <p:sp>
              <p:nvSpPr>
                <p:cNvPr id="19" name="TextBox 18">
                  <a:extLst>
                    <a:ext uri="{FF2B5EF4-FFF2-40B4-BE49-F238E27FC236}">
                      <a16:creationId xmlns:a16="http://schemas.microsoft.com/office/drawing/2014/main" id="{BC470CAB-4913-E26F-E127-184960790CB5}"/>
                    </a:ext>
                  </a:extLst>
                </p:cNvPr>
                <p:cNvSpPr txBox="1">
                  <a:spLocks noRot="1" noChangeAspect="1" noMove="1" noResize="1" noEditPoints="1" noAdjustHandles="1" noChangeArrowheads="1" noChangeShapeType="1" noTextEdit="1"/>
                </p:cNvSpPr>
                <p:nvPr/>
              </p:nvSpPr>
              <p:spPr>
                <a:xfrm>
                  <a:off x="11460054" y="2748007"/>
                  <a:ext cx="239872" cy="2647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514546-3A91-60A8-B0F6-7965D46F95DB}"/>
                    </a:ext>
                  </a:extLst>
                </p:cNvPr>
                <p:cNvSpPr txBox="1"/>
                <p:nvPr/>
              </p:nvSpPr>
              <p:spPr>
                <a:xfrm>
                  <a:off x="9921745" y="1321771"/>
                  <a:ext cx="421590" cy="404791"/>
                </a:xfrm>
                <a:prstGeom prst="rect">
                  <a:avLst/>
                </a:prstGeom>
                <a:noFill/>
              </p:spPr>
              <p:txBody>
                <a:bodyPr wrap="none" rtlCol="0">
                  <a:spAutoFit/>
                </a:bodyPr>
                <a:lstStyle/>
                <a:p>
                  <a:pPr/>
                  <a14:m>
                    <m:oMathPara xmlns:m="http://schemas.openxmlformats.org/officeDocument/2006/math">
                      <m:oMath>
                        <m:acc>
                          <m:accPr>
                            <m:chr m:val="⃗"/>
                            <m:ctrlPr>
                              <a:rPr lang="en-US" b="0" i="1" smtClean="0">
                                <a:solidFill>
                                  <a:schemeClr val="accent5"/>
                                </a:solidFill>
                                <a:latin typeface="Cambria Math" panose="02040503050406030204" pitchFamily="18" charset="0"/>
                              </a:rPr>
                            </m:ctrlPr>
                          </m:accPr>
                          <m:e>
                            <m:r>
                              <a:rPr lang="en-US" b="0" i="1" smtClean="0">
                                <a:solidFill>
                                  <a:schemeClr val="accent5"/>
                                </a:solidFill>
                                <a:latin typeface="Cambria Math" panose="02040503050406030204" pitchFamily="18" charset="0"/>
                              </a:rPr>
                              <m:t>𝑆</m:t>
                            </m:r>
                          </m:e>
                        </m:acc>
                        <m:r>
                          <a:rPr lang="en-US" b="0" i="1" smtClean="0">
                            <a:solidFill>
                              <a:schemeClr val="accent5"/>
                            </a:solidFill>
                            <a:latin typeface="Cambria Math" panose="02040503050406030204" pitchFamily="18" charset="0"/>
                          </a:rPr>
                          <m:t> </m:t>
                        </m:r>
                      </m:oMath>
                    </m:oMathPara>
                  </a14:m>
                  <a:endParaRPr lang="en-US" dirty="0">
                    <a:solidFill>
                      <a:schemeClr val="accent5"/>
                    </a:solidFill>
                  </a:endParaRPr>
                </a:p>
              </p:txBody>
            </p:sp>
          </mc:Choice>
          <mc:Fallback xmlns="">
            <p:sp>
              <p:nvSpPr>
                <p:cNvPr id="20" name="TextBox 19">
                  <a:extLst>
                    <a:ext uri="{FF2B5EF4-FFF2-40B4-BE49-F238E27FC236}">
                      <a16:creationId xmlns:a16="http://schemas.microsoft.com/office/drawing/2014/main" id="{08514546-3A91-60A8-B0F6-7965D46F95DB}"/>
                    </a:ext>
                  </a:extLst>
                </p:cNvPr>
                <p:cNvSpPr txBox="1">
                  <a:spLocks noRot="1" noChangeAspect="1" noMove="1" noResize="1" noEditPoints="1" noAdjustHandles="1" noChangeArrowheads="1" noChangeShapeType="1" noTextEdit="1"/>
                </p:cNvSpPr>
                <p:nvPr/>
              </p:nvSpPr>
              <p:spPr>
                <a:xfrm>
                  <a:off x="9921745" y="1321771"/>
                  <a:ext cx="421590" cy="404791"/>
                </a:xfrm>
                <a:prstGeom prst="rect">
                  <a:avLst/>
                </a:prstGeom>
                <a:blipFill>
                  <a:blip r:embed="rId5"/>
                  <a:stretch>
                    <a:fillRect t="-18947" r="-30952"/>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F720125E-5F4E-BE36-0CFF-94639596CB41}"/>
                </a:ext>
              </a:extLst>
            </p:cNvPr>
            <p:cNvCxnSpPr>
              <a:cxnSpLocks/>
            </p:cNvCxnSpPr>
            <p:nvPr/>
          </p:nvCxnSpPr>
          <p:spPr>
            <a:xfrm>
              <a:off x="9241771" y="1964944"/>
              <a:ext cx="216732" cy="4958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E622377-42B2-22C7-BD56-467D75FF9F4D}"/>
                </a:ext>
              </a:extLst>
            </p:cNvPr>
            <p:cNvCxnSpPr>
              <a:cxnSpLocks/>
            </p:cNvCxnSpPr>
            <p:nvPr/>
          </p:nvCxnSpPr>
          <p:spPr>
            <a:xfrm>
              <a:off x="8412217" y="1932026"/>
              <a:ext cx="208173" cy="55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F8F6ABD-39BD-0586-2717-994D94F1E7F4}"/>
                </a:ext>
              </a:extLst>
            </p:cNvPr>
            <p:cNvCxnSpPr>
              <a:cxnSpLocks/>
            </p:cNvCxnSpPr>
            <p:nvPr/>
          </p:nvCxnSpPr>
          <p:spPr>
            <a:xfrm>
              <a:off x="9882016" y="2056823"/>
              <a:ext cx="202432" cy="1010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46D4CDF-F8D4-12B9-8F59-F67039CC6494}"/>
                </a:ext>
              </a:extLst>
            </p:cNvPr>
            <p:cNvCxnSpPr>
              <a:cxnSpLocks/>
            </p:cNvCxnSpPr>
            <p:nvPr/>
          </p:nvCxnSpPr>
          <p:spPr>
            <a:xfrm flipV="1">
              <a:off x="9824109" y="2210992"/>
              <a:ext cx="198879" cy="972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5129AE7-1BF0-25B2-462B-3DD1EB58D91A}"/>
                </a:ext>
              </a:extLst>
            </p:cNvPr>
            <p:cNvCxnSpPr>
              <a:cxnSpLocks/>
            </p:cNvCxnSpPr>
            <p:nvPr/>
          </p:nvCxnSpPr>
          <p:spPr>
            <a:xfrm>
              <a:off x="8025435" y="1728507"/>
              <a:ext cx="208998" cy="3244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1C8FB61-A6CF-5F11-3A3E-F6DE494B670D}"/>
                </a:ext>
              </a:extLst>
            </p:cNvPr>
            <p:cNvCxnSpPr>
              <a:cxnSpLocks/>
            </p:cNvCxnSpPr>
            <p:nvPr/>
          </p:nvCxnSpPr>
          <p:spPr>
            <a:xfrm>
              <a:off x="7760497" y="1853763"/>
              <a:ext cx="215211"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B1E1832-9C88-2B92-08F6-DA50BB90D823}"/>
                </a:ext>
              </a:extLst>
            </p:cNvPr>
            <p:cNvCxnSpPr>
              <a:cxnSpLocks/>
            </p:cNvCxnSpPr>
            <p:nvPr/>
          </p:nvCxnSpPr>
          <p:spPr>
            <a:xfrm>
              <a:off x="8774378" y="2188491"/>
              <a:ext cx="208173" cy="555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C77E6D3-5418-A8A5-5516-A19B5F4B5C7B}"/>
                </a:ext>
              </a:extLst>
            </p:cNvPr>
            <p:cNvCxnSpPr>
              <a:cxnSpLocks/>
            </p:cNvCxnSpPr>
            <p:nvPr/>
          </p:nvCxnSpPr>
          <p:spPr>
            <a:xfrm>
              <a:off x="8129522" y="2066929"/>
              <a:ext cx="207820" cy="3331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CC31A5-7CF6-3E45-840E-D63FE74E41D5}"/>
                </a:ext>
              </a:extLst>
            </p:cNvPr>
            <p:cNvCxnSpPr>
              <a:cxnSpLocks/>
            </p:cNvCxnSpPr>
            <p:nvPr/>
          </p:nvCxnSpPr>
          <p:spPr>
            <a:xfrm flipV="1">
              <a:off x="10541160" y="1976977"/>
              <a:ext cx="176927" cy="4141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58966F6-B5D1-DBAA-E9A4-3D6822105771}"/>
                </a:ext>
              </a:extLst>
            </p:cNvPr>
            <p:cNvCxnSpPr>
              <a:cxnSpLocks/>
            </p:cNvCxnSpPr>
            <p:nvPr/>
          </p:nvCxnSpPr>
          <p:spPr>
            <a:xfrm flipV="1">
              <a:off x="10473814" y="2076118"/>
              <a:ext cx="171432" cy="4484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BCADC3A-D5D5-2119-2366-9E0F770D5F10}"/>
                </a:ext>
              </a:extLst>
            </p:cNvPr>
            <p:cNvCxnSpPr>
              <a:cxnSpLocks/>
            </p:cNvCxnSpPr>
            <p:nvPr/>
          </p:nvCxnSpPr>
          <p:spPr>
            <a:xfrm flipV="1">
              <a:off x="10293409" y="2280587"/>
              <a:ext cx="180405" cy="329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0BCCF11C-297A-7F91-524A-B75BBBC908F1}"/>
                </a:ext>
              </a:extLst>
            </p:cNvPr>
            <p:cNvCxnSpPr>
              <a:cxnSpLocks/>
            </p:cNvCxnSpPr>
            <p:nvPr/>
          </p:nvCxnSpPr>
          <p:spPr>
            <a:xfrm flipV="1">
              <a:off x="11087778" y="2140420"/>
              <a:ext cx="180210" cy="3609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2D8C71B3-E165-4667-E404-F8EC3835F190}"/>
                </a:ext>
              </a:extLst>
            </p:cNvPr>
            <p:cNvCxnSpPr>
              <a:cxnSpLocks/>
            </p:cNvCxnSpPr>
            <p:nvPr/>
          </p:nvCxnSpPr>
          <p:spPr>
            <a:xfrm flipV="1">
              <a:off x="11213867" y="1919903"/>
              <a:ext cx="162593" cy="2792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AF8739D-D220-F5BB-0EA5-04323914432B}"/>
                </a:ext>
              </a:extLst>
            </p:cNvPr>
            <p:cNvCxnSpPr>
              <a:cxnSpLocks/>
            </p:cNvCxnSpPr>
            <p:nvPr/>
          </p:nvCxnSpPr>
          <p:spPr>
            <a:xfrm flipV="1">
              <a:off x="11238542" y="1784152"/>
              <a:ext cx="169330" cy="4662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EA1A8960-D6F7-56C7-DA76-27EDC9862E72}"/>
                </a:ext>
              </a:extLst>
            </p:cNvPr>
            <p:cNvCxnSpPr>
              <a:cxnSpLocks/>
            </p:cNvCxnSpPr>
            <p:nvPr/>
          </p:nvCxnSpPr>
          <p:spPr>
            <a:xfrm flipV="1">
              <a:off x="7291190" y="2056315"/>
              <a:ext cx="210556" cy="1765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F15526F6-B2E8-333B-989F-01753516C7F6}"/>
                </a:ext>
              </a:extLst>
            </p:cNvPr>
            <p:cNvCxnSpPr>
              <a:cxnSpLocks/>
            </p:cNvCxnSpPr>
            <p:nvPr/>
          </p:nvCxnSpPr>
          <p:spPr>
            <a:xfrm flipV="1">
              <a:off x="7152320" y="1874242"/>
              <a:ext cx="200789" cy="2695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2DBFA49D-7E03-CAEF-B779-8AB2B26B10B2}"/>
                </a:ext>
              </a:extLst>
            </p:cNvPr>
            <p:cNvCxnSpPr>
              <a:cxnSpLocks/>
            </p:cNvCxnSpPr>
            <p:nvPr/>
          </p:nvCxnSpPr>
          <p:spPr>
            <a:xfrm>
              <a:off x="8996058" y="1571620"/>
              <a:ext cx="207251" cy="4859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224A4D6-AC17-3861-8BB7-1E1AAAF6C9D1}"/>
                </a:ext>
              </a:extLst>
            </p:cNvPr>
            <p:cNvCxnSpPr>
              <a:cxnSpLocks/>
            </p:cNvCxnSpPr>
            <p:nvPr/>
          </p:nvCxnSpPr>
          <p:spPr>
            <a:xfrm>
              <a:off x="8263688" y="1416059"/>
              <a:ext cx="224987" cy="4380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09982FAF-C72F-3A25-9779-E372684F6262}"/>
                </a:ext>
              </a:extLst>
            </p:cNvPr>
            <p:cNvCxnSpPr>
              <a:cxnSpLocks/>
            </p:cNvCxnSpPr>
            <p:nvPr/>
          </p:nvCxnSpPr>
          <p:spPr>
            <a:xfrm>
              <a:off x="9752995" y="1703485"/>
              <a:ext cx="194876" cy="3273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3E6D31F4-E50E-D6EE-CC36-60F4C20E73FF}"/>
                </a:ext>
              </a:extLst>
            </p:cNvPr>
            <p:cNvCxnSpPr>
              <a:cxnSpLocks/>
            </p:cNvCxnSpPr>
            <p:nvPr/>
          </p:nvCxnSpPr>
          <p:spPr>
            <a:xfrm flipV="1">
              <a:off x="10437076" y="1680993"/>
              <a:ext cx="177288" cy="2084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DDBEEC9D-B4FD-99A1-0C17-47D88C86C4CE}"/>
                </a:ext>
              </a:extLst>
            </p:cNvPr>
            <p:cNvCxnSpPr>
              <a:cxnSpLocks/>
            </p:cNvCxnSpPr>
            <p:nvPr/>
          </p:nvCxnSpPr>
          <p:spPr>
            <a:xfrm flipV="1">
              <a:off x="11121062" y="1581327"/>
              <a:ext cx="196891" cy="2844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906C036C-FC53-51F9-7BC0-040007C88622}"/>
                </a:ext>
              </a:extLst>
            </p:cNvPr>
            <p:cNvCxnSpPr>
              <a:cxnSpLocks/>
            </p:cNvCxnSpPr>
            <p:nvPr/>
          </p:nvCxnSpPr>
          <p:spPr>
            <a:xfrm>
              <a:off x="8933745" y="1692195"/>
              <a:ext cx="194991" cy="460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F66A7571-E9BB-E006-F38F-5E28DD35061B}"/>
                </a:ext>
              </a:extLst>
            </p:cNvPr>
            <p:cNvCxnSpPr>
              <a:cxnSpLocks/>
            </p:cNvCxnSpPr>
            <p:nvPr/>
          </p:nvCxnSpPr>
          <p:spPr>
            <a:xfrm>
              <a:off x="9696850" y="1840084"/>
              <a:ext cx="220409" cy="3332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7FC22538-493C-83F2-BA16-0AE6CA892003}"/>
                </a:ext>
              </a:extLst>
            </p:cNvPr>
            <p:cNvCxnSpPr>
              <a:cxnSpLocks/>
            </p:cNvCxnSpPr>
            <p:nvPr/>
          </p:nvCxnSpPr>
          <p:spPr>
            <a:xfrm flipV="1">
              <a:off x="10473814" y="1814676"/>
              <a:ext cx="171432" cy="2636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2CA794D0-6906-7C4F-3A1F-D3BEB19FBB5A}"/>
                </a:ext>
              </a:extLst>
            </p:cNvPr>
            <p:cNvCxnSpPr>
              <a:cxnSpLocks/>
            </p:cNvCxnSpPr>
            <p:nvPr/>
          </p:nvCxnSpPr>
          <p:spPr>
            <a:xfrm flipV="1">
              <a:off x="11147012" y="1671242"/>
              <a:ext cx="159794" cy="3660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C526A33C-4F89-55CF-2540-2CE5E59FA511}"/>
                </a:ext>
              </a:extLst>
            </p:cNvPr>
            <p:cNvCxnSpPr>
              <a:cxnSpLocks/>
            </p:cNvCxnSpPr>
            <p:nvPr/>
          </p:nvCxnSpPr>
          <p:spPr>
            <a:xfrm flipV="1">
              <a:off x="7393465" y="1534554"/>
              <a:ext cx="222550" cy="860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35FFFEF2-2F2C-4BAB-28D3-CDE7695EB66F}"/>
                </a:ext>
              </a:extLst>
            </p:cNvPr>
            <p:cNvCxnSpPr>
              <a:cxnSpLocks/>
            </p:cNvCxnSpPr>
            <p:nvPr/>
          </p:nvCxnSpPr>
          <p:spPr>
            <a:xfrm flipV="1">
              <a:off x="7114343" y="1713844"/>
              <a:ext cx="205799" cy="2415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3633B199-E3D2-F305-A9B4-86A0D77FC6A5}"/>
                    </a:ext>
                  </a:extLst>
                </p:cNvPr>
                <p:cNvSpPr txBox="1"/>
                <p:nvPr/>
              </p:nvSpPr>
              <p:spPr>
                <a:xfrm>
                  <a:off x="7083368" y="1155004"/>
                  <a:ext cx="352982" cy="369332"/>
                </a:xfrm>
                <a:prstGeom prst="rect">
                  <a:avLst/>
                </a:prstGeom>
                <a:noFill/>
              </p:spPr>
              <p:txBody>
                <a:bodyPr wrap="none" rtlCol="0">
                  <a:spAutoFit/>
                </a:bodyPr>
                <a:lstStyle/>
                <a:p>
                  <a:pPr/>
                  <a14:m>
                    <m:oMathPara xmlns:m="http://schemas.openxmlformats.org/officeDocument/2006/math">
                      <m:oMath>
                        <m:r>
                          <m:rPr>
                            <m:sty m:val="p"/>
                          </m:rPr>
                          <a:rPr lang="en-US" b="0" i="1" smtClean="0">
                            <a:latin typeface="Cambria Math" panose="02040503050406030204" pitchFamily="18" charset="0"/>
                          </a:rPr>
                          <m:t>γ</m:t>
                        </m:r>
                      </m:oMath>
                    </m:oMathPara>
                  </a14:m>
                  <a:endParaRPr lang="en-US" b="0" i="1" dirty="0">
                    <a:latin typeface="Cambria Math" panose="02040503050406030204" pitchFamily="18" charset="0"/>
                  </a:endParaRPr>
                </a:p>
              </p:txBody>
            </p:sp>
          </mc:Choice>
          <mc:Fallback xmlns="">
            <p:sp>
              <p:nvSpPr>
                <p:cNvPr id="145" name="TextBox 144">
                  <a:extLst>
                    <a:ext uri="{FF2B5EF4-FFF2-40B4-BE49-F238E27FC236}">
                      <a16:creationId xmlns:a16="http://schemas.microsoft.com/office/drawing/2014/main" id="{3633B199-E3D2-F305-A9B4-86A0D77FC6A5}"/>
                    </a:ext>
                  </a:extLst>
                </p:cNvPr>
                <p:cNvSpPr txBox="1">
                  <a:spLocks noRot="1" noChangeAspect="1" noMove="1" noResize="1" noEditPoints="1" noAdjustHandles="1" noChangeArrowheads="1" noChangeShapeType="1" noTextEdit="1"/>
                </p:cNvSpPr>
                <p:nvPr/>
              </p:nvSpPr>
              <p:spPr>
                <a:xfrm>
                  <a:off x="7083368" y="1155004"/>
                  <a:ext cx="35298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BC70CAE8-DA9C-5B3B-4A3D-47D7A0D0D9A9}"/>
                    </a:ext>
                  </a:extLst>
                </p:cNvPr>
                <p:cNvSpPr txBox="1"/>
                <p:nvPr/>
              </p:nvSpPr>
              <p:spPr>
                <a:xfrm>
                  <a:off x="9120473" y="1220250"/>
                  <a:ext cx="304519" cy="256936"/>
                </a:xfrm>
                <a:prstGeom prst="rect">
                  <a:avLst/>
                </a:prstGeom>
                <a:noFill/>
              </p:spPr>
              <p:txBody>
                <a:bodyPr wrap="none" rtlCol="0">
                  <a:spAutoFit/>
                </a:bodyPr>
                <a:lstStyle/>
                <a:p>
                  <a:pPr/>
                  <a14:m>
                    <m:oMathPara xmlns:m="http://schemas.openxmlformats.org/officeDocument/2006/math">
                      <m:oMath>
                        <m:r>
                          <m:rPr>
                            <m:sty m:val="p"/>
                          </m:rPr>
                          <a:rPr lang="en-US" b="0" i="0" smtClean="0">
                            <a:latin typeface="Cambria Math" panose="02040503050406030204" pitchFamily="18" charset="0"/>
                          </a:rPr>
                          <m:t>Σ</m:t>
                        </m:r>
                      </m:oMath>
                    </m:oMathPara>
                  </a14:m>
                  <a:endParaRPr lang="en-US" dirty="0"/>
                </a:p>
              </p:txBody>
            </p:sp>
          </mc:Choice>
          <mc:Fallback xmlns="">
            <p:sp>
              <p:nvSpPr>
                <p:cNvPr id="152" name="TextBox 151">
                  <a:extLst>
                    <a:ext uri="{FF2B5EF4-FFF2-40B4-BE49-F238E27FC236}">
                      <a16:creationId xmlns:a16="http://schemas.microsoft.com/office/drawing/2014/main" id="{BC70CAE8-DA9C-5B3B-4A3D-47D7A0D0D9A9}"/>
                    </a:ext>
                  </a:extLst>
                </p:cNvPr>
                <p:cNvSpPr txBox="1">
                  <a:spLocks noRot="1" noChangeAspect="1" noMove="1" noResize="1" noEditPoints="1" noAdjustHandles="1" noChangeArrowheads="1" noChangeShapeType="1" noTextEdit="1"/>
                </p:cNvSpPr>
                <p:nvPr/>
              </p:nvSpPr>
              <p:spPr>
                <a:xfrm>
                  <a:off x="9120473" y="1220250"/>
                  <a:ext cx="304519" cy="256936"/>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12BFF6A4-8FDA-EC6A-3E29-BD13BE1057C0}"/>
                  </a:ext>
                </a:extLst>
              </p:cNvPr>
              <p:cNvSpPr txBox="1"/>
              <p:nvPr/>
            </p:nvSpPr>
            <p:spPr>
              <a:xfrm>
                <a:off x="9082840" y="262137"/>
                <a:ext cx="2402581" cy="914225"/>
              </a:xfrm>
              <a:prstGeom prst="rect">
                <a:avLst/>
              </a:prstGeom>
              <a:noFill/>
            </p:spPr>
            <p:txBody>
              <a:bodyPr wrap="none" rtlCol="0">
                <a:spAutoFit/>
              </a:bodyPr>
              <a:lstStyle/>
              <a:p>
                <a:pPr/>
                <a14:m>
                  <m:oMathPara xmlns:m="http://schemas.openxmlformats.org/officeDocument/2006/math">
                    <m:oMath>
                      <m:acc>
                        <m:accPr>
                          <m:chr m:val="⃗"/>
                          <m:ctrlPr>
                            <a:rPr lang="en-US" sz="2400" b="0" i="1" smtClean="0">
                              <a:solidFill>
                                <a:schemeClr val="accent1"/>
                              </a:solidFill>
                              <a:latin typeface="Cambria Math" panose="02040503050406030204" pitchFamily="18" charset="0"/>
                            </a:rPr>
                          </m:ctrlPr>
                        </m:accPr>
                        <m:e>
                          <m:r>
                            <a:rPr lang="en-US" sz="2400" b="0" i="1" smtClean="0">
                              <a:solidFill>
                                <a:schemeClr val="accent1"/>
                              </a:solidFill>
                              <a:latin typeface="Cambria Math" panose="02040503050406030204" pitchFamily="18" charset="0"/>
                            </a:rPr>
                            <m:t>𝑆</m:t>
                          </m:r>
                        </m:e>
                      </m:acc>
                      <m:r>
                        <a:rPr lang="en-US" sz="2400" b="0" i="1" smtClean="0">
                          <a:solidFill>
                            <a:schemeClr val="accent1"/>
                          </a:solidFill>
                          <a:latin typeface="Cambria Math" panose="02040503050406030204" pitchFamily="18" charset="0"/>
                        </a:rPr>
                        <m:t>=</m:t>
                      </m:r>
                      <m:d>
                        <m:dPr>
                          <m:begChr m:val="["/>
                          <m:endChr m:val="]"/>
                          <m:ctrlPr>
                            <a:rPr lang="en-US" sz="2400" i="1">
                              <a:solidFill>
                                <a:schemeClr val="accent1"/>
                              </a:solidFill>
                              <a:latin typeface="Cambria Math" panose="02040503050406030204" pitchFamily="18" charset="0"/>
                            </a:rPr>
                          </m:ctrlPr>
                        </m:dPr>
                        <m:e>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𝑑𝑞</m:t>
                              </m:r>
                            </m:num>
                            <m:den>
                              <m:r>
                                <a:rPr lang="en-US" sz="2400" i="1">
                                  <a:solidFill>
                                    <a:schemeClr val="accent1"/>
                                  </a:solidFill>
                                  <a:latin typeface="Cambria Math" panose="02040503050406030204" pitchFamily="18" charset="0"/>
                                </a:rPr>
                                <m:t>𝑑𝑡</m:t>
                              </m:r>
                            </m:den>
                          </m:f>
                          <m:r>
                            <a:rPr lang="en-US" sz="2400" i="1">
                              <a:solidFill>
                                <a:schemeClr val="accent1"/>
                              </a:solidFill>
                              <a:latin typeface="Cambria Math" panose="02040503050406030204" pitchFamily="18" charset="0"/>
                            </a:rPr>
                            <m:t>,</m:t>
                          </m:r>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𝑑𝑝</m:t>
                              </m:r>
                            </m:num>
                            <m:den>
                              <m:r>
                                <a:rPr lang="en-US" sz="2400" i="1">
                                  <a:solidFill>
                                    <a:schemeClr val="accent1"/>
                                  </a:solidFill>
                                  <a:latin typeface="Cambria Math" panose="02040503050406030204" pitchFamily="18" charset="0"/>
                                </a:rPr>
                                <m:t>𝑑𝑡</m:t>
                              </m:r>
                            </m:den>
                          </m:f>
                          <m:r>
                            <a:rPr lang="en-US" sz="2400" i="1">
                              <a:solidFill>
                                <a:schemeClr val="accent1"/>
                              </a:solidFill>
                              <a:latin typeface="Cambria Math" panose="02040503050406030204" pitchFamily="18" charset="0"/>
                            </a:rPr>
                            <m:t>,</m:t>
                          </m:r>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𝑑𝑡</m:t>
                              </m:r>
                            </m:num>
                            <m:den>
                              <m:r>
                                <a:rPr lang="en-US" sz="2400" i="1">
                                  <a:solidFill>
                                    <a:schemeClr val="accent1"/>
                                  </a:solidFill>
                                  <a:latin typeface="Cambria Math" panose="02040503050406030204" pitchFamily="18" charset="0"/>
                                </a:rPr>
                                <m:t>𝑑𝑡</m:t>
                              </m:r>
                            </m:den>
                          </m:f>
                        </m:e>
                      </m:d>
                    </m:oMath>
                  </m:oMathPara>
                </a14:m>
                <a:endParaRPr lang="en-US" sz="2400" dirty="0">
                  <a:solidFill>
                    <a:schemeClr val="accent1"/>
                  </a:solidFill>
                </a:endParaRPr>
              </a:p>
            </p:txBody>
          </p:sp>
        </mc:Choice>
        <mc:Fallback xmlns="">
          <p:sp>
            <p:nvSpPr>
              <p:cNvPr id="149" name="TextBox 148">
                <a:extLst>
                  <a:ext uri="{FF2B5EF4-FFF2-40B4-BE49-F238E27FC236}">
                    <a16:creationId xmlns:a16="http://schemas.microsoft.com/office/drawing/2014/main" id="{12BFF6A4-8FDA-EC6A-3E29-BD13BE1057C0}"/>
                  </a:ext>
                </a:extLst>
              </p:cNvPr>
              <p:cNvSpPr txBox="1">
                <a:spLocks noRot="1" noChangeAspect="1" noMove="1" noResize="1" noEditPoints="1" noAdjustHandles="1" noChangeArrowheads="1" noChangeShapeType="1" noTextEdit="1"/>
              </p:cNvSpPr>
              <p:nvPr/>
            </p:nvSpPr>
            <p:spPr>
              <a:xfrm>
                <a:off x="9082840" y="262137"/>
                <a:ext cx="2402581" cy="914225"/>
              </a:xfrm>
              <a:prstGeom prst="rect">
                <a:avLst/>
              </a:prstGeom>
              <a:blipFill>
                <a:blip r:embed="rId8"/>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2E1E410-EF0C-783B-8577-0F8E8A474CB0}"/>
              </a:ext>
            </a:extLst>
          </p:cNvPr>
          <p:cNvSpPr txBox="1"/>
          <p:nvPr/>
        </p:nvSpPr>
        <p:spPr>
          <a:xfrm>
            <a:off x="532402" y="304878"/>
            <a:ext cx="3413114" cy="1077218"/>
          </a:xfrm>
          <a:prstGeom prst="rect">
            <a:avLst/>
          </a:prstGeom>
          <a:noFill/>
        </p:spPr>
        <p:txBody>
          <a:bodyPr wrap="none" rtlCol="0">
            <a:spAutoFit/>
          </a:bodyPr>
          <a:lstStyle/>
          <a:p>
            <a:r>
              <a:rPr lang="en-US" sz="3200" dirty="0"/>
              <a:t>(DR) Determinism</a:t>
            </a:r>
            <a:br>
              <a:rPr lang="en-US" sz="3200" dirty="0"/>
            </a:br>
            <a:r>
              <a:rPr lang="en-US" sz="3200" dirty="0"/>
              <a:t>and Reversibility</a:t>
            </a:r>
          </a:p>
        </p:txBody>
      </p:sp>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7D9E7DAA-3005-CD27-0A87-2EEB80EFFD65}"/>
                  </a:ext>
                </a:extLst>
              </p:cNvPr>
              <p:cNvSpPr txBox="1"/>
              <p:nvPr/>
            </p:nvSpPr>
            <p:spPr>
              <a:xfrm>
                <a:off x="1374983" y="4110823"/>
                <a:ext cx="2021130" cy="717248"/>
              </a:xfrm>
              <a:prstGeom prst="rect">
                <a:avLst/>
              </a:prstGeom>
              <a:noFill/>
            </p:spPr>
            <p:txBody>
              <a:bodyPr wrap="none" rtlCol="0">
                <a:spAutoFit/>
              </a:bodyPr>
              <a:lstStyle/>
              <a:p>
                <a:pPr/>
                <a14:m>
                  <m:oMathPara xmlns:m="http://schemas.openxmlformats.org/officeDocument/2006/math">
                    <m:oMath>
                      <m:acc>
                        <m:accPr>
                          <m:chr m:val="⃗"/>
                          <m:ctrlPr>
                            <a:rPr lang="en-US" sz="3600">
                              <a:latin typeface="Cambria Math" panose="02040503050406030204" pitchFamily="18" charset="0"/>
                            </a:rPr>
                          </m:ctrlPr>
                        </m:accPr>
                        <m:e>
                          <m:r>
                            <m:rPr>
                              <m:sty m:val="p"/>
                            </m:rPr>
                            <a:rPr lang="en-US" sz="3600">
                              <a:latin typeface="Cambria Math" panose="02040503050406030204" pitchFamily="18" charset="0"/>
                            </a:rPr>
                            <m:t>∇</m:t>
                          </m:r>
                        </m:e>
                      </m:acc>
                      <m:r>
                        <a:rPr lang="en-US" sz="3600" b="0" i="1" smtClean="0">
                          <a:solidFill>
                            <a:schemeClr val="tx1"/>
                          </a:solidFill>
                          <a:latin typeface="Cambria Math" panose="02040503050406030204" pitchFamily="18" charset="0"/>
                        </a:rPr>
                        <m:t>⋅</m:t>
                      </m:r>
                      <m:acc>
                        <m:accPr>
                          <m:chr m:val="⃗"/>
                          <m:ctrlPr>
                            <a:rPr lang="en-US" sz="3600" b="0" i="1" smtClean="0">
                              <a:solidFill>
                                <a:schemeClr val="tx1"/>
                              </a:solidFill>
                              <a:latin typeface="Cambria Math" panose="02040503050406030204" pitchFamily="18" charset="0"/>
                            </a:rPr>
                          </m:ctrlPr>
                        </m:accPr>
                        <m:e>
                          <m:r>
                            <a:rPr lang="en-US" sz="3600" b="0" i="1" smtClean="0">
                              <a:solidFill>
                                <a:schemeClr val="tx1"/>
                              </a:solidFill>
                              <a:latin typeface="Cambria Math" panose="02040503050406030204" pitchFamily="18" charset="0"/>
                            </a:rPr>
                            <m:t>𝑆</m:t>
                          </m:r>
                        </m:e>
                      </m:acc>
                      <m:r>
                        <a:rPr lang="en-US" sz="3600" b="0" i="1" smtClean="0">
                          <a:solidFill>
                            <a:schemeClr val="tx1"/>
                          </a:solidFill>
                          <a:latin typeface="Cambria Math" panose="02040503050406030204" pitchFamily="18" charset="0"/>
                        </a:rPr>
                        <m:t>=0</m:t>
                      </m:r>
                    </m:oMath>
                  </m:oMathPara>
                </a14:m>
                <a:endParaRPr lang="en-US" sz="3600" dirty="0">
                  <a:solidFill>
                    <a:schemeClr val="tx1"/>
                  </a:solidFill>
                </a:endParaRPr>
              </a:p>
            </p:txBody>
          </p:sp>
        </mc:Choice>
        <mc:Fallback xmlns="">
          <p:sp>
            <p:nvSpPr>
              <p:cNvPr id="148" name="TextBox 147">
                <a:extLst>
                  <a:ext uri="{FF2B5EF4-FFF2-40B4-BE49-F238E27FC236}">
                    <a16:creationId xmlns:a16="http://schemas.microsoft.com/office/drawing/2014/main" id="{7D9E7DAA-3005-CD27-0A87-2EEB80EFFD65}"/>
                  </a:ext>
                </a:extLst>
              </p:cNvPr>
              <p:cNvSpPr txBox="1">
                <a:spLocks noRot="1" noChangeAspect="1" noMove="1" noResize="1" noEditPoints="1" noAdjustHandles="1" noChangeArrowheads="1" noChangeShapeType="1" noTextEdit="1"/>
              </p:cNvSpPr>
              <p:nvPr/>
            </p:nvSpPr>
            <p:spPr>
              <a:xfrm>
                <a:off x="1374983" y="4110823"/>
                <a:ext cx="2021130" cy="71724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BC39B674-9BF3-31F7-FEB2-8482F88108E6}"/>
                  </a:ext>
                </a:extLst>
              </p:cNvPr>
              <p:cNvSpPr txBox="1"/>
              <p:nvPr/>
            </p:nvSpPr>
            <p:spPr>
              <a:xfrm>
                <a:off x="723871" y="3656314"/>
                <a:ext cx="3565913"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m:t>
                    </m:r>
                  </m:oMath>
                </a14:m>
                <a:r>
                  <a:rPr lang="en-US" sz="2000" dirty="0"/>
                  <a:t> Divergence-free displacement</a:t>
                </a:r>
              </a:p>
            </p:txBody>
          </p:sp>
        </mc:Choice>
        <mc:Fallback xmlns="">
          <p:sp>
            <p:nvSpPr>
              <p:cNvPr id="150" name="TextBox 149">
                <a:extLst>
                  <a:ext uri="{FF2B5EF4-FFF2-40B4-BE49-F238E27FC236}">
                    <a16:creationId xmlns:a16="http://schemas.microsoft.com/office/drawing/2014/main" id="{BC39B674-9BF3-31F7-FEB2-8482F88108E6}"/>
                  </a:ext>
                </a:extLst>
              </p:cNvPr>
              <p:cNvSpPr txBox="1">
                <a:spLocks noRot="1" noChangeAspect="1" noMove="1" noResize="1" noEditPoints="1" noAdjustHandles="1" noChangeArrowheads="1" noChangeShapeType="1" noTextEdit="1"/>
              </p:cNvSpPr>
              <p:nvPr/>
            </p:nvSpPr>
            <p:spPr>
              <a:xfrm>
                <a:off x="723871" y="3656314"/>
                <a:ext cx="3565913" cy="400110"/>
              </a:xfrm>
              <a:prstGeom prst="rect">
                <a:avLst/>
              </a:prstGeom>
              <a:blipFill>
                <a:blip r:embed="rId10"/>
                <a:stretch>
                  <a:fillRect t="-9231" r="-1709"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17A245EA-2C39-3EA4-0FCD-D8154030061C}"/>
                  </a:ext>
                </a:extLst>
              </p:cNvPr>
              <p:cNvSpPr txBox="1"/>
              <p:nvPr/>
            </p:nvSpPr>
            <p:spPr>
              <a:xfrm>
                <a:off x="623798" y="2199506"/>
                <a:ext cx="2972993" cy="1225079"/>
              </a:xfrm>
              <a:prstGeom prst="rect">
                <a:avLst/>
              </a:prstGeom>
              <a:noFill/>
            </p:spPr>
            <p:txBody>
              <a:bodyPr wrap="none" rtlCol="0">
                <a:spAutoFit/>
              </a:bodyPr>
              <a:lstStyle/>
              <a:p>
                <a:pPr/>
                <a14:m>
                  <m:oMathPara xmlns:m="http://schemas.openxmlformats.org/officeDocument/2006/math">
                    <m:oMath>
                      <m:nary>
                        <m:naryPr>
                          <m:chr m:val="∯"/>
                          <m:supHide m:val="on"/>
                          <m:ctrlPr>
                            <a:rPr lang="en-US" sz="3600" b="0" i="0" smtClean="0">
                              <a:solidFill>
                                <a:schemeClr val="tx1"/>
                              </a:solidFill>
                              <a:latin typeface="Cambria Math" panose="02040503050406030204" pitchFamily="18" charset="0"/>
                            </a:rPr>
                          </m:ctrlPr>
                        </m:naryPr>
                        <m:sub>
                          <m:r>
                            <m:rPr>
                              <m:sty m:val="p"/>
                            </m:rPr>
                            <a:rPr lang="en-US" sz="3600" b="0" i="0" smtClean="0">
                              <a:solidFill>
                                <a:schemeClr val="tx1"/>
                              </a:solidFill>
                              <a:latin typeface="Cambria Math" panose="02040503050406030204" pitchFamily="18" charset="0"/>
                            </a:rPr>
                            <m:t>Σ</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𝑆</m:t>
                              </m:r>
                            </m:e>
                          </m:acc>
                          <m:r>
                            <a:rPr lang="en-US" sz="3600" b="0" i="1" smtClean="0">
                              <a:latin typeface="Cambria Math" panose="02040503050406030204" pitchFamily="18" charset="0"/>
                            </a:rPr>
                            <m:t>⋅</m:t>
                          </m:r>
                          <m:r>
                            <a:rPr lang="en-US" sz="3600" b="0" i="1" smtClean="0">
                              <a:latin typeface="Cambria Math" panose="02040503050406030204" pitchFamily="18" charset="0"/>
                            </a:rPr>
                            <m:t>𝑑</m:t>
                          </m:r>
                          <m:acc>
                            <m:accPr>
                              <m:chr m:val="⃗"/>
                              <m:ctrlPr>
                                <a:rPr lang="en-US" sz="3600" b="0" i="0" smtClean="0">
                                  <a:latin typeface="Cambria Math" panose="02040503050406030204" pitchFamily="18" charset="0"/>
                                </a:rPr>
                              </m:ctrlPr>
                            </m:accPr>
                            <m:e>
                              <m:r>
                                <m:rPr>
                                  <m:sty m:val="p"/>
                                </m:rPr>
                                <a:rPr lang="en-US" sz="3600" b="0" i="0" smtClean="0">
                                  <a:latin typeface="Cambria Math" panose="02040503050406030204" pitchFamily="18" charset="0"/>
                                </a:rPr>
                                <m:t>Σ</m:t>
                              </m:r>
                            </m:e>
                          </m:acc>
                        </m:e>
                      </m:nary>
                      <m:r>
                        <a:rPr lang="en-US" sz="3600" b="0" i="1" smtClean="0">
                          <a:solidFill>
                            <a:schemeClr val="tx1"/>
                          </a:solidFill>
                          <a:latin typeface="Cambria Math" panose="02040503050406030204" pitchFamily="18" charset="0"/>
                        </a:rPr>
                        <m:t> =0</m:t>
                      </m:r>
                    </m:oMath>
                  </m:oMathPara>
                </a14:m>
                <a:endParaRPr lang="en-US" sz="3600" dirty="0">
                  <a:solidFill>
                    <a:schemeClr val="tx1"/>
                  </a:solidFill>
                </a:endParaRPr>
              </a:p>
            </p:txBody>
          </p:sp>
        </mc:Choice>
        <mc:Fallback xmlns="">
          <p:sp>
            <p:nvSpPr>
              <p:cNvPr id="151" name="TextBox 150">
                <a:extLst>
                  <a:ext uri="{FF2B5EF4-FFF2-40B4-BE49-F238E27FC236}">
                    <a16:creationId xmlns:a16="http://schemas.microsoft.com/office/drawing/2014/main" id="{17A245EA-2C39-3EA4-0FCD-D8154030061C}"/>
                  </a:ext>
                </a:extLst>
              </p:cNvPr>
              <p:cNvSpPr txBox="1">
                <a:spLocks noRot="1" noChangeAspect="1" noMove="1" noResize="1" noEditPoints="1" noAdjustHandles="1" noChangeArrowheads="1" noChangeShapeType="1" noTextEdit="1"/>
              </p:cNvSpPr>
              <p:nvPr/>
            </p:nvSpPr>
            <p:spPr>
              <a:xfrm>
                <a:off x="623798" y="2199506"/>
                <a:ext cx="2972993" cy="1225079"/>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6DD8921D-3C08-D65C-B061-45F3CC3F247D}"/>
                  </a:ext>
                </a:extLst>
              </p:cNvPr>
              <p:cNvSpPr txBox="1"/>
              <p:nvPr/>
            </p:nvSpPr>
            <p:spPr>
              <a:xfrm>
                <a:off x="4806818" y="4821723"/>
                <a:ext cx="3364639" cy="931794"/>
              </a:xfrm>
              <a:prstGeom prst="rect">
                <a:avLst/>
              </a:prstGeom>
              <a:noFill/>
            </p:spPr>
            <p:txBody>
              <a:bodyPr wrap="none">
                <a:spAutoFit/>
              </a:bodyPr>
              <a:lstStyle/>
              <a:p>
                <a:pPr/>
                <a14:m>
                  <m:oMathPara xmlns:m="http://schemas.openxmlformats.org/officeDocument/2006/math">
                    <m:oMath>
                      <m:acc>
                        <m:accPr>
                          <m:chr m:val="⃗"/>
                          <m:ctrlPr>
                            <a:rPr lang="en-US" sz="4800" i="1">
                              <a:latin typeface="Cambria Math" panose="02040503050406030204" pitchFamily="18" charset="0"/>
                            </a:rPr>
                          </m:ctrlPr>
                        </m:accPr>
                        <m:e>
                          <m:r>
                            <a:rPr lang="en-US" sz="4800" i="1">
                              <a:latin typeface="Cambria Math" panose="02040503050406030204" pitchFamily="18" charset="0"/>
                            </a:rPr>
                            <m:t>𝑆</m:t>
                          </m:r>
                        </m:e>
                      </m:acc>
                      <m:r>
                        <a:rPr lang="en-US" sz="4800" b="0" i="1" smtClean="0">
                          <a:latin typeface="Cambria Math" panose="02040503050406030204" pitchFamily="18" charset="0"/>
                        </a:rPr>
                        <m:t>=−</m:t>
                      </m:r>
                      <m:acc>
                        <m:accPr>
                          <m:chr m:val="⃗"/>
                          <m:ctrlPr>
                            <a:rPr lang="en-US" sz="4800">
                              <a:latin typeface="Cambria Math" panose="02040503050406030204" pitchFamily="18" charset="0"/>
                            </a:rPr>
                          </m:ctrlPr>
                        </m:accPr>
                        <m:e>
                          <m:r>
                            <m:rPr>
                              <m:sty m:val="p"/>
                            </m:rPr>
                            <a:rPr lang="en-US" sz="4800">
                              <a:latin typeface="Cambria Math" panose="02040503050406030204" pitchFamily="18" charset="0"/>
                            </a:rPr>
                            <m:t>∇</m:t>
                          </m:r>
                        </m:e>
                      </m:acc>
                      <m:r>
                        <a:rPr lang="en-US" sz="4800" b="0" i="1" smtClean="0">
                          <a:latin typeface="Cambria Math" panose="02040503050406030204" pitchFamily="18" charset="0"/>
                        </a:rPr>
                        <m:t>×</m:t>
                      </m:r>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oMath>
                  </m:oMathPara>
                </a14:m>
                <a:endParaRPr lang="en-US" sz="4800" i="1" dirty="0">
                  <a:latin typeface="Cambria Math" panose="02040503050406030204" pitchFamily="18" charset="0"/>
                </a:endParaRPr>
              </a:p>
            </p:txBody>
          </p:sp>
        </mc:Choice>
        <mc:Fallback xmlns="">
          <p:sp>
            <p:nvSpPr>
              <p:cNvPr id="153" name="TextBox 152">
                <a:extLst>
                  <a:ext uri="{FF2B5EF4-FFF2-40B4-BE49-F238E27FC236}">
                    <a16:creationId xmlns:a16="http://schemas.microsoft.com/office/drawing/2014/main" id="{6DD8921D-3C08-D65C-B061-45F3CC3F247D}"/>
                  </a:ext>
                </a:extLst>
              </p:cNvPr>
              <p:cNvSpPr txBox="1">
                <a:spLocks noRot="1" noChangeAspect="1" noMove="1" noResize="1" noEditPoints="1" noAdjustHandles="1" noChangeArrowheads="1" noChangeShapeType="1" noTextEdit="1"/>
              </p:cNvSpPr>
              <p:nvPr/>
            </p:nvSpPr>
            <p:spPr>
              <a:xfrm>
                <a:off x="4806818" y="4821723"/>
                <a:ext cx="3364639" cy="931794"/>
              </a:xfrm>
              <a:prstGeom prst="rect">
                <a:avLst/>
              </a:prstGeom>
              <a:blipFill>
                <a:blip r:embed="rId12"/>
                <a:stretch>
                  <a:fillRect/>
                </a:stretch>
              </a:blipFill>
            </p:spPr>
            <p:txBody>
              <a:bodyPr/>
              <a:lstStyle/>
              <a:p>
                <a:r>
                  <a:rPr lang="en-US">
                    <a:noFill/>
                  </a:rPr>
                  <a:t> </a:t>
                </a:r>
              </a:p>
            </p:txBody>
          </p:sp>
        </mc:Fallback>
      </mc:AlternateContent>
      <p:sp>
        <p:nvSpPr>
          <p:cNvPr id="154" name="TextBox 153">
            <a:extLst>
              <a:ext uri="{FF2B5EF4-FFF2-40B4-BE49-F238E27FC236}">
                <a16:creationId xmlns:a16="http://schemas.microsoft.com/office/drawing/2014/main" id="{6C6E0E5D-ACA3-7D00-AA15-8CF0B059155A}"/>
              </a:ext>
            </a:extLst>
          </p:cNvPr>
          <p:cNvSpPr txBox="1"/>
          <p:nvPr/>
        </p:nvSpPr>
        <p:spPr>
          <a:xfrm>
            <a:off x="4116313" y="6124595"/>
            <a:ext cx="4059445" cy="369332"/>
          </a:xfrm>
          <a:prstGeom prst="rect">
            <a:avLst/>
          </a:prstGeom>
          <a:noFill/>
        </p:spPr>
        <p:txBody>
          <a:bodyPr wrap="none" rtlCol="0">
            <a:spAutoFit/>
          </a:bodyPr>
          <a:lstStyle/>
          <a:p>
            <a:r>
              <a:rPr lang="en-US" dirty="0"/>
              <a:t>Minus sign added to match conventions</a:t>
            </a:r>
          </a:p>
        </p:txBody>
      </p:sp>
      <p:cxnSp>
        <p:nvCxnSpPr>
          <p:cNvPr id="155" name="Straight Connector 154">
            <a:extLst>
              <a:ext uri="{FF2B5EF4-FFF2-40B4-BE49-F238E27FC236}">
                <a16:creationId xmlns:a16="http://schemas.microsoft.com/office/drawing/2014/main" id="{6806B290-7533-DBBC-068D-60C33BD4D147}"/>
              </a:ext>
            </a:extLst>
          </p:cNvPr>
          <p:cNvCxnSpPr>
            <a:cxnSpLocks/>
          </p:cNvCxnSpPr>
          <p:nvPr/>
        </p:nvCxnSpPr>
        <p:spPr>
          <a:xfrm flipV="1">
            <a:off x="6239668" y="5562133"/>
            <a:ext cx="75358" cy="543863"/>
          </a:xfrm>
          <a:prstGeom prst="line">
            <a:avLst/>
          </a:prstGeom>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9C401109-FE34-A026-5D23-5D34235947B1}"/>
              </a:ext>
            </a:extLst>
          </p:cNvPr>
          <p:cNvSpPr txBox="1"/>
          <p:nvPr/>
        </p:nvSpPr>
        <p:spPr>
          <a:xfrm>
            <a:off x="6411580" y="4242489"/>
            <a:ext cx="1670650" cy="369332"/>
          </a:xfrm>
          <a:prstGeom prst="rect">
            <a:avLst/>
          </a:prstGeom>
          <a:noFill/>
        </p:spPr>
        <p:txBody>
          <a:bodyPr wrap="none" rtlCol="0">
            <a:spAutoFit/>
          </a:bodyPr>
          <a:lstStyle/>
          <a:p>
            <a:r>
              <a:rPr lang="en-US" dirty="0"/>
              <a:t>Vector potential</a:t>
            </a:r>
          </a:p>
        </p:txBody>
      </p:sp>
      <p:cxnSp>
        <p:nvCxnSpPr>
          <p:cNvPr id="157" name="Straight Connector 156">
            <a:extLst>
              <a:ext uri="{FF2B5EF4-FFF2-40B4-BE49-F238E27FC236}">
                <a16:creationId xmlns:a16="http://schemas.microsoft.com/office/drawing/2014/main" id="{05EB5F40-335D-CA30-580D-6E7F53B7338B}"/>
              </a:ext>
            </a:extLst>
          </p:cNvPr>
          <p:cNvCxnSpPr>
            <a:cxnSpLocks/>
          </p:cNvCxnSpPr>
          <p:nvPr/>
        </p:nvCxnSpPr>
        <p:spPr>
          <a:xfrm flipH="1" flipV="1">
            <a:off x="7386421" y="4609917"/>
            <a:ext cx="245359" cy="332308"/>
          </a:xfrm>
          <a:prstGeom prst="line">
            <a:avLst/>
          </a:prstGeom>
        </p:spPr>
        <p:style>
          <a:lnRef idx="1">
            <a:schemeClr val="accent1"/>
          </a:lnRef>
          <a:fillRef idx="0">
            <a:schemeClr val="accent1"/>
          </a:fillRef>
          <a:effectRef idx="0">
            <a:schemeClr val="accent1"/>
          </a:effectRef>
          <a:fontRef idx="minor">
            <a:schemeClr val="tx1"/>
          </a:fontRef>
        </p:style>
      </p:cxnSp>
      <p:sp>
        <p:nvSpPr>
          <p:cNvPr id="193" name="Freeform: Shape 192">
            <a:extLst>
              <a:ext uri="{FF2B5EF4-FFF2-40B4-BE49-F238E27FC236}">
                <a16:creationId xmlns:a16="http://schemas.microsoft.com/office/drawing/2014/main" id="{AFF0F794-745C-BC45-8540-BE2BAB2DFDEC}"/>
              </a:ext>
            </a:extLst>
          </p:cNvPr>
          <p:cNvSpPr/>
          <p:nvPr/>
        </p:nvSpPr>
        <p:spPr>
          <a:xfrm>
            <a:off x="7552028" y="1709098"/>
            <a:ext cx="1160665" cy="904703"/>
          </a:xfrm>
          <a:custGeom>
            <a:avLst/>
            <a:gdLst>
              <a:gd name="connsiteX0" fmla="*/ 57178 w 1829995"/>
              <a:gd name="connsiteY0" fmla="*/ 1404604 h 1404604"/>
              <a:gd name="connsiteX1" fmla="*/ 85170 w 1829995"/>
              <a:gd name="connsiteY1" fmla="*/ 882089 h 1404604"/>
              <a:gd name="connsiteX2" fmla="*/ 868942 w 1829995"/>
              <a:gd name="connsiteY2" fmla="*/ 79657 h 1404604"/>
              <a:gd name="connsiteX3" fmla="*/ 1829995 w 1829995"/>
              <a:gd name="connsiteY3" fmla="*/ 79657 h 1404604"/>
              <a:gd name="connsiteX0" fmla="*/ 57178 w 1829995"/>
              <a:gd name="connsiteY0" fmla="*/ 1435711 h 1435711"/>
              <a:gd name="connsiteX1" fmla="*/ 85170 w 1829995"/>
              <a:gd name="connsiteY1" fmla="*/ 913196 h 1435711"/>
              <a:gd name="connsiteX2" fmla="*/ 868942 w 1829995"/>
              <a:gd name="connsiteY2" fmla="*/ 110764 h 1435711"/>
              <a:gd name="connsiteX3" fmla="*/ 1829995 w 1829995"/>
              <a:gd name="connsiteY3" fmla="*/ 110764 h 1435711"/>
              <a:gd name="connsiteX0" fmla="*/ 57178 w 1829995"/>
              <a:gd name="connsiteY0" fmla="*/ 1416085 h 1416085"/>
              <a:gd name="connsiteX1" fmla="*/ 85170 w 1829995"/>
              <a:gd name="connsiteY1" fmla="*/ 893570 h 1416085"/>
              <a:gd name="connsiteX2" fmla="*/ 868942 w 1829995"/>
              <a:gd name="connsiteY2" fmla="*/ 91138 h 1416085"/>
              <a:gd name="connsiteX3" fmla="*/ 1829995 w 1829995"/>
              <a:gd name="connsiteY3" fmla="*/ 131778 h 1416085"/>
              <a:gd name="connsiteX0" fmla="*/ 75158 w 1847975"/>
              <a:gd name="connsiteY0" fmla="*/ 1416085 h 1416085"/>
              <a:gd name="connsiteX1" fmla="*/ 103150 w 1847975"/>
              <a:gd name="connsiteY1" fmla="*/ 893570 h 1416085"/>
              <a:gd name="connsiteX2" fmla="*/ 886922 w 1847975"/>
              <a:gd name="connsiteY2" fmla="*/ 91138 h 1416085"/>
              <a:gd name="connsiteX3" fmla="*/ 1847975 w 1847975"/>
              <a:gd name="connsiteY3" fmla="*/ 131778 h 1416085"/>
              <a:gd name="connsiteX0" fmla="*/ 71180 w 1854157"/>
              <a:gd name="connsiteY0" fmla="*/ 1411005 h 1411005"/>
              <a:gd name="connsiteX1" fmla="*/ 109332 w 1854157"/>
              <a:gd name="connsiteY1" fmla="*/ 893570 h 1411005"/>
              <a:gd name="connsiteX2" fmla="*/ 893104 w 1854157"/>
              <a:gd name="connsiteY2" fmla="*/ 91138 h 1411005"/>
              <a:gd name="connsiteX3" fmla="*/ 1854157 w 1854157"/>
              <a:gd name="connsiteY3" fmla="*/ 131778 h 1411005"/>
              <a:gd name="connsiteX0" fmla="*/ 70463 w 1855345"/>
              <a:gd name="connsiteY0" fmla="*/ 1405290 h 1405290"/>
              <a:gd name="connsiteX1" fmla="*/ 110520 w 1855345"/>
              <a:gd name="connsiteY1" fmla="*/ 893570 h 1405290"/>
              <a:gd name="connsiteX2" fmla="*/ 894292 w 1855345"/>
              <a:gd name="connsiteY2" fmla="*/ 91138 h 1405290"/>
              <a:gd name="connsiteX3" fmla="*/ 1855345 w 1855345"/>
              <a:gd name="connsiteY3" fmla="*/ 131778 h 1405290"/>
            </a:gdLst>
            <a:ahLst/>
            <a:cxnLst>
              <a:cxn ang="0">
                <a:pos x="connsiteX0" y="connsiteY0"/>
              </a:cxn>
              <a:cxn ang="0">
                <a:pos x="connsiteX1" y="connsiteY1"/>
              </a:cxn>
              <a:cxn ang="0">
                <a:pos x="connsiteX2" y="connsiteY2"/>
              </a:cxn>
              <a:cxn ang="0">
                <a:pos x="connsiteX3" y="connsiteY3"/>
              </a:cxn>
            </a:cxnLst>
            <a:rect l="l" t="t" r="r" b="b"/>
            <a:pathLst>
              <a:path w="1855345" h="1405290">
                <a:moveTo>
                  <a:pt x="70463" y="1405290"/>
                </a:moveTo>
                <a:cubicBezTo>
                  <a:pt x="-31448" y="1254444"/>
                  <a:pt x="-26785" y="1112595"/>
                  <a:pt x="110520" y="893570"/>
                </a:cubicBezTo>
                <a:cubicBezTo>
                  <a:pt x="247825" y="674545"/>
                  <a:pt x="603488" y="224877"/>
                  <a:pt x="894292" y="91138"/>
                </a:cubicBezTo>
                <a:cubicBezTo>
                  <a:pt x="1185096" y="-42601"/>
                  <a:pt x="1796821" y="-29227"/>
                  <a:pt x="1855345" y="131778"/>
                </a:cubicBezTo>
              </a:path>
            </a:pathLst>
          </a:custGeom>
          <a:no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Freeform: Shape 193">
            <a:extLst>
              <a:ext uri="{FF2B5EF4-FFF2-40B4-BE49-F238E27FC236}">
                <a16:creationId xmlns:a16="http://schemas.microsoft.com/office/drawing/2014/main" id="{B88CD1C9-C412-0147-A547-E2BE2EA3D774}"/>
              </a:ext>
            </a:extLst>
          </p:cNvPr>
          <p:cNvSpPr/>
          <p:nvPr/>
        </p:nvSpPr>
        <p:spPr>
          <a:xfrm rot="4458677">
            <a:off x="7561508" y="1524031"/>
            <a:ext cx="1146342" cy="1330457"/>
          </a:xfrm>
          <a:custGeom>
            <a:avLst/>
            <a:gdLst>
              <a:gd name="connsiteX0" fmla="*/ 543485 w 2015003"/>
              <a:gd name="connsiteY0" fmla="*/ 57463 h 2116231"/>
              <a:gd name="connsiteX1" fmla="*/ 1523199 w 2015003"/>
              <a:gd name="connsiteY1" fmla="*/ 178761 h 2116231"/>
              <a:gd name="connsiteX2" fmla="*/ 1560522 w 2015003"/>
              <a:gd name="connsiteY2" fmla="*/ 943871 h 2116231"/>
              <a:gd name="connsiteX3" fmla="*/ 1999060 w 2015003"/>
              <a:gd name="connsiteY3" fmla="*/ 1643667 h 2116231"/>
              <a:gd name="connsiteX4" fmla="*/ 916709 w 2015003"/>
              <a:gd name="connsiteY4" fmla="*/ 2110198 h 2116231"/>
              <a:gd name="connsiteX5" fmla="*/ 720766 w 2015003"/>
              <a:gd name="connsiteY5" fmla="*/ 1317096 h 2116231"/>
              <a:gd name="connsiteX6" fmla="*/ 2309 w 2015003"/>
              <a:gd name="connsiteY6" fmla="*/ 934541 h 2116231"/>
              <a:gd name="connsiteX7" fmla="*/ 543485 w 2015003"/>
              <a:gd name="connsiteY7" fmla="*/ 57463 h 2116231"/>
              <a:gd name="connsiteX0" fmla="*/ 543485 w 2014235"/>
              <a:gd name="connsiteY0" fmla="*/ 57463 h 2119110"/>
              <a:gd name="connsiteX1" fmla="*/ 1523199 w 2014235"/>
              <a:gd name="connsiteY1" fmla="*/ 178761 h 2119110"/>
              <a:gd name="connsiteX2" fmla="*/ 1560522 w 2014235"/>
              <a:gd name="connsiteY2" fmla="*/ 943871 h 2119110"/>
              <a:gd name="connsiteX3" fmla="*/ 1999060 w 2014235"/>
              <a:gd name="connsiteY3" fmla="*/ 1643667 h 2119110"/>
              <a:gd name="connsiteX4" fmla="*/ 916709 w 2014235"/>
              <a:gd name="connsiteY4" fmla="*/ 2110198 h 2119110"/>
              <a:gd name="connsiteX5" fmla="*/ 720766 w 2014235"/>
              <a:gd name="connsiteY5" fmla="*/ 1317096 h 2119110"/>
              <a:gd name="connsiteX6" fmla="*/ 2309 w 2014235"/>
              <a:gd name="connsiteY6" fmla="*/ 934541 h 2119110"/>
              <a:gd name="connsiteX7" fmla="*/ 543485 w 2014235"/>
              <a:gd name="connsiteY7" fmla="*/ 57463 h 2119110"/>
              <a:gd name="connsiteX0" fmla="*/ 543485 w 1980874"/>
              <a:gd name="connsiteY0" fmla="*/ 57463 h 2128421"/>
              <a:gd name="connsiteX1" fmla="*/ 1523199 w 1980874"/>
              <a:gd name="connsiteY1" fmla="*/ 178761 h 2128421"/>
              <a:gd name="connsiteX2" fmla="*/ 1560522 w 1980874"/>
              <a:gd name="connsiteY2" fmla="*/ 943871 h 2128421"/>
              <a:gd name="connsiteX3" fmla="*/ 1964847 w 1980874"/>
              <a:gd name="connsiteY3" fmla="*/ 1730974 h 2128421"/>
              <a:gd name="connsiteX4" fmla="*/ 916709 w 1980874"/>
              <a:gd name="connsiteY4" fmla="*/ 2110198 h 2128421"/>
              <a:gd name="connsiteX5" fmla="*/ 720766 w 1980874"/>
              <a:gd name="connsiteY5" fmla="*/ 1317096 h 2128421"/>
              <a:gd name="connsiteX6" fmla="*/ 2309 w 1980874"/>
              <a:gd name="connsiteY6" fmla="*/ 934541 h 2128421"/>
              <a:gd name="connsiteX7" fmla="*/ 543485 w 1980874"/>
              <a:gd name="connsiteY7" fmla="*/ 57463 h 2128421"/>
              <a:gd name="connsiteX0" fmla="*/ 543485 w 1975539"/>
              <a:gd name="connsiteY0" fmla="*/ 57463 h 2163482"/>
              <a:gd name="connsiteX1" fmla="*/ 1523199 w 1975539"/>
              <a:gd name="connsiteY1" fmla="*/ 178761 h 2163482"/>
              <a:gd name="connsiteX2" fmla="*/ 1560522 w 1975539"/>
              <a:gd name="connsiteY2" fmla="*/ 943871 h 2163482"/>
              <a:gd name="connsiteX3" fmla="*/ 1964847 w 1975539"/>
              <a:gd name="connsiteY3" fmla="*/ 1730974 h 2163482"/>
              <a:gd name="connsiteX4" fmla="*/ 1069419 w 1975539"/>
              <a:gd name="connsiteY4" fmla="*/ 2153091 h 2163482"/>
              <a:gd name="connsiteX5" fmla="*/ 720766 w 1975539"/>
              <a:gd name="connsiteY5" fmla="*/ 1317096 h 2163482"/>
              <a:gd name="connsiteX6" fmla="*/ 2309 w 1975539"/>
              <a:gd name="connsiteY6" fmla="*/ 934541 h 2163482"/>
              <a:gd name="connsiteX7" fmla="*/ 543485 w 1975539"/>
              <a:gd name="connsiteY7" fmla="*/ 57463 h 2163482"/>
              <a:gd name="connsiteX0" fmla="*/ 543485 w 1975539"/>
              <a:gd name="connsiteY0" fmla="*/ 57463 h 2170997"/>
              <a:gd name="connsiteX1" fmla="*/ 1523199 w 1975539"/>
              <a:gd name="connsiteY1" fmla="*/ 178761 h 2170997"/>
              <a:gd name="connsiteX2" fmla="*/ 1560522 w 1975539"/>
              <a:gd name="connsiteY2" fmla="*/ 943871 h 2170997"/>
              <a:gd name="connsiteX3" fmla="*/ 1964847 w 1975539"/>
              <a:gd name="connsiteY3" fmla="*/ 1730974 h 2170997"/>
              <a:gd name="connsiteX4" fmla="*/ 1069419 w 1975539"/>
              <a:gd name="connsiteY4" fmla="*/ 2153091 h 2170997"/>
              <a:gd name="connsiteX5" fmla="*/ 720766 w 1975539"/>
              <a:gd name="connsiteY5" fmla="*/ 1317096 h 2170997"/>
              <a:gd name="connsiteX6" fmla="*/ 2309 w 1975539"/>
              <a:gd name="connsiteY6" fmla="*/ 934541 h 2170997"/>
              <a:gd name="connsiteX7" fmla="*/ 543485 w 1975539"/>
              <a:gd name="connsiteY7" fmla="*/ 57463 h 2170997"/>
              <a:gd name="connsiteX0" fmla="*/ 543485 w 1986971"/>
              <a:gd name="connsiteY0" fmla="*/ 57463 h 2188674"/>
              <a:gd name="connsiteX1" fmla="*/ 1523199 w 1986971"/>
              <a:gd name="connsiteY1" fmla="*/ 178761 h 2188674"/>
              <a:gd name="connsiteX2" fmla="*/ 1560522 w 1986971"/>
              <a:gd name="connsiteY2" fmla="*/ 943871 h 2188674"/>
              <a:gd name="connsiteX3" fmla="*/ 1964847 w 1986971"/>
              <a:gd name="connsiteY3" fmla="*/ 1730974 h 2188674"/>
              <a:gd name="connsiteX4" fmla="*/ 1069419 w 1986971"/>
              <a:gd name="connsiteY4" fmla="*/ 2153091 h 2188674"/>
              <a:gd name="connsiteX5" fmla="*/ 720766 w 1986971"/>
              <a:gd name="connsiteY5" fmla="*/ 1317096 h 2188674"/>
              <a:gd name="connsiteX6" fmla="*/ 2309 w 1986971"/>
              <a:gd name="connsiteY6" fmla="*/ 934541 h 2188674"/>
              <a:gd name="connsiteX7" fmla="*/ 543485 w 1986971"/>
              <a:gd name="connsiteY7" fmla="*/ 57463 h 2188674"/>
              <a:gd name="connsiteX0" fmla="*/ 554169 w 1997655"/>
              <a:gd name="connsiteY0" fmla="*/ 57463 h 2203770"/>
              <a:gd name="connsiteX1" fmla="*/ 1533883 w 1997655"/>
              <a:gd name="connsiteY1" fmla="*/ 178761 h 2203770"/>
              <a:gd name="connsiteX2" fmla="*/ 1571206 w 1997655"/>
              <a:gd name="connsiteY2" fmla="*/ 943871 h 2203770"/>
              <a:gd name="connsiteX3" fmla="*/ 1975531 w 1997655"/>
              <a:gd name="connsiteY3" fmla="*/ 1730974 h 2203770"/>
              <a:gd name="connsiteX4" fmla="*/ 1080103 w 1997655"/>
              <a:gd name="connsiteY4" fmla="*/ 2153091 h 2203770"/>
              <a:gd name="connsiteX5" fmla="*/ 12993 w 1997655"/>
              <a:gd name="connsiteY5" fmla="*/ 934541 h 2203770"/>
              <a:gd name="connsiteX6" fmla="*/ 554169 w 1997655"/>
              <a:gd name="connsiteY6" fmla="*/ 57463 h 2203770"/>
              <a:gd name="connsiteX0" fmla="*/ 554169 w 1989255"/>
              <a:gd name="connsiteY0" fmla="*/ 54327 h 2179975"/>
              <a:gd name="connsiteX1" fmla="*/ 1533883 w 1989255"/>
              <a:gd name="connsiteY1" fmla="*/ 175625 h 2179975"/>
              <a:gd name="connsiteX2" fmla="*/ 1616926 w 1989255"/>
              <a:gd name="connsiteY2" fmla="*/ 846968 h 2179975"/>
              <a:gd name="connsiteX3" fmla="*/ 1975531 w 1989255"/>
              <a:gd name="connsiteY3" fmla="*/ 1727838 h 2179975"/>
              <a:gd name="connsiteX4" fmla="*/ 1080103 w 1989255"/>
              <a:gd name="connsiteY4" fmla="*/ 2149955 h 2179975"/>
              <a:gd name="connsiteX5" fmla="*/ 12993 w 1989255"/>
              <a:gd name="connsiteY5" fmla="*/ 931405 h 2179975"/>
              <a:gd name="connsiteX6" fmla="*/ 554169 w 1989255"/>
              <a:gd name="connsiteY6" fmla="*/ 54327 h 2179975"/>
              <a:gd name="connsiteX0" fmla="*/ 305977 w 1741063"/>
              <a:gd name="connsiteY0" fmla="*/ 90459 h 2192681"/>
              <a:gd name="connsiteX1" fmla="*/ 1285691 w 1741063"/>
              <a:gd name="connsiteY1" fmla="*/ 211757 h 2192681"/>
              <a:gd name="connsiteX2" fmla="*/ 1368734 w 1741063"/>
              <a:gd name="connsiteY2" fmla="*/ 883100 h 2192681"/>
              <a:gd name="connsiteX3" fmla="*/ 1727339 w 1741063"/>
              <a:gd name="connsiteY3" fmla="*/ 1763970 h 2192681"/>
              <a:gd name="connsiteX4" fmla="*/ 831911 w 1741063"/>
              <a:gd name="connsiteY4" fmla="*/ 2186087 h 2192681"/>
              <a:gd name="connsiteX5" fmla="*/ 24611 w 1741063"/>
              <a:gd name="connsiteY5" fmla="*/ 1457254 h 2192681"/>
              <a:gd name="connsiteX6" fmla="*/ 305977 w 1741063"/>
              <a:gd name="connsiteY6" fmla="*/ 90459 h 2192681"/>
              <a:gd name="connsiteX0" fmla="*/ 193443 w 1780632"/>
              <a:gd name="connsiteY0" fmla="*/ 113292 h 2122552"/>
              <a:gd name="connsiteX1" fmla="*/ 1325260 w 1780632"/>
              <a:gd name="connsiteY1" fmla="*/ 141628 h 2122552"/>
              <a:gd name="connsiteX2" fmla="*/ 1408303 w 1780632"/>
              <a:gd name="connsiteY2" fmla="*/ 812971 h 2122552"/>
              <a:gd name="connsiteX3" fmla="*/ 1766908 w 1780632"/>
              <a:gd name="connsiteY3" fmla="*/ 1693841 h 2122552"/>
              <a:gd name="connsiteX4" fmla="*/ 871480 w 1780632"/>
              <a:gd name="connsiteY4" fmla="*/ 2115958 h 2122552"/>
              <a:gd name="connsiteX5" fmla="*/ 64180 w 1780632"/>
              <a:gd name="connsiteY5" fmla="*/ 1387125 h 2122552"/>
              <a:gd name="connsiteX6" fmla="*/ 193443 w 1780632"/>
              <a:gd name="connsiteY6" fmla="*/ 113292 h 2122552"/>
              <a:gd name="connsiteX0" fmla="*/ 193443 w 1780632"/>
              <a:gd name="connsiteY0" fmla="*/ 113292 h 2126761"/>
              <a:gd name="connsiteX1" fmla="*/ 1325260 w 1780632"/>
              <a:gd name="connsiteY1" fmla="*/ 141628 h 2126761"/>
              <a:gd name="connsiteX2" fmla="*/ 1408303 w 1780632"/>
              <a:gd name="connsiteY2" fmla="*/ 812971 h 2126761"/>
              <a:gd name="connsiteX3" fmla="*/ 1766908 w 1780632"/>
              <a:gd name="connsiteY3" fmla="*/ 1693841 h 2126761"/>
              <a:gd name="connsiteX4" fmla="*/ 871480 w 1780632"/>
              <a:gd name="connsiteY4" fmla="*/ 2115958 h 2126761"/>
              <a:gd name="connsiteX5" fmla="*/ 64180 w 1780632"/>
              <a:gd name="connsiteY5" fmla="*/ 1387125 h 2126761"/>
              <a:gd name="connsiteX6" fmla="*/ 193443 w 1780632"/>
              <a:gd name="connsiteY6" fmla="*/ 113292 h 212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0632" h="2126761">
                <a:moveTo>
                  <a:pt x="193443" y="113292"/>
                </a:moveTo>
                <a:cubicBezTo>
                  <a:pt x="403623" y="-94291"/>
                  <a:pt x="1122783" y="25015"/>
                  <a:pt x="1325260" y="141628"/>
                </a:cubicBezTo>
                <a:cubicBezTo>
                  <a:pt x="1527737" y="258241"/>
                  <a:pt x="1334695" y="554269"/>
                  <a:pt x="1408303" y="812971"/>
                </a:cubicBezTo>
                <a:cubicBezTo>
                  <a:pt x="1481911" y="1071673"/>
                  <a:pt x="1856378" y="1476677"/>
                  <a:pt x="1766908" y="1693841"/>
                </a:cubicBezTo>
                <a:cubicBezTo>
                  <a:pt x="1677438" y="1911005"/>
                  <a:pt x="1218149" y="2184739"/>
                  <a:pt x="871480" y="2115958"/>
                </a:cubicBezTo>
                <a:cubicBezTo>
                  <a:pt x="524811" y="2047177"/>
                  <a:pt x="177186" y="1720903"/>
                  <a:pt x="64180" y="1387125"/>
                </a:cubicBezTo>
                <a:cubicBezTo>
                  <a:pt x="-48826" y="1053347"/>
                  <a:pt x="-16737" y="320875"/>
                  <a:pt x="193443" y="113292"/>
                </a:cubicBezTo>
                <a:close/>
              </a:path>
            </a:pathLst>
          </a:cu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5" name="Freeform: Shape 194">
            <a:extLst>
              <a:ext uri="{FF2B5EF4-FFF2-40B4-BE49-F238E27FC236}">
                <a16:creationId xmlns:a16="http://schemas.microsoft.com/office/drawing/2014/main" id="{5FD5112D-C343-3784-FA21-298AA61EE18B}"/>
              </a:ext>
            </a:extLst>
          </p:cNvPr>
          <p:cNvSpPr/>
          <p:nvPr/>
        </p:nvSpPr>
        <p:spPr>
          <a:xfrm>
            <a:off x="7607353" y="1801077"/>
            <a:ext cx="1126233" cy="875590"/>
          </a:xfrm>
          <a:custGeom>
            <a:avLst/>
            <a:gdLst>
              <a:gd name="connsiteX0" fmla="*/ 1782147 w 1782147"/>
              <a:gd name="connsiteY0" fmla="*/ 0 h 1335438"/>
              <a:gd name="connsiteX1" fmla="*/ 1642188 w 1782147"/>
              <a:gd name="connsiteY1" fmla="*/ 587828 h 1335438"/>
              <a:gd name="connsiteX2" fmla="*/ 1035698 w 1782147"/>
              <a:gd name="connsiteY2" fmla="*/ 746449 h 1335438"/>
              <a:gd name="connsiteX3" fmla="*/ 597159 w 1782147"/>
              <a:gd name="connsiteY3" fmla="*/ 1231641 h 1335438"/>
              <a:gd name="connsiteX4" fmla="*/ 0 w 1782147"/>
              <a:gd name="connsiteY4" fmla="*/ 1278294 h 1335438"/>
              <a:gd name="connsiteX0" fmla="*/ 1766907 w 1766907"/>
              <a:gd name="connsiteY0" fmla="*/ 0 h 1342602"/>
              <a:gd name="connsiteX1" fmla="*/ 1626948 w 1766907"/>
              <a:gd name="connsiteY1" fmla="*/ 587828 h 1342602"/>
              <a:gd name="connsiteX2" fmla="*/ 1020458 w 1766907"/>
              <a:gd name="connsiteY2" fmla="*/ 746449 h 1342602"/>
              <a:gd name="connsiteX3" fmla="*/ 581919 w 1766907"/>
              <a:gd name="connsiteY3" fmla="*/ 1231641 h 1342602"/>
              <a:gd name="connsiteX4" fmla="*/ 0 w 1766907"/>
              <a:gd name="connsiteY4" fmla="*/ 1288454 h 1342602"/>
              <a:gd name="connsiteX0" fmla="*/ 1766907 w 1766907"/>
              <a:gd name="connsiteY0" fmla="*/ 0 h 1362894"/>
              <a:gd name="connsiteX1" fmla="*/ 1626948 w 1766907"/>
              <a:gd name="connsiteY1" fmla="*/ 587828 h 1362894"/>
              <a:gd name="connsiteX2" fmla="*/ 1020458 w 1766907"/>
              <a:gd name="connsiteY2" fmla="*/ 746449 h 1362894"/>
              <a:gd name="connsiteX3" fmla="*/ 581919 w 1766907"/>
              <a:gd name="connsiteY3" fmla="*/ 1231641 h 1362894"/>
              <a:gd name="connsiteX4" fmla="*/ 0 w 1766907"/>
              <a:gd name="connsiteY4" fmla="*/ 1288454 h 1362894"/>
              <a:gd name="connsiteX0" fmla="*/ 1766907 w 1766907"/>
              <a:gd name="connsiteY0" fmla="*/ 0 h 1365149"/>
              <a:gd name="connsiteX1" fmla="*/ 1626948 w 1766907"/>
              <a:gd name="connsiteY1" fmla="*/ 587828 h 1365149"/>
              <a:gd name="connsiteX2" fmla="*/ 1020458 w 1766907"/>
              <a:gd name="connsiteY2" fmla="*/ 746449 h 1365149"/>
              <a:gd name="connsiteX3" fmla="*/ 581919 w 1766907"/>
              <a:gd name="connsiteY3" fmla="*/ 1231641 h 1365149"/>
              <a:gd name="connsiteX4" fmla="*/ 0 w 1766907"/>
              <a:gd name="connsiteY4" fmla="*/ 1288454 h 1365149"/>
              <a:gd name="connsiteX0" fmla="*/ 1766907 w 1766907"/>
              <a:gd name="connsiteY0" fmla="*/ 0 h 1365149"/>
              <a:gd name="connsiteX1" fmla="*/ 1626948 w 1766907"/>
              <a:gd name="connsiteY1" fmla="*/ 587828 h 1365149"/>
              <a:gd name="connsiteX2" fmla="*/ 1020458 w 1766907"/>
              <a:gd name="connsiteY2" fmla="*/ 746449 h 1365149"/>
              <a:gd name="connsiteX3" fmla="*/ 642879 w 1766907"/>
              <a:gd name="connsiteY3" fmla="*/ 1231641 h 1365149"/>
              <a:gd name="connsiteX4" fmla="*/ 0 w 1766907"/>
              <a:gd name="connsiteY4" fmla="*/ 1288454 h 1365149"/>
              <a:gd name="connsiteX0" fmla="*/ 1787227 w 1787227"/>
              <a:gd name="connsiteY0" fmla="*/ 0 h 1362609"/>
              <a:gd name="connsiteX1" fmla="*/ 1626948 w 1787227"/>
              <a:gd name="connsiteY1" fmla="*/ 585288 h 1362609"/>
              <a:gd name="connsiteX2" fmla="*/ 1020458 w 1787227"/>
              <a:gd name="connsiteY2" fmla="*/ 743909 h 1362609"/>
              <a:gd name="connsiteX3" fmla="*/ 642879 w 1787227"/>
              <a:gd name="connsiteY3" fmla="*/ 1229101 h 1362609"/>
              <a:gd name="connsiteX4" fmla="*/ 0 w 1787227"/>
              <a:gd name="connsiteY4" fmla="*/ 1285914 h 1362609"/>
              <a:gd name="connsiteX0" fmla="*/ 1787227 w 1809320"/>
              <a:gd name="connsiteY0" fmla="*/ 0 h 1362609"/>
              <a:gd name="connsiteX1" fmla="*/ 1626948 w 1809320"/>
              <a:gd name="connsiteY1" fmla="*/ 585288 h 1362609"/>
              <a:gd name="connsiteX2" fmla="*/ 1020458 w 1809320"/>
              <a:gd name="connsiteY2" fmla="*/ 743909 h 1362609"/>
              <a:gd name="connsiteX3" fmla="*/ 642879 w 1809320"/>
              <a:gd name="connsiteY3" fmla="*/ 1229101 h 1362609"/>
              <a:gd name="connsiteX4" fmla="*/ 0 w 1809320"/>
              <a:gd name="connsiteY4" fmla="*/ 1285914 h 1362609"/>
              <a:gd name="connsiteX0" fmla="*/ 1777067 w 1800305"/>
              <a:gd name="connsiteY0" fmla="*/ 0 h 1360069"/>
              <a:gd name="connsiteX1" fmla="*/ 1626948 w 1800305"/>
              <a:gd name="connsiteY1" fmla="*/ 582748 h 1360069"/>
              <a:gd name="connsiteX2" fmla="*/ 1020458 w 1800305"/>
              <a:gd name="connsiteY2" fmla="*/ 741369 h 1360069"/>
              <a:gd name="connsiteX3" fmla="*/ 642879 w 1800305"/>
              <a:gd name="connsiteY3" fmla="*/ 1226561 h 1360069"/>
              <a:gd name="connsiteX4" fmla="*/ 0 w 1800305"/>
              <a:gd name="connsiteY4" fmla="*/ 1283374 h 1360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0305" h="1360069">
                <a:moveTo>
                  <a:pt x="1777067" y="0"/>
                </a:moveTo>
                <a:cubicBezTo>
                  <a:pt x="1845491" y="236790"/>
                  <a:pt x="1753050" y="459186"/>
                  <a:pt x="1626948" y="582748"/>
                </a:cubicBezTo>
                <a:cubicBezTo>
                  <a:pt x="1500846" y="706310"/>
                  <a:pt x="1184470" y="634067"/>
                  <a:pt x="1020458" y="741369"/>
                </a:cubicBezTo>
                <a:cubicBezTo>
                  <a:pt x="856446" y="848671"/>
                  <a:pt x="815495" y="1137920"/>
                  <a:pt x="642879" y="1226561"/>
                </a:cubicBezTo>
                <a:cubicBezTo>
                  <a:pt x="470263" y="1315202"/>
                  <a:pt x="152918" y="1444586"/>
                  <a:pt x="0" y="1283374"/>
                </a:cubicBezTo>
              </a:path>
            </a:pathLst>
          </a:cu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6D05ED4-6DCC-614B-D098-E644B88F3098}"/>
              </a:ext>
            </a:extLst>
          </p:cNvPr>
          <p:cNvSpPr txBox="1"/>
          <p:nvPr/>
        </p:nvSpPr>
        <p:spPr>
          <a:xfrm>
            <a:off x="599386" y="1499360"/>
            <a:ext cx="3991862" cy="707886"/>
          </a:xfrm>
          <a:prstGeom prst="rect">
            <a:avLst/>
          </a:prstGeom>
          <a:noFill/>
        </p:spPr>
        <p:txBody>
          <a:bodyPr wrap="none" rtlCol="0">
            <a:spAutoFit/>
          </a:bodyPr>
          <a:lstStyle/>
          <a:p>
            <a:r>
              <a:rPr lang="en-US" sz="2000" dirty="0"/>
              <a:t>No states are lost or created</a:t>
            </a:r>
          </a:p>
          <a:p>
            <a:r>
              <a:rPr lang="en-US" sz="2000" dirty="0"/>
              <a:t>(count of states is preserved in time)</a:t>
            </a:r>
          </a:p>
        </p:txBody>
      </p:sp>
      <p:sp>
        <p:nvSpPr>
          <p:cNvPr id="33" name="TextBox 32">
            <a:extLst>
              <a:ext uri="{FF2B5EF4-FFF2-40B4-BE49-F238E27FC236}">
                <a16:creationId xmlns:a16="http://schemas.microsoft.com/office/drawing/2014/main" id="{79FAAA54-BED4-071A-5AD7-1652699BA43E}"/>
              </a:ext>
            </a:extLst>
          </p:cNvPr>
          <p:cNvSpPr txBox="1"/>
          <p:nvPr/>
        </p:nvSpPr>
        <p:spPr>
          <a:xfrm>
            <a:off x="243878" y="5214908"/>
            <a:ext cx="3732831" cy="1077218"/>
          </a:xfrm>
          <a:prstGeom prst="rect">
            <a:avLst/>
          </a:prstGeom>
          <a:noFill/>
        </p:spPr>
        <p:txBody>
          <a:bodyPr wrap="square" rtlCol="0">
            <a:spAutoFit/>
          </a:bodyPr>
          <a:lstStyle/>
          <a:p>
            <a:r>
              <a:rPr lang="en-US" sz="3200" dirty="0">
                <a:solidFill>
                  <a:schemeClr val="accent6">
                    <a:lumMod val="75000"/>
                  </a:schemeClr>
                </a:solidFill>
              </a:rPr>
              <a:t>Displacement admits a vector potential</a:t>
            </a:r>
          </a:p>
        </p:txBody>
      </p:sp>
      <p:sp>
        <p:nvSpPr>
          <p:cNvPr id="35" name="Footer Placeholder 34">
            <a:extLst>
              <a:ext uri="{FF2B5EF4-FFF2-40B4-BE49-F238E27FC236}">
                <a16:creationId xmlns:a16="http://schemas.microsoft.com/office/drawing/2014/main" id="{F03469DD-E7D7-7BE6-7844-AE48E54854C6}"/>
              </a:ext>
            </a:extLst>
          </p:cNvPr>
          <p:cNvSpPr>
            <a:spLocks noGrp="1"/>
          </p:cNvSpPr>
          <p:nvPr>
            <p:ph type="ftr" sz="quarter" idx="11"/>
          </p:nvPr>
        </p:nvSpPr>
        <p:spPr/>
        <p:txBody>
          <a:bodyPr/>
          <a:lstStyle/>
          <a:p>
            <a:r>
              <a:rPr lang="en-US"/>
              <a:t>Christine Aidala - University of Michigan</a:t>
            </a:r>
            <a:endParaRPr lang="en-US" dirty="0"/>
          </a:p>
        </p:txBody>
      </p:sp>
      <p:sp>
        <p:nvSpPr>
          <p:cNvPr id="34" name="Slide Number Placeholder 33">
            <a:extLst>
              <a:ext uri="{FF2B5EF4-FFF2-40B4-BE49-F238E27FC236}">
                <a16:creationId xmlns:a16="http://schemas.microsoft.com/office/drawing/2014/main" id="{267DB415-F7A7-2DCE-6A02-02BB8583BEAA}"/>
              </a:ext>
            </a:extLst>
          </p:cNvPr>
          <p:cNvSpPr>
            <a:spLocks noGrp="1"/>
          </p:cNvSpPr>
          <p:nvPr>
            <p:ph type="sldNum" sz="quarter" idx="12"/>
          </p:nvPr>
        </p:nvSpPr>
        <p:spPr/>
        <p:txBody>
          <a:bodyPr/>
          <a:lstStyle/>
          <a:p>
            <a:fld id="{F47845EA-7733-40EE-B074-20032348B727}" type="slidenum">
              <a:rPr lang="en-US" smtClean="0"/>
              <a:t>72</a:t>
            </a:fld>
            <a:endParaRPr lang="en-US"/>
          </a:p>
        </p:txBody>
      </p:sp>
    </p:spTree>
    <p:extLst>
      <p:ext uri="{BB962C8B-B14F-4D97-AF65-F5344CB8AC3E}">
        <p14:creationId xmlns:p14="http://schemas.microsoft.com/office/powerpoint/2010/main" val="29797252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9024220-2B98-49FA-9E2D-E56064AB0613}"/>
                  </a:ext>
                </a:extLst>
              </p:cNvPr>
              <p:cNvSpPr txBox="1"/>
              <p:nvPr/>
            </p:nvSpPr>
            <p:spPr>
              <a:xfrm>
                <a:off x="651572" y="185649"/>
                <a:ext cx="4185248" cy="1005725"/>
              </a:xfrm>
              <a:prstGeom prst="rect">
                <a:avLst/>
              </a:prstGeom>
              <a:noFill/>
            </p:spPr>
            <p:txBody>
              <a:bodyPr wrap="none">
                <a:spAutoFit/>
              </a:bodyPr>
              <a:lstStyle/>
              <a:p>
                <a:pPr/>
                <a14:m>
                  <m:oMathPara xmlns:m="http://schemas.openxmlformats.org/officeDocument/2006/math">
                    <m:oMath>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r>
                        <a:rPr lang="en-US" sz="4800" b="0" i="1" smtClean="0">
                          <a:latin typeface="Cambria Math" panose="02040503050406030204" pitchFamily="18" charset="0"/>
                        </a:rPr>
                        <m:t>=</m:t>
                      </m:r>
                      <m:d>
                        <m:dPr>
                          <m:begChr m:val="["/>
                          <m:endChr m:val="]"/>
                          <m:ctrlPr>
                            <a:rPr lang="en-US" sz="4800" i="1">
                              <a:latin typeface="Cambria Math" panose="02040503050406030204" pitchFamily="18" charset="0"/>
                            </a:rPr>
                          </m:ctrlPr>
                        </m:dPr>
                        <m:e>
                          <m:sSub>
                            <m:sSubPr>
                              <m:ctrlPr>
                                <a:rPr lang="en-US" sz="4800" i="1">
                                  <a:latin typeface="Cambria Math" panose="02040503050406030204" pitchFamily="18" charset="0"/>
                                </a:rPr>
                              </m:ctrlPr>
                            </m:sSubPr>
                            <m:e>
                              <m:r>
                                <a:rPr lang="en-US" sz="4800" i="1">
                                  <a:latin typeface="Cambria Math" panose="02040503050406030204" pitchFamily="18" charset="0"/>
                                </a:rPr>
                                <m:t>𝜃</m:t>
                              </m:r>
                            </m:e>
                            <m:sub>
                              <m:r>
                                <a:rPr lang="en-US" sz="4800" i="1">
                                  <a:latin typeface="Cambria Math" panose="02040503050406030204" pitchFamily="18" charset="0"/>
                                </a:rPr>
                                <m:t>𝑞</m:t>
                              </m:r>
                            </m:sub>
                          </m:sSub>
                          <m:r>
                            <a:rPr lang="en-US" sz="4800" i="1">
                              <a:latin typeface="Cambria Math" panose="02040503050406030204" pitchFamily="18" charset="0"/>
                            </a:rPr>
                            <m:t>,</m:t>
                          </m:r>
                          <m:sSub>
                            <m:sSubPr>
                              <m:ctrlPr>
                                <a:rPr lang="en-US" sz="4800" i="1">
                                  <a:latin typeface="Cambria Math" panose="02040503050406030204" pitchFamily="18" charset="0"/>
                                </a:rPr>
                              </m:ctrlPr>
                            </m:sSubPr>
                            <m:e>
                              <m:r>
                                <a:rPr lang="en-US" sz="4800" i="1">
                                  <a:latin typeface="Cambria Math" panose="02040503050406030204" pitchFamily="18" charset="0"/>
                                </a:rPr>
                                <m:t>𝜃</m:t>
                              </m:r>
                            </m:e>
                            <m:sub>
                              <m:r>
                                <a:rPr lang="en-US" sz="4800" i="1">
                                  <a:latin typeface="Cambria Math" panose="02040503050406030204" pitchFamily="18" charset="0"/>
                                </a:rPr>
                                <m:t>𝑝</m:t>
                              </m:r>
                            </m:sub>
                          </m:sSub>
                          <m:r>
                            <a:rPr lang="en-US" sz="4800" i="1">
                              <a:latin typeface="Cambria Math" panose="02040503050406030204" pitchFamily="18" charset="0"/>
                            </a:rPr>
                            <m:t>,</m:t>
                          </m:r>
                          <m:sSub>
                            <m:sSubPr>
                              <m:ctrlPr>
                                <a:rPr lang="en-US" sz="4800" i="1">
                                  <a:latin typeface="Cambria Math" panose="02040503050406030204" pitchFamily="18" charset="0"/>
                                </a:rPr>
                              </m:ctrlPr>
                            </m:sSubPr>
                            <m:e>
                              <m:r>
                                <a:rPr lang="en-US" sz="4800" i="1">
                                  <a:latin typeface="Cambria Math" panose="02040503050406030204" pitchFamily="18" charset="0"/>
                                </a:rPr>
                                <m:t>𝜃</m:t>
                              </m:r>
                            </m:e>
                            <m:sub>
                              <m:r>
                                <a:rPr lang="en-US" sz="4800" i="1">
                                  <a:latin typeface="Cambria Math" panose="02040503050406030204" pitchFamily="18" charset="0"/>
                                </a:rPr>
                                <m:t>𝑡</m:t>
                              </m:r>
                            </m:sub>
                          </m:sSub>
                        </m:e>
                      </m:d>
                    </m:oMath>
                  </m:oMathPara>
                </a14:m>
                <a:endParaRPr lang="en-US" sz="4800" i="1" dirty="0">
                  <a:latin typeface="Cambria Math" panose="02040503050406030204" pitchFamily="18" charset="0"/>
                </a:endParaRPr>
              </a:p>
            </p:txBody>
          </p:sp>
        </mc:Choice>
        <mc:Fallback xmlns="">
          <p:sp>
            <p:nvSpPr>
              <p:cNvPr id="55" name="TextBox 54">
                <a:extLst>
                  <a:ext uri="{FF2B5EF4-FFF2-40B4-BE49-F238E27FC236}">
                    <a16:creationId xmlns:a16="http://schemas.microsoft.com/office/drawing/2014/main" id="{59024220-2B98-49FA-9E2D-E56064AB0613}"/>
                  </a:ext>
                </a:extLst>
              </p:cNvPr>
              <p:cNvSpPr txBox="1">
                <a:spLocks noRot="1" noChangeAspect="1" noMove="1" noResize="1" noEditPoints="1" noAdjustHandles="1" noChangeArrowheads="1" noChangeShapeType="1" noTextEdit="1"/>
              </p:cNvSpPr>
              <p:nvPr/>
            </p:nvSpPr>
            <p:spPr>
              <a:xfrm>
                <a:off x="651572" y="185649"/>
                <a:ext cx="4185248" cy="100572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7295EFB8-66D9-4FC5-81F7-9C9558756474}"/>
                  </a:ext>
                </a:extLst>
              </p:cNvPr>
              <p:cNvSpPr txBox="1"/>
              <p:nvPr/>
            </p:nvSpPr>
            <p:spPr>
              <a:xfrm>
                <a:off x="651572" y="1899572"/>
                <a:ext cx="3903376" cy="1005725"/>
              </a:xfrm>
              <a:prstGeom prst="rect">
                <a:avLst/>
              </a:prstGeom>
              <a:noFill/>
            </p:spPr>
            <p:txBody>
              <a:bodyPr wrap="none">
                <a:spAutoFit/>
              </a:bodyPr>
              <a:lstStyle/>
              <a:p>
                <a:pPr/>
                <a14:m>
                  <m:oMathPara xmlns:m="http://schemas.openxmlformats.org/officeDocument/2006/math">
                    <m:oMath>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r>
                        <a:rPr lang="en-US" sz="4800" b="0" i="1" smtClean="0">
                          <a:latin typeface="Cambria Math" panose="02040503050406030204" pitchFamily="18" charset="0"/>
                        </a:rPr>
                        <m:t>=</m:t>
                      </m:r>
                      <m:d>
                        <m:dPr>
                          <m:begChr m:val="["/>
                          <m:endChr m:val="]"/>
                          <m:ctrlPr>
                            <a:rPr lang="en-US" sz="4800" i="1">
                              <a:latin typeface="Cambria Math" panose="02040503050406030204" pitchFamily="18" charset="0"/>
                            </a:rPr>
                          </m:ctrlPr>
                        </m:dPr>
                        <m:e>
                          <m:sSub>
                            <m:sSubPr>
                              <m:ctrlPr>
                                <a:rPr lang="en-US" sz="4800" i="1">
                                  <a:latin typeface="Cambria Math" panose="02040503050406030204" pitchFamily="18" charset="0"/>
                                </a:rPr>
                              </m:ctrlPr>
                            </m:sSubPr>
                            <m:e>
                              <m:r>
                                <a:rPr lang="en-US" sz="4800" i="1">
                                  <a:latin typeface="Cambria Math" panose="02040503050406030204" pitchFamily="18" charset="0"/>
                                </a:rPr>
                                <m:t>𝜃</m:t>
                              </m:r>
                            </m:e>
                            <m:sub>
                              <m:r>
                                <a:rPr lang="en-US" sz="4800" i="1">
                                  <a:latin typeface="Cambria Math" panose="02040503050406030204" pitchFamily="18" charset="0"/>
                                </a:rPr>
                                <m:t>𝑞</m:t>
                              </m:r>
                            </m:sub>
                          </m:sSub>
                          <m:r>
                            <a:rPr lang="en-US" sz="4800" i="1">
                              <a:latin typeface="Cambria Math" panose="02040503050406030204" pitchFamily="18" charset="0"/>
                            </a:rPr>
                            <m:t>,0,</m:t>
                          </m:r>
                          <m:sSub>
                            <m:sSubPr>
                              <m:ctrlPr>
                                <a:rPr lang="en-US" sz="4800" i="1">
                                  <a:latin typeface="Cambria Math" panose="02040503050406030204" pitchFamily="18" charset="0"/>
                                </a:rPr>
                              </m:ctrlPr>
                            </m:sSubPr>
                            <m:e>
                              <m:r>
                                <a:rPr lang="en-US" sz="4800" i="1">
                                  <a:latin typeface="Cambria Math" panose="02040503050406030204" pitchFamily="18" charset="0"/>
                                </a:rPr>
                                <m:t>𝜃</m:t>
                              </m:r>
                            </m:e>
                            <m:sub>
                              <m:r>
                                <a:rPr lang="en-US" sz="4800" i="1">
                                  <a:latin typeface="Cambria Math" panose="02040503050406030204" pitchFamily="18" charset="0"/>
                                </a:rPr>
                                <m:t>𝑡</m:t>
                              </m:r>
                            </m:sub>
                          </m:sSub>
                        </m:e>
                      </m:d>
                    </m:oMath>
                  </m:oMathPara>
                </a14:m>
                <a:endParaRPr lang="en-US" sz="4800" i="1" dirty="0">
                  <a:latin typeface="Cambria Math" panose="02040503050406030204" pitchFamily="18" charset="0"/>
                </a:endParaRPr>
              </a:p>
            </p:txBody>
          </p:sp>
        </mc:Choice>
        <mc:Fallback xmlns="">
          <p:sp>
            <p:nvSpPr>
              <p:cNvPr id="72" name="TextBox 71">
                <a:extLst>
                  <a:ext uri="{FF2B5EF4-FFF2-40B4-BE49-F238E27FC236}">
                    <a16:creationId xmlns:a16="http://schemas.microsoft.com/office/drawing/2014/main" id="{7295EFB8-66D9-4FC5-81F7-9C9558756474}"/>
                  </a:ext>
                </a:extLst>
              </p:cNvPr>
              <p:cNvSpPr txBox="1">
                <a:spLocks noRot="1" noChangeAspect="1" noMove="1" noResize="1" noEditPoints="1" noAdjustHandles="1" noChangeArrowheads="1" noChangeShapeType="1" noTextEdit="1"/>
              </p:cNvSpPr>
              <p:nvPr/>
            </p:nvSpPr>
            <p:spPr>
              <a:xfrm>
                <a:off x="651572" y="1899572"/>
                <a:ext cx="3903376" cy="1005725"/>
              </a:xfrm>
              <a:prstGeom prst="rect">
                <a:avLst/>
              </a:prstGeom>
              <a:blipFill>
                <a:blip r:embed="rId3"/>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A82A164B-FD79-4AB7-A063-857397E2FC5F}"/>
              </a:ext>
            </a:extLst>
          </p:cNvPr>
          <p:cNvCxnSpPr/>
          <p:nvPr/>
        </p:nvCxnSpPr>
        <p:spPr>
          <a:xfrm>
            <a:off x="2984360" y="1279952"/>
            <a:ext cx="0" cy="757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1A7AB1B7-32D4-44F0-B9DA-384BC0DDC705}"/>
                  </a:ext>
                </a:extLst>
              </p:cNvPr>
              <p:cNvSpPr txBox="1"/>
              <p:nvPr/>
            </p:nvSpPr>
            <p:spPr>
              <a:xfrm>
                <a:off x="3162009" y="1440144"/>
                <a:ext cx="3292312" cy="445956"/>
              </a:xfrm>
              <a:prstGeom prst="rect">
                <a:avLst/>
              </a:prstGeom>
              <a:noFill/>
            </p:spPr>
            <p:txBody>
              <a:bodyPr wrap="none" rtlCol="0">
                <a:spAutoFit/>
              </a:bodyPr>
              <a:lstStyle/>
              <a:p>
                <a:r>
                  <a:rPr lang="en-US" dirty="0"/>
                  <a:t>Fix gauge: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𝑎</m:t>
                        </m:r>
                      </m:sub>
                    </m:sSub>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𝑝</m:t>
                        </m:r>
                      </m:sup>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𝑝</m:t>
                            </m:r>
                          </m:sub>
                        </m:sSub>
                        <m:r>
                          <a:rPr lang="en-US" i="1">
                            <a:latin typeface="Cambria Math" panose="02040503050406030204" pitchFamily="18" charset="0"/>
                          </a:rPr>
                          <m:t>𝑑𝑝</m:t>
                        </m:r>
                      </m:e>
                    </m:nary>
                  </m:oMath>
                </a14:m>
                <a:endParaRPr lang="en-US" dirty="0"/>
              </a:p>
            </p:txBody>
          </p:sp>
        </mc:Choice>
        <mc:Fallback xmlns="">
          <p:sp>
            <p:nvSpPr>
              <p:cNvPr id="138" name="TextBox 137">
                <a:extLst>
                  <a:ext uri="{FF2B5EF4-FFF2-40B4-BE49-F238E27FC236}">
                    <a16:creationId xmlns:a16="http://schemas.microsoft.com/office/drawing/2014/main" id="{1A7AB1B7-32D4-44F0-B9DA-384BC0DDC705}"/>
                  </a:ext>
                </a:extLst>
              </p:cNvPr>
              <p:cNvSpPr txBox="1">
                <a:spLocks noRot="1" noChangeAspect="1" noMove="1" noResize="1" noEditPoints="1" noAdjustHandles="1" noChangeArrowheads="1" noChangeShapeType="1" noTextEdit="1"/>
              </p:cNvSpPr>
              <p:nvPr/>
            </p:nvSpPr>
            <p:spPr>
              <a:xfrm>
                <a:off x="3162009" y="1440144"/>
                <a:ext cx="3292312" cy="445956"/>
              </a:xfrm>
              <a:prstGeom prst="rect">
                <a:avLst/>
              </a:prstGeom>
              <a:blipFill>
                <a:blip r:embed="rId4"/>
                <a:stretch>
                  <a:fillRect l="-1667" t="-115068" r="-2778" b="-1794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DA4AD790-03A4-4388-A511-3C0143F445C9}"/>
                  </a:ext>
                </a:extLst>
              </p:cNvPr>
              <p:cNvSpPr txBox="1"/>
              <p:nvPr/>
            </p:nvSpPr>
            <p:spPr>
              <a:xfrm>
                <a:off x="651572" y="3613495"/>
                <a:ext cx="3626697" cy="932691"/>
              </a:xfrm>
              <a:prstGeom prst="rect">
                <a:avLst/>
              </a:prstGeom>
              <a:noFill/>
            </p:spPr>
            <p:txBody>
              <a:bodyPr wrap="none">
                <a:spAutoFit/>
              </a:bodyPr>
              <a:lstStyle/>
              <a:p>
                <a:pPr/>
                <a14:m>
                  <m:oMathPara xmlns:m="http://schemas.openxmlformats.org/officeDocument/2006/math">
                    <m:oMath>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r>
                        <a:rPr lang="en-US" sz="4800" b="0" i="1" smtClean="0">
                          <a:latin typeface="Cambria Math" panose="02040503050406030204" pitchFamily="18" charset="0"/>
                        </a:rPr>
                        <m:t>=</m:t>
                      </m:r>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𝑝</m:t>
                          </m:r>
                          <m:r>
                            <a:rPr lang="en-US" sz="4800" i="1">
                              <a:latin typeface="Cambria Math" panose="02040503050406030204" pitchFamily="18" charset="0"/>
                            </a:rPr>
                            <m:t>,0,</m:t>
                          </m:r>
                          <m:sSub>
                            <m:sSubPr>
                              <m:ctrlPr>
                                <a:rPr lang="en-US" sz="4800" i="1">
                                  <a:latin typeface="Cambria Math" panose="02040503050406030204" pitchFamily="18" charset="0"/>
                                </a:rPr>
                              </m:ctrlPr>
                            </m:sSubPr>
                            <m:e>
                              <m:r>
                                <a:rPr lang="en-US" sz="4800" i="1">
                                  <a:latin typeface="Cambria Math" panose="02040503050406030204" pitchFamily="18" charset="0"/>
                                </a:rPr>
                                <m:t>𝜃</m:t>
                              </m:r>
                            </m:e>
                            <m:sub>
                              <m:r>
                                <a:rPr lang="en-US" sz="4800" i="1">
                                  <a:latin typeface="Cambria Math" panose="02040503050406030204" pitchFamily="18" charset="0"/>
                                </a:rPr>
                                <m:t>𝑡</m:t>
                              </m:r>
                            </m:sub>
                          </m:sSub>
                        </m:e>
                      </m:d>
                    </m:oMath>
                  </m:oMathPara>
                </a14:m>
                <a:endParaRPr lang="en-US" sz="4800" i="1" dirty="0">
                  <a:latin typeface="Cambria Math" panose="02040503050406030204" pitchFamily="18" charset="0"/>
                </a:endParaRPr>
              </a:p>
            </p:txBody>
          </p:sp>
        </mc:Choice>
        <mc:Fallback xmlns="">
          <p:sp>
            <p:nvSpPr>
              <p:cNvPr id="139" name="TextBox 138">
                <a:extLst>
                  <a:ext uri="{FF2B5EF4-FFF2-40B4-BE49-F238E27FC236}">
                    <a16:creationId xmlns:a16="http://schemas.microsoft.com/office/drawing/2014/main" id="{DA4AD790-03A4-4388-A511-3C0143F445C9}"/>
                  </a:ext>
                </a:extLst>
              </p:cNvPr>
              <p:cNvSpPr txBox="1">
                <a:spLocks noRot="1" noChangeAspect="1" noMove="1" noResize="1" noEditPoints="1" noAdjustHandles="1" noChangeArrowheads="1" noChangeShapeType="1" noTextEdit="1"/>
              </p:cNvSpPr>
              <p:nvPr/>
            </p:nvSpPr>
            <p:spPr>
              <a:xfrm>
                <a:off x="651572" y="3613495"/>
                <a:ext cx="3626697" cy="93269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9B43BBB2-C7D1-46B9-9BED-8325EFD33037}"/>
                  </a:ext>
                </a:extLst>
              </p:cNvPr>
              <p:cNvSpPr txBox="1"/>
              <p:nvPr/>
            </p:nvSpPr>
            <p:spPr>
              <a:xfrm>
                <a:off x="651572" y="5254384"/>
                <a:ext cx="3995645" cy="931794"/>
              </a:xfrm>
              <a:prstGeom prst="rect">
                <a:avLst/>
              </a:prstGeom>
              <a:noFill/>
            </p:spPr>
            <p:txBody>
              <a:bodyPr wrap="none">
                <a:spAutoFit/>
              </a:bodyPr>
              <a:lstStyle/>
              <a:p>
                <a:pPr/>
                <a14:m>
                  <m:oMathPara xmlns:m="http://schemas.openxmlformats.org/officeDocument/2006/math">
                    <m:oMath>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r>
                        <a:rPr lang="en-US" sz="4800" b="0" i="1" smtClean="0">
                          <a:latin typeface="Cambria Math" panose="02040503050406030204" pitchFamily="18" charset="0"/>
                        </a:rPr>
                        <m:t>=</m:t>
                      </m:r>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𝑝</m:t>
                          </m:r>
                          <m:r>
                            <a:rPr lang="en-US" sz="4800" i="1">
                              <a:latin typeface="Cambria Math" panose="02040503050406030204" pitchFamily="18" charset="0"/>
                            </a:rPr>
                            <m:t>,0,−</m:t>
                          </m:r>
                          <m:r>
                            <a:rPr lang="en-US" sz="4800" i="1">
                              <a:latin typeface="Cambria Math" panose="02040503050406030204" pitchFamily="18" charset="0"/>
                            </a:rPr>
                            <m:t>𝐻</m:t>
                          </m:r>
                        </m:e>
                      </m:d>
                    </m:oMath>
                  </m:oMathPara>
                </a14:m>
                <a:endParaRPr lang="en-US" sz="4800" i="1" dirty="0">
                  <a:latin typeface="Cambria Math" panose="02040503050406030204" pitchFamily="18" charset="0"/>
                </a:endParaRPr>
              </a:p>
            </p:txBody>
          </p:sp>
        </mc:Choice>
        <mc:Fallback xmlns="">
          <p:sp>
            <p:nvSpPr>
              <p:cNvPr id="140" name="TextBox 139">
                <a:extLst>
                  <a:ext uri="{FF2B5EF4-FFF2-40B4-BE49-F238E27FC236}">
                    <a16:creationId xmlns:a16="http://schemas.microsoft.com/office/drawing/2014/main" id="{9B43BBB2-C7D1-46B9-9BED-8325EFD33037}"/>
                  </a:ext>
                </a:extLst>
              </p:cNvPr>
              <p:cNvSpPr txBox="1">
                <a:spLocks noRot="1" noChangeAspect="1" noMove="1" noResize="1" noEditPoints="1" noAdjustHandles="1" noChangeArrowheads="1" noChangeShapeType="1" noTextEdit="1"/>
              </p:cNvSpPr>
              <p:nvPr/>
            </p:nvSpPr>
            <p:spPr>
              <a:xfrm>
                <a:off x="651572" y="5254384"/>
                <a:ext cx="3995645" cy="931794"/>
              </a:xfrm>
              <a:prstGeom prst="rect">
                <a:avLst/>
              </a:prstGeom>
              <a:blipFill>
                <a:blip r:embed="rId6"/>
                <a:stretch>
                  <a:fillRect/>
                </a:stretch>
              </a:blipFill>
            </p:spPr>
            <p:txBody>
              <a:bodyPr/>
              <a:lstStyle/>
              <a:p>
                <a:r>
                  <a:rPr lang="en-US">
                    <a:noFill/>
                  </a:rPr>
                  <a:t> </a:t>
                </a:r>
              </a:p>
            </p:txBody>
          </p:sp>
        </mc:Fallback>
      </mc:AlternateContent>
      <p:cxnSp>
        <p:nvCxnSpPr>
          <p:cNvPr id="141" name="Straight Arrow Connector 140">
            <a:extLst>
              <a:ext uri="{FF2B5EF4-FFF2-40B4-BE49-F238E27FC236}">
                <a16:creationId xmlns:a16="http://schemas.microsoft.com/office/drawing/2014/main" id="{EFE2ACFA-58D6-4B1C-80B6-DE1E76151DCC}"/>
              </a:ext>
            </a:extLst>
          </p:cNvPr>
          <p:cNvCxnSpPr/>
          <p:nvPr/>
        </p:nvCxnSpPr>
        <p:spPr>
          <a:xfrm>
            <a:off x="2984804" y="2995393"/>
            <a:ext cx="0" cy="757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E097F07B-D1EF-4027-B4C9-2CA6BB8EB34A}"/>
                  </a:ext>
                </a:extLst>
              </p:cNvPr>
              <p:cNvSpPr txBox="1"/>
              <p:nvPr/>
            </p:nvSpPr>
            <p:spPr>
              <a:xfrm>
                <a:off x="3084781" y="2995249"/>
                <a:ext cx="2903231" cy="618246"/>
              </a:xfrm>
              <a:prstGeom prst="rect">
                <a:avLst/>
              </a:prstGeom>
              <a:noFill/>
            </p:spPr>
            <p:txBody>
              <a:bodyPr wrap="none" rtlCol="0">
                <a:spAutoFit/>
              </a:bodyPr>
              <a:lstStyle/>
              <a:p>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e>
                        <m:sub>
                          <m:r>
                            <a:rPr lang="en-US" b="0" i="1" dirty="0" smtClean="0">
                              <a:latin typeface="Cambria Math" panose="02040503050406030204" pitchFamily="18" charset="0"/>
                            </a:rPr>
                            <m:t>𝑝</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𝜃</m:t>
                          </m:r>
                        </m:e>
                        <m:sub>
                          <m:r>
                            <a:rPr lang="en-US" b="0" i="1" dirty="0" smtClean="0">
                              <a:latin typeface="Cambria Math" panose="02040503050406030204" pitchFamily="18" charset="0"/>
                            </a:rPr>
                            <m:t>𝑞</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e>
                        <m:sub>
                          <m:r>
                            <a:rPr lang="en-US" b="0" i="1" dirty="0" smtClean="0">
                              <a:latin typeface="Cambria Math" panose="02040503050406030204" pitchFamily="18" charset="0"/>
                            </a:rPr>
                            <m:t>𝑞</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𝜃</m:t>
                          </m:r>
                        </m:e>
                        <m:sub>
                          <m:r>
                            <a:rPr lang="en-US" b="0" i="1" dirty="0" smtClean="0">
                              <a:latin typeface="Cambria Math" panose="02040503050406030204" pitchFamily="18" charset="0"/>
                            </a:rPr>
                            <m:t>𝑝</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𝑑𝑡</m:t>
                          </m:r>
                        </m:num>
                        <m:den>
                          <m:r>
                            <a:rPr lang="en-US" b="0" i="1" dirty="0" smtClean="0">
                              <a:latin typeface="Cambria Math" panose="02040503050406030204" pitchFamily="18" charset="0"/>
                            </a:rPr>
                            <m:t>𝑑𝑡</m:t>
                          </m:r>
                        </m:den>
                      </m:f>
                      <m:r>
                        <a:rPr lang="en-US" b="0" i="1" dirty="0" smtClean="0">
                          <a:latin typeface="Cambria Math" panose="02040503050406030204" pitchFamily="18" charset="0"/>
                        </a:rPr>
                        <m:t>=1</m:t>
                      </m:r>
                    </m:oMath>
                  </m:oMathPara>
                </a14:m>
                <a:endParaRPr lang="en-US" dirty="0"/>
              </a:p>
            </p:txBody>
          </p:sp>
        </mc:Choice>
        <mc:Fallback xmlns="">
          <p:sp>
            <p:nvSpPr>
              <p:cNvPr id="142" name="TextBox 141">
                <a:extLst>
                  <a:ext uri="{FF2B5EF4-FFF2-40B4-BE49-F238E27FC236}">
                    <a16:creationId xmlns:a16="http://schemas.microsoft.com/office/drawing/2014/main" id="{E097F07B-D1EF-4027-B4C9-2CA6BB8EB34A}"/>
                  </a:ext>
                </a:extLst>
              </p:cNvPr>
              <p:cNvSpPr txBox="1">
                <a:spLocks noRot="1" noChangeAspect="1" noMove="1" noResize="1" noEditPoints="1" noAdjustHandles="1" noChangeArrowheads="1" noChangeShapeType="1" noTextEdit="1"/>
              </p:cNvSpPr>
              <p:nvPr/>
            </p:nvSpPr>
            <p:spPr>
              <a:xfrm>
                <a:off x="3084781" y="2995249"/>
                <a:ext cx="2903231" cy="618246"/>
              </a:xfrm>
              <a:prstGeom prst="rect">
                <a:avLst/>
              </a:prstGeom>
              <a:blipFill>
                <a:blip r:embed="rId11"/>
                <a:stretch>
                  <a:fillRect/>
                </a:stretch>
              </a:blipFill>
            </p:spPr>
            <p:txBody>
              <a:bodyPr/>
              <a:lstStyle/>
              <a:p>
                <a:r>
                  <a:rPr lang="en-US">
                    <a:noFill/>
                  </a:rPr>
                  <a:t> </a:t>
                </a:r>
              </a:p>
            </p:txBody>
          </p:sp>
        </mc:Fallback>
      </mc:AlternateContent>
      <p:cxnSp>
        <p:nvCxnSpPr>
          <p:cNvPr id="143" name="Straight Arrow Connector 142">
            <a:extLst>
              <a:ext uri="{FF2B5EF4-FFF2-40B4-BE49-F238E27FC236}">
                <a16:creationId xmlns:a16="http://schemas.microsoft.com/office/drawing/2014/main" id="{DBC54599-4D10-4A8A-A142-A182D6CEDF55}"/>
              </a:ext>
            </a:extLst>
          </p:cNvPr>
          <p:cNvCxnSpPr/>
          <p:nvPr/>
        </p:nvCxnSpPr>
        <p:spPr>
          <a:xfrm>
            <a:off x="2985248" y="4710834"/>
            <a:ext cx="0" cy="757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A883EDFA-9560-4A56-BCEF-E08FAFC5870E}"/>
                  </a:ext>
                </a:extLst>
              </p:cNvPr>
              <p:cNvSpPr txBox="1"/>
              <p:nvPr/>
            </p:nvSpPr>
            <p:spPr>
              <a:xfrm>
                <a:off x="3162897" y="4871026"/>
                <a:ext cx="1215654" cy="369332"/>
              </a:xfrm>
              <a:prstGeom prst="rect">
                <a:avLst/>
              </a:prstGeom>
              <a:noFill/>
            </p:spPr>
            <p:txBody>
              <a:bodyPr wrap="none" rtlCol="0">
                <a:spAutoFit/>
              </a:bodyPr>
              <a:lstStyle/>
              <a:p>
                <a:r>
                  <a:rPr lang="en-US" dirty="0"/>
                  <a:t>Rename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oMath>
                </a14:m>
                <a:endParaRPr lang="en-US" dirty="0"/>
              </a:p>
            </p:txBody>
          </p:sp>
        </mc:Choice>
        <mc:Fallback xmlns="">
          <p:sp>
            <p:nvSpPr>
              <p:cNvPr id="144" name="TextBox 143">
                <a:extLst>
                  <a:ext uri="{FF2B5EF4-FFF2-40B4-BE49-F238E27FC236}">
                    <a16:creationId xmlns:a16="http://schemas.microsoft.com/office/drawing/2014/main" id="{A883EDFA-9560-4A56-BCEF-E08FAFC5870E}"/>
                  </a:ext>
                </a:extLst>
              </p:cNvPr>
              <p:cNvSpPr txBox="1">
                <a:spLocks noRot="1" noChangeAspect="1" noMove="1" noResize="1" noEditPoints="1" noAdjustHandles="1" noChangeArrowheads="1" noChangeShapeType="1" noTextEdit="1"/>
              </p:cNvSpPr>
              <p:nvPr/>
            </p:nvSpPr>
            <p:spPr>
              <a:xfrm>
                <a:off x="3162897" y="4871026"/>
                <a:ext cx="1215654" cy="369332"/>
              </a:xfrm>
              <a:prstGeom prst="rect">
                <a:avLst/>
              </a:prstGeom>
              <a:blipFill>
                <a:blip r:embed="rId12"/>
                <a:stretch>
                  <a:fillRect l="-4523"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DC8B269C-6D37-40F1-BF95-1AA05A98D513}"/>
                  </a:ext>
                </a:extLst>
              </p:cNvPr>
              <p:cNvSpPr txBox="1"/>
              <p:nvPr/>
            </p:nvSpPr>
            <p:spPr>
              <a:xfrm>
                <a:off x="7282719" y="1835642"/>
                <a:ext cx="3364639" cy="931794"/>
              </a:xfrm>
              <a:prstGeom prst="rect">
                <a:avLst/>
              </a:prstGeom>
              <a:noFill/>
            </p:spPr>
            <p:txBody>
              <a:bodyPr wrap="none">
                <a:spAutoFit/>
              </a:bodyPr>
              <a:lstStyle/>
              <a:p>
                <a:pPr/>
                <a14:m>
                  <m:oMathPara xmlns:m="http://schemas.openxmlformats.org/officeDocument/2006/math">
                    <m:oMath>
                      <m:acc>
                        <m:accPr>
                          <m:chr m:val="⃗"/>
                          <m:ctrlPr>
                            <a:rPr lang="en-US" sz="4800" i="1">
                              <a:latin typeface="Cambria Math" panose="02040503050406030204" pitchFamily="18" charset="0"/>
                            </a:rPr>
                          </m:ctrlPr>
                        </m:accPr>
                        <m:e>
                          <m:r>
                            <a:rPr lang="en-US" sz="4800" i="1">
                              <a:latin typeface="Cambria Math" panose="02040503050406030204" pitchFamily="18" charset="0"/>
                            </a:rPr>
                            <m:t>𝑆</m:t>
                          </m:r>
                        </m:e>
                      </m:acc>
                      <m:r>
                        <a:rPr lang="en-US" sz="4800" b="0" i="1" smtClean="0">
                          <a:latin typeface="Cambria Math" panose="02040503050406030204" pitchFamily="18" charset="0"/>
                        </a:rPr>
                        <m:t>=−</m:t>
                      </m:r>
                      <m:acc>
                        <m:accPr>
                          <m:chr m:val="⃗"/>
                          <m:ctrlPr>
                            <a:rPr lang="en-US" sz="4800">
                              <a:latin typeface="Cambria Math" panose="02040503050406030204" pitchFamily="18" charset="0"/>
                            </a:rPr>
                          </m:ctrlPr>
                        </m:accPr>
                        <m:e>
                          <m:r>
                            <m:rPr>
                              <m:sty m:val="p"/>
                            </m:rPr>
                            <a:rPr lang="en-US" sz="4800">
                              <a:latin typeface="Cambria Math" panose="02040503050406030204" pitchFamily="18" charset="0"/>
                            </a:rPr>
                            <m:t>∇</m:t>
                          </m:r>
                        </m:e>
                      </m:acc>
                      <m:r>
                        <a:rPr lang="en-US" sz="4800" b="0" i="1" smtClean="0">
                          <a:latin typeface="Cambria Math" panose="02040503050406030204" pitchFamily="18" charset="0"/>
                        </a:rPr>
                        <m:t>×</m:t>
                      </m:r>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oMath>
                  </m:oMathPara>
                </a14:m>
                <a:endParaRPr lang="en-US" sz="4800" i="1" dirty="0">
                  <a:latin typeface="Cambria Math" panose="02040503050406030204" pitchFamily="18" charset="0"/>
                </a:endParaRPr>
              </a:p>
            </p:txBody>
          </p:sp>
        </mc:Choice>
        <mc:Fallback xmlns="">
          <p:sp>
            <p:nvSpPr>
              <p:cNvPr id="64" name="TextBox 63">
                <a:extLst>
                  <a:ext uri="{FF2B5EF4-FFF2-40B4-BE49-F238E27FC236}">
                    <a16:creationId xmlns:a16="http://schemas.microsoft.com/office/drawing/2014/main" id="{DC8B269C-6D37-40F1-BF95-1AA05A98D513}"/>
                  </a:ext>
                </a:extLst>
              </p:cNvPr>
              <p:cNvSpPr txBox="1">
                <a:spLocks noRot="1" noChangeAspect="1" noMove="1" noResize="1" noEditPoints="1" noAdjustHandles="1" noChangeArrowheads="1" noChangeShapeType="1" noTextEdit="1"/>
              </p:cNvSpPr>
              <p:nvPr/>
            </p:nvSpPr>
            <p:spPr>
              <a:xfrm>
                <a:off x="7282719" y="1835642"/>
                <a:ext cx="3364639" cy="931794"/>
              </a:xfrm>
              <a:prstGeom prst="rect">
                <a:avLst/>
              </a:prstGeom>
              <a:blipFill>
                <a:blip r:embed="rId13"/>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85BA892-AB0E-E1DE-B2E5-B9DC141BDDBD}"/>
              </a:ext>
            </a:extLst>
          </p:cNvPr>
          <p:cNvSpPr txBox="1"/>
          <p:nvPr/>
        </p:nvSpPr>
        <p:spPr>
          <a:xfrm>
            <a:off x="6714797" y="1118336"/>
            <a:ext cx="4835658" cy="584775"/>
          </a:xfrm>
          <a:prstGeom prst="rect">
            <a:avLst/>
          </a:prstGeom>
          <a:noFill/>
        </p:spPr>
        <p:txBody>
          <a:bodyPr wrap="square" rtlCol="0">
            <a:spAutoFit/>
          </a:bodyPr>
          <a:lstStyle/>
          <a:p>
            <a:r>
              <a:rPr lang="en-US" sz="3200" dirty="0">
                <a:solidFill>
                  <a:schemeClr val="accent6">
                    <a:lumMod val="75000"/>
                  </a:schemeClr>
                </a:solidFill>
              </a:rPr>
              <a:t>Without loss of generality</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5B02587-C024-F77A-A042-CD9088A53DDE}"/>
                  </a:ext>
                </a:extLst>
              </p:cNvPr>
              <p:cNvSpPr txBox="1"/>
              <p:nvPr/>
            </p:nvSpPr>
            <p:spPr>
              <a:xfrm>
                <a:off x="7134803" y="2767436"/>
                <a:ext cx="3995645" cy="931794"/>
              </a:xfrm>
              <a:prstGeom prst="rect">
                <a:avLst/>
              </a:prstGeom>
              <a:noFill/>
            </p:spPr>
            <p:txBody>
              <a:bodyPr wrap="none">
                <a:spAutoFit/>
              </a:bodyPr>
              <a:lstStyle/>
              <a:p>
                <a:pPr/>
                <a14:m>
                  <m:oMathPara xmlns:m="http://schemas.openxmlformats.org/officeDocument/2006/math">
                    <m:oMath>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r>
                        <a:rPr lang="en-US" sz="4800" b="0" i="1" smtClean="0">
                          <a:latin typeface="Cambria Math" panose="02040503050406030204" pitchFamily="18" charset="0"/>
                        </a:rPr>
                        <m:t>=</m:t>
                      </m:r>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𝑝</m:t>
                          </m:r>
                          <m:r>
                            <a:rPr lang="en-US" sz="4800" i="1">
                              <a:latin typeface="Cambria Math" panose="02040503050406030204" pitchFamily="18" charset="0"/>
                            </a:rPr>
                            <m:t>,0,−</m:t>
                          </m:r>
                          <m:r>
                            <a:rPr lang="en-US" sz="4800" i="1">
                              <a:latin typeface="Cambria Math" panose="02040503050406030204" pitchFamily="18" charset="0"/>
                            </a:rPr>
                            <m:t>𝐻</m:t>
                          </m:r>
                        </m:e>
                      </m:d>
                    </m:oMath>
                  </m:oMathPara>
                </a14:m>
                <a:endParaRPr lang="en-US" sz="4800" i="1" dirty="0">
                  <a:latin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95B02587-C024-F77A-A042-CD9088A53DDE}"/>
                  </a:ext>
                </a:extLst>
              </p:cNvPr>
              <p:cNvSpPr txBox="1">
                <a:spLocks noRot="1" noChangeAspect="1" noMove="1" noResize="1" noEditPoints="1" noAdjustHandles="1" noChangeArrowheads="1" noChangeShapeType="1" noTextEdit="1"/>
              </p:cNvSpPr>
              <p:nvPr/>
            </p:nvSpPr>
            <p:spPr>
              <a:xfrm>
                <a:off x="7134803" y="2767436"/>
                <a:ext cx="3995645" cy="931794"/>
              </a:xfrm>
              <a:prstGeom prst="rect">
                <a:avLst/>
              </a:prstGeom>
              <a:blipFill>
                <a:blip r:embed="rId14"/>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9622AC1-DFB6-F505-CF39-5220283ED4FD}"/>
              </a:ext>
            </a:extLst>
          </p:cNvPr>
          <p:cNvSpPr txBox="1"/>
          <p:nvPr/>
        </p:nvSpPr>
        <p:spPr>
          <a:xfrm>
            <a:off x="8081006" y="3808521"/>
            <a:ext cx="2679323" cy="369332"/>
          </a:xfrm>
          <a:prstGeom prst="rect">
            <a:avLst/>
          </a:prstGeom>
          <a:noFill/>
        </p:spPr>
        <p:txBody>
          <a:bodyPr wrap="none" rtlCol="0">
            <a:spAutoFit/>
          </a:bodyPr>
          <a:lstStyle/>
          <a:p>
            <a:r>
              <a:rPr lang="en-US" dirty="0"/>
              <a:t>similar to four-momentum</a:t>
            </a:r>
          </a:p>
        </p:txBody>
      </p:sp>
      <p:sp>
        <p:nvSpPr>
          <p:cNvPr id="6" name="Footer Placeholder 5">
            <a:extLst>
              <a:ext uri="{FF2B5EF4-FFF2-40B4-BE49-F238E27FC236}">
                <a16:creationId xmlns:a16="http://schemas.microsoft.com/office/drawing/2014/main" id="{0CC3D6AD-D920-5885-B0AB-18181BA3EC75}"/>
              </a:ext>
            </a:extLst>
          </p:cNvPr>
          <p:cNvSpPr>
            <a:spLocks noGrp="1"/>
          </p:cNvSpPr>
          <p:nvPr>
            <p:ph type="ftr" sz="quarter" idx="11"/>
          </p:nvPr>
        </p:nvSpPr>
        <p:spPr/>
        <p:txBody>
          <a:bodyPr/>
          <a:lstStyle/>
          <a:p>
            <a:r>
              <a:rPr lang="en-US"/>
              <a:t>Christine Aidala - University of Michigan</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6BE7EC8-5DDD-A3E2-656F-CCBFB2453C3E}"/>
                  </a:ext>
                </a:extLst>
              </p:cNvPr>
              <p:cNvSpPr txBox="1"/>
              <p:nvPr/>
            </p:nvSpPr>
            <p:spPr>
              <a:xfrm>
                <a:off x="9082840" y="262137"/>
                <a:ext cx="2402581" cy="914225"/>
              </a:xfrm>
              <a:prstGeom prst="rect">
                <a:avLst/>
              </a:prstGeom>
              <a:noFill/>
            </p:spPr>
            <p:txBody>
              <a:bodyPr wrap="none" rtlCol="0">
                <a:spAutoFit/>
              </a:bodyPr>
              <a:lstStyle/>
              <a:p>
                <a:pPr/>
                <a14:m>
                  <m:oMathPara xmlns:m="http://schemas.openxmlformats.org/officeDocument/2006/math">
                    <m:oMath>
                      <m:acc>
                        <m:accPr>
                          <m:chr m:val="⃗"/>
                          <m:ctrlPr>
                            <a:rPr lang="en-US" sz="2400" b="0" i="1" smtClean="0">
                              <a:solidFill>
                                <a:schemeClr val="accent1"/>
                              </a:solidFill>
                              <a:latin typeface="Cambria Math" panose="02040503050406030204" pitchFamily="18" charset="0"/>
                            </a:rPr>
                          </m:ctrlPr>
                        </m:accPr>
                        <m:e>
                          <m:r>
                            <a:rPr lang="en-US" sz="2400" b="0" i="1" smtClean="0">
                              <a:solidFill>
                                <a:schemeClr val="accent1"/>
                              </a:solidFill>
                              <a:latin typeface="Cambria Math" panose="02040503050406030204" pitchFamily="18" charset="0"/>
                            </a:rPr>
                            <m:t>𝑆</m:t>
                          </m:r>
                        </m:e>
                      </m:acc>
                      <m:r>
                        <a:rPr lang="en-US" sz="2400" b="0" i="1" smtClean="0">
                          <a:solidFill>
                            <a:schemeClr val="accent1"/>
                          </a:solidFill>
                          <a:latin typeface="Cambria Math" panose="02040503050406030204" pitchFamily="18" charset="0"/>
                        </a:rPr>
                        <m:t>=</m:t>
                      </m:r>
                      <m:d>
                        <m:dPr>
                          <m:begChr m:val="["/>
                          <m:endChr m:val="]"/>
                          <m:ctrlPr>
                            <a:rPr lang="en-US" sz="2400" i="1">
                              <a:solidFill>
                                <a:schemeClr val="accent1"/>
                              </a:solidFill>
                              <a:latin typeface="Cambria Math" panose="02040503050406030204" pitchFamily="18" charset="0"/>
                            </a:rPr>
                          </m:ctrlPr>
                        </m:dPr>
                        <m:e>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𝑑𝑞</m:t>
                              </m:r>
                            </m:num>
                            <m:den>
                              <m:r>
                                <a:rPr lang="en-US" sz="2400" i="1">
                                  <a:solidFill>
                                    <a:schemeClr val="accent1"/>
                                  </a:solidFill>
                                  <a:latin typeface="Cambria Math" panose="02040503050406030204" pitchFamily="18" charset="0"/>
                                </a:rPr>
                                <m:t>𝑑𝑡</m:t>
                              </m:r>
                            </m:den>
                          </m:f>
                          <m:r>
                            <a:rPr lang="en-US" sz="2400" i="1">
                              <a:solidFill>
                                <a:schemeClr val="accent1"/>
                              </a:solidFill>
                              <a:latin typeface="Cambria Math" panose="02040503050406030204" pitchFamily="18" charset="0"/>
                            </a:rPr>
                            <m:t>,</m:t>
                          </m:r>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𝑑𝑝</m:t>
                              </m:r>
                            </m:num>
                            <m:den>
                              <m:r>
                                <a:rPr lang="en-US" sz="2400" i="1">
                                  <a:solidFill>
                                    <a:schemeClr val="accent1"/>
                                  </a:solidFill>
                                  <a:latin typeface="Cambria Math" panose="02040503050406030204" pitchFamily="18" charset="0"/>
                                </a:rPr>
                                <m:t>𝑑𝑡</m:t>
                              </m:r>
                            </m:den>
                          </m:f>
                          <m:r>
                            <a:rPr lang="en-US" sz="2400" i="1">
                              <a:solidFill>
                                <a:schemeClr val="accent1"/>
                              </a:solidFill>
                              <a:latin typeface="Cambria Math" panose="02040503050406030204" pitchFamily="18" charset="0"/>
                            </a:rPr>
                            <m:t>,</m:t>
                          </m:r>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𝑑𝑡</m:t>
                              </m:r>
                            </m:num>
                            <m:den>
                              <m:r>
                                <a:rPr lang="en-US" sz="2400" i="1">
                                  <a:solidFill>
                                    <a:schemeClr val="accent1"/>
                                  </a:solidFill>
                                  <a:latin typeface="Cambria Math" panose="02040503050406030204" pitchFamily="18" charset="0"/>
                                </a:rPr>
                                <m:t>𝑑𝑡</m:t>
                              </m:r>
                            </m:den>
                          </m:f>
                        </m:e>
                      </m:d>
                    </m:oMath>
                  </m:oMathPara>
                </a14:m>
                <a:endParaRPr lang="en-US" sz="2400" dirty="0">
                  <a:solidFill>
                    <a:schemeClr val="accent1"/>
                  </a:solidFill>
                </a:endParaRPr>
              </a:p>
            </p:txBody>
          </p:sp>
        </mc:Choice>
        <mc:Fallback xmlns="">
          <p:sp>
            <p:nvSpPr>
              <p:cNvPr id="8" name="TextBox 7">
                <a:extLst>
                  <a:ext uri="{FF2B5EF4-FFF2-40B4-BE49-F238E27FC236}">
                    <a16:creationId xmlns:a16="http://schemas.microsoft.com/office/drawing/2014/main" id="{36BE7EC8-5DDD-A3E2-656F-CCBFB2453C3E}"/>
                  </a:ext>
                </a:extLst>
              </p:cNvPr>
              <p:cNvSpPr txBox="1">
                <a:spLocks noRot="1" noChangeAspect="1" noMove="1" noResize="1" noEditPoints="1" noAdjustHandles="1" noChangeArrowheads="1" noChangeShapeType="1" noTextEdit="1"/>
              </p:cNvSpPr>
              <p:nvPr/>
            </p:nvSpPr>
            <p:spPr>
              <a:xfrm>
                <a:off x="9082840" y="262137"/>
                <a:ext cx="2402581" cy="914225"/>
              </a:xfrm>
              <a:prstGeom prst="rect">
                <a:avLst/>
              </a:prstGeom>
              <a:blipFill>
                <a:blip r:embed="rId15"/>
                <a:stretch>
                  <a:fillRect/>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44729B0-5274-BD16-0180-8593BA2D7953}"/>
              </a:ext>
            </a:extLst>
          </p:cNvPr>
          <p:cNvSpPr>
            <a:spLocks noGrp="1"/>
          </p:cNvSpPr>
          <p:nvPr>
            <p:ph type="sldNum" sz="quarter" idx="12"/>
          </p:nvPr>
        </p:nvSpPr>
        <p:spPr/>
        <p:txBody>
          <a:bodyPr/>
          <a:lstStyle/>
          <a:p>
            <a:fld id="{F47845EA-7733-40EE-B074-20032348B727}" type="slidenum">
              <a:rPr lang="en-US" smtClean="0"/>
              <a:t>73</a:t>
            </a:fld>
            <a:endParaRPr lang="en-US"/>
          </a:p>
        </p:txBody>
      </p:sp>
    </p:spTree>
    <p:extLst>
      <p:ext uri="{BB962C8B-B14F-4D97-AF65-F5344CB8AC3E}">
        <p14:creationId xmlns:p14="http://schemas.microsoft.com/office/powerpoint/2010/main" val="363059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3" grpId="0"/>
      <p:bldP spid="2" grpId="0"/>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776BF67-9CBA-7543-BDCA-1ACC32DDD12C}"/>
                  </a:ext>
                </a:extLst>
              </p:cNvPr>
              <p:cNvSpPr txBox="1"/>
              <p:nvPr/>
            </p:nvSpPr>
            <p:spPr>
              <a:xfrm>
                <a:off x="5690147" y="1186874"/>
                <a:ext cx="5436808" cy="931794"/>
              </a:xfrm>
              <a:prstGeom prst="rect">
                <a:avLst/>
              </a:prstGeom>
              <a:noFill/>
            </p:spPr>
            <p:txBody>
              <a:bodyPr wrap="none">
                <a:spAutoFit/>
              </a:bodyPr>
              <a:lstStyle/>
              <a:p>
                <a:pPr/>
                <a14:m>
                  <m:oMathPara xmlns:m="http://schemas.openxmlformats.org/officeDocument/2006/math">
                    <m:oMath>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r>
                        <a:rPr lang="en-US" sz="4800" b="0" i="1" smtClean="0">
                          <a:latin typeface="Cambria Math" panose="02040503050406030204" pitchFamily="18" charset="0"/>
                        </a:rPr>
                        <m:t>=</m:t>
                      </m:r>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𝑝</m:t>
                          </m:r>
                          <m:r>
                            <a:rPr lang="en-US" sz="4800" i="1">
                              <a:latin typeface="Cambria Math" panose="02040503050406030204" pitchFamily="18" charset="0"/>
                            </a:rPr>
                            <m:t>,0,−</m:t>
                          </m:r>
                          <m:r>
                            <a:rPr lang="en-US" sz="4800" i="1">
                              <a:latin typeface="Cambria Math" panose="02040503050406030204" pitchFamily="18" charset="0"/>
                            </a:rPr>
                            <m:t>𝐻</m:t>
                          </m:r>
                          <m:d>
                            <m:dPr>
                              <m:ctrlPr>
                                <a:rPr lang="en-US" sz="4800" i="1">
                                  <a:latin typeface="Cambria Math" panose="02040503050406030204" pitchFamily="18" charset="0"/>
                                </a:rPr>
                              </m:ctrlPr>
                            </m:dPr>
                            <m:e>
                              <m:r>
                                <a:rPr lang="en-US" sz="4800" i="1">
                                  <a:latin typeface="Cambria Math" panose="02040503050406030204" pitchFamily="18" charset="0"/>
                                </a:rPr>
                                <m:t>𝑞</m:t>
                              </m:r>
                              <m:r>
                                <a:rPr lang="en-US" sz="4800" i="1">
                                  <a:latin typeface="Cambria Math" panose="02040503050406030204" pitchFamily="18" charset="0"/>
                                </a:rPr>
                                <m:t>,</m:t>
                              </m:r>
                              <m:r>
                                <a:rPr lang="en-US" sz="4800" i="1">
                                  <a:latin typeface="Cambria Math" panose="02040503050406030204" pitchFamily="18" charset="0"/>
                                </a:rPr>
                                <m:t>𝑝</m:t>
                              </m:r>
                            </m:e>
                          </m:d>
                        </m:e>
                      </m:d>
                    </m:oMath>
                  </m:oMathPara>
                </a14:m>
                <a:endParaRPr lang="en-US" sz="4800" i="1" dirty="0">
                  <a:latin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5776BF67-9CBA-7543-BDCA-1ACC32DDD12C}"/>
                  </a:ext>
                </a:extLst>
              </p:cNvPr>
              <p:cNvSpPr txBox="1">
                <a:spLocks noRot="1" noChangeAspect="1" noMove="1" noResize="1" noEditPoints="1" noAdjustHandles="1" noChangeArrowheads="1" noChangeShapeType="1" noTextEdit="1"/>
              </p:cNvSpPr>
              <p:nvPr/>
            </p:nvSpPr>
            <p:spPr>
              <a:xfrm>
                <a:off x="5690147" y="1186874"/>
                <a:ext cx="5436808" cy="93179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A0D1B89-66CD-A935-A5AA-2DA8F3313679}"/>
                  </a:ext>
                </a:extLst>
              </p:cNvPr>
              <p:cNvSpPr txBox="1"/>
              <p:nvPr/>
            </p:nvSpPr>
            <p:spPr>
              <a:xfrm>
                <a:off x="439985" y="2468971"/>
                <a:ext cx="6452215" cy="1198854"/>
              </a:xfrm>
              <a:prstGeom prst="rect">
                <a:avLst/>
              </a:prstGeom>
              <a:noFill/>
            </p:spPr>
            <p:txBody>
              <a:bodyPr wrap="none">
                <a:spAutoFit/>
              </a:bodyPr>
              <a:lstStyle/>
              <a:p>
                <a:pPr/>
                <a14:m>
                  <m:oMathPara xmlns:m="http://schemas.openxmlformats.org/officeDocument/2006/math">
                    <m:o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𝑆</m:t>
                          </m:r>
                        </m:e>
                        <m:sup>
                          <m:r>
                            <a:rPr lang="en-US" sz="3200" b="0" i="1" smtClean="0">
                              <a:latin typeface="Cambria Math" panose="02040503050406030204" pitchFamily="18" charset="0"/>
                            </a:rPr>
                            <m:t>𝑞</m:t>
                          </m:r>
                        </m:sup>
                      </m:sSup>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𝑑𝑞</m:t>
                          </m:r>
                        </m:num>
                        <m:den>
                          <m:r>
                            <a:rPr lang="en-US" sz="3200" b="0" i="1" smtClean="0">
                              <a:latin typeface="Cambria Math" panose="02040503050406030204" pitchFamily="18" charset="0"/>
                            </a:rPr>
                            <m:t>𝑑𝑡</m:t>
                          </m:r>
                        </m:den>
                      </m:f>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num>
                            <m:den>
                              <m:r>
                                <a:rPr lang="en-US" sz="3200" b="0" i="1" smtClean="0">
                                  <a:latin typeface="Cambria Math" panose="02040503050406030204" pitchFamily="18" charset="0"/>
                                </a:rPr>
                                <m:t>𝜕</m:t>
                              </m:r>
                              <m:r>
                                <a:rPr lang="en-US" sz="3200" b="0" i="1" smtClean="0">
                                  <a:latin typeface="Cambria Math" panose="02040503050406030204" pitchFamily="18" charset="0"/>
                                </a:rPr>
                                <m:t>𝑝</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𝑡</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num>
                            <m:den>
                              <m:r>
                                <a:rPr lang="en-US" sz="3200" b="0" i="1" smtClean="0">
                                  <a:latin typeface="Cambria Math" panose="02040503050406030204" pitchFamily="18" charset="0"/>
                                </a:rPr>
                                <m:t>𝜕</m:t>
                              </m:r>
                              <m:r>
                                <a:rPr lang="en-US" sz="3200" b="0" i="1" smtClean="0">
                                  <a:latin typeface="Cambria Math" panose="02040503050406030204" pitchFamily="18" charset="0"/>
                                </a:rPr>
                                <m:t>𝑡</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𝑝</m:t>
                              </m:r>
                            </m:sub>
                          </m:sSub>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r>
                            <a:rPr lang="en-US" sz="3200" b="0" i="1" smtClean="0">
                              <a:latin typeface="Cambria Math" panose="02040503050406030204" pitchFamily="18" charset="0"/>
                            </a:rPr>
                            <m:t>𝐻</m:t>
                          </m:r>
                        </m:num>
                        <m:den>
                          <m:r>
                            <a:rPr lang="en-US" sz="3200" b="0" i="1" smtClean="0">
                              <a:latin typeface="Cambria Math" panose="02040503050406030204" pitchFamily="18" charset="0"/>
                            </a:rPr>
                            <m:t>𝜕</m:t>
                          </m:r>
                          <m:r>
                            <a:rPr lang="en-US" sz="3200" b="0" i="1" smtClean="0">
                              <a:latin typeface="Cambria Math" panose="02040503050406030204" pitchFamily="18" charset="0"/>
                            </a:rPr>
                            <m:t>𝑝</m:t>
                          </m:r>
                        </m:den>
                      </m:f>
                    </m:oMath>
                  </m:oMathPara>
                </a14:m>
                <a:endParaRPr lang="en-US" sz="3200" i="1" dirty="0">
                  <a:latin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FA0D1B89-66CD-A935-A5AA-2DA8F3313679}"/>
                  </a:ext>
                </a:extLst>
              </p:cNvPr>
              <p:cNvSpPr txBox="1">
                <a:spLocks noRot="1" noChangeAspect="1" noMove="1" noResize="1" noEditPoints="1" noAdjustHandles="1" noChangeArrowheads="1" noChangeShapeType="1" noTextEdit="1"/>
              </p:cNvSpPr>
              <p:nvPr/>
            </p:nvSpPr>
            <p:spPr>
              <a:xfrm>
                <a:off x="439985" y="2468971"/>
                <a:ext cx="6452215" cy="119885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F8316D-BFCE-7594-C3DF-29FD88BFB829}"/>
                  </a:ext>
                </a:extLst>
              </p:cNvPr>
              <p:cNvSpPr txBox="1"/>
              <p:nvPr/>
            </p:nvSpPr>
            <p:spPr>
              <a:xfrm>
                <a:off x="669824" y="1186874"/>
                <a:ext cx="3364639" cy="931794"/>
              </a:xfrm>
              <a:prstGeom prst="rect">
                <a:avLst/>
              </a:prstGeom>
              <a:noFill/>
            </p:spPr>
            <p:txBody>
              <a:bodyPr wrap="none">
                <a:spAutoFit/>
              </a:bodyPr>
              <a:lstStyle/>
              <a:p>
                <a:pPr/>
                <a14:m>
                  <m:oMathPara xmlns:m="http://schemas.openxmlformats.org/officeDocument/2006/math">
                    <m:oMath>
                      <m:acc>
                        <m:accPr>
                          <m:chr m:val="⃗"/>
                          <m:ctrlPr>
                            <a:rPr lang="en-US" sz="4800" i="1">
                              <a:latin typeface="Cambria Math" panose="02040503050406030204" pitchFamily="18" charset="0"/>
                            </a:rPr>
                          </m:ctrlPr>
                        </m:accPr>
                        <m:e>
                          <m:r>
                            <a:rPr lang="en-US" sz="4800" i="1">
                              <a:latin typeface="Cambria Math" panose="02040503050406030204" pitchFamily="18" charset="0"/>
                            </a:rPr>
                            <m:t>𝑆</m:t>
                          </m:r>
                        </m:e>
                      </m:acc>
                      <m:r>
                        <a:rPr lang="en-US" sz="4800" b="0" i="1" smtClean="0">
                          <a:latin typeface="Cambria Math" panose="02040503050406030204" pitchFamily="18" charset="0"/>
                        </a:rPr>
                        <m:t>=−</m:t>
                      </m:r>
                      <m:acc>
                        <m:accPr>
                          <m:chr m:val="⃗"/>
                          <m:ctrlPr>
                            <a:rPr lang="en-US" sz="4800">
                              <a:latin typeface="Cambria Math" panose="02040503050406030204" pitchFamily="18" charset="0"/>
                            </a:rPr>
                          </m:ctrlPr>
                        </m:accPr>
                        <m:e>
                          <m:r>
                            <m:rPr>
                              <m:sty m:val="p"/>
                            </m:rPr>
                            <a:rPr lang="en-US" sz="4800">
                              <a:latin typeface="Cambria Math" panose="02040503050406030204" pitchFamily="18" charset="0"/>
                            </a:rPr>
                            <m:t>∇</m:t>
                          </m:r>
                        </m:e>
                      </m:acc>
                      <m:r>
                        <a:rPr lang="en-US" sz="4800" b="0" i="1" smtClean="0">
                          <a:latin typeface="Cambria Math" panose="02040503050406030204" pitchFamily="18" charset="0"/>
                        </a:rPr>
                        <m:t>×</m:t>
                      </m:r>
                      <m:acc>
                        <m:accPr>
                          <m:chr m:val="⃗"/>
                          <m:ctrlPr>
                            <a:rPr lang="en-US" sz="4800" b="0" i="1" smtClean="0">
                              <a:latin typeface="Cambria Math" panose="02040503050406030204" pitchFamily="18" charset="0"/>
                            </a:rPr>
                          </m:ctrlPr>
                        </m:accPr>
                        <m:e>
                          <m:r>
                            <a:rPr lang="en-US" sz="4800" b="0" i="1" smtClean="0">
                              <a:latin typeface="Cambria Math" panose="02040503050406030204" pitchFamily="18" charset="0"/>
                            </a:rPr>
                            <m:t>𝜃</m:t>
                          </m:r>
                        </m:e>
                      </m:acc>
                    </m:oMath>
                  </m:oMathPara>
                </a14:m>
                <a:endParaRPr lang="en-US" sz="4800" i="1" dirty="0">
                  <a:latin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0BF8316D-BFCE-7594-C3DF-29FD88BFB829}"/>
                  </a:ext>
                </a:extLst>
              </p:cNvPr>
              <p:cNvSpPr txBox="1">
                <a:spLocks noRot="1" noChangeAspect="1" noMove="1" noResize="1" noEditPoints="1" noAdjustHandles="1" noChangeArrowheads="1" noChangeShapeType="1" noTextEdit="1"/>
              </p:cNvSpPr>
              <p:nvPr/>
            </p:nvSpPr>
            <p:spPr>
              <a:xfrm>
                <a:off x="669824" y="1186874"/>
                <a:ext cx="3364639" cy="93179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9791E1B-2844-7212-664B-E023B4FCCC0E}"/>
                  </a:ext>
                </a:extLst>
              </p:cNvPr>
              <p:cNvSpPr txBox="1"/>
              <p:nvPr/>
            </p:nvSpPr>
            <p:spPr>
              <a:xfrm>
                <a:off x="439984" y="3667825"/>
                <a:ext cx="6826805" cy="1198854"/>
              </a:xfrm>
              <a:prstGeom prst="rect">
                <a:avLst/>
              </a:prstGeom>
              <a:noFill/>
            </p:spPr>
            <p:txBody>
              <a:bodyPr wrap="none">
                <a:spAutoFit/>
              </a:bodyPr>
              <a:lstStyle/>
              <a:p>
                <a:pPr/>
                <a14:m>
                  <m:oMathPara xmlns:m="http://schemas.openxmlformats.org/officeDocument/2006/math">
                    <m:o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𝑆</m:t>
                          </m:r>
                        </m:e>
                        <m:sup>
                          <m:r>
                            <a:rPr lang="en-US" sz="3200" b="0" i="1" smtClean="0">
                              <a:latin typeface="Cambria Math" panose="02040503050406030204" pitchFamily="18" charset="0"/>
                            </a:rPr>
                            <m:t>𝑝</m:t>
                          </m:r>
                        </m:sup>
                      </m:sSup>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𝑑𝑝</m:t>
                          </m:r>
                        </m:num>
                        <m:den>
                          <m:r>
                            <a:rPr lang="en-US" sz="3200" b="0" i="1" smtClean="0">
                              <a:latin typeface="Cambria Math" panose="02040503050406030204" pitchFamily="18" charset="0"/>
                            </a:rPr>
                            <m:t>𝑑𝑡</m:t>
                          </m:r>
                        </m:den>
                      </m:f>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num>
                            <m:den>
                              <m:r>
                                <a:rPr lang="en-US" sz="3200" b="0" i="1" smtClean="0">
                                  <a:latin typeface="Cambria Math" panose="02040503050406030204" pitchFamily="18" charset="0"/>
                                </a:rPr>
                                <m:t>𝜕</m:t>
                              </m:r>
                              <m:r>
                                <a:rPr lang="en-US" sz="3200" b="0" i="1" smtClean="0">
                                  <a:latin typeface="Cambria Math" panose="02040503050406030204" pitchFamily="18" charset="0"/>
                                </a:rPr>
                                <m:t>𝑡</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𝑞</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num>
                            <m:den>
                              <m:r>
                                <a:rPr lang="en-US" sz="3200" b="0" i="1" smtClean="0">
                                  <a:latin typeface="Cambria Math" panose="02040503050406030204" pitchFamily="18" charset="0"/>
                                </a:rPr>
                                <m:t>𝜕</m:t>
                              </m:r>
                              <m:r>
                                <a:rPr lang="en-US" sz="3200" b="0" i="1" smtClean="0">
                                  <a:latin typeface="Cambria Math" panose="02040503050406030204" pitchFamily="18" charset="0"/>
                                </a:rPr>
                                <m:t>𝑞</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𝑡</m:t>
                              </m:r>
                            </m:sub>
                          </m:sSub>
                        </m:e>
                      </m:d>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r>
                            <a:rPr lang="en-US" sz="3200" b="0" i="1" smtClean="0">
                              <a:latin typeface="Cambria Math" panose="02040503050406030204" pitchFamily="18" charset="0"/>
                            </a:rPr>
                            <m:t>𝐻</m:t>
                          </m:r>
                        </m:num>
                        <m:den>
                          <m:r>
                            <a:rPr lang="en-US" sz="3200" b="0" i="1" smtClean="0">
                              <a:latin typeface="Cambria Math" panose="02040503050406030204" pitchFamily="18" charset="0"/>
                            </a:rPr>
                            <m:t>𝜕</m:t>
                          </m:r>
                          <m:r>
                            <a:rPr lang="en-US" sz="3200" b="0" i="1" smtClean="0">
                              <a:latin typeface="Cambria Math" panose="02040503050406030204" pitchFamily="18" charset="0"/>
                            </a:rPr>
                            <m:t>𝑞</m:t>
                          </m:r>
                        </m:den>
                      </m:f>
                    </m:oMath>
                  </m:oMathPara>
                </a14:m>
                <a:endParaRPr lang="en-US" sz="3200" i="1" dirty="0">
                  <a:latin typeface="Cambria Math" panose="02040503050406030204" pitchFamily="18" charset="0"/>
                </a:endParaRPr>
              </a:p>
            </p:txBody>
          </p:sp>
        </mc:Choice>
        <mc:Fallback xmlns="">
          <p:sp>
            <p:nvSpPr>
              <p:cNvPr id="6" name="TextBox 5">
                <a:extLst>
                  <a:ext uri="{FF2B5EF4-FFF2-40B4-BE49-F238E27FC236}">
                    <a16:creationId xmlns:a16="http://schemas.microsoft.com/office/drawing/2014/main" id="{B9791E1B-2844-7212-664B-E023B4FCCC0E}"/>
                  </a:ext>
                </a:extLst>
              </p:cNvPr>
              <p:cNvSpPr txBox="1">
                <a:spLocks noRot="1" noChangeAspect="1" noMove="1" noResize="1" noEditPoints="1" noAdjustHandles="1" noChangeArrowheads="1" noChangeShapeType="1" noTextEdit="1"/>
              </p:cNvSpPr>
              <p:nvPr/>
            </p:nvSpPr>
            <p:spPr>
              <a:xfrm>
                <a:off x="439984" y="3667825"/>
                <a:ext cx="6826805" cy="119885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D89C1D4-DFF1-E136-2E27-2A1756A8741C}"/>
                  </a:ext>
                </a:extLst>
              </p:cNvPr>
              <p:cNvSpPr txBox="1"/>
              <p:nvPr/>
            </p:nvSpPr>
            <p:spPr>
              <a:xfrm>
                <a:off x="439983" y="4866679"/>
                <a:ext cx="6308394" cy="1198854"/>
              </a:xfrm>
              <a:prstGeom prst="rect">
                <a:avLst/>
              </a:prstGeom>
              <a:noFill/>
            </p:spPr>
            <p:txBody>
              <a:bodyPr wrap="none">
                <a:spAutoFit/>
              </a:bodyPr>
              <a:lstStyle/>
              <a:p>
                <a:pPr/>
                <a14:m>
                  <m:oMathPara xmlns:m="http://schemas.openxmlformats.org/officeDocument/2006/math">
                    <m:o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𝑆</m:t>
                          </m:r>
                        </m:e>
                        <m:sup>
                          <m:r>
                            <a:rPr lang="en-US" sz="3200" b="0" i="1" smtClean="0">
                              <a:latin typeface="Cambria Math" panose="02040503050406030204" pitchFamily="18" charset="0"/>
                            </a:rPr>
                            <m:t>𝑡</m:t>
                          </m:r>
                        </m:sup>
                      </m:sSup>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𝑑𝑡</m:t>
                          </m:r>
                        </m:num>
                        <m:den>
                          <m:r>
                            <a:rPr lang="en-US" sz="3200" b="0" i="1" smtClean="0">
                              <a:latin typeface="Cambria Math" panose="02040503050406030204" pitchFamily="18" charset="0"/>
                            </a:rPr>
                            <m:t>𝑑𝑡</m:t>
                          </m:r>
                        </m:den>
                      </m:f>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num>
                            <m:den>
                              <m:r>
                                <a:rPr lang="en-US" sz="3200" b="0" i="1" smtClean="0">
                                  <a:latin typeface="Cambria Math" panose="02040503050406030204" pitchFamily="18" charset="0"/>
                                </a:rPr>
                                <m:t>𝜕</m:t>
                              </m:r>
                              <m:r>
                                <a:rPr lang="en-US" sz="3200" b="0" i="1" smtClean="0">
                                  <a:latin typeface="Cambria Math" panose="02040503050406030204" pitchFamily="18" charset="0"/>
                                </a:rPr>
                                <m:t>𝑞</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𝑝</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num>
                            <m:den>
                              <m:r>
                                <a:rPr lang="en-US" sz="3200" b="0" i="1" smtClean="0">
                                  <a:latin typeface="Cambria Math" panose="02040503050406030204" pitchFamily="18" charset="0"/>
                                </a:rPr>
                                <m:t>𝜕</m:t>
                              </m:r>
                              <m:r>
                                <a:rPr lang="en-US" sz="3200" b="0" i="1" smtClean="0">
                                  <a:latin typeface="Cambria Math" panose="02040503050406030204" pitchFamily="18" charset="0"/>
                                </a:rPr>
                                <m:t>𝑝</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𝑞</m:t>
                              </m:r>
                            </m:sub>
                          </m:sSub>
                        </m:e>
                      </m:d>
                      <m:r>
                        <a:rPr lang="en-US" sz="3200" b="0" i="1" smtClean="0">
                          <a:latin typeface="Cambria Math" panose="02040503050406030204" pitchFamily="18" charset="0"/>
                        </a:rPr>
                        <m:t>=1</m:t>
                      </m:r>
                    </m:oMath>
                  </m:oMathPara>
                </a14:m>
                <a:endParaRPr lang="en-US" sz="3200" i="1" dirty="0">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1D89C1D4-DFF1-E136-2E27-2A1756A8741C}"/>
                  </a:ext>
                </a:extLst>
              </p:cNvPr>
              <p:cNvSpPr txBox="1">
                <a:spLocks noRot="1" noChangeAspect="1" noMove="1" noResize="1" noEditPoints="1" noAdjustHandles="1" noChangeArrowheads="1" noChangeShapeType="1" noTextEdit="1"/>
              </p:cNvSpPr>
              <p:nvPr/>
            </p:nvSpPr>
            <p:spPr>
              <a:xfrm>
                <a:off x="439983" y="4866679"/>
                <a:ext cx="6308394" cy="1198854"/>
              </a:xfrm>
              <a:prstGeom prst="rect">
                <a:avLst/>
              </a:prstGeom>
              <a:blipFill>
                <a:blip r:embed="rId6"/>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6F8AF94A-55E6-7482-36E3-33BB6219BE07}"/>
              </a:ext>
            </a:extLst>
          </p:cNvPr>
          <p:cNvCxnSpPr/>
          <p:nvPr/>
        </p:nvCxnSpPr>
        <p:spPr>
          <a:xfrm flipH="1">
            <a:off x="7377344" y="3068398"/>
            <a:ext cx="1180730" cy="359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CFEC028-56C2-1006-83A1-1C9839FBBE6D}"/>
              </a:ext>
            </a:extLst>
          </p:cNvPr>
          <p:cNvSpPr txBox="1"/>
          <p:nvPr/>
        </p:nvSpPr>
        <p:spPr>
          <a:xfrm>
            <a:off x="7824337" y="2498682"/>
            <a:ext cx="3927678" cy="584775"/>
          </a:xfrm>
          <a:prstGeom prst="rect">
            <a:avLst/>
          </a:prstGeom>
          <a:noFill/>
        </p:spPr>
        <p:txBody>
          <a:bodyPr wrap="none" rtlCol="0">
            <a:spAutoFit/>
          </a:bodyPr>
          <a:lstStyle/>
          <a:p>
            <a:r>
              <a:rPr lang="en-US" sz="3200" dirty="0"/>
              <a:t>Hamilton’s equations</a:t>
            </a:r>
          </a:p>
        </p:txBody>
      </p:sp>
      <p:sp>
        <p:nvSpPr>
          <p:cNvPr id="8" name="Footer Placeholder 7">
            <a:extLst>
              <a:ext uri="{FF2B5EF4-FFF2-40B4-BE49-F238E27FC236}">
                <a16:creationId xmlns:a16="http://schemas.microsoft.com/office/drawing/2014/main" id="{35533FD6-16D7-B2A6-663D-3454CA7FB40F}"/>
              </a:ext>
            </a:extLst>
          </p:cNvPr>
          <p:cNvSpPr>
            <a:spLocks noGrp="1"/>
          </p:cNvSpPr>
          <p:nvPr>
            <p:ph type="ftr" sz="quarter" idx="11"/>
          </p:nvPr>
        </p:nvSpPr>
        <p:spPr/>
        <p:txBody>
          <a:bodyPr/>
          <a:lstStyle/>
          <a:p>
            <a:r>
              <a:rPr lang="en-US"/>
              <a:t>Christine Aidala - University of Michigan</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2110713-2CE4-4CFE-F019-A3F730F017F2}"/>
                  </a:ext>
                </a:extLst>
              </p:cNvPr>
              <p:cNvSpPr txBox="1"/>
              <p:nvPr/>
            </p:nvSpPr>
            <p:spPr>
              <a:xfrm>
                <a:off x="9082840" y="262137"/>
                <a:ext cx="2402581" cy="914225"/>
              </a:xfrm>
              <a:prstGeom prst="rect">
                <a:avLst/>
              </a:prstGeom>
              <a:noFill/>
            </p:spPr>
            <p:txBody>
              <a:bodyPr wrap="none" rtlCol="0">
                <a:spAutoFit/>
              </a:bodyPr>
              <a:lstStyle/>
              <a:p>
                <a:pPr/>
                <a14:m>
                  <m:oMathPara xmlns:m="http://schemas.openxmlformats.org/officeDocument/2006/math">
                    <m:oMath>
                      <m:acc>
                        <m:accPr>
                          <m:chr m:val="⃗"/>
                          <m:ctrlPr>
                            <a:rPr lang="en-US" sz="2400" b="0" i="1" smtClean="0">
                              <a:solidFill>
                                <a:schemeClr val="accent1"/>
                              </a:solidFill>
                              <a:latin typeface="Cambria Math" panose="02040503050406030204" pitchFamily="18" charset="0"/>
                            </a:rPr>
                          </m:ctrlPr>
                        </m:accPr>
                        <m:e>
                          <m:r>
                            <a:rPr lang="en-US" sz="2400" b="0" i="1" smtClean="0">
                              <a:solidFill>
                                <a:schemeClr val="accent1"/>
                              </a:solidFill>
                              <a:latin typeface="Cambria Math" panose="02040503050406030204" pitchFamily="18" charset="0"/>
                            </a:rPr>
                            <m:t>𝑆</m:t>
                          </m:r>
                        </m:e>
                      </m:acc>
                      <m:r>
                        <a:rPr lang="en-US" sz="2400" b="0" i="1" smtClean="0">
                          <a:solidFill>
                            <a:schemeClr val="accent1"/>
                          </a:solidFill>
                          <a:latin typeface="Cambria Math" panose="02040503050406030204" pitchFamily="18" charset="0"/>
                        </a:rPr>
                        <m:t>=</m:t>
                      </m:r>
                      <m:d>
                        <m:dPr>
                          <m:begChr m:val="["/>
                          <m:endChr m:val="]"/>
                          <m:ctrlPr>
                            <a:rPr lang="en-US" sz="2400" i="1">
                              <a:solidFill>
                                <a:schemeClr val="accent1"/>
                              </a:solidFill>
                              <a:latin typeface="Cambria Math" panose="02040503050406030204" pitchFamily="18" charset="0"/>
                            </a:rPr>
                          </m:ctrlPr>
                        </m:dPr>
                        <m:e>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𝑑𝑞</m:t>
                              </m:r>
                            </m:num>
                            <m:den>
                              <m:r>
                                <a:rPr lang="en-US" sz="2400" i="1">
                                  <a:solidFill>
                                    <a:schemeClr val="accent1"/>
                                  </a:solidFill>
                                  <a:latin typeface="Cambria Math" panose="02040503050406030204" pitchFamily="18" charset="0"/>
                                </a:rPr>
                                <m:t>𝑑𝑡</m:t>
                              </m:r>
                            </m:den>
                          </m:f>
                          <m:r>
                            <a:rPr lang="en-US" sz="2400" i="1">
                              <a:solidFill>
                                <a:schemeClr val="accent1"/>
                              </a:solidFill>
                              <a:latin typeface="Cambria Math" panose="02040503050406030204" pitchFamily="18" charset="0"/>
                            </a:rPr>
                            <m:t>,</m:t>
                          </m:r>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𝑑𝑝</m:t>
                              </m:r>
                            </m:num>
                            <m:den>
                              <m:r>
                                <a:rPr lang="en-US" sz="2400" i="1">
                                  <a:solidFill>
                                    <a:schemeClr val="accent1"/>
                                  </a:solidFill>
                                  <a:latin typeface="Cambria Math" panose="02040503050406030204" pitchFamily="18" charset="0"/>
                                </a:rPr>
                                <m:t>𝑑𝑡</m:t>
                              </m:r>
                            </m:den>
                          </m:f>
                          <m:r>
                            <a:rPr lang="en-US" sz="2400" i="1">
                              <a:solidFill>
                                <a:schemeClr val="accent1"/>
                              </a:solidFill>
                              <a:latin typeface="Cambria Math" panose="02040503050406030204" pitchFamily="18" charset="0"/>
                            </a:rPr>
                            <m:t>,</m:t>
                          </m:r>
                          <m:f>
                            <m:fPr>
                              <m:ctrlPr>
                                <a:rPr lang="en-US" sz="2400" i="1">
                                  <a:solidFill>
                                    <a:schemeClr val="accent1"/>
                                  </a:solidFill>
                                  <a:latin typeface="Cambria Math" panose="02040503050406030204" pitchFamily="18" charset="0"/>
                                </a:rPr>
                              </m:ctrlPr>
                            </m:fPr>
                            <m:num>
                              <m:r>
                                <a:rPr lang="en-US" sz="2400" i="1">
                                  <a:solidFill>
                                    <a:schemeClr val="accent1"/>
                                  </a:solidFill>
                                  <a:latin typeface="Cambria Math" panose="02040503050406030204" pitchFamily="18" charset="0"/>
                                </a:rPr>
                                <m:t>𝑑𝑡</m:t>
                              </m:r>
                            </m:num>
                            <m:den>
                              <m:r>
                                <a:rPr lang="en-US" sz="2400" i="1">
                                  <a:solidFill>
                                    <a:schemeClr val="accent1"/>
                                  </a:solidFill>
                                  <a:latin typeface="Cambria Math" panose="02040503050406030204" pitchFamily="18" charset="0"/>
                                </a:rPr>
                                <m:t>𝑑𝑡</m:t>
                              </m:r>
                            </m:den>
                          </m:f>
                        </m:e>
                      </m:d>
                    </m:oMath>
                  </m:oMathPara>
                </a14:m>
                <a:endParaRPr lang="en-US" sz="2400" dirty="0">
                  <a:solidFill>
                    <a:schemeClr val="accent1"/>
                  </a:solidFill>
                </a:endParaRPr>
              </a:p>
            </p:txBody>
          </p:sp>
        </mc:Choice>
        <mc:Fallback xmlns="">
          <p:sp>
            <p:nvSpPr>
              <p:cNvPr id="11" name="TextBox 10">
                <a:extLst>
                  <a:ext uri="{FF2B5EF4-FFF2-40B4-BE49-F238E27FC236}">
                    <a16:creationId xmlns:a16="http://schemas.microsoft.com/office/drawing/2014/main" id="{C2110713-2CE4-4CFE-F019-A3F730F017F2}"/>
                  </a:ext>
                </a:extLst>
              </p:cNvPr>
              <p:cNvSpPr txBox="1">
                <a:spLocks noRot="1" noChangeAspect="1" noMove="1" noResize="1" noEditPoints="1" noAdjustHandles="1" noChangeArrowheads="1" noChangeShapeType="1" noTextEdit="1"/>
              </p:cNvSpPr>
              <p:nvPr/>
            </p:nvSpPr>
            <p:spPr>
              <a:xfrm>
                <a:off x="9082840" y="262137"/>
                <a:ext cx="2402581" cy="914225"/>
              </a:xfrm>
              <a:prstGeom prst="rect">
                <a:avLst/>
              </a:prstGeom>
              <a:blipFill>
                <a:blip r:embed="rId7"/>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1930382-5B7F-A4C5-FA97-383A0607BAF1}"/>
              </a:ext>
            </a:extLst>
          </p:cNvPr>
          <p:cNvSpPr>
            <a:spLocks noGrp="1"/>
          </p:cNvSpPr>
          <p:nvPr>
            <p:ph type="sldNum" sz="quarter" idx="12"/>
          </p:nvPr>
        </p:nvSpPr>
        <p:spPr/>
        <p:txBody>
          <a:bodyPr/>
          <a:lstStyle/>
          <a:p>
            <a:fld id="{F47845EA-7733-40EE-B074-20032348B727}" type="slidenum">
              <a:rPr lang="en-US" smtClean="0"/>
              <a:t>74</a:t>
            </a:fld>
            <a:endParaRPr lang="en-US"/>
          </a:p>
        </p:txBody>
      </p:sp>
    </p:spTree>
    <p:extLst>
      <p:ext uri="{BB962C8B-B14F-4D97-AF65-F5344CB8AC3E}">
        <p14:creationId xmlns:p14="http://schemas.microsoft.com/office/powerpoint/2010/main" val="388826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BE865-54E9-921A-28A7-1B5C5D6E98C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DF5C11-7DF0-C61D-F39B-5159984A40EA}"/>
                  </a:ext>
                </a:extLst>
              </p:cNvPr>
              <p:cNvSpPr txBox="1"/>
              <p:nvPr/>
            </p:nvSpPr>
            <p:spPr>
              <a:xfrm>
                <a:off x="505412" y="801796"/>
                <a:ext cx="3881062" cy="4566635"/>
              </a:xfrm>
              <a:prstGeom prst="rect">
                <a:avLst/>
              </a:prstGeom>
              <a:noFill/>
            </p:spPr>
            <p:txBody>
              <a:bodyPr wrap="none" rtlCol="0">
                <a:spAutoFit/>
              </a:bodyPr>
              <a:lstStyle/>
              <a:p>
                <a14:m>
                  <m:oMath xmlns:m="http://schemas.openxmlformats.org/officeDocument/2006/math">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b="0" i="1" smtClean="0">
                            <a:latin typeface="Cambria Math" panose="02040503050406030204" pitchFamily="18" charset="0"/>
                          </a:rPr>
                          <m:t>⋅</m:t>
                        </m:r>
                        <m:r>
                          <a:rPr lang="en-US" sz="3600" i="1" dirty="0">
                            <a:latin typeface="Cambria Math" panose="02040503050406030204" pitchFamily="18" charset="0"/>
                          </a:rPr>
                          <m:t>𝑑</m:t>
                        </m:r>
                        <m:acc>
                          <m:accPr>
                            <m:chr m:val="⃗"/>
                            <m:ctrlPr>
                              <a:rPr lang="en-US" sz="3600" i="1" dirty="0">
                                <a:latin typeface="Cambria Math" panose="02040503050406030204" pitchFamily="18" charset="0"/>
                              </a:rPr>
                            </m:ctrlPr>
                          </m:accPr>
                          <m:e>
                            <m:r>
                              <a:rPr lang="en-US" sz="3600" i="1" dirty="0">
                                <a:latin typeface="Cambria Math" panose="02040503050406030204" pitchFamily="18" charset="0"/>
                              </a:rPr>
                              <m:t>𝛾</m:t>
                            </m:r>
                          </m:e>
                        </m:acc>
                      </m:e>
                    </m:nary>
                  </m:oMath>
                </a14:m>
                <a:r>
                  <a:rPr lang="en-US" sz="3600" i="1" dirty="0">
                    <a:latin typeface="Cambria Math" panose="02040503050406030204" pitchFamily="18" charset="0"/>
                  </a:rPr>
                  <a:t> </a:t>
                </a:r>
              </a:p>
              <a:p>
                <a14:m>
                  <m:oMath xmlns:m="http://schemas.openxmlformats.org/officeDocument/2006/math">
                    <m:r>
                      <a:rPr lang="en-US" sz="3600" b="0" i="1" dirty="0" smtClean="0">
                        <a:latin typeface="Cambria Math" panose="02040503050406030204" pitchFamily="18" charset="0"/>
                      </a:rPr>
                      <m:t>=</m:t>
                    </m:r>
                    <m:nary>
                      <m:naryPr>
                        <m:supHide m:val="on"/>
                        <m:ctrlPr>
                          <a:rPr lang="en-US" sz="3600" b="0" i="1" smtClean="0">
                            <a:latin typeface="Cambria Math" panose="02040503050406030204" pitchFamily="18" charset="0"/>
                          </a:rPr>
                        </m:ctrlPr>
                      </m:naryPr>
                      <m:sub>
                        <m:r>
                          <a:rPr lang="en-US" sz="3600" b="0" i="1" smtClean="0">
                            <a:latin typeface="Cambria Math" panose="02040503050406030204" pitchFamily="18" charset="0"/>
                          </a:rPr>
                          <m:t>𝛾</m:t>
                        </m:r>
                      </m:sub>
                      <m:sup/>
                      <m:e>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𝑝</m:t>
                            </m:r>
                            <m:r>
                              <a:rPr lang="en-US" sz="3600" b="0" i="1" smtClean="0">
                                <a:latin typeface="Cambria Math" panose="02040503050406030204" pitchFamily="18" charset="0"/>
                              </a:rPr>
                              <m:t>,0,−</m:t>
                            </m:r>
                            <m:r>
                              <a:rPr lang="en-US" sz="3600" b="0" i="1" smtClean="0">
                                <a:latin typeface="Cambria Math" panose="02040503050406030204" pitchFamily="18" charset="0"/>
                              </a:rPr>
                              <m:t>𝐻</m:t>
                            </m:r>
                          </m:e>
                        </m:d>
                      </m:e>
                    </m:nary>
                  </m:oMath>
                </a14:m>
                <a:r>
                  <a:rPr lang="en-US" sz="3600" b="0" dirty="0"/>
                  <a:t> </a:t>
                </a:r>
              </a:p>
              <a:p>
                <a14:m>
                  <m:oMath xmlns:m="http://schemas.openxmlformats.org/officeDocument/2006/math">
                    <m:r>
                      <a:rPr lang="en-US" sz="3600" b="0" i="1" smtClean="0">
                        <a:latin typeface="Cambria Math" panose="02040503050406030204" pitchFamily="18" charset="0"/>
                      </a:rPr>
                      <m:t>   </m:t>
                    </m:r>
                    <m:r>
                      <a:rPr lang="en-US" sz="3600" i="1">
                        <a:latin typeface="Cambria Math" panose="02040503050406030204" pitchFamily="18" charset="0"/>
                      </a:rPr>
                      <m:t>⋅</m:t>
                    </m:r>
                    <m:d>
                      <m:dPr>
                        <m:begChr m:val="["/>
                        <m:endChr m:val="]"/>
                        <m:ctrlPr>
                          <a:rPr lang="en-US" sz="3600" i="1">
                            <a:latin typeface="Cambria Math" panose="02040503050406030204" pitchFamily="18" charset="0"/>
                          </a:rPr>
                        </m:ctrlPr>
                      </m:dPr>
                      <m:e>
                        <m:f>
                          <m:fPr>
                            <m:ctrlPr>
                              <a:rPr lang="en-US" sz="3600" i="1">
                                <a:latin typeface="Cambria Math" panose="02040503050406030204" pitchFamily="18" charset="0"/>
                              </a:rPr>
                            </m:ctrlPr>
                          </m:fPr>
                          <m:num>
                            <m:r>
                              <a:rPr lang="en-US" sz="3600" i="1">
                                <a:latin typeface="Cambria Math" panose="02040503050406030204" pitchFamily="18" charset="0"/>
                              </a:rPr>
                              <m:t>𝑑𝑞</m:t>
                            </m:r>
                          </m:num>
                          <m:den>
                            <m:r>
                              <a:rPr lang="en-US" sz="3600" i="1">
                                <a:latin typeface="Cambria Math" panose="02040503050406030204" pitchFamily="18" charset="0"/>
                              </a:rPr>
                              <m:t>𝑑𝑡</m:t>
                            </m:r>
                          </m:den>
                        </m:f>
                        <m:r>
                          <a:rPr lang="en-US" sz="3600" i="1">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𝑑𝑝</m:t>
                            </m:r>
                          </m:num>
                          <m:den>
                            <m:r>
                              <a:rPr lang="en-US" sz="3600" i="1">
                                <a:latin typeface="Cambria Math" panose="02040503050406030204" pitchFamily="18" charset="0"/>
                              </a:rPr>
                              <m:t>𝑑𝑡</m:t>
                            </m:r>
                          </m:den>
                        </m:f>
                        <m:r>
                          <a:rPr lang="en-US" sz="3600" i="1">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𝑑𝑡</m:t>
                            </m:r>
                          </m:num>
                          <m:den>
                            <m:r>
                              <a:rPr lang="en-US" sz="3600" i="1">
                                <a:latin typeface="Cambria Math" panose="02040503050406030204" pitchFamily="18" charset="0"/>
                              </a:rPr>
                              <m:t>𝑑𝑡</m:t>
                            </m:r>
                          </m:den>
                        </m:f>
                      </m:e>
                    </m:d>
                    <m:r>
                      <a:rPr lang="en-US" sz="3600" i="1">
                        <a:latin typeface="Cambria Math" panose="02040503050406030204" pitchFamily="18" charset="0"/>
                      </a:rPr>
                      <m:t>𝑑𝑡</m:t>
                    </m:r>
                  </m:oMath>
                </a14:m>
                <a:r>
                  <a:rPr lang="en-US" sz="3600" b="0" i="1" dirty="0">
                    <a:latin typeface="Cambria Math" panose="02040503050406030204" pitchFamily="18" charset="0"/>
                  </a:rPr>
                  <a:t> </a:t>
                </a:r>
                <a:br>
                  <a:rPr lang="en-US" sz="3600" b="0" i="1" dirty="0">
                    <a:latin typeface="Cambria Math" panose="02040503050406030204" pitchFamily="18" charset="0"/>
                  </a:rPr>
                </a:br>
                <a14:m>
                  <m:oMath xmlns:m="http://schemas.openxmlformats.org/officeDocument/2006/math">
                    <m:r>
                      <a:rPr lang="en-US" sz="3600" b="0" i="1" smtClean="0">
                        <a:latin typeface="Cambria Math" panose="02040503050406030204" pitchFamily="18" charset="0"/>
                      </a:rPr>
                      <m:t>=</m:t>
                    </m:r>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𝑝</m:t>
                            </m:r>
                            <m:f>
                              <m:fPr>
                                <m:ctrlPr>
                                  <a:rPr lang="en-US" sz="3600" i="1">
                                    <a:latin typeface="Cambria Math" panose="02040503050406030204" pitchFamily="18" charset="0"/>
                                  </a:rPr>
                                </m:ctrlPr>
                              </m:fPr>
                              <m:num>
                                <m:r>
                                  <a:rPr lang="en-US" sz="3600" i="1">
                                    <a:latin typeface="Cambria Math" panose="02040503050406030204" pitchFamily="18" charset="0"/>
                                  </a:rPr>
                                  <m:t>𝑑𝑞</m:t>
                                </m:r>
                              </m:num>
                              <m:den>
                                <m:r>
                                  <a:rPr lang="en-US" sz="3600" i="1">
                                    <a:latin typeface="Cambria Math" panose="02040503050406030204" pitchFamily="18" charset="0"/>
                                  </a:rPr>
                                  <m:t>𝑑𝑡</m:t>
                                </m:r>
                              </m:den>
                            </m:f>
                            <m:r>
                              <a:rPr lang="en-US" sz="3600" b="0" i="1" smtClean="0">
                                <a:latin typeface="Cambria Math" panose="02040503050406030204" pitchFamily="18" charset="0"/>
                              </a:rPr>
                              <m:t>−</m:t>
                            </m:r>
                            <m:r>
                              <a:rPr lang="en-US" sz="3600" b="0" i="1" smtClean="0">
                                <a:latin typeface="Cambria Math" panose="02040503050406030204" pitchFamily="18" charset="0"/>
                              </a:rPr>
                              <m:t>𝐻</m:t>
                            </m:r>
                          </m:e>
                        </m:d>
                        <m:r>
                          <a:rPr lang="en-US" sz="3600" i="1">
                            <a:latin typeface="Cambria Math" panose="02040503050406030204" pitchFamily="18" charset="0"/>
                          </a:rPr>
                          <m:t>𝑑𝑡</m:t>
                        </m:r>
                      </m:e>
                    </m:nary>
                  </m:oMath>
                </a14:m>
                <a:r>
                  <a:rPr lang="en-US" sz="3600" i="1" dirty="0">
                    <a:latin typeface="Cambria Math" panose="02040503050406030204" pitchFamily="18" charset="0"/>
                  </a:rPr>
                  <a:t> </a:t>
                </a:r>
              </a:p>
              <a:p>
                <a14:m>
                  <m:oMath xmlns:m="http://schemas.openxmlformats.org/officeDocument/2006/math">
                    <m:r>
                      <a:rPr lang="en-US" sz="3600" b="0" i="1" smtClean="0">
                        <a:latin typeface="Cambria Math" panose="02040503050406030204" pitchFamily="18" charset="0"/>
                      </a:rPr>
                      <m:t>=</m:t>
                    </m:r>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r>
                          <a:rPr lang="en-US" sz="3600" b="0" i="1" smtClean="0">
                            <a:latin typeface="Cambria Math" panose="02040503050406030204" pitchFamily="18" charset="0"/>
                          </a:rPr>
                          <m:t>𝐿</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𝑞</m:t>
                            </m:r>
                            <m:r>
                              <a:rPr lang="en-US" sz="3600" b="0" i="1" smtClean="0">
                                <a:latin typeface="Cambria Math" panose="02040503050406030204" pitchFamily="18" charset="0"/>
                              </a:rPr>
                              <m:t>,</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rPr>
                                  <m:t>𝑞</m:t>
                                </m:r>
                              </m:e>
                            </m:acc>
                            <m:r>
                              <a:rPr lang="en-US" sz="3600" b="0" i="1" smtClean="0">
                                <a:latin typeface="Cambria Math" panose="02040503050406030204" pitchFamily="18" charset="0"/>
                              </a:rPr>
                              <m:t>,</m:t>
                            </m:r>
                            <m:r>
                              <a:rPr lang="en-US" sz="3600" b="0" i="1" smtClean="0">
                                <a:latin typeface="Cambria Math" panose="02040503050406030204" pitchFamily="18" charset="0"/>
                              </a:rPr>
                              <m:t>𝑡</m:t>
                            </m:r>
                          </m:e>
                        </m:d>
                        <m:r>
                          <a:rPr lang="en-US" sz="3600" b="0" i="1" smtClean="0">
                            <a:latin typeface="Cambria Math" panose="02040503050406030204" pitchFamily="18" charset="0"/>
                          </a:rPr>
                          <m:t> </m:t>
                        </m:r>
                        <m:r>
                          <a:rPr lang="en-US" sz="3600" i="1">
                            <a:latin typeface="Cambria Math" panose="02040503050406030204" pitchFamily="18" charset="0"/>
                          </a:rPr>
                          <m:t>𝑑𝑡</m:t>
                        </m:r>
                      </m:e>
                    </m:nary>
                  </m:oMath>
                </a14:m>
                <a:r>
                  <a:rPr lang="en-US" sz="3600" dirty="0"/>
                  <a:t> </a:t>
                </a:r>
              </a:p>
              <a:p>
                <a14:m>
                  <m:oMath xmlns:m="http://schemas.openxmlformats.org/officeDocument/2006/math">
                    <m:r>
                      <a:rPr lang="en-US" sz="3600" b="0" i="1" smtClean="0">
                        <a:latin typeface="Cambria Math" panose="02040503050406030204" pitchFamily="18" charset="0"/>
                      </a:rPr>
                      <m:t>=</m:t>
                    </m:r>
                    <m:r>
                      <a:rPr lang="en-US" sz="3600" b="0" i="1" smtClean="0">
                        <a:latin typeface="Cambria Math" panose="02040503050406030204" pitchFamily="18" charset="0"/>
                      </a:rPr>
                      <m:t>𝒜</m:t>
                    </m:r>
                    <m:r>
                      <a:rPr lang="en-US" sz="3600" b="0" i="1" smtClean="0">
                        <a:latin typeface="Cambria Math" panose="02040503050406030204" pitchFamily="18" charset="0"/>
                      </a:rPr>
                      <m:t>[</m:t>
                    </m:r>
                    <m:r>
                      <a:rPr lang="en-US" sz="3600" b="0" i="1" smtClean="0">
                        <a:latin typeface="Cambria Math" panose="02040503050406030204" pitchFamily="18" charset="0"/>
                      </a:rPr>
                      <m:t>𝛾</m:t>
                    </m:r>
                    <m:r>
                      <a:rPr lang="en-US" sz="3600" b="0" i="1" smtClean="0">
                        <a:latin typeface="Cambria Math" panose="02040503050406030204" pitchFamily="18" charset="0"/>
                      </a:rPr>
                      <m:t>]</m:t>
                    </m:r>
                  </m:oMath>
                </a14:m>
                <a:r>
                  <a:rPr lang="en-US" sz="3600" dirty="0"/>
                  <a:t> </a:t>
                </a:r>
              </a:p>
            </p:txBody>
          </p:sp>
        </mc:Choice>
        <mc:Fallback xmlns="">
          <p:sp>
            <p:nvSpPr>
              <p:cNvPr id="4" name="TextBox 3">
                <a:extLst>
                  <a:ext uri="{FF2B5EF4-FFF2-40B4-BE49-F238E27FC236}">
                    <a16:creationId xmlns:a16="http://schemas.microsoft.com/office/drawing/2014/main" id="{19DF5C11-7DF0-C61D-F39B-5159984A40EA}"/>
                  </a:ext>
                </a:extLst>
              </p:cNvPr>
              <p:cNvSpPr txBox="1">
                <a:spLocks noRot="1" noChangeAspect="1" noMove="1" noResize="1" noEditPoints="1" noAdjustHandles="1" noChangeArrowheads="1" noChangeShapeType="1" noTextEdit="1"/>
              </p:cNvSpPr>
              <p:nvPr/>
            </p:nvSpPr>
            <p:spPr>
              <a:xfrm>
                <a:off x="505412" y="801796"/>
                <a:ext cx="3881062" cy="4566635"/>
              </a:xfrm>
              <a:prstGeom prst="rect">
                <a:avLst/>
              </a:prstGeom>
              <a:blipFill>
                <a:blip r:embed="rId2"/>
                <a:stretch>
                  <a:fillRect/>
                </a:stretch>
              </a:blipFill>
            </p:spPr>
            <p:txBody>
              <a:bodyPr/>
              <a:lstStyle/>
              <a:p>
                <a:r>
                  <a:rPr lang="en-US">
                    <a:noFill/>
                  </a:rPr>
                  <a:t> </a:t>
                </a:r>
              </a:p>
            </p:txBody>
          </p:sp>
        </mc:Fallback>
      </mc:AlternateContent>
      <p:grpSp>
        <p:nvGrpSpPr>
          <p:cNvPr id="236" name="Group 235">
            <a:extLst>
              <a:ext uri="{FF2B5EF4-FFF2-40B4-BE49-F238E27FC236}">
                <a16:creationId xmlns:a16="http://schemas.microsoft.com/office/drawing/2014/main" id="{79A4BD2B-91C5-555C-93CA-7926E85EC4D7}"/>
              </a:ext>
            </a:extLst>
          </p:cNvPr>
          <p:cNvGrpSpPr/>
          <p:nvPr/>
        </p:nvGrpSpPr>
        <p:grpSpPr>
          <a:xfrm>
            <a:off x="4785064" y="564596"/>
            <a:ext cx="6829713" cy="3572398"/>
            <a:chOff x="4785064" y="564596"/>
            <a:chExt cx="6829713" cy="3572398"/>
          </a:xfrm>
        </p:grpSpPr>
        <p:sp>
          <p:nvSpPr>
            <p:cNvPr id="144" name="Freeform: Shape 143">
              <a:extLst>
                <a:ext uri="{FF2B5EF4-FFF2-40B4-BE49-F238E27FC236}">
                  <a16:creationId xmlns:a16="http://schemas.microsoft.com/office/drawing/2014/main" id="{96C38C3E-8977-160E-E216-FEA11DC70884}"/>
                </a:ext>
              </a:extLst>
            </p:cNvPr>
            <p:cNvSpPr/>
            <p:nvPr/>
          </p:nvSpPr>
          <p:spPr>
            <a:xfrm>
              <a:off x="5047617" y="1919951"/>
              <a:ext cx="6423103" cy="503490"/>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Lst>
              <a:ahLst/>
              <a:cxnLst>
                <a:cxn ang="0">
                  <a:pos x="connsiteX0" y="connsiteY0"/>
                </a:cxn>
                <a:cxn ang="0">
                  <a:pos x="connsiteX1" y="connsiteY1"/>
                </a:cxn>
                <a:cxn ang="0">
                  <a:pos x="connsiteX2" y="connsiteY2"/>
                </a:cxn>
                <a:cxn ang="0">
                  <a:pos x="connsiteX3" y="connsiteY3"/>
                </a:cxn>
              </a:cxnLst>
              <a:rect l="l" t="t" r="r" b="b"/>
              <a:pathLst>
                <a:path w="7361335" h="488561">
                  <a:moveTo>
                    <a:pt x="0" y="416091"/>
                  </a:moveTo>
                  <a:cubicBezTo>
                    <a:pt x="585495" y="19540"/>
                    <a:pt x="1220237" y="-8840"/>
                    <a:pt x="2052346" y="1657"/>
                  </a:cubicBezTo>
                  <a:cubicBezTo>
                    <a:pt x="2884455" y="12154"/>
                    <a:pt x="3859115" y="394320"/>
                    <a:pt x="4992655" y="479073"/>
                  </a:cubicBezTo>
                  <a:cubicBezTo>
                    <a:pt x="6126195" y="563826"/>
                    <a:pt x="6712858" y="51162"/>
                    <a:pt x="7361335" y="11647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reeform: Shape 148">
              <a:extLst>
                <a:ext uri="{FF2B5EF4-FFF2-40B4-BE49-F238E27FC236}">
                  <a16:creationId xmlns:a16="http://schemas.microsoft.com/office/drawing/2014/main" id="{393949A1-C69E-467B-505B-2EDF5B12995D}"/>
                </a:ext>
              </a:extLst>
            </p:cNvPr>
            <p:cNvSpPr/>
            <p:nvPr/>
          </p:nvSpPr>
          <p:spPr>
            <a:xfrm>
              <a:off x="5180592" y="2121961"/>
              <a:ext cx="6323371" cy="525714"/>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417442 h 521158"/>
                <a:gd name="connsiteX1" fmla="*/ 2052346 w 7361335"/>
                <a:gd name="connsiteY1" fmla="*/ 3008 h 521158"/>
                <a:gd name="connsiteX2" fmla="*/ 4637055 w 7361335"/>
                <a:gd name="connsiteY2" fmla="*/ 512174 h 521158"/>
                <a:gd name="connsiteX3" fmla="*/ 7361335 w 7361335"/>
                <a:gd name="connsiteY3" fmla="*/ 117827 h 521158"/>
                <a:gd name="connsiteX0" fmla="*/ 0 w 7247035"/>
                <a:gd name="connsiteY0" fmla="*/ 417442 h 512500"/>
                <a:gd name="connsiteX1" fmla="*/ 2052346 w 7247035"/>
                <a:gd name="connsiteY1" fmla="*/ 3008 h 512500"/>
                <a:gd name="connsiteX2" fmla="*/ 4637055 w 7247035"/>
                <a:gd name="connsiteY2" fmla="*/ 512174 h 512500"/>
                <a:gd name="connsiteX3" fmla="*/ 7247035 w 7247035"/>
                <a:gd name="connsiteY3" fmla="*/ 92427 h 512500"/>
                <a:gd name="connsiteX0" fmla="*/ 0 w 7247035"/>
                <a:gd name="connsiteY0" fmla="*/ 459518 h 510126"/>
                <a:gd name="connsiteX1" fmla="*/ 2052346 w 7247035"/>
                <a:gd name="connsiteY1" fmla="*/ 634 h 510126"/>
                <a:gd name="connsiteX2" fmla="*/ 4637055 w 7247035"/>
                <a:gd name="connsiteY2" fmla="*/ 509800 h 510126"/>
                <a:gd name="connsiteX3" fmla="*/ 7247035 w 7247035"/>
                <a:gd name="connsiteY3" fmla="*/ 90053 h 510126"/>
              </a:gdLst>
              <a:ahLst/>
              <a:cxnLst>
                <a:cxn ang="0">
                  <a:pos x="connsiteX0" y="connsiteY0"/>
                </a:cxn>
                <a:cxn ang="0">
                  <a:pos x="connsiteX1" y="connsiteY1"/>
                </a:cxn>
                <a:cxn ang="0">
                  <a:pos x="connsiteX2" y="connsiteY2"/>
                </a:cxn>
                <a:cxn ang="0">
                  <a:pos x="connsiteX3" y="connsiteY3"/>
                </a:cxn>
              </a:cxnLst>
              <a:rect l="l" t="t" r="r" b="b"/>
              <a:pathLst>
                <a:path w="7247035" h="510126">
                  <a:moveTo>
                    <a:pt x="0" y="459518"/>
                  </a:moveTo>
                  <a:cubicBezTo>
                    <a:pt x="585495" y="62967"/>
                    <a:pt x="1279504" y="-7746"/>
                    <a:pt x="2052346" y="634"/>
                  </a:cubicBezTo>
                  <a:cubicBezTo>
                    <a:pt x="2825188" y="9014"/>
                    <a:pt x="3771274" y="494897"/>
                    <a:pt x="4637055" y="509800"/>
                  </a:cubicBezTo>
                  <a:cubicBezTo>
                    <a:pt x="5502836" y="524703"/>
                    <a:pt x="6598558" y="24739"/>
                    <a:pt x="7247035" y="90053"/>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reeform: Shape 149">
              <a:extLst>
                <a:ext uri="{FF2B5EF4-FFF2-40B4-BE49-F238E27FC236}">
                  <a16:creationId xmlns:a16="http://schemas.microsoft.com/office/drawing/2014/main" id="{CEDB364B-1786-CA1B-36C1-C6E2FB3215CF}"/>
                </a:ext>
              </a:extLst>
            </p:cNvPr>
            <p:cNvSpPr/>
            <p:nvPr/>
          </p:nvSpPr>
          <p:spPr>
            <a:xfrm>
              <a:off x="5269243" y="1668876"/>
              <a:ext cx="6323371" cy="477716"/>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351037 h 414114"/>
                <a:gd name="connsiteX1" fmla="*/ 2071396 w 7361335"/>
                <a:gd name="connsiteY1" fmla="*/ 6453 h 414114"/>
                <a:gd name="connsiteX2" fmla="*/ 4992655 w 7361335"/>
                <a:gd name="connsiteY2" fmla="*/ 414019 h 414114"/>
                <a:gd name="connsiteX3" fmla="*/ 7361335 w 7361335"/>
                <a:gd name="connsiteY3" fmla="*/ 51422 h 414114"/>
                <a:gd name="connsiteX0" fmla="*/ 0 w 7361335"/>
                <a:gd name="connsiteY0" fmla="*/ 298252 h 437529"/>
                <a:gd name="connsiteX1" fmla="*/ 2071396 w 7361335"/>
                <a:gd name="connsiteY1" fmla="*/ 29868 h 437529"/>
                <a:gd name="connsiteX2" fmla="*/ 4992655 w 7361335"/>
                <a:gd name="connsiteY2" fmla="*/ 437434 h 437529"/>
                <a:gd name="connsiteX3" fmla="*/ 7361335 w 7361335"/>
                <a:gd name="connsiteY3" fmla="*/ 74837 h 437529"/>
                <a:gd name="connsiteX0" fmla="*/ 0 w 7361335"/>
                <a:gd name="connsiteY0" fmla="*/ 275880 h 415157"/>
                <a:gd name="connsiteX1" fmla="*/ 2071396 w 7361335"/>
                <a:gd name="connsiteY1" fmla="*/ 7496 h 415157"/>
                <a:gd name="connsiteX2" fmla="*/ 4992655 w 7361335"/>
                <a:gd name="connsiteY2" fmla="*/ 415062 h 415157"/>
                <a:gd name="connsiteX3" fmla="*/ 7361335 w 7361335"/>
                <a:gd name="connsiteY3" fmla="*/ 52465 h 415157"/>
                <a:gd name="connsiteX0" fmla="*/ 0 w 7361335"/>
                <a:gd name="connsiteY0" fmla="*/ 278721 h 462439"/>
                <a:gd name="connsiteX1" fmla="*/ 2071396 w 7361335"/>
                <a:gd name="connsiteY1" fmla="*/ 10337 h 462439"/>
                <a:gd name="connsiteX2" fmla="*/ 4973605 w 7361335"/>
                <a:gd name="connsiteY2" fmla="*/ 462353 h 462439"/>
                <a:gd name="connsiteX3" fmla="*/ 7361335 w 7361335"/>
                <a:gd name="connsiteY3" fmla="*/ 55306 h 462439"/>
                <a:gd name="connsiteX0" fmla="*/ 0 w 7247035"/>
                <a:gd name="connsiteY0" fmla="*/ 278721 h 463552"/>
                <a:gd name="connsiteX1" fmla="*/ 2071396 w 7247035"/>
                <a:gd name="connsiteY1" fmla="*/ 10337 h 463552"/>
                <a:gd name="connsiteX2" fmla="*/ 4973605 w 7247035"/>
                <a:gd name="connsiteY2" fmla="*/ 462353 h 463552"/>
                <a:gd name="connsiteX3" fmla="*/ 7247035 w 7247035"/>
                <a:gd name="connsiteY3" fmla="*/ 163256 h 463552"/>
              </a:gdLst>
              <a:ahLst/>
              <a:cxnLst>
                <a:cxn ang="0">
                  <a:pos x="connsiteX0" y="connsiteY0"/>
                </a:cxn>
                <a:cxn ang="0">
                  <a:pos x="connsiteX1" y="connsiteY1"/>
                </a:cxn>
                <a:cxn ang="0">
                  <a:pos x="connsiteX2" y="connsiteY2"/>
                </a:cxn>
                <a:cxn ang="0">
                  <a:pos x="connsiteX3" y="connsiteY3"/>
                </a:cxn>
              </a:cxnLst>
              <a:rect l="l" t="t" r="r" b="b"/>
              <a:pathLst>
                <a:path w="7247035" h="463552">
                  <a:moveTo>
                    <a:pt x="0" y="278721"/>
                  </a:moveTo>
                  <a:cubicBezTo>
                    <a:pt x="661695" y="2820"/>
                    <a:pt x="1242462" y="-20268"/>
                    <a:pt x="2071396" y="10337"/>
                  </a:cubicBezTo>
                  <a:cubicBezTo>
                    <a:pt x="2900330" y="40942"/>
                    <a:pt x="4110999" y="436867"/>
                    <a:pt x="4973605" y="462353"/>
                  </a:cubicBezTo>
                  <a:cubicBezTo>
                    <a:pt x="5836211" y="487839"/>
                    <a:pt x="6598558" y="97942"/>
                    <a:pt x="7247035" y="16325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Freeform: Shape 150">
              <a:extLst>
                <a:ext uri="{FF2B5EF4-FFF2-40B4-BE49-F238E27FC236}">
                  <a16:creationId xmlns:a16="http://schemas.microsoft.com/office/drawing/2014/main" id="{1F8AB1BF-5DA9-BF82-663F-B4751997D1CF}"/>
                </a:ext>
              </a:extLst>
            </p:cNvPr>
            <p:cNvSpPr/>
            <p:nvPr/>
          </p:nvSpPr>
          <p:spPr>
            <a:xfrm>
              <a:off x="5091941" y="2400396"/>
              <a:ext cx="6445266" cy="492679"/>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86735"/>
                <a:gd name="connsiteY0" fmla="*/ 503369 h 503369"/>
                <a:gd name="connsiteX1" fmla="*/ 2077746 w 7386735"/>
                <a:gd name="connsiteY1" fmla="*/ 35 h 503369"/>
                <a:gd name="connsiteX2" fmla="*/ 5018055 w 7386735"/>
                <a:gd name="connsiteY2" fmla="*/ 477451 h 503369"/>
                <a:gd name="connsiteX3" fmla="*/ 7386735 w 7386735"/>
                <a:gd name="connsiteY3" fmla="*/ 114854 h 503369"/>
                <a:gd name="connsiteX0" fmla="*/ 0 w 7386735"/>
                <a:gd name="connsiteY0" fmla="*/ 477966 h 477966"/>
                <a:gd name="connsiteX1" fmla="*/ 2084096 w 7386735"/>
                <a:gd name="connsiteY1" fmla="*/ 32 h 477966"/>
                <a:gd name="connsiteX2" fmla="*/ 5018055 w 7386735"/>
                <a:gd name="connsiteY2" fmla="*/ 452048 h 477966"/>
                <a:gd name="connsiteX3" fmla="*/ 7386735 w 7386735"/>
                <a:gd name="connsiteY3" fmla="*/ 89451 h 477966"/>
                <a:gd name="connsiteX0" fmla="*/ 0 w 7386735"/>
                <a:gd name="connsiteY0" fmla="*/ 478098 h 478098"/>
                <a:gd name="connsiteX1" fmla="*/ 2084096 w 7386735"/>
                <a:gd name="connsiteY1" fmla="*/ 164 h 478098"/>
                <a:gd name="connsiteX2" fmla="*/ 5024405 w 7386735"/>
                <a:gd name="connsiteY2" fmla="*/ 420430 h 478098"/>
                <a:gd name="connsiteX3" fmla="*/ 7386735 w 7386735"/>
                <a:gd name="connsiteY3" fmla="*/ 89583 h 478098"/>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Lst>
              <a:ahLst/>
              <a:cxnLst>
                <a:cxn ang="0">
                  <a:pos x="connsiteX0" y="connsiteY0"/>
                </a:cxn>
                <a:cxn ang="0">
                  <a:pos x="connsiteX1" y="connsiteY1"/>
                </a:cxn>
                <a:cxn ang="0">
                  <a:pos x="connsiteX2" y="connsiteY2"/>
                </a:cxn>
                <a:cxn ang="0">
                  <a:pos x="connsiteX3" y="connsiteY3"/>
                </a:cxn>
              </a:cxnLst>
              <a:rect l="l" t="t" r="r" b="b"/>
              <a:pathLst>
                <a:path w="7386735" h="478070">
                  <a:moveTo>
                    <a:pt x="0" y="478070"/>
                  </a:moveTo>
                  <a:cubicBezTo>
                    <a:pt x="585495" y="81519"/>
                    <a:pt x="1246695" y="9747"/>
                    <a:pt x="2084096" y="136"/>
                  </a:cubicBezTo>
                  <a:cubicBezTo>
                    <a:pt x="2921497" y="-9475"/>
                    <a:pt x="4140632" y="494399"/>
                    <a:pt x="5024405" y="420402"/>
                  </a:cubicBezTo>
                  <a:cubicBezTo>
                    <a:pt x="5908178" y="346405"/>
                    <a:pt x="6706508" y="106791"/>
                    <a:pt x="7386735" y="89555"/>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Shape 151">
              <a:extLst>
                <a:ext uri="{FF2B5EF4-FFF2-40B4-BE49-F238E27FC236}">
                  <a16:creationId xmlns:a16="http://schemas.microsoft.com/office/drawing/2014/main" id="{6414E241-BD14-5BD0-AD08-3619B11921AB}"/>
                </a:ext>
              </a:extLst>
            </p:cNvPr>
            <p:cNvSpPr/>
            <p:nvPr/>
          </p:nvSpPr>
          <p:spPr>
            <a:xfrm>
              <a:off x="4997750" y="1388960"/>
              <a:ext cx="6617027" cy="541631"/>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615335"/>
                <a:gd name="connsiteY0" fmla="*/ 416091 h 486221"/>
                <a:gd name="connsiteX1" fmla="*/ 2052346 w 7615335"/>
                <a:gd name="connsiteY1" fmla="*/ 1657 h 486221"/>
                <a:gd name="connsiteX2" fmla="*/ 4992655 w 7615335"/>
                <a:gd name="connsiteY2" fmla="*/ 479073 h 486221"/>
                <a:gd name="connsiteX3" fmla="*/ 7615335 w 7615335"/>
                <a:gd name="connsiteY3" fmla="*/ 326026 h 486221"/>
                <a:gd name="connsiteX0" fmla="*/ 0 w 7615335"/>
                <a:gd name="connsiteY0" fmla="*/ 417734 h 525170"/>
                <a:gd name="connsiteX1" fmla="*/ 2052346 w 7615335"/>
                <a:gd name="connsiteY1" fmla="*/ 3300 h 525170"/>
                <a:gd name="connsiteX2" fmla="*/ 5100605 w 7615335"/>
                <a:gd name="connsiteY2" fmla="*/ 518816 h 525170"/>
                <a:gd name="connsiteX3" fmla="*/ 7615335 w 7615335"/>
                <a:gd name="connsiteY3" fmla="*/ 327669 h 525170"/>
                <a:gd name="connsiteX0" fmla="*/ 0 w 7583585"/>
                <a:gd name="connsiteY0" fmla="*/ 368528 h 533114"/>
                <a:gd name="connsiteX1" fmla="*/ 2020596 w 7583585"/>
                <a:gd name="connsiteY1" fmla="*/ 11244 h 533114"/>
                <a:gd name="connsiteX2" fmla="*/ 5068855 w 7583585"/>
                <a:gd name="connsiteY2" fmla="*/ 526760 h 533114"/>
                <a:gd name="connsiteX3" fmla="*/ 7583585 w 7583585"/>
                <a:gd name="connsiteY3" fmla="*/ 335613 h 533114"/>
                <a:gd name="connsiteX0" fmla="*/ 0 w 7583585"/>
                <a:gd name="connsiteY0" fmla="*/ 361689 h 526275"/>
                <a:gd name="connsiteX1" fmla="*/ 2020596 w 7583585"/>
                <a:gd name="connsiteY1" fmla="*/ 4405 h 526275"/>
                <a:gd name="connsiteX2" fmla="*/ 5068855 w 7583585"/>
                <a:gd name="connsiteY2" fmla="*/ 519921 h 526275"/>
                <a:gd name="connsiteX3" fmla="*/ 7583585 w 7583585"/>
                <a:gd name="connsiteY3" fmla="*/ 328774 h 526275"/>
                <a:gd name="connsiteX0" fmla="*/ 0 w 7583585"/>
                <a:gd name="connsiteY0" fmla="*/ 360985 h 525571"/>
                <a:gd name="connsiteX1" fmla="*/ 2020596 w 7583585"/>
                <a:gd name="connsiteY1" fmla="*/ 3701 h 525571"/>
                <a:gd name="connsiteX2" fmla="*/ 5068855 w 7583585"/>
                <a:gd name="connsiteY2" fmla="*/ 519217 h 525571"/>
                <a:gd name="connsiteX3" fmla="*/ 7583585 w 7583585"/>
                <a:gd name="connsiteY3" fmla="*/ 328070 h 525571"/>
              </a:gdLst>
              <a:ahLst/>
              <a:cxnLst>
                <a:cxn ang="0">
                  <a:pos x="connsiteX0" y="connsiteY0"/>
                </a:cxn>
                <a:cxn ang="0">
                  <a:pos x="connsiteX1" y="connsiteY1"/>
                </a:cxn>
                <a:cxn ang="0">
                  <a:pos x="connsiteX2" y="connsiteY2"/>
                </a:cxn>
                <a:cxn ang="0">
                  <a:pos x="connsiteX3" y="connsiteY3"/>
                </a:cxn>
              </a:cxnLst>
              <a:rect l="l" t="t" r="r" b="b"/>
              <a:pathLst>
                <a:path w="7583585" h="525571">
                  <a:moveTo>
                    <a:pt x="0" y="360985"/>
                  </a:moveTo>
                  <a:cubicBezTo>
                    <a:pt x="623595" y="91434"/>
                    <a:pt x="1175787" y="-22671"/>
                    <a:pt x="2020596" y="3701"/>
                  </a:cubicBezTo>
                  <a:cubicBezTo>
                    <a:pt x="2865405" y="30073"/>
                    <a:pt x="4141690" y="465156"/>
                    <a:pt x="5068855" y="519217"/>
                  </a:cubicBezTo>
                  <a:cubicBezTo>
                    <a:pt x="5996020" y="573279"/>
                    <a:pt x="6935108" y="262756"/>
                    <a:pt x="7583585" y="328070"/>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44CDAA75-1E5B-F9E2-8866-EE3D2D82C458}"/>
                </a:ext>
              </a:extLst>
            </p:cNvPr>
            <p:cNvCxnSpPr>
              <a:cxnSpLocks/>
            </p:cNvCxnSpPr>
            <p:nvPr/>
          </p:nvCxnSpPr>
          <p:spPr>
            <a:xfrm flipV="1">
              <a:off x="6356854" y="1373749"/>
              <a:ext cx="278142" cy="2157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207DA4F0-7876-6745-CBD0-398B5532D523}"/>
                </a:ext>
              </a:extLst>
            </p:cNvPr>
            <p:cNvCxnSpPr>
              <a:cxnSpLocks/>
            </p:cNvCxnSpPr>
            <p:nvPr/>
          </p:nvCxnSpPr>
          <p:spPr>
            <a:xfrm>
              <a:off x="7332363" y="1705053"/>
              <a:ext cx="228276" cy="2617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90FAA4F0-FEF5-7B06-0D0F-4082404FD777}"/>
                </a:ext>
              </a:extLst>
            </p:cNvPr>
            <p:cNvCxnSpPr>
              <a:cxnSpLocks/>
            </p:cNvCxnSpPr>
            <p:nvPr/>
          </p:nvCxnSpPr>
          <p:spPr>
            <a:xfrm>
              <a:off x="7917231" y="2113115"/>
              <a:ext cx="255096" cy="685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F928D61B-14DA-1471-1B88-3AB69EFE9E92}"/>
                </a:ext>
              </a:extLst>
            </p:cNvPr>
            <p:cNvCxnSpPr>
              <a:cxnSpLocks/>
            </p:cNvCxnSpPr>
            <p:nvPr/>
          </p:nvCxnSpPr>
          <p:spPr>
            <a:xfrm>
              <a:off x="8344494" y="2470662"/>
              <a:ext cx="253357" cy="7988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4B261D75-44E2-5D0C-B042-303AEB9DF138}"/>
                </a:ext>
              </a:extLst>
            </p:cNvPr>
            <p:cNvCxnSpPr>
              <a:cxnSpLocks/>
            </p:cNvCxnSpPr>
            <p:nvPr/>
          </p:nvCxnSpPr>
          <p:spPr>
            <a:xfrm>
              <a:off x="8829450" y="2789015"/>
              <a:ext cx="222734" cy="5003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DDF35D3D-EE5B-4B2C-BC74-73FCCAA37B40}"/>
                </a:ext>
              </a:extLst>
            </p:cNvPr>
            <p:cNvCxnSpPr>
              <a:cxnSpLocks/>
            </p:cNvCxnSpPr>
            <p:nvPr/>
          </p:nvCxnSpPr>
          <p:spPr>
            <a:xfrm>
              <a:off x="5494726" y="564596"/>
              <a:ext cx="0" cy="357239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7A6B38F-7927-057F-A51C-D9285877EB2C}"/>
                </a:ext>
              </a:extLst>
            </p:cNvPr>
            <p:cNvCxnSpPr/>
            <p:nvPr/>
          </p:nvCxnSpPr>
          <p:spPr>
            <a:xfrm flipH="1">
              <a:off x="4867839" y="1088808"/>
              <a:ext cx="2556395" cy="301933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A34A97A-AE3E-79F7-BE90-13BD29BF2C5D}"/>
                </a:ext>
              </a:extLst>
            </p:cNvPr>
            <p:cNvCxnSpPr>
              <a:cxnSpLocks/>
            </p:cNvCxnSpPr>
            <p:nvPr/>
          </p:nvCxnSpPr>
          <p:spPr>
            <a:xfrm>
              <a:off x="4785064" y="3367735"/>
              <a:ext cx="678313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55DF0E46-49B0-B2A5-E329-7CEB0FDCD4A6}"/>
                    </a:ext>
                  </a:extLst>
                </p:cNvPr>
                <p:cNvSpPr txBox="1"/>
                <p:nvPr/>
              </p:nvSpPr>
              <p:spPr>
                <a:xfrm>
                  <a:off x="7085664" y="809200"/>
                  <a:ext cx="322482"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𝑞</m:t>
                        </m:r>
                      </m:oMath>
                    </m:oMathPara>
                  </a14:m>
                  <a:endParaRPr lang="en-US" dirty="0"/>
                </a:p>
              </p:txBody>
            </p:sp>
          </mc:Choice>
          <mc:Fallback xmlns="">
            <p:sp>
              <p:nvSpPr>
                <p:cNvPr id="197" name="TextBox 196">
                  <a:extLst>
                    <a:ext uri="{FF2B5EF4-FFF2-40B4-BE49-F238E27FC236}">
                      <a16:creationId xmlns:a16="http://schemas.microsoft.com/office/drawing/2014/main" id="{EB4229FE-FC39-BCFC-706A-B31A343D83A2}"/>
                    </a:ext>
                  </a:extLst>
                </p:cNvPr>
                <p:cNvSpPr txBox="1">
                  <a:spLocks noRot="1" noChangeAspect="1" noMove="1" noResize="1" noEditPoints="1" noAdjustHandles="1" noChangeArrowheads="1" noChangeShapeType="1" noTextEdit="1"/>
                </p:cNvSpPr>
                <p:nvPr/>
              </p:nvSpPr>
              <p:spPr>
                <a:xfrm>
                  <a:off x="7085664" y="809200"/>
                  <a:ext cx="322482" cy="38061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E0B1D9C2-995A-94A6-A0AB-092C9D7BC2A8}"/>
                    </a:ext>
                  </a:extLst>
                </p:cNvPr>
                <p:cNvSpPr txBox="1"/>
                <p:nvPr/>
              </p:nvSpPr>
              <p:spPr>
                <a:xfrm>
                  <a:off x="5141932" y="564596"/>
                  <a:ext cx="321643"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98" name="TextBox 197">
                  <a:extLst>
                    <a:ext uri="{FF2B5EF4-FFF2-40B4-BE49-F238E27FC236}">
                      <a16:creationId xmlns:a16="http://schemas.microsoft.com/office/drawing/2014/main" id="{F88C7F2B-C2C2-61F0-38E8-088ADCA9D6E7}"/>
                    </a:ext>
                  </a:extLst>
                </p:cNvPr>
                <p:cNvSpPr txBox="1">
                  <a:spLocks noRot="1" noChangeAspect="1" noMove="1" noResize="1" noEditPoints="1" noAdjustHandles="1" noChangeArrowheads="1" noChangeShapeType="1" noTextEdit="1"/>
                </p:cNvSpPr>
                <p:nvPr/>
              </p:nvSpPr>
              <p:spPr>
                <a:xfrm>
                  <a:off x="5141932" y="564596"/>
                  <a:ext cx="321643" cy="38061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9E0C6FDF-1C56-92C8-F4C7-383282D7846C}"/>
                    </a:ext>
                  </a:extLst>
                </p:cNvPr>
                <p:cNvSpPr txBox="1"/>
                <p:nvPr/>
              </p:nvSpPr>
              <p:spPr>
                <a:xfrm>
                  <a:off x="11313376" y="3406504"/>
                  <a:ext cx="291936"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oMath>
                    </m:oMathPara>
                  </a14:m>
                  <a:endParaRPr lang="en-US" dirty="0"/>
                </a:p>
              </p:txBody>
            </p:sp>
          </mc:Choice>
          <mc:Fallback xmlns="">
            <p:sp>
              <p:nvSpPr>
                <p:cNvPr id="199" name="TextBox 198">
                  <a:extLst>
                    <a:ext uri="{FF2B5EF4-FFF2-40B4-BE49-F238E27FC236}">
                      <a16:creationId xmlns:a16="http://schemas.microsoft.com/office/drawing/2014/main" id="{05D76E99-3BC7-EE37-5206-95B5D8685A7C}"/>
                    </a:ext>
                  </a:extLst>
                </p:cNvPr>
                <p:cNvSpPr txBox="1">
                  <a:spLocks noRot="1" noChangeAspect="1" noMove="1" noResize="1" noEditPoints="1" noAdjustHandles="1" noChangeArrowheads="1" noChangeShapeType="1" noTextEdit="1"/>
                </p:cNvSpPr>
                <p:nvPr/>
              </p:nvSpPr>
              <p:spPr>
                <a:xfrm>
                  <a:off x="11313376" y="3406504"/>
                  <a:ext cx="291936" cy="38061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0" name="TextBox 199">
                  <a:extLst>
                    <a:ext uri="{FF2B5EF4-FFF2-40B4-BE49-F238E27FC236}">
                      <a16:creationId xmlns:a16="http://schemas.microsoft.com/office/drawing/2014/main" id="{1C93A317-4FDC-F7E3-07DA-E2C897C8A4BE}"/>
                    </a:ext>
                  </a:extLst>
                </p:cNvPr>
                <p:cNvSpPr txBox="1"/>
                <p:nvPr/>
              </p:nvSpPr>
              <p:spPr>
                <a:xfrm>
                  <a:off x="9441180" y="1356367"/>
                  <a:ext cx="513095" cy="581865"/>
                </a:xfrm>
                <a:prstGeom prst="rect">
                  <a:avLst/>
                </a:prstGeom>
                <a:noFill/>
              </p:spPr>
              <p:txBody>
                <a:bodyPr wrap="none" rtlCol="0">
                  <a:spAutoFit/>
                </a:bodyPr>
                <a:lstStyle/>
                <a:p>
                  <a:pPr/>
                  <a14:m>
                    <m:oMathPara xmlns:m="http://schemas.openxmlformats.org/officeDocument/2006/math">
                      <m:oMath>
                        <m:acc>
                          <m:accPr>
                            <m:chr m:val="⃗"/>
                            <m:ctrlPr>
                              <a:rPr lang="en-US" b="0" i="1" smtClean="0">
                                <a:solidFill>
                                  <a:schemeClr val="accent5"/>
                                </a:solidFill>
                                <a:latin typeface="Cambria Math" panose="02040503050406030204" pitchFamily="18" charset="0"/>
                              </a:rPr>
                            </m:ctrlPr>
                          </m:accPr>
                          <m:e>
                            <m:r>
                              <a:rPr lang="en-US" b="0" i="1" smtClean="0">
                                <a:solidFill>
                                  <a:schemeClr val="accent5"/>
                                </a:solidFill>
                                <a:latin typeface="Cambria Math" panose="02040503050406030204" pitchFamily="18" charset="0"/>
                              </a:rPr>
                              <m:t>𝑆</m:t>
                            </m:r>
                          </m:e>
                        </m:acc>
                        <m:r>
                          <a:rPr lang="en-US" b="0" i="1" smtClean="0">
                            <a:solidFill>
                              <a:schemeClr val="accent5"/>
                            </a:solidFill>
                            <a:latin typeface="Cambria Math" panose="02040503050406030204" pitchFamily="18" charset="0"/>
                          </a:rPr>
                          <m:t> </m:t>
                        </m:r>
                      </m:oMath>
                    </m:oMathPara>
                  </a14:m>
                  <a:endParaRPr lang="en-US" dirty="0">
                    <a:solidFill>
                      <a:schemeClr val="accent5"/>
                    </a:solidFill>
                  </a:endParaRPr>
                </a:p>
              </p:txBody>
            </p:sp>
          </mc:Choice>
          <mc:Fallback xmlns="">
            <p:sp>
              <p:nvSpPr>
                <p:cNvPr id="200" name="TextBox 199">
                  <a:extLst>
                    <a:ext uri="{FF2B5EF4-FFF2-40B4-BE49-F238E27FC236}">
                      <a16:creationId xmlns:a16="http://schemas.microsoft.com/office/drawing/2014/main" id="{1AD5AD46-0E66-5068-8BD5-E76226AB98A8}"/>
                    </a:ext>
                  </a:extLst>
                </p:cNvPr>
                <p:cNvSpPr txBox="1">
                  <a:spLocks noRot="1" noChangeAspect="1" noMove="1" noResize="1" noEditPoints="1" noAdjustHandles="1" noChangeArrowheads="1" noChangeShapeType="1" noTextEdit="1"/>
                </p:cNvSpPr>
                <p:nvPr/>
              </p:nvSpPr>
              <p:spPr>
                <a:xfrm>
                  <a:off x="9441180" y="1356367"/>
                  <a:ext cx="513095" cy="581865"/>
                </a:xfrm>
                <a:prstGeom prst="rect">
                  <a:avLst/>
                </a:prstGeom>
                <a:blipFill>
                  <a:blip r:embed="rId6"/>
                  <a:stretch>
                    <a:fillRect t="-18947" r="-30952"/>
                  </a:stretch>
                </a:blipFill>
              </p:spPr>
              <p:txBody>
                <a:bodyPr/>
                <a:lstStyle/>
                <a:p>
                  <a:r>
                    <a:rPr lang="en-US">
                      <a:noFill/>
                    </a:rPr>
                    <a:t> </a:t>
                  </a:r>
                </a:p>
              </p:txBody>
            </p:sp>
          </mc:Fallback>
        </mc:AlternateContent>
        <p:cxnSp>
          <p:nvCxnSpPr>
            <p:cNvPr id="201" name="Straight Arrow Connector 200">
              <a:extLst>
                <a:ext uri="{FF2B5EF4-FFF2-40B4-BE49-F238E27FC236}">
                  <a16:creationId xmlns:a16="http://schemas.microsoft.com/office/drawing/2014/main" id="{C027B10B-6B94-A0B4-22C7-F7B708DA5071}"/>
                </a:ext>
              </a:extLst>
            </p:cNvPr>
            <p:cNvCxnSpPr>
              <a:cxnSpLocks/>
            </p:cNvCxnSpPr>
            <p:nvPr/>
          </p:nvCxnSpPr>
          <p:spPr>
            <a:xfrm>
              <a:off x="8613619" y="2280893"/>
              <a:ext cx="263773" cy="712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EFDC1598-1E3F-C8AE-936A-2B54FE4E3429}"/>
                </a:ext>
              </a:extLst>
            </p:cNvPr>
            <p:cNvCxnSpPr>
              <a:cxnSpLocks/>
            </p:cNvCxnSpPr>
            <p:nvPr/>
          </p:nvCxnSpPr>
          <p:spPr>
            <a:xfrm>
              <a:off x="7604012" y="2233576"/>
              <a:ext cx="253357" cy="79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B383497D-5411-B83B-717B-5F62138197C2}"/>
                </a:ext>
              </a:extLst>
            </p:cNvPr>
            <p:cNvCxnSpPr>
              <a:cxnSpLocks/>
            </p:cNvCxnSpPr>
            <p:nvPr/>
          </p:nvCxnSpPr>
          <p:spPr>
            <a:xfrm>
              <a:off x="9392828" y="2412965"/>
              <a:ext cx="246369" cy="1452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1303594E-C0EF-4266-40AD-26D53A6CFB0A}"/>
                </a:ext>
              </a:extLst>
            </p:cNvPr>
            <p:cNvCxnSpPr>
              <a:cxnSpLocks/>
            </p:cNvCxnSpPr>
            <p:nvPr/>
          </p:nvCxnSpPr>
          <p:spPr>
            <a:xfrm flipV="1">
              <a:off x="9322352" y="2634574"/>
              <a:ext cx="242045" cy="1398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a:extLst>
                <a:ext uri="{FF2B5EF4-FFF2-40B4-BE49-F238E27FC236}">
                  <a16:creationId xmlns:a16="http://schemas.microsoft.com/office/drawing/2014/main" id="{5B3EB5F3-7EFB-9639-4172-85A5A4FE72B0}"/>
                </a:ext>
              </a:extLst>
            </p:cNvPr>
            <p:cNvCxnSpPr>
              <a:cxnSpLocks/>
            </p:cNvCxnSpPr>
            <p:nvPr/>
          </p:nvCxnSpPr>
          <p:spPr>
            <a:xfrm>
              <a:off x="7133279" y="1941028"/>
              <a:ext cx="254361" cy="4663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B81333FE-EF9A-9E44-504A-21140360C416}"/>
                </a:ext>
              </a:extLst>
            </p:cNvPr>
            <p:cNvCxnSpPr>
              <a:cxnSpLocks/>
            </p:cNvCxnSpPr>
            <p:nvPr/>
          </p:nvCxnSpPr>
          <p:spPr>
            <a:xfrm>
              <a:off x="6810837" y="2121077"/>
              <a:ext cx="261922"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3D77038F-9039-4227-D395-286AA2F69840}"/>
                </a:ext>
              </a:extLst>
            </p:cNvPr>
            <p:cNvCxnSpPr>
              <a:cxnSpLocks/>
            </p:cNvCxnSpPr>
            <p:nvPr/>
          </p:nvCxnSpPr>
          <p:spPr>
            <a:xfrm>
              <a:off x="8044779" y="2602230"/>
              <a:ext cx="253357" cy="7988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C96E4428-1E91-D3B6-1019-50C3475ED1A8}"/>
                </a:ext>
              </a:extLst>
            </p:cNvPr>
            <p:cNvCxnSpPr>
              <a:cxnSpLocks/>
            </p:cNvCxnSpPr>
            <p:nvPr/>
          </p:nvCxnSpPr>
          <p:spPr>
            <a:xfrm>
              <a:off x="7259958" y="2427491"/>
              <a:ext cx="252927" cy="4788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960B46D0-FDC9-332C-E17B-BA3F78471E1B}"/>
                </a:ext>
              </a:extLst>
            </p:cNvPr>
            <p:cNvCxnSpPr>
              <a:cxnSpLocks/>
            </p:cNvCxnSpPr>
            <p:nvPr/>
          </p:nvCxnSpPr>
          <p:spPr>
            <a:xfrm flipV="1">
              <a:off x="10195038" y="2298190"/>
              <a:ext cx="215329" cy="5953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455D2829-F78A-2C3E-A810-348973E3D91D}"/>
                </a:ext>
              </a:extLst>
            </p:cNvPr>
            <p:cNvCxnSpPr>
              <a:cxnSpLocks/>
            </p:cNvCxnSpPr>
            <p:nvPr/>
          </p:nvCxnSpPr>
          <p:spPr>
            <a:xfrm flipV="1">
              <a:off x="10113075" y="2440700"/>
              <a:ext cx="208641" cy="6446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45455F5F-4C60-7294-E0A0-EAF757436451}"/>
                </a:ext>
              </a:extLst>
            </p:cNvPr>
            <p:cNvCxnSpPr>
              <a:cxnSpLocks/>
            </p:cNvCxnSpPr>
            <p:nvPr/>
          </p:nvCxnSpPr>
          <p:spPr>
            <a:xfrm flipV="1">
              <a:off x="9893513" y="2734613"/>
              <a:ext cx="219562" cy="4736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094C253C-0F29-99CD-5DE6-DA77D023E19F}"/>
                </a:ext>
              </a:extLst>
            </p:cNvPr>
            <p:cNvCxnSpPr>
              <a:cxnSpLocks/>
            </p:cNvCxnSpPr>
            <p:nvPr/>
          </p:nvCxnSpPr>
          <p:spPr>
            <a:xfrm flipV="1">
              <a:off x="10860298" y="2533131"/>
              <a:ext cx="219324" cy="5188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a:extLst>
                <a:ext uri="{FF2B5EF4-FFF2-40B4-BE49-F238E27FC236}">
                  <a16:creationId xmlns:a16="http://schemas.microsoft.com/office/drawing/2014/main" id="{E37F30A0-2B57-0C09-3E5D-9904F1F7F166}"/>
                </a:ext>
              </a:extLst>
            </p:cNvPr>
            <p:cNvCxnSpPr>
              <a:cxnSpLocks/>
            </p:cNvCxnSpPr>
            <p:nvPr/>
          </p:nvCxnSpPr>
          <p:spPr>
            <a:xfrm flipV="1">
              <a:off x="11013755" y="2216149"/>
              <a:ext cx="197884" cy="4013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E20B6DD5-B16A-4D8B-E7CA-185F7EB52A8C}"/>
                </a:ext>
              </a:extLst>
            </p:cNvPr>
            <p:cNvCxnSpPr>
              <a:cxnSpLocks/>
            </p:cNvCxnSpPr>
            <p:nvPr/>
          </p:nvCxnSpPr>
          <p:spPr>
            <a:xfrm flipV="1">
              <a:off x="11043785" y="2021015"/>
              <a:ext cx="206083" cy="6702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2FC577C8-5A06-49FC-7F39-E0357B5AC1D4}"/>
                </a:ext>
              </a:extLst>
            </p:cNvPr>
            <p:cNvCxnSpPr>
              <a:cxnSpLocks/>
            </p:cNvCxnSpPr>
            <p:nvPr/>
          </p:nvCxnSpPr>
          <p:spPr>
            <a:xfrm flipV="1">
              <a:off x="6239668" y="2412234"/>
              <a:ext cx="256257" cy="2537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6822D3AE-0C0A-7A92-059F-F01FA16198E3}"/>
                </a:ext>
              </a:extLst>
            </p:cNvPr>
            <p:cNvCxnSpPr>
              <a:cxnSpLocks/>
            </p:cNvCxnSpPr>
            <p:nvPr/>
          </p:nvCxnSpPr>
          <p:spPr>
            <a:xfrm flipV="1">
              <a:off x="6070656" y="2150514"/>
              <a:ext cx="244370" cy="3874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DEB6C980-99ED-14BC-5D59-7FB0AE4731CF}"/>
                </a:ext>
              </a:extLst>
            </p:cNvPr>
            <p:cNvCxnSpPr>
              <a:cxnSpLocks/>
            </p:cNvCxnSpPr>
            <p:nvPr/>
          </p:nvCxnSpPr>
          <p:spPr>
            <a:xfrm>
              <a:off x="8314574" y="1715511"/>
              <a:ext cx="252234" cy="6984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D7665DB4-D31C-5781-6685-C65035A07AA4}"/>
                </a:ext>
              </a:extLst>
            </p:cNvPr>
            <p:cNvCxnSpPr>
              <a:cxnSpLocks/>
            </p:cNvCxnSpPr>
            <p:nvPr/>
          </p:nvCxnSpPr>
          <p:spPr>
            <a:xfrm>
              <a:off x="7423245" y="1491901"/>
              <a:ext cx="273820" cy="6296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FAFACD30-6BD3-44A2-9AA4-DBA90F94450D}"/>
                </a:ext>
              </a:extLst>
            </p:cNvPr>
            <p:cNvCxnSpPr>
              <a:cxnSpLocks/>
            </p:cNvCxnSpPr>
            <p:nvPr/>
          </p:nvCxnSpPr>
          <p:spPr>
            <a:xfrm>
              <a:off x="9235803" y="1905060"/>
              <a:ext cx="237173" cy="470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931753B0-560C-41AD-B803-E0FBC97FC3F5}"/>
                </a:ext>
              </a:extLst>
            </p:cNvPr>
            <p:cNvCxnSpPr>
              <a:cxnSpLocks/>
            </p:cNvCxnSpPr>
            <p:nvPr/>
          </p:nvCxnSpPr>
          <p:spPr>
            <a:xfrm flipV="1">
              <a:off x="10068363" y="1872729"/>
              <a:ext cx="215768" cy="2996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FBED5DE3-1CBF-AD23-75C0-0467050A3B9C}"/>
                </a:ext>
              </a:extLst>
            </p:cNvPr>
            <p:cNvCxnSpPr>
              <a:cxnSpLocks/>
            </p:cNvCxnSpPr>
            <p:nvPr/>
          </p:nvCxnSpPr>
          <p:spPr>
            <a:xfrm flipV="1">
              <a:off x="10900807" y="1729465"/>
              <a:ext cx="239626" cy="4088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a:extLst>
                <a:ext uri="{FF2B5EF4-FFF2-40B4-BE49-F238E27FC236}">
                  <a16:creationId xmlns:a16="http://schemas.microsoft.com/office/drawing/2014/main" id="{E4EBE859-2522-502B-0B9E-2A254252AD61}"/>
                </a:ext>
              </a:extLst>
            </p:cNvPr>
            <p:cNvCxnSpPr>
              <a:cxnSpLocks/>
            </p:cNvCxnSpPr>
            <p:nvPr/>
          </p:nvCxnSpPr>
          <p:spPr>
            <a:xfrm>
              <a:off x="8238736" y="1888832"/>
              <a:ext cx="237313" cy="6622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0EB12B90-F0F9-8E9D-FC89-C0C8A65C24D2}"/>
                </a:ext>
              </a:extLst>
            </p:cNvPr>
            <p:cNvCxnSpPr>
              <a:cxnSpLocks/>
            </p:cNvCxnSpPr>
            <p:nvPr/>
          </p:nvCxnSpPr>
          <p:spPr>
            <a:xfrm>
              <a:off x="9167472" y="2101414"/>
              <a:ext cx="268248" cy="4790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8C12AEF5-CDE7-79DB-010B-B8711791C64D}"/>
                </a:ext>
              </a:extLst>
            </p:cNvPr>
            <p:cNvCxnSpPr>
              <a:cxnSpLocks/>
            </p:cNvCxnSpPr>
            <p:nvPr/>
          </p:nvCxnSpPr>
          <p:spPr>
            <a:xfrm flipV="1">
              <a:off x="10113075" y="2064891"/>
              <a:ext cx="208641" cy="3789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FBFF1E60-5B6C-EBF9-F236-CC5D739935F8}"/>
                </a:ext>
              </a:extLst>
            </p:cNvPr>
            <p:cNvCxnSpPr>
              <a:cxnSpLocks/>
            </p:cNvCxnSpPr>
            <p:nvPr/>
          </p:nvCxnSpPr>
          <p:spPr>
            <a:xfrm flipV="1">
              <a:off x="10932389" y="1858713"/>
              <a:ext cx="194477" cy="5261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8E6E15BF-B4E9-D22C-BFDF-BEBF4424BE1E}"/>
                </a:ext>
              </a:extLst>
            </p:cNvPr>
            <p:cNvCxnSpPr>
              <a:cxnSpLocks/>
            </p:cNvCxnSpPr>
            <p:nvPr/>
          </p:nvCxnSpPr>
          <p:spPr>
            <a:xfrm flipV="1">
              <a:off x="6364141" y="1662231"/>
              <a:ext cx="270854" cy="1236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8078E106-595C-0500-CC96-C4532B0C0F04}"/>
                </a:ext>
              </a:extLst>
            </p:cNvPr>
            <p:cNvCxnSpPr>
              <a:cxnSpLocks/>
            </p:cNvCxnSpPr>
            <p:nvPr/>
          </p:nvCxnSpPr>
          <p:spPr>
            <a:xfrm flipV="1">
              <a:off x="6024437" y="1919951"/>
              <a:ext cx="250467" cy="3472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30" name="Freeform: Shape 229">
              <a:extLst>
                <a:ext uri="{FF2B5EF4-FFF2-40B4-BE49-F238E27FC236}">
                  <a16:creationId xmlns:a16="http://schemas.microsoft.com/office/drawing/2014/main" id="{3660D616-7F49-8F54-91C6-CAA8425A3E8C}"/>
                </a:ext>
              </a:extLst>
            </p:cNvPr>
            <p:cNvSpPr/>
            <p:nvPr/>
          </p:nvSpPr>
          <p:spPr>
            <a:xfrm>
              <a:off x="5917400" y="1237530"/>
              <a:ext cx="5376781" cy="1776253"/>
            </a:xfrm>
            <a:custGeom>
              <a:avLst/>
              <a:gdLst>
                <a:gd name="connsiteX0" fmla="*/ 0 w 7137400"/>
                <a:gd name="connsiteY0" fmla="*/ 3294 h 1876544"/>
                <a:gd name="connsiteX1" fmla="*/ 2368550 w 7137400"/>
                <a:gd name="connsiteY1" fmla="*/ 244594 h 1876544"/>
                <a:gd name="connsiteX2" fmla="*/ 4667250 w 7137400"/>
                <a:gd name="connsiteY2" fmla="*/ 1559044 h 1876544"/>
                <a:gd name="connsiteX3" fmla="*/ 7137400 w 7137400"/>
                <a:gd name="connsiteY3" fmla="*/ 1876544 h 1876544"/>
                <a:gd name="connsiteX0" fmla="*/ 0 w 7211695"/>
                <a:gd name="connsiteY0" fmla="*/ 3294 h 1886069"/>
                <a:gd name="connsiteX1" fmla="*/ 2368550 w 7211695"/>
                <a:gd name="connsiteY1" fmla="*/ 244594 h 1886069"/>
                <a:gd name="connsiteX2" fmla="*/ 4667250 w 7211695"/>
                <a:gd name="connsiteY2" fmla="*/ 1559044 h 1886069"/>
                <a:gd name="connsiteX3" fmla="*/ 7211695 w 7211695"/>
                <a:gd name="connsiteY3" fmla="*/ 1886069 h 1886069"/>
                <a:gd name="connsiteX0" fmla="*/ 0 w 7211695"/>
                <a:gd name="connsiteY0" fmla="*/ 3294 h 1886971"/>
                <a:gd name="connsiteX1" fmla="*/ 2368550 w 7211695"/>
                <a:gd name="connsiteY1" fmla="*/ 244594 h 1886971"/>
                <a:gd name="connsiteX2" fmla="*/ 4667250 w 7211695"/>
                <a:gd name="connsiteY2" fmla="*/ 1559044 h 1886971"/>
                <a:gd name="connsiteX3" fmla="*/ 7211695 w 7211695"/>
                <a:gd name="connsiteY3" fmla="*/ 1886069 h 1886971"/>
              </a:gdLst>
              <a:ahLst/>
              <a:cxnLst>
                <a:cxn ang="0">
                  <a:pos x="connsiteX0" y="connsiteY0"/>
                </a:cxn>
                <a:cxn ang="0">
                  <a:pos x="connsiteX1" y="connsiteY1"/>
                </a:cxn>
                <a:cxn ang="0">
                  <a:pos x="connsiteX2" y="connsiteY2"/>
                </a:cxn>
                <a:cxn ang="0">
                  <a:pos x="connsiteX3" y="connsiteY3"/>
                </a:cxn>
              </a:cxnLst>
              <a:rect l="l" t="t" r="r" b="b"/>
              <a:pathLst>
                <a:path w="7211695" h="1886971">
                  <a:moveTo>
                    <a:pt x="0" y="3294"/>
                  </a:moveTo>
                  <a:cubicBezTo>
                    <a:pt x="795337" y="-5702"/>
                    <a:pt x="1590675" y="-14698"/>
                    <a:pt x="2368550" y="244594"/>
                  </a:cubicBezTo>
                  <a:cubicBezTo>
                    <a:pt x="3146425" y="503886"/>
                    <a:pt x="3872442" y="1287052"/>
                    <a:pt x="4667250" y="1559044"/>
                  </a:cubicBezTo>
                  <a:cubicBezTo>
                    <a:pt x="5462058" y="1831036"/>
                    <a:pt x="6429269" y="1895700"/>
                    <a:pt x="7211695" y="1886069"/>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190FE711-2ABB-5895-4A1F-9B91333340DA}"/>
                    </a:ext>
                  </a:extLst>
                </p:cNvPr>
                <p:cNvSpPr txBox="1"/>
                <p:nvPr/>
              </p:nvSpPr>
              <p:spPr>
                <a:xfrm>
                  <a:off x="7595906" y="1098726"/>
                  <a:ext cx="249576"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𝛾</m:t>
                        </m:r>
                      </m:oMath>
                    </m:oMathPara>
                  </a14:m>
                  <a:endParaRPr lang="en-US" dirty="0"/>
                </a:p>
              </p:txBody>
            </p:sp>
          </mc:Choice>
          <mc:Fallback xmlns="">
            <p:sp>
              <p:nvSpPr>
                <p:cNvPr id="233" name="TextBox 232">
                  <a:extLst>
                    <a:ext uri="{FF2B5EF4-FFF2-40B4-BE49-F238E27FC236}">
                      <a16:creationId xmlns:a16="http://schemas.microsoft.com/office/drawing/2014/main" id="{40EA1566-29B6-7EA9-E16B-354BAA632530}"/>
                    </a:ext>
                  </a:extLst>
                </p:cNvPr>
                <p:cNvSpPr txBox="1">
                  <a:spLocks noRot="1" noChangeAspect="1" noMove="1" noResize="1" noEditPoints="1" noAdjustHandles="1" noChangeArrowheads="1" noChangeShapeType="1" noTextEdit="1"/>
                </p:cNvSpPr>
                <p:nvPr/>
              </p:nvSpPr>
              <p:spPr>
                <a:xfrm>
                  <a:off x="7595906" y="1098726"/>
                  <a:ext cx="249576" cy="369332"/>
                </a:xfrm>
                <a:prstGeom prst="rect">
                  <a:avLst/>
                </a:prstGeom>
                <a:blipFill>
                  <a:blip r:embed="rId8"/>
                  <a:stretch>
                    <a:fillRect r="-1951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7" name="TextBox 236">
                <a:extLst>
                  <a:ext uri="{FF2B5EF4-FFF2-40B4-BE49-F238E27FC236}">
                    <a16:creationId xmlns:a16="http://schemas.microsoft.com/office/drawing/2014/main" id="{54E40666-09DA-B557-B5C8-7F69AED60D7A}"/>
                  </a:ext>
                </a:extLst>
              </p:cNvPr>
              <p:cNvSpPr txBox="1"/>
              <p:nvPr/>
            </p:nvSpPr>
            <p:spPr>
              <a:xfrm>
                <a:off x="230563" y="101414"/>
                <a:ext cx="2999796" cy="652038"/>
              </a:xfrm>
              <a:prstGeom prst="rect">
                <a:avLst/>
              </a:prstGeom>
              <a:noFill/>
            </p:spPr>
            <p:txBody>
              <a:bodyPr wrap="none" rtlCol="0">
                <a:spAutoFit/>
              </a:bodyPr>
              <a:lstStyle/>
              <a:p>
                <a:r>
                  <a:rPr lang="en-US" sz="3200" dirty="0"/>
                  <a:t>Line integral of </a:t>
                </a:r>
                <a14:m>
                  <m:oMath xmlns:m="http://schemas.openxmlformats.org/officeDocument/2006/math">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𝜃</m:t>
                        </m:r>
                      </m:e>
                    </m:acc>
                  </m:oMath>
                </a14:m>
                <a:endParaRPr lang="en-US" sz="3200" dirty="0"/>
              </a:p>
            </p:txBody>
          </p:sp>
        </mc:Choice>
        <mc:Fallback xmlns="">
          <p:sp>
            <p:nvSpPr>
              <p:cNvPr id="237" name="TextBox 236">
                <a:extLst>
                  <a:ext uri="{FF2B5EF4-FFF2-40B4-BE49-F238E27FC236}">
                    <a16:creationId xmlns:a16="http://schemas.microsoft.com/office/drawing/2014/main" id="{54E40666-09DA-B557-B5C8-7F69AED60D7A}"/>
                  </a:ext>
                </a:extLst>
              </p:cNvPr>
              <p:cNvSpPr txBox="1">
                <a:spLocks noRot="1" noChangeAspect="1" noMove="1" noResize="1" noEditPoints="1" noAdjustHandles="1" noChangeArrowheads="1" noChangeShapeType="1" noTextEdit="1"/>
              </p:cNvSpPr>
              <p:nvPr/>
            </p:nvSpPr>
            <p:spPr>
              <a:xfrm>
                <a:off x="230563" y="101414"/>
                <a:ext cx="2999796" cy="652038"/>
              </a:xfrm>
              <a:prstGeom prst="rect">
                <a:avLst/>
              </a:prstGeom>
              <a:blipFill>
                <a:blip r:embed="rId9"/>
                <a:stretch>
                  <a:fillRect l="-5285" t="-935" b="-30841"/>
                </a:stretch>
              </a:blipFill>
            </p:spPr>
            <p:txBody>
              <a:bodyPr/>
              <a:lstStyle/>
              <a:p>
                <a:r>
                  <a:rPr lang="en-US">
                    <a:noFill/>
                  </a:rPr>
                  <a:t> </a:t>
                </a:r>
              </a:p>
            </p:txBody>
          </p:sp>
        </mc:Fallback>
      </mc:AlternateContent>
      <p:sp>
        <p:nvSpPr>
          <p:cNvPr id="240" name="TextBox 239">
            <a:extLst>
              <a:ext uri="{FF2B5EF4-FFF2-40B4-BE49-F238E27FC236}">
                <a16:creationId xmlns:a16="http://schemas.microsoft.com/office/drawing/2014/main" id="{6E255DFF-3FE6-A7B5-E2CC-15E958EB29D5}"/>
              </a:ext>
            </a:extLst>
          </p:cNvPr>
          <p:cNvSpPr txBox="1"/>
          <p:nvPr/>
        </p:nvSpPr>
        <p:spPr>
          <a:xfrm>
            <a:off x="2416151" y="1189116"/>
            <a:ext cx="2377574" cy="369332"/>
          </a:xfrm>
          <a:prstGeom prst="rect">
            <a:avLst/>
          </a:prstGeom>
          <a:noFill/>
        </p:spPr>
        <p:txBody>
          <a:bodyPr wrap="none" rtlCol="0">
            <a:spAutoFit/>
          </a:bodyPr>
          <a:lstStyle/>
          <a:p>
            <a:r>
              <a:rPr lang="en-US" dirty="0"/>
              <a:t>Express in components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AE38B84-CAB6-5857-372D-8AAEC7C112A1}"/>
                  </a:ext>
                </a:extLst>
              </p:cNvPr>
              <p:cNvSpPr txBox="1"/>
              <p:nvPr/>
            </p:nvSpPr>
            <p:spPr>
              <a:xfrm>
                <a:off x="4628023" y="4216222"/>
                <a:ext cx="3732817" cy="646331"/>
              </a:xfrm>
              <a:prstGeom prst="rect">
                <a:avLst/>
              </a:prstGeom>
              <a:noFill/>
            </p:spPr>
            <p:txBody>
              <a:bodyPr wrap="none" rtlCol="0">
                <a:spAutoFit/>
              </a:bodyPr>
              <a:lstStyle/>
              <a:p>
                <a:pPr/>
                <a:r>
                  <a:rPr lang="en-US" dirty="0"/>
                  <a:t>Assuming (KE) Kinematic Equivalence:</a:t>
                </a:r>
                <a:br>
                  <a:rPr lang="en-US" dirty="0"/>
                </a:b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2AE38B84-CAB6-5857-372D-8AAEC7C112A1}"/>
                  </a:ext>
                </a:extLst>
              </p:cNvPr>
              <p:cNvSpPr txBox="1">
                <a:spLocks noRot="1" noChangeAspect="1" noMove="1" noResize="1" noEditPoints="1" noAdjustHandles="1" noChangeArrowheads="1" noChangeShapeType="1" noTextEdit="1"/>
              </p:cNvSpPr>
              <p:nvPr/>
            </p:nvSpPr>
            <p:spPr>
              <a:xfrm>
                <a:off x="4628023" y="4216222"/>
                <a:ext cx="3732817" cy="646331"/>
              </a:xfrm>
              <a:prstGeom prst="rect">
                <a:avLst/>
              </a:prstGeom>
              <a:blipFill>
                <a:blip r:embed="rId10"/>
                <a:stretch>
                  <a:fillRect l="-1305" t="-5660" r="-653" b="-6604"/>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C780FD84-7F80-32ED-2EE2-736D421F073E}"/>
              </a:ext>
            </a:extLst>
          </p:cNvPr>
          <p:cNvCxnSpPr/>
          <p:nvPr/>
        </p:nvCxnSpPr>
        <p:spPr>
          <a:xfrm flipH="1" flipV="1">
            <a:off x="3948171" y="4282751"/>
            <a:ext cx="670481" cy="839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E70FEA4-8279-283B-D01B-235F54DEF8A5}"/>
              </a:ext>
            </a:extLst>
          </p:cNvPr>
          <p:cNvSpPr txBox="1"/>
          <p:nvPr/>
        </p:nvSpPr>
        <p:spPr>
          <a:xfrm>
            <a:off x="1162990" y="5412973"/>
            <a:ext cx="8212505" cy="1200329"/>
          </a:xfrm>
          <a:prstGeom prst="rect">
            <a:avLst/>
          </a:prstGeom>
          <a:noFill/>
        </p:spPr>
        <p:txBody>
          <a:bodyPr wrap="none" rtlCol="0">
            <a:spAutoFit/>
          </a:bodyPr>
          <a:lstStyle/>
          <a:p>
            <a:r>
              <a:rPr lang="en-US" sz="3600" dirty="0">
                <a:solidFill>
                  <a:schemeClr val="accent6">
                    <a:lumMod val="75000"/>
                  </a:schemeClr>
                </a:solidFill>
              </a:rPr>
              <a:t>The action is the line integral</a:t>
            </a:r>
            <a:br>
              <a:rPr lang="en-US" sz="3600" dirty="0">
                <a:solidFill>
                  <a:schemeClr val="accent6">
                    <a:lumMod val="75000"/>
                  </a:schemeClr>
                </a:solidFill>
              </a:rPr>
            </a:br>
            <a:r>
              <a:rPr lang="en-US" sz="3600" dirty="0">
                <a:solidFill>
                  <a:schemeClr val="accent6">
                    <a:lumMod val="75000"/>
                  </a:schemeClr>
                </a:solidFill>
              </a:rPr>
              <a:t>of the vector potential of the flow of states</a:t>
            </a:r>
          </a:p>
        </p:txBody>
      </p:sp>
      <p:sp>
        <p:nvSpPr>
          <p:cNvPr id="7" name="Footer Placeholder 6">
            <a:extLst>
              <a:ext uri="{FF2B5EF4-FFF2-40B4-BE49-F238E27FC236}">
                <a16:creationId xmlns:a16="http://schemas.microsoft.com/office/drawing/2014/main" id="{1FE524D8-21C8-751A-77DE-A2863A36349F}"/>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18B2988A-7284-9578-BB46-428AA40BED8D}"/>
              </a:ext>
            </a:extLst>
          </p:cNvPr>
          <p:cNvSpPr>
            <a:spLocks noGrp="1"/>
          </p:cNvSpPr>
          <p:nvPr>
            <p:ph type="sldNum" sz="quarter" idx="12"/>
          </p:nvPr>
        </p:nvSpPr>
        <p:spPr/>
        <p:txBody>
          <a:bodyPr/>
          <a:lstStyle/>
          <a:p>
            <a:fld id="{F47845EA-7733-40EE-B074-20032348B727}" type="slidenum">
              <a:rPr lang="en-US" smtClean="0"/>
              <a:t>75</a:t>
            </a:fld>
            <a:endParaRPr lang="en-US"/>
          </a:p>
        </p:txBody>
      </p:sp>
    </p:spTree>
    <p:extLst>
      <p:ext uri="{BB962C8B-B14F-4D97-AF65-F5344CB8AC3E}">
        <p14:creationId xmlns:p14="http://schemas.microsoft.com/office/powerpoint/2010/main" val="35770176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23732B5-8FD0-88D3-08DA-0825C812F795}"/>
                  </a:ext>
                </a:extLst>
              </p:cNvPr>
              <p:cNvSpPr txBox="1"/>
              <p:nvPr/>
            </p:nvSpPr>
            <p:spPr>
              <a:xfrm>
                <a:off x="76200" y="1296323"/>
                <a:ext cx="4658135" cy="5066067"/>
              </a:xfrm>
              <a:prstGeom prst="rect">
                <a:avLst/>
              </a:prstGeom>
              <a:noFill/>
            </p:spPr>
            <p:txBody>
              <a:bodyPr wrap="none" rtlCol="0">
                <a:spAutoFit/>
              </a:bodyPr>
              <a:lstStyle/>
              <a:p>
                <a:r>
                  <a:rPr lang="en-US" sz="3600" dirty="0"/>
                  <a:t> </a:t>
                </a:r>
                <a14:m>
                  <m:oMath xmlns:m="http://schemas.openxmlformats.org/officeDocument/2006/math">
                    <m:r>
                      <m:rPr>
                        <m:sty m:val="p"/>
                      </m:rPr>
                      <a:rPr lang="en-US" sz="3600" b="0" i="0" smtClean="0">
                        <a:latin typeface="Cambria Math" panose="02040503050406030204" pitchFamily="18" charset="0"/>
                      </a:rPr>
                      <m:t>Φ</m:t>
                    </m:r>
                    <m:d>
                      <m:dPr>
                        <m:begChr m:val="["/>
                        <m:endChr m:val="]"/>
                        <m:ctrlPr>
                          <a:rPr lang="en-US" sz="3600" b="0" i="0" smtClean="0">
                            <a:latin typeface="Cambria Math" panose="02040503050406030204" pitchFamily="18" charset="0"/>
                          </a:rPr>
                        </m:ctrlPr>
                      </m:dPr>
                      <m:e>
                        <m:r>
                          <m:rPr>
                            <m:sty m:val="p"/>
                          </m:rPr>
                          <a:rPr lang="en-US" sz="3600" b="0" i="0" smtClean="0">
                            <a:latin typeface="Cambria Math" panose="02040503050406030204" pitchFamily="18" charset="0"/>
                          </a:rPr>
                          <m:t>Σ</m:t>
                        </m:r>
                      </m:e>
                    </m:d>
                    <m:r>
                      <a:rPr lang="en-US" sz="3600" b="0" i="1" smtClean="0">
                        <a:latin typeface="Cambria Math" panose="02040503050406030204" pitchFamily="18" charset="0"/>
                      </a:rPr>
                      <m:t>=</m:t>
                    </m:r>
                    <m:r>
                      <a:rPr lang="en-US" sz="3600" i="1" smtClean="0">
                        <a:latin typeface="Cambria Math" panose="02040503050406030204" pitchFamily="18" charset="0"/>
                      </a:rPr>
                      <m:t>−</m:t>
                    </m:r>
                    <m:nary>
                      <m:naryPr>
                        <m:chr m:val="∬"/>
                        <m:supHide m:val="on"/>
                        <m:ctrlPr>
                          <a:rPr lang="en-US" sz="3600">
                            <a:latin typeface="Cambria Math" panose="02040503050406030204" pitchFamily="18" charset="0"/>
                          </a:rPr>
                        </m:ctrlPr>
                      </m:naryPr>
                      <m:sub>
                        <m:r>
                          <m:rPr>
                            <m:sty m:val="p"/>
                          </m:rPr>
                          <a:rPr lang="en-US" sz="3600">
                            <a:latin typeface="Cambria Math" panose="02040503050406030204" pitchFamily="18" charset="0"/>
                          </a:rPr>
                          <m:t>Σ</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𝑆</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dirty="0">
                                <a:latin typeface="Cambria Math" panose="02040503050406030204" pitchFamily="18" charset="0"/>
                              </a:rPr>
                            </m:ctrlPr>
                          </m:accPr>
                          <m:e>
                            <m:r>
                              <m:rPr>
                                <m:sty m:val="p"/>
                              </m:rPr>
                              <a:rPr lang="en-US" sz="3600" dirty="0">
                                <a:latin typeface="Cambria Math" panose="02040503050406030204" pitchFamily="18" charset="0"/>
                              </a:rPr>
                              <m:t>Σ</m:t>
                            </m:r>
                          </m:e>
                        </m:acc>
                      </m:e>
                    </m:nary>
                  </m:oMath>
                </a14:m>
                <a:endParaRPr lang="en-US" sz="3600" i="1" dirty="0">
                  <a:latin typeface="Cambria Math" panose="02040503050406030204" pitchFamily="18" charset="0"/>
                </a:endParaRPr>
              </a:p>
              <a:p>
                <a:r>
                  <a:rPr lang="en-US" sz="3600" i="1" dirty="0">
                    <a:latin typeface="Cambria Math" panose="02040503050406030204" pitchFamily="18" charset="0"/>
                  </a:rPr>
                  <a:t> </a:t>
                </a:r>
                <a14:m>
                  <m:oMath xmlns:m="http://schemas.openxmlformats.org/officeDocument/2006/math">
                    <m:r>
                      <a:rPr lang="en-US" sz="3600" smtClean="0">
                        <a:latin typeface="Cambria Math" panose="02040503050406030204" pitchFamily="18" charset="0"/>
                      </a:rPr>
                      <m:t>=</m:t>
                    </m:r>
                    <m:nary>
                      <m:naryPr>
                        <m:chr m:val="∬"/>
                        <m:supHide m:val="on"/>
                        <m:ctrlPr>
                          <a:rPr lang="en-US" sz="3600" b="0" i="0" smtClean="0">
                            <a:latin typeface="Cambria Math" panose="02040503050406030204" pitchFamily="18" charset="0"/>
                          </a:rPr>
                        </m:ctrlPr>
                      </m:naryPr>
                      <m:sub>
                        <m:r>
                          <m:rPr>
                            <m:sty m:val="p"/>
                          </m:rPr>
                          <a:rPr lang="en-US" sz="3600" b="0" i="0" smtClean="0">
                            <a:latin typeface="Cambria Math" panose="02040503050406030204" pitchFamily="18" charset="0"/>
                          </a:rPr>
                          <m:t>Σ</m:t>
                        </m:r>
                      </m:sub>
                      <m:sup/>
                      <m:e>
                        <m:acc>
                          <m:accPr>
                            <m:chr m:val="⃗"/>
                            <m:ctrlPr>
                              <a:rPr lang="en-US" sz="3600">
                                <a:latin typeface="Cambria Math" panose="02040503050406030204" pitchFamily="18" charset="0"/>
                              </a:rPr>
                            </m:ctrlPr>
                          </m:accPr>
                          <m:e>
                            <m:r>
                              <m:rPr>
                                <m:sty m:val="p"/>
                              </m:rPr>
                              <a:rPr lang="en-US" sz="3600">
                                <a:latin typeface="Cambria Math" panose="02040503050406030204" pitchFamily="18" charset="0"/>
                              </a:rPr>
                              <m:t>∇</m:t>
                            </m:r>
                          </m:e>
                        </m:acc>
                        <m:r>
                          <a:rPr lang="en-US" sz="3600" i="1">
                            <a:latin typeface="Cambria Math" panose="02040503050406030204" pitchFamily="18" charset="0"/>
                          </a:rPr>
                          <m:t>×</m:t>
                        </m:r>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dirty="0">
                                <a:latin typeface="Cambria Math" panose="02040503050406030204" pitchFamily="18" charset="0"/>
                              </a:rPr>
                            </m:ctrlPr>
                          </m:accPr>
                          <m:e>
                            <m:r>
                              <m:rPr>
                                <m:sty m:val="p"/>
                              </m:rPr>
                              <a:rPr lang="en-US" sz="3600" dirty="0">
                                <a:latin typeface="Cambria Math" panose="02040503050406030204" pitchFamily="18" charset="0"/>
                              </a:rPr>
                              <m:t>Σ</m:t>
                            </m:r>
                          </m:e>
                        </m:acc>
                      </m:e>
                    </m:nary>
                  </m:oMath>
                </a14:m>
                <a:endParaRPr lang="en-US" sz="3600" i="1" dirty="0">
                  <a:latin typeface="Cambria Math" panose="02040503050406030204" pitchFamily="18" charset="0"/>
                </a:endParaRPr>
              </a:p>
              <a:p>
                <a:r>
                  <a:rPr lang="en-US" sz="3600" dirty="0"/>
                  <a:t> </a:t>
                </a:r>
                <a14:m>
                  <m:oMath xmlns:m="http://schemas.openxmlformats.org/officeDocument/2006/math">
                    <m:r>
                      <a:rPr lang="en-US" sz="3600">
                        <a:latin typeface="Cambria Math" panose="02040503050406030204" pitchFamily="18" charset="0"/>
                      </a:rPr>
                      <m:t>=</m:t>
                    </m:r>
                    <m:nary>
                      <m:naryPr>
                        <m:chr m:val="∮"/>
                        <m:supHide m:val="on"/>
                        <m:ctrlPr>
                          <a:rPr lang="en-US" sz="3600" i="1">
                            <a:latin typeface="Cambria Math" panose="02040503050406030204" pitchFamily="18" charset="0"/>
                          </a:rPr>
                        </m:ctrlPr>
                      </m:naryPr>
                      <m:sub>
                        <m:r>
                          <a:rPr lang="en-US" sz="3600" i="1">
                            <a:latin typeface="Cambria Math" panose="02040503050406030204" pitchFamily="18" charset="0"/>
                          </a:rPr>
                          <m:t>𝜕</m:t>
                        </m:r>
                        <m:r>
                          <m:rPr>
                            <m:sty m:val="p"/>
                          </m:rPr>
                          <a:rPr lang="en-US" sz="3600">
                            <a:latin typeface="Cambria Math" panose="02040503050406030204" pitchFamily="18" charset="0"/>
                          </a:rPr>
                          <m:t>Σ</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i="1" dirty="0">
                                <a:latin typeface="Cambria Math" panose="02040503050406030204" pitchFamily="18" charset="0"/>
                              </a:rPr>
                            </m:ctrlPr>
                          </m:accPr>
                          <m:e>
                            <m:r>
                              <a:rPr lang="en-US" sz="3600" i="1" dirty="0">
                                <a:latin typeface="Cambria Math" panose="02040503050406030204" pitchFamily="18" charset="0"/>
                              </a:rPr>
                              <m:t>𝛾</m:t>
                            </m:r>
                          </m:e>
                        </m:acc>
                      </m:e>
                    </m:nary>
                  </m:oMath>
                </a14:m>
                <a:br>
                  <a:rPr lang="en-US" sz="3600" dirty="0"/>
                </a:br>
                <a:r>
                  <a:rPr lang="en-US" sz="3600" i="1" dirty="0">
                    <a:latin typeface="Cambria Math" panose="02040503050406030204" pitchFamily="18" charset="0"/>
                  </a:rPr>
                  <a:t> </a:t>
                </a:r>
                <a14:m>
                  <m:oMath xmlns:m="http://schemas.openxmlformats.org/officeDocument/2006/math">
                    <m:r>
                      <a:rPr lang="en-US" sz="3600">
                        <a:latin typeface="Cambria Math" panose="02040503050406030204" pitchFamily="18" charset="0"/>
                      </a:rPr>
                      <m:t>=</m:t>
                    </m:r>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i="1" dirty="0">
                                <a:latin typeface="Cambria Math" panose="02040503050406030204" pitchFamily="18" charset="0"/>
                              </a:rPr>
                            </m:ctrlPr>
                          </m:accPr>
                          <m:e>
                            <m:r>
                              <a:rPr lang="en-US" sz="3600" i="1" dirty="0">
                                <a:latin typeface="Cambria Math" panose="02040503050406030204" pitchFamily="18" charset="0"/>
                              </a:rPr>
                              <m:t>𝛾</m:t>
                            </m:r>
                          </m:e>
                        </m:acc>
                      </m:e>
                    </m:nary>
                    <m:r>
                      <a:rPr lang="en-US" sz="3600" i="1" dirty="0">
                        <a:latin typeface="Cambria Math" panose="02040503050406030204" pitchFamily="18" charset="0"/>
                      </a:rPr>
                      <m:t>−</m:t>
                    </m:r>
                    <m:nary>
                      <m:naryPr>
                        <m:supHide m:val="on"/>
                        <m:ctrlPr>
                          <a:rPr lang="en-US" sz="3600" i="1">
                            <a:latin typeface="Cambria Math" panose="02040503050406030204" pitchFamily="18" charset="0"/>
                          </a:rPr>
                        </m:ctrlPr>
                      </m:naryPr>
                      <m:sub>
                        <m:sSup>
                          <m:sSupPr>
                            <m:ctrlPr>
                              <a:rPr lang="en-US" sz="3600" i="1">
                                <a:latin typeface="Cambria Math" panose="02040503050406030204" pitchFamily="18" charset="0"/>
                              </a:rPr>
                            </m:ctrlPr>
                          </m:sSupPr>
                          <m:e>
                            <m:r>
                              <a:rPr lang="en-US" sz="3600" i="1">
                                <a:latin typeface="Cambria Math" panose="02040503050406030204" pitchFamily="18" charset="0"/>
                              </a:rPr>
                              <m:t>𝛾</m:t>
                            </m:r>
                          </m:e>
                          <m:sup>
                            <m:r>
                              <a:rPr lang="en-US" sz="3600" i="1">
                                <a:latin typeface="Cambria Math" panose="02040503050406030204" pitchFamily="18" charset="0"/>
                              </a:rPr>
                              <m:t>′</m:t>
                            </m:r>
                          </m:sup>
                        </m:sSup>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i="1" dirty="0">
                                <a:latin typeface="Cambria Math" panose="02040503050406030204" pitchFamily="18" charset="0"/>
                              </a:rPr>
                            </m:ctrlPr>
                          </m:accPr>
                          <m:e>
                            <m:r>
                              <a:rPr lang="en-US" sz="3600" i="1" dirty="0">
                                <a:latin typeface="Cambria Math" panose="02040503050406030204" pitchFamily="18" charset="0"/>
                              </a:rPr>
                              <m:t>𝛾</m:t>
                            </m:r>
                          </m:e>
                        </m:acc>
                      </m:e>
                    </m:nary>
                  </m:oMath>
                </a14:m>
                <a:br>
                  <a:rPr lang="en-US" sz="3600" dirty="0"/>
                </a:br>
                <a:r>
                  <a:rPr lang="en-US" sz="3600" b="0" dirty="0"/>
                  <a:t> </a:t>
                </a:r>
                <a14:m>
                  <m:oMath xmlns:m="http://schemas.openxmlformats.org/officeDocument/2006/math">
                    <m:r>
                      <a:rPr lang="en-US" sz="3600" b="0" i="1" dirty="0" smtClean="0">
                        <a:latin typeface="Cambria Math" panose="02040503050406030204" pitchFamily="18" charset="0"/>
                      </a:rPr>
                      <m:t>=</m:t>
                    </m:r>
                    <m:r>
                      <a:rPr lang="en-US" sz="3600" i="1">
                        <a:latin typeface="Cambria Math" panose="02040503050406030204" pitchFamily="18" charset="0"/>
                      </a:rPr>
                      <m:t>𝛿</m:t>
                    </m:r>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b="0" i="1" smtClean="0">
                            <a:latin typeface="Cambria Math" panose="02040503050406030204" pitchFamily="18" charset="0"/>
                          </a:rPr>
                          <m:t>⋅</m:t>
                        </m:r>
                        <m:r>
                          <a:rPr lang="en-US" sz="3600" i="1" dirty="0">
                            <a:latin typeface="Cambria Math" panose="02040503050406030204" pitchFamily="18" charset="0"/>
                          </a:rPr>
                          <m:t>𝑑</m:t>
                        </m:r>
                        <m:acc>
                          <m:accPr>
                            <m:chr m:val="⃗"/>
                            <m:ctrlPr>
                              <a:rPr lang="en-US" sz="3600" i="1" dirty="0">
                                <a:latin typeface="Cambria Math" panose="02040503050406030204" pitchFamily="18" charset="0"/>
                              </a:rPr>
                            </m:ctrlPr>
                          </m:accPr>
                          <m:e>
                            <m:r>
                              <a:rPr lang="en-US" sz="3600" i="1" dirty="0">
                                <a:latin typeface="Cambria Math" panose="02040503050406030204" pitchFamily="18" charset="0"/>
                              </a:rPr>
                              <m:t>𝛾</m:t>
                            </m:r>
                          </m:e>
                        </m:acc>
                      </m:e>
                    </m:nary>
                  </m:oMath>
                </a14:m>
                <a:endParaRPr lang="en-US" sz="3600" i="1" dirty="0">
                  <a:latin typeface="Cambria Math" panose="02040503050406030204" pitchFamily="18" charset="0"/>
                </a:endParaRPr>
              </a:p>
              <a:p>
                <a:r>
                  <a:rPr lang="en-US" sz="3600" b="0" dirty="0"/>
                  <a:t> </a:t>
                </a:r>
                <a14:m>
                  <m:oMath xmlns:m="http://schemas.openxmlformats.org/officeDocument/2006/math">
                    <m:r>
                      <a:rPr lang="en-US" sz="3600" b="0" i="1" dirty="0" smtClean="0">
                        <a:latin typeface="Cambria Math" panose="02040503050406030204" pitchFamily="18" charset="0"/>
                      </a:rPr>
                      <m:t>=</m:t>
                    </m:r>
                    <m:r>
                      <a:rPr lang="en-US" sz="3600" i="1">
                        <a:latin typeface="Cambria Math" panose="02040503050406030204" pitchFamily="18" charset="0"/>
                      </a:rPr>
                      <m:t>𝛿</m:t>
                    </m:r>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r>
                          <a:rPr lang="en-US" sz="3600" b="0" i="1" smtClean="0">
                            <a:latin typeface="Cambria Math" panose="02040503050406030204" pitchFamily="18" charset="0"/>
                          </a:rPr>
                          <m:t>𝐿</m:t>
                        </m:r>
                        <m:r>
                          <a:rPr lang="en-US" sz="3600" b="0" i="1" smtClean="0">
                            <a:latin typeface="Cambria Math" panose="02040503050406030204" pitchFamily="18" charset="0"/>
                          </a:rPr>
                          <m:t> </m:t>
                        </m:r>
                        <m:r>
                          <a:rPr lang="en-US" sz="3600" i="1">
                            <a:latin typeface="Cambria Math" panose="02040503050406030204" pitchFamily="18" charset="0"/>
                          </a:rPr>
                          <m:t>𝑑𝑡</m:t>
                        </m:r>
                      </m:e>
                    </m:nary>
                  </m:oMath>
                </a14:m>
                <a:br>
                  <a:rPr lang="en-US" sz="3600" i="1" dirty="0">
                    <a:latin typeface="Cambria Math" panose="02040503050406030204" pitchFamily="18" charset="0"/>
                  </a:rPr>
                </a:br>
                <a14:m>
                  <m:oMath xmlns:m="http://schemas.openxmlformats.org/officeDocument/2006/math">
                    <m:r>
                      <a:rPr lang="en-US" sz="3600" b="0" i="1" smtClean="0">
                        <a:latin typeface="Cambria Math" panose="02040503050406030204" pitchFamily="18" charset="0"/>
                      </a:rPr>
                      <m:t>=</m:t>
                    </m:r>
                    <m:r>
                      <a:rPr lang="en-US" sz="3600" b="0" i="1" smtClean="0">
                        <a:latin typeface="Cambria Math" panose="02040503050406030204" pitchFamily="18" charset="0"/>
                      </a:rPr>
                      <m:t>𝛿</m:t>
                    </m:r>
                    <m:r>
                      <a:rPr lang="en-US" sz="3600" b="0" i="1" smtClean="0">
                        <a:latin typeface="Cambria Math" panose="02040503050406030204" pitchFamily="18" charset="0"/>
                      </a:rPr>
                      <m:t>𝒜</m:t>
                    </m:r>
                    <m:r>
                      <a:rPr lang="en-US" sz="3600" b="0" i="1" smtClean="0">
                        <a:latin typeface="Cambria Math" panose="02040503050406030204" pitchFamily="18" charset="0"/>
                      </a:rPr>
                      <m:t>[</m:t>
                    </m:r>
                    <m:r>
                      <a:rPr lang="en-US" sz="3600" b="0" i="1" smtClean="0">
                        <a:latin typeface="Cambria Math" panose="02040503050406030204" pitchFamily="18" charset="0"/>
                      </a:rPr>
                      <m:t>𝛾</m:t>
                    </m:r>
                    <m:r>
                      <a:rPr lang="en-US" sz="3600" b="0" i="1" smtClean="0">
                        <a:latin typeface="Cambria Math" panose="02040503050406030204" pitchFamily="18" charset="0"/>
                      </a:rPr>
                      <m:t>]</m:t>
                    </m:r>
                  </m:oMath>
                </a14:m>
                <a:r>
                  <a:rPr lang="en-US" sz="3600" dirty="0"/>
                  <a:t> </a:t>
                </a:r>
              </a:p>
            </p:txBody>
          </p:sp>
        </mc:Choice>
        <mc:Fallback xmlns="">
          <p:sp>
            <p:nvSpPr>
              <p:cNvPr id="4" name="TextBox 3">
                <a:extLst>
                  <a:ext uri="{FF2B5EF4-FFF2-40B4-BE49-F238E27FC236}">
                    <a16:creationId xmlns:a16="http://schemas.microsoft.com/office/drawing/2014/main" id="{C23732B5-8FD0-88D3-08DA-0825C812F795}"/>
                  </a:ext>
                </a:extLst>
              </p:cNvPr>
              <p:cNvSpPr txBox="1">
                <a:spLocks noRot="1" noChangeAspect="1" noMove="1" noResize="1" noEditPoints="1" noAdjustHandles="1" noChangeArrowheads="1" noChangeShapeType="1" noTextEdit="1"/>
              </p:cNvSpPr>
              <p:nvPr/>
            </p:nvSpPr>
            <p:spPr>
              <a:xfrm>
                <a:off x="76200" y="1296323"/>
                <a:ext cx="4658135" cy="5066067"/>
              </a:xfrm>
              <a:prstGeom prst="rect">
                <a:avLst/>
              </a:prstGeom>
              <a:blipFill>
                <a:blip r:embed="rId2"/>
                <a:stretch>
                  <a:fillRect/>
                </a:stretch>
              </a:blipFill>
            </p:spPr>
            <p:txBody>
              <a:bodyPr/>
              <a:lstStyle/>
              <a:p>
                <a:r>
                  <a:rPr lang="en-US">
                    <a:noFill/>
                  </a:rPr>
                  <a:t> </a:t>
                </a:r>
              </a:p>
            </p:txBody>
          </p:sp>
        </mc:Fallback>
      </mc:AlternateContent>
      <p:grpSp>
        <p:nvGrpSpPr>
          <p:cNvPr id="236" name="Group 235">
            <a:extLst>
              <a:ext uri="{FF2B5EF4-FFF2-40B4-BE49-F238E27FC236}">
                <a16:creationId xmlns:a16="http://schemas.microsoft.com/office/drawing/2014/main" id="{FEE67ACE-0B49-88D0-85D1-01EB7BFB6AC8}"/>
              </a:ext>
            </a:extLst>
          </p:cNvPr>
          <p:cNvGrpSpPr/>
          <p:nvPr/>
        </p:nvGrpSpPr>
        <p:grpSpPr>
          <a:xfrm>
            <a:off x="4785064" y="564596"/>
            <a:ext cx="6829713" cy="3572398"/>
            <a:chOff x="4785064" y="564596"/>
            <a:chExt cx="6829713" cy="3572398"/>
          </a:xfrm>
        </p:grpSpPr>
        <p:sp>
          <p:nvSpPr>
            <p:cNvPr id="144" name="Freeform: Shape 143">
              <a:extLst>
                <a:ext uri="{FF2B5EF4-FFF2-40B4-BE49-F238E27FC236}">
                  <a16:creationId xmlns:a16="http://schemas.microsoft.com/office/drawing/2014/main" id="{00E05622-5D46-2307-2083-2054D970E925}"/>
                </a:ext>
              </a:extLst>
            </p:cNvPr>
            <p:cNvSpPr/>
            <p:nvPr/>
          </p:nvSpPr>
          <p:spPr>
            <a:xfrm>
              <a:off x="5047617" y="1919951"/>
              <a:ext cx="6423103" cy="503490"/>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Lst>
              <a:ahLst/>
              <a:cxnLst>
                <a:cxn ang="0">
                  <a:pos x="connsiteX0" y="connsiteY0"/>
                </a:cxn>
                <a:cxn ang="0">
                  <a:pos x="connsiteX1" y="connsiteY1"/>
                </a:cxn>
                <a:cxn ang="0">
                  <a:pos x="connsiteX2" y="connsiteY2"/>
                </a:cxn>
                <a:cxn ang="0">
                  <a:pos x="connsiteX3" y="connsiteY3"/>
                </a:cxn>
              </a:cxnLst>
              <a:rect l="l" t="t" r="r" b="b"/>
              <a:pathLst>
                <a:path w="7361335" h="488561">
                  <a:moveTo>
                    <a:pt x="0" y="416091"/>
                  </a:moveTo>
                  <a:cubicBezTo>
                    <a:pt x="585495" y="19540"/>
                    <a:pt x="1220237" y="-8840"/>
                    <a:pt x="2052346" y="1657"/>
                  </a:cubicBezTo>
                  <a:cubicBezTo>
                    <a:pt x="2884455" y="12154"/>
                    <a:pt x="3859115" y="394320"/>
                    <a:pt x="4992655" y="479073"/>
                  </a:cubicBezTo>
                  <a:cubicBezTo>
                    <a:pt x="6126195" y="563826"/>
                    <a:pt x="6712858" y="51162"/>
                    <a:pt x="7361335" y="11647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reeform: Shape 148">
              <a:extLst>
                <a:ext uri="{FF2B5EF4-FFF2-40B4-BE49-F238E27FC236}">
                  <a16:creationId xmlns:a16="http://schemas.microsoft.com/office/drawing/2014/main" id="{EE4083A6-2F5D-10C0-CFBC-D29EFF631995}"/>
                </a:ext>
              </a:extLst>
            </p:cNvPr>
            <p:cNvSpPr/>
            <p:nvPr/>
          </p:nvSpPr>
          <p:spPr>
            <a:xfrm>
              <a:off x="5180592" y="2121961"/>
              <a:ext cx="6323371" cy="525714"/>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417442 h 521158"/>
                <a:gd name="connsiteX1" fmla="*/ 2052346 w 7361335"/>
                <a:gd name="connsiteY1" fmla="*/ 3008 h 521158"/>
                <a:gd name="connsiteX2" fmla="*/ 4637055 w 7361335"/>
                <a:gd name="connsiteY2" fmla="*/ 512174 h 521158"/>
                <a:gd name="connsiteX3" fmla="*/ 7361335 w 7361335"/>
                <a:gd name="connsiteY3" fmla="*/ 117827 h 521158"/>
                <a:gd name="connsiteX0" fmla="*/ 0 w 7247035"/>
                <a:gd name="connsiteY0" fmla="*/ 417442 h 512500"/>
                <a:gd name="connsiteX1" fmla="*/ 2052346 w 7247035"/>
                <a:gd name="connsiteY1" fmla="*/ 3008 h 512500"/>
                <a:gd name="connsiteX2" fmla="*/ 4637055 w 7247035"/>
                <a:gd name="connsiteY2" fmla="*/ 512174 h 512500"/>
                <a:gd name="connsiteX3" fmla="*/ 7247035 w 7247035"/>
                <a:gd name="connsiteY3" fmla="*/ 92427 h 512500"/>
                <a:gd name="connsiteX0" fmla="*/ 0 w 7247035"/>
                <a:gd name="connsiteY0" fmla="*/ 459518 h 510126"/>
                <a:gd name="connsiteX1" fmla="*/ 2052346 w 7247035"/>
                <a:gd name="connsiteY1" fmla="*/ 634 h 510126"/>
                <a:gd name="connsiteX2" fmla="*/ 4637055 w 7247035"/>
                <a:gd name="connsiteY2" fmla="*/ 509800 h 510126"/>
                <a:gd name="connsiteX3" fmla="*/ 7247035 w 7247035"/>
                <a:gd name="connsiteY3" fmla="*/ 90053 h 510126"/>
              </a:gdLst>
              <a:ahLst/>
              <a:cxnLst>
                <a:cxn ang="0">
                  <a:pos x="connsiteX0" y="connsiteY0"/>
                </a:cxn>
                <a:cxn ang="0">
                  <a:pos x="connsiteX1" y="connsiteY1"/>
                </a:cxn>
                <a:cxn ang="0">
                  <a:pos x="connsiteX2" y="connsiteY2"/>
                </a:cxn>
                <a:cxn ang="0">
                  <a:pos x="connsiteX3" y="connsiteY3"/>
                </a:cxn>
              </a:cxnLst>
              <a:rect l="l" t="t" r="r" b="b"/>
              <a:pathLst>
                <a:path w="7247035" h="510126">
                  <a:moveTo>
                    <a:pt x="0" y="459518"/>
                  </a:moveTo>
                  <a:cubicBezTo>
                    <a:pt x="585495" y="62967"/>
                    <a:pt x="1279504" y="-7746"/>
                    <a:pt x="2052346" y="634"/>
                  </a:cubicBezTo>
                  <a:cubicBezTo>
                    <a:pt x="2825188" y="9014"/>
                    <a:pt x="3771274" y="494897"/>
                    <a:pt x="4637055" y="509800"/>
                  </a:cubicBezTo>
                  <a:cubicBezTo>
                    <a:pt x="5502836" y="524703"/>
                    <a:pt x="6598558" y="24739"/>
                    <a:pt x="7247035" y="90053"/>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reeform: Shape 149">
              <a:extLst>
                <a:ext uri="{FF2B5EF4-FFF2-40B4-BE49-F238E27FC236}">
                  <a16:creationId xmlns:a16="http://schemas.microsoft.com/office/drawing/2014/main" id="{6797D571-9C3F-C752-CE85-956D29C7C618}"/>
                </a:ext>
              </a:extLst>
            </p:cNvPr>
            <p:cNvSpPr/>
            <p:nvPr/>
          </p:nvSpPr>
          <p:spPr>
            <a:xfrm>
              <a:off x="5269243" y="1668876"/>
              <a:ext cx="6323371" cy="477716"/>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351037 h 414114"/>
                <a:gd name="connsiteX1" fmla="*/ 2071396 w 7361335"/>
                <a:gd name="connsiteY1" fmla="*/ 6453 h 414114"/>
                <a:gd name="connsiteX2" fmla="*/ 4992655 w 7361335"/>
                <a:gd name="connsiteY2" fmla="*/ 414019 h 414114"/>
                <a:gd name="connsiteX3" fmla="*/ 7361335 w 7361335"/>
                <a:gd name="connsiteY3" fmla="*/ 51422 h 414114"/>
                <a:gd name="connsiteX0" fmla="*/ 0 w 7361335"/>
                <a:gd name="connsiteY0" fmla="*/ 298252 h 437529"/>
                <a:gd name="connsiteX1" fmla="*/ 2071396 w 7361335"/>
                <a:gd name="connsiteY1" fmla="*/ 29868 h 437529"/>
                <a:gd name="connsiteX2" fmla="*/ 4992655 w 7361335"/>
                <a:gd name="connsiteY2" fmla="*/ 437434 h 437529"/>
                <a:gd name="connsiteX3" fmla="*/ 7361335 w 7361335"/>
                <a:gd name="connsiteY3" fmla="*/ 74837 h 437529"/>
                <a:gd name="connsiteX0" fmla="*/ 0 w 7361335"/>
                <a:gd name="connsiteY0" fmla="*/ 275880 h 415157"/>
                <a:gd name="connsiteX1" fmla="*/ 2071396 w 7361335"/>
                <a:gd name="connsiteY1" fmla="*/ 7496 h 415157"/>
                <a:gd name="connsiteX2" fmla="*/ 4992655 w 7361335"/>
                <a:gd name="connsiteY2" fmla="*/ 415062 h 415157"/>
                <a:gd name="connsiteX3" fmla="*/ 7361335 w 7361335"/>
                <a:gd name="connsiteY3" fmla="*/ 52465 h 415157"/>
                <a:gd name="connsiteX0" fmla="*/ 0 w 7361335"/>
                <a:gd name="connsiteY0" fmla="*/ 278721 h 462439"/>
                <a:gd name="connsiteX1" fmla="*/ 2071396 w 7361335"/>
                <a:gd name="connsiteY1" fmla="*/ 10337 h 462439"/>
                <a:gd name="connsiteX2" fmla="*/ 4973605 w 7361335"/>
                <a:gd name="connsiteY2" fmla="*/ 462353 h 462439"/>
                <a:gd name="connsiteX3" fmla="*/ 7361335 w 7361335"/>
                <a:gd name="connsiteY3" fmla="*/ 55306 h 462439"/>
                <a:gd name="connsiteX0" fmla="*/ 0 w 7247035"/>
                <a:gd name="connsiteY0" fmla="*/ 278721 h 463552"/>
                <a:gd name="connsiteX1" fmla="*/ 2071396 w 7247035"/>
                <a:gd name="connsiteY1" fmla="*/ 10337 h 463552"/>
                <a:gd name="connsiteX2" fmla="*/ 4973605 w 7247035"/>
                <a:gd name="connsiteY2" fmla="*/ 462353 h 463552"/>
                <a:gd name="connsiteX3" fmla="*/ 7247035 w 7247035"/>
                <a:gd name="connsiteY3" fmla="*/ 163256 h 463552"/>
              </a:gdLst>
              <a:ahLst/>
              <a:cxnLst>
                <a:cxn ang="0">
                  <a:pos x="connsiteX0" y="connsiteY0"/>
                </a:cxn>
                <a:cxn ang="0">
                  <a:pos x="connsiteX1" y="connsiteY1"/>
                </a:cxn>
                <a:cxn ang="0">
                  <a:pos x="connsiteX2" y="connsiteY2"/>
                </a:cxn>
                <a:cxn ang="0">
                  <a:pos x="connsiteX3" y="connsiteY3"/>
                </a:cxn>
              </a:cxnLst>
              <a:rect l="l" t="t" r="r" b="b"/>
              <a:pathLst>
                <a:path w="7247035" h="463552">
                  <a:moveTo>
                    <a:pt x="0" y="278721"/>
                  </a:moveTo>
                  <a:cubicBezTo>
                    <a:pt x="661695" y="2820"/>
                    <a:pt x="1242462" y="-20268"/>
                    <a:pt x="2071396" y="10337"/>
                  </a:cubicBezTo>
                  <a:cubicBezTo>
                    <a:pt x="2900330" y="40942"/>
                    <a:pt x="4110999" y="436867"/>
                    <a:pt x="4973605" y="462353"/>
                  </a:cubicBezTo>
                  <a:cubicBezTo>
                    <a:pt x="5836211" y="487839"/>
                    <a:pt x="6598558" y="97942"/>
                    <a:pt x="7247035" y="16325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Freeform: Shape 150">
              <a:extLst>
                <a:ext uri="{FF2B5EF4-FFF2-40B4-BE49-F238E27FC236}">
                  <a16:creationId xmlns:a16="http://schemas.microsoft.com/office/drawing/2014/main" id="{AF789C2D-6098-E5D8-B122-150D2032F386}"/>
                </a:ext>
              </a:extLst>
            </p:cNvPr>
            <p:cNvSpPr/>
            <p:nvPr/>
          </p:nvSpPr>
          <p:spPr>
            <a:xfrm>
              <a:off x="5091941" y="2400396"/>
              <a:ext cx="6445266" cy="492679"/>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86735"/>
                <a:gd name="connsiteY0" fmla="*/ 503369 h 503369"/>
                <a:gd name="connsiteX1" fmla="*/ 2077746 w 7386735"/>
                <a:gd name="connsiteY1" fmla="*/ 35 h 503369"/>
                <a:gd name="connsiteX2" fmla="*/ 5018055 w 7386735"/>
                <a:gd name="connsiteY2" fmla="*/ 477451 h 503369"/>
                <a:gd name="connsiteX3" fmla="*/ 7386735 w 7386735"/>
                <a:gd name="connsiteY3" fmla="*/ 114854 h 503369"/>
                <a:gd name="connsiteX0" fmla="*/ 0 w 7386735"/>
                <a:gd name="connsiteY0" fmla="*/ 477966 h 477966"/>
                <a:gd name="connsiteX1" fmla="*/ 2084096 w 7386735"/>
                <a:gd name="connsiteY1" fmla="*/ 32 h 477966"/>
                <a:gd name="connsiteX2" fmla="*/ 5018055 w 7386735"/>
                <a:gd name="connsiteY2" fmla="*/ 452048 h 477966"/>
                <a:gd name="connsiteX3" fmla="*/ 7386735 w 7386735"/>
                <a:gd name="connsiteY3" fmla="*/ 89451 h 477966"/>
                <a:gd name="connsiteX0" fmla="*/ 0 w 7386735"/>
                <a:gd name="connsiteY0" fmla="*/ 478098 h 478098"/>
                <a:gd name="connsiteX1" fmla="*/ 2084096 w 7386735"/>
                <a:gd name="connsiteY1" fmla="*/ 164 h 478098"/>
                <a:gd name="connsiteX2" fmla="*/ 5024405 w 7386735"/>
                <a:gd name="connsiteY2" fmla="*/ 420430 h 478098"/>
                <a:gd name="connsiteX3" fmla="*/ 7386735 w 7386735"/>
                <a:gd name="connsiteY3" fmla="*/ 89583 h 478098"/>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Lst>
              <a:ahLst/>
              <a:cxnLst>
                <a:cxn ang="0">
                  <a:pos x="connsiteX0" y="connsiteY0"/>
                </a:cxn>
                <a:cxn ang="0">
                  <a:pos x="connsiteX1" y="connsiteY1"/>
                </a:cxn>
                <a:cxn ang="0">
                  <a:pos x="connsiteX2" y="connsiteY2"/>
                </a:cxn>
                <a:cxn ang="0">
                  <a:pos x="connsiteX3" y="connsiteY3"/>
                </a:cxn>
              </a:cxnLst>
              <a:rect l="l" t="t" r="r" b="b"/>
              <a:pathLst>
                <a:path w="7386735" h="478070">
                  <a:moveTo>
                    <a:pt x="0" y="478070"/>
                  </a:moveTo>
                  <a:cubicBezTo>
                    <a:pt x="585495" y="81519"/>
                    <a:pt x="1246695" y="9747"/>
                    <a:pt x="2084096" y="136"/>
                  </a:cubicBezTo>
                  <a:cubicBezTo>
                    <a:pt x="2921497" y="-9475"/>
                    <a:pt x="4140632" y="494399"/>
                    <a:pt x="5024405" y="420402"/>
                  </a:cubicBezTo>
                  <a:cubicBezTo>
                    <a:pt x="5908178" y="346405"/>
                    <a:pt x="6706508" y="106791"/>
                    <a:pt x="7386735" y="89555"/>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Freeform: Shape 151">
              <a:extLst>
                <a:ext uri="{FF2B5EF4-FFF2-40B4-BE49-F238E27FC236}">
                  <a16:creationId xmlns:a16="http://schemas.microsoft.com/office/drawing/2014/main" id="{6D7A2177-56AF-4BA7-7DEB-49982CAAF511}"/>
                </a:ext>
              </a:extLst>
            </p:cNvPr>
            <p:cNvSpPr/>
            <p:nvPr/>
          </p:nvSpPr>
          <p:spPr>
            <a:xfrm>
              <a:off x="4997750" y="1388960"/>
              <a:ext cx="6617027" cy="541631"/>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615335"/>
                <a:gd name="connsiteY0" fmla="*/ 416091 h 486221"/>
                <a:gd name="connsiteX1" fmla="*/ 2052346 w 7615335"/>
                <a:gd name="connsiteY1" fmla="*/ 1657 h 486221"/>
                <a:gd name="connsiteX2" fmla="*/ 4992655 w 7615335"/>
                <a:gd name="connsiteY2" fmla="*/ 479073 h 486221"/>
                <a:gd name="connsiteX3" fmla="*/ 7615335 w 7615335"/>
                <a:gd name="connsiteY3" fmla="*/ 326026 h 486221"/>
                <a:gd name="connsiteX0" fmla="*/ 0 w 7615335"/>
                <a:gd name="connsiteY0" fmla="*/ 417734 h 525170"/>
                <a:gd name="connsiteX1" fmla="*/ 2052346 w 7615335"/>
                <a:gd name="connsiteY1" fmla="*/ 3300 h 525170"/>
                <a:gd name="connsiteX2" fmla="*/ 5100605 w 7615335"/>
                <a:gd name="connsiteY2" fmla="*/ 518816 h 525170"/>
                <a:gd name="connsiteX3" fmla="*/ 7615335 w 7615335"/>
                <a:gd name="connsiteY3" fmla="*/ 327669 h 525170"/>
                <a:gd name="connsiteX0" fmla="*/ 0 w 7583585"/>
                <a:gd name="connsiteY0" fmla="*/ 368528 h 533114"/>
                <a:gd name="connsiteX1" fmla="*/ 2020596 w 7583585"/>
                <a:gd name="connsiteY1" fmla="*/ 11244 h 533114"/>
                <a:gd name="connsiteX2" fmla="*/ 5068855 w 7583585"/>
                <a:gd name="connsiteY2" fmla="*/ 526760 h 533114"/>
                <a:gd name="connsiteX3" fmla="*/ 7583585 w 7583585"/>
                <a:gd name="connsiteY3" fmla="*/ 335613 h 533114"/>
                <a:gd name="connsiteX0" fmla="*/ 0 w 7583585"/>
                <a:gd name="connsiteY0" fmla="*/ 361689 h 526275"/>
                <a:gd name="connsiteX1" fmla="*/ 2020596 w 7583585"/>
                <a:gd name="connsiteY1" fmla="*/ 4405 h 526275"/>
                <a:gd name="connsiteX2" fmla="*/ 5068855 w 7583585"/>
                <a:gd name="connsiteY2" fmla="*/ 519921 h 526275"/>
                <a:gd name="connsiteX3" fmla="*/ 7583585 w 7583585"/>
                <a:gd name="connsiteY3" fmla="*/ 328774 h 526275"/>
                <a:gd name="connsiteX0" fmla="*/ 0 w 7583585"/>
                <a:gd name="connsiteY0" fmla="*/ 360985 h 525571"/>
                <a:gd name="connsiteX1" fmla="*/ 2020596 w 7583585"/>
                <a:gd name="connsiteY1" fmla="*/ 3701 h 525571"/>
                <a:gd name="connsiteX2" fmla="*/ 5068855 w 7583585"/>
                <a:gd name="connsiteY2" fmla="*/ 519217 h 525571"/>
                <a:gd name="connsiteX3" fmla="*/ 7583585 w 7583585"/>
                <a:gd name="connsiteY3" fmla="*/ 328070 h 525571"/>
              </a:gdLst>
              <a:ahLst/>
              <a:cxnLst>
                <a:cxn ang="0">
                  <a:pos x="connsiteX0" y="connsiteY0"/>
                </a:cxn>
                <a:cxn ang="0">
                  <a:pos x="connsiteX1" y="connsiteY1"/>
                </a:cxn>
                <a:cxn ang="0">
                  <a:pos x="connsiteX2" y="connsiteY2"/>
                </a:cxn>
                <a:cxn ang="0">
                  <a:pos x="connsiteX3" y="connsiteY3"/>
                </a:cxn>
              </a:cxnLst>
              <a:rect l="l" t="t" r="r" b="b"/>
              <a:pathLst>
                <a:path w="7583585" h="525571">
                  <a:moveTo>
                    <a:pt x="0" y="360985"/>
                  </a:moveTo>
                  <a:cubicBezTo>
                    <a:pt x="623595" y="91434"/>
                    <a:pt x="1175787" y="-22671"/>
                    <a:pt x="2020596" y="3701"/>
                  </a:cubicBezTo>
                  <a:cubicBezTo>
                    <a:pt x="2865405" y="30073"/>
                    <a:pt x="4141690" y="465156"/>
                    <a:pt x="5068855" y="519217"/>
                  </a:cubicBezTo>
                  <a:cubicBezTo>
                    <a:pt x="5996020" y="573279"/>
                    <a:pt x="6935108" y="262756"/>
                    <a:pt x="7583585" y="328070"/>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Arrow Connector 152">
              <a:extLst>
                <a:ext uri="{FF2B5EF4-FFF2-40B4-BE49-F238E27FC236}">
                  <a16:creationId xmlns:a16="http://schemas.microsoft.com/office/drawing/2014/main" id="{70B26069-7F08-86E8-9CDA-4E9C223A92A0}"/>
                </a:ext>
              </a:extLst>
            </p:cNvPr>
            <p:cNvCxnSpPr>
              <a:cxnSpLocks/>
            </p:cNvCxnSpPr>
            <p:nvPr/>
          </p:nvCxnSpPr>
          <p:spPr>
            <a:xfrm flipV="1">
              <a:off x="6356854" y="1373749"/>
              <a:ext cx="278142" cy="2157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A4BD40B8-0941-9C46-CD3E-9BFE4B465F17}"/>
                </a:ext>
              </a:extLst>
            </p:cNvPr>
            <p:cNvCxnSpPr>
              <a:cxnSpLocks/>
            </p:cNvCxnSpPr>
            <p:nvPr/>
          </p:nvCxnSpPr>
          <p:spPr>
            <a:xfrm>
              <a:off x="7332363" y="1705053"/>
              <a:ext cx="228276" cy="2617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E6711B1B-6D17-0906-E698-580CD0B45428}"/>
                </a:ext>
              </a:extLst>
            </p:cNvPr>
            <p:cNvCxnSpPr>
              <a:cxnSpLocks/>
            </p:cNvCxnSpPr>
            <p:nvPr/>
          </p:nvCxnSpPr>
          <p:spPr>
            <a:xfrm>
              <a:off x="7917231" y="2113115"/>
              <a:ext cx="255096" cy="685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18ABBD55-3FC4-4C6E-FFF4-37E156700DC3}"/>
                </a:ext>
              </a:extLst>
            </p:cNvPr>
            <p:cNvCxnSpPr>
              <a:cxnSpLocks/>
            </p:cNvCxnSpPr>
            <p:nvPr/>
          </p:nvCxnSpPr>
          <p:spPr>
            <a:xfrm>
              <a:off x="8344494" y="2470662"/>
              <a:ext cx="253357" cy="7988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53F70385-324F-2F9E-8D8A-CCEBB714A073}"/>
                </a:ext>
              </a:extLst>
            </p:cNvPr>
            <p:cNvCxnSpPr>
              <a:cxnSpLocks/>
            </p:cNvCxnSpPr>
            <p:nvPr/>
          </p:nvCxnSpPr>
          <p:spPr>
            <a:xfrm>
              <a:off x="8829450" y="2789015"/>
              <a:ext cx="222734" cy="5003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E66180B3-4027-F80B-50BA-DEA0EE5BF82D}"/>
                </a:ext>
              </a:extLst>
            </p:cNvPr>
            <p:cNvCxnSpPr>
              <a:cxnSpLocks/>
            </p:cNvCxnSpPr>
            <p:nvPr/>
          </p:nvCxnSpPr>
          <p:spPr>
            <a:xfrm>
              <a:off x="5494726" y="564596"/>
              <a:ext cx="0" cy="357239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8EEDC1FD-B8CB-C167-06F9-AF4BACAC77CD}"/>
                </a:ext>
              </a:extLst>
            </p:cNvPr>
            <p:cNvCxnSpPr/>
            <p:nvPr/>
          </p:nvCxnSpPr>
          <p:spPr>
            <a:xfrm flipH="1">
              <a:off x="4867839" y="1088808"/>
              <a:ext cx="2556395" cy="301933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053B4EA-58F2-294C-C06B-B9E39C9C6BF0}"/>
                </a:ext>
              </a:extLst>
            </p:cNvPr>
            <p:cNvCxnSpPr>
              <a:cxnSpLocks/>
            </p:cNvCxnSpPr>
            <p:nvPr/>
          </p:nvCxnSpPr>
          <p:spPr>
            <a:xfrm>
              <a:off x="4785064" y="3367735"/>
              <a:ext cx="678313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EB4229FE-FC39-BCFC-706A-B31A343D83A2}"/>
                    </a:ext>
                  </a:extLst>
                </p:cNvPr>
                <p:cNvSpPr txBox="1"/>
                <p:nvPr/>
              </p:nvSpPr>
              <p:spPr>
                <a:xfrm>
                  <a:off x="7085664" y="809200"/>
                  <a:ext cx="322482"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𝑞</m:t>
                        </m:r>
                      </m:oMath>
                    </m:oMathPara>
                  </a14:m>
                  <a:endParaRPr lang="en-US" dirty="0"/>
                </a:p>
              </p:txBody>
            </p:sp>
          </mc:Choice>
          <mc:Fallback xmlns="">
            <p:sp>
              <p:nvSpPr>
                <p:cNvPr id="197" name="TextBox 196">
                  <a:extLst>
                    <a:ext uri="{FF2B5EF4-FFF2-40B4-BE49-F238E27FC236}">
                      <a16:creationId xmlns:a16="http://schemas.microsoft.com/office/drawing/2014/main" id="{EB4229FE-FC39-BCFC-706A-B31A343D83A2}"/>
                    </a:ext>
                  </a:extLst>
                </p:cNvPr>
                <p:cNvSpPr txBox="1">
                  <a:spLocks noRot="1" noChangeAspect="1" noMove="1" noResize="1" noEditPoints="1" noAdjustHandles="1" noChangeArrowheads="1" noChangeShapeType="1" noTextEdit="1"/>
                </p:cNvSpPr>
                <p:nvPr/>
              </p:nvSpPr>
              <p:spPr>
                <a:xfrm>
                  <a:off x="7085664" y="809200"/>
                  <a:ext cx="322482" cy="38061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F88C7F2B-C2C2-61F0-38E8-088ADCA9D6E7}"/>
                    </a:ext>
                  </a:extLst>
                </p:cNvPr>
                <p:cNvSpPr txBox="1"/>
                <p:nvPr/>
              </p:nvSpPr>
              <p:spPr>
                <a:xfrm>
                  <a:off x="5141932" y="564596"/>
                  <a:ext cx="321643"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98" name="TextBox 197">
                  <a:extLst>
                    <a:ext uri="{FF2B5EF4-FFF2-40B4-BE49-F238E27FC236}">
                      <a16:creationId xmlns:a16="http://schemas.microsoft.com/office/drawing/2014/main" id="{F88C7F2B-C2C2-61F0-38E8-088ADCA9D6E7}"/>
                    </a:ext>
                  </a:extLst>
                </p:cNvPr>
                <p:cNvSpPr txBox="1">
                  <a:spLocks noRot="1" noChangeAspect="1" noMove="1" noResize="1" noEditPoints="1" noAdjustHandles="1" noChangeArrowheads="1" noChangeShapeType="1" noTextEdit="1"/>
                </p:cNvSpPr>
                <p:nvPr/>
              </p:nvSpPr>
              <p:spPr>
                <a:xfrm>
                  <a:off x="5141932" y="564596"/>
                  <a:ext cx="321643" cy="38061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05D76E99-3BC7-EE37-5206-95B5D8685A7C}"/>
                    </a:ext>
                  </a:extLst>
                </p:cNvPr>
                <p:cNvSpPr txBox="1"/>
                <p:nvPr/>
              </p:nvSpPr>
              <p:spPr>
                <a:xfrm>
                  <a:off x="11313376" y="3406504"/>
                  <a:ext cx="291936"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oMath>
                    </m:oMathPara>
                  </a14:m>
                  <a:endParaRPr lang="en-US" dirty="0"/>
                </a:p>
              </p:txBody>
            </p:sp>
          </mc:Choice>
          <mc:Fallback xmlns="">
            <p:sp>
              <p:nvSpPr>
                <p:cNvPr id="199" name="TextBox 198">
                  <a:extLst>
                    <a:ext uri="{FF2B5EF4-FFF2-40B4-BE49-F238E27FC236}">
                      <a16:creationId xmlns:a16="http://schemas.microsoft.com/office/drawing/2014/main" id="{05D76E99-3BC7-EE37-5206-95B5D8685A7C}"/>
                    </a:ext>
                  </a:extLst>
                </p:cNvPr>
                <p:cNvSpPr txBox="1">
                  <a:spLocks noRot="1" noChangeAspect="1" noMove="1" noResize="1" noEditPoints="1" noAdjustHandles="1" noChangeArrowheads="1" noChangeShapeType="1" noTextEdit="1"/>
                </p:cNvSpPr>
                <p:nvPr/>
              </p:nvSpPr>
              <p:spPr>
                <a:xfrm>
                  <a:off x="11313376" y="3406504"/>
                  <a:ext cx="291936" cy="38061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0" name="TextBox 199">
                  <a:extLst>
                    <a:ext uri="{FF2B5EF4-FFF2-40B4-BE49-F238E27FC236}">
                      <a16:creationId xmlns:a16="http://schemas.microsoft.com/office/drawing/2014/main" id="{1AD5AD46-0E66-5068-8BD5-E76226AB98A8}"/>
                    </a:ext>
                  </a:extLst>
                </p:cNvPr>
                <p:cNvSpPr txBox="1"/>
                <p:nvPr/>
              </p:nvSpPr>
              <p:spPr>
                <a:xfrm>
                  <a:off x="9441180" y="1356367"/>
                  <a:ext cx="513095" cy="581865"/>
                </a:xfrm>
                <a:prstGeom prst="rect">
                  <a:avLst/>
                </a:prstGeom>
                <a:noFill/>
              </p:spPr>
              <p:txBody>
                <a:bodyPr wrap="none" rtlCol="0">
                  <a:spAutoFit/>
                </a:bodyPr>
                <a:lstStyle/>
                <a:p>
                  <a:pPr/>
                  <a14:m>
                    <m:oMathPara xmlns:m="http://schemas.openxmlformats.org/officeDocument/2006/math">
                      <m:oMath>
                        <m:acc>
                          <m:accPr>
                            <m:chr m:val="⃗"/>
                            <m:ctrlPr>
                              <a:rPr lang="en-US" b="0" i="1" smtClean="0">
                                <a:solidFill>
                                  <a:schemeClr val="accent5"/>
                                </a:solidFill>
                                <a:latin typeface="Cambria Math" panose="02040503050406030204" pitchFamily="18" charset="0"/>
                              </a:rPr>
                            </m:ctrlPr>
                          </m:accPr>
                          <m:e>
                            <m:r>
                              <a:rPr lang="en-US" b="0" i="1" smtClean="0">
                                <a:solidFill>
                                  <a:schemeClr val="accent5"/>
                                </a:solidFill>
                                <a:latin typeface="Cambria Math" panose="02040503050406030204" pitchFamily="18" charset="0"/>
                              </a:rPr>
                              <m:t>𝑆</m:t>
                            </m:r>
                          </m:e>
                        </m:acc>
                        <m:r>
                          <a:rPr lang="en-US" b="0" i="1" smtClean="0">
                            <a:solidFill>
                              <a:schemeClr val="accent5"/>
                            </a:solidFill>
                            <a:latin typeface="Cambria Math" panose="02040503050406030204" pitchFamily="18" charset="0"/>
                          </a:rPr>
                          <m:t> </m:t>
                        </m:r>
                      </m:oMath>
                    </m:oMathPara>
                  </a14:m>
                  <a:endParaRPr lang="en-US" dirty="0">
                    <a:solidFill>
                      <a:schemeClr val="accent5"/>
                    </a:solidFill>
                  </a:endParaRPr>
                </a:p>
              </p:txBody>
            </p:sp>
          </mc:Choice>
          <mc:Fallback xmlns="">
            <p:sp>
              <p:nvSpPr>
                <p:cNvPr id="200" name="TextBox 199">
                  <a:extLst>
                    <a:ext uri="{FF2B5EF4-FFF2-40B4-BE49-F238E27FC236}">
                      <a16:creationId xmlns:a16="http://schemas.microsoft.com/office/drawing/2014/main" id="{1AD5AD46-0E66-5068-8BD5-E76226AB98A8}"/>
                    </a:ext>
                  </a:extLst>
                </p:cNvPr>
                <p:cNvSpPr txBox="1">
                  <a:spLocks noRot="1" noChangeAspect="1" noMove="1" noResize="1" noEditPoints="1" noAdjustHandles="1" noChangeArrowheads="1" noChangeShapeType="1" noTextEdit="1"/>
                </p:cNvSpPr>
                <p:nvPr/>
              </p:nvSpPr>
              <p:spPr>
                <a:xfrm>
                  <a:off x="9441180" y="1356367"/>
                  <a:ext cx="513095" cy="581865"/>
                </a:xfrm>
                <a:prstGeom prst="rect">
                  <a:avLst/>
                </a:prstGeom>
                <a:blipFill>
                  <a:blip r:embed="rId6"/>
                  <a:stretch>
                    <a:fillRect t="-18947" r="-30952"/>
                  </a:stretch>
                </a:blipFill>
              </p:spPr>
              <p:txBody>
                <a:bodyPr/>
                <a:lstStyle/>
                <a:p>
                  <a:r>
                    <a:rPr lang="en-US">
                      <a:noFill/>
                    </a:rPr>
                    <a:t> </a:t>
                  </a:r>
                </a:p>
              </p:txBody>
            </p:sp>
          </mc:Fallback>
        </mc:AlternateContent>
        <p:cxnSp>
          <p:nvCxnSpPr>
            <p:cNvPr id="201" name="Straight Arrow Connector 200">
              <a:extLst>
                <a:ext uri="{FF2B5EF4-FFF2-40B4-BE49-F238E27FC236}">
                  <a16:creationId xmlns:a16="http://schemas.microsoft.com/office/drawing/2014/main" id="{66527EEA-ECAB-B150-9B65-2E03A32E2816}"/>
                </a:ext>
              </a:extLst>
            </p:cNvPr>
            <p:cNvCxnSpPr>
              <a:cxnSpLocks/>
            </p:cNvCxnSpPr>
            <p:nvPr/>
          </p:nvCxnSpPr>
          <p:spPr>
            <a:xfrm>
              <a:off x="8613619" y="2280893"/>
              <a:ext cx="263773" cy="712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84B7621C-BF35-24F5-E667-5580A61CC7E5}"/>
                </a:ext>
              </a:extLst>
            </p:cNvPr>
            <p:cNvCxnSpPr>
              <a:cxnSpLocks/>
            </p:cNvCxnSpPr>
            <p:nvPr/>
          </p:nvCxnSpPr>
          <p:spPr>
            <a:xfrm>
              <a:off x="7604012" y="2233576"/>
              <a:ext cx="253357" cy="79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a:extLst>
                <a:ext uri="{FF2B5EF4-FFF2-40B4-BE49-F238E27FC236}">
                  <a16:creationId xmlns:a16="http://schemas.microsoft.com/office/drawing/2014/main" id="{D809453F-CF14-1489-BEED-9969C5D0C63F}"/>
                </a:ext>
              </a:extLst>
            </p:cNvPr>
            <p:cNvCxnSpPr>
              <a:cxnSpLocks/>
            </p:cNvCxnSpPr>
            <p:nvPr/>
          </p:nvCxnSpPr>
          <p:spPr>
            <a:xfrm>
              <a:off x="9392828" y="2412965"/>
              <a:ext cx="246369" cy="1452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A69911BC-B0B0-4E46-AB3D-D53E7B17A0F7}"/>
                </a:ext>
              </a:extLst>
            </p:cNvPr>
            <p:cNvCxnSpPr>
              <a:cxnSpLocks/>
            </p:cNvCxnSpPr>
            <p:nvPr/>
          </p:nvCxnSpPr>
          <p:spPr>
            <a:xfrm flipV="1">
              <a:off x="9322352" y="2634574"/>
              <a:ext cx="242045" cy="1398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a:extLst>
                <a:ext uri="{FF2B5EF4-FFF2-40B4-BE49-F238E27FC236}">
                  <a16:creationId xmlns:a16="http://schemas.microsoft.com/office/drawing/2014/main" id="{DE47C0D4-BFA7-2170-447A-605C1578E0CC}"/>
                </a:ext>
              </a:extLst>
            </p:cNvPr>
            <p:cNvCxnSpPr>
              <a:cxnSpLocks/>
            </p:cNvCxnSpPr>
            <p:nvPr/>
          </p:nvCxnSpPr>
          <p:spPr>
            <a:xfrm>
              <a:off x="7133279" y="1941028"/>
              <a:ext cx="254361" cy="4663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8FA1A80D-918E-2FF6-9006-B9677384AC3B}"/>
                </a:ext>
              </a:extLst>
            </p:cNvPr>
            <p:cNvCxnSpPr>
              <a:cxnSpLocks/>
            </p:cNvCxnSpPr>
            <p:nvPr/>
          </p:nvCxnSpPr>
          <p:spPr>
            <a:xfrm>
              <a:off x="6810837" y="2121077"/>
              <a:ext cx="261922"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3445B65F-7417-88E7-BFFF-154CF509A24C}"/>
                </a:ext>
              </a:extLst>
            </p:cNvPr>
            <p:cNvCxnSpPr>
              <a:cxnSpLocks/>
            </p:cNvCxnSpPr>
            <p:nvPr/>
          </p:nvCxnSpPr>
          <p:spPr>
            <a:xfrm>
              <a:off x="8044779" y="2602230"/>
              <a:ext cx="253357" cy="7988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6548A48D-166F-5C6F-EB6E-D0A855438479}"/>
                </a:ext>
              </a:extLst>
            </p:cNvPr>
            <p:cNvCxnSpPr>
              <a:cxnSpLocks/>
            </p:cNvCxnSpPr>
            <p:nvPr/>
          </p:nvCxnSpPr>
          <p:spPr>
            <a:xfrm>
              <a:off x="7259958" y="2427491"/>
              <a:ext cx="252927" cy="4788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a:extLst>
                <a:ext uri="{FF2B5EF4-FFF2-40B4-BE49-F238E27FC236}">
                  <a16:creationId xmlns:a16="http://schemas.microsoft.com/office/drawing/2014/main" id="{0E27CEC6-DA2D-C495-25C4-63B94A142E0E}"/>
                </a:ext>
              </a:extLst>
            </p:cNvPr>
            <p:cNvCxnSpPr>
              <a:cxnSpLocks/>
            </p:cNvCxnSpPr>
            <p:nvPr/>
          </p:nvCxnSpPr>
          <p:spPr>
            <a:xfrm flipV="1">
              <a:off x="10195038" y="2298190"/>
              <a:ext cx="215329" cy="5953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Straight Arrow Connector 209">
              <a:extLst>
                <a:ext uri="{FF2B5EF4-FFF2-40B4-BE49-F238E27FC236}">
                  <a16:creationId xmlns:a16="http://schemas.microsoft.com/office/drawing/2014/main" id="{CF14E2CB-5A0E-C9B4-0EF2-E02539690BFF}"/>
                </a:ext>
              </a:extLst>
            </p:cNvPr>
            <p:cNvCxnSpPr>
              <a:cxnSpLocks/>
            </p:cNvCxnSpPr>
            <p:nvPr/>
          </p:nvCxnSpPr>
          <p:spPr>
            <a:xfrm flipV="1">
              <a:off x="10113075" y="2440700"/>
              <a:ext cx="208641" cy="6446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A49B0770-7907-1994-3ACA-126F3043CEED}"/>
                </a:ext>
              </a:extLst>
            </p:cNvPr>
            <p:cNvCxnSpPr>
              <a:cxnSpLocks/>
            </p:cNvCxnSpPr>
            <p:nvPr/>
          </p:nvCxnSpPr>
          <p:spPr>
            <a:xfrm flipV="1">
              <a:off x="9893513" y="2734613"/>
              <a:ext cx="219562" cy="4736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3C76E22E-9367-D07C-7BB1-40A558AF4A45}"/>
                </a:ext>
              </a:extLst>
            </p:cNvPr>
            <p:cNvCxnSpPr>
              <a:cxnSpLocks/>
            </p:cNvCxnSpPr>
            <p:nvPr/>
          </p:nvCxnSpPr>
          <p:spPr>
            <a:xfrm flipV="1">
              <a:off x="10860298" y="2533131"/>
              <a:ext cx="219324" cy="5188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a:extLst>
                <a:ext uri="{FF2B5EF4-FFF2-40B4-BE49-F238E27FC236}">
                  <a16:creationId xmlns:a16="http://schemas.microsoft.com/office/drawing/2014/main" id="{00FE6133-BDD5-1ACA-6066-CAFCD5AB4AB8}"/>
                </a:ext>
              </a:extLst>
            </p:cNvPr>
            <p:cNvCxnSpPr>
              <a:cxnSpLocks/>
            </p:cNvCxnSpPr>
            <p:nvPr/>
          </p:nvCxnSpPr>
          <p:spPr>
            <a:xfrm flipV="1">
              <a:off x="11013755" y="2216149"/>
              <a:ext cx="197884" cy="4013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7F5F5831-706A-732F-8050-B49ECCEEF31A}"/>
                </a:ext>
              </a:extLst>
            </p:cNvPr>
            <p:cNvCxnSpPr>
              <a:cxnSpLocks/>
            </p:cNvCxnSpPr>
            <p:nvPr/>
          </p:nvCxnSpPr>
          <p:spPr>
            <a:xfrm flipV="1">
              <a:off x="11043785" y="2021015"/>
              <a:ext cx="206083" cy="6702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497FF3F9-EBBA-F230-649B-0E3902DB9240}"/>
                </a:ext>
              </a:extLst>
            </p:cNvPr>
            <p:cNvCxnSpPr>
              <a:cxnSpLocks/>
            </p:cNvCxnSpPr>
            <p:nvPr/>
          </p:nvCxnSpPr>
          <p:spPr>
            <a:xfrm flipV="1">
              <a:off x="6239668" y="2412234"/>
              <a:ext cx="256257" cy="2537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FA7F30C2-E424-579D-81C9-185912D0CAAD}"/>
                </a:ext>
              </a:extLst>
            </p:cNvPr>
            <p:cNvCxnSpPr>
              <a:cxnSpLocks/>
            </p:cNvCxnSpPr>
            <p:nvPr/>
          </p:nvCxnSpPr>
          <p:spPr>
            <a:xfrm flipV="1">
              <a:off x="6070656" y="2150514"/>
              <a:ext cx="244370" cy="3874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CC58F237-DC99-90A2-8BF5-AD379354C01A}"/>
                </a:ext>
              </a:extLst>
            </p:cNvPr>
            <p:cNvCxnSpPr>
              <a:cxnSpLocks/>
            </p:cNvCxnSpPr>
            <p:nvPr/>
          </p:nvCxnSpPr>
          <p:spPr>
            <a:xfrm>
              <a:off x="8314574" y="1715511"/>
              <a:ext cx="252234" cy="6984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a:extLst>
                <a:ext uri="{FF2B5EF4-FFF2-40B4-BE49-F238E27FC236}">
                  <a16:creationId xmlns:a16="http://schemas.microsoft.com/office/drawing/2014/main" id="{EEB5E7BD-ED75-473E-DBF1-A1B64B675190}"/>
                </a:ext>
              </a:extLst>
            </p:cNvPr>
            <p:cNvCxnSpPr>
              <a:cxnSpLocks/>
            </p:cNvCxnSpPr>
            <p:nvPr/>
          </p:nvCxnSpPr>
          <p:spPr>
            <a:xfrm>
              <a:off x="7423245" y="1491901"/>
              <a:ext cx="273820" cy="6296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a:extLst>
                <a:ext uri="{FF2B5EF4-FFF2-40B4-BE49-F238E27FC236}">
                  <a16:creationId xmlns:a16="http://schemas.microsoft.com/office/drawing/2014/main" id="{D9A644E5-470A-993C-AC0E-033E81FA1994}"/>
                </a:ext>
              </a:extLst>
            </p:cNvPr>
            <p:cNvCxnSpPr>
              <a:cxnSpLocks/>
            </p:cNvCxnSpPr>
            <p:nvPr/>
          </p:nvCxnSpPr>
          <p:spPr>
            <a:xfrm>
              <a:off x="9235803" y="1905060"/>
              <a:ext cx="237173" cy="470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29DBED7E-3456-C88C-2C49-6A7C60983DD0}"/>
                </a:ext>
              </a:extLst>
            </p:cNvPr>
            <p:cNvCxnSpPr>
              <a:cxnSpLocks/>
            </p:cNvCxnSpPr>
            <p:nvPr/>
          </p:nvCxnSpPr>
          <p:spPr>
            <a:xfrm flipV="1">
              <a:off x="10068363" y="1872729"/>
              <a:ext cx="215768" cy="2996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2FA1FBA9-9EA5-40CC-3503-359E8EA8CC0B}"/>
                </a:ext>
              </a:extLst>
            </p:cNvPr>
            <p:cNvCxnSpPr>
              <a:cxnSpLocks/>
            </p:cNvCxnSpPr>
            <p:nvPr/>
          </p:nvCxnSpPr>
          <p:spPr>
            <a:xfrm flipV="1">
              <a:off x="10900807" y="1729465"/>
              <a:ext cx="239626" cy="4088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a:extLst>
                <a:ext uri="{FF2B5EF4-FFF2-40B4-BE49-F238E27FC236}">
                  <a16:creationId xmlns:a16="http://schemas.microsoft.com/office/drawing/2014/main" id="{6E501929-29E6-B7DA-0A31-09658E5C3044}"/>
                </a:ext>
              </a:extLst>
            </p:cNvPr>
            <p:cNvCxnSpPr>
              <a:cxnSpLocks/>
            </p:cNvCxnSpPr>
            <p:nvPr/>
          </p:nvCxnSpPr>
          <p:spPr>
            <a:xfrm>
              <a:off x="8238736" y="1888832"/>
              <a:ext cx="237313" cy="6622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247E154B-81BF-E8E5-7F1D-322856F53415}"/>
                </a:ext>
              </a:extLst>
            </p:cNvPr>
            <p:cNvCxnSpPr>
              <a:cxnSpLocks/>
            </p:cNvCxnSpPr>
            <p:nvPr/>
          </p:nvCxnSpPr>
          <p:spPr>
            <a:xfrm>
              <a:off x="9167472" y="2101414"/>
              <a:ext cx="268248" cy="4790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9134ECB1-7A44-00F8-DED4-BA5B58451438}"/>
                </a:ext>
              </a:extLst>
            </p:cNvPr>
            <p:cNvCxnSpPr>
              <a:cxnSpLocks/>
            </p:cNvCxnSpPr>
            <p:nvPr/>
          </p:nvCxnSpPr>
          <p:spPr>
            <a:xfrm flipV="1">
              <a:off x="10113075" y="2064891"/>
              <a:ext cx="208641" cy="3789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E8A1A12C-FD39-06D1-04F9-9096C27231A9}"/>
                </a:ext>
              </a:extLst>
            </p:cNvPr>
            <p:cNvCxnSpPr>
              <a:cxnSpLocks/>
            </p:cNvCxnSpPr>
            <p:nvPr/>
          </p:nvCxnSpPr>
          <p:spPr>
            <a:xfrm flipV="1">
              <a:off x="10932389" y="1858713"/>
              <a:ext cx="194477" cy="5261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BBDCF2D9-675E-7A0C-2179-E953AC905C6E}"/>
                </a:ext>
              </a:extLst>
            </p:cNvPr>
            <p:cNvCxnSpPr>
              <a:cxnSpLocks/>
            </p:cNvCxnSpPr>
            <p:nvPr/>
          </p:nvCxnSpPr>
          <p:spPr>
            <a:xfrm flipV="1">
              <a:off x="6364141" y="1662231"/>
              <a:ext cx="270854" cy="1236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7" name="Straight Arrow Connector 226">
              <a:extLst>
                <a:ext uri="{FF2B5EF4-FFF2-40B4-BE49-F238E27FC236}">
                  <a16:creationId xmlns:a16="http://schemas.microsoft.com/office/drawing/2014/main" id="{7BAADA5B-183A-038E-BEAF-614AC342B43F}"/>
                </a:ext>
              </a:extLst>
            </p:cNvPr>
            <p:cNvCxnSpPr>
              <a:cxnSpLocks/>
            </p:cNvCxnSpPr>
            <p:nvPr/>
          </p:nvCxnSpPr>
          <p:spPr>
            <a:xfrm flipV="1">
              <a:off x="6024437" y="1919951"/>
              <a:ext cx="250467" cy="3472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28" name="Freeform: Shape 227">
              <a:extLst>
                <a:ext uri="{FF2B5EF4-FFF2-40B4-BE49-F238E27FC236}">
                  <a16:creationId xmlns:a16="http://schemas.microsoft.com/office/drawing/2014/main" id="{5CC7C84E-5DD1-5185-DFDD-68BDD255A7E6}"/>
                </a:ext>
              </a:extLst>
            </p:cNvPr>
            <p:cNvSpPr/>
            <p:nvPr/>
          </p:nvSpPr>
          <p:spPr>
            <a:xfrm>
              <a:off x="5908125" y="1232485"/>
              <a:ext cx="2669894" cy="890122"/>
            </a:xfrm>
            <a:custGeom>
              <a:avLst/>
              <a:gdLst>
                <a:gd name="connsiteX0" fmla="*/ 596230 w 3565709"/>
                <a:gd name="connsiteY0" fmla="*/ 739 h 934203"/>
                <a:gd name="connsiteX1" fmla="*/ 2368550 w 3565709"/>
                <a:gd name="connsiteY1" fmla="*/ 244594 h 934203"/>
                <a:gd name="connsiteX2" fmla="*/ 3511550 w 3565709"/>
                <a:gd name="connsiteY2" fmla="*/ 897056 h 934203"/>
                <a:gd name="connsiteX3" fmla="*/ 3565709 w 3565709"/>
                <a:gd name="connsiteY3" fmla="*/ 934203 h 934203"/>
                <a:gd name="connsiteX4" fmla="*/ 2580814 w 3565709"/>
                <a:gd name="connsiteY4" fmla="*/ 677074 h 934203"/>
                <a:gd name="connsiteX5" fmla="*/ 2518231 w 3565709"/>
                <a:gd name="connsiteY5" fmla="*/ 639039 h 934203"/>
                <a:gd name="connsiteX6" fmla="*/ 1943100 w 3565709"/>
                <a:gd name="connsiteY6" fmla="*/ 352545 h 934203"/>
                <a:gd name="connsiteX7" fmla="*/ 7620 w 3565709"/>
                <a:gd name="connsiteY7" fmla="*/ 3295 h 934203"/>
                <a:gd name="connsiteX8" fmla="*/ 2153953 w 3565709"/>
                <a:gd name="connsiteY8" fmla="*/ 565632 h 934203"/>
                <a:gd name="connsiteX9" fmla="*/ 0 w 3565709"/>
                <a:gd name="connsiteY9" fmla="*/ 3294 h 934203"/>
                <a:gd name="connsiteX10" fmla="*/ 596230 w 3565709"/>
                <a:gd name="connsiteY10" fmla="*/ 739 h 934203"/>
                <a:gd name="connsiteX0" fmla="*/ 596230 w 3565709"/>
                <a:gd name="connsiteY0" fmla="*/ 0 h 1314701"/>
                <a:gd name="connsiteX1" fmla="*/ 2368550 w 3565709"/>
                <a:gd name="connsiteY1" fmla="*/ 243855 h 1314701"/>
                <a:gd name="connsiteX2" fmla="*/ 3511550 w 3565709"/>
                <a:gd name="connsiteY2" fmla="*/ 896317 h 1314701"/>
                <a:gd name="connsiteX3" fmla="*/ 3565709 w 3565709"/>
                <a:gd name="connsiteY3" fmla="*/ 933464 h 1314701"/>
                <a:gd name="connsiteX4" fmla="*/ 2580814 w 3565709"/>
                <a:gd name="connsiteY4" fmla="*/ 676335 h 1314701"/>
                <a:gd name="connsiteX5" fmla="*/ 2518231 w 3565709"/>
                <a:gd name="connsiteY5" fmla="*/ 638300 h 1314701"/>
                <a:gd name="connsiteX6" fmla="*/ 1943100 w 3565709"/>
                <a:gd name="connsiteY6" fmla="*/ 351806 h 1314701"/>
                <a:gd name="connsiteX7" fmla="*/ 7620 w 3565709"/>
                <a:gd name="connsiteY7" fmla="*/ 2556 h 1314701"/>
                <a:gd name="connsiteX8" fmla="*/ 1123729 w 3565709"/>
                <a:gd name="connsiteY8" fmla="*/ 1314701 h 1314701"/>
                <a:gd name="connsiteX9" fmla="*/ 0 w 3565709"/>
                <a:gd name="connsiteY9" fmla="*/ 2555 h 1314701"/>
                <a:gd name="connsiteX10" fmla="*/ 596230 w 3565709"/>
                <a:gd name="connsiteY10" fmla="*/ 0 h 1314701"/>
                <a:gd name="connsiteX0" fmla="*/ 596230 w 3565709"/>
                <a:gd name="connsiteY0" fmla="*/ 0 h 933464"/>
                <a:gd name="connsiteX1" fmla="*/ 2368550 w 3565709"/>
                <a:gd name="connsiteY1" fmla="*/ 243855 h 933464"/>
                <a:gd name="connsiteX2" fmla="*/ 3511550 w 3565709"/>
                <a:gd name="connsiteY2" fmla="*/ 896317 h 933464"/>
                <a:gd name="connsiteX3" fmla="*/ 3565709 w 3565709"/>
                <a:gd name="connsiteY3" fmla="*/ 933464 h 933464"/>
                <a:gd name="connsiteX4" fmla="*/ 2580814 w 3565709"/>
                <a:gd name="connsiteY4" fmla="*/ 676335 h 933464"/>
                <a:gd name="connsiteX5" fmla="*/ 2518231 w 3565709"/>
                <a:gd name="connsiteY5" fmla="*/ 638300 h 933464"/>
                <a:gd name="connsiteX6" fmla="*/ 1943100 w 3565709"/>
                <a:gd name="connsiteY6" fmla="*/ 351806 h 933464"/>
                <a:gd name="connsiteX7" fmla="*/ 7620 w 3565709"/>
                <a:gd name="connsiteY7" fmla="*/ 2556 h 933464"/>
                <a:gd name="connsiteX8" fmla="*/ 0 w 3565709"/>
                <a:gd name="connsiteY8" fmla="*/ 2555 h 933464"/>
                <a:gd name="connsiteX9" fmla="*/ 596230 w 3565709"/>
                <a:gd name="connsiteY9" fmla="*/ 0 h 933464"/>
                <a:gd name="connsiteX0" fmla="*/ 596230 w 3565709"/>
                <a:gd name="connsiteY0" fmla="*/ 0 h 933464"/>
                <a:gd name="connsiteX1" fmla="*/ 2368550 w 3565709"/>
                <a:gd name="connsiteY1" fmla="*/ 243855 h 933464"/>
                <a:gd name="connsiteX2" fmla="*/ 3511550 w 3565709"/>
                <a:gd name="connsiteY2" fmla="*/ 896317 h 933464"/>
                <a:gd name="connsiteX3" fmla="*/ 3565709 w 3565709"/>
                <a:gd name="connsiteY3" fmla="*/ 933464 h 933464"/>
                <a:gd name="connsiteX4" fmla="*/ 2591035 w 3565709"/>
                <a:gd name="connsiteY4" fmla="*/ 684430 h 933464"/>
                <a:gd name="connsiteX5" fmla="*/ 2518231 w 3565709"/>
                <a:gd name="connsiteY5" fmla="*/ 638300 h 933464"/>
                <a:gd name="connsiteX6" fmla="*/ 1943100 w 3565709"/>
                <a:gd name="connsiteY6" fmla="*/ 351806 h 933464"/>
                <a:gd name="connsiteX7" fmla="*/ 7620 w 3565709"/>
                <a:gd name="connsiteY7" fmla="*/ 2556 h 933464"/>
                <a:gd name="connsiteX8" fmla="*/ 0 w 3565709"/>
                <a:gd name="connsiteY8" fmla="*/ 2555 h 933464"/>
                <a:gd name="connsiteX9" fmla="*/ 596230 w 3565709"/>
                <a:gd name="connsiteY9" fmla="*/ 0 h 933464"/>
                <a:gd name="connsiteX0" fmla="*/ 596230 w 3581040"/>
                <a:gd name="connsiteY0" fmla="*/ 0 h 945606"/>
                <a:gd name="connsiteX1" fmla="*/ 2368550 w 3581040"/>
                <a:gd name="connsiteY1" fmla="*/ 243855 h 945606"/>
                <a:gd name="connsiteX2" fmla="*/ 3511550 w 3581040"/>
                <a:gd name="connsiteY2" fmla="*/ 896317 h 945606"/>
                <a:gd name="connsiteX3" fmla="*/ 3581040 w 3581040"/>
                <a:gd name="connsiteY3" fmla="*/ 945606 h 945606"/>
                <a:gd name="connsiteX4" fmla="*/ 2591035 w 3581040"/>
                <a:gd name="connsiteY4" fmla="*/ 684430 h 945606"/>
                <a:gd name="connsiteX5" fmla="*/ 2518231 w 3581040"/>
                <a:gd name="connsiteY5" fmla="*/ 638300 h 945606"/>
                <a:gd name="connsiteX6" fmla="*/ 1943100 w 3581040"/>
                <a:gd name="connsiteY6" fmla="*/ 351806 h 945606"/>
                <a:gd name="connsiteX7" fmla="*/ 7620 w 3581040"/>
                <a:gd name="connsiteY7" fmla="*/ 2556 h 945606"/>
                <a:gd name="connsiteX8" fmla="*/ 0 w 3581040"/>
                <a:gd name="connsiteY8" fmla="*/ 2555 h 945606"/>
                <a:gd name="connsiteX9" fmla="*/ 596230 w 3581040"/>
                <a:gd name="connsiteY9" fmla="*/ 0 h 94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1040" h="945606">
                  <a:moveTo>
                    <a:pt x="596230" y="0"/>
                  </a:moveTo>
                  <a:cubicBezTo>
                    <a:pt x="1191915" y="5829"/>
                    <a:pt x="1785144" y="49386"/>
                    <a:pt x="2368550" y="243855"/>
                  </a:cubicBezTo>
                  <a:cubicBezTo>
                    <a:pt x="2757488" y="373501"/>
                    <a:pt x="3133461" y="634116"/>
                    <a:pt x="3511550" y="896317"/>
                  </a:cubicBezTo>
                  <a:lnTo>
                    <a:pt x="3581040" y="945606"/>
                  </a:lnTo>
                  <a:lnTo>
                    <a:pt x="2591035" y="684430"/>
                  </a:lnTo>
                  <a:cubicBezTo>
                    <a:pt x="2570174" y="671752"/>
                    <a:pt x="2539092" y="650978"/>
                    <a:pt x="2518231" y="638300"/>
                  </a:cubicBezTo>
                  <a:cubicBezTo>
                    <a:pt x="2319391" y="521999"/>
                    <a:pt x="2126933" y="421127"/>
                    <a:pt x="1943100" y="351806"/>
                  </a:cubicBezTo>
                  <a:cubicBezTo>
                    <a:pt x="1207770" y="74523"/>
                    <a:pt x="632460" y="7742"/>
                    <a:pt x="7620" y="2556"/>
                  </a:cubicBezTo>
                  <a:lnTo>
                    <a:pt x="0" y="2555"/>
                  </a:lnTo>
                  <a:lnTo>
                    <a:pt x="596230" y="0"/>
                  </a:lnTo>
                  <a:close/>
                </a:path>
              </a:pathLst>
            </a:custGeom>
            <a:solidFill>
              <a:srgbClr val="3399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Freeform: Shape 228">
              <a:extLst>
                <a:ext uri="{FF2B5EF4-FFF2-40B4-BE49-F238E27FC236}">
                  <a16:creationId xmlns:a16="http://schemas.microsoft.com/office/drawing/2014/main" id="{DF628766-DE2A-171D-073B-F710A12274CA}"/>
                </a:ext>
              </a:extLst>
            </p:cNvPr>
            <p:cNvSpPr/>
            <p:nvPr/>
          </p:nvSpPr>
          <p:spPr>
            <a:xfrm>
              <a:off x="7846475" y="1879312"/>
              <a:ext cx="3433412" cy="1139514"/>
            </a:xfrm>
            <a:custGeom>
              <a:avLst/>
              <a:gdLst>
                <a:gd name="connsiteX0" fmla="*/ 0 w 4623006"/>
                <a:gd name="connsiteY0" fmla="*/ 0 h 1220662"/>
                <a:gd name="connsiteX1" fmla="*/ 986836 w 4623006"/>
                <a:gd name="connsiteY1" fmla="*/ 258550 h 1220662"/>
                <a:gd name="connsiteX2" fmla="*/ 1213792 w 4623006"/>
                <a:gd name="connsiteY2" fmla="*/ 414215 h 1220662"/>
                <a:gd name="connsiteX3" fmla="*/ 2085292 w 4623006"/>
                <a:gd name="connsiteY3" fmla="*/ 881275 h 1220662"/>
                <a:gd name="connsiteX4" fmla="*/ 4328363 w 4623006"/>
                <a:gd name="connsiteY4" fmla="*/ 1208169 h 1220662"/>
                <a:gd name="connsiteX5" fmla="*/ 4611824 w 4623006"/>
                <a:gd name="connsiteY5" fmla="*/ 1208292 h 1220662"/>
                <a:gd name="connsiteX6" fmla="*/ 4623006 w 4623006"/>
                <a:gd name="connsiteY6" fmla="*/ 1211222 h 1220662"/>
                <a:gd name="connsiteX7" fmla="*/ 1837642 w 4623006"/>
                <a:gd name="connsiteY7" fmla="*/ 989226 h 1220662"/>
                <a:gd name="connsiteX8" fmla="*/ 239042 w 4623006"/>
                <a:gd name="connsiteY8" fmla="*/ 145277 h 1220662"/>
                <a:gd name="connsiteX9" fmla="*/ 0 w 4623006"/>
                <a:gd name="connsiteY9" fmla="*/ 0 h 1220662"/>
                <a:gd name="connsiteX0" fmla="*/ 0 w 4623006"/>
                <a:gd name="connsiteY0" fmla="*/ 0 h 1220662"/>
                <a:gd name="connsiteX1" fmla="*/ 989391 w 4623006"/>
                <a:gd name="connsiteY1" fmla="*/ 260573 h 1220662"/>
                <a:gd name="connsiteX2" fmla="*/ 1213792 w 4623006"/>
                <a:gd name="connsiteY2" fmla="*/ 414215 h 1220662"/>
                <a:gd name="connsiteX3" fmla="*/ 2085292 w 4623006"/>
                <a:gd name="connsiteY3" fmla="*/ 881275 h 1220662"/>
                <a:gd name="connsiteX4" fmla="*/ 4328363 w 4623006"/>
                <a:gd name="connsiteY4" fmla="*/ 1208169 h 1220662"/>
                <a:gd name="connsiteX5" fmla="*/ 4611824 w 4623006"/>
                <a:gd name="connsiteY5" fmla="*/ 1208292 h 1220662"/>
                <a:gd name="connsiteX6" fmla="*/ 4623006 w 4623006"/>
                <a:gd name="connsiteY6" fmla="*/ 1211222 h 1220662"/>
                <a:gd name="connsiteX7" fmla="*/ 1837642 w 4623006"/>
                <a:gd name="connsiteY7" fmla="*/ 989226 h 1220662"/>
                <a:gd name="connsiteX8" fmla="*/ 239042 w 4623006"/>
                <a:gd name="connsiteY8" fmla="*/ 145277 h 1220662"/>
                <a:gd name="connsiteX9" fmla="*/ 0 w 4623006"/>
                <a:gd name="connsiteY9" fmla="*/ 0 h 1220662"/>
                <a:gd name="connsiteX0" fmla="*/ 0 w 4620451"/>
                <a:gd name="connsiteY0" fmla="*/ 0 h 1220662"/>
                <a:gd name="connsiteX1" fmla="*/ 986836 w 4620451"/>
                <a:gd name="connsiteY1" fmla="*/ 260573 h 1220662"/>
                <a:gd name="connsiteX2" fmla="*/ 1211237 w 4620451"/>
                <a:gd name="connsiteY2" fmla="*/ 414215 h 1220662"/>
                <a:gd name="connsiteX3" fmla="*/ 2082737 w 4620451"/>
                <a:gd name="connsiteY3" fmla="*/ 881275 h 1220662"/>
                <a:gd name="connsiteX4" fmla="*/ 4325808 w 4620451"/>
                <a:gd name="connsiteY4" fmla="*/ 1208169 h 1220662"/>
                <a:gd name="connsiteX5" fmla="*/ 4609269 w 4620451"/>
                <a:gd name="connsiteY5" fmla="*/ 1208292 h 1220662"/>
                <a:gd name="connsiteX6" fmla="*/ 4620451 w 4620451"/>
                <a:gd name="connsiteY6" fmla="*/ 1211222 h 1220662"/>
                <a:gd name="connsiteX7" fmla="*/ 1835087 w 4620451"/>
                <a:gd name="connsiteY7" fmla="*/ 989226 h 1220662"/>
                <a:gd name="connsiteX8" fmla="*/ 236487 w 4620451"/>
                <a:gd name="connsiteY8" fmla="*/ 145277 h 1220662"/>
                <a:gd name="connsiteX9" fmla="*/ 0 w 4620451"/>
                <a:gd name="connsiteY9" fmla="*/ 0 h 1220662"/>
                <a:gd name="connsiteX0" fmla="*/ 0 w 4620451"/>
                <a:gd name="connsiteY0" fmla="*/ 0 h 1220662"/>
                <a:gd name="connsiteX1" fmla="*/ 991946 w 4620451"/>
                <a:gd name="connsiteY1" fmla="*/ 262597 h 1220662"/>
                <a:gd name="connsiteX2" fmla="*/ 1211237 w 4620451"/>
                <a:gd name="connsiteY2" fmla="*/ 414215 h 1220662"/>
                <a:gd name="connsiteX3" fmla="*/ 2082737 w 4620451"/>
                <a:gd name="connsiteY3" fmla="*/ 881275 h 1220662"/>
                <a:gd name="connsiteX4" fmla="*/ 4325808 w 4620451"/>
                <a:gd name="connsiteY4" fmla="*/ 1208169 h 1220662"/>
                <a:gd name="connsiteX5" fmla="*/ 4609269 w 4620451"/>
                <a:gd name="connsiteY5" fmla="*/ 1208292 h 1220662"/>
                <a:gd name="connsiteX6" fmla="*/ 4620451 w 4620451"/>
                <a:gd name="connsiteY6" fmla="*/ 1211222 h 1220662"/>
                <a:gd name="connsiteX7" fmla="*/ 1835087 w 4620451"/>
                <a:gd name="connsiteY7" fmla="*/ 989226 h 1220662"/>
                <a:gd name="connsiteX8" fmla="*/ 236487 w 4620451"/>
                <a:gd name="connsiteY8" fmla="*/ 145277 h 1220662"/>
                <a:gd name="connsiteX9" fmla="*/ 0 w 4620451"/>
                <a:gd name="connsiteY9" fmla="*/ 0 h 1220662"/>
                <a:gd name="connsiteX0" fmla="*/ 0 w 4602565"/>
                <a:gd name="connsiteY0" fmla="*/ 0 h 1208520"/>
                <a:gd name="connsiteX1" fmla="*/ 974060 w 4602565"/>
                <a:gd name="connsiteY1" fmla="*/ 250455 h 1208520"/>
                <a:gd name="connsiteX2" fmla="*/ 1193351 w 4602565"/>
                <a:gd name="connsiteY2" fmla="*/ 402073 h 1208520"/>
                <a:gd name="connsiteX3" fmla="*/ 2064851 w 4602565"/>
                <a:gd name="connsiteY3" fmla="*/ 869133 h 1208520"/>
                <a:gd name="connsiteX4" fmla="*/ 4307922 w 4602565"/>
                <a:gd name="connsiteY4" fmla="*/ 1196027 h 1208520"/>
                <a:gd name="connsiteX5" fmla="*/ 4591383 w 4602565"/>
                <a:gd name="connsiteY5" fmla="*/ 1196150 h 1208520"/>
                <a:gd name="connsiteX6" fmla="*/ 4602565 w 4602565"/>
                <a:gd name="connsiteY6" fmla="*/ 1199080 h 1208520"/>
                <a:gd name="connsiteX7" fmla="*/ 1817201 w 4602565"/>
                <a:gd name="connsiteY7" fmla="*/ 977084 h 1208520"/>
                <a:gd name="connsiteX8" fmla="*/ 218601 w 4602565"/>
                <a:gd name="connsiteY8" fmla="*/ 133135 h 1208520"/>
                <a:gd name="connsiteX9" fmla="*/ 0 w 4602565"/>
                <a:gd name="connsiteY9" fmla="*/ 0 h 1208520"/>
                <a:gd name="connsiteX0" fmla="*/ 0 w 4579569"/>
                <a:gd name="connsiteY0" fmla="*/ 0 h 1190306"/>
                <a:gd name="connsiteX1" fmla="*/ 951064 w 4579569"/>
                <a:gd name="connsiteY1" fmla="*/ 232241 h 1190306"/>
                <a:gd name="connsiteX2" fmla="*/ 1170355 w 4579569"/>
                <a:gd name="connsiteY2" fmla="*/ 383859 h 1190306"/>
                <a:gd name="connsiteX3" fmla="*/ 2041855 w 4579569"/>
                <a:gd name="connsiteY3" fmla="*/ 850919 h 1190306"/>
                <a:gd name="connsiteX4" fmla="*/ 4284926 w 4579569"/>
                <a:gd name="connsiteY4" fmla="*/ 1177813 h 1190306"/>
                <a:gd name="connsiteX5" fmla="*/ 4568387 w 4579569"/>
                <a:gd name="connsiteY5" fmla="*/ 1177936 h 1190306"/>
                <a:gd name="connsiteX6" fmla="*/ 4579569 w 4579569"/>
                <a:gd name="connsiteY6" fmla="*/ 1180866 h 1190306"/>
                <a:gd name="connsiteX7" fmla="*/ 1794205 w 4579569"/>
                <a:gd name="connsiteY7" fmla="*/ 958870 h 1190306"/>
                <a:gd name="connsiteX8" fmla="*/ 195605 w 4579569"/>
                <a:gd name="connsiteY8" fmla="*/ 114921 h 1190306"/>
                <a:gd name="connsiteX9" fmla="*/ 0 w 4579569"/>
                <a:gd name="connsiteY9" fmla="*/ 0 h 1190306"/>
                <a:gd name="connsiteX0" fmla="*/ 0 w 4597455"/>
                <a:gd name="connsiteY0" fmla="*/ 0 h 1204472"/>
                <a:gd name="connsiteX1" fmla="*/ 968950 w 4597455"/>
                <a:gd name="connsiteY1" fmla="*/ 246407 h 1204472"/>
                <a:gd name="connsiteX2" fmla="*/ 1188241 w 4597455"/>
                <a:gd name="connsiteY2" fmla="*/ 398025 h 1204472"/>
                <a:gd name="connsiteX3" fmla="*/ 2059741 w 4597455"/>
                <a:gd name="connsiteY3" fmla="*/ 865085 h 1204472"/>
                <a:gd name="connsiteX4" fmla="*/ 4302812 w 4597455"/>
                <a:gd name="connsiteY4" fmla="*/ 1191979 h 1204472"/>
                <a:gd name="connsiteX5" fmla="*/ 4586273 w 4597455"/>
                <a:gd name="connsiteY5" fmla="*/ 1192102 h 1204472"/>
                <a:gd name="connsiteX6" fmla="*/ 4597455 w 4597455"/>
                <a:gd name="connsiteY6" fmla="*/ 1195032 h 1204472"/>
                <a:gd name="connsiteX7" fmla="*/ 1812091 w 4597455"/>
                <a:gd name="connsiteY7" fmla="*/ 973036 h 1204472"/>
                <a:gd name="connsiteX8" fmla="*/ 213491 w 4597455"/>
                <a:gd name="connsiteY8" fmla="*/ 129087 h 1204472"/>
                <a:gd name="connsiteX9" fmla="*/ 0 w 4597455"/>
                <a:gd name="connsiteY9" fmla="*/ 0 h 1204472"/>
                <a:gd name="connsiteX0" fmla="*/ 0 w 4602565"/>
                <a:gd name="connsiteY0" fmla="*/ 0 h 1206496"/>
                <a:gd name="connsiteX1" fmla="*/ 974060 w 4602565"/>
                <a:gd name="connsiteY1" fmla="*/ 248431 h 1206496"/>
                <a:gd name="connsiteX2" fmla="*/ 1193351 w 4602565"/>
                <a:gd name="connsiteY2" fmla="*/ 400049 h 1206496"/>
                <a:gd name="connsiteX3" fmla="*/ 2064851 w 4602565"/>
                <a:gd name="connsiteY3" fmla="*/ 867109 h 1206496"/>
                <a:gd name="connsiteX4" fmla="*/ 4307922 w 4602565"/>
                <a:gd name="connsiteY4" fmla="*/ 1194003 h 1206496"/>
                <a:gd name="connsiteX5" fmla="*/ 4591383 w 4602565"/>
                <a:gd name="connsiteY5" fmla="*/ 1194126 h 1206496"/>
                <a:gd name="connsiteX6" fmla="*/ 4602565 w 4602565"/>
                <a:gd name="connsiteY6" fmla="*/ 1197056 h 1206496"/>
                <a:gd name="connsiteX7" fmla="*/ 1817201 w 4602565"/>
                <a:gd name="connsiteY7" fmla="*/ 975060 h 1206496"/>
                <a:gd name="connsiteX8" fmla="*/ 218601 w 4602565"/>
                <a:gd name="connsiteY8" fmla="*/ 131111 h 1206496"/>
                <a:gd name="connsiteX9" fmla="*/ 0 w 4602565"/>
                <a:gd name="connsiteY9" fmla="*/ 0 h 1206496"/>
                <a:gd name="connsiteX0" fmla="*/ 0 w 4602565"/>
                <a:gd name="connsiteY0" fmla="*/ 0 h 1208520"/>
                <a:gd name="connsiteX1" fmla="*/ 974060 w 4602565"/>
                <a:gd name="connsiteY1" fmla="*/ 250455 h 1208520"/>
                <a:gd name="connsiteX2" fmla="*/ 1193351 w 4602565"/>
                <a:gd name="connsiteY2" fmla="*/ 402073 h 1208520"/>
                <a:gd name="connsiteX3" fmla="*/ 2064851 w 4602565"/>
                <a:gd name="connsiteY3" fmla="*/ 869133 h 1208520"/>
                <a:gd name="connsiteX4" fmla="*/ 4307922 w 4602565"/>
                <a:gd name="connsiteY4" fmla="*/ 1196027 h 1208520"/>
                <a:gd name="connsiteX5" fmla="*/ 4591383 w 4602565"/>
                <a:gd name="connsiteY5" fmla="*/ 1196150 h 1208520"/>
                <a:gd name="connsiteX6" fmla="*/ 4602565 w 4602565"/>
                <a:gd name="connsiteY6" fmla="*/ 1199080 h 1208520"/>
                <a:gd name="connsiteX7" fmla="*/ 1817201 w 4602565"/>
                <a:gd name="connsiteY7" fmla="*/ 977084 h 1208520"/>
                <a:gd name="connsiteX8" fmla="*/ 218601 w 4602565"/>
                <a:gd name="connsiteY8" fmla="*/ 133135 h 1208520"/>
                <a:gd name="connsiteX9" fmla="*/ 0 w 4602565"/>
                <a:gd name="connsiteY9" fmla="*/ 0 h 1208520"/>
                <a:gd name="connsiteX0" fmla="*/ 0 w 4602565"/>
                <a:gd name="connsiteY0" fmla="*/ 0 h 1208520"/>
                <a:gd name="connsiteX1" fmla="*/ 979170 w 4602565"/>
                <a:gd name="connsiteY1" fmla="*/ 258550 h 1208520"/>
                <a:gd name="connsiteX2" fmla="*/ 1193351 w 4602565"/>
                <a:gd name="connsiteY2" fmla="*/ 402073 h 1208520"/>
                <a:gd name="connsiteX3" fmla="*/ 2064851 w 4602565"/>
                <a:gd name="connsiteY3" fmla="*/ 869133 h 1208520"/>
                <a:gd name="connsiteX4" fmla="*/ 4307922 w 4602565"/>
                <a:gd name="connsiteY4" fmla="*/ 1196027 h 1208520"/>
                <a:gd name="connsiteX5" fmla="*/ 4591383 w 4602565"/>
                <a:gd name="connsiteY5" fmla="*/ 1196150 h 1208520"/>
                <a:gd name="connsiteX6" fmla="*/ 4602565 w 4602565"/>
                <a:gd name="connsiteY6" fmla="*/ 1199080 h 1208520"/>
                <a:gd name="connsiteX7" fmla="*/ 1817201 w 4602565"/>
                <a:gd name="connsiteY7" fmla="*/ 977084 h 1208520"/>
                <a:gd name="connsiteX8" fmla="*/ 218601 w 4602565"/>
                <a:gd name="connsiteY8" fmla="*/ 133135 h 1208520"/>
                <a:gd name="connsiteX9" fmla="*/ 0 w 4602565"/>
                <a:gd name="connsiteY9" fmla="*/ 0 h 1208520"/>
                <a:gd name="connsiteX0" fmla="*/ 0 w 4605120"/>
                <a:gd name="connsiteY0" fmla="*/ 0 h 1210544"/>
                <a:gd name="connsiteX1" fmla="*/ 981725 w 4605120"/>
                <a:gd name="connsiteY1" fmla="*/ 260574 h 1210544"/>
                <a:gd name="connsiteX2" fmla="*/ 1195906 w 4605120"/>
                <a:gd name="connsiteY2" fmla="*/ 404097 h 1210544"/>
                <a:gd name="connsiteX3" fmla="*/ 2067406 w 4605120"/>
                <a:gd name="connsiteY3" fmla="*/ 871157 h 1210544"/>
                <a:gd name="connsiteX4" fmla="*/ 4310477 w 4605120"/>
                <a:gd name="connsiteY4" fmla="*/ 1198051 h 1210544"/>
                <a:gd name="connsiteX5" fmla="*/ 4593938 w 4605120"/>
                <a:gd name="connsiteY5" fmla="*/ 1198174 h 1210544"/>
                <a:gd name="connsiteX6" fmla="*/ 4605120 w 4605120"/>
                <a:gd name="connsiteY6" fmla="*/ 1201104 h 1210544"/>
                <a:gd name="connsiteX7" fmla="*/ 1819756 w 4605120"/>
                <a:gd name="connsiteY7" fmla="*/ 979108 h 1210544"/>
                <a:gd name="connsiteX8" fmla="*/ 221156 w 4605120"/>
                <a:gd name="connsiteY8" fmla="*/ 135159 h 1210544"/>
                <a:gd name="connsiteX9" fmla="*/ 0 w 4605120"/>
                <a:gd name="connsiteY9" fmla="*/ 0 h 1210544"/>
                <a:gd name="connsiteX0" fmla="*/ 0 w 4605120"/>
                <a:gd name="connsiteY0" fmla="*/ 0 h 1210544"/>
                <a:gd name="connsiteX1" fmla="*/ 981725 w 4605120"/>
                <a:gd name="connsiteY1" fmla="*/ 256527 h 1210544"/>
                <a:gd name="connsiteX2" fmla="*/ 1195906 w 4605120"/>
                <a:gd name="connsiteY2" fmla="*/ 404097 h 1210544"/>
                <a:gd name="connsiteX3" fmla="*/ 2067406 w 4605120"/>
                <a:gd name="connsiteY3" fmla="*/ 871157 h 1210544"/>
                <a:gd name="connsiteX4" fmla="*/ 4310477 w 4605120"/>
                <a:gd name="connsiteY4" fmla="*/ 1198051 h 1210544"/>
                <a:gd name="connsiteX5" fmla="*/ 4593938 w 4605120"/>
                <a:gd name="connsiteY5" fmla="*/ 1198174 h 1210544"/>
                <a:gd name="connsiteX6" fmla="*/ 4605120 w 4605120"/>
                <a:gd name="connsiteY6" fmla="*/ 1201104 h 1210544"/>
                <a:gd name="connsiteX7" fmla="*/ 1819756 w 4605120"/>
                <a:gd name="connsiteY7" fmla="*/ 979108 h 1210544"/>
                <a:gd name="connsiteX8" fmla="*/ 221156 w 4605120"/>
                <a:gd name="connsiteY8" fmla="*/ 135159 h 1210544"/>
                <a:gd name="connsiteX9" fmla="*/ 0 w 4605120"/>
                <a:gd name="connsiteY9" fmla="*/ 0 h 1210544"/>
                <a:gd name="connsiteX0" fmla="*/ 0 w 4605120"/>
                <a:gd name="connsiteY0" fmla="*/ 0 h 1210544"/>
                <a:gd name="connsiteX1" fmla="*/ 981725 w 4605120"/>
                <a:gd name="connsiteY1" fmla="*/ 256527 h 1210544"/>
                <a:gd name="connsiteX2" fmla="*/ 1195906 w 4605120"/>
                <a:gd name="connsiteY2" fmla="*/ 404097 h 1210544"/>
                <a:gd name="connsiteX3" fmla="*/ 2067406 w 4605120"/>
                <a:gd name="connsiteY3" fmla="*/ 871157 h 1210544"/>
                <a:gd name="connsiteX4" fmla="*/ 4310477 w 4605120"/>
                <a:gd name="connsiteY4" fmla="*/ 1198051 h 1210544"/>
                <a:gd name="connsiteX5" fmla="*/ 4593938 w 4605120"/>
                <a:gd name="connsiteY5" fmla="*/ 1198174 h 1210544"/>
                <a:gd name="connsiteX6" fmla="*/ 4605120 w 4605120"/>
                <a:gd name="connsiteY6" fmla="*/ 1201104 h 1210544"/>
                <a:gd name="connsiteX7" fmla="*/ 1819756 w 4605120"/>
                <a:gd name="connsiteY7" fmla="*/ 979108 h 1210544"/>
                <a:gd name="connsiteX8" fmla="*/ 221156 w 4605120"/>
                <a:gd name="connsiteY8" fmla="*/ 135159 h 1210544"/>
                <a:gd name="connsiteX9" fmla="*/ 0 w 4605120"/>
                <a:gd name="connsiteY9" fmla="*/ 0 h 121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05120" h="1210544">
                  <a:moveTo>
                    <a:pt x="0" y="0"/>
                  </a:moveTo>
                  <a:lnTo>
                    <a:pt x="981725" y="256527"/>
                  </a:lnTo>
                  <a:lnTo>
                    <a:pt x="1195906" y="404097"/>
                  </a:lnTo>
                  <a:cubicBezTo>
                    <a:pt x="1480974" y="595279"/>
                    <a:pt x="1769353" y="769160"/>
                    <a:pt x="2067406" y="871157"/>
                  </a:cubicBezTo>
                  <a:cubicBezTo>
                    <a:pt x="2762863" y="1109150"/>
                    <a:pt x="3590316" y="1188408"/>
                    <a:pt x="4310477" y="1198051"/>
                  </a:cubicBezTo>
                  <a:lnTo>
                    <a:pt x="4593938" y="1198174"/>
                  </a:lnTo>
                  <a:lnTo>
                    <a:pt x="4605120" y="1201104"/>
                  </a:lnTo>
                  <a:cubicBezTo>
                    <a:pt x="3673786" y="1220683"/>
                    <a:pt x="2687589" y="1234166"/>
                    <a:pt x="1819756" y="979108"/>
                  </a:cubicBezTo>
                  <a:cubicBezTo>
                    <a:pt x="1277361" y="819697"/>
                    <a:pt x="732815" y="454406"/>
                    <a:pt x="221156" y="135159"/>
                  </a:cubicBezTo>
                  <a:lnTo>
                    <a:pt x="0" y="0"/>
                  </a:lnTo>
                  <a:close/>
                </a:path>
              </a:pathLst>
            </a:custGeom>
            <a:solidFill>
              <a:srgbClr val="3399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Freeform: Shape 229">
              <a:extLst>
                <a:ext uri="{FF2B5EF4-FFF2-40B4-BE49-F238E27FC236}">
                  <a16:creationId xmlns:a16="http://schemas.microsoft.com/office/drawing/2014/main" id="{DF86354D-E501-8A0B-02F3-8787DF158EF0}"/>
                </a:ext>
              </a:extLst>
            </p:cNvPr>
            <p:cNvSpPr/>
            <p:nvPr/>
          </p:nvSpPr>
          <p:spPr>
            <a:xfrm>
              <a:off x="5917400" y="1237530"/>
              <a:ext cx="5376781" cy="1776253"/>
            </a:xfrm>
            <a:custGeom>
              <a:avLst/>
              <a:gdLst>
                <a:gd name="connsiteX0" fmla="*/ 0 w 7137400"/>
                <a:gd name="connsiteY0" fmla="*/ 3294 h 1876544"/>
                <a:gd name="connsiteX1" fmla="*/ 2368550 w 7137400"/>
                <a:gd name="connsiteY1" fmla="*/ 244594 h 1876544"/>
                <a:gd name="connsiteX2" fmla="*/ 4667250 w 7137400"/>
                <a:gd name="connsiteY2" fmla="*/ 1559044 h 1876544"/>
                <a:gd name="connsiteX3" fmla="*/ 7137400 w 7137400"/>
                <a:gd name="connsiteY3" fmla="*/ 1876544 h 1876544"/>
                <a:gd name="connsiteX0" fmla="*/ 0 w 7211695"/>
                <a:gd name="connsiteY0" fmla="*/ 3294 h 1886069"/>
                <a:gd name="connsiteX1" fmla="*/ 2368550 w 7211695"/>
                <a:gd name="connsiteY1" fmla="*/ 244594 h 1886069"/>
                <a:gd name="connsiteX2" fmla="*/ 4667250 w 7211695"/>
                <a:gd name="connsiteY2" fmla="*/ 1559044 h 1886069"/>
                <a:gd name="connsiteX3" fmla="*/ 7211695 w 7211695"/>
                <a:gd name="connsiteY3" fmla="*/ 1886069 h 1886069"/>
                <a:gd name="connsiteX0" fmla="*/ 0 w 7211695"/>
                <a:gd name="connsiteY0" fmla="*/ 3294 h 1886971"/>
                <a:gd name="connsiteX1" fmla="*/ 2368550 w 7211695"/>
                <a:gd name="connsiteY1" fmla="*/ 244594 h 1886971"/>
                <a:gd name="connsiteX2" fmla="*/ 4667250 w 7211695"/>
                <a:gd name="connsiteY2" fmla="*/ 1559044 h 1886971"/>
                <a:gd name="connsiteX3" fmla="*/ 7211695 w 7211695"/>
                <a:gd name="connsiteY3" fmla="*/ 1886069 h 1886971"/>
              </a:gdLst>
              <a:ahLst/>
              <a:cxnLst>
                <a:cxn ang="0">
                  <a:pos x="connsiteX0" y="connsiteY0"/>
                </a:cxn>
                <a:cxn ang="0">
                  <a:pos x="connsiteX1" y="connsiteY1"/>
                </a:cxn>
                <a:cxn ang="0">
                  <a:pos x="connsiteX2" y="connsiteY2"/>
                </a:cxn>
                <a:cxn ang="0">
                  <a:pos x="connsiteX3" y="connsiteY3"/>
                </a:cxn>
              </a:cxnLst>
              <a:rect l="l" t="t" r="r" b="b"/>
              <a:pathLst>
                <a:path w="7211695" h="1886971">
                  <a:moveTo>
                    <a:pt x="0" y="3294"/>
                  </a:moveTo>
                  <a:cubicBezTo>
                    <a:pt x="795337" y="-5702"/>
                    <a:pt x="1590675" y="-14698"/>
                    <a:pt x="2368550" y="244594"/>
                  </a:cubicBezTo>
                  <a:cubicBezTo>
                    <a:pt x="3146425" y="503886"/>
                    <a:pt x="3872442" y="1287052"/>
                    <a:pt x="4667250" y="1559044"/>
                  </a:cubicBezTo>
                  <a:cubicBezTo>
                    <a:pt x="5462058" y="1831036"/>
                    <a:pt x="6429269" y="1895700"/>
                    <a:pt x="7211695" y="188606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Freeform: Shape 230">
              <a:extLst>
                <a:ext uri="{FF2B5EF4-FFF2-40B4-BE49-F238E27FC236}">
                  <a16:creationId xmlns:a16="http://schemas.microsoft.com/office/drawing/2014/main" id="{854BEB68-88AE-43CA-A533-F1D63719764C}"/>
                </a:ext>
              </a:extLst>
            </p:cNvPr>
            <p:cNvSpPr/>
            <p:nvPr/>
          </p:nvSpPr>
          <p:spPr>
            <a:xfrm>
              <a:off x="5923082" y="1240631"/>
              <a:ext cx="5325176" cy="1779155"/>
            </a:xfrm>
            <a:custGeom>
              <a:avLst/>
              <a:gdLst>
                <a:gd name="connsiteX0" fmla="*/ 0 w 7188200"/>
                <a:gd name="connsiteY0" fmla="*/ 0 h 1871005"/>
                <a:gd name="connsiteX1" fmla="*/ 1981200 w 7188200"/>
                <a:gd name="connsiteY1" fmla="*/ 330200 h 1871005"/>
                <a:gd name="connsiteX2" fmla="*/ 4457700 w 7188200"/>
                <a:gd name="connsiteY2" fmla="*/ 1644650 h 1871005"/>
                <a:gd name="connsiteX3" fmla="*/ 7188200 w 7188200"/>
                <a:gd name="connsiteY3" fmla="*/ 1860550 h 1871005"/>
                <a:gd name="connsiteX0" fmla="*/ 0 w 7142480"/>
                <a:gd name="connsiteY0" fmla="*/ 0 h 1890055"/>
                <a:gd name="connsiteX1" fmla="*/ 1935480 w 7142480"/>
                <a:gd name="connsiteY1" fmla="*/ 349250 h 1890055"/>
                <a:gd name="connsiteX2" fmla="*/ 4411980 w 7142480"/>
                <a:gd name="connsiteY2" fmla="*/ 1663700 h 1890055"/>
                <a:gd name="connsiteX3" fmla="*/ 7142480 w 7142480"/>
                <a:gd name="connsiteY3" fmla="*/ 1879600 h 1890055"/>
                <a:gd name="connsiteX0" fmla="*/ 0 w 7142480"/>
                <a:gd name="connsiteY0" fmla="*/ 0 h 1890055"/>
                <a:gd name="connsiteX1" fmla="*/ 1935480 w 7142480"/>
                <a:gd name="connsiteY1" fmla="*/ 349250 h 1890055"/>
                <a:gd name="connsiteX2" fmla="*/ 4411980 w 7142480"/>
                <a:gd name="connsiteY2" fmla="*/ 1663700 h 1890055"/>
                <a:gd name="connsiteX3" fmla="*/ 7142480 w 7142480"/>
                <a:gd name="connsiteY3" fmla="*/ 1879600 h 1890055"/>
              </a:gdLst>
              <a:ahLst/>
              <a:cxnLst>
                <a:cxn ang="0">
                  <a:pos x="connsiteX0" y="connsiteY0"/>
                </a:cxn>
                <a:cxn ang="0">
                  <a:pos x="connsiteX1" y="connsiteY1"/>
                </a:cxn>
                <a:cxn ang="0">
                  <a:pos x="connsiteX2" y="connsiteY2"/>
                </a:cxn>
                <a:cxn ang="0">
                  <a:pos x="connsiteX3" y="connsiteY3"/>
                </a:cxn>
              </a:cxnLst>
              <a:rect l="l" t="t" r="r" b="b"/>
              <a:pathLst>
                <a:path w="7142480" h="1890055">
                  <a:moveTo>
                    <a:pt x="0" y="0"/>
                  </a:moveTo>
                  <a:cubicBezTo>
                    <a:pt x="624840" y="5186"/>
                    <a:pt x="1200150" y="71967"/>
                    <a:pt x="1935480" y="349250"/>
                  </a:cubicBezTo>
                  <a:cubicBezTo>
                    <a:pt x="2670810" y="626533"/>
                    <a:pt x="3544147" y="1408642"/>
                    <a:pt x="4411980" y="1663700"/>
                  </a:cubicBezTo>
                  <a:cubicBezTo>
                    <a:pt x="5279813" y="1918758"/>
                    <a:pt x="6211146" y="1899179"/>
                    <a:pt x="7142480" y="18796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2" name="TextBox 231">
                  <a:extLst>
                    <a:ext uri="{FF2B5EF4-FFF2-40B4-BE49-F238E27FC236}">
                      <a16:creationId xmlns:a16="http://schemas.microsoft.com/office/drawing/2014/main" id="{E3D96483-1C0C-1D14-8114-AC07F54538F7}"/>
                    </a:ext>
                  </a:extLst>
                </p:cNvPr>
                <p:cNvSpPr txBox="1"/>
                <p:nvPr/>
              </p:nvSpPr>
              <p:spPr>
                <a:xfrm>
                  <a:off x="9292440" y="2926026"/>
                  <a:ext cx="312171" cy="486130"/>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𝛾</m:t>
                        </m:r>
                        <m:r>
                          <a:rPr lang="en-US" b="0" i="1" smtClean="0">
                            <a:latin typeface="Cambria Math" panose="02040503050406030204" pitchFamily="18" charset="0"/>
                          </a:rPr>
                          <m:t>′</m:t>
                        </m:r>
                      </m:oMath>
                    </m:oMathPara>
                  </a14:m>
                  <a:endParaRPr lang="en-US" dirty="0"/>
                </a:p>
              </p:txBody>
            </p:sp>
          </mc:Choice>
          <mc:Fallback xmlns="">
            <p:sp>
              <p:nvSpPr>
                <p:cNvPr id="232" name="TextBox 231">
                  <a:extLst>
                    <a:ext uri="{FF2B5EF4-FFF2-40B4-BE49-F238E27FC236}">
                      <a16:creationId xmlns:a16="http://schemas.microsoft.com/office/drawing/2014/main" id="{E3D96483-1C0C-1D14-8114-AC07F54538F7}"/>
                    </a:ext>
                  </a:extLst>
                </p:cNvPr>
                <p:cNvSpPr txBox="1">
                  <a:spLocks noRot="1" noChangeAspect="1" noMove="1" noResize="1" noEditPoints="1" noAdjustHandles="1" noChangeArrowheads="1" noChangeShapeType="1" noTextEdit="1"/>
                </p:cNvSpPr>
                <p:nvPr/>
              </p:nvSpPr>
              <p:spPr>
                <a:xfrm>
                  <a:off x="9292440" y="2926026"/>
                  <a:ext cx="312171" cy="486130"/>
                </a:xfrm>
                <a:prstGeom prst="rect">
                  <a:avLst/>
                </a:prstGeom>
                <a:blipFill>
                  <a:blip r:embed="rId7"/>
                  <a:stretch>
                    <a:fillRect l="-5769" r="-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40EA1566-29B6-7EA9-E16B-354BAA632530}"/>
                    </a:ext>
                  </a:extLst>
                </p:cNvPr>
                <p:cNvSpPr txBox="1"/>
                <p:nvPr/>
              </p:nvSpPr>
              <p:spPr>
                <a:xfrm>
                  <a:off x="7595906" y="1098726"/>
                  <a:ext cx="249576"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𝛾</m:t>
                        </m:r>
                      </m:oMath>
                    </m:oMathPara>
                  </a14:m>
                  <a:endParaRPr lang="en-US" dirty="0"/>
                </a:p>
              </p:txBody>
            </p:sp>
          </mc:Choice>
          <mc:Fallback xmlns="">
            <p:sp>
              <p:nvSpPr>
                <p:cNvPr id="233" name="TextBox 232">
                  <a:extLst>
                    <a:ext uri="{FF2B5EF4-FFF2-40B4-BE49-F238E27FC236}">
                      <a16:creationId xmlns:a16="http://schemas.microsoft.com/office/drawing/2014/main" id="{40EA1566-29B6-7EA9-E16B-354BAA632530}"/>
                    </a:ext>
                  </a:extLst>
                </p:cNvPr>
                <p:cNvSpPr txBox="1">
                  <a:spLocks noRot="1" noChangeAspect="1" noMove="1" noResize="1" noEditPoints="1" noAdjustHandles="1" noChangeArrowheads="1" noChangeShapeType="1" noTextEdit="1"/>
                </p:cNvSpPr>
                <p:nvPr/>
              </p:nvSpPr>
              <p:spPr>
                <a:xfrm>
                  <a:off x="7595906" y="1098726"/>
                  <a:ext cx="249576" cy="369332"/>
                </a:xfrm>
                <a:prstGeom prst="rect">
                  <a:avLst/>
                </a:prstGeom>
                <a:blipFill>
                  <a:blip r:embed="rId8"/>
                  <a:stretch>
                    <a:fillRect r="-195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B9844230-1751-0A18-4F5F-3CAA63A5A657}"/>
                    </a:ext>
                  </a:extLst>
                </p:cNvPr>
                <p:cNvSpPr txBox="1"/>
                <p:nvPr/>
              </p:nvSpPr>
              <p:spPr>
                <a:xfrm>
                  <a:off x="8062381" y="1193717"/>
                  <a:ext cx="370614" cy="369332"/>
                </a:xfrm>
                <a:prstGeom prst="rect">
                  <a:avLst/>
                </a:prstGeom>
                <a:noFill/>
              </p:spPr>
              <p:txBody>
                <a:bodyPr wrap="none" rtlCol="0">
                  <a:spAutoFit/>
                </a:bodyPr>
                <a:lstStyle/>
                <a:p>
                  <a:pPr/>
                  <a14:m>
                    <m:oMathPara xmlns:m="http://schemas.openxmlformats.org/officeDocument/2006/math">
                      <m:oMath>
                        <m:r>
                          <m:rPr>
                            <m:sty m:val="p"/>
                          </m:rPr>
                          <a:rPr lang="en-US" b="0" i="0" smtClean="0">
                            <a:latin typeface="Cambria Math" panose="02040503050406030204" pitchFamily="18" charset="0"/>
                          </a:rPr>
                          <m:t>Σ</m:t>
                        </m:r>
                      </m:oMath>
                    </m:oMathPara>
                  </a14:m>
                  <a:endParaRPr lang="en-US" dirty="0"/>
                </a:p>
              </p:txBody>
            </p:sp>
          </mc:Choice>
          <mc:Fallback xmlns="">
            <p:sp>
              <p:nvSpPr>
                <p:cNvPr id="234" name="TextBox 233">
                  <a:extLst>
                    <a:ext uri="{FF2B5EF4-FFF2-40B4-BE49-F238E27FC236}">
                      <a16:creationId xmlns:a16="http://schemas.microsoft.com/office/drawing/2014/main" id="{B9844230-1751-0A18-4F5F-3CAA63A5A657}"/>
                    </a:ext>
                  </a:extLst>
                </p:cNvPr>
                <p:cNvSpPr txBox="1">
                  <a:spLocks noRot="1" noChangeAspect="1" noMove="1" noResize="1" noEditPoints="1" noAdjustHandles="1" noChangeArrowheads="1" noChangeShapeType="1" noTextEdit="1"/>
                </p:cNvSpPr>
                <p:nvPr/>
              </p:nvSpPr>
              <p:spPr>
                <a:xfrm>
                  <a:off x="8062381" y="1193717"/>
                  <a:ext cx="370614" cy="369332"/>
                </a:xfrm>
                <a:prstGeom prst="rect">
                  <a:avLst/>
                </a:prstGeom>
                <a:blipFill>
                  <a:blip r:embed="rId9"/>
                  <a:stretch>
                    <a:fillRect/>
                  </a:stretch>
                </a:blipFill>
              </p:spPr>
              <p:txBody>
                <a:bodyPr/>
                <a:lstStyle/>
                <a:p>
                  <a:r>
                    <a:rPr lang="en-US">
                      <a:noFill/>
                    </a:rPr>
                    <a:t> </a:t>
                  </a:r>
                </a:p>
              </p:txBody>
            </p:sp>
          </mc:Fallback>
        </mc:AlternateContent>
        <p:cxnSp>
          <p:nvCxnSpPr>
            <p:cNvPr id="235" name="Straight Connector 234">
              <a:extLst>
                <a:ext uri="{FF2B5EF4-FFF2-40B4-BE49-F238E27FC236}">
                  <a16:creationId xmlns:a16="http://schemas.microsoft.com/office/drawing/2014/main" id="{16BA2C7D-CA5C-28E9-04A0-26A30EBAC454}"/>
                </a:ext>
              </a:extLst>
            </p:cNvPr>
            <p:cNvCxnSpPr>
              <a:cxnSpLocks/>
            </p:cNvCxnSpPr>
            <p:nvPr/>
          </p:nvCxnSpPr>
          <p:spPr>
            <a:xfrm flipV="1">
              <a:off x="7945316" y="1477258"/>
              <a:ext cx="189842" cy="275580"/>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7" name="TextBox 236">
                <a:extLst>
                  <a:ext uri="{FF2B5EF4-FFF2-40B4-BE49-F238E27FC236}">
                    <a16:creationId xmlns:a16="http://schemas.microsoft.com/office/drawing/2014/main" id="{3FA674E7-01F9-367F-4F9F-6C0C33C4110F}"/>
                  </a:ext>
                </a:extLst>
              </p:cNvPr>
              <p:cNvSpPr txBox="1"/>
              <p:nvPr/>
            </p:nvSpPr>
            <p:spPr>
              <a:xfrm>
                <a:off x="230563" y="269366"/>
                <a:ext cx="3965957" cy="1077218"/>
              </a:xfrm>
              <a:prstGeom prst="rect">
                <a:avLst/>
              </a:prstGeom>
              <a:noFill/>
            </p:spPr>
            <p:txBody>
              <a:bodyPr wrap="none" rtlCol="0">
                <a:spAutoFit/>
              </a:bodyPr>
              <a:lstStyle/>
              <a:p>
                <a:r>
                  <a:rPr lang="en-US" sz="3200" dirty="0"/>
                  <a:t>Flow between a path </a:t>
                </a:r>
                <a14:m>
                  <m:oMath xmlns:m="http://schemas.openxmlformats.org/officeDocument/2006/math">
                    <m:r>
                      <a:rPr lang="en-US" sz="3200" b="0" i="1" smtClean="0">
                        <a:latin typeface="Cambria Math" panose="02040503050406030204" pitchFamily="18" charset="0"/>
                      </a:rPr>
                      <m:t>𝛾</m:t>
                    </m:r>
                  </m:oMath>
                </a14:m>
                <a:r>
                  <a:rPr lang="en-US" sz="3200" dirty="0"/>
                  <a:t> </a:t>
                </a:r>
                <a:br>
                  <a:rPr lang="en-US" sz="3200" dirty="0"/>
                </a:br>
                <a:r>
                  <a:rPr lang="en-US" sz="3200" dirty="0"/>
                  <a:t>and its variation </a:t>
                </a:r>
                <a14:m>
                  <m:oMath xmlns:m="http://schemas.openxmlformats.org/officeDocument/2006/math">
                    <m:r>
                      <a:rPr lang="en-US" sz="3200" b="0" i="1" smtClean="0">
                        <a:latin typeface="Cambria Math" panose="02040503050406030204" pitchFamily="18" charset="0"/>
                      </a:rPr>
                      <m:t>𝛾</m:t>
                    </m:r>
                    <m:r>
                      <a:rPr lang="en-US" sz="3200" b="0" i="1" smtClean="0">
                        <a:latin typeface="Cambria Math" panose="02040503050406030204" pitchFamily="18" charset="0"/>
                      </a:rPr>
                      <m:t>′</m:t>
                    </m:r>
                  </m:oMath>
                </a14:m>
                <a:endParaRPr lang="en-US" sz="3200" dirty="0"/>
              </a:p>
            </p:txBody>
          </p:sp>
        </mc:Choice>
        <mc:Fallback xmlns="">
          <p:sp>
            <p:nvSpPr>
              <p:cNvPr id="237" name="TextBox 236">
                <a:extLst>
                  <a:ext uri="{FF2B5EF4-FFF2-40B4-BE49-F238E27FC236}">
                    <a16:creationId xmlns:a16="http://schemas.microsoft.com/office/drawing/2014/main" id="{3FA674E7-01F9-367F-4F9F-6C0C33C4110F}"/>
                  </a:ext>
                </a:extLst>
              </p:cNvPr>
              <p:cNvSpPr txBox="1">
                <a:spLocks noRot="1" noChangeAspect="1" noMove="1" noResize="1" noEditPoints="1" noAdjustHandles="1" noChangeArrowheads="1" noChangeShapeType="1" noTextEdit="1"/>
              </p:cNvSpPr>
              <p:nvPr/>
            </p:nvSpPr>
            <p:spPr>
              <a:xfrm>
                <a:off x="230563" y="269366"/>
                <a:ext cx="3965957" cy="1077218"/>
              </a:xfrm>
              <a:prstGeom prst="rect">
                <a:avLst/>
              </a:prstGeom>
              <a:blipFill>
                <a:blip r:embed="rId10"/>
                <a:stretch>
                  <a:fillRect l="-4000" t="-5650" b="-19209"/>
                </a:stretch>
              </a:blipFill>
            </p:spPr>
            <p:txBody>
              <a:bodyPr/>
              <a:lstStyle/>
              <a:p>
                <a:r>
                  <a:rPr lang="en-US">
                    <a:noFill/>
                  </a:rPr>
                  <a:t> </a:t>
                </a:r>
              </a:p>
            </p:txBody>
          </p:sp>
        </mc:Fallback>
      </mc:AlternateContent>
      <p:sp>
        <p:nvSpPr>
          <p:cNvPr id="238" name="TextBox 237">
            <a:extLst>
              <a:ext uri="{FF2B5EF4-FFF2-40B4-BE49-F238E27FC236}">
                <a16:creationId xmlns:a16="http://schemas.microsoft.com/office/drawing/2014/main" id="{19871F13-9B38-A94F-9F22-5963E6620D12}"/>
              </a:ext>
            </a:extLst>
          </p:cNvPr>
          <p:cNvSpPr txBox="1"/>
          <p:nvPr/>
        </p:nvSpPr>
        <p:spPr>
          <a:xfrm>
            <a:off x="3660182" y="1859963"/>
            <a:ext cx="1115498" cy="646331"/>
          </a:xfrm>
          <a:prstGeom prst="rect">
            <a:avLst/>
          </a:prstGeom>
          <a:noFill/>
        </p:spPr>
        <p:txBody>
          <a:bodyPr wrap="none" rtlCol="0">
            <a:spAutoFit/>
          </a:bodyPr>
          <a:lstStyle/>
          <a:p>
            <a:pPr algn="r"/>
            <a:r>
              <a:rPr lang="en-US" dirty="0"/>
              <a:t>Hamilton</a:t>
            </a:r>
            <a:br>
              <a:rPr lang="en-US" dirty="0"/>
            </a:br>
            <a:r>
              <a:rPr lang="en-US" dirty="0"/>
              <a:t>equations</a:t>
            </a:r>
          </a:p>
        </p:txBody>
      </p:sp>
      <p:sp>
        <p:nvSpPr>
          <p:cNvPr id="239" name="TextBox 238">
            <a:extLst>
              <a:ext uri="{FF2B5EF4-FFF2-40B4-BE49-F238E27FC236}">
                <a16:creationId xmlns:a16="http://schemas.microsoft.com/office/drawing/2014/main" id="{AD631927-B25E-20EE-5B11-7A0D039669E6}"/>
              </a:ext>
            </a:extLst>
          </p:cNvPr>
          <p:cNvSpPr txBox="1"/>
          <p:nvPr/>
        </p:nvSpPr>
        <p:spPr>
          <a:xfrm>
            <a:off x="2703878" y="2682110"/>
            <a:ext cx="1701107" cy="369332"/>
          </a:xfrm>
          <a:prstGeom prst="rect">
            <a:avLst/>
          </a:prstGeom>
          <a:noFill/>
        </p:spPr>
        <p:txBody>
          <a:bodyPr wrap="none" rtlCol="0">
            <a:spAutoFit/>
          </a:bodyPr>
          <a:lstStyle/>
          <a:p>
            <a:r>
              <a:rPr lang="en-US" dirty="0"/>
              <a:t>Stokes’ theorem</a:t>
            </a:r>
          </a:p>
        </p:txBody>
      </p:sp>
      <p:sp>
        <p:nvSpPr>
          <p:cNvPr id="2" name="TextBox 1">
            <a:extLst>
              <a:ext uri="{FF2B5EF4-FFF2-40B4-BE49-F238E27FC236}">
                <a16:creationId xmlns:a16="http://schemas.microsoft.com/office/drawing/2014/main" id="{C4269DB0-C98C-28AD-FD8A-5BB6F7D4418F}"/>
              </a:ext>
            </a:extLst>
          </p:cNvPr>
          <p:cNvSpPr txBox="1"/>
          <p:nvPr/>
        </p:nvSpPr>
        <p:spPr>
          <a:xfrm>
            <a:off x="4046968" y="4425519"/>
            <a:ext cx="5120504" cy="1754326"/>
          </a:xfrm>
          <a:prstGeom prst="rect">
            <a:avLst/>
          </a:prstGeom>
          <a:noFill/>
        </p:spPr>
        <p:txBody>
          <a:bodyPr wrap="none" rtlCol="0">
            <a:spAutoFit/>
          </a:bodyPr>
          <a:lstStyle/>
          <a:p>
            <a:r>
              <a:rPr lang="en-US" sz="3600" dirty="0">
                <a:solidFill>
                  <a:schemeClr val="accent6">
                    <a:lumMod val="75000"/>
                  </a:schemeClr>
                </a:solidFill>
              </a:rPr>
              <a:t>The variation of the action</a:t>
            </a:r>
            <a:br>
              <a:rPr lang="en-US" sz="3600" dirty="0">
                <a:solidFill>
                  <a:schemeClr val="accent6">
                    <a:lumMod val="75000"/>
                  </a:schemeClr>
                </a:solidFill>
              </a:rPr>
            </a:br>
            <a:r>
              <a:rPr lang="en-US" sz="3600" dirty="0">
                <a:solidFill>
                  <a:schemeClr val="accent6">
                    <a:lumMod val="75000"/>
                  </a:schemeClr>
                </a:solidFill>
              </a:rPr>
              <a:t>is the flow between the</a:t>
            </a:r>
          </a:p>
          <a:p>
            <a:r>
              <a:rPr lang="en-US" sz="3600" dirty="0">
                <a:solidFill>
                  <a:schemeClr val="accent6">
                    <a:lumMod val="75000"/>
                  </a:schemeClr>
                </a:solidFill>
              </a:rPr>
              <a:t>path and its variation</a:t>
            </a:r>
          </a:p>
        </p:txBody>
      </p:sp>
      <p:sp>
        <p:nvSpPr>
          <p:cNvPr id="5" name="Footer Placeholder 4">
            <a:extLst>
              <a:ext uri="{FF2B5EF4-FFF2-40B4-BE49-F238E27FC236}">
                <a16:creationId xmlns:a16="http://schemas.microsoft.com/office/drawing/2014/main" id="{1DFCFF30-A9C0-5DE9-2C6F-7823A6761280}"/>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D1D0275D-F972-91B4-EA02-7E6C4B6E7454}"/>
              </a:ext>
            </a:extLst>
          </p:cNvPr>
          <p:cNvSpPr>
            <a:spLocks noGrp="1"/>
          </p:cNvSpPr>
          <p:nvPr>
            <p:ph type="sldNum" sz="quarter" idx="12"/>
          </p:nvPr>
        </p:nvSpPr>
        <p:spPr/>
        <p:txBody>
          <a:bodyPr/>
          <a:lstStyle/>
          <a:p>
            <a:fld id="{F47845EA-7733-40EE-B074-20032348B727}" type="slidenum">
              <a:rPr lang="en-US" smtClean="0"/>
              <a:t>76</a:t>
            </a:fld>
            <a:endParaRPr lang="en-US"/>
          </a:p>
        </p:txBody>
      </p:sp>
    </p:spTree>
    <p:extLst>
      <p:ext uri="{BB962C8B-B14F-4D97-AF65-F5344CB8AC3E}">
        <p14:creationId xmlns:p14="http://schemas.microsoft.com/office/powerpoint/2010/main" val="18510499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9C13AE14-8F92-37C3-9AEB-363A97926256}"/>
                  </a:ext>
                </a:extLst>
              </p:cNvPr>
              <p:cNvSpPr txBox="1"/>
              <p:nvPr/>
            </p:nvSpPr>
            <p:spPr>
              <a:xfrm>
                <a:off x="394365" y="1564081"/>
                <a:ext cx="4101019" cy="1587294"/>
              </a:xfrm>
              <a:prstGeom prst="rect">
                <a:avLst/>
              </a:prstGeom>
              <a:noFill/>
            </p:spPr>
            <p:txBody>
              <a:bodyPr wrap="square" rtlCol="0">
                <a:spAutoFit/>
              </a:bodyPr>
              <a:lstStyle/>
              <a:p>
                <a:r>
                  <a:rPr lang="en-US" sz="3600" dirty="0"/>
                  <a:t> </a:t>
                </a:r>
                <a14:m>
                  <m:oMath xmlns:m="http://schemas.openxmlformats.org/officeDocument/2006/math">
                    <m:r>
                      <m:rPr>
                        <m:sty m:val="p"/>
                      </m:rPr>
                      <a:rPr lang="en-US" sz="3600" i="0" smtClean="0">
                        <a:latin typeface="Cambria Math" panose="02040503050406030204" pitchFamily="18" charset="0"/>
                      </a:rPr>
                      <m:t>Φ</m:t>
                    </m:r>
                    <m:d>
                      <m:dPr>
                        <m:begChr m:val="["/>
                        <m:endChr m:val="]"/>
                        <m:ctrlPr>
                          <a:rPr lang="en-US" sz="3600" b="0" i="0" smtClean="0">
                            <a:latin typeface="Cambria Math" panose="02040503050406030204" pitchFamily="18" charset="0"/>
                          </a:rPr>
                        </m:ctrlPr>
                      </m:dPr>
                      <m:e>
                        <m:r>
                          <m:rPr>
                            <m:sty m:val="p"/>
                          </m:rPr>
                          <a:rPr lang="en-US" sz="3600" b="0" i="0" smtClean="0">
                            <a:latin typeface="Cambria Math" panose="02040503050406030204" pitchFamily="18" charset="0"/>
                          </a:rPr>
                          <m:t>Σ</m:t>
                        </m:r>
                      </m:e>
                    </m:d>
                    <m:r>
                      <a:rPr lang="en-US" sz="3600" b="0" i="1" smtClean="0">
                        <a:latin typeface="Cambria Math" panose="02040503050406030204" pitchFamily="18" charset="0"/>
                      </a:rPr>
                      <m:t>=</m:t>
                    </m:r>
                    <m:r>
                      <a:rPr lang="en-US" sz="3600" i="1" smtClean="0">
                        <a:latin typeface="Cambria Math" panose="02040503050406030204" pitchFamily="18" charset="0"/>
                      </a:rPr>
                      <m:t>−</m:t>
                    </m:r>
                    <m:nary>
                      <m:naryPr>
                        <m:chr m:val="∬"/>
                        <m:supHide m:val="on"/>
                        <m:ctrlPr>
                          <a:rPr lang="en-US" sz="3600">
                            <a:latin typeface="Cambria Math" panose="02040503050406030204" pitchFamily="18" charset="0"/>
                          </a:rPr>
                        </m:ctrlPr>
                      </m:naryPr>
                      <m:sub>
                        <m:r>
                          <m:rPr>
                            <m:sty m:val="p"/>
                          </m:rPr>
                          <a:rPr lang="en-US" sz="3600">
                            <a:latin typeface="Cambria Math" panose="02040503050406030204" pitchFamily="18" charset="0"/>
                          </a:rPr>
                          <m:t>Σ</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𝑆</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dirty="0">
                                <a:latin typeface="Cambria Math" panose="02040503050406030204" pitchFamily="18" charset="0"/>
                              </a:rPr>
                            </m:ctrlPr>
                          </m:accPr>
                          <m:e>
                            <m:r>
                              <m:rPr>
                                <m:sty m:val="p"/>
                              </m:rPr>
                              <a:rPr lang="en-US" sz="3600" dirty="0">
                                <a:latin typeface="Cambria Math" panose="02040503050406030204" pitchFamily="18" charset="0"/>
                              </a:rPr>
                              <m:t>Σ</m:t>
                            </m:r>
                          </m:e>
                        </m:acc>
                      </m:e>
                    </m:nary>
                  </m:oMath>
                </a14:m>
                <a:br>
                  <a:rPr lang="en-US" sz="3600" i="1" dirty="0">
                    <a:latin typeface="Cambria Math" panose="02040503050406030204" pitchFamily="18" charset="0"/>
                  </a:rPr>
                </a:br>
                <a:r>
                  <a:rPr lang="en-US" sz="3600" i="1" dirty="0">
                    <a:latin typeface="Cambria Math" panose="02040503050406030204" pitchFamily="18" charset="0"/>
                  </a:rPr>
                  <a:t> </a:t>
                </a:r>
                <a14:m>
                  <m:oMath xmlns:m="http://schemas.openxmlformats.org/officeDocument/2006/math">
                    <m:r>
                      <a:rPr lang="en-US" sz="3600" b="0" i="1" dirty="0" smtClean="0">
                        <a:latin typeface="Cambria Math" panose="02040503050406030204" pitchFamily="18" charset="0"/>
                      </a:rPr>
                      <m:t>=</m:t>
                    </m:r>
                    <m:r>
                      <a:rPr lang="en-US" sz="3600" i="1" smtClean="0">
                        <a:latin typeface="Cambria Math" panose="02040503050406030204" pitchFamily="18" charset="0"/>
                      </a:rPr>
                      <m:t>𝛿</m:t>
                    </m:r>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i="1" dirty="0">
                                <a:latin typeface="Cambria Math" panose="02040503050406030204" pitchFamily="18" charset="0"/>
                              </a:rPr>
                            </m:ctrlPr>
                          </m:accPr>
                          <m:e>
                            <m:r>
                              <a:rPr lang="en-US" sz="3600" i="1" dirty="0">
                                <a:latin typeface="Cambria Math" panose="02040503050406030204" pitchFamily="18" charset="0"/>
                              </a:rPr>
                              <m:t>𝛾</m:t>
                            </m:r>
                          </m:e>
                        </m:acc>
                      </m:e>
                    </m:nary>
                    <m:r>
                      <a:rPr lang="en-US" sz="3600" b="0" i="1" dirty="0" smtClean="0">
                        <a:latin typeface="Cambria Math" panose="02040503050406030204" pitchFamily="18" charset="0"/>
                      </a:rPr>
                      <m:t>=0</m:t>
                    </m:r>
                  </m:oMath>
                </a14:m>
                <a:endParaRPr lang="en-US" sz="3600" dirty="0"/>
              </a:p>
            </p:txBody>
          </p:sp>
        </mc:Choice>
        <mc:Fallback xmlns="">
          <p:sp>
            <p:nvSpPr>
              <p:cNvPr id="194" name="TextBox 193">
                <a:extLst>
                  <a:ext uri="{FF2B5EF4-FFF2-40B4-BE49-F238E27FC236}">
                    <a16:creationId xmlns:a16="http://schemas.microsoft.com/office/drawing/2014/main" id="{9C13AE14-8F92-37C3-9AEB-363A97926256}"/>
                  </a:ext>
                </a:extLst>
              </p:cNvPr>
              <p:cNvSpPr txBox="1">
                <a:spLocks noRot="1" noChangeAspect="1" noMove="1" noResize="1" noEditPoints="1" noAdjustHandles="1" noChangeArrowheads="1" noChangeShapeType="1" noTextEdit="1"/>
              </p:cNvSpPr>
              <p:nvPr/>
            </p:nvSpPr>
            <p:spPr>
              <a:xfrm>
                <a:off x="394365" y="1564081"/>
                <a:ext cx="4101019" cy="1587294"/>
              </a:xfrm>
              <a:prstGeom prst="rect">
                <a:avLst/>
              </a:prstGeom>
              <a:blipFill>
                <a:blip r:embed="rId2"/>
                <a:stretch>
                  <a:fillRect/>
                </a:stretch>
              </a:blipFill>
            </p:spPr>
            <p:txBody>
              <a:bodyPr/>
              <a:lstStyle/>
              <a:p>
                <a:r>
                  <a:rPr lang="en-US">
                    <a:noFill/>
                  </a:rPr>
                  <a:t> </a:t>
                </a:r>
              </a:p>
            </p:txBody>
          </p:sp>
        </mc:Fallback>
      </mc:AlternateContent>
      <p:grpSp>
        <p:nvGrpSpPr>
          <p:cNvPr id="148" name="Group 147">
            <a:extLst>
              <a:ext uri="{FF2B5EF4-FFF2-40B4-BE49-F238E27FC236}">
                <a16:creationId xmlns:a16="http://schemas.microsoft.com/office/drawing/2014/main" id="{9B45F8E7-4492-3BB9-6282-319134FA9D70}"/>
              </a:ext>
            </a:extLst>
          </p:cNvPr>
          <p:cNvGrpSpPr/>
          <p:nvPr/>
        </p:nvGrpSpPr>
        <p:grpSpPr>
          <a:xfrm>
            <a:off x="4785064" y="564596"/>
            <a:ext cx="6829713" cy="3572398"/>
            <a:chOff x="4785064" y="564596"/>
            <a:chExt cx="6829713" cy="3572398"/>
          </a:xfrm>
        </p:grpSpPr>
        <p:sp>
          <p:nvSpPr>
            <p:cNvPr id="3" name="Freeform: Shape 2">
              <a:extLst>
                <a:ext uri="{FF2B5EF4-FFF2-40B4-BE49-F238E27FC236}">
                  <a16:creationId xmlns:a16="http://schemas.microsoft.com/office/drawing/2014/main" id="{1C5D2E0F-DEF8-2610-A441-0A59273ED87D}"/>
                </a:ext>
              </a:extLst>
            </p:cNvPr>
            <p:cNvSpPr/>
            <p:nvPr/>
          </p:nvSpPr>
          <p:spPr>
            <a:xfrm>
              <a:off x="5047617" y="1919951"/>
              <a:ext cx="6423103" cy="503490"/>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Lst>
              <a:ahLst/>
              <a:cxnLst>
                <a:cxn ang="0">
                  <a:pos x="connsiteX0" y="connsiteY0"/>
                </a:cxn>
                <a:cxn ang="0">
                  <a:pos x="connsiteX1" y="connsiteY1"/>
                </a:cxn>
                <a:cxn ang="0">
                  <a:pos x="connsiteX2" y="connsiteY2"/>
                </a:cxn>
                <a:cxn ang="0">
                  <a:pos x="connsiteX3" y="connsiteY3"/>
                </a:cxn>
              </a:cxnLst>
              <a:rect l="l" t="t" r="r" b="b"/>
              <a:pathLst>
                <a:path w="7361335" h="488561">
                  <a:moveTo>
                    <a:pt x="0" y="416091"/>
                  </a:moveTo>
                  <a:cubicBezTo>
                    <a:pt x="585495" y="19540"/>
                    <a:pt x="1220237" y="-8840"/>
                    <a:pt x="2052346" y="1657"/>
                  </a:cubicBezTo>
                  <a:cubicBezTo>
                    <a:pt x="2884455" y="12154"/>
                    <a:pt x="3859115" y="394320"/>
                    <a:pt x="4992655" y="479073"/>
                  </a:cubicBezTo>
                  <a:cubicBezTo>
                    <a:pt x="6126195" y="563826"/>
                    <a:pt x="6712858" y="51162"/>
                    <a:pt x="7361335" y="11647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E8637CD2-656F-5B7A-3CEE-921201C93BCD}"/>
                </a:ext>
              </a:extLst>
            </p:cNvPr>
            <p:cNvSpPr/>
            <p:nvPr/>
          </p:nvSpPr>
          <p:spPr>
            <a:xfrm>
              <a:off x="5180592" y="2121961"/>
              <a:ext cx="6323371" cy="525714"/>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417442 h 521158"/>
                <a:gd name="connsiteX1" fmla="*/ 2052346 w 7361335"/>
                <a:gd name="connsiteY1" fmla="*/ 3008 h 521158"/>
                <a:gd name="connsiteX2" fmla="*/ 4637055 w 7361335"/>
                <a:gd name="connsiteY2" fmla="*/ 512174 h 521158"/>
                <a:gd name="connsiteX3" fmla="*/ 7361335 w 7361335"/>
                <a:gd name="connsiteY3" fmla="*/ 117827 h 521158"/>
                <a:gd name="connsiteX0" fmla="*/ 0 w 7247035"/>
                <a:gd name="connsiteY0" fmla="*/ 417442 h 512500"/>
                <a:gd name="connsiteX1" fmla="*/ 2052346 w 7247035"/>
                <a:gd name="connsiteY1" fmla="*/ 3008 h 512500"/>
                <a:gd name="connsiteX2" fmla="*/ 4637055 w 7247035"/>
                <a:gd name="connsiteY2" fmla="*/ 512174 h 512500"/>
                <a:gd name="connsiteX3" fmla="*/ 7247035 w 7247035"/>
                <a:gd name="connsiteY3" fmla="*/ 92427 h 512500"/>
                <a:gd name="connsiteX0" fmla="*/ 0 w 7247035"/>
                <a:gd name="connsiteY0" fmla="*/ 459518 h 510126"/>
                <a:gd name="connsiteX1" fmla="*/ 2052346 w 7247035"/>
                <a:gd name="connsiteY1" fmla="*/ 634 h 510126"/>
                <a:gd name="connsiteX2" fmla="*/ 4637055 w 7247035"/>
                <a:gd name="connsiteY2" fmla="*/ 509800 h 510126"/>
                <a:gd name="connsiteX3" fmla="*/ 7247035 w 7247035"/>
                <a:gd name="connsiteY3" fmla="*/ 90053 h 510126"/>
              </a:gdLst>
              <a:ahLst/>
              <a:cxnLst>
                <a:cxn ang="0">
                  <a:pos x="connsiteX0" y="connsiteY0"/>
                </a:cxn>
                <a:cxn ang="0">
                  <a:pos x="connsiteX1" y="connsiteY1"/>
                </a:cxn>
                <a:cxn ang="0">
                  <a:pos x="connsiteX2" y="connsiteY2"/>
                </a:cxn>
                <a:cxn ang="0">
                  <a:pos x="connsiteX3" y="connsiteY3"/>
                </a:cxn>
              </a:cxnLst>
              <a:rect l="l" t="t" r="r" b="b"/>
              <a:pathLst>
                <a:path w="7247035" h="510126">
                  <a:moveTo>
                    <a:pt x="0" y="459518"/>
                  </a:moveTo>
                  <a:cubicBezTo>
                    <a:pt x="585495" y="62967"/>
                    <a:pt x="1279504" y="-7746"/>
                    <a:pt x="2052346" y="634"/>
                  </a:cubicBezTo>
                  <a:cubicBezTo>
                    <a:pt x="2825188" y="9014"/>
                    <a:pt x="3771274" y="494897"/>
                    <a:pt x="4637055" y="509800"/>
                  </a:cubicBezTo>
                  <a:cubicBezTo>
                    <a:pt x="5502836" y="524703"/>
                    <a:pt x="6598558" y="24739"/>
                    <a:pt x="7247035" y="90053"/>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C9C3EF49-15AD-9F42-ACDD-5AF587A37E95}"/>
                </a:ext>
              </a:extLst>
            </p:cNvPr>
            <p:cNvSpPr/>
            <p:nvPr/>
          </p:nvSpPr>
          <p:spPr>
            <a:xfrm>
              <a:off x="5269243" y="1668876"/>
              <a:ext cx="6323371" cy="477716"/>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351037 h 414114"/>
                <a:gd name="connsiteX1" fmla="*/ 2071396 w 7361335"/>
                <a:gd name="connsiteY1" fmla="*/ 6453 h 414114"/>
                <a:gd name="connsiteX2" fmla="*/ 4992655 w 7361335"/>
                <a:gd name="connsiteY2" fmla="*/ 414019 h 414114"/>
                <a:gd name="connsiteX3" fmla="*/ 7361335 w 7361335"/>
                <a:gd name="connsiteY3" fmla="*/ 51422 h 414114"/>
                <a:gd name="connsiteX0" fmla="*/ 0 w 7361335"/>
                <a:gd name="connsiteY0" fmla="*/ 298252 h 437529"/>
                <a:gd name="connsiteX1" fmla="*/ 2071396 w 7361335"/>
                <a:gd name="connsiteY1" fmla="*/ 29868 h 437529"/>
                <a:gd name="connsiteX2" fmla="*/ 4992655 w 7361335"/>
                <a:gd name="connsiteY2" fmla="*/ 437434 h 437529"/>
                <a:gd name="connsiteX3" fmla="*/ 7361335 w 7361335"/>
                <a:gd name="connsiteY3" fmla="*/ 74837 h 437529"/>
                <a:gd name="connsiteX0" fmla="*/ 0 w 7361335"/>
                <a:gd name="connsiteY0" fmla="*/ 275880 h 415157"/>
                <a:gd name="connsiteX1" fmla="*/ 2071396 w 7361335"/>
                <a:gd name="connsiteY1" fmla="*/ 7496 h 415157"/>
                <a:gd name="connsiteX2" fmla="*/ 4992655 w 7361335"/>
                <a:gd name="connsiteY2" fmla="*/ 415062 h 415157"/>
                <a:gd name="connsiteX3" fmla="*/ 7361335 w 7361335"/>
                <a:gd name="connsiteY3" fmla="*/ 52465 h 415157"/>
                <a:gd name="connsiteX0" fmla="*/ 0 w 7361335"/>
                <a:gd name="connsiteY0" fmla="*/ 278721 h 462439"/>
                <a:gd name="connsiteX1" fmla="*/ 2071396 w 7361335"/>
                <a:gd name="connsiteY1" fmla="*/ 10337 h 462439"/>
                <a:gd name="connsiteX2" fmla="*/ 4973605 w 7361335"/>
                <a:gd name="connsiteY2" fmla="*/ 462353 h 462439"/>
                <a:gd name="connsiteX3" fmla="*/ 7361335 w 7361335"/>
                <a:gd name="connsiteY3" fmla="*/ 55306 h 462439"/>
                <a:gd name="connsiteX0" fmla="*/ 0 w 7247035"/>
                <a:gd name="connsiteY0" fmla="*/ 278721 h 463552"/>
                <a:gd name="connsiteX1" fmla="*/ 2071396 w 7247035"/>
                <a:gd name="connsiteY1" fmla="*/ 10337 h 463552"/>
                <a:gd name="connsiteX2" fmla="*/ 4973605 w 7247035"/>
                <a:gd name="connsiteY2" fmla="*/ 462353 h 463552"/>
                <a:gd name="connsiteX3" fmla="*/ 7247035 w 7247035"/>
                <a:gd name="connsiteY3" fmla="*/ 163256 h 463552"/>
              </a:gdLst>
              <a:ahLst/>
              <a:cxnLst>
                <a:cxn ang="0">
                  <a:pos x="connsiteX0" y="connsiteY0"/>
                </a:cxn>
                <a:cxn ang="0">
                  <a:pos x="connsiteX1" y="connsiteY1"/>
                </a:cxn>
                <a:cxn ang="0">
                  <a:pos x="connsiteX2" y="connsiteY2"/>
                </a:cxn>
                <a:cxn ang="0">
                  <a:pos x="connsiteX3" y="connsiteY3"/>
                </a:cxn>
              </a:cxnLst>
              <a:rect l="l" t="t" r="r" b="b"/>
              <a:pathLst>
                <a:path w="7247035" h="463552">
                  <a:moveTo>
                    <a:pt x="0" y="278721"/>
                  </a:moveTo>
                  <a:cubicBezTo>
                    <a:pt x="661695" y="2820"/>
                    <a:pt x="1242462" y="-20268"/>
                    <a:pt x="2071396" y="10337"/>
                  </a:cubicBezTo>
                  <a:cubicBezTo>
                    <a:pt x="2900330" y="40942"/>
                    <a:pt x="4110999" y="436867"/>
                    <a:pt x="4973605" y="462353"/>
                  </a:cubicBezTo>
                  <a:cubicBezTo>
                    <a:pt x="5836211" y="487839"/>
                    <a:pt x="6598558" y="97942"/>
                    <a:pt x="7247035" y="163256"/>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6DC99E5D-1113-D13F-657F-6E67AA604998}"/>
                </a:ext>
              </a:extLst>
            </p:cNvPr>
            <p:cNvSpPr/>
            <p:nvPr/>
          </p:nvSpPr>
          <p:spPr>
            <a:xfrm>
              <a:off x="5091941" y="2400396"/>
              <a:ext cx="6445266" cy="492679"/>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86735"/>
                <a:gd name="connsiteY0" fmla="*/ 503369 h 503369"/>
                <a:gd name="connsiteX1" fmla="*/ 2077746 w 7386735"/>
                <a:gd name="connsiteY1" fmla="*/ 35 h 503369"/>
                <a:gd name="connsiteX2" fmla="*/ 5018055 w 7386735"/>
                <a:gd name="connsiteY2" fmla="*/ 477451 h 503369"/>
                <a:gd name="connsiteX3" fmla="*/ 7386735 w 7386735"/>
                <a:gd name="connsiteY3" fmla="*/ 114854 h 503369"/>
                <a:gd name="connsiteX0" fmla="*/ 0 w 7386735"/>
                <a:gd name="connsiteY0" fmla="*/ 477966 h 477966"/>
                <a:gd name="connsiteX1" fmla="*/ 2084096 w 7386735"/>
                <a:gd name="connsiteY1" fmla="*/ 32 h 477966"/>
                <a:gd name="connsiteX2" fmla="*/ 5018055 w 7386735"/>
                <a:gd name="connsiteY2" fmla="*/ 452048 h 477966"/>
                <a:gd name="connsiteX3" fmla="*/ 7386735 w 7386735"/>
                <a:gd name="connsiteY3" fmla="*/ 89451 h 477966"/>
                <a:gd name="connsiteX0" fmla="*/ 0 w 7386735"/>
                <a:gd name="connsiteY0" fmla="*/ 478098 h 478098"/>
                <a:gd name="connsiteX1" fmla="*/ 2084096 w 7386735"/>
                <a:gd name="connsiteY1" fmla="*/ 164 h 478098"/>
                <a:gd name="connsiteX2" fmla="*/ 5024405 w 7386735"/>
                <a:gd name="connsiteY2" fmla="*/ 420430 h 478098"/>
                <a:gd name="connsiteX3" fmla="*/ 7386735 w 7386735"/>
                <a:gd name="connsiteY3" fmla="*/ 89583 h 478098"/>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 name="connsiteX0" fmla="*/ 0 w 7386735"/>
                <a:gd name="connsiteY0" fmla="*/ 478070 h 478070"/>
                <a:gd name="connsiteX1" fmla="*/ 2084096 w 7386735"/>
                <a:gd name="connsiteY1" fmla="*/ 136 h 478070"/>
                <a:gd name="connsiteX2" fmla="*/ 5024405 w 7386735"/>
                <a:gd name="connsiteY2" fmla="*/ 420402 h 478070"/>
                <a:gd name="connsiteX3" fmla="*/ 7386735 w 7386735"/>
                <a:gd name="connsiteY3" fmla="*/ 89555 h 478070"/>
              </a:gdLst>
              <a:ahLst/>
              <a:cxnLst>
                <a:cxn ang="0">
                  <a:pos x="connsiteX0" y="connsiteY0"/>
                </a:cxn>
                <a:cxn ang="0">
                  <a:pos x="connsiteX1" y="connsiteY1"/>
                </a:cxn>
                <a:cxn ang="0">
                  <a:pos x="connsiteX2" y="connsiteY2"/>
                </a:cxn>
                <a:cxn ang="0">
                  <a:pos x="connsiteX3" y="connsiteY3"/>
                </a:cxn>
              </a:cxnLst>
              <a:rect l="l" t="t" r="r" b="b"/>
              <a:pathLst>
                <a:path w="7386735" h="478070">
                  <a:moveTo>
                    <a:pt x="0" y="478070"/>
                  </a:moveTo>
                  <a:cubicBezTo>
                    <a:pt x="585495" y="81519"/>
                    <a:pt x="1246695" y="9747"/>
                    <a:pt x="2084096" y="136"/>
                  </a:cubicBezTo>
                  <a:cubicBezTo>
                    <a:pt x="2921497" y="-9475"/>
                    <a:pt x="4140632" y="494399"/>
                    <a:pt x="5024405" y="420402"/>
                  </a:cubicBezTo>
                  <a:cubicBezTo>
                    <a:pt x="5908178" y="346405"/>
                    <a:pt x="6706508" y="106791"/>
                    <a:pt x="7386735" y="89555"/>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C6A22475-2CF6-3932-D4A5-235773794B6F}"/>
                </a:ext>
              </a:extLst>
            </p:cNvPr>
            <p:cNvSpPr/>
            <p:nvPr/>
          </p:nvSpPr>
          <p:spPr>
            <a:xfrm>
              <a:off x="4997750" y="1388960"/>
              <a:ext cx="6617027" cy="541631"/>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615335"/>
                <a:gd name="connsiteY0" fmla="*/ 416091 h 486221"/>
                <a:gd name="connsiteX1" fmla="*/ 2052346 w 7615335"/>
                <a:gd name="connsiteY1" fmla="*/ 1657 h 486221"/>
                <a:gd name="connsiteX2" fmla="*/ 4992655 w 7615335"/>
                <a:gd name="connsiteY2" fmla="*/ 479073 h 486221"/>
                <a:gd name="connsiteX3" fmla="*/ 7615335 w 7615335"/>
                <a:gd name="connsiteY3" fmla="*/ 326026 h 486221"/>
                <a:gd name="connsiteX0" fmla="*/ 0 w 7615335"/>
                <a:gd name="connsiteY0" fmla="*/ 417734 h 525170"/>
                <a:gd name="connsiteX1" fmla="*/ 2052346 w 7615335"/>
                <a:gd name="connsiteY1" fmla="*/ 3300 h 525170"/>
                <a:gd name="connsiteX2" fmla="*/ 5100605 w 7615335"/>
                <a:gd name="connsiteY2" fmla="*/ 518816 h 525170"/>
                <a:gd name="connsiteX3" fmla="*/ 7615335 w 7615335"/>
                <a:gd name="connsiteY3" fmla="*/ 327669 h 525170"/>
                <a:gd name="connsiteX0" fmla="*/ 0 w 7583585"/>
                <a:gd name="connsiteY0" fmla="*/ 368528 h 533114"/>
                <a:gd name="connsiteX1" fmla="*/ 2020596 w 7583585"/>
                <a:gd name="connsiteY1" fmla="*/ 11244 h 533114"/>
                <a:gd name="connsiteX2" fmla="*/ 5068855 w 7583585"/>
                <a:gd name="connsiteY2" fmla="*/ 526760 h 533114"/>
                <a:gd name="connsiteX3" fmla="*/ 7583585 w 7583585"/>
                <a:gd name="connsiteY3" fmla="*/ 335613 h 533114"/>
                <a:gd name="connsiteX0" fmla="*/ 0 w 7583585"/>
                <a:gd name="connsiteY0" fmla="*/ 361689 h 526275"/>
                <a:gd name="connsiteX1" fmla="*/ 2020596 w 7583585"/>
                <a:gd name="connsiteY1" fmla="*/ 4405 h 526275"/>
                <a:gd name="connsiteX2" fmla="*/ 5068855 w 7583585"/>
                <a:gd name="connsiteY2" fmla="*/ 519921 h 526275"/>
                <a:gd name="connsiteX3" fmla="*/ 7583585 w 7583585"/>
                <a:gd name="connsiteY3" fmla="*/ 328774 h 526275"/>
                <a:gd name="connsiteX0" fmla="*/ 0 w 7583585"/>
                <a:gd name="connsiteY0" fmla="*/ 360985 h 525571"/>
                <a:gd name="connsiteX1" fmla="*/ 2020596 w 7583585"/>
                <a:gd name="connsiteY1" fmla="*/ 3701 h 525571"/>
                <a:gd name="connsiteX2" fmla="*/ 5068855 w 7583585"/>
                <a:gd name="connsiteY2" fmla="*/ 519217 h 525571"/>
                <a:gd name="connsiteX3" fmla="*/ 7583585 w 7583585"/>
                <a:gd name="connsiteY3" fmla="*/ 328070 h 525571"/>
              </a:gdLst>
              <a:ahLst/>
              <a:cxnLst>
                <a:cxn ang="0">
                  <a:pos x="connsiteX0" y="connsiteY0"/>
                </a:cxn>
                <a:cxn ang="0">
                  <a:pos x="connsiteX1" y="connsiteY1"/>
                </a:cxn>
                <a:cxn ang="0">
                  <a:pos x="connsiteX2" y="connsiteY2"/>
                </a:cxn>
                <a:cxn ang="0">
                  <a:pos x="connsiteX3" y="connsiteY3"/>
                </a:cxn>
              </a:cxnLst>
              <a:rect l="l" t="t" r="r" b="b"/>
              <a:pathLst>
                <a:path w="7583585" h="525571">
                  <a:moveTo>
                    <a:pt x="0" y="360985"/>
                  </a:moveTo>
                  <a:cubicBezTo>
                    <a:pt x="623595" y="91434"/>
                    <a:pt x="1175787" y="-22671"/>
                    <a:pt x="2020596" y="3701"/>
                  </a:cubicBezTo>
                  <a:cubicBezTo>
                    <a:pt x="2865405" y="30073"/>
                    <a:pt x="4141690" y="465156"/>
                    <a:pt x="5068855" y="519217"/>
                  </a:cubicBezTo>
                  <a:cubicBezTo>
                    <a:pt x="5996020" y="573279"/>
                    <a:pt x="6935108" y="262756"/>
                    <a:pt x="7583585" y="328070"/>
                  </a:cubicBezTo>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44BC87A-34E4-53EF-1F19-884E8641318D}"/>
                </a:ext>
              </a:extLst>
            </p:cNvPr>
            <p:cNvCxnSpPr>
              <a:cxnSpLocks/>
            </p:cNvCxnSpPr>
            <p:nvPr/>
          </p:nvCxnSpPr>
          <p:spPr>
            <a:xfrm flipV="1">
              <a:off x="6356854" y="1373749"/>
              <a:ext cx="278142" cy="2157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BAC15F6-657F-E552-4892-4B0D2A17DBD3}"/>
                </a:ext>
              </a:extLst>
            </p:cNvPr>
            <p:cNvCxnSpPr>
              <a:cxnSpLocks/>
            </p:cNvCxnSpPr>
            <p:nvPr/>
          </p:nvCxnSpPr>
          <p:spPr>
            <a:xfrm>
              <a:off x="7332363" y="1705053"/>
              <a:ext cx="228276" cy="2617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461681B-AAE9-9B2D-54EE-A621C06FFFAA}"/>
                </a:ext>
              </a:extLst>
            </p:cNvPr>
            <p:cNvCxnSpPr>
              <a:cxnSpLocks/>
            </p:cNvCxnSpPr>
            <p:nvPr/>
          </p:nvCxnSpPr>
          <p:spPr>
            <a:xfrm>
              <a:off x="7917231" y="2113115"/>
              <a:ext cx="255096" cy="685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0AF26B7-C6F9-5C34-A483-DA6536DDEDEB}"/>
                </a:ext>
              </a:extLst>
            </p:cNvPr>
            <p:cNvCxnSpPr>
              <a:cxnSpLocks/>
            </p:cNvCxnSpPr>
            <p:nvPr/>
          </p:nvCxnSpPr>
          <p:spPr>
            <a:xfrm>
              <a:off x="8344494" y="2470662"/>
              <a:ext cx="253357" cy="7988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73C1A40-12F6-246D-5826-03EF4F4AF672}"/>
                </a:ext>
              </a:extLst>
            </p:cNvPr>
            <p:cNvCxnSpPr>
              <a:cxnSpLocks/>
            </p:cNvCxnSpPr>
            <p:nvPr/>
          </p:nvCxnSpPr>
          <p:spPr>
            <a:xfrm>
              <a:off x="8829450" y="2789015"/>
              <a:ext cx="222734" cy="5003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DA7ADC5-2E95-DA3E-80E6-8C00CF9E92B7}"/>
                </a:ext>
              </a:extLst>
            </p:cNvPr>
            <p:cNvCxnSpPr>
              <a:cxnSpLocks/>
            </p:cNvCxnSpPr>
            <p:nvPr/>
          </p:nvCxnSpPr>
          <p:spPr>
            <a:xfrm>
              <a:off x="5494726" y="564596"/>
              <a:ext cx="0" cy="357239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2C2D97F-2C9C-D7BA-967D-EB5B602AAFF9}"/>
                </a:ext>
              </a:extLst>
            </p:cNvPr>
            <p:cNvCxnSpPr/>
            <p:nvPr/>
          </p:nvCxnSpPr>
          <p:spPr>
            <a:xfrm flipH="1">
              <a:off x="4867839" y="1088808"/>
              <a:ext cx="2556395" cy="301933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BD9F3F4-0450-7C23-D62D-F4295973356E}"/>
                </a:ext>
              </a:extLst>
            </p:cNvPr>
            <p:cNvCxnSpPr>
              <a:cxnSpLocks/>
            </p:cNvCxnSpPr>
            <p:nvPr/>
          </p:nvCxnSpPr>
          <p:spPr>
            <a:xfrm>
              <a:off x="4785064" y="3367735"/>
              <a:ext cx="678313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AB0CDC5-2ACF-72BC-19C5-8993E2BAFF0C}"/>
                    </a:ext>
                  </a:extLst>
                </p:cNvPr>
                <p:cNvSpPr txBox="1"/>
                <p:nvPr/>
              </p:nvSpPr>
              <p:spPr>
                <a:xfrm>
                  <a:off x="7085664" y="809200"/>
                  <a:ext cx="322482"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𝑞</m:t>
                        </m:r>
                      </m:oMath>
                    </m:oMathPara>
                  </a14:m>
                  <a:endParaRPr lang="en-US" dirty="0"/>
                </a:p>
              </p:txBody>
            </p:sp>
          </mc:Choice>
          <mc:Fallback xmlns="">
            <p:sp>
              <p:nvSpPr>
                <p:cNvPr id="17" name="TextBox 16">
                  <a:extLst>
                    <a:ext uri="{FF2B5EF4-FFF2-40B4-BE49-F238E27FC236}">
                      <a16:creationId xmlns:a16="http://schemas.microsoft.com/office/drawing/2014/main" id="{9AB0CDC5-2ACF-72BC-19C5-8993E2BAFF0C}"/>
                    </a:ext>
                  </a:extLst>
                </p:cNvPr>
                <p:cNvSpPr txBox="1">
                  <a:spLocks noRot="1" noChangeAspect="1" noMove="1" noResize="1" noEditPoints="1" noAdjustHandles="1" noChangeArrowheads="1" noChangeShapeType="1" noTextEdit="1"/>
                </p:cNvSpPr>
                <p:nvPr/>
              </p:nvSpPr>
              <p:spPr>
                <a:xfrm>
                  <a:off x="7085664" y="809200"/>
                  <a:ext cx="322482" cy="38061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D250A47-BA32-51BD-66D7-B414B32944AF}"/>
                    </a:ext>
                  </a:extLst>
                </p:cNvPr>
                <p:cNvSpPr txBox="1"/>
                <p:nvPr/>
              </p:nvSpPr>
              <p:spPr>
                <a:xfrm>
                  <a:off x="5141932" y="564596"/>
                  <a:ext cx="321643"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8" name="TextBox 17">
                  <a:extLst>
                    <a:ext uri="{FF2B5EF4-FFF2-40B4-BE49-F238E27FC236}">
                      <a16:creationId xmlns:a16="http://schemas.microsoft.com/office/drawing/2014/main" id="{BD250A47-BA32-51BD-66D7-B414B32944AF}"/>
                    </a:ext>
                  </a:extLst>
                </p:cNvPr>
                <p:cNvSpPr txBox="1">
                  <a:spLocks noRot="1" noChangeAspect="1" noMove="1" noResize="1" noEditPoints="1" noAdjustHandles="1" noChangeArrowheads="1" noChangeShapeType="1" noTextEdit="1"/>
                </p:cNvSpPr>
                <p:nvPr/>
              </p:nvSpPr>
              <p:spPr>
                <a:xfrm>
                  <a:off x="5141932" y="564596"/>
                  <a:ext cx="321643" cy="38061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C470CAB-4913-E26F-E127-184960790CB5}"/>
                    </a:ext>
                  </a:extLst>
                </p:cNvPr>
                <p:cNvSpPr txBox="1"/>
                <p:nvPr/>
              </p:nvSpPr>
              <p:spPr>
                <a:xfrm>
                  <a:off x="11313376" y="3406504"/>
                  <a:ext cx="291936" cy="38061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oMath>
                    </m:oMathPara>
                  </a14:m>
                  <a:endParaRPr lang="en-US" dirty="0"/>
                </a:p>
              </p:txBody>
            </p:sp>
          </mc:Choice>
          <mc:Fallback xmlns="">
            <p:sp>
              <p:nvSpPr>
                <p:cNvPr id="19" name="TextBox 18">
                  <a:extLst>
                    <a:ext uri="{FF2B5EF4-FFF2-40B4-BE49-F238E27FC236}">
                      <a16:creationId xmlns:a16="http://schemas.microsoft.com/office/drawing/2014/main" id="{BC470CAB-4913-E26F-E127-184960790CB5}"/>
                    </a:ext>
                  </a:extLst>
                </p:cNvPr>
                <p:cNvSpPr txBox="1">
                  <a:spLocks noRot="1" noChangeAspect="1" noMove="1" noResize="1" noEditPoints="1" noAdjustHandles="1" noChangeArrowheads="1" noChangeShapeType="1" noTextEdit="1"/>
                </p:cNvSpPr>
                <p:nvPr/>
              </p:nvSpPr>
              <p:spPr>
                <a:xfrm>
                  <a:off x="11313376" y="3406504"/>
                  <a:ext cx="291936" cy="38061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514546-3A91-60A8-B0F6-7965D46F95DB}"/>
                    </a:ext>
                  </a:extLst>
                </p:cNvPr>
                <p:cNvSpPr txBox="1"/>
                <p:nvPr/>
              </p:nvSpPr>
              <p:spPr>
                <a:xfrm>
                  <a:off x="9441180" y="1356367"/>
                  <a:ext cx="513095" cy="581865"/>
                </a:xfrm>
                <a:prstGeom prst="rect">
                  <a:avLst/>
                </a:prstGeom>
                <a:noFill/>
              </p:spPr>
              <p:txBody>
                <a:bodyPr wrap="none" rtlCol="0">
                  <a:spAutoFit/>
                </a:bodyPr>
                <a:lstStyle/>
                <a:p>
                  <a:pPr/>
                  <a14:m>
                    <m:oMathPara xmlns:m="http://schemas.openxmlformats.org/officeDocument/2006/math">
                      <m:oMath>
                        <m:acc>
                          <m:accPr>
                            <m:chr m:val="⃗"/>
                            <m:ctrlPr>
                              <a:rPr lang="en-US" b="0" i="1" smtClean="0">
                                <a:solidFill>
                                  <a:schemeClr val="accent5"/>
                                </a:solidFill>
                                <a:latin typeface="Cambria Math" panose="02040503050406030204" pitchFamily="18" charset="0"/>
                              </a:rPr>
                            </m:ctrlPr>
                          </m:accPr>
                          <m:e>
                            <m:r>
                              <a:rPr lang="en-US" b="0" i="1" smtClean="0">
                                <a:solidFill>
                                  <a:schemeClr val="accent5"/>
                                </a:solidFill>
                                <a:latin typeface="Cambria Math" panose="02040503050406030204" pitchFamily="18" charset="0"/>
                              </a:rPr>
                              <m:t>𝑆</m:t>
                            </m:r>
                          </m:e>
                        </m:acc>
                        <m:r>
                          <a:rPr lang="en-US" b="0" i="1" smtClean="0">
                            <a:solidFill>
                              <a:schemeClr val="accent5"/>
                            </a:solidFill>
                            <a:latin typeface="Cambria Math" panose="02040503050406030204" pitchFamily="18" charset="0"/>
                          </a:rPr>
                          <m:t> </m:t>
                        </m:r>
                      </m:oMath>
                    </m:oMathPara>
                  </a14:m>
                  <a:endParaRPr lang="en-US" dirty="0">
                    <a:solidFill>
                      <a:schemeClr val="accent5"/>
                    </a:solidFill>
                  </a:endParaRPr>
                </a:p>
              </p:txBody>
            </p:sp>
          </mc:Choice>
          <mc:Fallback xmlns="">
            <p:sp>
              <p:nvSpPr>
                <p:cNvPr id="20" name="TextBox 19">
                  <a:extLst>
                    <a:ext uri="{FF2B5EF4-FFF2-40B4-BE49-F238E27FC236}">
                      <a16:creationId xmlns:a16="http://schemas.microsoft.com/office/drawing/2014/main" id="{08514546-3A91-60A8-B0F6-7965D46F95DB}"/>
                    </a:ext>
                  </a:extLst>
                </p:cNvPr>
                <p:cNvSpPr txBox="1">
                  <a:spLocks noRot="1" noChangeAspect="1" noMove="1" noResize="1" noEditPoints="1" noAdjustHandles="1" noChangeArrowheads="1" noChangeShapeType="1" noTextEdit="1"/>
                </p:cNvSpPr>
                <p:nvPr/>
              </p:nvSpPr>
              <p:spPr>
                <a:xfrm>
                  <a:off x="9441180" y="1356367"/>
                  <a:ext cx="513095" cy="581865"/>
                </a:xfrm>
                <a:prstGeom prst="rect">
                  <a:avLst/>
                </a:prstGeom>
                <a:blipFill>
                  <a:blip r:embed="rId6"/>
                  <a:stretch>
                    <a:fillRect t="-18947" r="-30952"/>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F720125E-5F4E-BE36-0CFF-94639596CB41}"/>
                </a:ext>
              </a:extLst>
            </p:cNvPr>
            <p:cNvCxnSpPr>
              <a:cxnSpLocks/>
            </p:cNvCxnSpPr>
            <p:nvPr/>
          </p:nvCxnSpPr>
          <p:spPr>
            <a:xfrm>
              <a:off x="8613619" y="2280893"/>
              <a:ext cx="263773" cy="7127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E622377-42B2-22C7-BD56-467D75FF9F4D}"/>
                </a:ext>
              </a:extLst>
            </p:cNvPr>
            <p:cNvCxnSpPr>
              <a:cxnSpLocks/>
            </p:cNvCxnSpPr>
            <p:nvPr/>
          </p:nvCxnSpPr>
          <p:spPr>
            <a:xfrm>
              <a:off x="7604012" y="2233576"/>
              <a:ext cx="253357" cy="79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F8F6ABD-39BD-0586-2717-994D94F1E7F4}"/>
                </a:ext>
              </a:extLst>
            </p:cNvPr>
            <p:cNvCxnSpPr>
              <a:cxnSpLocks/>
            </p:cNvCxnSpPr>
            <p:nvPr/>
          </p:nvCxnSpPr>
          <p:spPr>
            <a:xfrm>
              <a:off x="9392828" y="2412965"/>
              <a:ext cx="246369" cy="1452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46D4CDF-F8D4-12B9-8F59-F67039CC6494}"/>
                </a:ext>
              </a:extLst>
            </p:cNvPr>
            <p:cNvCxnSpPr>
              <a:cxnSpLocks/>
            </p:cNvCxnSpPr>
            <p:nvPr/>
          </p:nvCxnSpPr>
          <p:spPr>
            <a:xfrm flipV="1">
              <a:off x="9322352" y="2634574"/>
              <a:ext cx="242045" cy="1398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5129AE7-1BF0-25B2-462B-3DD1EB58D91A}"/>
                </a:ext>
              </a:extLst>
            </p:cNvPr>
            <p:cNvCxnSpPr>
              <a:cxnSpLocks/>
            </p:cNvCxnSpPr>
            <p:nvPr/>
          </p:nvCxnSpPr>
          <p:spPr>
            <a:xfrm>
              <a:off x="7133279" y="1941028"/>
              <a:ext cx="254361" cy="4663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1C8FB61-A6CF-5F11-3A3E-F6DE494B670D}"/>
                </a:ext>
              </a:extLst>
            </p:cNvPr>
            <p:cNvCxnSpPr>
              <a:cxnSpLocks/>
            </p:cNvCxnSpPr>
            <p:nvPr/>
          </p:nvCxnSpPr>
          <p:spPr>
            <a:xfrm>
              <a:off x="6810837" y="2121077"/>
              <a:ext cx="261922"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B1E1832-9C88-2B92-08F6-DA50BB90D823}"/>
                </a:ext>
              </a:extLst>
            </p:cNvPr>
            <p:cNvCxnSpPr>
              <a:cxnSpLocks/>
            </p:cNvCxnSpPr>
            <p:nvPr/>
          </p:nvCxnSpPr>
          <p:spPr>
            <a:xfrm>
              <a:off x="8044779" y="2602230"/>
              <a:ext cx="253357" cy="7988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C77E6D3-5418-A8A5-5516-A19B5F4B5C7B}"/>
                </a:ext>
              </a:extLst>
            </p:cNvPr>
            <p:cNvCxnSpPr>
              <a:cxnSpLocks/>
            </p:cNvCxnSpPr>
            <p:nvPr/>
          </p:nvCxnSpPr>
          <p:spPr>
            <a:xfrm>
              <a:off x="7259958" y="2427491"/>
              <a:ext cx="252927" cy="4788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0CC31A5-7CF6-3E45-840E-D63FE74E41D5}"/>
                </a:ext>
              </a:extLst>
            </p:cNvPr>
            <p:cNvCxnSpPr>
              <a:cxnSpLocks/>
            </p:cNvCxnSpPr>
            <p:nvPr/>
          </p:nvCxnSpPr>
          <p:spPr>
            <a:xfrm flipV="1">
              <a:off x="10195038" y="2298190"/>
              <a:ext cx="215329" cy="5953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58966F6-B5D1-DBAA-E9A4-3D6822105771}"/>
                </a:ext>
              </a:extLst>
            </p:cNvPr>
            <p:cNvCxnSpPr>
              <a:cxnSpLocks/>
            </p:cNvCxnSpPr>
            <p:nvPr/>
          </p:nvCxnSpPr>
          <p:spPr>
            <a:xfrm flipV="1">
              <a:off x="10113075" y="2440700"/>
              <a:ext cx="208641" cy="6446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BCADC3A-D5D5-2119-2366-9E0F770D5F10}"/>
                </a:ext>
              </a:extLst>
            </p:cNvPr>
            <p:cNvCxnSpPr>
              <a:cxnSpLocks/>
            </p:cNvCxnSpPr>
            <p:nvPr/>
          </p:nvCxnSpPr>
          <p:spPr>
            <a:xfrm flipV="1">
              <a:off x="9893513" y="2734613"/>
              <a:ext cx="219562" cy="4736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0BCCF11C-297A-7F91-524A-B75BBBC908F1}"/>
                </a:ext>
              </a:extLst>
            </p:cNvPr>
            <p:cNvCxnSpPr>
              <a:cxnSpLocks/>
            </p:cNvCxnSpPr>
            <p:nvPr/>
          </p:nvCxnSpPr>
          <p:spPr>
            <a:xfrm flipV="1">
              <a:off x="10860298" y="2533131"/>
              <a:ext cx="219324" cy="5188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2D8C71B3-E165-4667-E404-F8EC3835F190}"/>
                </a:ext>
              </a:extLst>
            </p:cNvPr>
            <p:cNvCxnSpPr>
              <a:cxnSpLocks/>
            </p:cNvCxnSpPr>
            <p:nvPr/>
          </p:nvCxnSpPr>
          <p:spPr>
            <a:xfrm flipV="1">
              <a:off x="11013755" y="2216149"/>
              <a:ext cx="197884" cy="4013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AF8739D-D220-F5BB-0EA5-04323914432B}"/>
                </a:ext>
              </a:extLst>
            </p:cNvPr>
            <p:cNvCxnSpPr>
              <a:cxnSpLocks/>
            </p:cNvCxnSpPr>
            <p:nvPr/>
          </p:nvCxnSpPr>
          <p:spPr>
            <a:xfrm flipV="1">
              <a:off x="11043785" y="2021015"/>
              <a:ext cx="206083" cy="6702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EA1A8960-D6F7-56C7-DA76-27EDC9862E72}"/>
                </a:ext>
              </a:extLst>
            </p:cNvPr>
            <p:cNvCxnSpPr>
              <a:cxnSpLocks/>
            </p:cNvCxnSpPr>
            <p:nvPr/>
          </p:nvCxnSpPr>
          <p:spPr>
            <a:xfrm flipV="1">
              <a:off x="6239668" y="2412234"/>
              <a:ext cx="256257" cy="2537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F15526F6-B2E8-333B-989F-01753516C7F6}"/>
                </a:ext>
              </a:extLst>
            </p:cNvPr>
            <p:cNvCxnSpPr>
              <a:cxnSpLocks/>
            </p:cNvCxnSpPr>
            <p:nvPr/>
          </p:nvCxnSpPr>
          <p:spPr>
            <a:xfrm flipV="1">
              <a:off x="6070656" y="2150514"/>
              <a:ext cx="244370" cy="3874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2DBFA49D-7E03-CAEF-B779-8AB2B26B10B2}"/>
                </a:ext>
              </a:extLst>
            </p:cNvPr>
            <p:cNvCxnSpPr>
              <a:cxnSpLocks/>
            </p:cNvCxnSpPr>
            <p:nvPr/>
          </p:nvCxnSpPr>
          <p:spPr>
            <a:xfrm>
              <a:off x="8314574" y="1715511"/>
              <a:ext cx="252234" cy="6984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224A4D6-AC17-3861-8BB7-1E1AAAF6C9D1}"/>
                </a:ext>
              </a:extLst>
            </p:cNvPr>
            <p:cNvCxnSpPr>
              <a:cxnSpLocks/>
            </p:cNvCxnSpPr>
            <p:nvPr/>
          </p:nvCxnSpPr>
          <p:spPr>
            <a:xfrm>
              <a:off x="7423245" y="1491901"/>
              <a:ext cx="273820" cy="6296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09982FAF-C72F-3A25-9779-E372684F6262}"/>
                </a:ext>
              </a:extLst>
            </p:cNvPr>
            <p:cNvCxnSpPr>
              <a:cxnSpLocks/>
            </p:cNvCxnSpPr>
            <p:nvPr/>
          </p:nvCxnSpPr>
          <p:spPr>
            <a:xfrm>
              <a:off x="9235803" y="1905060"/>
              <a:ext cx="237173" cy="4704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3E6D31F4-E50E-D6EE-CC36-60F4C20E73FF}"/>
                </a:ext>
              </a:extLst>
            </p:cNvPr>
            <p:cNvCxnSpPr>
              <a:cxnSpLocks/>
            </p:cNvCxnSpPr>
            <p:nvPr/>
          </p:nvCxnSpPr>
          <p:spPr>
            <a:xfrm flipV="1">
              <a:off x="10068363" y="1872729"/>
              <a:ext cx="215768" cy="2996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DDBEEC9D-B4FD-99A1-0C17-47D88C86C4CE}"/>
                </a:ext>
              </a:extLst>
            </p:cNvPr>
            <p:cNvCxnSpPr>
              <a:cxnSpLocks/>
            </p:cNvCxnSpPr>
            <p:nvPr/>
          </p:nvCxnSpPr>
          <p:spPr>
            <a:xfrm flipV="1">
              <a:off x="10900807" y="1729465"/>
              <a:ext cx="239626" cy="4088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906C036C-FC53-51F9-7BC0-040007C88622}"/>
                </a:ext>
              </a:extLst>
            </p:cNvPr>
            <p:cNvCxnSpPr>
              <a:cxnSpLocks/>
            </p:cNvCxnSpPr>
            <p:nvPr/>
          </p:nvCxnSpPr>
          <p:spPr>
            <a:xfrm>
              <a:off x="8238736" y="1888832"/>
              <a:ext cx="237313" cy="6622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F66A7571-E9BB-E006-F38F-5E28DD35061B}"/>
                </a:ext>
              </a:extLst>
            </p:cNvPr>
            <p:cNvCxnSpPr>
              <a:cxnSpLocks/>
            </p:cNvCxnSpPr>
            <p:nvPr/>
          </p:nvCxnSpPr>
          <p:spPr>
            <a:xfrm>
              <a:off x="9167472" y="2101414"/>
              <a:ext cx="268248" cy="4790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7FC22538-493C-83F2-BA16-0AE6CA892003}"/>
                </a:ext>
              </a:extLst>
            </p:cNvPr>
            <p:cNvCxnSpPr>
              <a:cxnSpLocks/>
            </p:cNvCxnSpPr>
            <p:nvPr/>
          </p:nvCxnSpPr>
          <p:spPr>
            <a:xfrm flipV="1">
              <a:off x="10113075" y="2064891"/>
              <a:ext cx="208641" cy="3789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2CA794D0-6906-7C4F-3A1F-D3BEB19FBB5A}"/>
                </a:ext>
              </a:extLst>
            </p:cNvPr>
            <p:cNvCxnSpPr>
              <a:cxnSpLocks/>
            </p:cNvCxnSpPr>
            <p:nvPr/>
          </p:nvCxnSpPr>
          <p:spPr>
            <a:xfrm flipV="1">
              <a:off x="10932389" y="1858713"/>
              <a:ext cx="194477" cy="5261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C526A33C-4F89-55CF-2540-2CE5E59FA511}"/>
                </a:ext>
              </a:extLst>
            </p:cNvPr>
            <p:cNvCxnSpPr>
              <a:cxnSpLocks/>
            </p:cNvCxnSpPr>
            <p:nvPr/>
          </p:nvCxnSpPr>
          <p:spPr>
            <a:xfrm flipV="1">
              <a:off x="6364141" y="1662231"/>
              <a:ext cx="270854" cy="1236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35FFFEF2-2F2C-4BAB-28D3-CDE7695EB66F}"/>
                </a:ext>
              </a:extLst>
            </p:cNvPr>
            <p:cNvCxnSpPr>
              <a:cxnSpLocks/>
            </p:cNvCxnSpPr>
            <p:nvPr/>
          </p:nvCxnSpPr>
          <p:spPr>
            <a:xfrm flipV="1">
              <a:off x="6024437" y="1919951"/>
              <a:ext cx="250467" cy="34722"/>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DD87C9B6-DA2F-F014-154E-BA547514FE3F}"/>
                    </a:ext>
                  </a:extLst>
                </p:cNvPr>
                <p:cNvSpPr txBox="1"/>
                <p:nvPr/>
              </p:nvSpPr>
              <p:spPr>
                <a:xfrm>
                  <a:off x="6628445" y="1308601"/>
                  <a:ext cx="249576"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𝛾</m:t>
                        </m:r>
                      </m:oMath>
                    </m:oMathPara>
                  </a14:m>
                  <a:endParaRPr lang="en-US" dirty="0"/>
                </a:p>
              </p:txBody>
            </p:sp>
          </mc:Choice>
          <mc:Fallback xmlns="">
            <p:sp>
              <p:nvSpPr>
                <p:cNvPr id="155" name="TextBox 154">
                  <a:extLst>
                    <a:ext uri="{FF2B5EF4-FFF2-40B4-BE49-F238E27FC236}">
                      <a16:creationId xmlns:a16="http://schemas.microsoft.com/office/drawing/2014/main" id="{DD87C9B6-DA2F-F014-154E-BA547514FE3F}"/>
                    </a:ext>
                  </a:extLst>
                </p:cNvPr>
                <p:cNvSpPr txBox="1">
                  <a:spLocks noRot="1" noChangeAspect="1" noMove="1" noResize="1" noEditPoints="1" noAdjustHandles="1" noChangeArrowheads="1" noChangeShapeType="1" noTextEdit="1"/>
                </p:cNvSpPr>
                <p:nvPr/>
              </p:nvSpPr>
              <p:spPr>
                <a:xfrm>
                  <a:off x="6628445" y="1308601"/>
                  <a:ext cx="249576" cy="369332"/>
                </a:xfrm>
                <a:prstGeom prst="rect">
                  <a:avLst/>
                </a:prstGeom>
                <a:blipFill>
                  <a:blip r:embed="rId7"/>
                  <a:stretch>
                    <a:fillRect r="-195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6" name="TextBox 155">
                  <a:extLst>
                    <a:ext uri="{FF2B5EF4-FFF2-40B4-BE49-F238E27FC236}">
                      <a16:creationId xmlns:a16="http://schemas.microsoft.com/office/drawing/2014/main" id="{541DFA71-CB5A-D9F0-CE07-6E5E0F7C2562}"/>
                    </a:ext>
                  </a:extLst>
                </p:cNvPr>
                <p:cNvSpPr txBox="1"/>
                <p:nvPr/>
              </p:nvSpPr>
              <p:spPr>
                <a:xfrm>
                  <a:off x="8104684" y="1317302"/>
                  <a:ext cx="370614" cy="369332"/>
                </a:xfrm>
                <a:prstGeom prst="rect">
                  <a:avLst/>
                </a:prstGeom>
                <a:noFill/>
              </p:spPr>
              <p:txBody>
                <a:bodyPr wrap="square" rtlCol="0">
                  <a:spAutoFit/>
                </a:bodyPr>
                <a:lstStyle/>
                <a:p>
                  <a:pPr/>
                  <a14:m>
                    <m:oMathPara xmlns:m="http://schemas.openxmlformats.org/officeDocument/2006/math">
                      <m:oMath>
                        <m:r>
                          <m:rPr>
                            <m:sty m:val="p"/>
                          </m:rPr>
                          <a:rPr lang="en-US" b="0" i="0" smtClean="0">
                            <a:latin typeface="Cambria Math" panose="02040503050406030204" pitchFamily="18" charset="0"/>
                          </a:rPr>
                          <m:t>Σ</m:t>
                        </m:r>
                      </m:oMath>
                    </m:oMathPara>
                  </a14:m>
                  <a:endParaRPr lang="en-US" dirty="0"/>
                </a:p>
              </p:txBody>
            </p:sp>
          </mc:Choice>
          <mc:Fallback xmlns="">
            <p:sp>
              <p:nvSpPr>
                <p:cNvPr id="156" name="TextBox 155">
                  <a:extLst>
                    <a:ext uri="{FF2B5EF4-FFF2-40B4-BE49-F238E27FC236}">
                      <a16:creationId xmlns:a16="http://schemas.microsoft.com/office/drawing/2014/main" id="{541DFA71-CB5A-D9F0-CE07-6E5E0F7C2562}"/>
                    </a:ext>
                  </a:extLst>
                </p:cNvPr>
                <p:cNvSpPr txBox="1">
                  <a:spLocks noRot="1" noChangeAspect="1" noMove="1" noResize="1" noEditPoints="1" noAdjustHandles="1" noChangeArrowheads="1" noChangeShapeType="1" noTextEdit="1"/>
                </p:cNvSpPr>
                <p:nvPr/>
              </p:nvSpPr>
              <p:spPr>
                <a:xfrm>
                  <a:off x="8104684" y="1317302"/>
                  <a:ext cx="370614" cy="369332"/>
                </a:xfrm>
                <a:prstGeom prst="rect">
                  <a:avLst/>
                </a:prstGeom>
                <a:blipFill>
                  <a:blip r:embed="rId8"/>
                  <a:stretch>
                    <a:fillRect/>
                  </a:stretch>
                </a:blipFill>
              </p:spPr>
              <p:txBody>
                <a:bodyPr/>
                <a:lstStyle/>
                <a:p>
                  <a:r>
                    <a:rPr lang="en-US">
                      <a:noFill/>
                    </a:rPr>
                    <a:t> </a:t>
                  </a:r>
                </a:p>
              </p:txBody>
            </p:sp>
          </mc:Fallback>
        </mc:AlternateContent>
        <p:cxnSp>
          <p:nvCxnSpPr>
            <p:cNvPr id="158" name="Straight Connector 157">
              <a:extLst>
                <a:ext uri="{FF2B5EF4-FFF2-40B4-BE49-F238E27FC236}">
                  <a16:creationId xmlns:a16="http://schemas.microsoft.com/office/drawing/2014/main" id="{DFB56EAC-DAF0-1BDA-B3DE-BE099E47F568}"/>
                </a:ext>
              </a:extLst>
            </p:cNvPr>
            <p:cNvCxnSpPr>
              <a:cxnSpLocks/>
            </p:cNvCxnSpPr>
            <p:nvPr/>
          </p:nvCxnSpPr>
          <p:spPr>
            <a:xfrm flipV="1">
              <a:off x="8043105" y="1628320"/>
              <a:ext cx="189842" cy="275580"/>
            </a:xfrm>
            <a:prstGeom prst="line">
              <a:avLst/>
            </a:prstGeom>
          </p:spPr>
          <p:style>
            <a:lnRef idx="1">
              <a:schemeClr val="accent1"/>
            </a:lnRef>
            <a:fillRef idx="0">
              <a:schemeClr val="accent1"/>
            </a:fillRef>
            <a:effectRef idx="0">
              <a:schemeClr val="accent1"/>
            </a:effectRef>
            <a:fontRef idx="minor">
              <a:schemeClr val="tx1"/>
            </a:fontRef>
          </p:style>
        </p:cxnSp>
        <p:sp>
          <p:nvSpPr>
            <p:cNvPr id="2" name="Freeform: Shape 1">
              <a:extLst>
                <a:ext uri="{FF2B5EF4-FFF2-40B4-BE49-F238E27FC236}">
                  <a16:creationId xmlns:a16="http://schemas.microsoft.com/office/drawing/2014/main" id="{C9C13860-DF59-5A02-DB52-CA828EA82CF7}"/>
                </a:ext>
              </a:extLst>
            </p:cNvPr>
            <p:cNvSpPr/>
            <p:nvPr/>
          </p:nvSpPr>
          <p:spPr>
            <a:xfrm>
              <a:off x="5264139" y="1671707"/>
              <a:ext cx="6311200" cy="552880"/>
            </a:xfrm>
            <a:custGeom>
              <a:avLst/>
              <a:gdLst>
                <a:gd name="connsiteX0" fmla="*/ 1491085 w 3412295"/>
                <a:gd name="connsiteY0" fmla="*/ 562 h 278721"/>
                <a:gd name="connsiteX1" fmla="*/ 2071396 w 3412295"/>
                <a:gd name="connsiteY1" fmla="*/ 10337 h 278721"/>
                <a:gd name="connsiteX2" fmla="*/ 3126506 w 3412295"/>
                <a:gd name="connsiteY2" fmla="*/ 160087 h 278721"/>
                <a:gd name="connsiteX3" fmla="*/ 3412295 w 3412295"/>
                <a:gd name="connsiteY3" fmla="*/ 218366 h 278721"/>
                <a:gd name="connsiteX4" fmla="*/ 2875533 w 3412295"/>
                <a:gd name="connsiteY4" fmla="*/ 225576 h 278721"/>
                <a:gd name="connsiteX5" fmla="*/ 2617008 w 3412295"/>
                <a:gd name="connsiteY5" fmla="*/ 180577 h 278721"/>
                <a:gd name="connsiteX6" fmla="*/ 2288566 w 3412295"/>
                <a:gd name="connsiteY6" fmla="*/ 143687 h 278721"/>
                <a:gd name="connsiteX7" fmla="*/ 53340 w 3412295"/>
                <a:gd name="connsiteY7" fmla="*/ 263481 h 278721"/>
                <a:gd name="connsiteX8" fmla="*/ 2875533 w 3412295"/>
                <a:gd name="connsiteY8" fmla="*/ 225576 h 278721"/>
                <a:gd name="connsiteX9" fmla="*/ 2914115 w 3412295"/>
                <a:gd name="connsiteY9" fmla="*/ 232291 h 278721"/>
                <a:gd name="connsiteX10" fmla="*/ 0 w 3412295"/>
                <a:gd name="connsiteY10" fmla="*/ 278721 h 278721"/>
                <a:gd name="connsiteX11" fmla="*/ 1491085 w 3412295"/>
                <a:gd name="connsiteY11" fmla="*/ 562 h 278721"/>
                <a:gd name="connsiteX0" fmla="*/ 1491085 w 3412295"/>
                <a:gd name="connsiteY0" fmla="*/ 562 h 278721"/>
                <a:gd name="connsiteX1" fmla="*/ 2071396 w 3412295"/>
                <a:gd name="connsiteY1" fmla="*/ 10337 h 278721"/>
                <a:gd name="connsiteX2" fmla="*/ 3126506 w 3412295"/>
                <a:gd name="connsiteY2" fmla="*/ 160087 h 278721"/>
                <a:gd name="connsiteX3" fmla="*/ 3412295 w 3412295"/>
                <a:gd name="connsiteY3" fmla="*/ 218366 h 278721"/>
                <a:gd name="connsiteX4" fmla="*/ 2875533 w 3412295"/>
                <a:gd name="connsiteY4" fmla="*/ 225576 h 278721"/>
                <a:gd name="connsiteX5" fmla="*/ 2617008 w 3412295"/>
                <a:gd name="connsiteY5" fmla="*/ 180577 h 278721"/>
                <a:gd name="connsiteX6" fmla="*/ 2288566 w 3412295"/>
                <a:gd name="connsiteY6" fmla="*/ 143687 h 278721"/>
                <a:gd name="connsiteX7" fmla="*/ 53340 w 3412295"/>
                <a:gd name="connsiteY7" fmla="*/ 263481 h 278721"/>
                <a:gd name="connsiteX8" fmla="*/ 2875533 w 3412295"/>
                <a:gd name="connsiteY8" fmla="*/ 225576 h 278721"/>
                <a:gd name="connsiteX9" fmla="*/ 2576930 w 3412295"/>
                <a:gd name="connsiteY9" fmla="*/ 201811 h 278721"/>
                <a:gd name="connsiteX10" fmla="*/ 0 w 3412295"/>
                <a:gd name="connsiteY10" fmla="*/ 278721 h 278721"/>
                <a:gd name="connsiteX11" fmla="*/ 1491085 w 3412295"/>
                <a:gd name="connsiteY11" fmla="*/ 562 h 278721"/>
                <a:gd name="connsiteX0" fmla="*/ 1491085 w 3412295"/>
                <a:gd name="connsiteY0" fmla="*/ 562 h 278721"/>
                <a:gd name="connsiteX1" fmla="*/ 2071396 w 3412295"/>
                <a:gd name="connsiteY1" fmla="*/ 10337 h 278721"/>
                <a:gd name="connsiteX2" fmla="*/ 3126506 w 3412295"/>
                <a:gd name="connsiteY2" fmla="*/ 160087 h 278721"/>
                <a:gd name="connsiteX3" fmla="*/ 3412295 w 3412295"/>
                <a:gd name="connsiteY3" fmla="*/ 218366 h 278721"/>
                <a:gd name="connsiteX4" fmla="*/ 2875533 w 3412295"/>
                <a:gd name="connsiteY4" fmla="*/ 225576 h 278721"/>
                <a:gd name="connsiteX5" fmla="*/ 2617008 w 3412295"/>
                <a:gd name="connsiteY5" fmla="*/ 180577 h 278721"/>
                <a:gd name="connsiteX6" fmla="*/ 2288566 w 3412295"/>
                <a:gd name="connsiteY6" fmla="*/ 143687 h 278721"/>
                <a:gd name="connsiteX7" fmla="*/ 53340 w 3412295"/>
                <a:gd name="connsiteY7" fmla="*/ 263481 h 278721"/>
                <a:gd name="connsiteX8" fmla="*/ 2875533 w 3412295"/>
                <a:gd name="connsiteY8" fmla="*/ 225576 h 278721"/>
                <a:gd name="connsiteX9" fmla="*/ 2053055 w 3412295"/>
                <a:gd name="connsiteY9" fmla="*/ 60841 h 278721"/>
                <a:gd name="connsiteX10" fmla="*/ 0 w 3412295"/>
                <a:gd name="connsiteY10" fmla="*/ 278721 h 278721"/>
                <a:gd name="connsiteX11" fmla="*/ 1491085 w 3412295"/>
                <a:gd name="connsiteY11" fmla="*/ 562 h 278721"/>
                <a:gd name="connsiteX0" fmla="*/ 1491085 w 3412295"/>
                <a:gd name="connsiteY0" fmla="*/ 562 h 278721"/>
                <a:gd name="connsiteX1" fmla="*/ 2071396 w 3412295"/>
                <a:gd name="connsiteY1" fmla="*/ 10337 h 278721"/>
                <a:gd name="connsiteX2" fmla="*/ 3126506 w 3412295"/>
                <a:gd name="connsiteY2" fmla="*/ 160087 h 278721"/>
                <a:gd name="connsiteX3" fmla="*/ 3412295 w 3412295"/>
                <a:gd name="connsiteY3" fmla="*/ 218366 h 278721"/>
                <a:gd name="connsiteX4" fmla="*/ 2875533 w 3412295"/>
                <a:gd name="connsiteY4" fmla="*/ 225576 h 278721"/>
                <a:gd name="connsiteX5" fmla="*/ 2617008 w 3412295"/>
                <a:gd name="connsiteY5" fmla="*/ 180577 h 278721"/>
                <a:gd name="connsiteX6" fmla="*/ 2288566 w 3412295"/>
                <a:gd name="connsiteY6" fmla="*/ 143687 h 278721"/>
                <a:gd name="connsiteX7" fmla="*/ 53340 w 3412295"/>
                <a:gd name="connsiteY7" fmla="*/ 263481 h 278721"/>
                <a:gd name="connsiteX8" fmla="*/ 2875533 w 3412295"/>
                <a:gd name="connsiteY8" fmla="*/ 225576 h 278721"/>
                <a:gd name="connsiteX9" fmla="*/ 1923515 w 3412295"/>
                <a:gd name="connsiteY9" fmla="*/ 148471 h 278721"/>
                <a:gd name="connsiteX10" fmla="*/ 0 w 3412295"/>
                <a:gd name="connsiteY10" fmla="*/ 278721 h 278721"/>
                <a:gd name="connsiteX11" fmla="*/ 1491085 w 3412295"/>
                <a:gd name="connsiteY11" fmla="*/ 562 h 278721"/>
                <a:gd name="connsiteX0" fmla="*/ 1923515 w 3412295"/>
                <a:gd name="connsiteY0" fmla="*/ 148471 h 278721"/>
                <a:gd name="connsiteX1" fmla="*/ 0 w 3412295"/>
                <a:gd name="connsiteY1" fmla="*/ 278721 h 278721"/>
                <a:gd name="connsiteX2" fmla="*/ 1491085 w 3412295"/>
                <a:gd name="connsiteY2" fmla="*/ 562 h 278721"/>
                <a:gd name="connsiteX3" fmla="*/ 2071396 w 3412295"/>
                <a:gd name="connsiteY3" fmla="*/ 10337 h 278721"/>
                <a:gd name="connsiteX4" fmla="*/ 3126506 w 3412295"/>
                <a:gd name="connsiteY4" fmla="*/ 160087 h 278721"/>
                <a:gd name="connsiteX5" fmla="*/ 3412295 w 3412295"/>
                <a:gd name="connsiteY5" fmla="*/ 218366 h 278721"/>
                <a:gd name="connsiteX6" fmla="*/ 2875533 w 3412295"/>
                <a:gd name="connsiteY6" fmla="*/ 225576 h 278721"/>
                <a:gd name="connsiteX7" fmla="*/ 2617008 w 3412295"/>
                <a:gd name="connsiteY7" fmla="*/ 180577 h 278721"/>
                <a:gd name="connsiteX8" fmla="*/ 2288566 w 3412295"/>
                <a:gd name="connsiteY8" fmla="*/ 143687 h 278721"/>
                <a:gd name="connsiteX9" fmla="*/ 53340 w 3412295"/>
                <a:gd name="connsiteY9" fmla="*/ 263481 h 278721"/>
                <a:gd name="connsiteX10" fmla="*/ 2875533 w 3412295"/>
                <a:gd name="connsiteY10" fmla="*/ 225576 h 278721"/>
                <a:gd name="connsiteX11" fmla="*/ 2014955 w 3412295"/>
                <a:gd name="connsiteY11" fmla="*/ 239911 h 278721"/>
                <a:gd name="connsiteX0" fmla="*/ 0 w 3412295"/>
                <a:gd name="connsiteY0" fmla="*/ 278721 h 278721"/>
                <a:gd name="connsiteX1" fmla="*/ 1491085 w 3412295"/>
                <a:gd name="connsiteY1" fmla="*/ 562 h 278721"/>
                <a:gd name="connsiteX2" fmla="*/ 2071396 w 3412295"/>
                <a:gd name="connsiteY2" fmla="*/ 10337 h 278721"/>
                <a:gd name="connsiteX3" fmla="*/ 3126506 w 3412295"/>
                <a:gd name="connsiteY3" fmla="*/ 160087 h 278721"/>
                <a:gd name="connsiteX4" fmla="*/ 3412295 w 3412295"/>
                <a:gd name="connsiteY4" fmla="*/ 218366 h 278721"/>
                <a:gd name="connsiteX5" fmla="*/ 2875533 w 3412295"/>
                <a:gd name="connsiteY5" fmla="*/ 225576 h 278721"/>
                <a:gd name="connsiteX6" fmla="*/ 2617008 w 3412295"/>
                <a:gd name="connsiteY6" fmla="*/ 180577 h 278721"/>
                <a:gd name="connsiteX7" fmla="*/ 2288566 w 3412295"/>
                <a:gd name="connsiteY7" fmla="*/ 143687 h 278721"/>
                <a:gd name="connsiteX8" fmla="*/ 53340 w 3412295"/>
                <a:gd name="connsiteY8" fmla="*/ 263481 h 278721"/>
                <a:gd name="connsiteX9" fmla="*/ 2875533 w 3412295"/>
                <a:gd name="connsiteY9" fmla="*/ 225576 h 278721"/>
                <a:gd name="connsiteX10" fmla="*/ 2014955 w 3412295"/>
                <a:gd name="connsiteY10" fmla="*/ 239911 h 278721"/>
                <a:gd name="connsiteX0" fmla="*/ 0 w 3412295"/>
                <a:gd name="connsiteY0" fmla="*/ 278721 h 278721"/>
                <a:gd name="connsiteX1" fmla="*/ 1491085 w 3412295"/>
                <a:gd name="connsiteY1" fmla="*/ 562 h 278721"/>
                <a:gd name="connsiteX2" fmla="*/ 2071396 w 3412295"/>
                <a:gd name="connsiteY2" fmla="*/ 10337 h 278721"/>
                <a:gd name="connsiteX3" fmla="*/ 3126506 w 3412295"/>
                <a:gd name="connsiteY3" fmla="*/ 160087 h 278721"/>
                <a:gd name="connsiteX4" fmla="*/ 3412295 w 3412295"/>
                <a:gd name="connsiteY4" fmla="*/ 218366 h 278721"/>
                <a:gd name="connsiteX5" fmla="*/ 2875533 w 3412295"/>
                <a:gd name="connsiteY5" fmla="*/ 225576 h 278721"/>
                <a:gd name="connsiteX6" fmla="*/ 2617008 w 3412295"/>
                <a:gd name="connsiteY6" fmla="*/ 180577 h 278721"/>
                <a:gd name="connsiteX7" fmla="*/ 2288566 w 3412295"/>
                <a:gd name="connsiteY7" fmla="*/ 143687 h 278721"/>
                <a:gd name="connsiteX8" fmla="*/ 53340 w 3412295"/>
                <a:gd name="connsiteY8" fmla="*/ 263481 h 278721"/>
                <a:gd name="connsiteX9" fmla="*/ 2875533 w 3412295"/>
                <a:gd name="connsiteY9" fmla="*/ 225576 h 278721"/>
                <a:gd name="connsiteX0" fmla="*/ 0 w 3412295"/>
                <a:gd name="connsiteY0" fmla="*/ 278721 h 402741"/>
                <a:gd name="connsiteX1" fmla="*/ 1491085 w 3412295"/>
                <a:gd name="connsiteY1" fmla="*/ 562 h 402741"/>
                <a:gd name="connsiteX2" fmla="*/ 2071396 w 3412295"/>
                <a:gd name="connsiteY2" fmla="*/ 10337 h 402741"/>
                <a:gd name="connsiteX3" fmla="*/ 3126506 w 3412295"/>
                <a:gd name="connsiteY3" fmla="*/ 160087 h 402741"/>
                <a:gd name="connsiteX4" fmla="*/ 3412295 w 3412295"/>
                <a:gd name="connsiteY4" fmla="*/ 218366 h 402741"/>
                <a:gd name="connsiteX5" fmla="*/ 2875533 w 3412295"/>
                <a:gd name="connsiteY5" fmla="*/ 225576 h 402741"/>
                <a:gd name="connsiteX6" fmla="*/ 2617008 w 3412295"/>
                <a:gd name="connsiteY6" fmla="*/ 180577 h 402741"/>
                <a:gd name="connsiteX7" fmla="*/ 2288566 w 3412295"/>
                <a:gd name="connsiteY7" fmla="*/ 143687 h 402741"/>
                <a:gd name="connsiteX8" fmla="*/ 53340 w 3412295"/>
                <a:gd name="connsiteY8" fmla="*/ 263481 h 402741"/>
                <a:gd name="connsiteX9" fmla="*/ 2866008 w 3412295"/>
                <a:gd name="connsiteY9" fmla="*/ 402741 h 402741"/>
                <a:gd name="connsiteX0" fmla="*/ 0 w 3412295"/>
                <a:gd name="connsiteY0" fmla="*/ 278721 h 501801"/>
                <a:gd name="connsiteX1" fmla="*/ 1491085 w 3412295"/>
                <a:gd name="connsiteY1" fmla="*/ 562 h 501801"/>
                <a:gd name="connsiteX2" fmla="*/ 2071396 w 3412295"/>
                <a:gd name="connsiteY2" fmla="*/ 10337 h 501801"/>
                <a:gd name="connsiteX3" fmla="*/ 3126506 w 3412295"/>
                <a:gd name="connsiteY3" fmla="*/ 160087 h 501801"/>
                <a:gd name="connsiteX4" fmla="*/ 3412295 w 3412295"/>
                <a:gd name="connsiteY4" fmla="*/ 218366 h 501801"/>
                <a:gd name="connsiteX5" fmla="*/ 2875533 w 3412295"/>
                <a:gd name="connsiteY5" fmla="*/ 225576 h 501801"/>
                <a:gd name="connsiteX6" fmla="*/ 2617008 w 3412295"/>
                <a:gd name="connsiteY6" fmla="*/ 180577 h 501801"/>
                <a:gd name="connsiteX7" fmla="*/ 2288566 w 3412295"/>
                <a:gd name="connsiteY7" fmla="*/ 143687 h 501801"/>
                <a:gd name="connsiteX8" fmla="*/ 53340 w 3412295"/>
                <a:gd name="connsiteY8" fmla="*/ 263481 h 501801"/>
                <a:gd name="connsiteX9" fmla="*/ 1846833 w 3412295"/>
                <a:gd name="connsiteY9" fmla="*/ 501801 h 501801"/>
                <a:gd name="connsiteX0" fmla="*/ 0 w 3412295"/>
                <a:gd name="connsiteY0" fmla="*/ 278721 h 278721"/>
                <a:gd name="connsiteX1" fmla="*/ 1491085 w 3412295"/>
                <a:gd name="connsiteY1" fmla="*/ 562 h 278721"/>
                <a:gd name="connsiteX2" fmla="*/ 2071396 w 3412295"/>
                <a:gd name="connsiteY2" fmla="*/ 10337 h 278721"/>
                <a:gd name="connsiteX3" fmla="*/ 3126506 w 3412295"/>
                <a:gd name="connsiteY3" fmla="*/ 160087 h 278721"/>
                <a:gd name="connsiteX4" fmla="*/ 3412295 w 3412295"/>
                <a:gd name="connsiteY4" fmla="*/ 218366 h 278721"/>
                <a:gd name="connsiteX5" fmla="*/ 2875533 w 3412295"/>
                <a:gd name="connsiteY5" fmla="*/ 225576 h 278721"/>
                <a:gd name="connsiteX6" fmla="*/ 2617008 w 3412295"/>
                <a:gd name="connsiteY6" fmla="*/ 180577 h 278721"/>
                <a:gd name="connsiteX7" fmla="*/ 2288566 w 3412295"/>
                <a:gd name="connsiteY7" fmla="*/ 143687 h 278721"/>
                <a:gd name="connsiteX8" fmla="*/ 53340 w 3412295"/>
                <a:gd name="connsiteY8" fmla="*/ 263481 h 278721"/>
                <a:gd name="connsiteX0" fmla="*/ 0 w 3412295"/>
                <a:gd name="connsiteY0" fmla="*/ 278721 h 278721"/>
                <a:gd name="connsiteX1" fmla="*/ 1491085 w 3412295"/>
                <a:gd name="connsiteY1" fmla="*/ 562 h 278721"/>
                <a:gd name="connsiteX2" fmla="*/ 2071396 w 3412295"/>
                <a:gd name="connsiteY2" fmla="*/ 10337 h 278721"/>
                <a:gd name="connsiteX3" fmla="*/ 3126506 w 3412295"/>
                <a:gd name="connsiteY3" fmla="*/ 160087 h 278721"/>
                <a:gd name="connsiteX4" fmla="*/ 3412295 w 3412295"/>
                <a:gd name="connsiteY4" fmla="*/ 218366 h 278721"/>
                <a:gd name="connsiteX5" fmla="*/ 2942208 w 3412295"/>
                <a:gd name="connsiteY5" fmla="*/ 237006 h 278721"/>
                <a:gd name="connsiteX6" fmla="*/ 2617008 w 3412295"/>
                <a:gd name="connsiteY6" fmla="*/ 180577 h 278721"/>
                <a:gd name="connsiteX7" fmla="*/ 2288566 w 3412295"/>
                <a:gd name="connsiteY7" fmla="*/ 143687 h 278721"/>
                <a:gd name="connsiteX8" fmla="*/ 53340 w 3412295"/>
                <a:gd name="connsiteY8" fmla="*/ 263481 h 278721"/>
                <a:gd name="connsiteX0" fmla="*/ 0 w 3450395"/>
                <a:gd name="connsiteY0" fmla="*/ 278721 h 278721"/>
                <a:gd name="connsiteX1" fmla="*/ 1491085 w 3450395"/>
                <a:gd name="connsiteY1" fmla="*/ 562 h 278721"/>
                <a:gd name="connsiteX2" fmla="*/ 2071396 w 3450395"/>
                <a:gd name="connsiteY2" fmla="*/ 10337 h 278721"/>
                <a:gd name="connsiteX3" fmla="*/ 3126506 w 3450395"/>
                <a:gd name="connsiteY3" fmla="*/ 160087 h 278721"/>
                <a:gd name="connsiteX4" fmla="*/ 3450395 w 3450395"/>
                <a:gd name="connsiteY4" fmla="*/ 225986 h 278721"/>
                <a:gd name="connsiteX5" fmla="*/ 2942208 w 3450395"/>
                <a:gd name="connsiteY5" fmla="*/ 237006 h 278721"/>
                <a:gd name="connsiteX6" fmla="*/ 2617008 w 3450395"/>
                <a:gd name="connsiteY6" fmla="*/ 180577 h 278721"/>
                <a:gd name="connsiteX7" fmla="*/ 2288566 w 3450395"/>
                <a:gd name="connsiteY7" fmla="*/ 143687 h 278721"/>
                <a:gd name="connsiteX8" fmla="*/ 53340 w 3450395"/>
                <a:gd name="connsiteY8" fmla="*/ 263481 h 278721"/>
                <a:gd name="connsiteX0" fmla="*/ 0 w 3602699"/>
                <a:gd name="connsiteY0" fmla="*/ 278721 h 394583"/>
                <a:gd name="connsiteX1" fmla="*/ 1491085 w 3602699"/>
                <a:gd name="connsiteY1" fmla="*/ 562 h 394583"/>
                <a:gd name="connsiteX2" fmla="*/ 2071396 w 3602699"/>
                <a:gd name="connsiteY2" fmla="*/ 10337 h 394583"/>
                <a:gd name="connsiteX3" fmla="*/ 3126506 w 3602699"/>
                <a:gd name="connsiteY3" fmla="*/ 160087 h 394583"/>
                <a:gd name="connsiteX4" fmla="*/ 3602699 w 3602699"/>
                <a:gd name="connsiteY4" fmla="*/ 394583 h 394583"/>
                <a:gd name="connsiteX5" fmla="*/ 2942208 w 3602699"/>
                <a:gd name="connsiteY5" fmla="*/ 237006 h 394583"/>
                <a:gd name="connsiteX6" fmla="*/ 2617008 w 3602699"/>
                <a:gd name="connsiteY6" fmla="*/ 180577 h 394583"/>
                <a:gd name="connsiteX7" fmla="*/ 2288566 w 3602699"/>
                <a:gd name="connsiteY7" fmla="*/ 143687 h 394583"/>
                <a:gd name="connsiteX8" fmla="*/ 53340 w 3602699"/>
                <a:gd name="connsiteY8" fmla="*/ 263481 h 394583"/>
                <a:gd name="connsiteX0" fmla="*/ 0 w 6433675"/>
                <a:gd name="connsiteY0" fmla="*/ 295156 h 411018"/>
                <a:gd name="connsiteX1" fmla="*/ 1491085 w 6433675"/>
                <a:gd name="connsiteY1" fmla="*/ 16997 h 411018"/>
                <a:gd name="connsiteX2" fmla="*/ 2071396 w 6433675"/>
                <a:gd name="connsiteY2" fmla="*/ 26772 h 411018"/>
                <a:gd name="connsiteX3" fmla="*/ 6433675 w 6433675"/>
                <a:gd name="connsiteY3" fmla="*/ 332151 h 411018"/>
                <a:gd name="connsiteX4" fmla="*/ 3602699 w 6433675"/>
                <a:gd name="connsiteY4" fmla="*/ 411018 h 411018"/>
                <a:gd name="connsiteX5" fmla="*/ 2942208 w 6433675"/>
                <a:gd name="connsiteY5" fmla="*/ 253441 h 411018"/>
                <a:gd name="connsiteX6" fmla="*/ 2617008 w 6433675"/>
                <a:gd name="connsiteY6" fmla="*/ 197012 h 411018"/>
                <a:gd name="connsiteX7" fmla="*/ 2288566 w 6433675"/>
                <a:gd name="connsiteY7" fmla="*/ 160122 h 411018"/>
                <a:gd name="connsiteX8" fmla="*/ 53340 w 6433675"/>
                <a:gd name="connsiteY8" fmla="*/ 279916 h 411018"/>
                <a:gd name="connsiteX0" fmla="*/ 0 w 7216952"/>
                <a:gd name="connsiteY0" fmla="*/ 281636 h 397498"/>
                <a:gd name="connsiteX1" fmla="*/ 1491085 w 7216952"/>
                <a:gd name="connsiteY1" fmla="*/ 3477 h 397498"/>
                <a:gd name="connsiteX2" fmla="*/ 2071396 w 7216952"/>
                <a:gd name="connsiteY2" fmla="*/ 13252 h 397498"/>
                <a:gd name="connsiteX3" fmla="*/ 7216952 w 7216952"/>
                <a:gd name="connsiteY3" fmla="*/ 124096 h 397498"/>
                <a:gd name="connsiteX4" fmla="*/ 3602699 w 7216952"/>
                <a:gd name="connsiteY4" fmla="*/ 397498 h 397498"/>
                <a:gd name="connsiteX5" fmla="*/ 2942208 w 7216952"/>
                <a:gd name="connsiteY5" fmla="*/ 239921 h 397498"/>
                <a:gd name="connsiteX6" fmla="*/ 2617008 w 7216952"/>
                <a:gd name="connsiteY6" fmla="*/ 183492 h 397498"/>
                <a:gd name="connsiteX7" fmla="*/ 2288566 w 7216952"/>
                <a:gd name="connsiteY7" fmla="*/ 146602 h 397498"/>
                <a:gd name="connsiteX8" fmla="*/ 53340 w 7216952"/>
                <a:gd name="connsiteY8" fmla="*/ 266396 h 397498"/>
                <a:gd name="connsiteX0" fmla="*/ 0 w 7216952"/>
                <a:gd name="connsiteY0" fmla="*/ 284400 h 487870"/>
                <a:gd name="connsiteX1" fmla="*/ 1491085 w 7216952"/>
                <a:gd name="connsiteY1" fmla="*/ 6241 h 487870"/>
                <a:gd name="connsiteX2" fmla="*/ 5043497 w 7216952"/>
                <a:gd name="connsiteY2" fmla="*/ 487224 h 487870"/>
                <a:gd name="connsiteX3" fmla="*/ 7216952 w 7216952"/>
                <a:gd name="connsiteY3" fmla="*/ 126860 h 487870"/>
                <a:gd name="connsiteX4" fmla="*/ 3602699 w 7216952"/>
                <a:gd name="connsiteY4" fmla="*/ 400262 h 487870"/>
                <a:gd name="connsiteX5" fmla="*/ 2942208 w 7216952"/>
                <a:gd name="connsiteY5" fmla="*/ 242685 h 487870"/>
                <a:gd name="connsiteX6" fmla="*/ 2617008 w 7216952"/>
                <a:gd name="connsiteY6" fmla="*/ 186256 h 487870"/>
                <a:gd name="connsiteX7" fmla="*/ 2288566 w 7216952"/>
                <a:gd name="connsiteY7" fmla="*/ 149366 h 487870"/>
                <a:gd name="connsiteX8" fmla="*/ 53340 w 7216952"/>
                <a:gd name="connsiteY8" fmla="*/ 269160 h 487870"/>
                <a:gd name="connsiteX0" fmla="*/ 0 w 7216952"/>
                <a:gd name="connsiteY0" fmla="*/ 284400 h 672611"/>
                <a:gd name="connsiteX1" fmla="*/ 1491085 w 7216952"/>
                <a:gd name="connsiteY1" fmla="*/ 6241 h 672611"/>
                <a:gd name="connsiteX2" fmla="*/ 5043497 w 7216952"/>
                <a:gd name="connsiteY2" fmla="*/ 487224 h 672611"/>
                <a:gd name="connsiteX3" fmla="*/ 7216952 w 7216952"/>
                <a:gd name="connsiteY3" fmla="*/ 126860 h 672611"/>
                <a:gd name="connsiteX4" fmla="*/ 5177956 w 7216952"/>
                <a:gd name="connsiteY4" fmla="*/ 672611 h 672611"/>
                <a:gd name="connsiteX5" fmla="*/ 2942208 w 7216952"/>
                <a:gd name="connsiteY5" fmla="*/ 242685 h 672611"/>
                <a:gd name="connsiteX6" fmla="*/ 2617008 w 7216952"/>
                <a:gd name="connsiteY6" fmla="*/ 186256 h 672611"/>
                <a:gd name="connsiteX7" fmla="*/ 2288566 w 7216952"/>
                <a:gd name="connsiteY7" fmla="*/ 149366 h 672611"/>
                <a:gd name="connsiteX8" fmla="*/ 53340 w 7216952"/>
                <a:gd name="connsiteY8" fmla="*/ 269160 h 672611"/>
                <a:gd name="connsiteX0" fmla="*/ 0 w 7216952"/>
                <a:gd name="connsiteY0" fmla="*/ 334632 h 722843"/>
                <a:gd name="connsiteX1" fmla="*/ 2078543 w 7216952"/>
                <a:gd name="connsiteY1" fmla="*/ 4596 h 722843"/>
                <a:gd name="connsiteX2" fmla="*/ 5043497 w 7216952"/>
                <a:gd name="connsiteY2" fmla="*/ 537456 h 722843"/>
                <a:gd name="connsiteX3" fmla="*/ 7216952 w 7216952"/>
                <a:gd name="connsiteY3" fmla="*/ 177092 h 722843"/>
                <a:gd name="connsiteX4" fmla="*/ 5177956 w 7216952"/>
                <a:gd name="connsiteY4" fmla="*/ 722843 h 722843"/>
                <a:gd name="connsiteX5" fmla="*/ 2942208 w 7216952"/>
                <a:gd name="connsiteY5" fmla="*/ 292917 h 722843"/>
                <a:gd name="connsiteX6" fmla="*/ 2617008 w 7216952"/>
                <a:gd name="connsiteY6" fmla="*/ 236488 h 722843"/>
                <a:gd name="connsiteX7" fmla="*/ 2288566 w 7216952"/>
                <a:gd name="connsiteY7" fmla="*/ 199598 h 722843"/>
                <a:gd name="connsiteX8" fmla="*/ 53340 w 7216952"/>
                <a:gd name="connsiteY8" fmla="*/ 319392 h 722843"/>
                <a:gd name="connsiteX0" fmla="*/ 0 w 7216952"/>
                <a:gd name="connsiteY0" fmla="*/ 334632 h 722843"/>
                <a:gd name="connsiteX1" fmla="*/ 2078543 w 7216952"/>
                <a:gd name="connsiteY1" fmla="*/ 4596 h 722843"/>
                <a:gd name="connsiteX2" fmla="*/ 5043497 w 7216952"/>
                <a:gd name="connsiteY2" fmla="*/ 537456 h 722843"/>
                <a:gd name="connsiteX3" fmla="*/ 7216952 w 7216952"/>
                <a:gd name="connsiteY3" fmla="*/ 177092 h 722843"/>
                <a:gd name="connsiteX4" fmla="*/ 5177956 w 7216952"/>
                <a:gd name="connsiteY4" fmla="*/ 722843 h 722843"/>
                <a:gd name="connsiteX5" fmla="*/ 2942208 w 7216952"/>
                <a:gd name="connsiteY5" fmla="*/ 292917 h 722843"/>
                <a:gd name="connsiteX6" fmla="*/ 2617008 w 7216952"/>
                <a:gd name="connsiteY6" fmla="*/ 236488 h 722843"/>
                <a:gd name="connsiteX7" fmla="*/ 2288566 w 7216952"/>
                <a:gd name="connsiteY7" fmla="*/ 199598 h 722843"/>
                <a:gd name="connsiteX8" fmla="*/ 53340 w 7216952"/>
                <a:gd name="connsiteY8" fmla="*/ 436113 h 722843"/>
                <a:gd name="connsiteX0" fmla="*/ 0 w 7212600"/>
                <a:gd name="connsiteY0" fmla="*/ 326543 h 723400"/>
                <a:gd name="connsiteX1" fmla="*/ 2074191 w 7212600"/>
                <a:gd name="connsiteY1" fmla="*/ 5153 h 723400"/>
                <a:gd name="connsiteX2" fmla="*/ 5039145 w 7212600"/>
                <a:gd name="connsiteY2" fmla="*/ 538013 h 723400"/>
                <a:gd name="connsiteX3" fmla="*/ 7212600 w 7212600"/>
                <a:gd name="connsiteY3" fmla="*/ 177649 h 723400"/>
                <a:gd name="connsiteX4" fmla="*/ 5173604 w 7212600"/>
                <a:gd name="connsiteY4" fmla="*/ 723400 h 723400"/>
                <a:gd name="connsiteX5" fmla="*/ 2937856 w 7212600"/>
                <a:gd name="connsiteY5" fmla="*/ 293474 h 723400"/>
                <a:gd name="connsiteX6" fmla="*/ 2612656 w 7212600"/>
                <a:gd name="connsiteY6" fmla="*/ 237045 h 723400"/>
                <a:gd name="connsiteX7" fmla="*/ 2284214 w 7212600"/>
                <a:gd name="connsiteY7" fmla="*/ 200155 h 723400"/>
                <a:gd name="connsiteX8" fmla="*/ 48988 w 7212600"/>
                <a:gd name="connsiteY8" fmla="*/ 436670 h 723400"/>
                <a:gd name="connsiteX0" fmla="*/ 0 w 7212600"/>
                <a:gd name="connsiteY0" fmla="*/ 329664 h 726521"/>
                <a:gd name="connsiteX1" fmla="*/ 2074191 w 7212600"/>
                <a:gd name="connsiteY1" fmla="*/ 8274 h 726521"/>
                <a:gd name="connsiteX2" fmla="*/ 5039145 w 7212600"/>
                <a:gd name="connsiteY2" fmla="*/ 541134 h 726521"/>
                <a:gd name="connsiteX3" fmla="*/ 7212600 w 7212600"/>
                <a:gd name="connsiteY3" fmla="*/ 180770 h 726521"/>
                <a:gd name="connsiteX4" fmla="*/ 5173604 w 7212600"/>
                <a:gd name="connsiteY4" fmla="*/ 726521 h 726521"/>
                <a:gd name="connsiteX5" fmla="*/ 2937856 w 7212600"/>
                <a:gd name="connsiteY5" fmla="*/ 296595 h 726521"/>
                <a:gd name="connsiteX6" fmla="*/ 2612656 w 7212600"/>
                <a:gd name="connsiteY6" fmla="*/ 240166 h 726521"/>
                <a:gd name="connsiteX7" fmla="*/ 2284214 w 7212600"/>
                <a:gd name="connsiteY7" fmla="*/ 203276 h 726521"/>
                <a:gd name="connsiteX8" fmla="*/ 48988 w 7212600"/>
                <a:gd name="connsiteY8" fmla="*/ 439791 h 726521"/>
                <a:gd name="connsiteX0" fmla="*/ 0 w 7208248"/>
                <a:gd name="connsiteY0" fmla="*/ 329664 h 726521"/>
                <a:gd name="connsiteX1" fmla="*/ 2074191 w 7208248"/>
                <a:gd name="connsiteY1" fmla="*/ 8274 h 726521"/>
                <a:gd name="connsiteX2" fmla="*/ 5039145 w 7208248"/>
                <a:gd name="connsiteY2" fmla="*/ 541134 h 726521"/>
                <a:gd name="connsiteX3" fmla="*/ 7208248 w 7208248"/>
                <a:gd name="connsiteY3" fmla="*/ 185093 h 726521"/>
                <a:gd name="connsiteX4" fmla="*/ 5173604 w 7208248"/>
                <a:gd name="connsiteY4" fmla="*/ 726521 h 726521"/>
                <a:gd name="connsiteX5" fmla="*/ 2937856 w 7208248"/>
                <a:gd name="connsiteY5" fmla="*/ 296595 h 726521"/>
                <a:gd name="connsiteX6" fmla="*/ 2612656 w 7208248"/>
                <a:gd name="connsiteY6" fmla="*/ 240166 h 726521"/>
                <a:gd name="connsiteX7" fmla="*/ 2284214 w 7208248"/>
                <a:gd name="connsiteY7" fmla="*/ 203276 h 726521"/>
                <a:gd name="connsiteX8" fmla="*/ 48988 w 7208248"/>
                <a:gd name="connsiteY8" fmla="*/ 439791 h 726521"/>
                <a:gd name="connsiteX0" fmla="*/ 0 w 7208248"/>
                <a:gd name="connsiteY0" fmla="*/ 329664 h 726521"/>
                <a:gd name="connsiteX1" fmla="*/ 2074191 w 7208248"/>
                <a:gd name="connsiteY1" fmla="*/ 8274 h 726521"/>
                <a:gd name="connsiteX2" fmla="*/ 5039145 w 7208248"/>
                <a:gd name="connsiteY2" fmla="*/ 541134 h 726521"/>
                <a:gd name="connsiteX3" fmla="*/ 7208248 w 7208248"/>
                <a:gd name="connsiteY3" fmla="*/ 185093 h 726521"/>
                <a:gd name="connsiteX4" fmla="*/ 5173604 w 7208248"/>
                <a:gd name="connsiteY4" fmla="*/ 726521 h 726521"/>
                <a:gd name="connsiteX5" fmla="*/ 2937856 w 7208248"/>
                <a:gd name="connsiteY5" fmla="*/ 296595 h 726521"/>
                <a:gd name="connsiteX6" fmla="*/ 2612656 w 7208248"/>
                <a:gd name="connsiteY6" fmla="*/ 240166 h 726521"/>
                <a:gd name="connsiteX7" fmla="*/ 2284214 w 7208248"/>
                <a:gd name="connsiteY7" fmla="*/ 203276 h 726521"/>
                <a:gd name="connsiteX8" fmla="*/ 48988 w 7208248"/>
                <a:gd name="connsiteY8" fmla="*/ 439791 h 726521"/>
                <a:gd name="connsiteX0" fmla="*/ 0 w 7208248"/>
                <a:gd name="connsiteY0" fmla="*/ 329664 h 763788"/>
                <a:gd name="connsiteX1" fmla="*/ 2074191 w 7208248"/>
                <a:gd name="connsiteY1" fmla="*/ 8274 h 763788"/>
                <a:gd name="connsiteX2" fmla="*/ 5039145 w 7208248"/>
                <a:gd name="connsiteY2" fmla="*/ 541134 h 763788"/>
                <a:gd name="connsiteX3" fmla="*/ 7208248 w 7208248"/>
                <a:gd name="connsiteY3" fmla="*/ 185093 h 763788"/>
                <a:gd name="connsiteX4" fmla="*/ 5173604 w 7208248"/>
                <a:gd name="connsiteY4" fmla="*/ 726521 h 763788"/>
                <a:gd name="connsiteX5" fmla="*/ 2937856 w 7208248"/>
                <a:gd name="connsiteY5" fmla="*/ 296595 h 763788"/>
                <a:gd name="connsiteX6" fmla="*/ 2612656 w 7208248"/>
                <a:gd name="connsiteY6" fmla="*/ 240166 h 763788"/>
                <a:gd name="connsiteX7" fmla="*/ 2284214 w 7208248"/>
                <a:gd name="connsiteY7" fmla="*/ 203276 h 763788"/>
                <a:gd name="connsiteX8" fmla="*/ 48988 w 7208248"/>
                <a:gd name="connsiteY8" fmla="*/ 439791 h 763788"/>
                <a:gd name="connsiteX0" fmla="*/ 0 w 7208248"/>
                <a:gd name="connsiteY0" fmla="*/ 329664 h 631319"/>
                <a:gd name="connsiteX1" fmla="*/ 2074191 w 7208248"/>
                <a:gd name="connsiteY1" fmla="*/ 8274 h 631319"/>
                <a:gd name="connsiteX2" fmla="*/ 5039145 w 7208248"/>
                <a:gd name="connsiteY2" fmla="*/ 541134 h 631319"/>
                <a:gd name="connsiteX3" fmla="*/ 7208248 w 7208248"/>
                <a:gd name="connsiteY3" fmla="*/ 185093 h 631319"/>
                <a:gd name="connsiteX4" fmla="*/ 5552188 w 7208248"/>
                <a:gd name="connsiteY4" fmla="*/ 583862 h 631319"/>
                <a:gd name="connsiteX5" fmla="*/ 2937856 w 7208248"/>
                <a:gd name="connsiteY5" fmla="*/ 296595 h 631319"/>
                <a:gd name="connsiteX6" fmla="*/ 2612656 w 7208248"/>
                <a:gd name="connsiteY6" fmla="*/ 240166 h 631319"/>
                <a:gd name="connsiteX7" fmla="*/ 2284214 w 7208248"/>
                <a:gd name="connsiteY7" fmla="*/ 203276 h 631319"/>
                <a:gd name="connsiteX8" fmla="*/ 48988 w 7208248"/>
                <a:gd name="connsiteY8" fmla="*/ 439791 h 631319"/>
                <a:gd name="connsiteX0" fmla="*/ 0 w 7208248"/>
                <a:gd name="connsiteY0" fmla="*/ 329664 h 599353"/>
                <a:gd name="connsiteX1" fmla="*/ 2074191 w 7208248"/>
                <a:gd name="connsiteY1" fmla="*/ 8274 h 599353"/>
                <a:gd name="connsiteX2" fmla="*/ 5039145 w 7208248"/>
                <a:gd name="connsiteY2" fmla="*/ 541134 h 599353"/>
                <a:gd name="connsiteX3" fmla="*/ 7208248 w 7208248"/>
                <a:gd name="connsiteY3" fmla="*/ 185093 h 599353"/>
                <a:gd name="connsiteX4" fmla="*/ 5552188 w 7208248"/>
                <a:gd name="connsiteY4" fmla="*/ 583862 h 599353"/>
                <a:gd name="connsiteX5" fmla="*/ 2937856 w 7208248"/>
                <a:gd name="connsiteY5" fmla="*/ 296595 h 599353"/>
                <a:gd name="connsiteX6" fmla="*/ 2612656 w 7208248"/>
                <a:gd name="connsiteY6" fmla="*/ 240166 h 599353"/>
                <a:gd name="connsiteX7" fmla="*/ 2284214 w 7208248"/>
                <a:gd name="connsiteY7" fmla="*/ 203276 h 599353"/>
                <a:gd name="connsiteX8" fmla="*/ 48988 w 7208248"/>
                <a:gd name="connsiteY8" fmla="*/ 439791 h 599353"/>
                <a:gd name="connsiteX0" fmla="*/ 0 w 7208248"/>
                <a:gd name="connsiteY0" fmla="*/ 329664 h 599353"/>
                <a:gd name="connsiteX1" fmla="*/ 2074191 w 7208248"/>
                <a:gd name="connsiteY1" fmla="*/ 8274 h 599353"/>
                <a:gd name="connsiteX2" fmla="*/ 5039145 w 7208248"/>
                <a:gd name="connsiteY2" fmla="*/ 541134 h 599353"/>
                <a:gd name="connsiteX3" fmla="*/ 7208248 w 7208248"/>
                <a:gd name="connsiteY3" fmla="*/ 185093 h 599353"/>
                <a:gd name="connsiteX4" fmla="*/ 5552188 w 7208248"/>
                <a:gd name="connsiteY4" fmla="*/ 583862 h 599353"/>
                <a:gd name="connsiteX5" fmla="*/ 2937856 w 7208248"/>
                <a:gd name="connsiteY5" fmla="*/ 296595 h 599353"/>
                <a:gd name="connsiteX6" fmla="*/ 2612656 w 7208248"/>
                <a:gd name="connsiteY6" fmla="*/ 240166 h 599353"/>
                <a:gd name="connsiteX7" fmla="*/ 2284214 w 7208248"/>
                <a:gd name="connsiteY7" fmla="*/ 203276 h 599353"/>
                <a:gd name="connsiteX8" fmla="*/ 48988 w 7208248"/>
                <a:gd name="connsiteY8" fmla="*/ 439791 h 599353"/>
                <a:gd name="connsiteX0" fmla="*/ 0 w 7208248"/>
                <a:gd name="connsiteY0" fmla="*/ 329664 h 589686"/>
                <a:gd name="connsiteX1" fmla="*/ 2074191 w 7208248"/>
                <a:gd name="connsiteY1" fmla="*/ 8274 h 589686"/>
                <a:gd name="connsiteX2" fmla="*/ 5039145 w 7208248"/>
                <a:gd name="connsiteY2" fmla="*/ 541134 h 589686"/>
                <a:gd name="connsiteX3" fmla="*/ 7208248 w 7208248"/>
                <a:gd name="connsiteY3" fmla="*/ 185093 h 589686"/>
                <a:gd name="connsiteX4" fmla="*/ 5552188 w 7208248"/>
                <a:gd name="connsiteY4" fmla="*/ 583862 h 589686"/>
                <a:gd name="connsiteX5" fmla="*/ 3494852 w 7208248"/>
                <a:gd name="connsiteY5" fmla="*/ 400347 h 589686"/>
                <a:gd name="connsiteX6" fmla="*/ 2612656 w 7208248"/>
                <a:gd name="connsiteY6" fmla="*/ 240166 h 589686"/>
                <a:gd name="connsiteX7" fmla="*/ 2284214 w 7208248"/>
                <a:gd name="connsiteY7" fmla="*/ 203276 h 589686"/>
                <a:gd name="connsiteX8" fmla="*/ 48988 w 7208248"/>
                <a:gd name="connsiteY8" fmla="*/ 439791 h 589686"/>
                <a:gd name="connsiteX0" fmla="*/ 0 w 7208248"/>
                <a:gd name="connsiteY0" fmla="*/ 329664 h 594238"/>
                <a:gd name="connsiteX1" fmla="*/ 2074191 w 7208248"/>
                <a:gd name="connsiteY1" fmla="*/ 8274 h 594238"/>
                <a:gd name="connsiteX2" fmla="*/ 5039145 w 7208248"/>
                <a:gd name="connsiteY2" fmla="*/ 541134 h 594238"/>
                <a:gd name="connsiteX3" fmla="*/ 7208248 w 7208248"/>
                <a:gd name="connsiteY3" fmla="*/ 185093 h 594238"/>
                <a:gd name="connsiteX4" fmla="*/ 5552188 w 7208248"/>
                <a:gd name="connsiteY4" fmla="*/ 583862 h 594238"/>
                <a:gd name="connsiteX5" fmla="*/ 3494852 w 7208248"/>
                <a:gd name="connsiteY5" fmla="*/ 400347 h 594238"/>
                <a:gd name="connsiteX6" fmla="*/ 2612656 w 7208248"/>
                <a:gd name="connsiteY6" fmla="*/ 240166 h 594238"/>
                <a:gd name="connsiteX7" fmla="*/ 2284214 w 7208248"/>
                <a:gd name="connsiteY7" fmla="*/ 203276 h 594238"/>
                <a:gd name="connsiteX8" fmla="*/ 48988 w 7208248"/>
                <a:gd name="connsiteY8" fmla="*/ 439791 h 594238"/>
                <a:gd name="connsiteX0" fmla="*/ 0 w 7208248"/>
                <a:gd name="connsiteY0" fmla="*/ 329664 h 588892"/>
                <a:gd name="connsiteX1" fmla="*/ 2074191 w 7208248"/>
                <a:gd name="connsiteY1" fmla="*/ 8274 h 588892"/>
                <a:gd name="connsiteX2" fmla="*/ 5039145 w 7208248"/>
                <a:gd name="connsiteY2" fmla="*/ 541134 h 588892"/>
                <a:gd name="connsiteX3" fmla="*/ 7208248 w 7208248"/>
                <a:gd name="connsiteY3" fmla="*/ 185093 h 588892"/>
                <a:gd name="connsiteX4" fmla="*/ 5552188 w 7208248"/>
                <a:gd name="connsiteY4" fmla="*/ 583862 h 588892"/>
                <a:gd name="connsiteX5" fmla="*/ 3494852 w 7208248"/>
                <a:gd name="connsiteY5" fmla="*/ 400347 h 588892"/>
                <a:gd name="connsiteX6" fmla="*/ 2612656 w 7208248"/>
                <a:gd name="connsiteY6" fmla="*/ 240166 h 588892"/>
                <a:gd name="connsiteX7" fmla="*/ 2284214 w 7208248"/>
                <a:gd name="connsiteY7" fmla="*/ 203276 h 588892"/>
                <a:gd name="connsiteX8" fmla="*/ 48988 w 7208248"/>
                <a:gd name="connsiteY8" fmla="*/ 439791 h 588892"/>
                <a:gd name="connsiteX0" fmla="*/ 0 w 7208248"/>
                <a:gd name="connsiteY0" fmla="*/ 329664 h 631399"/>
                <a:gd name="connsiteX1" fmla="*/ 2074191 w 7208248"/>
                <a:gd name="connsiteY1" fmla="*/ 8274 h 631399"/>
                <a:gd name="connsiteX2" fmla="*/ 5039145 w 7208248"/>
                <a:gd name="connsiteY2" fmla="*/ 541134 h 631399"/>
                <a:gd name="connsiteX3" fmla="*/ 7208248 w 7208248"/>
                <a:gd name="connsiteY3" fmla="*/ 185093 h 631399"/>
                <a:gd name="connsiteX4" fmla="*/ 5025653 w 7208248"/>
                <a:gd name="connsiteY4" fmla="*/ 627092 h 631399"/>
                <a:gd name="connsiteX5" fmla="*/ 3494852 w 7208248"/>
                <a:gd name="connsiteY5" fmla="*/ 400347 h 631399"/>
                <a:gd name="connsiteX6" fmla="*/ 2612656 w 7208248"/>
                <a:gd name="connsiteY6" fmla="*/ 240166 h 631399"/>
                <a:gd name="connsiteX7" fmla="*/ 2284214 w 7208248"/>
                <a:gd name="connsiteY7" fmla="*/ 203276 h 631399"/>
                <a:gd name="connsiteX8" fmla="*/ 48988 w 7208248"/>
                <a:gd name="connsiteY8" fmla="*/ 439791 h 631399"/>
                <a:gd name="connsiteX0" fmla="*/ 0 w 7208248"/>
                <a:gd name="connsiteY0" fmla="*/ 329664 h 628424"/>
                <a:gd name="connsiteX1" fmla="*/ 2074191 w 7208248"/>
                <a:gd name="connsiteY1" fmla="*/ 8274 h 628424"/>
                <a:gd name="connsiteX2" fmla="*/ 5039145 w 7208248"/>
                <a:gd name="connsiteY2" fmla="*/ 541134 h 628424"/>
                <a:gd name="connsiteX3" fmla="*/ 7208248 w 7208248"/>
                <a:gd name="connsiteY3" fmla="*/ 185093 h 628424"/>
                <a:gd name="connsiteX4" fmla="*/ 5025653 w 7208248"/>
                <a:gd name="connsiteY4" fmla="*/ 627092 h 628424"/>
                <a:gd name="connsiteX5" fmla="*/ 3494852 w 7208248"/>
                <a:gd name="connsiteY5" fmla="*/ 400347 h 628424"/>
                <a:gd name="connsiteX6" fmla="*/ 2612656 w 7208248"/>
                <a:gd name="connsiteY6" fmla="*/ 240166 h 628424"/>
                <a:gd name="connsiteX7" fmla="*/ 2284214 w 7208248"/>
                <a:gd name="connsiteY7" fmla="*/ 203276 h 628424"/>
                <a:gd name="connsiteX8" fmla="*/ 48988 w 7208248"/>
                <a:gd name="connsiteY8" fmla="*/ 439791 h 628424"/>
                <a:gd name="connsiteX0" fmla="*/ 0 w 7208248"/>
                <a:gd name="connsiteY0" fmla="*/ 329664 h 628424"/>
                <a:gd name="connsiteX1" fmla="*/ 2074191 w 7208248"/>
                <a:gd name="connsiteY1" fmla="*/ 8274 h 628424"/>
                <a:gd name="connsiteX2" fmla="*/ 5039145 w 7208248"/>
                <a:gd name="connsiteY2" fmla="*/ 541134 h 628424"/>
                <a:gd name="connsiteX3" fmla="*/ 7208248 w 7208248"/>
                <a:gd name="connsiteY3" fmla="*/ 185093 h 628424"/>
                <a:gd name="connsiteX4" fmla="*/ 5025653 w 7208248"/>
                <a:gd name="connsiteY4" fmla="*/ 627092 h 628424"/>
                <a:gd name="connsiteX5" fmla="*/ 3494852 w 7208248"/>
                <a:gd name="connsiteY5" fmla="*/ 400347 h 628424"/>
                <a:gd name="connsiteX6" fmla="*/ 2612656 w 7208248"/>
                <a:gd name="connsiteY6" fmla="*/ 240166 h 628424"/>
                <a:gd name="connsiteX7" fmla="*/ 2284214 w 7208248"/>
                <a:gd name="connsiteY7" fmla="*/ 203276 h 628424"/>
                <a:gd name="connsiteX8" fmla="*/ 48988 w 7208248"/>
                <a:gd name="connsiteY8" fmla="*/ 439791 h 628424"/>
                <a:gd name="connsiteX0" fmla="*/ 0 w 7208248"/>
                <a:gd name="connsiteY0" fmla="*/ 329664 h 628424"/>
                <a:gd name="connsiteX1" fmla="*/ 2074191 w 7208248"/>
                <a:gd name="connsiteY1" fmla="*/ 8274 h 628424"/>
                <a:gd name="connsiteX2" fmla="*/ 5039145 w 7208248"/>
                <a:gd name="connsiteY2" fmla="*/ 541134 h 628424"/>
                <a:gd name="connsiteX3" fmla="*/ 7208248 w 7208248"/>
                <a:gd name="connsiteY3" fmla="*/ 185093 h 628424"/>
                <a:gd name="connsiteX4" fmla="*/ 5025653 w 7208248"/>
                <a:gd name="connsiteY4" fmla="*/ 627092 h 628424"/>
                <a:gd name="connsiteX5" fmla="*/ 3494852 w 7208248"/>
                <a:gd name="connsiteY5" fmla="*/ 400347 h 628424"/>
                <a:gd name="connsiteX6" fmla="*/ 2612656 w 7208248"/>
                <a:gd name="connsiteY6" fmla="*/ 240166 h 628424"/>
                <a:gd name="connsiteX7" fmla="*/ 2070988 w 7208248"/>
                <a:gd name="connsiteY7" fmla="*/ 116816 h 628424"/>
                <a:gd name="connsiteX8" fmla="*/ 48988 w 7208248"/>
                <a:gd name="connsiteY8" fmla="*/ 439791 h 628424"/>
                <a:gd name="connsiteX0" fmla="*/ 0 w 7208248"/>
                <a:gd name="connsiteY0" fmla="*/ 329664 h 628424"/>
                <a:gd name="connsiteX1" fmla="*/ 2074191 w 7208248"/>
                <a:gd name="connsiteY1" fmla="*/ 8274 h 628424"/>
                <a:gd name="connsiteX2" fmla="*/ 5039145 w 7208248"/>
                <a:gd name="connsiteY2" fmla="*/ 541134 h 628424"/>
                <a:gd name="connsiteX3" fmla="*/ 7208248 w 7208248"/>
                <a:gd name="connsiteY3" fmla="*/ 185093 h 628424"/>
                <a:gd name="connsiteX4" fmla="*/ 5025653 w 7208248"/>
                <a:gd name="connsiteY4" fmla="*/ 627092 h 628424"/>
                <a:gd name="connsiteX5" fmla="*/ 3494852 w 7208248"/>
                <a:gd name="connsiteY5" fmla="*/ 400347 h 628424"/>
                <a:gd name="connsiteX6" fmla="*/ 2612656 w 7208248"/>
                <a:gd name="connsiteY6" fmla="*/ 240166 h 628424"/>
                <a:gd name="connsiteX7" fmla="*/ 2070988 w 7208248"/>
                <a:gd name="connsiteY7" fmla="*/ 116816 h 628424"/>
                <a:gd name="connsiteX8" fmla="*/ 48988 w 7208248"/>
                <a:gd name="connsiteY8" fmla="*/ 439791 h 628424"/>
                <a:gd name="connsiteX0" fmla="*/ 0 w 7208248"/>
                <a:gd name="connsiteY0" fmla="*/ 329664 h 628577"/>
                <a:gd name="connsiteX1" fmla="*/ 2074191 w 7208248"/>
                <a:gd name="connsiteY1" fmla="*/ 8274 h 628577"/>
                <a:gd name="connsiteX2" fmla="*/ 5039145 w 7208248"/>
                <a:gd name="connsiteY2" fmla="*/ 541134 h 628577"/>
                <a:gd name="connsiteX3" fmla="*/ 7208248 w 7208248"/>
                <a:gd name="connsiteY3" fmla="*/ 185093 h 628577"/>
                <a:gd name="connsiteX4" fmla="*/ 5025653 w 7208248"/>
                <a:gd name="connsiteY4" fmla="*/ 627092 h 628577"/>
                <a:gd name="connsiteX5" fmla="*/ 3494852 w 7208248"/>
                <a:gd name="connsiteY5" fmla="*/ 400347 h 628577"/>
                <a:gd name="connsiteX6" fmla="*/ 2070988 w 7208248"/>
                <a:gd name="connsiteY6" fmla="*/ 116816 h 628577"/>
                <a:gd name="connsiteX7" fmla="*/ 48988 w 7208248"/>
                <a:gd name="connsiteY7" fmla="*/ 439791 h 628577"/>
                <a:gd name="connsiteX0" fmla="*/ 0 w 7208248"/>
                <a:gd name="connsiteY0" fmla="*/ 329664 h 627323"/>
                <a:gd name="connsiteX1" fmla="*/ 2074191 w 7208248"/>
                <a:gd name="connsiteY1" fmla="*/ 8274 h 627323"/>
                <a:gd name="connsiteX2" fmla="*/ 5039145 w 7208248"/>
                <a:gd name="connsiteY2" fmla="*/ 541134 h 627323"/>
                <a:gd name="connsiteX3" fmla="*/ 7208248 w 7208248"/>
                <a:gd name="connsiteY3" fmla="*/ 185093 h 627323"/>
                <a:gd name="connsiteX4" fmla="*/ 5025653 w 7208248"/>
                <a:gd name="connsiteY4" fmla="*/ 627092 h 627323"/>
                <a:gd name="connsiteX5" fmla="*/ 2070988 w 7208248"/>
                <a:gd name="connsiteY5" fmla="*/ 116816 h 627323"/>
                <a:gd name="connsiteX6" fmla="*/ 48988 w 7208248"/>
                <a:gd name="connsiteY6" fmla="*/ 439791 h 627323"/>
                <a:gd name="connsiteX0" fmla="*/ 0 w 7208248"/>
                <a:gd name="connsiteY0" fmla="*/ 329664 h 627323"/>
                <a:gd name="connsiteX1" fmla="*/ 2074191 w 7208248"/>
                <a:gd name="connsiteY1" fmla="*/ 8274 h 627323"/>
                <a:gd name="connsiteX2" fmla="*/ 5039145 w 7208248"/>
                <a:gd name="connsiteY2" fmla="*/ 541134 h 627323"/>
                <a:gd name="connsiteX3" fmla="*/ 7208248 w 7208248"/>
                <a:gd name="connsiteY3" fmla="*/ 185093 h 627323"/>
                <a:gd name="connsiteX4" fmla="*/ 5025653 w 7208248"/>
                <a:gd name="connsiteY4" fmla="*/ 627092 h 627323"/>
                <a:gd name="connsiteX5" fmla="*/ 2070988 w 7208248"/>
                <a:gd name="connsiteY5" fmla="*/ 116816 h 627323"/>
                <a:gd name="connsiteX0" fmla="*/ 0 w 7208248"/>
                <a:gd name="connsiteY0" fmla="*/ 329664 h 627323"/>
                <a:gd name="connsiteX1" fmla="*/ 2074191 w 7208248"/>
                <a:gd name="connsiteY1" fmla="*/ 8274 h 627323"/>
                <a:gd name="connsiteX2" fmla="*/ 5039145 w 7208248"/>
                <a:gd name="connsiteY2" fmla="*/ 541134 h 627323"/>
                <a:gd name="connsiteX3" fmla="*/ 7208248 w 7208248"/>
                <a:gd name="connsiteY3" fmla="*/ 185093 h 627323"/>
                <a:gd name="connsiteX4" fmla="*/ 5025653 w 7208248"/>
                <a:gd name="connsiteY4" fmla="*/ 627092 h 627323"/>
                <a:gd name="connsiteX5" fmla="*/ 2070988 w 7208248"/>
                <a:gd name="connsiteY5" fmla="*/ 116816 h 627323"/>
                <a:gd name="connsiteX6" fmla="*/ 0 w 7208248"/>
                <a:gd name="connsiteY6" fmla="*/ 329664 h 627323"/>
                <a:gd name="connsiteX0" fmla="*/ 0 w 7208248"/>
                <a:gd name="connsiteY0" fmla="*/ 329664 h 627323"/>
                <a:gd name="connsiteX1" fmla="*/ 2074191 w 7208248"/>
                <a:gd name="connsiteY1" fmla="*/ 8274 h 627323"/>
                <a:gd name="connsiteX2" fmla="*/ 5039145 w 7208248"/>
                <a:gd name="connsiteY2" fmla="*/ 541134 h 627323"/>
                <a:gd name="connsiteX3" fmla="*/ 7208248 w 7208248"/>
                <a:gd name="connsiteY3" fmla="*/ 185093 h 627323"/>
                <a:gd name="connsiteX4" fmla="*/ 5025653 w 7208248"/>
                <a:gd name="connsiteY4" fmla="*/ 627092 h 627323"/>
                <a:gd name="connsiteX5" fmla="*/ 2070988 w 7208248"/>
                <a:gd name="connsiteY5" fmla="*/ 116816 h 627323"/>
                <a:gd name="connsiteX6" fmla="*/ 0 w 7208248"/>
                <a:gd name="connsiteY6" fmla="*/ 329664 h 627323"/>
                <a:gd name="connsiteX0" fmla="*/ 0 w 7208248"/>
                <a:gd name="connsiteY0" fmla="*/ 329664 h 627323"/>
                <a:gd name="connsiteX1" fmla="*/ 2074191 w 7208248"/>
                <a:gd name="connsiteY1" fmla="*/ 8274 h 627323"/>
                <a:gd name="connsiteX2" fmla="*/ 5039145 w 7208248"/>
                <a:gd name="connsiteY2" fmla="*/ 541134 h 627323"/>
                <a:gd name="connsiteX3" fmla="*/ 7208248 w 7208248"/>
                <a:gd name="connsiteY3" fmla="*/ 185093 h 627323"/>
                <a:gd name="connsiteX4" fmla="*/ 5025653 w 7208248"/>
                <a:gd name="connsiteY4" fmla="*/ 627092 h 627323"/>
                <a:gd name="connsiteX5" fmla="*/ 2070988 w 7208248"/>
                <a:gd name="connsiteY5" fmla="*/ 116816 h 627323"/>
                <a:gd name="connsiteX6" fmla="*/ 0 w 7208248"/>
                <a:gd name="connsiteY6" fmla="*/ 329664 h 62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8248" h="627323">
                  <a:moveTo>
                    <a:pt x="0" y="329664"/>
                  </a:moveTo>
                  <a:cubicBezTo>
                    <a:pt x="491919" y="44924"/>
                    <a:pt x="1234334" y="-26971"/>
                    <a:pt x="2074191" y="8274"/>
                  </a:cubicBezTo>
                  <a:cubicBezTo>
                    <a:pt x="2914048" y="43519"/>
                    <a:pt x="4183469" y="511664"/>
                    <a:pt x="5039145" y="541134"/>
                  </a:cubicBezTo>
                  <a:cubicBezTo>
                    <a:pt x="5894821" y="570604"/>
                    <a:pt x="6375960" y="152900"/>
                    <a:pt x="7208248" y="185093"/>
                  </a:cubicBezTo>
                  <a:cubicBezTo>
                    <a:pt x="6373380" y="227233"/>
                    <a:pt x="5881863" y="638471"/>
                    <a:pt x="5025653" y="627092"/>
                  </a:cubicBezTo>
                  <a:cubicBezTo>
                    <a:pt x="4169443" y="615713"/>
                    <a:pt x="3026760" y="149619"/>
                    <a:pt x="2070988" y="116816"/>
                  </a:cubicBezTo>
                  <a:cubicBezTo>
                    <a:pt x="1115216" y="84013"/>
                    <a:pt x="733844" y="59857"/>
                    <a:pt x="0" y="329664"/>
                  </a:cubicBezTo>
                  <a:close/>
                </a:path>
              </a:pathLst>
            </a:custGeom>
            <a:solidFill>
              <a:srgbClr val="3399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Freeform: Shape 144">
              <a:extLst>
                <a:ext uri="{FF2B5EF4-FFF2-40B4-BE49-F238E27FC236}">
                  <a16:creationId xmlns:a16="http://schemas.microsoft.com/office/drawing/2014/main" id="{08FF8ECF-4331-FD15-6B0E-69C34FC8DCBD}"/>
                </a:ext>
              </a:extLst>
            </p:cNvPr>
            <p:cNvSpPr/>
            <p:nvPr/>
          </p:nvSpPr>
          <p:spPr>
            <a:xfrm>
              <a:off x="5282067" y="1754304"/>
              <a:ext cx="6318488" cy="458900"/>
            </a:xfrm>
            <a:custGeom>
              <a:avLst/>
              <a:gdLst>
                <a:gd name="connsiteX0" fmla="*/ 0 w 7949681"/>
                <a:gd name="connsiteY0" fmla="*/ 951722 h 1007848"/>
                <a:gd name="connsiteX1" fmla="*/ 1912775 w 7949681"/>
                <a:gd name="connsiteY1" fmla="*/ 167951 h 1007848"/>
                <a:gd name="connsiteX2" fmla="*/ 4450702 w 7949681"/>
                <a:gd name="connsiteY2" fmla="*/ 1007706 h 1007848"/>
                <a:gd name="connsiteX3" fmla="*/ 6615404 w 7949681"/>
                <a:gd name="connsiteY3" fmla="*/ 233265 h 1007848"/>
                <a:gd name="connsiteX4" fmla="*/ 7949681 w 7949681"/>
                <a:gd name="connsiteY4" fmla="*/ 0 h 1007848"/>
                <a:gd name="connsiteX0" fmla="*/ 0 w 6615404"/>
                <a:gd name="connsiteY0" fmla="*/ 783933 h 840059"/>
                <a:gd name="connsiteX1" fmla="*/ 1912775 w 6615404"/>
                <a:gd name="connsiteY1" fmla="*/ 162 h 840059"/>
                <a:gd name="connsiteX2" fmla="*/ 4450702 w 6615404"/>
                <a:gd name="connsiteY2" fmla="*/ 839917 h 840059"/>
                <a:gd name="connsiteX3" fmla="*/ 6615404 w 6615404"/>
                <a:gd name="connsiteY3" fmla="*/ 65476 h 840059"/>
                <a:gd name="connsiteX0" fmla="*/ 0 w 6615404"/>
                <a:gd name="connsiteY0" fmla="*/ 799754 h 855880"/>
                <a:gd name="connsiteX1" fmla="*/ 1912775 w 6615404"/>
                <a:gd name="connsiteY1" fmla="*/ 15983 h 855880"/>
                <a:gd name="connsiteX2" fmla="*/ 4450702 w 6615404"/>
                <a:gd name="connsiteY2" fmla="*/ 855738 h 855880"/>
                <a:gd name="connsiteX3" fmla="*/ 6615404 w 6615404"/>
                <a:gd name="connsiteY3" fmla="*/ 81297 h 855880"/>
                <a:gd name="connsiteX0" fmla="*/ 0 w 6615404"/>
                <a:gd name="connsiteY0" fmla="*/ 799754 h 913292"/>
                <a:gd name="connsiteX1" fmla="*/ 1912775 w 6615404"/>
                <a:gd name="connsiteY1" fmla="*/ 15983 h 913292"/>
                <a:gd name="connsiteX2" fmla="*/ 4450702 w 6615404"/>
                <a:gd name="connsiteY2" fmla="*/ 855738 h 913292"/>
                <a:gd name="connsiteX3" fmla="*/ 6615404 w 6615404"/>
                <a:gd name="connsiteY3" fmla="*/ 81297 h 913292"/>
                <a:gd name="connsiteX0" fmla="*/ 0 w 7072604"/>
                <a:gd name="connsiteY0" fmla="*/ 799754 h 865540"/>
                <a:gd name="connsiteX1" fmla="*/ 1912775 w 7072604"/>
                <a:gd name="connsiteY1" fmla="*/ 15983 h 865540"/>
                <a:gd name="connsiteX2" fmla="*/ 4450702 w 7072604"/>
                <a:gd name="connsiteY2" fmla="*/ 855738 h 865540"/>
                <a:gd name="connsiteX3" fmla="*/ 7072604 w 7072604"/>
                <a:gd name="connsiteY3" fmla="*/ 435861 h 865540"/>
                <a:gd name="connsiteX0" fmla="*/ 0 w 7072604"/>
                <a:gd name="connsiteY0" fmla="*/ 799754 h 869733"/>
                <a:gd name="connsiteX1" fmla="*/ 1912775 w 7072604"/>
                <a:gd name="connsiteY1" fmla="*/ 15983 h 869733"/>
                <a:gd name="connsiteX2" fmla="*/ 4450702 w 7072604"/>
                <a:gd name="connsiteY2" fmla="*/ 855738 h 869733"/>
                <a:gd name="connsiteX3" fmla="*/ 7072604 w 7072604"/>
                <a:gd name="connsiteY3" fmla="*/ 435861 h 869733"/>
                <a:gd name="connsiteX0" fmla="*/ 0 w 7072604"/>
                <a:gd name="connsiteY0" fmla="*/ 799754 h 909752"/>
                <a:gd name="connsiteX1" fmla="*/ 1912775 w 7072604"/>
                <a:gd name="connsiteY1" fmla="*/ 15983 h 909752"/>
                <a:gd name="connsiteX2" fmla="*/ 4450702 w 7072604"/>
                <a:gd name="connsiteY2" fmla="*/ 855738 h 909752"/>
                <a:gd name="connsiteX3" fmla="*/ 7072604 w 7072604"/>
                <a:gd name="connsiteY3" fmla="*/ 435861 h 909752"/>
                <a:gd name="connsiteX0" fmla="*/ 0 w 7361853"/>
                <a:gd name="connsiteY0" fmla="*/ 799754 h 969459"/>
                <a:gd name="connsiteX1" fmla="*/ 1912775 w 7361853"/>
                <a:gd name="connsiteY1" fmla="*/ 15983 h 969459"/>
                <a:gd name="connsiteX2" fmla="*/ 4450702 w 7361853"/>
                <a:gd name="connsiteY2" fmla="*/ 855738 h 969459"/>
                <a:gd name="connsiteX3" fmla="*/ 7361853 w 7361853"/>
                <a:gd name="connsiteY3" fmla="*/ 771763 h 969459"/>
                <a:gd name="connsiteX0" fmla="*/ 0 w 7361853"/>
                <a:gd name="connsiteY0" fmla="*/ 799754 h 889173"/>
                <a:gd name="connsiteX1" fmla="*/ 1912775 w 7361853"/>
                <a:gd name="connsiteY1" fmla="*/ 15983 h 889173"/>
                <a:gd name="connsiteX2" fmla="*/ 4450702 w 7361853"/>
                <a:gd name="connsiteY2" fmla="*/ 855738 h 889173"/>
                <a:gd name="connsiteX3" fmla="*/ 7361853 w 7361853"/>
                <a:gd name="connsiteY3" fmla="*/ 771763 h 889173"/>
                <a:gd name="connsiteX0" fmla="*/ 0 w 7343192"/>
                <a:gd name="connsiteY0" fmla="*/ 799754 h 875460"/>
                <a:gd name="connsiteX1" fmla="*/ 1912775 w 7343192"/>
                <a:gd name="connsiteY1" fmla="*/ 15983 h 875460"/>
                <a:gd name="connsiteX2" fmla="*/ 4450702 w 7343192"/>
                <a:gd name="connsiteY2" fmla="*/ 855738 h 875460"/>
                <a:gd name="connsiteX3" fmla="*/ 7343192 w 7343192"/>
                <a:gd name="connsiteY3" fmla="*/ 659796 h 875460"/>
                <a:gd name="connsiteX0" fmla="*/ 0 w 7343192"/>
                <a:gd name="connsiteY0" fmla="*/ 783782 h 788934"/>
                <a:gd name="connsiteX1" fmla="*/ 1912775 w 7343192"/>
                <a:gd name="connsiteY1" fmla="*/ 11 h 788934"/>
                <a:gd name="connsiteX2" fmla="*/ 4758612 w 7343192"/>
                <a:gd name="connsiteY2" fmla="*/ 765121 h 788934"/>
                <a:gd name="connsiteX3" fmla="*/ 7343192 w 7343192"/>
                <a:gd name="connsiteY3" fmla="*/ 643824 h 788934"/>
                <a:gd name="connsiteX0" fmla="*/ 0 w 7343192"/>
                <a:gd name="connsiteY0" fmla="*/ 877086 h 887565"/>
                <a:gd name="connsiteX1" fmla="*/ 2332653 w 7343192"/>
                <a:gd name="connsiteY1" fmla="*/ 9 h 887565"/>
                <a:gd name="connsiteX2" fmla="*/ 4758612 w 7343192"/>
                <a:gd name="connsiteY2" fmla="*/ 858425 h 887565"/>
                <a:gd name="connsiteX3" fmla="*/ 7343192 w 7343192"/>
                <a:gd name="connsiteY3" fmla="*/ 737128 h 887565"/>
                <a:gd name="connsiteX0" fmla="*/ 0 w 7081935"/>
                <a:gd name="connsiteY0" fmla="*/ 683060 h 889482"/>
                <a:gd name="connsiteX1" fmla="*/ 2071396 w 7081935"/>
                <a:gd name="connsiteY1" fmla="*/ 1926 h 889482"/>
                <a:gd name="connsiteX2" fmla="*/ 4497355 w 7081935"/>
                <a:gd name="connsiteY2" fmla="*/ 860342 h 889482"/>
                <a:gd name="connsiteX3" fmla="*/ 7081935 w 7081935"/>
                <a:gd name="connsiteY3" fmla="*/ 739045 h 889482"/>
                <a:gd name="connsiteX0" fmla="*/ 0 w 7081935"/>
                <a:gd name="connsiteY0" fmla="*/ 323585 h 530007"/>
                <a:gd name="connsiteX1" fmla="*/ 1741196 w 7081935"/>
                <a:gd name="connsiteY1" fmla="*/ 23451 h 530007"/>
                <a:gd name="connsiteX2" fmla="*/ 4497355 w 7081935"/>
                <a:gd name="connsiteY2" fmla="*/ 500867 h 530007"/>
                <a:gd name="connsiteX3" fmla="*/ 7081935 w 7081935"/>
                <a:gd name="connsiteY3" fmla="*/ 379570 h 530007"/>
                <a:gd name="connsiteX0" fmla="*/ 0 w 7393085"/>
                <a:gd name="connsiteY0" fmla="*/ 416091 h 508213"/>
                <a:gd name="connsiteX1" fmla="*/ 2052346 w 7393085"/>
                <a:gd name="connsiteY1" fmla="*/ 1657 h 508213"/>
                <a:gd name="connsiteX2" fmla="*/ 4808505 w 7393085"/>
                <a:gd name="connsiteY2" fmla="*/ 479073 h 508213"/>
                <a:gd name="connsiteX3" fmla="*/ 7393085 w 7393085"/>
                <a:gd name="connsiteY3" fmla="*/ 357776 h 508213"/>
                <a:gd name="connsiteX0" fmla="*/ 0 w 7361335"/>
                <a:gd name="connsiteY0" fmla="*/ 416091 h 497011"/>
                <a:gd name="connsiteX1" fmla="*/ 2052346 w 7361335"/>
                <a:gd name="connsiteY1" fmla="*/ 1657 h 497011"/>
                <a:gd name="connsiteX2" fmla="*/ 480850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497011"/>
                <a:gd name="connsiteX1" fmla="*/ 2052346 w 7361335"/>
                <a:gd name="connsiteY1" fmla="*/ 1657 h 497011"/>
                <a:gd name="connsiteX2" fmla="*/ 4992655 w 7361335"/>
                <a:gd name="connsiteY2" fmla="*/ 479073 h 497011"/>
                <a:gd name="connsiteX3" fmla="*/ 7361335 w 7361335"/>
                <a:gd name="connsiteY3" fmla="*/ 116476 h 497011"/>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61242"/>
                <a:gd name="connsiteX1" fmla="*/ 2052346 w 7361335"/>
                <a:gd name="connsiteY1" fmla="*/ 1657 h 561242"/>
                <a:gd name="connsiteX2" fmla="*/ 4992655 w 7361335"/>
                <a:gd name="connsiteY2" fmla="*/ 479073 h 561242"/>
                <a:gd name="connsiteX3" fmla="*/ 7361335 w 7361335"/>
                <a:gd name="connsiteY3" fmla="*/ 116476 h 561242"/>
                <a:gd name="connsiteX0" fmla="*/ 0 w 7361335"/>
                <a:gd name="connsiteY0" fmla="*/ 416091 h 558948"/>
                <a:gd name="connsiteX1" fmla="*/ 2052346 w 7361335"/>
                <a:gd name="connsiteY1" fmla="*/ 1657 h 558948"/>
                <a:gd name="connsiteX2" fmla="*/ 4992655 w 7361335"/>
                <a:gd name="connsiteY2" fmla="*/ 479073 h 558948"/>
                <a:gd name="connsiteX3" fmla="*/ 7361335 w 7361335"/>
                <a:gd name="connsiteY3" fmla="*/ 116476 h 558948"/>
                <a:gd name="connsiteX0" fmla="*/ 0 w 7361335"/>
                <a:gd name="connsiteY0" fmla="*/ 416091 h 522234"/>
                <a:gd name="connsiteX1" fmla="*/ 2052346 w 7361335"/>
                <a:gd name="connsiteY1" fmla="*/ 1657 h 522234"/>
                <a:gd name="connsiteX2" fmla="*/ 4992655 w 7361335"/>
                <a:gd name="connsiteY2" fmla="*/ 479073 h 522234"/>
                <a:gd name="connsiteX3" fmla="*/ 7361335 w 7361335"/>
                <a:gd name="connsiteY3" fmla="*/ 116476 h 522234"/>
                <a:gd name="connsiteX0" fmla="*/ 0 w 7361335"/>
                <a:gd name="connsiteY0" fmla="*/ 416091 h 501861"/>
                <a:gd name="connsiteX1" fmla="*/ 2052346 w 7361335"/>
                <a:gd name="connsiteY1" fmla="*/ 1657 h 501861"/>
                <a:gd name="connsiteX2" fmla="*/ 4992655 w 7361335"/>
                <a:gd name="connsiteY2" fmla="*/ 479073 h 501861"/>
                <a:gd name="connsiteX3" fmla="*/ 7361335 w 7361335"/>
                <a:gd name="connsiteY3" fmla="*/ 116476 h 501861"/>
                <a:gd name="connsiteX0" fmla="*/ 0 w 7361335"/>
                <a:gd name="connsiteY0" fmla="*/ 416091 h 488561"/>
                <a:gd name="connsiteX1" fmla="*/ 2052346 w 7361335"/>
                <a:gd name="connsiteY1" fmla="*/ 1657 h 488561"/>
                <a:gd name="connsiteX2" fmla="*/ 4992655 w 7361335"/>
                <a:gd name="connsiteY2" fmla="*/ 479073 h 488561"/>
                <a:gd name="connsiteX3" fmla="*/ 7361335 w 7361335"/>
                <a:gd name="connsiteY3" fmla="*/ 116476 h 488561"/>
                <a:gd name="connsiteX0" fmla="*/ 0 w 7361335"/>
                <a:gd name="connsiteY0" fmla="*/ 351037 h 414114"/>
                <a:gd name="connsiteX1" fmla="*/ 2071396 w 7361335"/>
                <a:gd name="connsiteY1" fmla="*/ 6453 h 414114"/>
                <a:gd name="connsiteX2" fmla="*/ 4992655 w 7361335"/>
                <a:gd name="connsiteY2" fmla="*/ 414019 h 414114"/>
                <a:gd name="connsiteX3" fmla="*/ 7361335 w 7361335"/>
                <a:gd name="connsiteY3" fmla="*/ 51422 h 414114"/>
                <a:gd name="connsiteX0" fmla="*/ 0 w 7361335"/>
                <a:gd name="connsiteY0" fmla="*/ 298252 h 437529"/>
                <a:gd name="connsiteX1" fmla="*/ 2071396 w 7361335"/>
                <a:gd name="connsiteY1" fmla="*/ 29868 h 437529"/>
                <a:gd name="connsiteX2" fmla="*/ 4992655 w 7361335"/>
                <a:gd name="connsiteY2" fmla="*/ 437434 h 437529"/>
                <a:gd name="connsiteX3" fmla="*/ 7361335 w 7361335"/>
                <a:gd name="connsiteY3" fmla="*/ 74837 h 437529"/>
                <a:gd name="connsiteX0" fmla="*/ 0 w 7361335"/>
                <a:gd name="connsiteY0" fmla="*/ 275880 h 415157"/>
                <a:gd name="connsiteX1" fmla="*/ 2071396 w 7361335"/>
                <a:gd name="connsiteY1" fmla="*/ 7496 h 415157"/>
                <a:gd name="connsiteX2" fmla="*/ 4992655 w 7361335"/>
                <a:gd name="connsiteY2" fmla="*/ 415062 h 415157"/>
                <a:gd name="connsiteX3" fmla="*/ 7361335 w 7361335"/>
                <a:gd name="connsiteY3" fmla="*/ 52465 h 415157"/>
                <a:gd name="connsiteX0" fmla="*/ 0 w 7361335"/>
                <a:gd name="connsiteY0" fmla="*/ 278721 h 462439"/>
                <a:gd name="connsiteX1" fmla="*/ 2071396 w 7361335"/>
                <a:gd name="connsiteY1" fmla="*/ 10337 h 462439"/>
                <a:gd name="connsiteX2" fmla="*/ 4973605 w 7361335"/>
                <a:gd name="connsiteY2" fmla="*/ 462353 h 462439"/>
                <a:gd name="connsiteX3" fmla="*/ 7361335 w 7361335"/>
                <a:gd name="connsiteY3" fmla="*/ 55306 h 462439"/>
                <a:gd name="connsiteX0" fmla="*/ 0 w 7247035"/>
                <a:gd name="connsiteY0" fmla="*/ 278721 h 463552"/>
                <a:gd name="connsiteX1" fmla="*/ 2071396 w 7247035"/>
                <a:gd name="connsiteY1" fmla="*/ 10337 h 463552"/>
                <a:gd name="connsiteX2" fmla="*/ 4973605 w 7247035"/>
                <a:gd name="connsiteY2" fmla="*/ 462353 h 463552"/>
                <a:gd name="connsiteX3" fmla="*/ 7247035 w 7247035"/>
                <a:gd name="connsiteY3" fmla="*/ 163256 h 463552"/>
                <a:gd name="connsiteX0" fmla="*/ 0 w 7242683"/>
                <a:gd name="connsiteY0" fmla="*/ 214337 h 489952"/>
                <a:gd name="connsiteX1" fmla="*/ 2067044 w 7242683"/>
                <a:gd name="connsiteY1" fmla="*/ 36737 h 489952"/>
                <a:gd name="connsiteX2" fmla="*/ 4969253 w 7242683"/>
                <a:gd name="connsiteY2" fmla="*/ 488753 h 489952"/>
                <a:gd name="connsiteX3" fmla="*/ 7242683 w 7242683"/>
                <a:gd name="connsiteY3" fmla="*/ 189656 h 489952"/>
                <a:gd name="connsiteX0" fmla="*/ 0 w 7242683"/>
                <a:gd name="connsiteY0" fmla="*/ 220163 h 495778"/>
                <a:gd name="connsiteX1" fmla="*/ 2158426 w 7242683"/>
                <a:gd name="connsiteY1" fmla="*/ 33917 h 495778"/>
                <a:gd name="connsiteX2" fmla="*/ 4969253 w 7242683"/>
                <a:gd name="connsiteY2" fmla="*/ 494579 h 495778"/>
                <a:gd name="connsiteX3" fmla="*/ 7242683 w 7242683"/>
                <a:gd name="connsiteY3" fmla="*/ 195482 h 495778"/>
                <a:gd name="connsiteX0" fmla="*/ 0 w 7242683"/>
                <a:gd name="connsiteY0" fmla="*/ 222382 h 528175"/>
                <a:gd name="connsiteX1" fmla="*/ 2158426 w 7242683"/>
                <a:gd name="connsiteY1" fmla="*/ 36136 h 528175"/>
                <a:gd name="connsiteX2" fmla="*/ 4938792 w 7242683"/>
                <a:gd name="connsiteY2" fmla="*/ 527059 h 528175"/>
                <a:gd name="connsiteX3" fmla="*/ 7242683 w 7242683"/>
                <a:gd name="connsiteY3" fmla="*/ 197701 h 528175"/>
                <a:gd name="connsiteX0" fmla="*/ 0 w 7242683"/>
                <a:gd name="connsiteY0" fmla="*/ 221749 h 518917"/>
                <a:gd name="connsiteX1" fmla="*/ 2158426 w 7242683"/>
                <a:gd name="connsiteY1" fmla="*/ 35503 h 518917"/>
                <a:gd name="connsiteX2" fmla="*/ 4938792 w 7242683"/>
                <a:gd name="connsiteY2" fmla="*/ 517779 h 518917"/>
                <a:gd name="connsiteX3" fmla="*/ 7242683 w 7242683"/>
                <a:gd name="connsiteY3" fmla="*/ 197068 h 518917"/>
                <a:gd name="connsiteX0" fmla="*/ 0 w 7242683"/>
                <a:gd name="connsiteY0" fmla="*/ 217947 h 515115"/>
                <a:gd name="connsiteX1" fmla="*/ 2158426 w 7242683"/>
                <a:gd name="connsiteY1" fmla="*/ 31701 h 515115"/>
                <a:gd name="connsiteX2" fmla="*/ 4938792 w 7242683"/>
                <a:gd name="connsiteY2" fmla="*/ 513977 h 515115"/>
                <a:gd name="connsiteX3" fmla="*/ 7242683 w 7242683"/>
                <a:gd name="connsiteY3" fmla="*/ 193266 h 515115"/>
                <a:gd name="connsiteX0" fmla="*/ 0 w 7242683"/>
                <a:gd name="connsiteY0" fmla="*/ 223960 h 521128"/>
                <a:gd name="connsiteX1" fmla="*/ 2154075 w 7242683"/>
                <a:gd name="connsiteY1" fmla="*/ 29068 h 521128"/>
                <a:gd name="connsiteX2" fmla="*/ 4938792 w 7242683"/>
                <a:gd name="connsiteY2" fmla="*/ 519990 h 521128"/>
                <a:gd name="connsiteX3" fmla="*/ 7242683 w 7242683"/>
                <a:gd name="connsiteY3" fmla="*/ 199279 h 521128"/>
                <a:gd name="connsiteX0" fmla="*/ 0 w 7216574"/>
                <a:gd name="connsiteY0" fmla="*/ 223960 h 520914"/>
                <a:gd name="connsiteX1" fmla="*/ 2154075 w 7216574"/>
                <a:gd name="connsiteY1" fmla="*/ 29068 h 520914"/>
                <a:gd name="connsiteX2" fmla="*/ 4938792 w 7216574"/>
                <a:gd name="connsiteY2" fmla="*/ 519990 h 520914"/>
                <a:gd name="connsiteX3" fmla="*/ 7216574 w 7216574"/>
                <a:gd name="connsiteY3" fmla="*/ 99849 h 520914"/>
                <a:gd name="connsiteX0" fmla="*/ 0 w 7216574"/>
                <a:gd name="connsiteY0" fmla="*/ 223960 h 520995"/>
                <a:gd name="connsiteX1" fmla="*/ 2154075 w 7216574"/>
                <a:gd name="connsiteY1" fmla="*/ 29068 h 520995"/>
                <a:gd name="connsiteX2" fmla="*/ 4938792 w 7216574"/>
                <a:gd name="connsiteY2" fmla="*/ 519990 h 520995"/>
                <a:gd name="connsiteX3" fmla="*/ 7216574 w 7216574"/>
                <a:gd name="connsiteY3" fmla="*/ 99849 h 520995"/>
                <a:gd name="connsiteX0" fmla="*/ 0 w 7216574"/>
                <a:gd name="connsiteY0" fmla="*/ 223960 h 520693"/>
                <a:gd name="connsiteX1" fmla="*/ 2154075 w 7216574"/>
                <a:gd name="connsiteY1" fmla="*/ 29068 h 520693"/>
                <a:gd name="connsiteX2" fmla="*/ 4938792 w 7216574"/>
                <a:gd name="connsiteY2" fmla="*/ 519990 h 520693"/>
                <a:gd name="connsiteX3" fmla="*/ 7216574 w 7216574"/>
                <a:gd name="connsiteY3" fmla="*/ 99849 h 520693"/>
              </a:gdLst>
              <a:ahLst/>
              <a:cxnLst>
                <a:cxn ang="0">
                  <a:pos x="connsiteX0" y="connsiteY0"/>
                </a:cxn>
                <a:cxn ang="0">
                  <a:pos x="connsiteX1" y="connsiteY1"/>
                </a:cxn>
                <a:cxn ang="0">
                  <a:pos x="connsiteX2" y="connsiteY2"/>
                </a:cxn>
                <a:cxn ang="0">
                  <a:pos x="connsiteX3" y="connsiteY3"/>
                </a:cxn>
              </a:cxnLst>
              <a:rect l="l" t="t" r="r" b="b"/>
              <a:pathLst>
                <a:path w="7216574" h="520693">
                  <a:moveTo>
                    <a:pt x="0" y="223960"/>
                  </a:moveTo>
                  <a:cubicBezTo>
                    <a:pt x="661695" y="-51941"/>
                    <a:pt x="1339646" y="-11624"/>
                    <a:pt x="2154075" y="29068"/>
                  </a:cubicBezTo>
                  <a:cubicBezTo>
                    <a:pt x="2968504" y="69760"/>
                    <a:pt x="4076186" y="494504"/>
                    <a:pt x="4938792" y="519990"/>
                  </a:cubicBezTo>
                  <a:cubicBezTo>
                    <a:pt x="5753532" y="541153"/>
                    <a:pt x="6511528" y="77766"/>
                    <a:pt x="7216574" y="9984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3CF88E92-75AB-3C43-A76D-8FA8977F12C0}"/>
                    </a:ext>
                  </a:extLst>
                </p:cNvPr>
                <p:cNvSpPr txBox="1"/>
                <p:nvPr/>
              </p:nvSpPr>
              <p:spPr>
                <a:xfrm>
                  <a:off x="8626124" y="2011628"/>
                  <a:ext cx="312171" cy="486130"/>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𝛾</m:t>
                        </m:r>
                        <m:r>
                          <a:rPr lang="en-US" b="0" i="1" smtClean="0">
                            <a:latin typeface="Cambria Math" panose="02040503050406030204" pitchFamily="18" charset="0"/>
                          </a:rPr>
                          <m:t>′</m:t>
                        </m:r>
                      </m:oMath>
                    </m:oMathPara>
                  </a14:m>
                  <a:endParaRPr lang="en-US" dirty="0"/>
                </a:p>
              </p:txBody>
            </p:sp>
          </mc:Choice>
          <mc:Fallback xmlns="">
            <p:sp>
              <p:nvSpPr>
                <p:cNvPr id="147" name="TextBox 146">
                  <a:extLst>
                    <a:ext uri="{FF2B5EF4-FFF2-40B4-BE49-F238E27FC236}">
                      <a16:creationId xmlns:a16="http://schemas.microsoft.com/office/drawing/2014/main" id="{3CF88E92-75AB-3C43-A76D-8FA8977F12C0}"/>
                    </a:ext>
                  </a:extLst>
                </p:cNvPr>
                <p:cNvSpPr txBox="1">
                  <a:spLocks noRot="1" noChangeAspect="1" noMove="1" noResize="1" noEditPoints="1" noAdjustHandles="1" noChangeArrowheads="1" noChangeShapeType="1" noTextEdit="1"/>
                </p:cNvSpPr>
                <p:nvPr/>
              </p:nvSpPr>
              <p:spPr>
                <a:xfrm>
                  <a:off x="8626124" y="2011628"/>
                  <a:ext cx="312171" cy="486130"/>
                </a:xfrm>
                <a:prstGeom prst="rect">
                  <a:avLst/>
                </a:prstGeom>
                <a:blipFill>
                  <a:blip r:embed="rId9"/>
                  <a:stretch>
                    <a:fillRect l="-5882" r="-2549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7E66F4ED-A4C6-108E-CF28-6CB3DAA88FA4}"/>
                  </a:ext>
                </a:extLst>
              </p:cNvPr>
              <p:cNvSpPr txBox="1"/>
              <p:nvPr/>
            </p:nvSpPr>
            <p:spPr>
              <a:xfrm>
                <a:off x="230563" y="269366"/>
                <a:ext cx="4873257" cy="1077218"/>
              </a:xfrm>
              <a:prstGeom prst="rect">
                <a:avLst/>
              </a:prstGeom>
              <a:noFill/>
            </p:spPr>
            <p:txBody>
              <a:bodyPr wrap="none" rtlCol="0">
                <a:spAutoFit/>
              </a:bodyPr>
              <a:lstStyle/>
              <a:p>
                <a:r>
                  <a:rPr lang="en-US" sz="3200" dirty="0"/>
                  <a:t>If the path </a:t>
                </a:r>
                <a14:m>
                  <m:oMath xmlns:m="http://schemas.openxmlformats.org/officeDocument/2006/math">
                    <m:r>
                      <a:rPr lang="en-US" sz="3200" b="0" i="1" smtClean="0">
                        <a:latin typeface="Cambria Math" panose="02040503050406030204" pitchFamily="18" charset="0"/>
                      </a:rPr>
                      <m:t>𝛾</m:t>
                    </m:r>
                  </m:oMath>
                </a14:m>
                <a:r>
                  <a:rPr lang="en-US" sz="3200" dirty="0"/>
                  <a:t> is an evolution</a:t>
                </a:r>
                <a:br>
                  <a:rPr lang="en-US" sz="3200" dirty="0"/>
                </a:br>
                <a:r>
                  <a:rPr lang="en-US" sz="3200" dirty="0"/>
                  <a:t>of the system</a:t>
                </a:r>
              </a:p>
            </p:txBody>
          </p:sp>
        </mc:Choice>
        <mc:Fallback xmlns="">
          <p:sp>
            <p:nvSpPr>
              <p:cNvPr id="144" name="TextBox 143">
                <a:extLst>
                  <a:ext uri="{FF2B5EF4-FFF2-40B4-BE49-F238E27FC236}">
                    <a16:creationId xmlns:a16="http://schemas.microsoft.com/office/drawing/2014/main" id="{7E66F4ED-A4C6-108E-CF28-6CB3DAA88FA4}"/>
                  </a:ext>
                </a:extLst>
              </p:cNvPr>
              <p:cNvSpPr txBox="1">
                <a:spLocks noRot="1" noChangeAspect="1" noMove="1" noResize="1" noEditPoints="1" noAdjustHandles="1" noChangeArrowheads="1" noChangeShapeType="1" noTextEdit="1"/>
              </p:cNvSpPr>
              <p:nvPr/>
            </p:nvSpPr>
            <p:spPr>
              <a:xfrm>
                <a:off x="230563" y="269366"/>
                <a:ext cx="4873257" cy="1077218"/>
              </a:xfrm>
              <a:prstGeom prst="rect">
                <a:avLst/>
              </a:prstGeom>
              <a:blipFill>
                <a:blip r:embed="rId10"/>
                <a:stretch>
                  <a:fillRect l="-3254" t="-6780" b="-17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8BC2467-D3AF-5AE6-AA22-5D51AAE2A861}"/>
                  </a:ext>
                </a:extLst>
              </p:cNvPr>
              <p:cNvSpPr txBox="1"/>
              <p:nvPr/>
            </p:nvSpPr>
            <p:spPr>
              <a:xfrm>
                <a:off x="268675" y="3641195"/>
                <a:ext cx="4419383" cy="2062103"/>
              </a:xfrm>
              <a:prstGeom prst="rect">
                <a:avLst/>
              </a:prstGeom>
              <a:noFill/>
            </p:spPr>
            <p:txBody>
              <a:bodyPr wrap="square" rtlCol="0">
                <a:spAutoFit/>
              </a:bodyPr>
              <a:lstStyle/>
              <a:p>
                <a:r>
                  <a:rPr lang="en-US" sz="3200" dirty="0"/>
                  <a:t>If the path </a:t>
                </a:r>
                <a14:m>
                  <m:oMath xmlns:m="http://schemas.openxmlformats.org/officeDocument/2006/math">
                    <m:r>
                      <a:rPr lang="en-US" sz="3200" b="0" i="1" smtClean="0">
                        <a:latin typeface="Cambria Math" panose="02040503050406030204" pitchFamily="18" charset="0"/>
                      </a:rPr>
                      <m:t>𝛾</m:t>
                    </m:r>
                  </m:oMath>
                </a14:m>
                <a:r>
                  <a:rPr lang="en-US" sz="3200" dirty="0"/>
                  <a:t> is not an evolution of the system, we can always find a variation </a:t>
                </a:r>
                <a14:m>
                  <m:oMath xmlns:m="http://schemas.openxmlformats.org/officeDocument/2006/math">
                    <m:r>
                      <a:rPr lang="en-US" sz="3200" b="0" i="1" smtClean="0">
                        <a:latin typeface="Cambria Math" panose="02040503050406030204" pitchFamily="18" charset="0"/>
                      </a:rPr>
                      <m:t>𝛾</m:t>
                    </m:r>
                    <m:r>
                      <a:rPr lang="en-US" sz="3200" b="0" i="1" smtClean="0">
                        <a:latin typeface="Cambria Math" panose="02040503050406030204" pitchFamily="18" charset="0"/>
                      </a:rPr>
                      <m:t>′</m:t>
                    </m:r>
                  </m:oMath>
                </a14:m>
                <a:r>
                  <a:rPr lang="en-US" sz="3200" dirty="0"/>
                  <a:t> such that</a:t>
                </a:r>
              </a:p>
            </p:txBody>
          </p:sp>
        </mc:Choice>
        <mc:Fallback xmlns="">
          <p:sp>
            <p:nvSpPr>
              <p:cNvPr id="149" name="TextBox 148">
                <a:extLst>
                  <a:ext uri="{FF2B5EF4-FFF2-40B4-BE49-F238E27FC236}">
                    <a16:creationId xmlns:a16="http://schemas.microsoft.com/office/drawing/2014/main" id="{38BC2467-D3AF-5AE6-AA22-5D51AAE2A861}"/>
                  </a:ext>
                </a:extLst>
              </p:cNvPr>
              <p:cNvSpPr txBox="1">
                <a:spLocks noRot="1" noChangeAspect="1" noMove="1" noResize="1" noEditPoints="1" noAdjustHandles="1" noChangeArrowheads="1" noChangeShapeType="1" noTextEdit="1"/>
              </p:cNvSpPr>
              <p:nvPr/>
            </p:nvSpPr>
            <p:spPr>
              <a:xfrm>
                <a:off x="268675" y="3641195"/>
                <a:ext cx="4419383" cy="2062103"/>
              </a:xfrm>
              <a:prstGeom prst="rect">
                <a:avLst/>
              </a:prstGeom>
              <a:blipFill>
                <a:blip r:embed="rId11"/>
                <a:stretch>
                  <a:fillRect l="-3448" t="-2950" r="-1241" b="-94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0" name="TextBox 149">
                <a:extLst>
                  <a:ext uri="{FF2B5EF4-FFF2-40B4-BE49-F238E27FC236}">
                    <a16:creationId xmlns:a16="http://schemas.microsoft.com/office/drawing/2014/main" id="{C54BD3B2-4C10-C7B5-2C59-E58E35EA6892}"/>
                  </a:ext>
                </a:extLst>
              </p:cNvPr>
              <p:cNvSpPr txBox="1"/>
              <p:nvPr/>
            </p:nvSpPr>
            <p:spPr>
              <a:xfrm>
                <a:off x="422194" y="5769192"/>
                <a:ext cx="6010577" cy="874855"/>
              </a:xfrm>
              <a:prstGeom prst="rect">
                <a:avLst/>
              </a:prstGeom>
              <a:noFill/>
            </p:spPr>
            <p:txBody>
              <a:bodyPr wrap="square" rtlCol="0">
                <a:spAutoFit/>
              </a:bodyPr>
              <a:lstStyle/>
              <a:p>
                <a:r>
                  <a:rPr lang="en-US" sz="3600" dirty="0"/>
                  <a:t> </a:t>
                </a:r>
                <a14:m>
                  <m:oMath xmlns:m="http://schemas.openxmlformats.org/officeDocument/2006/math">
                    <m:r>
                      <a:rPr lang="en-US" sz="3600" i="1" smtClean="0">
                        <a:latin typeface="Cambria Math" panose="02040503050406030204" pitchFamily="18" charset="0"/>
                      </a:rPr>
                      <m:t>−</m:t>
                    </m:r>
                    <m:nary>
                      <m:naryPr>
                        <m:chr m:val="∬"/>
                        <m:supHide m:val="on"/>
                        <m:ctrlPr>
                          <a:rPr lang="en-US" sz="3600">
                            <a:latin typeface="Cambria Math" panose="02040503050406030204" pitchFamily="18" charset="0"/>
                          </a:rPr>
                        </m:ctrlPr>
                      </m:naryPr>
                      <m:sub>
                        <m:r>
                          <m:rPr>
                            <m:sty m:val="p"/>
                          </m:rPr>
                          <a:rPr lang="en-US" sz="3600">
                            <a:latin typeface="Cambria Math" panose="02040503050406030204" pitchFamily="18" charset="0"/>
                          </a:rPr>
                          <m:t>Σ</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𝑆</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dirty="0">
                                <a:latin typeface="Cambria Math" panose="02040503050406030204" pitchFamily="18" charset="0"/>
                              </a:rPr>
                            </m:ctrlPr>
                          </m:accPr>
                          <m:e>
                            <m:r>
                              <m:rPr>
                                <m:sty m:val="p"/>
                              </m:rPr>
                              <a:rPr lang="en-US" sz="3600" dirty="0">
                                <a:latin typeface="Cambria Math" panose="02040503050406030204" pitchFamily="18" charset="0"/>
                              </a:rPr>
                              <m:t>Σ</m:t>
                            </m:r>
                          </m:e>
                        </m:acc>
                      </m:e>
                    </m:nary>
                    <m:r>
                      <a:rPr lang="en-US" sz="3600" b="0" i="1" dirty="0" smtClean="0">
                        <a:latin typeface="Cambria Math" panose="02040503050406030204" pitchFamily="18" charset="0"/>
                      </a:rPr>
                      <m:t>=</m:t>
                    </m:r>
                    <m:r>
                      <a:rPr lang="en-US" sz="3600" i="1" smtClean="0">
                        <a:latin typeface="Cambria Math" panose="02040503050406030204" pitchFamily="18" charset="0"/>
                      </a:rPr>
                      <m:t>𝛿</m:t>
                    </m:r>
                    <m:nary>
                      <m:naryPr>
                        <m:supHide m:val="on"/>
                        <m:ctrlPr>
                          <a:rPr lang="en-US" sz="3600" i="1">
                            <a:latin typeface="Cambria Math" panose="02040503050406030204" pitchFamily="18" charset="0"/>
                          </a:rPr>
                        </m:ctrlPr>
                      </m:naryPr>
                      <m:sub>
                        <m:r>
                          <a:rPr lang="en-US" sz="3600" i="1">
                            <a:latin typeface="Cambria Math" panose="02040503050406030204" pitchFamily="18" charset="0"/>
                          </a:rPr>
                          <m:t>𝛾</m:t>
                        </m:r>
                      </m:sub>
                      <m:sup/>
                      <m:e>
                        <m:acc>
                          <m:accPr>
                            <m:chr m:val="⃗"/>
                            <m:ctrlPr>
                              <a:rPr lang="en-US" sz="3600" i="1">
                                <a:latin typeface="Cambria Math" panose="02040503050406030204" pitchFamily="18" charset="0"/>
                              </a:rPr>
                            </m:ctrlPr>
                          </m:accPr>
                          <m:e>
                            <m:r>
                              <a:rPr lang="en-US" sz="3600" i="1">
                                <a:latin typeface="Cambria Math" panose="02040503050406030204" pitchFamily="18" charset="0"/>
                              </a:rPr>
                              <m:t>𝜃</m:t>
                            </m:r>
                          </m:e>
                        </m:acc>
                        <m:r>
                          <a:rPr lang="en-US" sz="3600" i="1">
                            <a:latin typeface="Cambria Math" panose="02040503050406030204" pitchFamily="18" charset="0"/>
                          </a:rPr>
                          <m:t>⋅</m:t>
                        </m:r>
                        <m:r>
                          <a:rPr lang="en-US" sz="3600" i="1" dirty="0">
                            <a:latin typeface="Cambria Math" panose="02040503050406030204" pitchFamily="18" charset="0"/>
                          </a:rPr>
                          <m:t>𝑑</m:t>
                        </m:r>
                        <m:acc>
                          <m:accPr>
                            <m:chr m:val="⃗"/>
                            <m:ctrlPr>
                              <a:rPr lang="en-US" sz="3600" i="1" dirty="0">
                                <a:latin typeface="Cambria Math" panose="02040503050406030204" pitchFamily="18" charset="0"/>
                              </a:rPr>
                            </m:ctrlPr>
                          </m:accPr>
                          <m:e>
                            <m:r>
                              <a:rPr lang="en-US" sz="3600" i="1" dirty="0">
                                <a:latin typeface="Cambria Math" panose="02040503050406030204" pitchFamily="18" charset="0"/>
                              </a:rPr>
                              <m:t>𝛾</m:t>
                            </m:r>
                          </m:e>
                        </m:acc>
                      </m:e>
                    </m:nary>
                    <m:r>
                      <a:rPr lang="en-US" sz="3600" b="0" i="1" dirty="0" smtClean="0">
                        <a:latin typeface="Cambria Math" panose="02040503050406030204" pitchFamily="18" charset="0"/>
                      </a:rPr>
                      <m:t>≠0</m:t>
                    </m:r>
                  </m:oMath>
                </a14:m>
                <a:endParaRPr lang="en-US" sz="3600" dirty="0"/>
              </a:p>
            </p:txBody>
          </p:sp>
        </mc:Choice>
        <mc:Fallback xmlns="">
          <p:sp>
            <p:nvSpPr>
              <p:cNvPr id="150" name="TextBox 149">
                <a:extLst>
                  <a:ext uri="{FF2B5EF4-FFF2-40B4-BE49-F238E27FC236}">
                    <a16:creationId xmlns:a16="http://schemas.microsoft.com/office/drawing/2014/main" id="{C54BD3B2-4C10-C7B5-2C59-E58E35EA6892}"/>
                  </a:ext>
                </a:extLst>
              </p:cNvPr>
              <p:cNvSpPr txBox="1">
                <a:spLocks noRot="1" noChangeAspect="1" noMove="1" noResize="1" noEditPoints="1" noAdjustHandles="1" noChangeArrowheads="1" noChangeShapeType="1" noTextEdit="1"/>
              </p:cNvSpPr>
              <p:nvPr/>
            </p:nvSpPr>
            <p:spPr>
              <a:xfrm>
                <a:off x="422194" y="5769192"/>
                <a:ext cx="6010577" cy="874855"/>
              </a:xfrm>
              <a:prstGeom prst="rect">
                <a:avLst/>
              </a:prstGeom>
              <a:blipFill>
                <a:blip r:embed="rId12"/>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45FEC189-BFC7-C7A4-21CD-2D6D8FEB88B4}"/>
              </a:ext>
            </a:extLst>
          </p:cNvPr>
          <p:cNvCxnSpPr>
            <a:cxnSpLocks/>
          </p:cNvCxnSpPr>
          <p:nvPr/>
        </p:nvCxnSpPr>
        <p:spPr>
          <a:xfrm flipH="1" flipV="1">
            <a:off x="3901631" y="2708592"/>
            <a:ext cx="292225" cy="184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A0FBA3F-CD31-8612-82F3-1667D0707897}"/>
              </a:ext>
            </a:extLst>
          </p:cNvPr>
          <p:cNvSpPr txBox="1"/>
          <p:nvPr/>
        </p:nvSpPr>
        <p:spPr>
          <a:xfrm>
            <a:off x="3051037" y="2926089"/>
            <a:ext cx="1568314" cy="369332"/>
          </a:xfrm>
          <a:prstGeom prst="rect">
            <a:avLst/>
          </a:prstGeom>
          <a:noFill/>
        </p:spPr>
        <p:txBody>
          <a:bodyPr wrap="none" rtlCol="0">
            <a:spAutoFit/>
          </a:bodyPr>
          <a:lstStyle/>
          <a:p>
            <a:r>
              <a:rPr lang="en-US" dirty="0"/>
              <a:t>flow is tangent</a:t>
            </a:r>
          </a:p>
        </p:txBody>
      </p:sp>
      <p:sp>
        <p:nvSpPr>
          <p:cNvPr id="4" name="TextBox 3">
            <a:extLst>
              <a:ext uri="{FF2B5EF4-FFF2-40B4-BE49-F238E27FC236}">
                <a16:creationId xmlns:a16="http://schemas.microsoft.com/office/drawing/2014/main" id="{3ABD5609-94DB-E415-CC69-3C0A15A264D4}"/>
              </a:ext>
            </a:extLst>
          </p:cNvPr>
          <p:cNvSpPr txBox="1"/>
          <p:nvPr/>
        </p:nvSpPr>
        <p:spPr>
          <a:xfrm>
            <a:off x="4570835" y="4428617"/>
            <a:ext cx="4783554" cy="1200329"/>
          </a:xfrm>
          <a:prstGeom prst="rect">
            <a:avLst/>
          </a:prstGeom>
          <a:noFill/>
        </p:spPr>
        <p:txBody>
          <a:bodyPr wrap="none" rtlCol="0">
            <a:spAutoFit/>
          </a:bodyPr>
          <a:lstStyle/>
          <a:p>
            <a:r>
              <a:rPr lang="en-US" sz="3600" dirty="0">
                <a:solidFill>
                  <a:schemeClr val="accent6">
                    <a:lumMod val="75000"/>
                  </a:schemeClr>
                </a:solidFill>
              </a:rPr>
              <a:t>Action is stationary over</a:t>
            </a:r>
            <a:br>
              <a:rPr lang="en-US" sz="3600" dirty="0">
                <a:solidFill>
                  <a:schemeClr val="accent6">
                    <a:lumMod val="75000"/>
                  </a:schemeClr>
                </a:solidFill>
              </a:rPr>
            </a:br>
            <a:r>
              <a:rPr lang="en-US" sz="3600" dirty="0">
                <a:solidFill>
                  <a:schemeClr val="accent6">
                    <a:lumMod val="75000"/>
                  </a:schemeClr>
                </a:solidFill>
              </a:rPr>
              <a:t>and only over evolutions</a:t>
            </a:r>
          </a:p>
        </p:txBody>
      </p:sp>
      <p:sp>
        <p:nvSpPr>
          <p:cNvPr id="35" name="Footer Placeholder 34">
            <a:extLst>
              <a:ext uri="{FF2B5EF4-FFF2-40B4-BE49-F238E27FC236}">
                <a16:creationId xmlns:a16="http://schemas.microsoft.com/office/drawing/2014/main" id="{B15DD51F-B06B-A919-CA11-DEA75D6B8756}"/>
              </a:ext>
            </a:extLst>
          </p:cNvPr>
          <p:cNvSpPr>
            <a:spLocks noGrp="1"/>
          </p:cNvSpPr>
          <p:nvPr>
            <p:ph type="ftr" sz="quarter" idx="11"/>
          </p:nvPr>
        </p:nvSpPr>
        <p:spPr/>
        <p:txBody>
          <a:bodyPr/>
          <a:lstStyle/>
          <a:p>
            <a:r>
              <a:rPr lang="en-US"/>
              <a:t>Christine Aidala - University of Michigan</a:t>
            </a:r>
            <a:endParaRPr lang="en-US" dirty="0"/>
          </a:p>
        </p:txBody>
      </p:sp>
      <p:sp>
        <p:nvSpPr>
          <p:cNvPr id="34" name="Slide Number Placeholder 33">
            <a:extLst>
              <a:ext uri="{FF2B5EF4-FFF2-40B4-BE49-F238E27FC236}">
                <a16:creationId xmlns:a16="http://schemas.microsoft.com/office/drawing/2014/main" id="{E58560CC-CEA6-3D18-9088-B7EE717117BB}"/>
              </a:ext>
            </a:extLst>
          </p:cNvPr>
          <p:cNvSpPr>
            <a:spLocks noGrp="1"/>
          </p:cNvSpPr>
          <p:nvPr>
            <p:ph type="sldNum" sz="quarter" idx="12"/>
          </p:nvPr>
        </p:nvSpPr>
        <p:spPr/>
        <p:txBody>
          <a:bodyPr/>
          <a:lstStyle/>
          <a:p>
            <a:fld id="{F47845EA-7733-40EE-B074-20032348B727}" type="slidenum">
              <a:rPr lang="en-US" smtClean="0"/>
              <a:t>77</a:t>
            </a:fld>
            <a:endParaRPr lang="en-US"/>
          </a:p>
        </p:txBody>
      </p:sp>
    </p:spTree>
    <p:extLst>
      <p:ext uri="{BB962C8B-B14F-4D97-AF65-F5344CB8AC3E}">
        <p14:creationId xmlns:p14="http://schemas.microsoft.com/office/powerpoint/2010/main" val="26162509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B35D7C5-7582-C8BF-CD4B-1056D561A365}"/>
                  </a:ext>
                </a:extLst>
              </p:cNvPr>
              <p:cNvSpPr txBox="1"/>
              <p:nvPr/>
            </p:nvSpPr>
            <p:spPr>
              <a:xfrm>
                <a:off x="685763" y="474345"/>
                <a:ext cx="8642751" cy="5909310"/>
              </a:xfrm>
              <a:prstGeom prst="rect">
                <a:avLst/>
              </a:prstGeom>
              <a:noFill/>
            </p:spPr>
            <p:txBody>
              <a:bodyPr wrap="none" rtlCol="0">
                <a:spAutoFit/>
              </a:bodyPr>
              <a:lstStyle/>
              <a:p>
                <a:pPr algn="ctr"/>
                <a:r>
                  <a:rPr lang="en-US" sz="5400" dirty="0"/>
                  <a:t>1 DOF of classical phase space</a:t>
                </a:r>
                <a:br>
                  <a:rPr lang="en-US" sz="5400" dirty="0"/>
                </a:br>
                <a:r>
                  <a:rPr lang="en-US" sz="5400" dirty="0"/>
                  <a:t>+</a:t>
                </a:r>
              </a:p>
              <a:p>
                <a:pPr algn="ctr"/>
                <a:r>
                  <a:rPr lang="en-US" sz="5400" dirty="0"/>
                  <a:t>Determinism/Reversibility</a:t>
                </a:r>
              </a:p>
              <a:p>
                <a:pPr algn="ctr"/>
                <a:r>
                  <a:rPr lang="en-US" sz="5400" dirty="0"/>
                  <a:t>+</a:t>
                </a:r>
              </a:p>
              <a:p>
                <a:pPr algn="ctr"/>
                <a:r>
                  <a:rPr lang="en-US" sz="5400" dirty="0"/>
                  <a:t>Kinematic equivalence</a:t>
                </a:r>
              </a:p>
              <a:p>
                <a:pPr algn="ctr"/>
                <a14:m>
                  <m:oMathPara xmlns:m="http://schemas.openxmlformats.org/officeDocument/2006/math">
                    <m:oMath>
                      <m:r>
                        <a:rPr lang="en-US" sz="5400" i="1" smtClean="0">
                          <a:latin typeface="Cambria Math" panose="02040503050406030204" pitchFamily="18" charset="0"/>
                          <a:ea typeface="Cambria Math" panose="02040503050406030204" pitchFamily="18" charset="0"/>
                        </a:rPr>
                        <m:t>⇕</m:t>
                      </m:r>
                    </m:oMath>
                  </m:oMathPara>
                </a14:m>
                <a:endParaRPr lang="en-US" sz="5400" dirty="0"/>
              </a:p>
              <a:p>
                <a:pPr algn="ctr"/>
                <a:r>
                  <a:rPr lang="en-US" sz="5400" dirty="0"/>
                  <a:t>Principle of stationary action</a:t>
                </a:r>
              </a:p>
            </p:txBody>
          </p:sp>
        </mc:Choice>
        <mc:Fallback xmlns="">
          <p:sp>
            <p:nvSpPr>
              <p:cNvPr id="2" name="TextBox 1">
                <a:extLst>
                  <a:ext uri="{FF2B5EF4-FFF2-40B4-BE49-F238E27FC236}">
                    <a16:creationId xmlns:a16="http://schemas.microsoft.com/office/drawing/2014/main" id="{0B35D7C5-7582-C8BF-CD4B-1056D561A365}"/>
                  </a:ext>
                </a:extLst>
              </p:cNvPr>
              <p:cNvSpPr txBox="1">
                <a:spLocks noRot="1" noChangeAspect="1" noMove="1" noResize="1" noEditPoints="1" noAdjustHandles="1" noChangeArrowheads="1" noChangeShapeType="1" noTextEdit="1"/>
              </p:cNvSpPr>
              <p:nvPr/>
            </p:nvSpPr>
            <p:spPr>
              <a:xfrm>
                <a:off x="685763" y="474345"/>
                <a:ext cx="8642751" cy="5909310"/>
              </a:xfrm>
              <a:prstGeom prst="rect">
                <a:avLst/>
              </a:prstGeom>
              <a:blipFill>
                <a:blip r:embed="rId2"/>
                <a:stretch>
                  <a:fillRect l="-3244" t="-2890" r="-3315" b="-536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ACDC0B1-2CA4-0947-D9D1-2C70BD70FA61}"/>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E3B543D4-278B-2336-7D0D-302354670FED}"/>
              </a:ext>
            </a:extLst>
          </p:cNvPr>
          <p:cNvSpPr>
            <a:spLocks noGrp="1"/>
          </p:cNvSpPr>
          <p:nvPr>
            <p:ph type="sldNum" sz="quarter" idx="12"/>
          </p:nvPr>
        </p:nvSpPr>
        <p:spPr/>
        <p:txBody>
          <a:bodyPr/>
          <a:lstStyle/>
          <a:p>
            <a:fld id="{F47845EA-7733-40EE-B074-20032348B727}" type="slidenum">
              <a:rPr lang="en-US" smtClean="0"/>
              <a:t>78</a:t>
            </a:fld>
            <a:endParaRPr lang="en-US"/>
          </a:p>
        </p:txBody>
      </p:sp>
    </p:spTree>
    <p:extLst>
      <p:ext uri="{BB962C8B-B14F-4D97-AF65-F5344CB8AC3E}">
        <p14:creationId xmlns:p14="http://schemas.microsoft.com/office/powerpoint/2010/main" val="6131321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A8676-84FA-2122-DDC1-DAF6C7BEEDC8}"/>
              </a:ext>
            </a:extLst>
          </p:cNvPr>
          <p:cNvSpPr>
            <a:spLocks noGrp="1"/>
          </p:cNvSpPr>
          <p:nvPr>
            <p:ph type="title"/>
          </p:nvPr>
        </p:nvSpPr>
        <p:spPr/>
        <p:txBody>
          <a:bodyPr>
            <a:normAutofit/>
          </a:bodyPr>
          <a:lstStyle/>
          <a:p>
            <a:r>
              <a:rPr lang="en-US" dirty="0"/>
              <a:t>Relativistic mechanics</a:t>
            </a:r>
            <a:br>
              <a:rPr lang="en-US" dirty="0"/>
            </a:br>
            <a:endParaRPr lang="en-US" dirty="0"/>
          </a:p>
        </p:txBody>
      </p:sp>
      <p:sp>
        <p:nvSpPr>
          <p:cNvPr id="5" name="Footer Placeholder 4">
            <a:extLst>
              <a:ext uri="{FF2B5EF4-FFF2-40B4-BE49-F238E27FC236}">
                <a16:creationId xmlns:a16="http://schemas.microsoft.com/office/drawing/2014/main" id="{39E6F267-F584-5AEC-DE3A-31CCF3A0C976}"/>
              </a:ext>
            </a:extLst>
          </p:cNvPr>
          <p:cNvSpPr>
            <a:spLocks noGrp="1"/>
          </p:cNvSpPr>
          <p:nvPr>
            <p:ph type="ftr" sz="quarter" idx="11"/>
          </p:nvPr>
        </p:nvSpPr>
        <p:spPr/>
        <p:txBody>
          <a:bodyPr/>
          <a:lstStyle/>
          <a:p>
            <a:r>
              <a:rPr lang="en-US"/>
              <a:t>Christine Aidala - University of Michigan</a:t>
            </a:r>
          </a:p>
        </p:txBody>
      </p:sp>
      <p:sp>
        <p:nvSpPr>
          <p:cNvPr id="6" name="TextBox 5">
            <a:extLst>
              <a:ext uri="{FF2B5EF4-FFF2-40B4-BE49-F238E27FC236}">
                <a16:creationId xmlns:a16="http://schemas.microsoft.com/office/drawing/2014/main" id="{C24B96E2-78EB-97BF-43C7-A01D04E3C373}"/>
              </a:ext>
            </a:extLst>
          </p:cNvPr>
          <p:cNvSpPr txBox="1"/>
          <p:nvPr/>
        </p:nvSpPr>
        <p:spPr>
          <a:xfrm>
            <a:off x="844550" y="3943132"/>
            <a:ext cx="6864350" cy="1200329"/>
          </a:xfrm>
          <a:prstGeom prst="rect">
            <a:avLst/>
          </a:prstGeom>
          <a:noFill/>
        </p:spPr>
        <p:txBody>
          <a:bodyPr wrap="square">
            <a:spAutoFit/>
          </a:bodyPr>
          <a:lstStyle/>
          <a:p>
            <a:r>
              <a:rPr lang="en-US" sz="1400" dirty="0">
                <a:hlinkClick r:id="rId2"/>
              </a:rPr>
              <a:t>https://assumptionsofphysics.org/book/AssumptionsOfPhysicsV3.0.pdf#section.1.1.9</a:t>
            </a:r>
            <a:r>
              <a:rPr lang="en-US" sz="1400" dirty="0"/>
              <a:t> </a:t>
            </a:r>
          </a:p>
          <a:p>
            <a:endParaRPr lang="en-US" sz="1400" dirty="0"/>
          </a:p>
          <a:p>
            <a:r>
              <a:rPr lang="fr-FR" sz="1600" i="1" dirty="0"/>
              <a:t>J. Phys. Commun.</a:t>
            </a:r>
            <a:r>
              <a:rPr lang="fr-FR" sz="1600" dirty="0"/>
              <a:t> </a:t>
            </a:r>
            <a:r>
              <a:rPr lang="fr-FR" sz="1600" b="1" dirty="0"/>
              <a:t>2</a:t>
            </a:r>
            <a:r>
              <a:rPr lang="fr-FR" sz="1600" dirty="0"/>
              <a:t> 045026 (2018) </a:t>
            </a:r>
          </a:p>
          <a:p>
            <a:r>
              <a:rPr lang="fr-FR" sz="1400" dirty="0">
                <a:hlinkClick r:id="" action="ppaction://noaction"/>
              </a:rPr>
              <a:t>https://arxiv.org/abs/1702.07052 </a:t>
            </a:r>
          </a:p>
          <a:p>
            <a:r>
              <a:rPr lang="fr-FR" sz="1400" dirty="0">
                <a:hlinkClick r:id="" action="ppaction://noaction"/>
              </a:rPr>
              <a:t>http://iopscience.iop.org/article/10.1088/2399-6528/aaba25</a:t>
            </a:r>
            <a:r>
              <a:rPr lang="fr-FR" sz="1400" dirty="0"/>
              <a:t> </a:t>
            </a:r>
            <a:endParaRPr lang="en-US" sz="1400" dirty="0"/>
          </a:p>
        </p:txBody>
      </p:sp>
      <p:sp>
        <p:nvSpPr>
          <p:cNvPr id="7" name="Slide Number Placeholder 6">
            <a:extLst>
              <a:ext uri="{FF2B5EF4-FFF2-40B4-BE49-F238E27FC236}">
                <a16:creationId xmlns:a16="http://schemas.microsoft.com/office/drawing/2014/main" id="{C3238FF2-8E31-5C4D-7CCB-6E1F57725097}"/>
              </a:ext>
            </a:extLst>
          </p:cNvPr>
          <p:cNvSpPr>
            <a:spLocks noGrp="1"/>
          </p:cNvSpPr>
          <p:nvPr>
            <p:ph type="sldNum" sz="quarter" idx="12"/>
          </p:nvPr>
        </p:nvSpPr>
        <p:spPr/>
        <p:txBody>
          <a:bodyPr/>
          <a:lstStyle/>
          <a:p>
            <a:fld id="{F47845EA-7733-40EE-B074-20032348B727}" type="slidenum">
              <a:rPr lang="en-US" smtClean="0"/>
              <a:t>79</a:t>
            </a:fld>
            <a:endParaRPr lang="en-US"/>
          </a:p>
        </p:txBody>
      </p:sp>
    </p:spTree>
    <p:extLst>
      <p:ext uri="{BB962C8B-B14F-4D97-AF65-F5344CB8AC3E}">
        <p14:creationId xmlns:p14="http://schemas.microsoft.com/office/powerpoint/2010/main" val="14041796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93C07-1A26-A913-D551-9ABE467B1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77361-4CE5-E228-0F0B-33D96FD35368}"/>
              </a:ext>
            </a:extLst>
          </p:cNvPr>
          <p:cNvSpPr>
            <a:spLocks noGrp="1"/>
          </p:cNvSpPr>
          <p:nvPr>
            <p:ph type="title"/>
          </p:nvPr>
        </p:nvSpPr>
        <p:spPr/>
        <p:txBody>
          <a:bodyPr/>
          <a:lstStyle/>
          <a:p>
            <a:r>
              <a:rPr lang="en-US" dirty="0"/>
              <a:t>Required 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8E77B8-7386-7F5F-C5AE-3A03B3429163}"/>
                  </a:ext>
                </a:extLst>
              </p:cNvPr>
              <p:cNvSpPr>
                <a:spLocks noGrp="1"/>
              </p:cNvSpPr>
              <p:nvPr>
                <p:ph idx="1"/>
              </p:nvPr>
            </p:nvSpPr>
            <p:spPr/>
            <p:txBody>
              <a:bodyPr>
                <a:normAutofit/>
              </a:bodyPr>
              <a:lstStyle/>
              <a:p>
                <a:r>
                  <a:rPr lang="en-US" dirty="0"/>
                  <a:t>Special relativity</a:t>
                </a:r>
              </a:p>
              <a:p>
                <a:pPr lvl="1"/>
                <a:r>
                  <a:rPr lang="en-US" dirty="0"/>
                  <a:t>Space and time coordinates are grouped together: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𝑞</m:t>
                        </m:r>
                      </m:e>
                      <m:sup>
                        <m:r>
                          <a:rPr lang="en-US" i="1">
                            <a:latin typeface="Cambria Math" panose="02040503050406030204" pitchFamily="18" charset="0"/>
                          </a:rPr>
                          <m:t>𝛼</m:t>
                        </m:r>
                      </m:sup>
                    </m:sSup>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𝑐𝑡</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𝑞</m:t>
                            </m:r>
                          </m:e>
                          <m:sup>
                            <m:r>
                              <a:rPr lang="en-US" i="1">
                                <a:latin typeface="Cambria Math" panose="02040503050406030204" pitchFamily="18" charset="0"/>
                              </a:rPr>
                              <m:t>𝑖</m:t>
                            </m:r>
                          </m:sup>
                        </m:sSup>
                      </m:e>
                    </m:d>
                  </m:oMath>
                </a14:m>
                <a:endParaRPr lang="en-US" dirty="0"/>
              </a:p>
              <a:p>
                <a:pPr lvl="1"/>
                <a:r>
                  <a:rPr lang="en-US" dirty="0"/>
                  <a:t>Metric tensor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𝛼𝛽</m:t>
                        </m:r>
                      </m:sub>
                    </m:sSub>
                  </m:oMath>
                </a14:m>
                <a:r>
                  <a:rPr lang="en-US" dirty="0"/>
                  <a:t> defines the geometry of space-time (i.e. lengths and angles)</a:t>
                </a:r>
              </a:p>
              <a:p>
                <a:pPr lvl="1"/>
                <a:r>
                  <a:rPr lang="en-US" dirty="0"/>
                  <a:t>Using </a:t>
                </a:r>
                <a14:m>
                  <m:oMath xmlns:m="http://schemas.openxmlformats.org/officeDocument/2006/math">
                    <m:r>
                      <a:rPr lang="en-US" b="0" i="1" smtClean="0">
                        <a:latin typeface="Cambria Math" panose="02040503050406030204" pitchFamily="18" charset="0"/>
                      </a:rPr>
                      <m:t>(−,+,+,+)</m:t>
                    </m:r>
                  </m:oMath>
                </a14:m>
                <a:r>
                  <a:rPr lang="en-US" dirty="0"/>
                  <a:t> signature: </a:t>
                </a:r>
                <a14:m>
                  <m:oMath xmlns:m="http://schemas.openxmlformats.org/officeDocument/2006/math">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2</m:t>
                        </m:r>
                      </m:sup>
                    </m:sSup>
                  </m:oMath>
                </a14:m>
                <a:endParaRPr lang="en-US" dirty="0"/>
              </a:p>
              <a:p>
                <a:pPr lvl="1"/>
                <a:r>
                  <a:rPr lang="en-US" dirty="0"/>
                  <a:t>Energy and momentum are grouped together (four-momentum):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𝛼</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𝐸</m:t>
                            </m:r>
                          </m:num>
                          <m:den>
                            <m:r>
                              <a:rPr lang="en-US" b="0" i="1" smtClean="0">
                                <a:latin typeface="Cambria Math" panose="02040503050406030204" pitchFamily="18" charset="0"/>
                              </a:rPr>
                              <m:t>𝑐</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e>
                    </m:d>
                  </m:oMath>
                </a14:m>
                <a:endParaRPr lang="en-US" dirty="0"/>
              </a:p>
              <a:p>
                <a:pPr lvl="1"/>
                <a:r>
                  <a:rPr lang="en-US" dirty="0"/>
                  <a:t>Four-velocity is the velocity with respect to proper time (time in the rest frame) and its norm is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oMath>
                </a14:m>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𝛼</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𝜏</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𝛼</m:t>
                        </m:r>
                      </m:sup>
                    </m:sSup>
                  </m:oMath>
                </a14:m>
                <a:r>
                  <a:rPr lang="en-US" dirty="0"/>
                  <a:t>     </a:t>
                </a:r>
                <a14:m>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𝑢</m:t>
                        </m:r>
                      </m:e>
                      <m:sup>
                        <m:r>
                          <a:rPr lang="en-US" b="0" i="1" dirty="0" smtClean="0">
                            <a:latin typeface="Cambria Math" panose="02040503050406030204" pitchFamily="18" charset="0"/>
                          </a:rPr>
                          <m:t>𝛼</m:t>
                        </m:r>
                      </m:sup>
                    </m:sSup>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𝛼𝛽</m:t>
                        </m:r>
                      </m:sub>
                    </m:sSub>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𝑢</m:t>
                        </m:r>
                      </m:e>
                      <m:sup>
                        <m:r>
                          <a:rPr lang="en-US" b="0" i="1" dirty="0" smtClean="0">
                            <a:latin typeface="Cambria Math" panose="02040503050406030204" pitchFamily="18" charset="0"/>
                          </a:rPr>
                          <m:t>𝛽</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𝑐</m:t>
                        </m:r>
                      </m:e>
                      <m:sup>
                        <m:r>
                          <a:rPr lang="en-US" b="0" i="1" dirty="0" smtClean="0">
                            <a:latin typeface="Cambria Math" panose="02040503050406030204" pitchFamily="18" charset="0"/>
                          </a:rPr>
                          <m:t>2</m:t>
                        </m:r>
                      </m:sup>
                    </m:sSup>
                  </m:oMath>
                </a14:m>
                <a:endParaRPr lang="en-US" dirty="0"/>
              </a:p>
              <a:p>
                <a:pPr lvl="1"/>
                <a:r>
                  <a:rPr lang="en-US" dirty="0"/>
                  <a:t>For a free particle, relationship between four-momentum and</a:t>
                </a:r>
                <a:br>
                  <a:rPr lang="en-US" dirty="0"/>
                </a:br>
                <a:r>
                  <a:rPr lang="en-US" dirty="0"/>
                  <a:t>four-velocity: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𝛽</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a:rPr lang="en-US" b="0" i="1" smtClean="0">
                            <a:latin typeface="Cambria Math" panose="02040503050406030204" pitchFamily="18" charset="0"/>
                          </a:rPr>
                          <m:t>𝛽𝛼</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𝛼</m:t>
                        </m:r>
                      </m:sup>
                    </m:sSup>
                    <m:r>
                      <a:rPr lang="en-US" b="0" i="1" smtClean="0">
                        <a:latin typeface="Cambria Math" panose="02040503050406030204" pitchFamily="18" charset="0"/>
                      </a:rPr>
                      <m:t>=</m:t>
                    </m:r>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𝛼</m:t>
                        </m:r>
                      </m:sup>
                    </m:sSup>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DB8E77B8-7386-7F5F-C5AE-3A03B3429163}"/>
                  </a:ext>
                </a:extLst>
              </p:cNvPr>
              <p:cNvSpPr>
                <a:spLocks noGrp="1" noRot="1" noChangeAspect="1" noMove="1" noResize="1" noEditPoints="1" noAdjustHandles="1" noChangeArrowheads="1" noChangeShapeType="1" noTextEdit="1"/>
              </p:cNvSpPr>
              <p:nvPr>
                <p:ph idx="1"/>
              </p:nvPr>
            </p:nvSpPr>
            <p:spPr>
              <a:blipFill>
                <a:blip r:embed="rId2"/>
                <a:stretch>
                  <a:fillRect l="-916" t="-1812"/>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D9F89351-C891-7B6A-3FF4-B10E9C83958C}"/>
              </a:ext>
            </a:extLst>
          </p:cNvPr>
          <p:cNvSpPr>
            <a:spLocks noGrp="1"/>
          </p:cNvSpPr>
          <p:nvPr>
            <p:ph type="ftr" sz="quarter" idx="11"/>
          </p:nvPr>
        </p:nvSpPr>
        <p:spPr/>
        <p:txBody>
          <a:bodyPr/>
          <a:lstStyle/>
          <a:p>
            <a:r>
              <a:rPr lang="en-US"/>
              <a:t>Christine Aidala - University of Michigan</a:t>
            </a:r>
          </a:p>
        </p:txBody>
      </p:sp>
      <p:sp>
        <p:nvSpPr>
          <p:cNvPr id="4" name="Slide Number Placeholder 3">
            <a:extLst>
              <a:ext uri="{FF2B5EF4-FFF2-40B4-BE49-F238E27FC236}">
                <a16:creationId xmlns:a16="http://schemas.microsoft.com/office/drawing/2014/main" id="{B4A0FC1A-0E35-DF22-E268-4D804DEE8D59}"/>
              </a:ext>
            </a:extLst>
          </p:cNvPr>
          <p:cNvSpPr>
            <a:spLocks noGrp="1"/>
          </p:cNvSpPr>
          <p:nvPr>
            <p:ph type="sldNum" sz="quarter" idx="13"/>
          </p:nvPr>
        </p:nvSpPr>
        <p:spPr/>
        <p:txBody>
          <a:bodyPr/>
          <a:lstStyle/>
          <a:p>
            <a:fld id="{F47845EA-7733-40EE-B074-20032348B727}" type="slidenum">
              <a:rPr lang="en-US" smtClean="0"/>
              <a:t>80</a:t>
            </a:fld>
            <a:endParaRPr lang="en-US"/>
          </a:p>
        </p:txBody>
      </p:sp>
    </p:spTree>
    <p:extLst>
      <p:ext uri="{BB962C8B-B14F-4D97-AF65-F5344CB8AC3E}">
        <p14:creationId xmlns:p14="http://schemas.microsoft.com/office/powerpoint/2010/main" val="33907679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195E35-662B-9A4A-D5C4-DC0C7F54F1B9}"/>
              </a:ext>
            </a:extLst>
          </p:cNvPr>
          <p:cNvSpPr txBox="1"/>
          <p:nvPr/>
        </p:nvSpPr>
        <p:spPr>
          <a:xfrm>
            <a:off x="509950" y="310718"/>
            <a:ext cx="10697416" cy="954107"/>
          </a:xfrm>
          <a:prstGeom prst="rect">
            <a:avLst/>
          </a:prstGeom>
          <a:noFill/>
        </p:spPr>
        <p:txBody>
          <a:bodyPr wrap="none" rtlCol="0">
            <a:spAutoFit/>
          </a:bodyPr>
          <a:lstStyle/>
          <a:p>
            <a:pPr algn="ctr"/>
            <a:r>
              <a:rPr lang="en-US" sz="2800" dirty="0"/>
              <a:t>Want to extend Hamiltonian mechanics to handle change of coordinates</a:t>
            </a:r>
            <a:br>
              <a:rPr lang="en-US" sz="2800" dirty="0"/>
            </a:br>
            <a:r>
              <a:rPr lang="en-US" sz="2800" dirty="0"/>
              <a:t>that mix space and time variables</a:t>
            </a:r>
          </a:p>
        </p:txBody>
      </p:sp>
      <p:sp>
        <p:nvSpPr>
          <p:cNvPr id="3" name="TextBox 2">
            <a:extLst>
              <a:ext uri="{FF2B5EF4-FFF2-40B4-BE49-F238E27FC236}">
                <a16:creationId xmlns:a16="http://schemas.microsoft.com/office/drawing/2014/main" id="{FCAAA567-94F1-2163-65F0-156BDE85EECE}"/>
              </a:ext>
            </a:extLst>
          </p:cNvPr>
          <p:cNvSpPr txBox="1"/>
          <p:nvPr/>
        </p:nvSpPr>
        <p:spPr>
          <a:xfrm>
            <a:off x="3303759" y="2442846"/>
            <a:ext cx="5109797" cy="369332"/>
          </a:xfrm>
          <a:prstGeom prst="rect">
            <a:avLst/>
          </a:prstGeom>
          <a:noFill/>
        </p:spPr>
        <p:txBody>
          <a:bodyPr wrap="none" rtlCol="0">
            <a:spAutoFit/>
          </a:bodyPr>
          <a:lstStyle/>
          <a:p>
            <a:r>
              <a:rPr lang="en-US" dirty="0"/>
              <a:t>Separate time-the-variable from time-the-parameter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3E3E386-7E5F-962C-82BE-B6543E3994A5}"/>
                  </a:ext>
                </a:extLst>
              </p:cNvPr>
              <p:cNvSpPr txBox="1"/>
              <p:nvPr/>
            </p:nvSpPr>
            <p:spPr>
              <a:xfrm>
                <a:off x="4099932" y="1630929"/>
                <a:ext cx="4082208" cy="648191"/>
              </a:xfrm>
              <a:prstGeom prst="rect">
                <a:avLst/>
              </a:prstGeom>
              <a:noFill/>
            </p:spPr>
            <p:txBody>
              <a:bodyPr wrap="none" rtlCol="0">
                <a:spAutoFit/>
              </a:bodyPr>
              <a:lstStyle/>
              <a:p>
                <a:pPr/>
                <a14:m>
                  <m:oMathPara xmlns:m="http://schemas.openxmlformats.org/officeDocument/2006/math">
                    <m:oMath>
                      <m:d>
                        <m:dPr>
                          <m:begChr m:val="["/>
                          <m:endChr m:val="]"/>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𝑖</m:t>
                              </m:r>
                            </m:sup>
                          </m:sSup>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𝑡</m:t>
                              </m:r>
                            </m:e>
                          </m:d>
                        </m:e>
                      </m:d>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𝑡</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𝑠</m:t>
                              </m:r>
                            </m:e>
                          </m:d>
                          <m:r>
                            <a:rPr lang="en-US" sz="3200" b="0" i="1" smtClean="0">
                              <a:latin typeface="Cambria Math" panose="02040503050406030204" pitchFamily="18" charset="0"/>
                            </a:rPr>
                            <m:t>, </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𝑖</m:t>
                              </m:r>
                            </m:sup>
                          </m:sSup>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𝑠</m:t>
                              </m:r>
                            </m:e>
                          </m:d>
                        </m:e>
                      </m:d>
                    </m:oMath>
                  </m:oMathPara>
                </a14:m>
                <a:endParaRPr lang="en-US" sz="3200" dirty="0"/>
              </a:p>
            </p:txBody>
          </p:sp>
        </mc:Choice>
        <mc:Fallback xmlns="">
          <p:sp>
            <p:nvSpPr>
              <p:cNvPr id="4" name="TextBox 3">
                <a:extLst>
                  <a:ext uri="{FF2B5EF4-FFF2-40B4-BE49-F238E27FC236}">
                    <a16:creationId xmlns:a16="http://schemas.microsoft.com/office/drawing/2014/main" id="{93E3E386-7E5F-962C-82BE-B6543E3994A5}"/>
                  </a:ext>
                </a:extLst>
              </p:cNvPr>
              <p:cNvSpPr txBox="1">
                <a:spLocks noRot="1" noChangeAspect="1" noMove="1" noResize="1" noEditPoints="1" noAdjustHandles="1" noChangeArrowheads="1" noChangeShapeType="1" noTextEdit="1"/>
              </p:cNvSpPr>
              <p:nvPr/>
            </p:nvSpPr>
            <p:spPr>
              <a:xfrm>
                <a:off x="4099932" y="1630929"/>
                <a:ext cx="4082208" cy="64819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0E08AA6-D1BF-E27A-DD20-2ACDDAD38DA9}"/>
                  </a:ext>
                </a:extLst>
              </p:cNvPr>
              <p:cNvSpPr txBox="1"/>
              <p:nvPr/>
            </p:nvSpPr>
            <p:spPr>
              <a:xfrm>
                <a:off x="1021079" y="1630930"/>
                <a:ext cx="2254527" cy="648191"/>
              </a:xfrm>
              <a:prstGeom prst="rect">
                <a:avLst/>
              </a:prstGeom>
              <a:noFill/>
            </p:spPr>
            <p:txBody>
              <a:bodyPr wrap="none" rtlCol="0">
                <a:spAutoFit/>
              </a:bodyPr>
              <a:lstStyle/>
              <a:p>
                <a:pPr/>
                <a14:m>
                  <m:oMathPara xmlns:m="http://schemas.openxmlformats.org/officeDocument/2006/math">
                    <m:o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𝛼</m:t>
                          </m:r>
                        </m:sup>
                      </m:sSup>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𝑡</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𝑖</m:t>
                              </m:r>
                            </m:sup>
                          </m:sSup>
                        </m:e>
                      </m:d>
                    </m:oMath>
                  </m:oMathPara>
                </a14:m>
                <a:endParaRPr lang="en-US" sz="3200" dirty="0"/>
              </a:p>
            </p:txBody>
          </p:sp>
        </mc:Choice>
        <mc:Fallback xmlns="">
          <p:sp>
            <p:nvSpPr>
              <p:cNvPr id="5" name="TextBox 4">
                <a:extLst>
                  <a:ext uri="{FF2B5EF4-FFF2-40B4-BE49-F238E27FC236}">
                    <a16:creationId xmlns:a16="http://schemas.microsoft.com/office/drawing/2014/main" id="{20E08AA6-D1BF-E27A-DD20-2ACDDAD38DA9}"/>
                  </a:ext>
                </a:extLst>
              </p:cNvPr>
              <p:cNvSpPr txBox="1">
                <a:spLocks noRot="1" noChangeAspect="1" noMove="1" noResize="1" noEditPoints="1" noAdjustHandles="1" noChangeArrowheads="1" noChangeShapeType="1" noTextEdit="1"/>
              </p:cNvSpPr>
              <p:nvPr/>
            </p:nvSpPr>
            <p:spPr>
              <a:xfrm>
                <a:off x="1021079" y="1630930"/>
                <a:ext cx="2254527" cy="64819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7D8482D-F4AE-DE35-55AD-7A29AA3A3B78}"/>
                  </a:ext>
                </a:extLst>
              </p:cNvPr>
              <p:cNvSpPr txBox="1"/>
              <p:nvPr/>
            </p:nvSpPr>
            <p:spPr>
              <a:xfrm>
                <a:off x="1277427" y="3379292"/>
                <a:ext cx="3365472" cy="646331"/>
              </a:xfrm>
              <a:prstGeom prst="rect">
                <a:avLst/>
              </a:prstGeom>
              <a:noFill/>
            </p:spPr>
            <p:txBody>
              <a:bodyPr wrap="none">
                <a:spAutoFit/>
              </a:bodyPr>
              <a:lstStyle/>
              <a:p>
                <a:pPr/>
                <a14:m>
                  <m:oMathPara xmlns:m="http://schemas.openxmlformats.org/officeDocument/2006/math">
                    <m:o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𝜃</m:t>
                          </m:r>
                        </m:e>
                        <m:sub>
                          <m:r>
                            <a:rPr lang="en-US" sz="3600" b="0" i="1" smtClean="0">
                              <a:latin typeface="Cambria Math" panose="02040503050406030204" pitchFamily="18" charset="0"/>
                            </a:rPr>
                            <m:t>𝑎</m:t>
                          </m:r>
                        </m:sub>
                      </m:sSub>
                      <m:r>
                        <a:rPr lang="en-US" sz="3600" b="0" i="1" smtClean="0">
                          <a:latin typeface="Cambria Math" panose="02040503050406030204" pitchFamily="18" charset="0"/>
                        </a:rPr>
                        <m:t>=</m:t>
                      </m:r>
                      <m:d>
                        <m:dPr>
                          <m:begChr m:val="["/>
                          <m:endChr m:val="]"/>
                          <m:ctrlPr>
                            <a:rPr lang="en-US" sz="3600" b="0" i="1" smtClean="0">
                              <a:latin typeface="Cambria Math" panose="02040503050406030204" pitchFamily="18" charset="0"/>
                            </a:rPr>
                          </m:ctrlPr>
                        </m:d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𝑝</m:t>
                              </m:r>
                            </m:e>
                            <m:sub>
                              <m:r>
                                <a:rPr lang="en-US" sz="3600" b="0" i="1" smtClean="0">
                                  <a:latin typeface="Cambria Math" panose="02040503050406030204" pitchFamily="18" charset="0"/>
                                </a:rPr>
                                <m:t>𝑖</m:t>
                              </m:r>
                            </m:sub>
                          </m:sSub>
                          <m:r>
                            <a:rPr lang="en-US" sz="3600" i="1">
                              <a:latin typeface="Cambria Math" panose="02040503050406030204" pitchFamily="18" charset="0"/>
                            </a:rPr>
                            <m:t>,0,−</m:t>
                          </m:r>
                          <m:r>
                            <a:rPr lang="en-US" sz="3600" i="1">
                              <a:latin typeface="Cambria Math" panose="02040503050406030204" pitchFamily="18" charset="0"/>
                            </a:rPr>
                            <m:t>𝐻</m:t>
                          </m:r>
                        </m:e>
                      </m:d>
                    </m:oMath>
                  </m:oMathPara>
                </a14:m>
                <a:endParaRPr lang="en-US" sz="3600" i="1" dirty="0">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F7D8482D-F4AE-DE35-55AD-7A29AA3A3B78}"/>
                  </a:ext>
                </a:extLst>
              </p:cNvPr>
              <p:cNvSpPr txBox="1">
                <a:spLocks noRot="1" noChangeAspect="1" noMove="1" noResize="1" noEditPoints="1" noAdjustHandles="1" noChangeArrowheads="1" noChangeShapeType="1" noTextEdit="1"/>
              </p:cNvSpPr>
              <p:nvPr/>
            </p:nvSpPr>
            <p:spPr>
              <a:xfrm>
                <a:off x="1277427" y="3379292"/>
                <a:ext cx="3365472" cy="646331"/>
              </a:xfrm>
              <a:prstGeom prst="rect">
                <a:avLst/>
              </a:prstGeom>
              <a:blipFill>
                <a:blip r:embed="rId4"/>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6DEDAA6-8523-A459-9090-CB544CAB37CE}"/>
              </a:ext>
            </a:extLst>
          </p:cNvPr>
          <p:cNvSpPr txBox="1"/>
          <p:nvPr/>
        </p:nvSpPr>
        <p:spPr>
          <a:xfrm>
            <a:off x="654408" y="3059668"/>
            <a:ext cx="733342" cy="369332"/>
          </a:xfrm>
          <a:prstGeom prst="rect">
            <a:avLst/>
          </a:prstGeom>
          <a:noFill/>
        </p:spPr>
        <p:txBody>
          <a:bodyPr wrap="none" rtlCol="0">
            <a:spAutoFit/>
          </a:bodyPr>
          <a:lstStyle/>
          <a:p>
            <a:r>
              <a:rPr lang="en-US" dirty="0"/>
              <a:t>Recall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BE0F10-8E06-7A6C-BC42-7E6CB93E7D52}"/>
                  </a:ext>
                </a:extLst>
              </p:cNvPr>
              <p:cNvSpPr txBox="1"/>
              <p:nvPr/>
            </p:nvSpPr>
            <p:spPr>
              <a:xfrm>
                <a:off x="2516438" y="2986961"/>
                <a:ext cx="541302" cy="418063"/>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𝑖</m:t>
                              </m:r>
                            </m:sup>
                          </m:sSup>
                        </m:sub>
                      </m:sSub>
                    </m:oMath>
                  </m:oMathPara>
                </a14:m>
                <a:endParaRPr lang="en-US" dirty="0"/>
              </a:p>
            </p:txBody>
          </p:sp>
        </mc:Choice>
        <mc:Fallback xmlns="">
          <p:sp>
            <p:nvSpPr>
              <p:cNvPr id="9" name="TextBox 8">
                <a:extLst>
                  <a:ext uri="{FF2B5EF4-FFF2-40B4-BE49-F238E27FC236}">
                    <a16:creationId xmlns:a16="http://schemas.microsoft.com/office/drawing/2014/main" id="{2BBE0F10-8E06-7A6C-BC42-7E6CB93E7D52}"/>
                  </a:ext>
                </a:extLst>
              </p:cNvPr>
              <p:cNvSpPr txBox="1">
                <a:spLocks noRot="1" noChangeAspect="1" noMove="1" noResize="1" noEditPoints="1" noAdjustHandles="1" noChangeArrowheads="1" noChangeShapeType="1" noTextEdit="1"/>
              </p:cNvSpPr>
              <p:nvPr/>
            </p:nvSpPr>
            <p:spPr>
              <a:xfrm>
                <a:off x="2516438" y="2986961"/>
                <a:ext cx="541302" cy="418063"/>
              </a:xfrm>
              <a:prstGeom prst="rect">
                <a:avLst/>
              </a:prstGeom>
              <a:blipFill>
                <a:blip r:embed="rId5"/>
                <a:stretch>
                  <a:fillRect b="-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13EADD-3B1B-A1EA-1DD0-01D34AE435BE}"/>
                  </a:ext>
                </a:extLst>
              </p:cNvPr>
              <p:cNvSpPr txBox="1"/>
              <p:nvPr/>
            </p:nvSpPr>
            <p:spPr>
              <a:xfrm>
                <a:off x="3969248" y="3011327"/>
                <a:ext cx="447045"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oMath>
                  </m:oMathPara>
                </a14:m>
                <a:endParaRPr lang="en-US" dirty="0"/>
              </a:p>
            </p:txBody>
          </p:sp>
        </mc:Choice>
        <mc:Fallback xmlns="">
          <p:sp>
            <p:nvSpPr>
              <p:cNvPr id="10" name="TextBox 9">
                <a:extLst>
                  <a:ext uri="{FF2B5EF4-FFF2-40B4-BE49-F238E27FC236}">
                    <a16:creationId xmlns:a16="http://schemas.microsoft.com/office/drawing/2014/main" id="{3513EADD-3B1B-A1EA-1DD0-01D34AE435BE}"/>
                  </a:ext>
                </a:extLst>
              </p:cNvPr>
              <p:cNvSpPr txBox="1">
                <a:spLocks noRot="1" noChangeAspect="1" noMove="1" noResize="1" noEditPoints="1" noAdjustHandles="1" noChangeArrowheads="1" noChangeShapeType="1" noTextEdit="1"/>
              </p:cNvSpPr>
              <p:nvPr/>
            </p:nvSpPr>
            <p:spPr>
              <a:xfrm>
                <a:off x="3969248" y="3011327"/>
                <a:ext cx="44704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D47AF15-13BE-5E6F-9477-C98F9A080020}"/>
                  </a:ext>
                </a:extLst>
              </p:cNvPr>
              <p:cNvSpPr txBox="1"/>
              <p:nvPr/>
            </p:nvSpPr>
            <p:spPr>
              <a:xfrm>
                <a:off x="5721093" y="3378428"/>
                <a:ext cx="2919325" cy="646331"/>
              </a:xfrm>
              <a:prstGeom prst="rect">
                <a:avLst/>
              </a:prstGeom>
              <a:noFill/>
            </p:spPr>
            <p:txBody>
              <a:bodyPr wrap="none">
                <a:spAutoFit/>
              </a:bodyPr>
              <a:lstStyle/>
              <a:p>
                <a:pPr/>
                <a14:m>
                  <m:oMathPara xmlns:m="http://schemas.openxmlformats.org/officeDocument/2006/math">
                    <m:o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𝑝</m:t>
                          </m:r>
                        </m:e>
                        <m:sub>
                          <m:r>
                            <a:rPr lang="en-US" sz="3600" b="0" i="1" smtClean="0">
                              <a:latin typeface="Cambria Math" panose="02040503050406030204" pitchFamily="18" charset="0"/>
                            </a:rPr>
                            <m:t>𝛼</m:t>
                          </m:r>
                        </m:sub>
                      </m:sSub>
                      <m:r>
                        <a:rPr lang="en-US" sz="3600" b="0" i="1" smtClean="0">
                          <a:latin typeface="Cambria Math" panose="02040503050406030204" pitchFamily="18" charset="0"/>
                        </a:rPr>
                        <m:t>=</m:t>
                      </m:r>
                      <m:d>
                        <m:dPr>
                          <m:begChr m:val="["/>
                          <m:endChr m:val="]"/>
                          <m:ctrlPr>
                            <a:rPr lang="en-US" sz="3600" i="1">
                              <a:latin typeface="Cambria Math" panose="02040503050406030204" pitchFamily="18" charset="0"/>
                            </a:rPr>
                          </m:ctrlPr>
                        </m:dPr>
                        <m:e>
                          <m:r>
                            <a:rPr lang="en-US" sz="3600" i="1">
                              <a:latin typeface="Cambria Math" panose="02040503050406030204" pitchFamily="18" charset="0"/>
                            </a:rPr>
                            <m:t>−</m:t>
                          </m:r>
                          <m:r>
                            <a:rPr lang="en-US" sz="3600" i="1">
                              <a:latin typeface="Cambria Math" panose="02040503050406030204" pitchFamily="18" charset="0"/>
                            </a:rPr>
                            <m:t>𝐸</m:t>
                          </m:r>
                          <m:r>
                            <a:rPr lang="en-U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𝑝</m:t>
                              </m:r>
                            </m:e>
                            <m:sub>
                              <m:r>
                                <a:rPr lang="en-US" sz="3600" i="1">
                                  <a:latin typeface="Cambria Math" panose="02040503050406030204" pitchFamily="18" charset="0"/>
                                </a:rPr>
                                <m:t>𝑖</m:t>
                              </m:r>
                            </m:sub>
                          </m:sSub>
                        </m:e>
                      </m:d>
                    </m:oMath>
                  </m:oMathPara>
                </a14:m>
                <a:endParaRPr lang="en-US" sz="3600" i="1" dirty="0">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CD47AF15-13BE-5E6F-9477-C98F9A080020}"/>
                  </a:ext>
                </a:extLst>
              </p:cNvPr>
              <p:cNvSpPr txBox="1">
                <a:spLocks noRot="1" noChangeAspect="1" noMove="1" noResize="1" noEditPoints="1" noAdjustHandles="1" noChangeArrowheads="1" noChangeShapeType="1" noTextEdit="1"/>
              </p:cNvSpPr>
              <p:nvPr/>
            </p:nvSpPr>
            <p:spPr>
              <a:xfrm>
                <a:off x="5721093" y="3378428"/>
                <a:ext cx="2919325" cy="646331"/>
              </a:xfrm>
              <a:prstGeom prst="rect">
                <a:avLst/>
              </a:prstGeom>
              <a:blipFill>
                <a:blip r:embed="rId7"/>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B9FB065C-B5A4-33CA-5766-A25729311D28}"/>
              </a:ext>
            </a:extLst>
          </p:cNvPr>
          <p:cNvCxnSpPr>
            <a:cxnSpLocks/>
          </p:cNvCxnSpPr>
          <p:nvPr/>
        </p:nvCxnSpPr>
        <p:spPr>
          <a:xfrm flipH="1" flipV="1">
            <a:off x="2862192" y="4025622"/>
            <a:ext cx="413414" cy="367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161DDDC-A710-D8D8-51BF-1BAFAD716F95}"/>
              </a:ext>
            </a:extLst>
          </p:cNvPr>
          <p:cNvCxnSpPr/>
          <p:nvPr/>
        </p:nvCxnSpPr>
        <p:spPr>
          <a:xfrm flipV="1">
            <a:off x="3722914" y="3951514"/>
            <a:ext cx="293915" cy="397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A34DF98-825F-93AA-24C1-E055F339C498}"/>
              </a:ext>
            </a:extLst>
          </p:cNvPr>
          <p:cNvSpPr txBox="1"/>
          <p:nvPr/>
        </p:nvSpPr>
        <p:spPr>
          <a:xfrm>
            <a:off x="2643398" y="4417954"/>
            <a:ext cx="1698542" cy="369332"/>
          </a:xfrm>
          <a:prstGeom prst="rect">
            <a:avLst/>
          </a:prstGeom>
          <a:noFill/>
        </p:spPr>
        <p:txBody>
          <a:bodyPr wrap="none" rtlCol="0">
            <a:spAutoFit/>
          </a:bodyPr>
          <a:lstStyle/>
          <a:p>
            <a:r>
              <a:rPr lang="en-US" dirty="0"/>
              <a:t>Form a </a:t>
            </a:r>
            <a:r>
              <a:rPr lang="en-US" dirty="0" err="1"/>
              <a:t>covector</a:t>
            </a:r>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978B6CB-93A4-921E-F252-DB0883327A6A}"/>
                  </a:ext>
                </a:extLst>
              </p:cNvPr>
              <p:cNvSpPr txBox="1"/>
              <p:nvPr/>
            </p:nvSpPr>
            <p:spPr>
              <a:xfrm>
                <a:off x="5414554" y="4150151"/>
                <a:ext cx="3700372"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m:t>
                    </m:r>
                  </m:oMath>
                </a14:m>
                <a:r>
                  <a:rPr lang="en-US" dirty="0"/>
                  <a:t> only possible choice for conjugates</a:t>
                </a:r>
              </a:p>
            </p:txBody>
          </p:sp>
        </mc:Choice>
        <mc:Fallback xmlns="">
          <p:sp>
            <p:nvSpPr>
              <p:cNvPr id="19" name="TextBox 18">
                <a:extLst>
                  <a:ext uri="{FF2B5EF4-FFF2-40B4-BE49-F238E27FC236}">
                    <a16:creationId xmlns:a16="http://schemas.microsoft.com/office/drawing/2014/main" id="{2978B6CB-93A4-921E-F252-DB0883327A6A}"/>
                  </a:ext>
                </a:extLst>
              </p:cNvPr>
              <p:cNvSpPr txBox="1">
                <a:spLocks noRot="1" noChangeAspect="1" noMove="1" noResize="1" noEditPoints="1" noAdjustHandles="1" noChangeArrowheads="1" noChangeShapeType="1" noTextEdit="1"/>
              </p:cNvSpPr>
              <p:nvPr/>
            </p:nvSpPr>
            <p:spPr>
              <a:xfrm>
                <a:off x="5414554" y="4150151"/>
                <a:ext cx="3700372" cy="369332"/>
              </a:xfrm>
              <a:prstGeom prst="rect">
                <a:avLst/>
              </a:prstGeom>
              <a:blipFill>
                <a:blip r:embed="rId8"/>
                <a:stretch>
                  <a:fillRect t="-10000" r="-1153"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6730CE0-388A-717E-C7F1-9A3CCB136F43}"/>
                  </a:ext>
                </a:extLst>
              </p:cNvPr>
              <p:cNvSpPr txBox="1"/>
              <p:nvPr/>
            </p:nvSpPr>
            <p:spPr>
              <a:xfrm>
                <a:off x="558383" y="5277394"/>
                <a:ext cx="2196755" cy="1123577"/>
              </a:xfrm>
              <a:prstGeom prst="rect">
                <a:avLst/>
              </a:prstGeom>
              <a:noFill/>
            </p:spPr>
            <p:txBody>
              <a:bodyPr wrap="none" rtlCol="0">
                <a:spAutoFit/>
              </a:bodyPr>
              <a:lstStyle/>
              <a:p>
                <a:pPr/>
                <a14:m>
                  <m:oMathPara xmlns:m="http://schemas.openxmlformats.org/officeDocument/2006/math">
                    <m:o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𝛼</m:t>
                              </m:r>
                            </m:sup>
                          </m:sSup>
                        </m:num>
                        <m:den>
                          <m:r>
                            <a:rPr lang="en-US" sz="3200" b="0" i="1" smtClean="0">
                              <a:latin typeface="Cambria Math" panose="02040503050406030204" pitchFamily="18" charset="0"/>
                            </a:rPr>
                            <m:t>𝑑𝑠</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r>
                            <a:rPr lang="en-US" sz="3200" b="0" i="1" smtClean="0">
                              <a:latin typeface="Cambria Math" panose="02040503050406030204" pitchFamily="18" charset="0"/>
                            </a:rPr>
                            <m:t>ℋ</m:t>
                          </m:r>
                        </m:num>
                        <m:den>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𝛼</m:t>
                              </m:r>
                            </m:sub>
                          </m:sSub>
                        </m:den>
                      </m:f>
                    </m:oMath>
                  </m:oMathPara>
                </a14:m>
                <a:endParaRPr lang="en-US" sz="3200" dirty="0"/>
              </a:p>
            </p:txBody>
          </p:sp>
        </mc:Choice>
        <mc:Fallback xmlns="">
          <p:sp>
            <p:nvSpPr>
              <p:cNvPr id="20" name="TextBox 19">
                <a:extLst>
                  <a:ext uri="{FF2B5EF4-FFF2-40B4-BE49-F238E27FC236}">
                    <a16:creationId xmlns:a16="http://schemas.microsoft.com/office/drawing/2014/main" id="{26730CE0-388A-717E-C7F1-9A3CCB136F43}"/>
                  </a:ext>
                </a:extLst>
              </p:cNvPr>
              <p:cNvSpPr txBox="1">
                <a:spLocks noRot="1" noChangeAspect="1" noMove="1" noResize="1" noEditPoints="1" noAdjustHandles="1" noChangeArrowheads="1" noChangeShapeType="1" noTextEdit="1"/>
              </p:cNvSpPr>
              <p:nvPr/>
            </p:nvSpPr>
            <p:spPr>
              <a:xfrm>
                <a:off x="558383" y="5277394"/>
                <a:ext cx="2196755" cy="11235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7EFD1CD-232A-7235-51C0-1D1C5DE93B2E}"/>
                  </a:ext>
                </a:extLst>
              </p:cNvPr>
              <p:cNvSpPr txBox="1"/>
              <p:nvPr/>
            </p:nvSpPr>
            <p:spPr>
              <a:xfrm>
                <a:off x="3012023" y="5282651"/>
                <a:ext cx="2571345" cy="1111651"/>
              </a:xfrm>
              <a:prstGeom prst="rect">
                <a:avLst/>
              </a:prstGeom>
              <a:noFill/>
            </p:spPr>
            <p:txBody>
              <a:bodyPr wrap="none" rtlCol="0">
                <a:spAutoFit/>
              </a:bodyPr>
              <a:lstStyle/>
              <a:p>
                <a:pPr/>
                <a14:m>
                  <m:oMathPara xmlns:m="http://schemas.openxmlformats.org/officeDocument/2006/math">
                    <m:o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𝛼</m:t>
                              </m:r>
                            </m:sub>
                          </m:sSub>
                        </m:num>
                        <m:den>
                          <m:r>
                            <a:rPr lang="en-US" sz="3200" b="0" i="1" smtClean="0">
                              <a:latin typeface="Cambria Math" panose="02040503050406030204" pitchFamily="18" charset="0"/>
                            </a:rPr>
                            <m:t>𝑑𝑠</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m:t>
                          </m:r>
                          <m:r>
                            <a:rPr lang="en-US" sz="3200" b="0" i="1" smtClean="0">
                              <a:latin typeface="Cambria Math" panose="02040503050406030204" pitchFamily="18" charset="0"/>
                            </a:rPr>
                            <m:t>ℋ</m:t>
                          </m:r>
                        </m:num>
                        <m:den>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𝛼</m:t>
                              </m:r>
                            </m:sup>
                          </m:sSup>
                        </m:den>
                      </m:f>
                    </m:oMath>
                  </m:oMathPara>
                </a14:m>
                <a:endParaRPr lang="en-US" sz="3200" dirty="0"/>
              </a:p>
            </p:txBody>
          </p:sp>
        </mc:Choice>
        <mc:Fallback xmlns="">
          <p:sp>
            <p:nvSpPr>
              <p:cNvPr id="21" name="TextBox 20">
                <a:extLst>
                  <a:ext uri="{FF2B5EF4-FFF2-40B4-BE49-F238E27FC236}">
                    <a16:creationId xmlns:a16="http://schemas.microsoft.com/office/drawing/2014/main" id="{07EFD1CD-232A-7235-51C0-1D1C5DE93B2E}"/>
                  </a:ext>
                </a:extLst>
              </p:cNvPr>
              <p:cNvSpPr txBox="1">
                <a:spLocks noRot="1" noChangeAspect="1" noMove="1" noResize="1" noEditPoints="1" noAdjustHandles="1" noChangeArrowheads="1" noChangeShapeType="1" noTextEdit="1"/>
              </p:cNvSpPr>
              <p:nvPr/>
            </p:nvSpPr>
            <p:spPr>
              <a:xfrm>
                <a:off x="3012023" y="5282651"/>
                <a:ext cx="2571345" cy="111165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58D987A-529F-36DB-C4BE-36A895EADB33}"/>
                  </a:ext>
                </a:extLst>
              </p:cNvPr>
              <p:cNvSpPr txBox="1"/>
              <p:nvPr/>
            </p:nvSpPr>
            <p:spPr>
              <a:xfrm>
                <a:off x="5710857" y="5553587"/>
                <a:ext cx="3427925" cy="648191"/>
              </a:xfrm>
              <a:prstGeom prst="rect">
                <a:avLst/>
              </a:prstGeom>
              <a:noFill/>
            </p:spPr>
            <p:txBody>
              <a:bodyPr wrap="none" rtlCol="0">
                <a:spAutoFit/>
              </a:bodyPr>
              <a:lstStyle/>
              <a:p>
                <a:pPr/>
                <a14:m>
                  <m:oMathPara xmlns:m="http://schemas.openxmlformats.org/officeDocument/2006/math">
                    <m:oMath>
                      <m:r>
                        <a:rPr lang="en-US" sz="3200" b="0" i="1" smtClean="0">
                          <a:latin typeface="Cambria Math" panose="02040503050406030204" pitchFamily="18" charset="0"/>
                        </a:rPr>
                        <m:t>ℋ</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𝑡</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𝑖</m:t>
                              </m:r>
                            </m:sup>
                          </m:sSup>
                          <m:r>
                            <a:rPr lang="en-US" sz="3200" b="0" i="1" smtClean="0">
                              <a:latin typeface="Cambria Math" panose="02040503050406030204" pitchFamily="18" charset="0"/>
                            </a:rPr>
                            <m:t>,</m:t>
                          </m:r>
                          <m:r>
                            <a:rPr lang="en-US" sz="3200" b="0" i="1" smtClean="0">
                              <a:latin typeface="Cambria Math" panose="02040503050406030204" pitchFamily="18" charset="0"/>
                            </a:rPr>
                            <m:t>𝐸</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𝑖</m:t>
                              </m:r>
                            </m:sub>
                          </m:sSub>
                        </m:e>
                      </m:d>
                      <m:r>
                        <a:rPr lang="en-US" sz="3200" b="0" i="1" smtClean="0">
                          <a:latin typeface="Cambria Math" panose="02040503050406030204" pitchFamily="18" charset="0"/>
                        </a:rPr>
                        <m:t>=0</m:t>
                      </m:r>
                    </m:oMath>
                  </m:oMathPara>
                </a14:m>
                <a:endParaRPr lang="en-US" sz="3200" dirty="0"/>
              </a:p>
            </p:txBody>
          </p:sp>
        </mc:Choice>
        <mc:Fallback xmlns="">
          <p:sp>
            <p:nvSpPr>
              <p:cNvPr id="22" name="TextBox 21">
                <a:extLst>
                  <a:ext uri="{FF2B5EF4-FFF2-40B4-BE49-F238E27FC236}">
                    <a16:creationId xmlns:a16="http://schemas.microsoft.com/office/drawing/2014/main" id="{258D987A-529F-36DB-C4BE-36A895EADB33}"/>
                  </a:ext>
                </a:extLst>
              </p:cNvPr>
              <p:cNvSpPr txBox="1">
                <a:spLocks noRot="1" noChangeAspect="1" noMove="1" noResize="1" noEditPoints="1" noAdjustHandles="1" noChangeArrowheads="1" noChangeShapeType="1" noTextEdit="1"/>
              </p:cNvSpPr>
              <p:nvPr/>
            </p:nvSpPr>
            <p:spPr>
              <a:xfrm>
                <a:off x="5710857" y="5553587"/>
                <a:ext cx="3427925" cy="648191"/>
              </a:xfrm>
              <a:prstGeom prst="rect">
                <a:avLst/>
              </a:prstGeom>
              <a:blipFill>
                <a:blip r:embed="rId11"/>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2420D26A-6EA5-ED6E-6E60-3E346CD09752}"/>
              </a:ext>
            </a:extLst>
          </p:cNvPr>
          <p:cNvSpPr txBox="1"/>
          <p:nvPr/>
        </p:nvSpPr>
        <p:spPr>
          <a:xfrm>
            <a:off x="5827442" y="5184255"/>
            <a:ext cx="3034229" cy="461665"/>
          </a:xfrm>
          <a:prstGeom prst="rect">
            <a:avLst/>
          </a:prstGeom>
          <a:noFill/>
        </p:spPr>
        <p:txBody>
          <a:bodyPr wrap="none" rtlCol="0">
            <a:spAutoFit/>
          </a:bodyPr>
          <a:lstStyle/>
          <a:p>
            <a:r>
              <a:rPr lang="en-US" sz="2400" dirty="0"/>
              <a:t>Hamiltonian constraint</a:t>
            </a:r>
          </a:p>
        </p:txBody>
      </p:sp>
      <p:sp>
        <p:nvSpPr>
          <p:cNvPr id="24" name="TextBox 23">
            <a:extLst>
              <a:ext uri="{FF2B5EF4-FFF2-40B4-BE49-F238E27FC236}">
                <a16:creationId xmlns:a16="http://schemas.microsoft.com/office/drawing/2014/main" id="{129C1695-351D-47CB-B44C-42FC0DF8E947}"/>
              </a:ext>
            </a:extLst>
          </p:cNvPr>
          <p:cNvSpPr txBox="1"/>
          <p:nvPr/>
        </p:nvSpPr>
        <p:spPr>
          <a:xfrm>
            <a:off x="6097869" y="6067768"/>
            <a:ext cx="2637645" cy="338554"/>
          </a:xfrm>
          <a:prstGeom prst="rect">
            <a:avLst/>
          </a:prstGeom>
          <a:noFill/>
        </p:spPr>
        <p:txBody>
          <a:bodyPr wrap="none" rtlCol="0">
            <a:spAutoFit/>
          </a:bodyPr>
          <a:lstStyle/>
          <a:p>
            <a:r>
              <a:rPr lang="en-US" sz="1600" dirty="0"/>
              <a:t>Not just a conserved quantity</a:t>
            </a:r>
          </a:p>
        </p:txBody>
      </p:sp>
      <p:sp>
        <p:nvSpPr>
          <p:cNvPr id="25" name="TextBox 24">
            <a:extLst>
              <a:ext uri="{FF2B5EF4-FFF2-40B4-BE49-F238E27FC236}">
                <a16:creationId xmlns:a16="http://schemas.microsoft.com/office/drawing/2014/main" id="{85BBEE34-09E9-1792-BE07-78ED456C21F5}"/>
              </a:ext>
            </a:extLst>
          </p:cNvPr>
          <p:cNvSpPr txBox="1"/>
          <p:nvPr/>
        </p:nvSpPr>
        <p:spPr>
          <a:xfrm>
            <a:off x="8399451" y="1661047"/>
            <a:ext cx="3592330" cy="1384995"/>
          </a:xfrm>
          <a:prstGeom prst="rect">
            <a:avLst/>
          </a:prstGeom>
          <a:noFill/>
        </p:spPr>
        <p:txBody>
          <a:bodyPr wrap="none" rtlCol="0">
            <a:spAutoFit/>
          </a:bodyPr>
          <a:lstStyle/>
          <a:p>
            <a:pPr algn="ctr"/>
            <a:r>
              <a:rPr lang="en-US" sz="2800" dirty="0">
                <a:solidFill>
                  <a:schemeClr val="accent6">
                    <a:lumMod val="75000"/>
                  </a:schemeClr>
                </a:solidFill>
              </a:rPr>
              <a:t>Hamiltonian mechanics</a:t>
            </a:r>
            <a:br>
              <a:rPr lang="en-US" sz="2800" dirty="0">
                <a:solidFill>
                  <a:schemeClr val="accent6">
                    <a:lumMod val="75000"/>
                  </a:schemeClr>
                </a:solidFill>
              </a:rPr>
            </a:br>
            <a:r>
              <a:rPr lang="en-US" sz="2800" dirty="0">
                <a:solidFill>
                  <a:schemeClr val="accent6">
                    <a:lumMod val="75000"/>
                  </a:schemeClr>
                </a:solidFill>
              </a:rPr>
              <a:t>on the extended</a:t>
            </a:r>
            <a:br>
              <a:rPr lang="en-US" sz="2800" dirty="0">
                <a:solidFill>
                  <a:schemeClr val="accent6">
                    <a:lumMod val="75000"/>
                  </a:schemeClr>
                </a:solidFill>
              </a:rPr>
            </a:br>
            <a:r>
              <a:rPr lang="en-US" sz="2800" dirty="0">
                <a:solidFill>
                  <a:schemeClr val="accent6">
                    <a:lumMod val="75000"/>
                  </a:schemeClr>
                </a:solidFill>
              </a:rPr>
              <a:t>phase space</a:t>
            </a:r>
          </a:p>
        </p:txBody>
      </p:sp>
      <p:cxnSp>
        <p:nvCxnSpPr>
          <p:cNvPr id="11" name="Straight Arrow Connector 10">
            <a:extLst>
              <a:ext uri="{FF2B5EF4-FFF2-40B4-BE49-F238E27FC236}">
                <a16:creationId xmlns:a16="http://schemas.microsoft.com/office/drawing/2014/main" id="{E747E653-AE3D-1253-85C6-F27867A65472}"/>
              </a:ext>
            </a:extLst>
          </p:cNvPr>
          <p:cNvCxnSpPr/>
          <p:nvPr/>
        </p:nvCxnSpPr>
        <p:spPr>
          <a:xfrm flipV="1">
            <a:off x="5360068" y="2123574"/>
            <a:ext cx="735932" cy="38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DD4D968-4E83-5176-7EB6-3C23B3E0F2D3}"/>
              </a:ext>
            </a:extLst>
          </p:cNvPr>
          <p:cNvCxnSpPr/>
          <p:nvPr/>
        </p:nvCxnSpPr>
        <p:spPr>
          <a:xfrm flipH="1" flipV="1">
            <a:off x="6625257" y="2129589"/>
            <a:ext cx="298917" cy="360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Footer Placeholder 12">
            <a:extLst>
              <a:ext uri="{FF2B5EF4-FFF2-40B4-BE49-F238E27FC236}">
                <a16:creationId xmlns:a16="http://schemas.microsoft.com/office/drawing/2014/main" id="{08A34E63-295F-CB42-2E49-2A84DB06B2C8}"/>
              </a:ext>
            </a:extLst>
          </p:cNvPr>
          <p:cNvSpPr>
            <a:spLocks noGrp="1"/>
          </p:cNvSpPr>
          <p:nvPr>
            <p:ph type="ftr" sz="quarter" idx="11"/>
          </p:nvPr>
        </p:nvSpPr>
        <p:spPr/>
        <p:txBody>
          <a:body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23308F5E-0FB5-C616-C299-36C0E4E20D06}"/>
              </a:ext>
            </a:extLst>
          </p:cNvPr>
          <p:cNvSpPr>
            <a:spLocks noGrp="1"/>
          </p:cNvSpPr>
          <p:nvPr>
            <p:ph type="sldNum" sz="quarter" idx="12"/>
          </p:nvPr>
        </p:nvSpPr>
        <p:spPr/>
        <p:txBody>
          <a:bodyPr/>
          <a:lstStyle/>
          <a:p>
            <a:fld id="{F47845EA-7733-40EE-B074-20032348B727}" type="slidenum">
              <a:rPr lang="en-US" smtClean="0"/>
              <a:t>81</a:t>
            </a:fld>
            <a:endParaRPr lang="en-US"/>
          </a:p>
        </p:txBody>
      </p:sp>
    </p:spTree>
    <p:extLst>
      <p:ext uri="{BB962C8B-B14F-4D97-AF65-F5344CB8AC3E}">
        <p14:creationId xmlns:p14="http://schemas.microsoft.com/office/powerpoint/2010/main" val="3644141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7E0207D-6949-659F-B9AA-938806EAF4F0}"/>
                  </a:ext>
                </a:extLst>
              </p:cNvPr>
              <p:cNvSpPr txBox="1"/>
              <p:nvPr/>
            </p:nvSpPr>
            <p:spPr>
              <a:xfrm>
                <a:off x="707463" y="2776287"/>
                <a:ext cx="2731453" cy="400110"/>
              </a:xfrm>
              <a:prstGeom prst="rect">
                <a:avLst/>
              </a:prstGeom>
              <a:noFill/>
            </p:spPr>
            <p:txBody>
              <a:bodyPr wrap="none" rtlCol="0">
                <a:spAutoFit/>
              </a:bodyPr>
              <a:lstStyle/>
              <a:p>
                <a:pPr/>
                <a14:m>
                  <m:oMathPara xmlns:m="http://schemas.openxmlformats.org/officeDocument/2006/math">
                    <m:oMath>
                      <m:r>
                        <a:rPr lang="en-US" sz="2000" b="0" i="1" smtClean="0">
                          <a:latin typeface="Cambria Math" panose="02040503050406030204" pitchFamily="18" charset="0"/>
                        </a:rPr>
                        <m:t>𝜔</m:t>
                      </m:r>
                      <m:r>
                        <a:rPr lang="en-US" sz="2000" b="0" i="1" smtClean="0">
                          <a:latin typeface="Cambria Math" panose="02040503050406030204" pitchFamily="18" charset="0"/>
                        </a:rPr>
                        <m:t>=</m:t>
                      </m:r>
                      <m:r>
                        <a:rPr lang="en-US" sz="2000" b="0" i="1" smtClean="0">
                          <a:latin typeface="Cambria Math" panose="02040503050406030204" pitchFamily="18" charset="0"/>
                        </a:rPr>
                        <m:t>𝑑</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1</m:t>
                          </m:r>
                        </m:sup>
                      </m:sSup>
                      <m:r>
                        <a:rPr lang="en-US" sz="2000" b="0" i="1"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𝑑</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oMath>
                  </m:oMathPara>
                </a14:m>
                <a:endParaRPr lang="en-US" sz="2000" dirty="0"/>
              </a:p>
            </p:txBody>
          </p:sp>
        </mc:Choice>
        <mc:Fallback xmlns="">
          <p:sp>
            <p:nvSpPr>
              <p:cNvPr id="68" name="TextBox 67">
                <a:extLst>
                  <a:ext uri="{FF2B5EF4-FFF2-40B4-BE49-F238E27FC236}">
                    <a16:creationId xmlns:a16="http://schemas.microsoft.com/office/drawing/2014/main" id="{17E0207D-6949-659F-B9AA-938806EAF4F0}"/>
                  </a:ext>
                </a:extLst>
              </p:cNvPr>
              <p:cNvSpPr txBox="1">
                <a:spLocks noRot="1" noChangeAspect="1" noMove="1" noResize="1" noEditPoints="1" noAdjustHandles="1" noChangeArrowheads="1" noChangeShapeType="1" noTextEdit="1"/>
              </p:cNvSpPr>
              <p:nvPr/>
            </p:nvSpPr>
            <p:spPr>
              <a:xfrm>
                <a:off x="707463" y="2776287"/>
                <a:ext cx="2731453" cy="400110"/>
              </a:xfrm>
              <a:prstGeom prst="rect">
                <a:avLst/>
              </a:prstGeom>
              <a:blipFill>
                <a:blip r:embed="rId2"/>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47CC9FA-6332-9463-9414-45E832CD4E81}"/>
                  </a:ext>
                </a:extLst>
              </p:cNvPr>
              <p:cNvSpPr txBox="1"/>
              <p:nvPr/>
            </p:nvSpPr>
            <p:spPr>
              <a:xfrm>
                <a:off x="3910414" y="2755995"/>
                <a:ext cx="2467023" cy="400110"/>
              </a:xfrm>
              <a:prstGeom prst="rect">
                <a:avLst/>
              </a:prstGeom>
              <a:noFill/>
            </p:spPr>
            <p:txBody>
              <a:bodyPr wrap="none" rtlCol="0">
                <a:spAutoFit/>
              </a:bodyPr>
              <a:lstStyle/>
              <a:p>
                <a:pPr/>
                <a14:m>
                  <m:oMathPara xmlns:m="http://schemas.openxmlformats.org/officeDocument/2006/math">
                    <m:oMath>
                      <m:r>
                        <a:rPr lang="en-US" sz="2000" b="0" i="1" smtClean="0">
                          <a:latin typeface="Cambria Math" panose="02040503050406030204" pitchFamily="18" charset="0"/>
                        </a:rPr>
                        <m:t>𝜔</m:t>
                      </m:r>
                      <m:r>
                        <a:rPr lang="en-US" sz="2000" b="0" i="1" smtClean="0">
                          <a:latin typeface="Cambria Math" panose="02040503050406030204" pitchFamily="18" charset="0"/>
                        </a:rPr>
                        <m:t>=</m:t>
                      </m:r>
                      <m:r>
                        <a:rPr lang="en-US" sz="2000" b="0" i="1" smtClean="0">
                          <a:latin typeface="Cambria Math" panose="02040503050406030204" pitchFamily="18" charset="0"/>
                        </a:rPr>
                        <m:t>𝑑</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1</m:t>
                          </m:r>
                        </m:sup>
                      </m:sSup>
                      <m:r>
                        <a:rPr lang="en-US" sz="2000" b="0" i="1"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𝑑𝑡𝑑𝐸</m:t>
                      </m:r>
                    </m:oMath>
                  </m:oMathPara>
                </a14:m>
                <a:endParaRPr lang="en-US" sz="2000" dirty="0"/>
              </a:p>
            </p:txBody>
          </p:sp>
        </mc:Choice>
        <mc:Fallback xmlns="">
          <p:sp>
            <p:nvSpPr>
              <p:cNvPr id="69" name="TextBox 68">
                <a:extLst>
                  <a:ext uri="{FF2B5EF4-FFF2-40B4-BE49-F238E27FC236}">
                    <a16:creationId xmlns:a16="http://schemas.microsoft.com/office/drawing/2014/main" id="{B47CC9FA-6332-9463-9414-45E832CD4E81}"/>
                  </a:ext>
                </a:extLst>
              </p:cNvPr>
              <p:cNvSpPr txBox="1">
                <a:spLocks noRot="1" noChangeAspect="1" noMove="1" noResize="1" noEditPoints="1" noAdjustHandles="1" noChangeArrowheads="1" noChangeShapeType="1" noTextEdit="1"/>
              </p:cNvSpPr>
              <p:nvPr/>
            </p:nvSpPr>
            <p:spPr>
              <a:xfrm>
                <a:off x="3910414" y="2755995"/>
                <a:ext cx="2467023" cy="400110"/>
              </a:xfrm>
              <a:prstGeom prst="rect">
                <a:avLst/>
              </a:prstGeom>
              <a:blipFill>
                <a:blip r:embed="rId3"/>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D757700-87EB-5378-CC1B-8ADD04100C83}"/>
                  </a:ext>
                </a:extLst>
              </p:cNvPr>
              <p:cNvSpPr txBox="1"/>
              <p:nvPr/>
            </p:nvSpPr>
            <p:spPr>
              <a:xfrm>
                <a:off x="3988147" y="3363023"/>
                <a:ext cx="2467023" cy="400110"/>
              </a:xfrm>
              <a:prstGeom prst="rect">
                <a:avLst/>
              </a:prstGeom>
              <a:noFill/>
            </p:spPr>
            <p:txBody>
              <a:bodyPr wrap="none" rtlCol="0">
                <a:spAutoFit/>
              </a:bodyPr>
              <a:lstStyle/>
              <a:p>
                <a:pPr/>
                <a14:m>
                  <m:oMathPara xmlns:m="http://schemas.openxmlformats.org/officeDocument/2006/math">
                    <m:oMath>
                      <m:r>
                        <a:rPr lang="en-US" sz="2000" b="0" i="1" smtClean="0">
                          <a:latin typeface="Cambria Math" panose="02040503050406030204" pitchFamily="18" charset="0"/>
                        </a:rPr>
                        <m:t>𝑑</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1</m:t>
                          </m:r>
                        </m:sup>
                      </m:sSup>
                      <m:r>
                        <a:rPr lang="en-US" sz="2000" b="0" i="1"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𝜔</m:t>
                      </m:r>
                      <m:r>
                        <a:rPr lang="en-US" sz="2000" b="0" i="1" smtClean="0">
                          <a:latin typeface="Cambria Math" panose="02040503050406030204" pitchFamily="18" charset="0"/>
                        </a:rPr>
                        <m:t>+</m:t>
                      </m:r>
                      <m:r>
                        <a:rPr lang="en-US" sz="2000" b="0" i="1" smtClean="0">
                          <a:latin typeface="Cambria Math" panose="02040503050406030204" pitchFamily="18" charset="0"/>
                        </a:rPr>
                        <m:t>𝑑𝑡𝑑𝐸</m:t>
                      </m:r>
                    </m:oMath>
                  </m:oMathPara>
                </a14:m>
                <a:endParaRPr lang="en-US" sz="2000" dirty="0"/>
              </a:p>
            </p:txBody>
          </p:sp>
        </mc:Choice>
        <mc:Fallback xmlns="">
          <p:sp>
            <p:nvSpPr>
              <p:cNvPr id="70" name="TextBox 69">
                <a:extLst>
                  <a:ext uri="{FF2B5EF4-FFF2-40B4-BE49-F238E27FC236}">
                    <a16:creationId xmlns:a16="http://schemas.microsoft.com/office/drawing/2014/main" id="{3D757700-87EB-5378-CC1B-8ADD04100C83}"/>
                  </a:ext>
                </a:extLst>
              </p:cNvPr>
              <p:cNvSpPr txBox="1">
                <a:spLocks noRot="1" noChangeAspect="1" noMove="1" noResize="1" noEditPoints="1" noAdjustHandles="1" noChangeArrowheads="1" noChangeShapeType="1" noTextEdit="1"/>
              </p:cNvSpPr>
              <p:nvPr/>
            </p:nvSpPr>
            <p:spPr>
              <a:xfrm>
                <a:off x="3988147" y="3363023"/>
                <a:ext cx="2467023" cy="400110"/>
              </a:xfrm>
              <a:prstGeom prst="rect">
                <a:avLst/>
              </a:prstGeom>
              <a:blipFill>
                <a:blip r:embed="rId4"/>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8EC898D-E7C4-1184-6779-373F9A9BDC1C}"/>
                  </a:ext>
                </a:extLst>
              </p:cNvPr>
              <p:cNvSpPr txBox="1"/>
              <p:nvPr/>
            </p:nvSpPr>
            <p:spPr>
              <a:xfrm>
                <a:off x="6609679" y="278857"/>
                <a:ext cx="5411633" cy="923330"/>
              </a:xfrm>
              <a:prstGeom prst="rect">
                <a:avLst/>
              </a:prstGeom>
              <a:noFill/>
            </p:spPr>
            <p:txBody>
              <a:bodyPr wrap="square" rtlCol="0">
                <a:spAutoFit/>
              </a:bodyPr>
              <a:lstStyle/>
              <a:p>
                <a:pPr algn="r"/>
                <a:r>
                  <a:rPr lang="en-US" dirty="0"/>
                  <a:t>Energy-momentum </a:t>
                </a:r>
                <a:r>
                  <a:rPr lang="en-US" dirty="0" err="1"/>
                  <a:t>covector</a:t>
                </a:r>
                <a:r>
                  <a:rPr lang="en-US" dirty="0"/>
                  <a:t> and negative sign for temporal DOF appear in the extended phase space without knowledge of space-time geometry (or </a:t>
                </a:r>
                <a14:m>
                  <m:oMath xmlns:m="http://schemas.openxmlformats.org/officeDocument/2006/math">
                    <m:r>
                      <a:rPr lang="en-US" i="1" dirty="0" smtClean="0">
                        <a:latin typeface="Cambria Math" panose="02040503050406030204" pitchFamily="18" charset="0"/>
                      </a:rPr>
                      <m:t>𝑐</m:t>
                    </m:r>
                  </m:oMath>
                </a14:m>
                <a:r>
                  <a:rPr lang="en-US" dirty="0"/>
                  <a:t>)</a:t>
                </a:r>
              </a:p>
            </p:txBody>
          </p:sp>
        </mc:Choice>
        <mc:Fallback xmlns="">
          <p:sp>
            <p:nvSpPr>
              <p:cNvPr id="71" name="TextBox 70">
                <a:extLst>
                  <a:ext uri="{FF2B5EF4-FFF2-40B4-BE49-F238E27FC236}">
                    <a16:creationId xmlns:a16="http://schemas.microsoft.com/office/drawing/2014/main" id="{B8EC898D-E7C4-1184-6779-373F9A9BDC1C}"/>
                  </a:ext>
                </a:extLst>
              </p:cNvPr>
              <p:cNvSpPr txBox="1">
                <a:spLocks noRot="1" noChangeAspect="1" noMove="1" noResize="1" noEditPoints="1" noAdjustHandles="1" noChangeArrowheads="1" noChangeShapeType="1" noTextEdit="1"/>
              </p:cNvSpPr>
              <p:nvPr/>
            </p:nvSpPr>
            <p:spPr>
              <a:xfrm>
                <a:off x="6609679" y="278857"/>
                <a:ext cx="5411633" cy="923330"/>
              </a:xfrm>
              <a:prstGeom prst="rect">
                <a:avLst/>
              </a:prstGeom>
              <a:blipFill>
                <a:blip r:embed="rId5"/>
                <a:stretch>
                  <a:fillRect t="-3974" r="-1914" b="-9934"/>
                </a:stretch>
              </a:blipFill>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59230101-A059-534A-B151-D66E70F4FC82}"/>
              </a:ext>
            </a:extLst>
          </p:cNvPr>
          <p:cNvGrpSpPr/>
          <p:nvPr/>
        </p:nvGrpSpPr>
        <p:grpSpPr>
          <a:xfrm>
            <a:off x="1154662" y="3430147"/>
            <a:ext cx="1818039" cy="1973214"/>
            <a:chOff x="7246916" y="4607816"/>
            <a:chExt cx="1336094" cy="1450134"/>
          </a:xfrm>
        </p:grpSpPr>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04BF21D5-BC95-41FF-CF7A-89B0D24FA2BC}"/>
                    </a:ext>
                  </a:extLst>
                </p:cNvPr>
                <p:cNvSpPr/>
                <p:nvPr/>
              </p:nvSpPr>
              <p:spPr>
                <a:xfrm>
                  <a:off x="7702616" y="5489845"/>
                  <a:ext cx="568105" cy="5681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100" b="0" i="1" smtClean="0">
                            <a:latin typeface="Cambria Math" panose="02040503050406030204" pitchFamily="18" charset="0"/>
                          </a:rPr>
                          <m:t>𝑑</m:t>
                        </m:r>
                        <m:sSup>
                          <m:sSupPr>
                            <m:ctrlPr>
                              <a:rPr lang="en-US" sz="1100" b="0" i="1" smtClean="0">
                                <a:latin typeface="Cambria Math" panose="02040503050406030204" pitchFamily="18" charset="0"/>
                              </a:rPr>
                            </m:ctrlPr>
                          </m:sSupPr>
                          <m:e>
                            <m:r>
                              <a:rPr lang="en-US" sz="1100" b="0" i="1" smtClean="0">
                                <a:latin typeface="Cambria Math" panose="02040503050406030204" pitchFamily="18" charset="0"/>
                              </a:rPr>
                              <m:t>𝑞</m:t>
                            </m:r>
                          </m:e>
                          <m:sup>
                            <m:r>
                              <a:rPr lang="en-US" sz="1100" b="0" i="1" smtClean="0">
                                <a:latin typeface="Cambria Math" panose="02040503050406030204" pitchFamily="18" charset="0"/>
                              </a:rPr>
                              <m:t>1</m:t>
                            </m:r>
                          </m:sup>
                        </m:sSup>
                        <m:r>
                          <a:rPr lang="en-US" sz="1100" b="0" i="1" smtClean="0">
                            <a:latin typeface="Cambria Math" panose="02040503050406030204" pitchFamily="18" charset="0"/>
                          </a:rPr>
                          <m:t>𝑑</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𝑝</m:t>
                            </m:r>
                          </m:e>
                          <m:sub>
                            <m:r>
                              <a:rPr lang="en-US" sz="1100" b="0" i="1" smtClean="0">
                                <a:latin typeface="Cambria Math" panose="02040503050406030204" pitchFamily="18" charset="0"/>
                              </a:rPr>
                              <m:t>1</m:t>
                            </m:r>
                          </m:sub>
                        </m:sSub>
                      </m:oMath>
                    </m:oMathPara>
                  </a14:m>
                  <a:endParaRPr lang="en-US" sz="1100" dirty="0"/>
                </a:p>
              </p:txBody>
            </p:sp>
          </mc:Choice>
          <mc:Fallback xmlns="">
            <p:sp>
              <p:nvSpPr>
                <p:cNvPr id="76" name="Rectangle 75">
                  <a:extLst>
                    <a:ext uri="{FF2B5EF4-FFF2-40B4-BE49-F238E27FC236}">
                      <a16:creationId xmlns:a16="http://schemas.microsoft.com/office/drawing/2014/main" id="{04BF21D5-BC95-41FF-CF7A-89B0D24FA2BC}"/>
                    </a:ext>
                  </a:extLst>
                </p:cNvPr>
                <p:cNvSpPr>
                  <a:spLocks noRot="1" noChangeAspect="1" noMove="1" noResize="1" noEditPoints="1" noAdjustHandles="1" noChangeArrowheads="1" noChangeShapeType="1" noTextEdit="1"/>
                </p:cNvSpPr>
                <p:nvPr/>
              </p:nvSpPr>
              <p:spPr>
                <a:xfrm>
                  <a:off x="7702616" y="5489845"/>
                  <a:ext cx="568105" cy="56810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C53B83AB-3092-9D8D-0A4D-2B21E496EDBA}"/>
                    </a:ext>
                  </a:extLst>
                </p:cNvPr>
                <p:cNvSpPr/>
                <p:nvPr/>
              </p:nvSpPr>
              <p:spPr>
                <a:xfrm>
                  <a:off x="7246916" y="5029435"/>
                  <a:ext cx="457143" cy="4571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100" b="0" i="1" smtClean="0">
                            <a:latin typeface="Cambria Math" panose="02040503050406030204" pitchFamily="18" charset="0"/>
                          </a:rPr>
                          <m:t>𝑑</m:t>
                        </m:r>
                        <m:sSup>
                          <m:sSupPr>
                            <m:ctrlPr>
                              <a:rPr lang="en-US" sz="1100" b="0" i="1" smtClean="0">
                                <a:latin typeface="Cambria Math" panose="02040503050406030204" pitchFamily="18" charset="0"/>
                              </a:rPr>
                            </m:ctrlPr>
                          </m:sSupPr>
                          <m:e>
                            <m:r>
                              <a:rPr lang="en-US" sz="1100" b="0" i="1" smtClean="0">
                                <a:latin typeface="Cambria Math" panose="02040503050406030204" pitchFamily="18" charset="0"/>
                              </a:rPr>
                              <m:t>𝑞</m:t>
                            </m:r>
                          </m:e>
                          <m:sup>
                            <m:r>
                              <a:rPr lang="en-US" sz="1100" b="0" i="1" smtClean="0">
                                <a:latin typeface="Cambria Math" panose="02040503050406030204" pitchFamily="18" charset="0"/>
                              </a:rPr>
                              <m:t>2</m:t>
                            </m:r>
                          </m:sup>
                        </m:sSup>
                        <m:r>
                          <a:rPr lang="en-US" sz="1100" b="0" i="1" smtClean="0">
                            <a:latin typeface="Cambria Math" panose="02040503050406030204" pitchFamily="18" charset="0"/>
                          </a:rPr>
                          <m:t>𝑑</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𝑝</m:t>
                            </m:r>
                          </m:e>
                          <m:sub>
                            <m:r>
                              <a:rPr lang="en-US" sz="1100" b="0" i="1" smtClean="0">
                                <a:latin typeface="Cambria Math" panose="02040503050406030204" pitchFamily="18" charset="0"/>
                              </a:rPr>
                              <m:t>2</m:t>
                            </m:r>
                          </m:sub>
                        </m:sSub>
                      </m:oMath>
                    </m:oMathPara>
                  </a14:m>
                  <a:endParaRPr lang="en-US" sz="1100" dirty="0"/>
                </a:p>
              </p:txBody>
            </p:sp>
          </mc:Choice>
          <mc:Fallback xmlns="">
            <p:sp>
              <p:nvSpPr>
                <p:cNvPr id="77" name="Rectangle 76">
                  <a:extLst>
                    <a:ext uri="{FF2B5EF4-FFF2-40B4-BE49-F238E27FC236}">
                      <a16:creationId xmlns:a16="http://schemas.microsoft.com/office/drawing/2014/main" id="{C53B83AB-3092-9D8D-0A4D-2B21E496EDBA}"/>
                    </a:ext>
                  </a:extLst>
                </p:cNvPr>
                <p:cNvSpPr>
                  <a:spLocks noRot="1" noChangeAspect="1" noMove="1" noResize="1" noEditPoints="1" noAdjustHandles="1" noChangeArrowheads="1" noChangeShapeType="1" noTextEdit="1"/>
                </p:cNvSpPr>
                <p:nvPr/>
              </p:nvSpPr>
              <p:spPr>
                <a:xfrm>
                  <a:off x="7246916" y="5029435"/>
                  <a:ext cx="457143" cy="457143"/>
                </a:xfrm>
                <a:prstGeom prst="rect">
                  <a:avLst/>
                </a:prstGeom>
                <a:blipFill>
                  <a:blip r:embed="rId18"/>
                  <a:stretch>
                    <a:fillRect l="-77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70955B10-1DA7-E886-1DA1-00B81A300DA7}"/>
                    </a:ext>
                  </a:extLst>
                </p:cNvPr>
                <p:cNvSpPr/>
                <p:nvPr/>
              </p:nvSpPr>
              <p:spPr>
                <a:xfrm rot="2319718">
                  <a:off x="7851047" y="4607816"/>
                  <a:ext cx="731963" cy="7319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100" b="0" i="1" smtClean="0">
                            <a:latin typeface="Cambria Math" panose="02040503050406030204" pitchFamily="18" charset="0"/>
                          </a:rPr>
                          <m:t>𝜔</m:t>
                        </m:r>
                      </m:oMath>
                    </m:oMathPara>
                  </a14:m>
                  <a:endParaRPr lang="en-US" sz="1100" dirty="0"/>
                </a:p>
              </p:txBody>
            </p:sp>
          </mc:Choice>
          <mc:Fallback xmlns="">
            <p:sp>
              <p:nvSpPr>
                <p:cNvPr id="78" name="Rectangle 77">
                  <a:extLst>
                    <a:ext uri="{FF2B5EF4-FFF2-40B4-BE49-F238E27FC236}">
                      <a16:creationId xmlns:a16="http://schemas.microsoft.com/office/drawing/2014/main" id="{70955B10-1DA7-E886-1DA1-00B81A300DA7}"/>
                    </a:ext>
                  </a:extLst>
                </p:cNvPr>
                <p:cNvSpPr>
                  <a:spLocks noRot="1" noChangeAspect="1" noMove="1" noResize="1" noEditPoints="1" noAdjustHandles="1" noChangeArrowheads="1" noChangeShapeType="1" noTextEdit="1"/>
                </p:cNvSpPr>
                <p:nvPr/>
              </p:nvSpPr>
              <p:spPr>
                <a:xfrm rot="2319718">
                  <a:off x="7851047" y="4607816"/>
                  <a:ext cx="731963" cy="731963"/>
                </a:xfrm>
                <a:prstGeom prst="rect">
                  <a:avLst/>
                </a:prstGeom>
                <a:blipFill>
                  <a:blip r:embed="rId19"/>
                  <a:stretch>
                    <a:fillRect/>
                  </a:stretch>
                </a:blipFill>
              </p:spPr>
              <p:txBody>
                <a:bodyPr/>
                <a:lstStyle/>
                <a:p>
                  <a:r>
                    <a:rPr lang="en-US">
                      <a:noFill/>
                    </a:rPr>
                    <a:t> </a:t>
                  </a:r>
                </a:p>
              </p:txBody>
            </p:sp>
          </mc:Fallback>
        </mc:AlternateContent>
      </p:grpSp>
      <p:grpSp>
        <p:nvGrpSpPr>
          <p:cNvPr id="82" name="Group 81">
            <a:extLst>
              <a:ext uri="{FF2B5EF4-FFF2-40B4-BE49-F238E27FC236}">
                <a16:creationId xmlns:a16="http://schemas.microsoft.com/office/drawing/2014/main" id="{EED1E40C-F08F-1628-7381-F822BE337D87}"/>
              </a:ext>
            </a:extLst>
          </p:cNvPr>
          <p:cNvGrpSpPr/>
          <p:nvPr/>
        </p:nvGrpSpPr>
        <p:grpSpPr>
          <a:xfrm>
            <a:off x="4125844" y="4236634"/>
            <a:ext cx="1567670" cy="1855238"/>
            <a:chOff x="8546660" y="4927806"/>
            <a:chExt cx="1152095" cy="1363432"/>
          </a:xfrm>
        </p:grpSpPr>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7C758A87-4BBC-B58B-7A33-50B935AAA1A3}"/>
                    </a:ext>
                  </a:extLst>
                </p:cNvPr>
                <p:cNvSpPr/>
                <p:nvPr/>
              </p:nvSpPr>
              <p:spPr>
                <a:xfrm>
                  <a:off x="8903089" y="5723133"/>
                  <a:ext cx="568105" cy="5681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100" b="0" i="1" smtClean="0">
                            <a:latin typeface="Cambria Math" panose="02040503050406030204" pitchFamily="18" charset="0"/>
                          </a:rPr>
                          <m:t>𝜔</m:t>
                        </m:r>
                      </m:oMath>
                    </m:oMathPara>
                  </a14:m>
                  <a:endParaRPr lang="en-US" sz="1100" dirty="0"/>
                </a:p>
              </p:txBody>
            </p:sp>
          </mc:Choice>
          <mc:Fallback xmlns="">
            <p:sp>
              <p:nvSpPr>
                <p:cNvPr id="79" name="Rectangle 78">
                  <a:extLst>
                    <a:ext uri="{FF2B5EF4-FFF2-40B4-BE49-F238E27FC236}">
                      <a16:creationId xmlns:a16="http://schemas.microsoft.com/office/drawing/2014/main" id="{7C758A87-4BBC-B58B-7A33-50B935AAA1A3}"/>
                    </a:ext>
                  </a:extLst>
                </p:cNvPr>
                <p:cNvSpPr>
                  <a:spLocks noRot="1" noChangeAspect="1" noMove="1" noResize="1" noEditPoints="1" noAdjustHandles="1" noChangeArrowheads="1" noChangeShapeType="1" noTextEdit="1"/>
                </p:cNvSpPr>
                <p:nvPr/>
              </p:nvSpPr>
              <p:spPr>
                <a:xfrm>
                  <a:off x="8903089" y="5723133"/>
                  <a:ext cx="568105" cy="56810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4F39DFD8-3E33-47B3-3D05-7F8576EC7F49}"/>
                    </a:ext>
                  </a:extLst>
                </p:cNvPr>
                <p:cNvSpPr/>
                <p:nvPr/>
              </p:nvSpPr>
              <p:spPr>
                <a:xfrm>
                  <a:off x="8546660" y="5361994"/>
                  <a:ext cx="357872" cy="357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100" b="0" i="1" smtClean="0">
                            <a:latin typeface="Cambria Math" panose="02040503050406030204" pitchFamily="18" charset="0"/>
                          </a:rPr>
                          <m:t>𝑑𝑡𝑑𝐸</m:t>
                        </m:r>
                      </m:oMath>
                    </m:oMathPara>
                  </a14:m>
                  <a:endParaRPr lang="en-US" sz="1100" dirty="0"/>
                </a:p>
              </p:txBody>
            </p:sp>
          </mc:Choice>
          <mc:Fallback xmlns="">
            <p:sp>
              <p:nvSpPr>
                <p:cNvPr id="80" name="Rectangle 79">
                  <a:extLst>
                    <a:ext uri="{FF2B5EF4-FFF2-40B4-BE49-F238E27FC236}">
                      <a16:creationId xmlns:a16="http://schemas.microsoft.com/office/drawing/2014/main" id="{4F39DFD8-3E33-47B3-3D05-7F8576EC7F49}"/>
                    </a:ext>
                  </a:extLst>
                </p:cNvPr>
                <p:cNvSpPr>
                  <a:spLocks noRot="1" noChangeAspect="1" noMove="1" noResize="1" noEditPoints="1" noAdjustHandles="1" noChangeArrowheads="1" noChangeShapeType="1" noTextEdit="1"/>
                </p:cNvSpPr>
                <p:nvPr/>
              </p:nvSpPr>
              <p:spPr>
                <a:xfrm>
                  <a:off x="8546660" y="5361994"/>
                  <a:ext cx="357872" cy="357872"/>
                </a:xfrm>
                <a:prstGeom prst="rect">
                  <a:avLst/>
                </a:prstGeom>
                <a:blipFill>
                  <a:blip r:embed="rId21"/>
                  <a:stretch>
                    <a:fillRect l="-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059327E8-BD28-110E-3A98-15BA76B3A7B4}"/>
                    </a:ext>
                  </a:extLst>
                </p:cNvPr>
                <p:cNvSpPr/>
                <p:nvPr/>
              </p:nvSpPr>
              <p:spPr>
                <a:xfrm rot="1933750">
                  <a:off x="9034728" y="4927806"/>
                  <a:ext cx="664027" cy="6640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100" b="0" i="1" smtClean="0">
                            <a:latin typeface="Cambria Math" panose="02040503050406030204" pitchFamily="18" charset="0"/>
                          </a:rPr>
                          <m:t>𝑑</m:t>
                        </m:r>
                        <m:sSup>
                          <m:sSupPr>
                            <m:ctrlPr>
                              <a:rPr lang="en-US" sz="1100" b="0" i="1" smtClean="0">
                                <a:latin typeface="Cambria Math" panose="02040503050406030204" pitchFamily="18" charset="0"/>
                              </a:rPr>
                            </m:ctrlPr>
                          </m:sSupPr>
                          <m:e>
                            <m:r>
                              <a:rPr lang="en-US" sz="1100" b="0" i="1" smtClean="0">
                                <a:latin typeface="Cambria Math" panose="02040503050406030204" pitchFamily="18" charset="0"/>
                              </a:rPr>
                              <m:t>𝑞</m:t>
                            </m:r>
                          </m:e>
                          <m:sup>
                            <m:r>
                              <a:rPr lang="en-US" sz="1100" b="0" i="1" smtClean="0">
                                <a:latin typeface="Cambria Math" panose="02040503050406030204" pitchFamily="18" charset="0"/>
                              </a:rPr>
                              <m:t>1</m:t>
                            </m:r>
                          </m:sup>
                        </m:sSup>
                        <m:r>
                          <a:rPr lang="en-US" sz="1100" b="0" i="1" smtClean="0">
                            <a:latin typeface="Cambria Math" panose="02040503050406030204" pitchFamily="18" charset="0"/>
                          </a:rPr>
                          <m:t>𝑑</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𝑝</m:t>
                            </m:r>
                          </m:e>
                          <m:sub>
                            <m:r>
                              <a:rPr lang="en-US" sz="1100" b="0" i="1" smtClean="0">
                                <a:latin typeface="Cambria Math" panose="02040503050406030204" pitchFamily="18" charset="0"/>
                              </a:rPr>
                              <m:t>1</m:t>
                            </m:r>
                          </m:sub>
                        </m:sSub>
                      </m:oMath>
                    </m:oMathPara>
                  </a14:m>
                  <a:endParaRPr lang="en-US" sz="1100" dirty="0"/>
                </a:p>
              </p:txBody>
            </p:sp>
          </mc:Choice>
          <mc:Fallback xmlns="">
            <p:sp>
              <p:nvSpPr>
                <p:cNvPr id="81" name="Rectangle 80">
                  <a:extLst>
                    <a:ext uri="{FF2B5EF4-FFF2-40B4-BE49-F238E27FC236}">
                      <a16:creationId xmlns:a16="http://schemas.microsoft.com/office/drawing/2014/main" id="{059327E8-BD28-110E-3A98-15BA76B3A7B4}"/>
                    </a:ext>
                  </a:extLst>
                </p:cNvPr>
                <p:cNvSpPr>
                  <a:spLocks noRot="1" noChangeAspect="1" noMove="1" noResize="1" noEditPoints="1" noAdjustHandles="1" noChangeArrowheads="1" noChangeShapeType="1" noTextEdit="1"/>
                </p:cNvSpPr>
                <p:nvPr/>
              </p:nvSpPr>
              <p:spPr>
                <a:xfrm rot="1933750">
                  <a:off x="9034728" y="4927806"/>
                  <a:ext cx="664027" cy="664027"/>
                </a:xfrm>
                <a:prstGeom prst="rect">
                  <a:avLst/>
                </a:prstGeom>
                <a:blipFill>
                  <a:blip r:embed="rId22"/>
                  <a:stretch>
                    <a:fillRect/>
                  </a:stretch>
                </a:blipFill>
              </p:spPr>
              <p:txBody>
                <a:bodyPr/>
                <a:lstStyle/>
                <a:p>
                  <a:r>
                    <a:rPr lang="en-US">
                      <a:noFill/>
                    </a:rPr>
                    <a:t> </a:t>
                  </a:r>
                </a:p>
              </p:txBody>
            </p:sp>
          </mc:Fallback>
        </mc:AlternateContent>
      </p:grpSp>
      <p:sp>
        <p:nvSpPr>
          <p:cNvPr id="85" name="TextBox 84">
            <a:extLst>
              <a:ext uri="{FF2B5EF4-FFF2-40B4-BE49-F238E27FC236}">
                <a16:creationId xmlns:a16="http://schemas.microsoft.com/office/drawing/2014/main" id="{19763C46-A284-EF85-7598-DED1E48EED69}"/>
              </a:ext>
            </a:extLst>
          </p:cNvPr>
          <p:cNvSpPr txBox="1"/>
          <p:nvPr/>
        </p:nvSpPr>
        <p:spPr>
          <a:xfrm>
            <a:off x="747805" y="5520112"/>
            <a:ext cx="3379964" cy="369333"/>
          </a:xfrm>
          <a:prstGeom prst="rect">
            <a:avLst/>
          </a:prstGeom>
          <a:noFill/>
        </p:spPr>
        <p:txBody>
          <a:bodyPr wrap="none" rtlCol="0">
            <a:spAutoFit/>
          </a:bodyPr>
          <a:lstStyle/>
          <a:p>
            <a:r>
              <a:rPr lang="en-US" dirty="0"/>
              <a:t>Independent DOFs are orthogonal</a:t>
            </a:r>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EAE8B2A-BA25-5E84-9278-688169CB521E}"/>
                  </a:ext>
                </a:extLst>
              </p:cNvPr>
              <p:cNvSpPr txBox="1"/>
              <p:nvPr/>
            </p:nvSpPr>
            <p:spPr>
              <a:xfrm>
                <a:off x="5685195" y="3900507"/>
                <a:ext cx="2377089" cy="1200329"/>
              </a:xfrm>
              <a:prstGeom prst="rect">
                <a:avLst/>
              </a:prstGeom>
              <a:noFill/>
            </p:spPr>
            <p:txBody>
              <a:bodyPr wrap="square" rtlCol="0">
                <a:spAutoFit/>
              </a:bodyPr>
              <a:lstStyle/>
              <a:p>
                <a:pPr algn="r"/>
                <a:r>
                  <a:rPr lang="en-US" dirty="0"/>
                  <a:t>States are counted at equal time:</a:t>
                </a:r>
                <a:br>
                  <a:rPr lang="en-US" dirty="0"/>
                </a:br>
                <a:r>
                  <a:rPr lang="en-US" dirty="0"/>
                  <a:t>temporal DOF orthogonal to </a:t>
                </a:r>
                <a14:m>
                  <m:oMath xmlns:m="http://schemas.openxmlformats.org/officeDocument/2006/math">
                    <m:r>
                      <a:rPr lang="en-US" b="0" i="1" smtClean="0">
                        <a:latin typeface="Cambria Math" panose="02040503050406030204" pitchFamily="18" charset="0"/>
                      </a:rPr>
                      <m:t>𝜔</m:t>
                    </m:r>
                  </m:oMath>
                </a14:m>
                <a:endParaRPr lang="en-US" dirty="0"/>
              </a:p>
            </p:txBody>
          </p:sp>
        </mc:Choice>
        <mc:Fallback xmlns="">
          <p:sp>
            <p:nvSpPr>
              <p:cNvPr id="86" name="TextBox 85">
                <a:extLst>
                  <a:ext uri="{FF2B5EF4-FFF2-40B4-BE49-F238E27FC236}">
                    <a16:creationId xmlns:a16="http://schemas.microsoft.com/office/drawing/2014/main" id="{1EAE8B2A-BA25-5E84-9278-688169CB521E}"/>
                  </a:ext>
                </a:extLst>
              </p:cNvPr>
              <p:cNvSpPr txBox="1">
                <a:spLocks noRot="1" noChangeAspect="1" noMove="1" noResize="1" noEditPoints="1" noAdjustHandles="1" noChangeArrowheads="1" noChangeShapeType="1" noTextEdit="1"/>
              </p:cNvSpPr>
              <p:nvPr/>
            </p:nvSpPr>
            <p:spPr>
              <a:xfrm>
                <a:off x="5685195" y="3900507"/>
                <a:ext cx="2377089" cy="1200329"/>
              </a:xfrm>
              <a:prstGeom prst="rect">
                <a:avLst/>
              </a:prstGeom>
              <a:blipFill>
                <a:blip r:embed="rId23"/>
                <a:stretch>
                  <a:fillRect t="-3046" r="-4103" b="-7107"/>
                </a:stretch>
              </a:blipFill>
            </p:spPr>
            <p:txBody>
              <a:bodyPr/>
              <a:lstStyle/>
              <a:p>
                <a:r>
                  <a:rPr lang="en-US">
                    <a:noFill/>
                  </a:rPr>
                  <a:t> </a:t>
                </a:r>
              </a:p>
            </p:txBody>
          </p:sp>
        </mc:Fallback>
      </mc:AlternateContent>
      <p:sp>
        <p:nvSpPr>
          <p:cNvPr id="88" name="TextBox 87">
            <a:extLst>
              <a:ext uri="{FF2B5EF4-FFF2-40B4-BE49-F238E27FC236}">
                <a16:creationId xmlns:a16="http://schemas.microsoft.com/office/drawing/2014/main" id="{AD7C3390-1FC4-33DF-9122-4DD87B4CB479}"/>
              </a:ext>
            </a:extLst>
          </p:cNvPr>
          <p:cNvSpPr txBox="1"/>
          <p:nvPr/>
        </p:nvSpPr>
        <p:spPr>
          <a:xfrm>
            <a:off x="1483567" y="1379520"/>
            <a:ext cx="9488623" cy="707886"/>
          </a:xfrm>
          <a:prstGeom prst="rect">
            <a:avLst/>
          </a:prstGeom>
          <a:noFill/>
        </p:spPr>
        <p:txBody>
          <a:bodyPr wrap="none" rtlCol="0">
            <a:spAutoFit/>
          </a:bodyPr>
          <a:lstStyle/>
          <a:p>
            <a:r>
              <a:rPr lang="en-US" sz="4000" dirty="0">
                <a:solidFill>
                  <a:schemeClr val="accent6">
                    <a:lumMod val="75000"/>
                  </a:schemeClr>
                </a:solidFill>
              </a:rPr>
              <a:t>Lorentzian relativity is the only “correct” one</a:t>
            </a:r>
          </a:p>
        </p:txBody>
      </p:sp>
      <p:sp>
        <p:nvSpPr>
          <p:cNvPr id="35" name="TextBox 34">
            <a:extLst>
              <a:ext uri="{FF2B5EF4-FFF2-40B4-BE49-F238E27FC236}">
                <a16:creationId xmlns:a16="http://schemas.microsoft.com/office/drawing/2014/main" id="{325B5D19-EAD2-D88D-1E93-536216162D31}"/>
              </a:ext>
            </a:extLst>
          </p:cNvPr>
          <p:cNvSpPr txBox="1"/>
          <p:nvPr/>
        </p:nvSpPr>
        <p:spPr>
          <a:xfrm>
            <a:off x="360863" y="2209676"/>
            <a:ext cx="8243923" cy="369332"/>
          </a:xfrm>
          <a:prstGeom prst="rect">
            <a:avLst/>
          </a:prstGeom>
          <a:noFill/>
        </p:spPr>
        <p:txBody>
          <a:bodyPr wrap="none" rtlCol="0">
            <a:spAutoFit/>
          </a:bodyPr>
          <a:lstStyle/>
          <a:p>
            <a:r>
              <a:rPr lang="en-US" dirty="0"/>
              <a:t>It extends the count of configurations per DOF to the temporal DOF in the correct way</a:t>
            </a:r>
          </a:p>
        </p:txBody>
      </p:sp>
      <p:cxnSp>
        <p:nvCxnSpPr>
          <p:cNvPr id="40" name="Straight Arrow Connector 39">
            <a:extLst>
              <a:ext uri="{FF2B5EF4-FFF2-40B4-BE49-F238E27FC236}">
                <a16:creationId xmlns:a16="http://schemas.microsoft.com/office/drawing/2014/main" id="{A956E92B-6FD7-9F82-4419-17F644374CFD}"/>
              </a:ext>
            </a:extLst>
          </p:cNvPr>
          <p:cNvCxnSpPr>
            <a:cxnSpLocks/>
          </p:cNvCxnSpPr>
          <p:nvPr/>
        </p:nvCxnSpPr>
        <p:spPr>
          <a:xfrm flipH="1" flipV="1">
            <a:off x="5788874" y="5193473"/>
            <a:ext cx="632255" cy="511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9B7B281-F77E-F825-AAEF-D31BEE7B7B9B}"/>
              </a:ext>
            </a:extLst>
          </p:cNvPr>
          <p:cNvSpPr txBox="1"/>
          <p:nvPr/>
        </p:nvSpPr>
        <p:spPr>
          <a:xfrm>
            <a:off x="5788874" y="5722540"/>
            <a:ext cx="3300519" cy="369332"/>
          </a:xfrm>
          <a:prstGeom prst="rect">
            <a:avLst/>
          </a:prstGeom>
          <a:noFill/>
        </p:spPr>
        <p:txBody>
          <a:bodyPr wrap="none" rtlCol="0">
            <a:spAutoFit/>
          </a:bodyPr>
          <a:lstStyle/>
          <a:p>
            <a:r>
              <a:rPr lang="en-US" dirty="0"/>
              <a:t>Pythagoras's formula still present</a:t>
            </a:r>
          </a:p>
        </p:txBody>
      </p:sp>
      <p:sp>
        <p:nvSpPr>
          <p:cNvPr id="44" name="TextBox 43">
            <a:extLst>
              <a:ext uri="{FF2B5EF4-FFF2-40B4-BE49-F238E27FC236}">
                <a16:creationId xmlns:a16="http://schemas.microsoft.com/office/drawing/2014/main" id="{5898F053-1EE8-3FF7-1368-69BC857BBAD4}"/>
              </a:ext>
            </a:extLst>
          </p:cNvPr>
          <p:cNvSpPr txBox="1"/>
          <p:nvPr/>
        </p:nvSpPr>
        <p:spPr>
          <a:xfrm>
            <a:off x="2920224" y="4245844"/>
            <a:ext cx="1509709" cy="523220"/>
          </a:xfrm>
          <a:prstGeom prst="rect">
            <a:avLst/>
          </a:prstGeom>
          <a:noFill/>
        </p:spPr>
        <p:txBody>
          <a:bodyPr wrap="none" rtlCol="0">
            <a:spAutoFit/>
          </a:bodyPr>
          <a:lstStyle/>
          <a:p>
            <a:r>
              <a:rPr lang="en-US" sz="1400" dirty="0">
                <a:solidFill>
                  <a:srgbClr val="C00000"/>
                </a:solidFill>
              </a:rPr>
              <a:t>2D representation</a:t>
            </a:r>
            <a:br>
              <a:rPr lang="en-US" sz="1400" dirty="0">
                <a:solidFill>
                  <a:srgbClr val="C00000"/>
                </a:solidFill>
              </a:rPr>
            </a:br>
            <a:r>
              <a:rPr lang="en-US" sz="1400" dirty="0">
                <a:solidFill>
                  <a:srgbClr val="C00000"/>
                </a:solidFill>
              </a:rPr>
              <a:t>of 4D relationship</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75FB0E6-52E8-D93A-1582-E200437548A7}"/>
                  </a:ext>
                </a:extLst>
              </p:cNvPr>
              <p:cNvSpPr txBox="1"/>
              <p:nvPr/>
            </p:nvSpPr>
            <p:spPr>
              <a:xfrm>
                <a:off x="2966732" y="406879"/>
                <a:ext cx="3733073" cy="600805"/>
              </a:xfrm>
              <a:prstGeom prst="rect">
                <a:avLst/>
              </a:prstGeom>
              <a:noFill/>
            </p:spPr>
            <p:txBody>
              <a:bodyPr wrap="none" rtlCol="0">
                <a:spAutoFit/>
              </a:bodyPr>
              <a:lstStyle/>
              <a:p>
                <a:pPr/>
                <a14:m>
                  <m:oMathPara xmlns:m="http://schemas.openxmlformats.org/officeDocument/2006/math">
                    <m:oMath>
                      <m:r>
                        <a:rPr lang="en-US" sz="3200" b="0" i="1" smtClean="0">
                          <a:latin typeface="Cambria Math" panose="02040503050406030204" pitchFamily="18" charset="0"/>
                        </a:rPr>
                        <m:t>𝜔</m:t>
                      </m:r>
                      <m:r>
                        <a:rPr lang="en-US" sz="3200" b="0" i="1" smtClean="0">
                          <a:latin typeface="Cambria Math" panose="02040503050406030204" pitchFamily="18" charset="0"/>
                        </a:rPr>
                        <m:t>=</m:t>
                      </m:r>
                      <m:r>
                        <a:rPr lang="en-US" sz="3200" b="0" i="1" smtClean="0">
                          <a:latin typeface="Cambria Math" panose="02040503050406030204" pitchFamily="18" charset="0"/>
                        </a:rPr>
                        <m:t>𝑑</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𝑖</m:t>
                          </m:r>
                        </m:sup>
                      </m:sSup>
                      <m:r>
                        <a:rPr lang="en-US" sz="3200" b="0" i="1" smtClean="0">
                          <a:latin typeface="Cambria Math" panose="02040503050406030204" pitchFamily="18" charset="0"/>
                        </a:rPr>
                        <m:t>𝑑</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𝑑𝑡𝑑𝐸</m:t>
                      </m:r>
                    </m:oMath>
                  </m:oMathPara>
                </a14:m>
                <a:endParaRPr lang="en-US" sz="3200" dirty="0"/>
              </a:p>
            </p:txBody>
          </p:sp>
        </mc:Choice>
        <mc:Fallback xmlns="">
          <p:sp>
            <p:nvSpPr>
              <p:cNvPr id="45" name="TextBox 44">
                <a:extLst>
                  <a:ext uri="{FF2B5EF4-FFF2-40B4-BE49-F238E27FC236}">
                    <a16:creationId xmlns:a16="http://schemas.microsoft.com/office/drawing/2014/main" id="{E75FB0E6-52E8-D93A-1582-E200437548A7}"/>
                  </a:ext>
                </a:extLst>
              </p:cNvPr>
              <p:cNvSpPr txBox="1">
                <a:spLocks noRot="1" noChangeAspect="1" noMove="1" noResize="1" noEditPoints="1" noAdjustHandles="1" noChangeArrowheads="1" noChangeShapeType="1" noTextEdit="1"/>
              </p:cNvSpPr>
              <p:nvPr/>
            </p:nvSpPr>
            <p:spPr>
              <a:xfrm>
                <a:off x="2966732" y="406879"/>
                <a:ext cx="3733073" cy="600805"/>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AB808EEB-5945-2CA0-34A5-11B9DBBF23E5}"/>
                  </a:ext>
                </a:extLst>
              </p:cNvPr>
              <p:cNvSpPr txBox="1"/>
              <p:nvPr/>
            </p:nvSpPr>
            <p:spPr>
              <a:xfrm>
                <a:off x="359602" y="240109"/>
                <a:ext cx="1995098" cy="578685"/>
              </a:xfrm>
              <a:prstGeom prst="rect">
                <a:avLst/>
              </a:prstGeom>
              <a:noFill/>
            </p:spPr>
            <p:txBody>
              <a:bodyPr wrap="none" rtlCol="0">
                <a:spAutoFit/>
              </a:bodyPr>
              <a:lstStyle/>
              <a:p>
                <a:pPr/>
                <a14:m>
                  <m:oMathPara xmlns:m="http://schemas.openxmlformats.org/officeDocument/2006/math">
                    <m:o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𝑞</m:t>
                          </m:r>
                        </m:e>
                        <m:sup>
                          <m:r>
                            <a:rPr lang="en-US" sz="2800" b="0" i="1" smtClean="0">
                              <a:latin typeface="Cambria Math" panose="02040503050406030204" pitchFamily="18" charset="0"/>
                            </a:rPr>
                            <m:t>𝛼</m:t>
                          </m:r>
                        </m:sup>
                      </m:sSup>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𝑞</m:t>
                              </m:r>
                            </m:e>
                            <m:sup>
                              <m:r>
                                <a:rPr lang="en-US" sz="2800" b="0" i="1" smtClean="0">
                                  <a:latin typeface="Cambria Math" panose="02040503050406030204" pitchFamily="18" charset="0"/>
                                </a:rPr>
                                <m:t>𝑖</m:t>
                              </m:r>
                            </m:sup>
                          </m:sSup>
                        </m:e>
                      </m:d>
                    </m:oMath>
                  </m:oMathPara>
                </a14:m>
                <a:endParaRPr lang="en-US" sz="2800" dirty="0"/>
              </a:p>
            </p:txBody>
          </p:sp>
        </mc:Choice>
        <mc:Fallback xmlns="">
          <p:sp>
            <p:nvSpPr>
              <p:cNvPr id="49" name="TextBox 48">
                <a:extLst>
                  <a:ext uri="{FF2B5EF4-FFF2-40B4-BE49-F238E27FC236}">
                    <a16:creationId xmlns:a16="http://schemas.microsoft.com/office/drawing/2014/main" id="{AB808EEB-5945-2CA0-34A5-11B9DBBF23E5}"/>
                  </a:ext>
                </a:extLst>
              </p:cNvPr>
              <p:cNvSpPr txBox="1">
                <a:spLocks noRot="1" noChangeAspect="1" noMove="1" noResize="1" noEditPoints="1" noAdjustHandles="1" noChangeArrowheads="1" noChangeShapeType="1" noTextEdit="1"/>
              </p:cNvSpPr>
              <p:nvPr/>
            </p:nvSpPr>
            <p:spPr>
              <a:xfrm>
                <a:off x="359602" y="240109"/>
                <a:ext cx="1995098" cy="57868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860647E-248D-EBCA-253A-6D58F88971CB}"/>
                  </a:ext>
                </a:extLst>
              </p:cNvPr>
              <p:cNvSpPr txBox="1"/>
              <p:nvPr/>
            </p:nvSpPr>
            <p:spPr>
              <a:xfrm>
                <a:off x="359602" y="801675"/>
                <a:ext cx="2309670" cy="523220"/>
              </a:xfrm>
              <a:prstGeom prst="rect">
                <a:avLst/>
              </a:prstGeom>
              <a:noFill/>
            </p:spPr>
            <p:txBody>
              <a:bodyPr wrap="none">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𝛼</m:t>
                          </m:r>
                        </m:sub>
                      </m:sSub>
                      <m:r>
                        <a:rPr lang="en-US" sz="2800" b="0" i="1"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m:t>
                          </m:r>
                          <m:r>
                            <a:rPr lang="en-US" sz="2800" i="1">
                              <a:latin typeface="Cambria Math" panose="02040503050406030204" pitchFamily="18" charset="0"/>
                            </a:rPr>
                            <m:t>𝐸</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𝑖</m:t>
                              </m:r>
                            </m:sub>
                          </m:sSub>
                        </m:e>
                      </m:d>
                    </m:oMath>
                  </m:oMathPara>
                </a14:m>
                <a:endParaRPr lang="en-US" sz="2800" i="1" dirty="0">
                  <a:latin typeface="Cambria Math" panose="02040503050406030204" pitchFamily="18" charset="0"/>
                </a:endParaRPr>
              </a:p>
            </p:txBody>
          </p:sp>
        </mc:Choice>
        <mc:Fallback xmlns="">
          <p:sp>
            <p:nvSpPr>
              <p:cNvPr id="51" name="TextBox 50">
                <a:extLst>
                  <a:ext uri="{FF2B5EF4-FFF2-40B4-BE49-F238E27FC236}">
                    <a16:creationId xmlns:a16="http://schemas.microsoft.com/office/drawing/2014/main" id="{0860647E-248D-EBCA-253A-6D58F88971CB}"/>
                  </a:ext>
                </a:extLst>
              </p:cNvPr>
              <p:cNvSpPr txBox="1">
                <a:spLocks noRot="1" noChangeAspect="1" noMove="1" noResize="1" noEditPoints="1" noAdjustHandles="1" noChangeArrowheads="1" noChangeShapeType="1" noTextEdit="1"/>
              </p:cNvSpPr>
              <p:nvPr/>
            </p:nvSpPr>
            <p:spPr>
              <a:xfrm>
                <a:off x="359602" y="801675"/>
                <a:ext cx="2309670" cy="523220"/>
              </a:xfrm>
              <a:prstGeom prst="rect">
                <a:avLst/>
              </a:prstGeom>
              <a:blipFill>
                <a:blip r:embed="rId26"/>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41B2CE26-3D80-2ED1-8E1E-5D2355318F6B}"/>
              </a:ext>
            </a:extLst>
          </p:cNvPr>
          <p:cNvSpPr>
            <a:spLocks noGrp="1"/>
          </p:cNvSpPr>
          <p:nvPr>
            <p:ph type="ftr" sz="quarter" idx="11"/>
          </p:nvPr>
        </p:nvSpPr>
        <p:spPr/>
        <p:txBody>
          <a:bodyPr/>
          <a:lstStyle/>
          <a:p>
            <a:r>
              <a:rPr lang="en-US"/>
              <a:t>Christine Aidala - University of Michigan</a:t>
            </a:r>
          </a:p>
        </p:txBody>
      </p:sp>
      <p:sp>
        <p:nvSpPr>
          <p:cNvPr id="2" name="Slide Number Placeholder 1">
            <a:extLst>
              <a:ext uri="{FF2B5EF4-FFF2-40B4-BE49-F238E27FC236}">
                <a16:creationId xmlns:a16="http://schemas.microsoft.com/office/drawing/2014/main" id="{C347B5E0-5764-D175-56B0-5523D89FB620}"/>
              </a:ext>
            </a:extLst>
          </p:cNvPr>
          <p:cNvSpPr>
            <a:spLocks noGrp="1"/>
          </p:cNvSpPr>
          <p:nvPr>
            <p:ph type="sldNum" sz="quarter" idx="13"/>
          </p:nvPr>
        </p:nvSpPr>
        <p:spPr/>
        <p:txBody>
          <a:bodyPr/>
          <a:lstStyle/>
          <a:p>
            <a:fld id="{F47845EA-7733-40EE-B074-20032348B727}" type="slidenum">
              <a:rPr lang="en-US" smtClean="0"/>
              <a:t>82</a:t>
            </a:fld>
            <a:endParaRPr lang="en-US"/>
          </a:p>
        </p:txBody>
      </p:sp>
    </p:spTree>
    <p:extLst>
      <p:ext uri="{BB962C8B-B14F-4D97-AF65-F5344CB8AC3E}">
        <p14:creationId xmlns:p14="http://schemas.microsoft.com/office/powerpoint/2010/main" val="25871095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7738B2-7B04-14AD-8840-2D35A49C7720}"/>
              </a:ext>
            </a:extLst>
          </p:cNvPr>
          <p:cNvSpPr txBox="1"/>
          <p:nvPr/>
        </p:nvSpPr>
        <p:spPr>
          <a:xfrm>
            <a:off x="365761" y="398415"/>
            <a:ext cx="3360215" cy="954107"/>
          </a:xfrm>
          <a:prstGeom prst="rect">
            <a:avLst/>
          </a:prstGeom>
          <a:noFill/>
        </p:spPr>
        <p:txBody>
          <a:bodyPr wrap="none" rtlCol="0">
            <a:spAutoFit/>
          </a:bodyPr>
          <a:lstStyle/>
          <a:p>
            <a:r>
              <a:rPr lang="en-US" sz="2800" dirty="0"/>
              <a:t>Example: free particle</a:t>
            </a:r>
            <a:br>
              <a:rPr lang="en-US" sz="2800" dirty="0"/>
            </a:br>
            <a:r>
              <a:rPr lang="en-US" sz="2800" dirty="0"/>
              <a:t>in an inertial frame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9292954-C641-65E6-DAE4-F9DFBFEF2A7A}"/>
                  </a:ext>
                </a:extLst>
              </p:cNvPr>
              <p:cNvSpPr txBox="1"/>
              <p:nvPr/>
            </p:nvSpPr>
            <p:spPr>
              <a:xfrm>
                <a:off x="5498014" y="346733"/>
                <a:ext cx="5000535" cy="952953"/>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r>
                            <a:rPr lang="en-US" sz="2400" b="0" i="1" smtClean="0">
                              <a:latin typeface="Cambria Math" panose="02040503050406030204" pitchFamily="18" charset="0"/>
                            </a:rPr>
                            <m:t>𝑚</m:t>
                          </m:r>
                        </m:den>
                      </m:f>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𝛿</m:t>
                              </m:r>
                            </m:e>
                            <m:sup>
                              <m:r>
                                <a:rPr lang="en-US" sz="2400" b="0" i="1" smtClean="0">
                                  <a:latin typeface="Cambria Math" panose="02040503050406030204" pitchFamily="18" charset="0"/>
                                </a:rPr>
                                <m:t>𝑖𝑗</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𝐸</m:t>
                                      </m:r>
                                    </m:num>
                                    <m:den>
                                      <m:r>
                                        <a:rPr lang="en-US" sz="2400" b="0" i="1" smtClean="0">
                                          <a:latin typeface="Cambria Math" panose="02040503050406030204" pitchFamily="18" charset="0"/>
                                        </a:rPr>
                                        <m:t>𝑐</m:t>
                                      </m:r>
                                    </m:den>
                                  </m:f>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e>
                      </m:d>
                    </m:oMath>
                  </m:oMathPara>
                </a14:m>
                <a:endParaRPr lang="en-US" sz="2400" dirty="0"/>
              </a:p>
            </p:txBody>
          </p:sp>
        </mc:Choice>
        <mc:Fallback xmlns="">
          <p:sp>
            <p:nvSpPr>
              <p:cNvPr id="8" name="TextBox 7">
                <a:extLst>
                  <a:ext uri="{FF2B5EF4-FFF2-40B4-BE49-F238E27FC236}">
                    <a16:creationId xmlns:a16="http://schemas.microsoft.com/office/drawing/2014/main" id="{C9292954-C641-65E6-DAE4-F9DFBFEF2A7A}"/>
                  </a:ext>
                </a:extLst>
              </p:cNvPr>
              <p:cNvSpPr txBox="1">
                <a:spLocks noRot="1" noChangeAspect="1" noMove="1" noResize="1" noEditPoints="1" noAdjustHandles="1" noChangeArrowheads="1" noChangeShapeType="1" noTextEdit="1"/>
              </p:cNvSpPr>
              <p:nvPr/>
            </p:nvSpPr>
            <p:spPr>
              <a:xfrm>
                <a:off x="5498014" y="346733"/>
                <a:ext cx="5000535" cy="95295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A0FC63-F1DC-1D99-4798-26AA6EDF2EB5}"/>
                  </a:ext>
                </a:extLst>
              </p:cNvPr>
              <p:cNvSpPr txBox="1"/>
              <p:nvPr/>
            </p:nvSpPr>
            <p:spPr>
              <a:xfrm>
                <a:off x="529045" y="2129246"/>
                <a:ext cx="7011278" cy="721095"/>
              </a:xfrm>
              <a:prstGeom prst="rect">
                <a:avLst/>
              </a:prstGeom>
              <a:noFill/>
            </p:spPr>
            <p:txBody>
              <a:bodyPr wrap="none" rtlCol="0">
                <a:spAutoFit/>
              </a:bodyPr>
              <a:lstStyle/>
              <a:p>
                <a:pPr/>
                <a14:m>
                  <m:oMathPara xmlns:m="http://schemas.openxmlformats.org/officeDocument/2006/math">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𝑑𝑡</m:t>
                          </m:r>
                        </m:num>
                        <m:den>
                          <m:r>
                            <a:rPr lang="en-US" sz="2000" b="0" i="1" smtClean="0">
                              <a:latin typeface="Cambria Math" panose="02040503050406030204" pitchFamily="18" charset="0"/>
                            </a:rPr>
                            <m:t>𝑑𝑠</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ℋ</m:t>
                          </m:r>
                        </m:num>
                        <m:den>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r>
                                <a:rPr lang="en-US" sz="2000" b="0" i="1" smtClean="0">
                                  <a:latin typeface="Cambria Math" panose="02040503050406030204" pitchFamily="18" charset="0"/>
                                </a:rPr>
                                <m:t>𝐸</m:t>
                              </m:r>
                            </m:e>
                          </m:d>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r>
                            <a:rPr lang="en-US" sz="2000" i="1">
                              <a:latin typeface="Cambria Math" panose="02040503050406030204" pitchFamily="18" charset="0"/>
                            </a:rPr>
                            <m:t>𝑚</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𝑐</m:t>
                              </m:r>
                            </m:e>
                            <m:sup>
                              <m:r>
                                <a:rPr lang="en-US" sz="2000" b="0" i="1" smtClean="0">
                                  <a:latin typeface="Cambria Math" panose="02040503050406030204" pitchFamily="18" charset="0"/>
                                </a:rPr>
                                <m:t>2</m:t>
                              </m:r>
                            </m:sup>
                          </m:sSup>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num>
                        <m:den>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r>
                                <a:rPr lang="en-US" sz="2000" b="0" i="1" smtClean="0">
                                  <a:latin typeface="Cambria Math" panose="02040503050406030204" pitchFamily="18" charset="0"/>
                                </a:rPr>
                                <m:t>𝐸</m:t>
                              </m:r>
                            </m:e>
                          </m:d>
                        </m:den>
                      </m:f>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r>
                                <a:rPr lang="en-US" sz="2000" b="0" i="1" smtClean="0">
                                  <a:latin typeface="Cambria Math" panose="02040503050406030204" pitchFamily="18" charset="0"/>
                                </a:rPr>
                                <m:t>𝐸</m:t>
                              </m:r>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r>
                            <a:rPr lang="en-US" sz="2000" i="1">
                              <a:latin typeface="Cambria Math" panose="02040503050406030204" pitchFamily="18" charset="0"/>
                            </a:rPr>
                            <m:t>𝑚</m:t>
                          </m:r>
                          <m:sSup>
                            <m:sSupPr>
                              <m:ctrlPr>
                                <a:rPr lang="en-US" sz="2000" i="1">
                                  <a:latin typeface="Cambria Math" panose="02040503050406030204" pitchFamily="18" charset="0"/>
                                </a:rPr>
                              </m:ctrlPr>
                            </m:sSupPr>
                            <m:e>
                              <m:r>
                                <a:rPr lang="en-US" sz="2000" i="1">
                                  <a:latin typeface="Cambria Math" panose="02040503050406030204" pitchFamily="18" charset="0"/>
                                </a:rPr>
                                <m:t>𝑐</m:t>
                              </m:r>
                            </m:e>
                            <m:sup>
                              <m:r>
                                <a:rPr lang="en-US" sz="2000" i="1">
                                  <a:latin typeface="Cambria Math" panose="02040503050406030204" pitchFamily="18" charset="0"/>
                                </a:rPr>
                                <m:t>2</m:t>
                              </m:r>
                            </m:sup>
                          </m:sSup>
                        </m:den>
                      </m:f>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𝐸</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𝐸</m:t>
                          </m:r>
                        </m:num>
                        <m:den>
                          <m:r>
                            <a:rPr lang="en-US" sz="2000" b="0" i="1" smtClean="0">
                              <a:latin typeface="Cambria Math" panose="02040503050406030204" pitchFamily="18" charset="0"/>
                            </a:rPr>
                            <m:t>𝑚</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𝑐</m:t>
                              </m:r>
                            </m:e>
                            <m:sup>
                              <m:r>
                                <a:rPr lang="en-US" sz="2000" b="0" i="1" smtClean="0">
                                  <a:latin typeface="Cambria Math" panose="02040503050406030204" pitchFamily="18" charset="0"/>
                                </a:rPr>
                                <m:t>2</m:t>
                              </m:r>
                            </m:sup>
                          </m:sSup>
                        </m:den>
                      </m:f>
                    </m:oMath>
                  </m:oMathPara>
                </a14:m>
                <a:endParaRPr lang="en-US" sz="2000" b="0" dirty="0"/>
              </a:p>
            </p:txBody>
          </p:sp>
        </mc:Choice>
        <mc:Fallback xmlns="">
          <p:sp>
            <p:nvSpPr>
              <p:cNvPr id="9" name="TextBox 8">
                <a:extLst>
                  <a:ext uri="{FF2B5EF4-FFF2-40B4-BE49-F238E27FC236}">
                    <a16:creationId xmlns:a16="http://schemas.microsoft.com/office/drawing/2014/main" id="{ACA0FC63-F1DC-1D99-4798-26AA6EDF2EB5}"/>
                  </a:ext>
                </a:extLst>
              </p:cNvPr>
              <p:cNvSpPr txBox="1">
                <a:spLocks noRot="1" noChangeAspect="1" noMove="1" noResize="1" noEditPoints="1" noAdjustHandles="1" noChangeArrowheads="1" noChangeShapeType="1" noTextEdit="1"/>
              </p:cNvSpPr>
              <p:nvPr/>
            </p:nvSpPr>
            <p:spPr>
              <a:xfrm>
                <a:off x="529045" y="2129246"/>
                <a:ext cx="7011278" cy="72109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358672E-228A-792F-56DF-C7A624F033BB}"/>
                  </a:ext>
                </a:extLst>
              </p:cNvPr>
              <p:cNvSpPr txBox="1"/>
              <p:nvPr/>
            </p:nvSpPr>
            <p:spPr>
              <a:xfrm>
                <a:off x="529045" y="3097839"/>
                <a:ext cx="5105693" cy="781689"/>
              </a:xfrm>
              <a:prstGeom prst="rect">
                <a:avLst/>
              </a:prstGeom>
              <a:noFill/>
            </p:spPr>
            <p:txBody>
              <a:bodyPr wrap="none" rtlCol="0">
                <a:spAutoFit/>
              </a:bodyPr>
              <a:lstStyle/>
              <a:p>
                <a:pPr/>
                <a14:m>
                  <m:oMathPara xmlns:m="http://schemas.openxmlformats.org/officeDocument/2006/math">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𝑖</m:t>
                              </m:r>
                            </m:sup>
                          </m:sSup>
                        </m:num>
                        <m:den>
                          <m:r>
                            <a:rPr lang="en-US" sz="2000" b="0" i="1" smtClean="0">
                              <a:latin typeface="Cambria Math" panose="02040503050406030204" pitchFamily="18" charset="0"/>
                            </a:rPr>
                            <m:t>𝑑𝑠</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ℋ</m:t>
                          </m:r>
                        </m:num>
                        <m:den>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𝑖</m:t>
                              </m:r>
                            </m:sub>
                          </m:sSub>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r>
                            <a:rPr lang="en-US" sz="2000" i="1">
                              <a:latin typeface="Cambria Math" panose="02040503050406030204" pitchFamily="18" charset="0"/>
                            </a:rPr>
                            <m:t>𝑚</m:t>
                          </m:r>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num>
                        <m:den>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den>
                      </m:f>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sSup>
                            <m:sSupPr>
                              <m:ctrlPr>
                                <a:rPr lang="en-US" sz="2000" i="1">
                                  <a:latin typeface="Cambria Math" panose="02040503050406030204" pitchFamily="18" charset="0"/>
                                </a:rPr>
                              </m:ctrlPr>
                            </m:sSupPr>
                            <m:e>
                              <m:r>
                                <a:rPr lang="en-US" sz="2000" i="1">
                                  <a:latin typeface="Cambria Math" panose="02040503050406030204" pitchFamily="18" charset="0"/>
                                </a:rPr>
                                <m:t>𝛿</m:t>
                              </m:r>
                            </m:e>
                            <m:sup>
                              <m:r>
                                <a:rPr lang="en-US" sz="2000" i="1">
                                  <a:latin typeface="Cambria Math" panose="02040503050406030204" pitchFamily="18" charset="0"/>
                                </a:rPr>
                                <m:t>𝑖𝑗</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𝑗</m:t>
                              </m:r>
                            </m:sub>
                          </m:sSub>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𝛿</m:t>
                              </m:r>
                            </m:e>
                            <m:sup>
                              <m:r>
                                <a:rPr lang="en-US" sz="2000" i="1">
                                  <a:latin typeface="Cambria Math" panose="02040503050406030204" pitchFamily="18" charset="0"/>
                                </a:rPr>
                                <m:t>𝑖𝑗</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𝑗</m:t>
                              </m:r>
                            </m:sub>
                          </m:sSub>
                        </m:num>
                        <m:den>
                          <m:r>
                            <a:rPr lang="en-US" sz="2000" i="1">
                              <a:latin typeface="Cambria Math" panose="02040503050406030204" pitchFamily="18" charset="0"/>
                            </a:rPr>
                            <m:t>2</m:t>
                          </m:r>
                          <m:r>
                            <a:rPr lang="en-US" sz="2000" i="1">
                              <a:latin typeface="Cambria Math" panose="02040503050406030204" pitchFamily="18" charset="0"/>
                            </a:rPr>
                            <m:t>𝑚</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𝑖</m:t>
                              </m:r>
                            </m:sub>
                          </m:sSub>
                        </m:num>
                        <m:den>
                          <m:r>
                            <a:rPr lang="en-US" sz="2000" b="0" i="1" smtClean="0">
                              <a:latin typeface="Cambria Math" panose="02040503050406030204" pitchFamily="18" charset="0"/>
                            </a:rPr>
                            <m:t>𝑚</m:t>
                          </m:r>
                        </m:den>
                      </m:f>
                    </m:oMath>
                  </m:oMathPara>
                </a14:m>
                <a:endParaRPr lang="en-US" sz="2000" b="0" dirty="0"/>
              </a:p>
            </p:txBody>
          </p:sp>
        </mc:Choice>
        <mc:Fallback xmlns="">
          <p:sp>
            <p:nvSpPr>
              <p:cNvPr id="10" name="TextBox 9">
                <a:extLst>
                  <a:ext uri="{FF2B5EF4-FFF2-40B4-BE49-F238E27FC236}">
                    <a16:creationId xmlns:a16="http://schemas.microsoft.com/office/drawing/2014/main" id="{0358672E-228A-792F-56DF-C7A624F033BB}"/>
                  </a:ext>
                </a:extLst>
              </p:cNvPr>
              <p:cNvSpPr txBox="1">
                <a:spLocks noRot="1" noChangeAspect="1" noMove="1" noResize="1" noEditPoints="1" noAdjustHandles="1" noChangeArrowheads="1" noChangeShapeType="1" noTextEdit="1"/>
              </p:cNvSpPr>
              <p:nvPr/>
            </p:nvSpPr>
            <p:spPr>
              <a:xfrm>
                <a:off x="529045" y="3097839"/>
                <a:ext cx="5105693" cy="78168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1C955E8-9C95-E101-E59E-D3903AAF5EAB}"/>
                  </a:ext>
                </a:extLst>
              </p:cNvPr>
              <p:cNvSpPr txBox="1"/>
              <p:nvPr/>
            </p:nvSpPr>
            <p:spPr>
              <a:xfrm>
                <a:off x="529045" y="4007660"/>
                <a:ext cx="3068340" cy="689804"/>
              </a:xfrm>
              <a:prstGeom prst="rect">
                <a:avLst/>
              </a:prstGeom>
              <a:noFill/>
            </p:spPr>
            <p:txBody>
              <a:bodyPr wrap="none" rtlCol="0">
                <a:spAutoFit/>
              </a:bodyPr>
              <a:lstStyle/>
              <a:p>
                <a:pPr/>
                <a14:m>
                  <m:oMathPara xmlns:m="http://schemas.openxmlformats.org/officeDocument/2006/math">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𝑑𝐸</m:t>
                          </m:r>
                        </m:num>
                        <m:den>
                          <m:r>
                            <a:rPr lang="en-US" sz="2000" b="0" i="1" smtClean="0">
                              <a:latin typeface="Cambria Math" panose="02040503050406030204" pitchFamily="18" charset="0"/>
                            </a:rPr>
                            <m:t>𝑑𝑠</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m:t>
                              </m:r>
                              <m:r>
                                <a:rPr lang="en-US" sz="2000" b="0" i="1" smtClean="0">
                                  <a:latin typeface="Cambria Math" panose="02040503050406030204" pitchFamily="18" charset="0"/>
                                </a:rPr>
                                <m:t>𝐸</m:t>
                              </m:r>
                            </m:e>
                          </m:d>
                        </m:num>
                        <m:den>
                          <m:r>
                            <a:rPr lang="en-US" sz="2000" b="0" i="1" smtClean="0">
                              <a:latin typeface="Cambria Math" panose="02040503050406030204" pitchFamily="18" charset="0"/>
                            </a:rPr>
                            <m:t>𝑑𝑠</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ℋ</m:t>
                          </m:r>
                        </m:num>
                        <m:den>
                          <m:r>
                            <a:rPr lang="en-US" sz="2000" b="0" i="1" smtClean="0">
                              <a:latin typeface="Cambria Math" panose="02040503050406030204" pitchFamily="18" charset="0"/>
                            </a:rPr>
                            <m:t>𝜕</m:t>
                          </m:r>
                          <m:r>
                            <a:rPr lang="en-US" sz="2000" b="0" i="1" smtClean="0">
                              <a:latin typeface="Cambria Math" panose="02040503050406030204" pitchFamily="18" charset="0"/>
                            </a:rPr>
                            <m:t>𝑡</m:t>
                          </m:r>
                        </m:den>
                      </m:f>
                      <m:r>
                        <a:rPr lang="en-US" sz="2000" b="0" i="1" smtClean="0">
                          <a:latin typeface="Cambria Math" panose="02040503050406030204" pitchFamily="18" charset="0"/>
                        </a:rPr>
                        <m:t>=0</m:t>
                      </m:r>
                    </m:oMath>
                  </m:oMathPara>
                </a14:m>
                <a:endParaRPr lang="en-US" sz="2000" b="0" dirty="0"/>
              </a:p>
            </p:txBody>
          </p:sp>
        </mc:Choice>
        <mc:Fallback xmlns="">
          <p:sp>
            <p:nvSpPr>
              <p:cNvPr id="11" name="TextBox 10">
                <a:extLst>
                  <a:ext uri="{FF2B5EF4-FFF2-40B4-BE49-F238E27FC236}">
                    <a16:creationId xmlns:a16="http://schemas.microsoft.com/office/drawing/2014/main" id="{71C955E8-9C95-E101-E59E-D3903AAF5EAB}"/>
                  </a:ext>
                </a:extLst>
              </p:cNvPr>
              <p:cNvSpPr txBox="1">
                <a:spLocks noRot="1" noChangeAspect="1" noMove="1" noResize="1" noEditPoints="1" noAdjustHandles="1" noChangeArrowheads="1" noChangeShapeType="1" noTextEdit="1"/>
              </p:cNvSpPr>
              <p:nvPr/>
            </p:nvSpPr>
            <p:spPr>
              <a:xfrm>
                <a:off x="529045" y="4007660"/>
                <a:ext cx="3068340" cy="6898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F5A793A-EFCF-6EB0-AC5A-3ADDFEA92577}"/>
                  </a:ext>
                </a:extLst>
              </p:cNvPr>
              <p:cNvSpPr txBox="1"/>
              <p:nvPr/>
            </p:nvSpPr>
            <p:spPr>
              <a:xfrm>
                <a:off x="529045" y="4825596"/>
                <a:ext cx="2055883" cy="731739"/>
              </a:xfrm>
              <a:prstGeom prst="rect">
                <a:avLst/>
              </a:prstGeom>
              <a:noFill/>
            </p:spPr>
            <p:txBody>
              <a:bodyPr wrap="none" rtlCol="0">
                <a:spAutoFit/>
              </a:bodyPr>
              <a:lstStyle/>
              <a:p>
                <a:pPr/>
                <a14:m>
                  <m:oMathPara xmlns:m="http://schemas.openxmlformats.org/officeDocument/2006/math">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𝑖</m:t>
                              </m:r>
                            </m:sub>
                          </m:sSub>
                        </m:num>
                        <m:den>
                          <m:r>
                            <a:rPr lang="en-US" sz="2000" b="0" i="1" smtClean="0">
                              <a:latin typeface="Cambria Math" panose="02040503050406030204" pitchFamily="18" charset="0"/>
                            </a:rPr>
                            <m:t>𝑑𝑠</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ℋ</m:t>
                          </m:r>
                        </m:num>
                        <m:den>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𝑖</m:t>
                              </m:r>
                            </m:sup>
                          </m:sSup>
                        </m:den>
                      </m:f>
                      <m:r>
                        <a:rPr lang="en-US" sz="2000" b="0" i="1" smtClean="0">
                          <a:latin typeface="Cambria Math" panose="02040503050406030204" pitchFamily="18" charset="0"/>
                        </a:rPr>
                        <m:t>=0</m:t>
                      </m:r>
                    </m:oMath>
                  </m:oMathPara>
                </a14:m>
                <a:endParaRPr lang="en-US" sz="2000" b="0" dirty="0"/>
              </a:p>
            </p:txBody>
          </p:sp>
        </mc:Choice>
        <mc:Fallback xmlns="">
          <p:sp>
            <p:nvSpPr>
              <p:cNvPr id="12" name="TextBox 11">
                <a:extLst>
                  <a:ext uri="{FF2B5EF4-FFF2-40B4-BE49-F238E27FC236}">
                    <a16:creationId xmlns:a16="http://schemas.microsoft.com/office/drawing/2014/main" id="{DF5A793A-EFCF-6EB0-AC5A-3ADDFEA92577}"/>
                  </a:ext>
                </a:extLst>
              </p:cNvPr>
              <p:cNvSpPr txBox="1">
                <a:spLocks noRot="1" noChangeAspect="1" noMove="1" noResize="1" noEditPoints="1" noAdjustHandles="1" noChangeArrowheads="1" noChangeShapeType="1" noTextEdit="1"/>
              </p:cNvSpPr>
              <p:nvPr/>
            </p:nvSpPr>
            <p:spPr>
              <a:xfrm>
                <a:off x="529045" y="4825596"/>
                <a:ext cx="2055883" cy="73173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0C62C97-1C03-2736-7BE0-3FC23D04AEB7}"/>
                  </a:ext>
                </a:extLst>
              </p:cNvPr>
              <p:cNvSpPr txBox="1"/>
              <p:nvPr/>
            </p:nvSpPr>
            <p:spPr>
              <a:xfrm>
                <a:off x="6063900" y="3962840"/>
                <a:ext cx="1886350" cy="809261"/>
              </a:xfrm>
              <a:prstGeom prst="rect">
                <a:avLst/>
              </a:prstGeom>
              <a:noFill/>
            </p:spPr>
            <p:txBody>
              <a:bodyPr wrap="none" rtlCol="0">
                <a:spAutoFit/>
              </a:bodyPr>
              <a:lstStyle/>
              <a:p>
                <a:pPr/>
                <a14:m>
                  <m:oMathPara xmlns:m="http://schemas.openxmlformats.org/officeDocument/2006/math">
                    <m:o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𝐸</m:t>
                          </m:r>
                        </m:num>
                        <m:den>
                          <m:r>
                            <a:rPr lang="en-US" sz="2400" b="0" i="1" smtClean="0">
                              <a:latin typeface="Cambria Math" panose="02040503050406030204" pitchFamily="18" charset="0"/>
                            </a:rPr>
                            <m:t>𝑐</m:t>
                          </m:r>
                        </m:den>
                      </m:f>
                      <m:r>
                        <a:rPr lang="en-US" sz="2400" b="0" i="1" smtClean="0">
                          <a:latin typeface="Cambria Math" panose="02040503050406030204" pitchFamily="18" charset="0"/>
                        </a:rPr>
                        <m:t>=</m:t>
                      </m:r>
                      <m:r>
                        <a:rPr lang="en-US" sz="2400" b="0" i="1" smtClean="0">
                          <a:latin typeface="Cambria Math" panose="02040503050406030204" pitchFamily="18" charset="0"/>
                        </a:rPr>
                        <m:t>𝑚</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𝑐𝑡</m:t>
                              </m:r>
                            </m:e>
                          </m:d>
                        </m:num>
                        <m:den>
                          <m:r>
                            <a:rPr lang="en-US" sz="2400" b="0" i="1" smtClean="0">
                              <a:latin typeface="Cambria Math" panose="02040503050406030204" pitchFamily="18" charset="0"/>
                            </a:rPr>
                            <m:t>𝑑𝑠</m:t>
                          </m:r>
                        </m:den>
                      </m:f>
                    </m:oMath>
                  </m:oMathPara>
                </a14:m>
                <a:endParaRPr lang="en-US" sz="2400" dirty="0"/>
              </a:p>
            </p:txBody>
          </p:sp>
        </mc:Choice>
        <mc:Fallback xmlns="">
          <p:sp>
            <p:nvSpPr>
              <p:cNvPr id="13" name="TextBox 12">
                <a:extLst>
                  <a:ext uri="{FF2B5EF4-FFF2-40B4-BE49-F238E27FC236}">
                    <a16:creationId xmlns:a16="http://schemas.microsoft.com/office/drawing/2014/main" id="{A0C62C97-1C03-2736-7BE0-3FC23D04AEB7}"/>
                  </a:ext>
                </a:extLst>
              </p:cNvPr>
              <p:cNvSpPr txBox="1">
                <a:spLocks noRot="1" noChangeAspect="1" noMove="1" noResize="1" noEditPoints="1" noAdjustHandles="1" noChangeArrowheads="1" noChangeShapeType="1" noTextEdit="1"/>
              </p:cNvSpPr>
              <p:nvPr/>
            </p:nvSpPr>
            <p:spPr>
              <a:xfrm>
                <a:off x="6063900" y="3962840"/>
                <a:ext cx="1886350" cy="80926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139E3E2-1DC8-58BA-DC49-F9D70FBFAD6C}"/>
                  </a:ext>
                </a:extLst>
              </p:cNvPr>
              <p:cNvSpPr txBox="1"/>
              <p:nvPr/>
            </p:nvSpPr>
            <p:spPr>
              <a:xfrm>
                <a:off x="6063900" y="4821814"/>
                <a:ext cx="1690271" cy="846642"/>
              </a:xfrm>
              <a:prstGeom prst="rect">
                <a:avLst/>
              </a:prstGeom>
              <a:noFill/>
            </p:spPr>
            <p:txBody>
              <a:bodyPr wrap="none" rtlCol="0">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𝑚</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𝑞</m:t>
                              </m:r>
                            </m:e>
                            <m:sup>
                              <m:r>
                                <a:rPr lang="en-US" sz="2400" b="0" i="1" smtClean="0">
                                  <a:latin typeface="Cambria Math" panose="02040503050406030204" pitchFamily="18" charset="0"/>
                                </a:rPr>
                                <m:t>𝑖</m:t>
                              </m:r>
                            </m:sup>
                          </m:sSup>
                        </m:num>
                        <m:den>
                          <m:r>
                            <a:rPr lang="en-US" sz="2400" b="0" i="1" smtClean="0">
                              <a:latin typeface="Cambria Math" panose="02040503050406030204" pitchFamily="18" charset="0"/>
                            </a:rPr>
                            <m:t>𝑑𝑠</m:t>
                          </m:r>
                        </m:den>
                      </m:f>
                    </m:oMath>
                  </m:oMathPara>
                </a14:m>
                <a:endParaRPr lang="en-US" sz="2400" dirty="0"/>
              </a:p>
            </p:txBody>
          </p:sp>
        </mc:Choice>
        <mc:Fallback xmlns="">
          <p:sp>
            <p:nvSpPr>
              <p:cNvPr id="14" name="TextBox 13">
                <a:extLst>
                  <a:ext uri="{FF2B5EF4-FFF2-40B4-BE49-F238E27FC236}">
                    <a16:creationId xmlns:a16="http://schemas.microsoft.com/office/drawing/2014/main" id="{2139E3E2-1DC8-58BA-DC49-F9D70FBFAD6C}"/>
                  </a:ext>
                </a:extLst>
              </p:cNvPr>
              <p:cNvSpPr txBox="1">
                <a:spLocks noRot="1" noChangeAspect="1" noMove="1" noResize="1" noEditPoints="1" noAdjustHandles="1" noChangeArrowheads="1" noChangeShapeType="1" noTextEdit="1"/>
              </p:cNvSpPr>
              <p:nvPr/>
            </p:nvSpPr>
            <p:spPr>
              <a:xfrm>
                <a:off x="6063900" y="4821814"/>
                <a:ext cx="1690271" cy="846642"/>
              </a:xfrm>
              <a:prstGeom prst="rect">
                <a:avLst/>
              </a:prstGeom>
              <a:blipFill>
                <a:blip r:embed="rId8"/>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8FB739E5-368F-D44C-88CB-8899CBBB0AFE}"/>
              </a:ext>
            </a:extLst>
          </p:cNvPr>
          <p:cNvCxnSpPr/>
          <p:nvPr/>
        </p:nvCxnSpPr>
        <p:spPr>
          <a:xfrm>
            <a:off x="5447214" y="5042263"/>
            <a:ext cx="424543" cy="195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A8946C6-ADF5-0200-C604-C257E09AF71E}"/>
              </a:ext>
            </a:extLst>
          </p:cNvPr>
          <p:cNvCxnSpPr/>
          <p:nvPr/>
        </p:nvCxnSpPr>
        <p:spPr>
          <a:xfrm flipV="1">
            <a:off x="5447214" y="4454434"/>
            <a:ext cx="529046" cy="317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CF313A5-C222-7283-53CB-DB961FE32DA8}"/>
              </a:ext>
            </a:extLst>
          </p:cNvPr>
          <p:cNvSpPr txBox="1"/>
          <p:nvPr/>
        </p:nvSpPr>
        <p:spPr>
          <a:xfrm>
            <a:off x="4057711" y="4498648"/>
            <a:ext cx="1293431" cy="646331"/>
          </a:xfrm>
          <a:prstGeom prst="rect">
            <a:avLst/>
          </a:prstGeom>
          <a:noFill/>
        </p:spPr>
        <p:txBody>
          <a:bodyPr wrap="none" rtlCol="0">
            <a:spAutoFit/>
          </a:bodyPr>
          <a:lstStyle/>
          <a:p>
            <a:pPr algn="ctr"/>
            <a:r>
              <a:rPr lang="en-US" dirty="0"/>
              <a:t>four</a:t>
            </a:r>
            <a:br>
              <a:rPr lang="en-US" dirty="0"/>
            </a:br>
            <a:r>
              <a:rPr lang="en-US" dirty="0"/>
              <a:t>momentum</a:t>
            </a:r>
          </a:p>
        </p:txBody>
      </p:sp>
      <p:sp>
        <p:nvSpPr>
          <p:cNvPr id="20" name="TextBox 19">
            <a:extLst>
              <a:ext uri="{FF2B5EF4-FFF2-40B4-BE49-F238E27FC236}">
                <a16:creationId xmlns:a16="http://schemas.microsoft.com/office/drawing/2014/main" id="{758B0AF8-F05C-0041-769B-8D161903AA24}"/>
              </a:ext>
            </a:extLst>
          </p:cNvPr>
          <p:cNvSpPr txBox="1"/>
          <p:nvPr/>
        </p:nvSpPr>
        <p:spPr>
          <a:xfrm>
            <a:off x="8279751" y="4525539"/>
            <a:ext cx="908583" cy="646331"/>
          </a:xfrm>
          <a:prstGeom prst="rect">
            <a:avLst/>
          </a:prstGeom>
          <a:noFill/>
        </p:spPr>
        <p:txBody>
          <a:bodyPr wrap="none" rtlCol="0">
            <a:spAutoFit/>
          </a:bodyPr>
          <a:lstStyle/>
          <a:p>
            <a:pPr algn="ctr"/>
            <a:r>
              <a:rPr lang="en-US" dirty="0"/>
              <a:t>four</a:t>
            </a:r>
            <a:br>
              <a:rPr lang="en-US" dirty="0"/>
            </a:br>
            <a:r>
              <a:rPr lang="en-US" dirty="0"/>
              <a:t>velocity</a:t>
            </a:r>
          </a:p>
        </p:txBody>
      </p:sp>
      <p:cxnSp>
        <p:nvCxnSpPr>
          <p:cNvPr id="21" name="Straight Arrow Connector 20">
            <a:extLst>
              <a:ext uri="{FF2B5EF4-FFF2-40B4-BE49-F238E27FC236}">
                <a16:creationId xmlns:a16="http://schemas.microsoft.com/office/drawing/2014/main" id="{D01A127E-EAA7-9546-F368-A825594556E1}"/>
              </a:ext>
            </a:extLst>
          </p:cNvPr>
          <p:cNvCxnSpPr>
            <a:cxnSpLocks/>
          </p:cNvCxnSpPr>
          <p:nvPr/>
        </p:nvCxnSpPr>
        <p:spPr>
          <a:xfrm flipH="1" flipV="1">
            <a:off x="7950250" y="4498648"/>
            <a:ext cx="259756" cy="198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C1C10B8-8D97-F48D-3B45-646723B59565}"/>
              </a:ext>
            </a:extLst>
          </p:cNvPr>
          <p:cNvCxnSpPr>
            <a:cxnSpLocks/>
          </p:cNvCxnSpPr>
          <p:nvPr/>
        </p:nvCxnSpPr>
        <p:spPr>
          <a:xfrm flipH="1">
            <a:off x="7817657" y="5140234"/>
            <a:ext cx="392349" cy="189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AE0CD3-EFAD-64C6-1FB2-0E2E5C55A547}"/>
              </a:ext>
            </a:extLst>
          </p:cNvPr>
          <p:cNvCxnSpPr>
            <a:cxnSpLocks/>
          </p:cNvCxnSpPr>
          <p:nvPr/>
        </p:nvCxnSpPr>
        <p:spPr>
          <a:xfrm flipH="1" flipV="1">
            <a:off x="7552751" y="5602224"/>
            <a:ext cx="254901" cy="207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B5E359D-2A5D-5E4A-2AE7-8D20CF25EFA7}"/>
              </a:ext>
            </a:extLst>
          </p:cNvPr>
          <p:cNvSpPr txBox="1"/>
          <p:nvPr/>
        </p:nvSpPr>
        <p:spPr>
          <a:xfrm>
            <a:off x="7589754" y="5837865"/>
            <a:ext cx="1379993" cy="369332"/>
          </a:xfrm>
          <a:prstGeom prst="rect">
            <a:avLst/>
          </a:prstGeom>
          <a:noFill/>
        </p:spPr>
        <p:txBody>
          <a:bodyPr wrap="none" rtlCol="0">
            <a:spAutoFit/>
          </a:bodyPr>
          <a:lstStyle/>
          <a:p>
            <a:r>
              <a:rPr lang="en-US" dirty="0"/>
              <a:t>proper time!</a:t>
            </a:r>
          </a:p>
        </p:txBody>
      </p:sp>
      <p:cxnSp>
        <p:nvCxnSpPr>
          <p:cNvPr id="3" name="Straight Arrow Connector 2">
            <a:extLst>
              <a:ext uri="{FF2B5EF4-FFF2-40B4-BE49-F238E27FC236}">
                <a16:creationId xmlns:a16="http://schemas.microsoft.com/office/drawing/2014/main" id="{C727F465-8301-2DDA-6357-A5A5312412A4}"/>
              </a:ext>
            </a:extLst>
          </p:cNvPr>
          <p:cNvCxnSpPr>
            <a:cxnSpLocks/>
          </p:cNvCxnSpPr>
          <p:nvPr/>
        </p:nvCxnSpPr>
        <p:spPr>
          <a:xfrm flipH="1" flipV="1">
            <a:off x="8718550" y="1521773"/>
            <a:ext cx="535178" cy="459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8ADE929-120B-B587-D34D-D79331E981F9}"/>
                  </a:ext>
                </a:extLst>
              </p:cNvPr>
              <p:cNvSpPr txBox="1"/>
              <p:nvPr/>
            </p:nvSpPr>
            <p:spPr>
              <a:xfrm>
                <a:off x="8013831" y="2065511"/>
                <a:ext cx="3883884" cy="1569660"/>
              </a:xfrm>
              <a:prstGeom prst="rect">
                <a:avLst/>
              </a:prstGeom>
              <a:noFill/>
            </p:spPr>
            <p:txBody>
              <a:bodyPr wrap="none" rtlCol="0">
                <a:spAutoFit/>
              </a:bodyPr>
              <a:lstStyle/>
              <a:p>
                <a:r>
                  <a:rPr lang="en-US" sz="2400" dirty="0">
                    <a:solidFill>
                      <a:schemeClr val="accent6">
                        <a:lumMod val="75000"/>
                      </a:schemeClr>
                    </a:solidFill>
                  </a:rPr>
                  <a:t>This Hamiltonian constraint is</a:t>
                </a:r>
                <a:br>
                  <a:rPr lang="en-US" sz="2400" dirty="0">
                    <a:solidFill>
                      <a:schemeClr val="accent6">
                        <a:lumMod val="75000"/>
                      </a:schemeClr>
                    </a:solidFill>
                  </a:rPr>
                </a:br>
                <a:r>
                  <a:rPr lang="en-US" sz="2400" dirty="0">
                    <a:solidFill>
                      <a:schemeClr val="accent6">
                        <a:lumMod val="75000"/>
                      </a:schemeClr>
                    </a:solidFill>
                  </a:rPr>
                  <a:t>the generator for proper time</a:t>
                </a:r>
                <a:br>
                  <a:rPr lang="en-US" sz="2400" dirty="0">
                    <a:solidFill>
                      <a:schemeClr val="accent6">
                        <a:lumMod val="75000"/>
                      </a:schemeClr>
                    </a:solidFill>
                  </a:rPr>
                </a:br>
                <a:r>
                  <a:rPr lang="en-US" sz="2400" dirty="0">
                    <a:solidFill>
                      <a:schemeClr val="accent6">
                        <a:lumMod val="75000"/>
                      </a:schemeClr>
                    </a:solidFill>
                  </a:rPr>
                  <a:t>(i.e. affine parameter </a:t>
                </a:r>
                <a14:m>
                  <m:oMath xmlns:m="http://schemas.openxmlformats.org/officeDocument/2006/math">
                    <m:r>
                      <a:rPr lang="en-US" sz="2400" b="0" i="1" smtClean="0">
                        <a:solidFill>
                          <a:schemeClr val="accent6">
                            <a:lumMod val="75000"/>
                          </a:schemeClr>
                        </a:solidFill>
                        <a:latin typeface="Cambria Math" panose="02040503050406030204" pitchFamily="18" charset="0"/>
                      </a:rPr>
                      <m:t>𝑠</m:t>
                    </m:r>
                  </m:oMath>
                </a14:m>
                <a:br>
                  <a:rPr lang="en-US" sz="2400" b="0" dirty="0">
                    <a:solidFill>
                      <a:schemeClr val="accent6">
                        <a:lumMod val="75000"/>
                      </a:schemeClr>
                    </a:solidFill>
                  </a:rPr>
                </a:br>
                <a:r>
                  <a:rPr lang="en-US" sz="2400" dirty="0">
                    <a:solidFill>
                      <a:schemeClr val="accent6">
                        <a:lumMod val="75000"/>
                      </a:schemeClr>
                    </a:solidFill>
                  </a:rPr>
                  <a:t>corresponds to proper time)</a:t>
                </a:r>
              </a:p>
            </p:txBody>
          </p:sp>
        </mc:Choice>
        <mc:Fallback xmlns="">
          <p:sp>
            <p:nvSpPr>
              <p:cNvPr id="6" name="TextBox 5">
                <a:extLst>
                  <a:ext uri="{FF2B5EF4-FFF2-40B4-BE49-F238E27FC236}">
                    <a16:creationId xmlns:a16="http://schemas.microsoft.com/office/drawing/2014/main" id="{18ADE929-120B-B587-D34D-D79331E981F9}"/>
                  </a:ext>
                </a:extLst>
              </p:cNvPr>
              <p:cNvSpPr txBox="1">
                <a:spLocks noRot="1" noChangeAspect="1" noMove="1" noResize="1" noEditPoints="1" noAdjustHandles="1" noChangeArrowheads="1" noChangeShapeType="1" noTextEdit="1"/>
              </p:cNvSpPr>
              <p:nvPr/>
            </p:nvSpPr>
            <p:spPr>
              <a:xfrm>
                <a:off x="8013831" y="2065511"/>
                <a:ext cx="3883884" cy="1569660"/>
              </a:xfrm>
              <a:prstGeom prst="rect">
                <a:avLst/>
              </a:prstGeom>
              <a:blipFill>
                <a:blip r:embed="rId9"/>
                <a:stretch>
                  <a:fillRect l="-2512" t="-3113" r="-1413" b="-8171"/>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68760A26-D09F-0BC2-5853-729FD3D53A59}"/>
              </a:ext>
            </a:extLst>
          </p:cNvPr>
          <p:cNvCxnSpPr/>
          <p:nvPr/>
        </p:nvCxnSpPr>
        <p:spPr>
          <a:xfrm flipH="1">
            <a:off x="8333232" y="3785616"/>
            <a:ext cx="1121664" cy="2023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E16889A3-0FBA-BD5D-3CCF-CFC4DC11C11B}"/>
              </a:ext>
            </a:extLst>
          </p:cNvPr>
          <p:cNvSpPr>
            <a:spLocks noGrp="1"/>
          </p:cNvSpPr>
          <p:nvPr>
            <p:ph type="ftr" sz="quarter" idx="11"/>
          </p:nvPr>
        </p:nvSpPr>
        <p:spPr/>
        <p:txBody>
          <a:bodyPr/>
          <a:lstStyle/>
          <a:p>
            <a:r>
              <a:rPr lang="en-US"/>
              <a:t>Christine Aidala - University of Michigan</a:t>
            </a:r>
            <a:endParaRPr lang="en-US" dirty="0"/>
          </a:p>
        </p:txBody>
      </p:sp>
      <p:sp>
        <p:nvSpPr>
          <p:cNvPr id="2" name="Slide Number Placeholder 1">
            <a:extLst>
              <a:ext uri="{FF2B5EF4-FFF2-40B4-BE49-F238E27FC236}">
                <a16:creationId xmlns:a16="http://schemas.microsoft.com/office/drawing/2014/main" id="{744B5524-FE95-9F85-9F2A-C00B1FD39FE1}"/>
              </a:ext>
            </a:extLst>
          </p:cNvPr>
          <p:cNvSpPr>
            <a:spLocks noGrp="1"/>
          </p:cNvSpPr>
          <p:nvPr>
            <p:ph type="sldNum" sz="quarter" idx="12"/>
          </p:nvPr>
        </p:nvSpPr>
        <p:spPr/>
        <p:txBody>
          <a:bodyPr/>
          <a:lstStyle/>
          <a:p>
            <a:fld id="{F47845EA-7733-40EE-B074-20032348B727}" type="slidenum">
              <a:rPr lang="en-US" smtClean="0"/>
              <a:t>83</a:t>
            </a:fld>
            <a:endParaRPr lang="en-US"/>
          </a:p>
        </p:txBody>
      </p:sp>
      <p:sp>
        <p:nvSpPr>
          <p:cNvPr id="7" name="Left Brace 6">
            <a:extLst>
              <a:ext uri="{FF2B5EF4-FFF2-40B4-BE49-F238E27FC236}">
                <a16:creationId xmlns:a16="http://schemas.microsoft.com/office/drawing/2014/main" id="{E314A24E-6EFF-547C-E1CB-1CEA599BE44A}"/>
              </a:ext>
            </a:extLst>
          </p:cNvPr>
          <p:cNvSpPr/>
          <p:nvPr/>
        </p:nvSpPr>
        <p:spPr>
          <a:xfrm rot="16200000">
            <a:off x="8194850" y="-519578"/>
            <a:ext cx="198815" cy="3883885"/>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62999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03D89-F642-253C-42A7-764166C586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0B7594-0411-685B-C97E-9B45A9E5FEB7}"/>
              </a:ext>
            </a:extLst>
          </p:cNvPr>
          <p:cNvSpPr txBox="1"/>
          <p:nvPr/>
        </p:nvSpPr>
        <p:spPr>
          <a:xfrm>
            <a:off x="365761" y="280851"/>
            <a:ext cx="4210896" cy="523220"/>
          </a:xfrm>
          <a:prstGeom prst="rect">
            <a:avLst/>
          </a:prstGeom>
          <a:noFill/>
        </p:spPr>
        <p:txBody>
          <a:bodyPr wrap="none" rtlCol="0">
            <a:spAutoFit/>
          </a:bodyPr>
          <a:lstStyle/>
          <a:p>
            <a:r>
              <a:rPr lang="en-US" sz="2800" dirty="0"/>
              <a:t>Compare to “standard” way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6B1763D-FD19-4DC6-5C45-820C46B97674}"/>
                  </a:ext>
                </a:extLst>
              </p:cNvPr>
              <p:cNvSpPr txBox="1"/>
              <p:nvPr/>
            </p:nvSpPr>
            <p:spPr>
              <a:xfrm>
                <a:off x="6576757" y="719419"/>
                <a:ext cx="5031634" cy="1057469"/>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ℋ</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r>
                            <a:rPr lang="en-US" sz="2400" b="0" i="1" smtClean="0">
                              <a:latin typeface="Cambria Math" panose="02040503050406030204" pitchFamily="18" charset="0"/>
                            </a:rPr>
                            <m:t>𝑚</m:t>
                          </m:r>
                        </m:den>
                      </m:f>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𝛿</m:t>
                              </m:r>
                            </m:e>
                            <m:sup>
                              <m:r>
                                <a:rPr lang="en-US" sz="2400" b="0" i="1" smtClean="0">
                                  <a:latin typeface="Cambria Math" panose="02040503050406030204" pitchFamily="18" charset="0"/>
                                </a:rPr>
                                <m:t>𝑖𝑗</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𝐸</m:t>
                                      </m:r>
                                    </m:num>
                                    <m:den>
                                      <m:r>
                                        <a:rPr lang="en-US" sz="2400" b="0" i="1" smtClean="0">
                                          <a:latin typeface="Cambria Math" panose="02040503050406030204" pitchFamily="18" charset="0"/>
                                        </a:rPr>
                                        <m:t>𝑐</m:t>
                                      </m:r>
                                    </m:den>
                                  </m:f>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e>
                      </m:d>
                    </m:oMath>
                  </m:oMathPara>
                </a14:m>
                <a:endParaRPr lang="en-US" sz="2400" dirty="0"/>
              </a:p>
            </p:txBody>
          </p:sp>
        </mc:Choice>
        <mc:Fallback xmlns="">
          <p:sp>
            <p:nvSpPr>
              <p:cNvPr id="8" name="TextBox 7">
                <a:extLst>
                  <a:ext uri="{FF2B5EF4-FFF2-40B4-BE49-F238E27FC236}">
                    <a16:creationId xmlns:a16="http://schemas.microsoft.com/office/drawing/2014/main" id="{36B1763D-FD19-4DC6-5C45-820C46B97674}"/>
                  </a:ext>
                </a:extLst>
              </p:cNvPr>
              <p:cNvSpPr txBox="1">
                <a:spLocks noRot="1" noChangeAspect="1" noMove="1" noResize="1" noEditPoints="1" noAdjustHandles="1" noChangeArrowheads="1" noChangeShapeType="1" noTextEdit="1"/>
              </p:cNvSpPr>
              <p:nvPr/>
            </p:nvSpPr>
            <p:spPr>
              <a:xfrm>
                <a:off x="6576757" y="719419"/>
                <a:ext cx="5031634" cy="105746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55CA984-05ED-AAF6-24A1-438AF609C25B}"/>
                  </a:ext>
                </a:extLst>
              </p:cNvPr>
              <p:cNvSpPr txBox="1"/>
              <p:nvPr/>
            </p:nvSpPr>
            <p:spPr>
              <a:xfrm>
                <a:off x="529045" y="2287947"/>
                <a:ext cx="4110420" cy="772776"/>
              </a:xfrm>
              <a:prstGeom prst="rect">
                <a:avLst/>
              </a:prstGeom>
              <a:noFill/>
            </p:spPr>
            <p:txBody>
              <a:bodyPr wrap="none" rtlCol="0">
                <a:spAutoFit/>
              </a:bodyPr>
              <a:lstStyle/>
              <a:p>
                <a:pPr/>
                <a14:m>
                  <m:oMathPara xmlns:m="http://schemas.openxmlformats.org/officeDocument/2006/math">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𝑖</m:t>
                              </m:r>
                            </m:sup>
                          </m:sSup>
                        </m:num>
                        <m:den>
                          <m:r>
                            <a:rPr lang="en-US" sz="2000" b="0" i="1" smtClean="0">
                              <a:latin typeface="Cambria Math" panose="02040503050406030204" pitchFamily="18" charset="0"/>
                            </a:rPr>
                            <m:t>𝑑𝑡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𝐻</m:t>
                          </m:r>
                        </m:num>
                        <m:den>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𝑖</m:t>
                              </m:r>
                            </m:sub>
                          </m:sSub>
                        </m:den>
                      </m:f>
                      <m:r>
                        <a:rPr lang="en-US" sz="2000" b="0" i="1" smtClean="0">
                          <a:latin typeface="Cambria Math" panose="02040503050406030204" pitchFamily="18" charset="0"/>
                        </a:rPr>
                        <m:t>=</m:t>
                      </m:r>
                      <m:r>
                        <a:rPr lang="en-US" sz="2000" i="1">
                          <a:latin typeface="Cambria Math" panose="02040503050406030204" pitchFamily="18" charset="0"/>
                        </a:rPr>
                        <m:t>𝑐</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num>
                        <m:den>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den>
                      </m:f>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𝑚</m:t>
                              </m:r>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𝑐</m:t>
                              </m:r>
                            </m:e>
                            <m:sup>
                              <m:r>
                                <a:rPr lang="en-US" sz="2000" i="1">
                                  <a:latin typeface="Cambria Math" panose="02040503050406030204" pitchFamily="18" charset="0"/>
                                </a:rPr>
                                <m:t>2</m:t>
                              </m:r>
                            </m:sup>
                          </m:s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sSup>
                            <m:sSupPr>
                              <m:ctrlPr>
                                <a:rPr lang="en-US" sz="2000" i="1">
                                  <a:latin typeface="Cambria Math" panose="02040503050406030204" pitchFamily="18" charset="0"/>
                                </a:rPr>
                              </m:ctrlPr>
                            </m:sSupPr>
                            <m:e>
                              <m:r>
                                <a:rPr lang="en-US" sz="2000" i="1">
                                  <a:latin typeface="Cambria Math" panose="02040503050406030204" pitchFamily="18" charset="0"/>
                                </a:rPr>
                                <m:t>𝛿</m:t>
                              </m:r>
                            </m:e>
                            <m:sup>
                              <m:r>
                                <a:rPr lang="en-US" sz="2000" i="1">
                                  <a:latin typeface="Cambria Math" panose="02040503050406030204" pitchFamily="18" charset="0"/>
                                </a:rPr>
                                <m:t>𝑖𝑗</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𝑗</m:t>
                              </m:r>
                            </m:sub>
                          </m:sSub>
                        </m:e>
                      </m:rad>
                    </m:oMath>
                  </m:oMathPara>
                </a14:m>
                <a:endParaRPr lang="en-US" sz="2000" b="0" dirty="0"/>
              </a:p>
            </p:txBody>
          </p:sp>
        </mc:Choice>
        <mc:Fallback xmlns="">
          <p:sp>
            <p:nvSpPr>
              <p:cNvPr id="10" name="TextBox 9">
                <a:extLst>
                  <a:ext uri="{FF2B5EF4-FFF2-40B4-BE49-F238E27FC236}">
                    <a16:creationId xmlns:a16="http://schemas.microsoft.com/office/drawing/2014/main" id="{955CA984-05ED-AAF6-24A1-438AF609C25B}"/>
                  </a:ext>
                </a:extLst>
              </p:cNvPr>
              <p:cNvSpPr txBox="1">
                <a:spLocks noRot="1" noChangeAspect="1" noMove="1" noResize="1" noEditPoints="1" noAdjustHandles="1" noChangeArrowheads="1" noChangeShapeType="1" noTextEdit="1"/>
              </p:cNvSpPr>
              <p:nvPr/>
            </p:nvSpPr>
            <p:spPr>
              <a:xfrm>
                <a:off x="529045" y="2287947"/>
                <a:ext cx="4110420" cy="7727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9FDE8BF-D64D-5043-CFDF-72C482A4B093}"/>
                  </a:ext>
                </a:extLst>
              </p:cNvPr>
              <p:cNvSpPr txBox="1"/>
              <p:nvPr/>
            </p:nvSpPr>
            <p:spPr>
              <a:xfrm>
                <a:off x="583609" y="5678758"/>
                <a:ext cx="2041969" cy="731739"/>
              </a:xfrm>
              <a:prstGeom prst="rect">
                <a:avLst/>
              </a:prstGeom>
              <a:noFill/>
            </p:spPr>
            <p:txBody>
              <a:bodyPr wrap="none" rtlCol="0">
                <a:spAutoFit/>
              </a:bodyPr>
              <a:lstStyle/>
              <a:p>
                <a:pPr/>
                <a14:m>
                  <m:oMathPara xmlns:m="http://schemas.openxmlformats.org/officeDocument/2006/math">
                    <m:oMath>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𝑖</m:t>
                              </m:r>
                            </m:sub>
                          </m:sSub>
                        </m:num>
                        <m:den>
                          <m:r>
                            <a:rPr lang="en-US" sz="2000" b="0" i="1" smtClean="0">
                              <a:latin typeface="Cambria Math" panose="02040503050406030204" pitchFamily="18" charset="0"/>
                            </a:rPr>
                            <m:t>𝑑𝑡</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rPr>
                            <m:t>𝐻</m:t>
                          </m:r>
                        </m:num>
                        <m:den>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𝑞</m:t>
                              </m:r>
                            </m:e>
                            <m:sup>
                              <m:r>
                                <a:rPr lang="en-US" sz="2000" b="0" i="1" smtClean="0">
                                  <a:latin typeface="Cambria Math" panose="02040503050406030204" pitchFamily="18" charset="0"/>
                                </a:rPr>
                                <m:t>𝑖</m:t>
                              </m:r>
                            </m:sup>
                          </m:sSup>
                        </m:den>
                      </m:f>
                      <m:r>
                        <a:rPr lang="en-US" sz="2000" b="0" i="1" smtClean="0">
                          <a:latin typeface="Cambria Math" panose="02040503050406030204" pitchFamily="18" charset="0"/>
                        </a:rPr>
                        <m:t>=0</m:t>
                      </m:r>
                    </m:oMath>
                  </m:oMathPara>
                </a14:m>
                <a:endParaRPr lang="en-US" sz="2000" b="0" dirty="0"/>
              </a:p>
            </p:txBody>
          </p:sp>
        </mc:Choice>
        <mc:Fallback xmlns="">
          <p:sp>
            <p:nvSpPr>
              <p:cNvPr id="12" name="TextBox 11">
                <a:extLst>
                  <a:ext uri="{FF2B5EF4-FFF2-40B4-BE49-F238E27FC236}">
                    <a16:creationId xmlns:a16="http://schemas.microsoft.com/office/drawing/2014/main" id="{A9FDE8BF-D64D-5043-CFDF-72C482A4B093}"/>
                  </a:ext>
                </a:extLst>
              </p:cNvPr>
              <p:cNvSpPr txBox="1">
                <a:spLocks noRot="1" noChangeAspect="1" noMove="1" noResize="1" noEditPoints="1" noAdjustHandles="1" noChangeArrowheads="1" noChangeShapeType="1" noTextEdit="1"/>
              </p:cNvSpPr>
              <p:nvPr/>
            </p:nvSpPr>
            <p:spPr>
              <a:xfrm>
                <a:off x="583609" y="5678758"/>
                <a:ext cx="2041969" cy="73173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9D2E37E-4933-E3BF-84EE-16F5D50B2DF1}"/>
                  </a:ext>
                </a:extLst>
              </p:cNvPr>
              <p:cNvSpPr txBox="1"/>
              <p:nvPr/>
            </p:nvSpPr>
            <p:spPr>
              <a:xfrm>
                <a:off x="583609" y="1134690"/>
                <a:ext cx="3274230" cy="84388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𝐻</m:t>
                      </m:r>
                      <m:r>
                        <a:rPr lang="en-US" sz="2400" b="0" i="1" smtClean="0">
                          <a:latin typeface="Cambria Math" panose="02040503050406030204" pitchFamily="18" charset="0"/>
                        </a:rPr>
                        <m:t>=</m:t>
                      </m:r>
                      <m:r>
                        <a:rPr lang="en-US" sz="2400" b="0" i="1" smtClean="0">
                          <a:latin typeface="Cambria Math" panose="02040503050406030204" pitchFamily="18" charset="0"/>
                        </a:rPr>
                        <m:t>𝑐</m:t>
                      </m:r>
                      <m:rad>
                        <m:radPr>
                          <m:degHide m:val="on"/>
                          <m:ctrlPr>
                            <a:rPr lang="en-US" sz="2400" b="0" i="1" smtClean="0">
                              <a:latin typeface="Cambria Math" panose="02040503050406030204" pitchFamily="18" charset="0"/>
                            </a:rPr>
                          </m:ctrlPr>
                        </m:radPr>
                        <m:deg/>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𝑖</m:t>
                              </m:r>
                            </m:sub>
                          </m:sSub>
                          <m:sSup>
                            <m:sSupPr>
                              <m:ctrlPr>
                                <a:rPr lang="en-US" sz="2400" i="1">
                                  <a:latin typeface="Cambria Math" panose="02040503050406030204" pitchFamily="18" charset="0"/>
                                </a:rPr>
                              </m:ctrlPr>
                            </m:sSupPr>
                            <m:e>
                              <m:r>
                                <a:rPr lang="en-US" sz="2400" i="1">
                                  <a:latin typeface="Cambria Math" panose="02040503050406030204" pitchFamily="18" charset="0"/>
                                </a:rPr>
                                <m:t>𝛿</m:t>
                              </m:r>
                            </m:e>
                            <m:sup>
                              <m:r>
                                <a:rPr lang="en-US" sz="2400" i="1">
                                  <a:latin typeface="Cambria Math" panose="02040503050406030204" pitchFamily="18" charset="0"/>
                                </a:rPr>
                                <m:t>𝑖𝑗</m:t>
                              </m:r>
                            </m:sup>
                          </m:sSup>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𝑗</m:t>
                              </m:r>
                            </m:sub>
                          </m:sSub>
                        </m:e>
                      </m:rad>
                    </m:oMath>
                  </m:oMathPara>
                </a14:m>
                <a:endParaRPr lang="en-US" sz="2400" dirty="0"/>
              </a:p>
            </p:txBody>
          </p:sp>
        </mc:Choice>
        <mc:Fallback xmlns="">
          <p:sp>
            <p:nvSpPr>
              <p:cNvPr id="2" name="TextBox 1">
                <a:extLst>
                  <a:ext uri="{FF2B5EF4-FFF2-40B4-BE49-F238E27FC236}">
                    <a16:creationId xmlns:a16="http://schemas.microsoft.com/office/drawing/2014/main" id="{09D2E37E-4933-E3BF-84EE-16F5D50B2DF1}"/>
                  </a:ext>
                </a:extLst>
              </p:cNvPr>
              <p:cNvSpPr txBox="1">
                <a:spLocks noRot="1" noChangeAspect="1" noMove="1" noResize="1" noEditPoints="1" noAdjustHandles="1" noChangeArrowheads="1" noChangeShapeType="1" noTextEdit="1"/>
              </p:cNvSpPr>
              <p:nvPr/>
            </p:nvSpPr>
            <p:spPr>
              <a:xfrm>
                <a:off x="583609" y="1134690"/>
                <a:ext cx="3274230" cy="84388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F4E6DAF-28AF-7E74-BE9F-6AB9FB98F74A}"/>
                  </a:ext>
                </a:extLst>
              </p:cNvPr>
              <p:cNvSpPr txBox="1"/>
              <p:nvPr/>
            </p:nvSpPr>
            <p:spPr>
              <a:xfrm>
                <a:off x="975359" y="4175849"/>
                <a:ext cx="3983526" cy="1395510"/>
              </a:xfrm>
              <a:prstGeom prst="rect">
                <a:avLst/>
              </a:prstGeom>
              <a:noFill/>
            </p:spPr>
            <p:txBody>
              <a:bodyPr wrap="none" rtlCol="0">
                <a:spAutoFit/>
              </a:bodyPr>
              <a:lstStyle/>
              <a:p>
                <a:pPr/>
                <a14:m>
                  <m:oMathPara xmlns:m="http://schemas.openxmlformats.org/officeDocument/2006/math">
                    <m:oMath>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i="1">
                              <a:latin typeface="Cambria Math" panose="02040503050406030204" pitchFamily="18" charset="0"/>
                            </a:rPr>
                            <m:t>2</m:t>
                          </m:r>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𝛿</m:t>
                              </m:r>
                            </m:e>
                            <m:sup>
                              <m:r>
                                <a:rPr lang="en-US" sz="2000" i="1">
                                  <a:latin typeface="Cambria Math" panose="02040503050406030204" pitchFamily="18" charset="0"/>
                                </a:rPr>
                                <m:t>𝑖𝑗</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𝑗</m:t>
                              </m:r>
                            </m:sub>
                          </m:sSub>
                        </m:num>
                        <m:den>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𝑚</m:t>
                                  </m:r>
                                </m:e>
                                <m:sup>
                                  <m:r>
                                    <a:rPr lang="en-US" sz="2000" i="1">
                                      <a:latin typeface="Cambria Math" panose="02040503050406030204" pitchFamily="18" charset="0"/>
                                    </a:rPr>
                                    <m:t>2</m:t>
                                  </m:r>
                                </m:sup>
                              </m:sSup>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sSup>
                                    <m:sSupPr>
                                      <m:ctrlPr>
                                        <a:rPr lang="en-US" sz="2000" i="1">
                                          <a:latin typeface="Cambria Math" panose="02040503050406030204" pitchFamily="18" charset="0"/>
                                        </a:rPr>
                                      </m:ctrlPr>
                                    </m:sSupPr>
                                    <m:e>
                                      <m:r>
                                        <a:rPr lang="en-US" sz="2000" i="1">
                                          <a:latin typeface="Cambria Math" panose="02040503050406030204" pitchFamily="18" charset="0"/>
                                        </a:rPr>
                                        <m:t>𝛿</m:t>
                                      </m:r>
                                    </m:e>
                                    <m:sup>
                                      <m:r>
                                        <a:rPr lang="en-US" sz="2000" i="1">
                                          <a:latin typeface="Cambria Math" panose="02040503050406030204" pitchFamily="18" charset="0"/>
                                        </a:rPr>
                                        <m:t>𝑖𝑗</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𝑗</m:t>
                                      </m:r>
                                    </m:sub>
                                  </m:sSub>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𝑐</m:t>
                                      </m:r>
                                    </m:e>
                                    <m:sup>
                                      <m:r>
                                        <a:rPr lang="en-US" sz="2000" b="0" i="1" smtClean="0">
                                          <a:latin typeface="Cambria Math" panose="02040503050406030204" pitchFamily="18" charset="0"/>
                                        </a:rPr>
                                        <m:t>2</m:t>
                                      </m:r>
                                    </m:sup>
                                  </m:sSup>
                                </m:den>
                              </m:f>
                            </m:e>
                          </m:rad>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𝑖</m:t>
                              </m:r>
                            </m:sub>
                          </m:sSub>
                        </m:num>
                        <m:den>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𝑚</m:t>
                                  </m:r>
                                </m:e>
                                <m:sup>
                                  <m:r>
                                    <a:rPr lang="en-US" sz="2000" i="1">
                                      <a:latin typeface="Cambria Math" panose="02040503050406030204" pitchFamily="18" charset="0"/>
                                    </a:rPr>
                                    <m:t>2</m:t>
                                  </m:r>
                                </m:sup>
                              </m:sSup>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e>
                                      </m:d>
                                    </m:e>
                                    <m:sup>
                                      <m:r>
                                        <a:rPr lang="en-US" sz="2000" b="0" i="1" smtClean="0">
                                          <a:latin typeface="Cambria Math" panose="02040503050406030204" pitchFamily="18" charset="0"/>
                                        </a:rPr>
                                        <m:t>2</m:t>
                                      </m:r>
                                    </m:sup>
                                  </m:sSup>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𝑐</m:t>
                                      </m:r>
                                    </m:e>
                                    <m:sup>
                                      <m:r>
                                        <a:rPr lang="en-US" sz="2000" b="0" i="1" smtClean="0">
                                          <a:latin typeface="Cambria Math" panose="02040503050406030204" pitchFamily="18" charset="0"/>
                                        </a:rPr>
                                        <m:t>2</m:t>
                                      </m:r>
                                    </m:sup>
                                  </m:sSup>
                                </m:den>
                              </m:f>
                            </m:e>
                          </m:rad>
                        </m:den>
                      </m:f>
                    </m:oMath>
                  </m:oMathPara>
                </a14:m>
                <a:endParaRPr lang="en-US" sz="2000" b="0" dirty="0"/>
              </a:p>
            </p:txBody>
          </p:sp>
        </mc:Choice>
        <mc:Fallback xmlns="">
          <p:sp>
            <p:nvSpPr>
              <p:cNvPr id="3" name="TextBox 2">
                <a:extLst>
                  <a:ext uri="{FF2B5EF4-FFF2-40B4-BE49-F238E27FC236}">
                    <a16:creationId xmlns:a16="http://schemas.microsoft.com/office/drawing/2014/main" id="{6F4E6DAF-28AF-7E74-BE9F-6AB9FB98F74A}"/>
                  </a:ext>
                </a:extLst>
              </p:cNvPr>
              <p:cNvSpPr txBox="1">
                <a:spLocks noRot="1" noChangeAspect="1" noMove="1" noResize="1" noEditPoints="1" noAdjustHandles="1" noChangeArrowheads="1" noChangeShapeType="1" noTextEdit="1"/>
              </p:cNvSpPr>
              <p:nvPr/>
            </p:nvSpPr>
            <p:spPr>
              <a:xfrm>
                <a:off x="975359" y="4175849"/>
                <a:ext cx="3983526" cy="13955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A76E101-C393-9075-9A85-E56397BD2E11}"/>
                  </a:ext>
                </a:extLst>
              </p:cNvPr>
              <p:cNvSpPr txBox="1"/>
              <p:nvPr/>
            </p:nvSpPr>
            <p:spPr>
              <a:xfrm>
                <a:off x="975359" y="3115494"/>
                <a:ext cx="4916281" cy="1060355"/>
              </a:xfrm>
              <a:prstGeom prst="rect">
                <a:avLst/>
              </a:prstGeom>
              <a:noFill/>
            </p:spPr>
            <p:txBody>
              <a:bodyPr wrap="none" rtlCol="0">
                <a:spAutoFit/>
              </a:bodyPr>
              <a:lstStyle/>
              <a:p>
                <a:pPr/>
                <a14:m>
                  <m:oMathPara xmlns:m="http://schemas.openxmlformats.org/officeDocument/2006/math">
                    <m:oMath>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𝑐</m:t>
                          </m:r>
                        </m:num>
                        <m:den>
                          <m:r>
                            <a:rPr lang="en-US" sz="2000" i="1">
                              <a:latin typeface="Cambria Math" panose="02040503050406030204" pitchFamily="18" charset="0"/>
                            </a:rPr>
                            <m:t>2</m:t>
                          </m:r>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𝑚</m:t>
                                  </m:r>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𝑐</m:t>
                                  </m:r>
                                </m:e>
                                <m:sup>
                                  <m:r>
                                    <a:rPr lang="en-US" sz="2000" i="1">
                                      <a:latin typeface="Cambria Math" panose="02040503050406030204" pitchFamily="18" charset="0"/>
                                    </a:rPr>
                                    <m:t>2</m:t>
                                  </m:r>
                                </m:sup>
                              </m:s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sSup>
                                <m:sSupPr>
                                  <m:ctrlPr>
                                    <a:rPr lang="en-US" sz="2000" i="1">
                                      <a:latin typeface="Cambria Math" panose="02040503050406030204" pitchFamily="18" charset="0"/>
                                    </a:rPr>
                                  </m:ctrlPr>
                                </m:sSupPr>
                                <m:e>
                                  <m:r>
                                    <a:rPr lang="en-US" sz="2000" i="1">
                                      <a:latin typeface="Cambria Math" panose="02040503050406030204" pitchFamily="18" charset="0"/>
                                    </a:rPr>
                                    <m:t>𝛿</m:t>
                                  </m:r>
                                </m:e>
                                <m:sup>
                                  <m:r>
                                    <a:rPr lang="en-US" sz="2000" i="1">
                                      <a:latin typeface="Cambria Math" panose="02040503050406030204" pitchFamily="18" charset="0"/>
                                    </a:rPr>
                                    <m:t>𝑖𝑗</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𝑗</m:t>
                                  </m:r>
                                </m:sub>
                              </m:sSub>
                            </m:e>
                          </m:rad>
                        </m:den>
                      </m:f>
                      <m:f>
                        <m:fPr>
                          <m:ctrlPr>
                            <a:rPr lang="en-US" sz="2000" i="1">
                              <a:latin typeface="Cambria Math" panose="02040503050406030204" pitchFamily="18" charset="0"/>
                            </a:rPr>
                          </m:ctrlPr>
                        </m:fPr>
                        <m:num>
                          <m:r>
                            <a:rPr lang="en-US" sz="2000" i="1">
                              <a:latin typeface="Cambria Math" panose="02040503050406030204" pitchFamily="18" charset="0"/>
                            </a:rPr>
                            <m:t>𝜕</m:t>
                          </m:r>
                        </m:num>
                        <m:den>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den>
                      </m:f>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𝑚</m:t>
                              </m:r>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𝑐</m:t>
                              </m:r>
                            </m:e>
                            <m:sup>
                              <m:r>
                                <a:rPr lang="en-US" sz="2000" i="1">
                                  <a:latin typeface="Cambria Math" panose="02040503050406030204" pitchFamily="18" charset="0"/>
                                </a:rPr>
                                <m:t>2</m:t>
                              </m:r>
                            </m:sup>
                          </m:sSup>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𝑖</m:t>
                              </m:r>
                            </m:sub>
                          </m:sSub>
                          <m:sSup>
                            <m:sSupPr>
                              <m:ctrlPr>
                                <a:rPr lang="en-US" sz="2000" i="1">
                                  <a:latin typeface="Cambria Math" panose="02040503050406030204" pitchFamily="18" charset="0"/>
                                </a:rPr>
                              </m:ctrlPr>
                            </m:sSupPr>
                            <m:e>
                              <m:r>
                                <a:rPr lang="en-US" sz="2000" i="1">
                                  <a:latin typeface="Cambria Math" panose="02040503050406030204" pitchFamily="18" charset="0"/>
                                </a:rPr>
                                <m:t>𝛿</m:t>
                              </m:r>
                            </m:e>
                            <m:sup>
                              <m:r>
                                <a:rPr lang="en-US" sz="2000" i="1">
                                  <a:latin typeface="Cambria Math" panose="02040503050406030204" pitchFamily="18" charset="0"/>
                                </a:rPr>
                                <m:t>𝑖𝑗</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𝑗</m:t>
                              </m:r>
                            </m:sub>
                          </m:sSub>
                        </m:e>
                      </m:d>
                    </m:oMath>
                  </m:oMathPara>
                </a14:m>
                <a:endParaRPr lang="en-US" sz="2000" b="0" dirty="0"/>
              </a:p>
            </p:txBody>
          </p:sp>
        </mc:Choice>
        <mc:Fallback xmlns="">
          <p:sp>
            <p:nvSpPr>
              <p:cNvPr id="4" name="TextBox 3">
                <a:extLst>
                  <a:ext uri="{FF2B5EF4-FFF2-40B4-BE49-F238E27FC236}">
                    <a16:creationId xmlns:a16="http://schemas.microsoft.com/office/drawing/2014/main" id="{6A76E101-C393-9075-9A85-E56397BD2E11}"/>
                  </a:ext>
                </a:extLst>
              </p:cNvPr>
              <p:cNvSpPr txBox="1">
                <a:spLocks noRot="1" noChangeAspect="1" noMove="1" noResize="1" noEditPoints="1" noAdjustHandles="1" noChangeArrowheads="1" noChangeShapeType="1" noTextEdit="1"/>
              </p:cNvSpPr>
              <p:nvPr/>
            </p:nvSpPr>
            <p:spPr>
              <a:xfrm>
                <a:off x="975359" y="3115494"/>
                <a:ext cx="4916281" cy="1060355"/>
              </a:xfrm>
              <a:prstGeom prst="rect">
                <a:avLst/>
              </a:prstGeom>
              <a:blipFill>
                <a:blip r:embed="rId7"/>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FAEA737-0813-CCD2-F815-97072EBEFCAE}"/>
              </a:ext>
            </a:extLst>
          </p:cNvPr>
          <p:cNvCxnSpPr>
            <a:cxnSpLocks/>
          </p:cNvCxnSpPr>
          <p:nvPr/>
        </p:nvCxnSpPr>
        <p:spPr>
          <a:xfrm flipH="1">
            <a:off x="5061858" y="2825217"/>
            <a:ext cx="2259873" cy="18655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8FB1B13-77BC-C0A6-DED4-A1AEEF918E6B}"/>
                  </a:ext>
                </a:extLst>
              </p:cNvPr>
              <p:cNvSpPr txBox="1"/>
              <p:nvPr/>
            </p:nvSpPr>
            <p:spPr>
              <a:xfrm>
                <a:off x="7393187" y="1978575"/>
                <a:ext cx="3230949" cy="846642"/>
              </a:xfrm>
              <a:prstGeom prst="rect">
                <a:avLst/>
              </a:prstGeom>
              <a:noFill/>
            </p:spPr>
            <p:txBody>
              <a:bodyPr wrap="none" rtlCol="0">
                <a:spAutoFit/>
              </a:bodyPr>
              <a:lstStyle/>
              <a:p>
                <a:pPr/>
                <a14:m>
                  <m:oMathPara xmlns:m="http://schemas.openxmlformats.org/officeDocument/2006/math">
                    <m:o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𝑞</m:t>
                              </m:r>
                            </m:e>
                            <m:sup>
                              <m:r>
                                <a:rPr lang="en-US" sz="2400" b="0" i="1" smtClean="0">
                                  <a:latin typeface="Cambria Math" panose="02040503050406030204" pitchFamily="18" charset="0"/>
                                </a:rPr>
                                <m:t>𝑖</m:t>
                              </m:r>
                            </m:sup>
                          </m:sSup>
                        </m:num>
                        <m:den>
                          <m:r>
                            <a:rPr lang="en-US" sz="2400" b="0" i="1" smtClean="0">
                              <a:latin typeface="Cambria Math" panose="02040503050406030204" pitchFamily="18" charset="0"/>
                            </a:rPr>
                            <m:t>𝑑𝑡</m:t>
                          </m:r>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𝑑𝑠</m:t>
                          </m:r>
                        </m:num>
                        <m:den>
                          <m:r>
                            <a:rPr lang="en-US" sz="2400" i="1">
                              <a:latin typeface="Cambria Math" panose="02040503050406030204" pitchFamily="18" charset="0"/>
                            </a:rPr>
                            <m:t>𝑑𝑡</m:t>
                          </m:r>
                        </m:den>
                      </m:f>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𝑞</m:t>
                              </m:r>
                            </m:e>
                            <m:sup>
                              <m:r>
                                <a:rPr lang="en-US" sz="2400" b="0" i="1" smtClean="0">
                                  <a:latin typeface="Cambria Math" panose="02040503050406030204" pitchFamily="18" charset="0"/>
                                </a:rPr>
                                <m:t>𝑖</m:t>
                              </m:r>
                            </m:sup>
                          </m:sSup>
                        </m:num>
                        <m:den>
                          <m:r>
                            <a:rPr lang="en-US" sz="2400" b="0" i="1" smtClean="0">
                              <a:latin typeface="Cambria Math" panose="02040503050406030204" pitchFamily="18" charset="0"/>
                            </a:rPr>
                            <m:t>𝑑𝑠</m:t>
                          </m:r>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𝑚</m:t>
                          </m:r>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num>
                        <m:den>
                          <m:r>
                            <a:rPr lang="en-US" sz="2400" i="1">
                              <a:latin typeface="Cambria Math" panose="02040503050406030204" pitchFamily="18" charset="0"/>
                            </a:rPr>
                            <m:t>𝐸</m:t>
                          </m:r>
                        </m:den>
                      </m:f>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num>
                        <m:den>
                          <m:r>
                            <a:rPr lang="en-US" sz="2400" b="0" i="1" smtClean="0">
                              <a:latin typeface="Cambria Math" panose="02040503050406030204" pitchFamily="18" charset="0"/>
                            </a:rPr>
                            <m:t>𝑚</m:t>
                          </m:r>
                        </m:den>
                      </m:f>
                    </m:oMath>
                  </m:oMathPara>
                </a14:m>
                <a:endParaRPr lang="en-US" sz="2400" dirty="0"/>
              </a:p>
            </p:txBody>
          </p:sp>
        </mc:Choice>
        <mc:Fallback xmlns="">
          <p:sp>
            <p:nvSpPr>
              <p:cNvPr id="15" name="TextBox 14">
                <a:extLst>
                  <a:ext uri="{FF2B5EF4-FFF2-40B4-BE49-F238E27FC236}">
                    <a16:creationId xmlns:a16="http://schemas.microsoft.com/office/drawing/2014/main" id="{68FB1B13-77BC-C0A6-DED4-A1AEEF918E6B}"/>
                  </a:ext>
                </a:extLst>
              </p:cNvPr>
              <p:cNvSpPr txBox="1">
                <a:spLocks noRot="1" noChangeAspect="1" noMove="1" noResize="1" noEditPoints="1" noAdjustHandles="1" noChangeArrowheads="1" noChangeShapeType="1" noTextEdit="1"/>
              </p:cNvSpPr>
              <p:nvPr/>
            </p:nvSpPr>
            <p:spPr>
              <a:xfrm>
                <a:off x="7393187" y="1978575"/>
                <a:ext cx="3230949" cy="846642"/>
              </a:xfrm>
              <a:prstGeom prst="rect">
                <a:avLst/>
              </a:prstGeom>
              <a:blipFill>
                <a:blip r:embed="rId8"/>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DB0010F8-006D-408D-B090-2E2AF4708AAA}"/>
              </a:ext>
            </a:extLst>
          </p:cNvPr>
          <p:cNvSpPr txBox="1"/>
          <p:nvPr/>
        </p:nvSpPr>
        <p:spPr>
          <a:xfrm>
            <a:off x="9928642" y="393789"/>
            <a:ext cx="1554721" cy="307777"/>
          </a:xfrm>
          <a:prstGeom prst="rect">
            <a:avLst/>
          </a:prstGeom>
          <a:noFill/>
        </p:spPr>
        <p:txBody>
          <a:bodyPr wrap="none" rtlCol="0">
            <a:spAutoFit/>
          </a:bodyPr>
          <a:lstStyle/>
          <a:p>
            <a:r>
              <a:rPr lang="en-US" sz="1400" dirty="0">
                <a:solidFill>
                  <a:schemeClr val="accent6">
                    <a:lumMod val="75000"/>
                  </a:schemeClr>
                </a:solidFill>
              </a:rPr>
              <a:t>Nice and quadratic</a:t>
            </a:r>
          </a:p>
        </p:txBody>
      </p:sp>
      <p:sp>
        <p:nvSpPr>
          <p:cNvPr id="23" name="TextBox 22">
            <a:extLst>
              <a:ext uri="{FF2B5EF4-FFF2-40B4-BE49-F238E27FC236}">
                <a16:creationId xmlns:a16="http://schemas.microsoft.com/office/drawing/2014/main" id="{FA670497-DA59-60D5-AD60-00D35527D601}"/>
              </a:ext>
            </a:extLst>
          </p:cNvPr>
          <p:cNvSpPr txBox="1"/>
          <p:nvPr/>
        </p:nvSpPr>
        <p:spPr>
          <a:xfrm>
            <a:off x="6096000" y="411642"/>
            <a:ext cx="2091342" cy="307777"/>
          </a:xfrm>
          <a:prstGeom prst="rect">
            <a:avLst/>
          </a:prstGeom>
          <a:noFill/>
        </p:spPr>
        <p:txBody>
          <a:bodyPr wrap="none" rtlCol="0">
            <a:spAutoFit/>
          </a:bodyPr>
          <a:lstStyle/>
          <a:p>
            <a:r>
              <a:rPr lang="en-US" sz="1400" dirty="0">
                <a:solidFill>
                  <a:schemeClr val="accent6">
                    <a:lumMod val="75000"/>
                  </a:schemeClr>
                </a:solidFill>
              </a:rPr>
              <a:t>Generator for proper time</a:t>
            </a:r>
          </a:p>
        </p:txBody>
      </p:sp>
      <p:sp>
        <p:nvSpPr>
          <p:cNvPr id="26" name="TextBox 25">
            <a:extLst>
              <a:ext uri="{FF2B5EF4-FFF2-40B4-BE49-F238E27FC236}">
                <a16:creationId xmlns:a16="http://schemas.microsoft.com/office/drawing/2014/main" id="{92D06CD2-28ED-0E74-D782-809658A91ECF}"/>
              </a:ext>
            </a:extLst>
          </p:cNvPr>
          <p:cNvSpPr txBox="1"/>
          <p:nvPr/>
        </p:nvSpPr>
        <p:spPr>
          <a:xfrm>
            <a:off x="6064463" y="3148382"/>
            <a:ext cx="3602777" cy="1569660"/>
          </a:xfrm>
          <a:prstGeom prst="rect">
            <a:avLst/>
          </a:prstGeom>
          <a:noFill/>
        </p:spPr>
        <p:txBody>
          <a:bodyPr wrap="square" rtlCol="0">
            <a:spAutoFit/>
          </a:bodyPr>
          <a:lstStyle/>
          <a:p>
            <a:r>
              <a:rPr lang="en-US" sz="2400" dirty="0">
                <a:solidFill>
                  <a:schemeClr val="accent6">
                    <a:lumMod val="75000"/>
                  </a:schemeClr>
                </a:solidFill>
              </a:rPr>
              <a:t>Hamiltonian mechanics on the extended phase-space comes out more naturally and is a nicer formulation</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4B2586E-0683-C11D-8174-C298FA072A6B}"/>
                  </a:ext>
                </a:extLst>
              </p:cNvPr>
              <p:cNvSpPr txBox="1"/>
              <p:nvPr/>
            </p:nvSpPr>
            <p:spPr>
              <a:xfrm>
                <a:off x="6026921" y="5429878"/>
                <a:ext cx="2589620" cy="830997"/>
              </a:xfrm>
              <a:prstGeom prst="rect">
                <a:avLst/>
              </a:prstGeom>
              <a:noFill/>
            </p:spPr>
            <p:txBody>
              <a:bodyPr wrap="none" rtlCol="0">
                <a:spAutoFit/>
              </a:bodyPr>
              <a:lstStyle/>
              <a:p>
                <a:r>
                  <a:rPr lang="en-US" sz="2400" dirty="0">
                    <a:solidFill>
                      <a:srgbClr val="C00000"/>
                    </a:solidFill>
                  </a:rPr>
                  <a:t>Wait… quadratic?</a:t>
                </a:r>
                <a:br>
                  <a:rPr lang="en-US" sz="2400" dirty="0">
                    <a:solidFill>
                      <a:srgbClr val="C00000"/>
                    </a:solidFill>
                  </a:rPr>
                </a:br>
                <a:r>
                  <a:rPr lang="en-US" sz="2400" dirty="0">
                    <a:solidFill>
                      <a:srgbClr val="C00000"/>
                    </a:solidFill>
                  </a:rPr>
                  <a:t>Can </a:t>
                </a:r>
                <a14:m>
                  <m:oMath xmlns:m="http://schemas.openxmlformats.org/officeDocument/2006/math">
                    <m:r>
                      <a:rPr lang="en-US" sz="2400" b="0" i="1" smtClean="0">
                        <a:solidFill>
                          <a:srgbClr val="C00000"/>
                        </a:solidFill>
                        <a:latin typeface="Cambria Math" panose="02040503050406030204" pitchFamily="18" charset="0"/>
                      </a:rPr>
                      <m:t>𝐸</m:t>
                    </m:r>
                  </m:oMath>
                </a14:m>
                <a:r>
                  <a:rPr lang="en-US" sz="2400" dirty="0">
                    <a:solidFill>
                      <a:srgbClr val="C00000"/>
                    </a:solidFill>
                  </a:rPr>
                  <a:t> be negative?</a:t>
                </a:r>
              </a:p>
            </p:txBody>
          </p:sp>
        </mc:Choice>
        <mc:Fallback xmlns="">
          <p:sp>
            <p:nvSpPr>
              <p:cNvPr id="27" name="TextBox 26">
                <a:extLst>
                  <a:ext uri="{FF2B5EF4-FFF2-40B4-BE49-F238E27FC236}">
                    <a16:creationId xmlns:a16="http://schemas.microsoft.com/office/drawing/2014/main" id="{C4B2586E-0683-C11D-8174-C298FA072A6B}"/>
                  </a:ext>
                </a:extLst>
              </p:cNvPr>
              <p:cNvSpPr txBox="1">
                <a:spLocks noRot="1" noChangeAspect="1" noMove="1" noResize="1" noEditPoints="1" noAdjustHandles="1" noChangeArrowheads="1" noChangeShapeType="1" noTextEdit="1"/>
              </p:cNvSpPr>
              <p:nvPr/>
            </p:nvSpPr>
            <p:spPr>
              <a:xfrm>
                <a:off x="6026921" y="5429878"/>
                <a:ext cx="2589620" cy="830997"/>
              </a:xfrm>
              <a:prstGeom prst="rect">
                <a:avLst/>
              </a:prstGeom>
              <a:blipFill>
                <a:blip r:embed="rId9"/>
                <a:stretch>
                  <a:fillRect l="-3774" t="-5882" r="-3066" b="-16176"/>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CFA6CAEA-154C-E891-D178-0191F545D12C}"/>
              </a:ext>
            </a:extLst>
          </p:cNvPr>
          <p:cNvCxnSpPr/>
          <p:nvPr/>
        </p:nvCxnSpPr>
        <p:spPr>
          <a:xfrm flipH="1" flipV="1">
            <a:off x="2317730" y="1864326"/>
            <a:ext cx="615696" cy="133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C72F35-F3CD-E88B-6AF5-CCE551D5E30F}"/>
              </a:ext>
            </a:extLst>
          </p:cNvPr>
          <p:cNvSpPr txBox="1"/>
          <p:nvPr/>
        </p:nvSpPr>
        <p:spPr>
          <a:xfrm>
            <a:off x="2933426" y="1888672"/>
            <a:ext cx="2365712" cy="307777"/>
          </a:xfrm>
          <a:prstGeom prst="rect">
            <a:avLst/>
          </a:prstGeom>
          <a:noFill/>
        </p:spPr>
        <p:txBody>
          <a:bodyPr wrap="none" rtlCol="0">
            <a:spAutoFit/>
          </a:bodyPr>
          <a:lstStyle/>
          <a:p>
            <a:r>
              <a:rPr lang="en-US" sz="1400" dirty="0"/>
              <a:t>Hamiltonian is time generator</a:t>
            </a:r>
          </a:p>
        </p:txBody>
      </p:sp>
      <p:sp>
        <p:nvSpPr>
          <p:cNvPr id="13" name="Footer Placeholder 12">
            <a:extLst>
              <a:ext uri="{FF2B5EF4-FFF2-40B4-BE49-F238E27FC236}">
                <a16:creationId xmlns:a16="http://schemas.microsoft.com/office/drawing/2014/main" id="{607612E8-AE22-7526-35A0-A5539609733D}"/>
              </a:ext>
            </a:extLst>
          </p:cNvPr>
          <p:cNvSpPr>
            <a:spLocks noGrp="1"/>
          </p:cNvSpPr>
          <p:nvPr>
            <p:ph type="ftr" sz="quarter" idx="11"/>
          </p:nvPr>
        </p:nvSpPr>
        <p:spPr/>
        <p:txBody>
          <a:body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E41F88DC-B568-0E05-BA69-305F00D81FC7}"/>
              </a:ext>
            </a:extLst>
          </p:cNvPr>
          <p:cNvSpPr>
            <a:spLocks noGrp="1"/>
          </p:cNvSpPr>
          <p:nvPr>
            <p:ph type="sldNum" sz="quarter" idx="12"/>
          </p:nvPr>
        </p:nvSpPr>
        <p:spPr/>
        <p:txBody>
          <a:bodyPr/>
          <a:lstStyle/>
          <a:p>
            <a:fld id="{F47845EA-7733-40EE-B074-20032348B727}" type="slidenum">
              <a:rPr lang="en-US" smtClean="0"/>
              <a:t>84</a:t>
            </a:fld>
            <a:endParaRPr lang="en-US"/>
          </a:p>
        </p:txBody>
      </p:sp>
    </p:spTree>
    <p:extLst>
      <p:ext uri="{BB962C8B-B14F-4D97-AF65-F5344CB8AC3E}">
        <p14:creationId xmlns:p14="http://schemas.microsoft.com/office/powerpoint/2010/main" val="254958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22" grpId="0"/>
      <p:bldP spid="23" grpId="0"/>
      <p:bldP spid="26" grpId="0"/>
      <p:bldP spid="2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BC8417-CB9F-55E6-05B0-E0EC09B10F76}"/>
              </a:ext>
            </a:extLst>
          </p:cNvPr>
          <p:cNvSpPr txBox="1"/>
          <p:nvPr/>
        </p:nvSpPr>
        <p:spPr>
          <a:xfrm>
            <a:off x="509950" y="310718"/>
            <a:ext cx="4755469" cy="707886"/>
          </a:xfrm>
          <a:prstGeom prst="rect">
            <a:avLst/>
          </a:prstGeom>
          <a:noFill/>
        </p:spPr>
        <p:txBody>
          <a:bodyPr wrap="none" rtlCol="0">
            <a:spAutoFit/>
          </a:bodyPr>
          <a:lstStyle/>
          <a:p>
            <a:r>
              <a:rPr lang="en-US" sz="4000" dirty="0"/>
              <a:t>Classical anti-particles</a:t>
            </a:r>
          </a:p>
        </p:txBody>
      </p:sp>
      <p:grpSp>
        <p:nvGrpSpPr>
          <p:cNvPr id="3" name="Group 2">
            <a:extLst>
              <a:ext uri="{FF2B5EF4-FFF2-40B4-BE49-F238E27FC236}">
                <a16:creationId xmlns:a16="http://schemas.microsoft.com/office/drawing/2014/main" id="{3268C969-615C-AEA5-F5D9-CC8D8228AC83}"/>
              </a:ext>
            </a:extLst>
          </p:cNvPr>
          <p:cNvGrpSpPr/>
          <p:nvPr/>
        </p:nvGrpSpPr>
        <p:grpSpPr>
          <a:xfrm>
            <a:off x="6918640" y="1383388"/>
            <a:ext cx="4820246" cy="2228492"/>
            <a:chOff x="7261940" y="2742965"/>
            <a:chExt cx="3020788" cy="1396568"/>
          </a:xfrm>
        </p:grpSpPr>
        <p:cxnSp>
          <p:nvCxnSpPr>
            <p:cNvPr id="4" name="Straight Connector 3">
              <a:extLst>
                <a:ext uri="{FF2B5EF4-FFF2-40B4-BE49-F238E27FC236}">
                  <a16:creationId xmlns:a16="http://schemas.microsoft.com/office/drawing/2014/main" id="{4BAC1079-E968-717D-5FA7-166FDE2C26B3}"/>
                </a:ext>
              </a:extLst>
            </p:cNvPr>
            <p:cNvCxnSpPr>
              <a:cxnSpLocks/>
            </p:cNvCxnSpPr>
            <p:nvPr/>
          </p:nvCxnSpPr>
          <p:spPr>
            <a:xfrm>
              <a:off x="7552918" y="2899354"/>
              <a:ext cx="0" cy="124017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63ACB5A-1FC4-7D75-4A3E-FAD476330F75}"/>
                </a:ext>
              </a:extLst>
            </p:cNvPr>
            <p:cNvCxnSpPr/>
            <p:nvPr/>
          </p:nvCxnSpPr>
          <p:spPr>
            <a:xfrm flipH="1">
              <a:off x="7295879" y="3081337"/>
              <a:ext cx="1048181" cy="104818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D3AC27B-F03A-8A87-CEF4-8ED554DA0139}"/>
                </a:ext>
              </a:extLst>
            </p:cNvPr>
            <p:cNvCxnSpPr>
              <a:cxnSpLocks/>
            </p:cNvCxnSpPr>
            <p:nvPr/>
          </p:nvCxnSpPr>
          <p:spPr>
            <a:xfrm>
              <a:off x="7261940" y="3872480"/>
              <a:ext cx="278124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B29305-95E5-2DDD-F2F4-C287E5249CDD}"/>
                    </a:ext>
                  </a:extLst>
                </p:cNvPr>
                <p:cNvSpPr txBox="1"/>
                <p:nvPr/>
              </p:nvSpPr>
              <p:spPr>
                <a:xfrm>
                  <a:off x="7513446" y="2742965"/>
                  <a:ext cx="326308"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𝑝</m:t>
                        </m:r>
                      </m:oMath>
                    </m:oMathPara>
                  </a14:m>
                  <a:endParaRPr lang="en-US" sz="1400" dirty="0"/>
                </a:p>
              </p:txBody>
            </p:sp>
          </mc:Choice>
          <mc:Fallback xmlns="">
            <p:sp>
              <p:nvSpPr>
                <p:cNvPr id="33" name="TextBox 32">
                  <a:extLst>
                    <a:ext uri="{FF2B5EF4-FFF2-40B4-BE49-F238E27FC236}">
                      <a16:creationId xmlns:a16="http://schemas.microsoft.com/office/drawing/2014/main" id="{BD3B23B8-6E39-0CAA-EC78-181D63C90DDF}"/>
                    </a:ext>
                  </a:extLst>
                </p:cNvPr>
                <p:cNvSpPr txBox="1">
                  <a:spLocks noRot="1" noChangeAspect="1" noMove="1" noResize="1" noEditPoints="1" noAdjustHandles="1" noChangeArrowheads="1" noChangeShapeType="1" noTextEdit="1"/>
                </p:cNvSpPr>
                <p:nvPr/>
              </p:nvSpPr>
              <p:spPr>
                <a:xfrm>
                  <a:off x="7513446" y="2742965"/>
                  <a:ext cx="326308"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2DB6A8-F0AD-B849-3E07-89B25C850509}"/>
                    </a:ext>
                  </a:extLst>
                </p:cNvPr>
                <p:cNvSpPr txBox="1"/>
                <p:nvPr/>
              </p:nvSpPr>
              <p:spPr>
                <a:xfrm>
                  <a:off x="9777489" y="3585754"/>
                  <a:ext cx="299634"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𝑡</m:t>
                        </m:r>
                      </m:oMath>
                    </m:oMathPara>
                  </a14:m>
                  <a:endParaRPr lang="en-US" sz="1400" dirty="0"/>
                </a:p>
              </p:txBody>
            </p:sp>
          </mc:Choice>
          <mc:Fallback xmlns="">
            <p:sp>
              <p:nvSpPr>
                <p:cNvPr id="34" name="TextBox 33">
                  <a:extLst>
                    <a:ext uri="{FF2B5EF4-FFF2-40B4-BE49-F238E27FC236}">
                      <a16:creationId xmlns:a16="http://schemas.microsoft.com/office/drawing/2014/main" id="{6306FB32-EB9B-3E62-0BB0-D71794FCE10D}"/>
                    </a:ext>
                  </a:extLst>
                </p:cNvPr>
                <p:cNvSpPr txBox="1">
                  <a:spLocks noRot="1" noChangeAspect="1" noMove="1" noResize="1" noEditPoints="1" noAdjustHandles="1" noChangeArrowheads="1" noChangeShapeType="1" noTextEdit="1"/>
                </p:cNvSpPr>
                <p:nvPr/>
              </p:nvSpPr>
              <p:spPr>
                <a:xfrm>
                  <a:off x="9777489" y="3585754"/>
                  <a:ext cx="299634" cy="3077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27AE658-4E35-3054-FC9C-19422E1B30AD}"/>
                    </a:ext>
                  </a:extLst>
                </p:cNvPr>
                <p:cNvSpPr txBox="1"/>
                <p:nvPr/>
              </p:nvSpPr>
              <p:spPr>
                <a:xfrm>
                  <a:off x="8244705" y="3031350"/>
                  <a:ext cx="326371"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𝑞</m:t>
                        </m:r>
                      </m:oMath>
                    </m:oMathPara>
                  </a14:m>
                  <a:endParaRPr lang="en-US" sz="1400" dirty="0"/>
                </a:p>
              </p:txBody>
            </p:sp>
          </mc:Choice>
          <mc:Fallback xmlns="">
            <p:sp>
              <p:nvSpPr>
                <p:cNvPr id="35" name="TextBox 34">
                  <a:extLst>
                    <a:ext uri="{FF2B5EF4-FFF2-40B4-BE49-F238E27FC236}">
                      <a16:creationId xmlns:a16="http://schemas.microsoft.com/office/drawing/2014/main" id="{B2C2C1E3-96F9-6333-470A-EC46A266BAD7}"/>
                    </a:ext>
                  </a:extLst>
                </p:cNvPr>
                <p:cNvSpPr txBox="1">
                  <a:spLocks noRot="1" noChangeAspect="1" noMove="1" noResize="1" noEditPoints="1" noAdjustHandles="1" noChangeArrowheads="1" noChangeShapeType="1" noTextEdit="1"/>
                </p:cNvSpPr>
                <p:nvPr/>
              </p:nvSpPr>
              <p:spPr>
                <a:xfrm>
                  <a:off x="8244705" y="3031350"/>
                  <a:ext cx="326371" cy="307777"/>
                </a:xfrm>
                <a:prstGeom prst="rect">
                  <a:avLst/>
                </a:prstGeom>
                <a:blipFill>
                  <a:blip r:embed="rId6"/>
                  <a:stretch>
                    <a:fillRect b="-2000"/>
                  </a:stretch>
                </a:blipFill>
              </p:spPr>
              <p:txBody>
                <a:bodyPr/>
                <a:lstStyle/>
                <a:p>
                  <a:r>
                    <a:rPr lang="en-US">
                      <a:noFill/>
                    </a:rPr>
                    <a:t> </a:t>
                  </a:r>
                </a:p>
              </p:txBody>
            </p:sp>
          </mc:Fallback>
        </mc:AlternateContent>
        <p:sp>
          <p:nvSpPr>
            <p:cNvPr id="10" name="Freeform: Shape 9">
              <a:extLst>
                <a:ext uri="{FF2B5EF4-FFF2-40B4-BE49-F238E27FC236}">
                  <a16:creationId xmlns:a16="http://schemas.microsoft.com/office/drawing/2014/main" id="{908763A1-A189-D595-7F0C-418A995FAD57}"/>
                </a:ext>
              </a:extLst>
            </p:cNvPr>
            <p:cNvSpPr/>
            <p:nvPr/>
          </p:nvSpPr>
          <p:spPr>
            <a:xfrm>
              <a:off x="7771668" y="3112566"/>
              <a:ext cx="2305455" cy="346046"/>
            </a:xfrm>
            <a:custGeom>
              <a:avLst/>
              <a:gdLst>
                <a:gd name="connsiteX0" fmla="*/ 0 w 2305455"/>
                <a:gd name="connsiteY0" fmla="*/ 125779 h 346046"/>
                <a:gd name="connsiteX1" fmla="*/ 807396 w 2305455"/>
                <a:gd name="connsiteY1" fmla="*/ 9047 h 346046"/>
                <a:gd name="connsiteX2" fmla="*/ 1682885 w 2305455"/>
                <a:gd name="connsiteY2" fmla="*/ 339788 h 346046"/>
                <a:gd name="connsiteX3" fmla="*/ 2305455 w 2305455"/>
                <a:gd name="connsiteY3" fmla="*/ 193873 h 346046"/>
              </a:gdLst>
              <a:ahLst/>
              <a:cxnLst>
                <a:cxn ang="0">
                  <a:pos x="connsiteX0" y="connsiteY0"/>
                </a:cxn>
                <a:cxn ang="0">
                  <a:pos x="connsiteX1" y="connsiteY1"/>
                </a:cxn>
                <a:cxn ang="0">
                  <a:pos x="connsiteX2" y="connsiteY2"/>
                </a:cxn>
                <a:cxn ang="0">
                  <a:pos x="connsiteX3" y="connsiteY3"/>
                </a:cxn>
              </a:cxnLst>
              <a:rect l="l" t="t" r="r" b="b"/>
              <a:pathLst>
                <a:path w="2305455" h="346046">
                  <a:moveTo>
                    <a:pt x="0" y="125779"/>
                  </a:moveTo>
                  <a:cubicBezTo>
                    <a:pt x="263457" y="49579"/>
                    <a:pt x="526915" y="-26621"/>
                    <a:pt x="807396" y="9047"/>
                  </a:cubicBezTo>
                  <a:cubicBezTo>
                    <a:pt x="1087877" y="44715"/>
                    <a:pt x="1433209" y="308984"/>
                    <a:pt x="1682885" y="339788"/>
                  </a:cubicBezTo>
                  <a:cubicBezTo>
                    <a:pt x="1932561" y="370592"/>
                    <a:pt x="2119008" y="282232"/>
                    <a:pt x="2305455" y="19387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ABA8CEE-FF7E-B7D0-68B1-68F639B3F300}"/>
                </a:ext>
              </a:extLst>
            </p:cNvPr>
            <p:cNvSpPr/>
            <p:nvPr/>
          </p:nvSpPr>
          <p:spPr>
            <a:xfrm>
              <a:off x="7417149" y="3601485"/>
              <a:ext cx="2470826" cy="398834"/>
            </a:xfrm>
            <a:custGeom>
              <a:avLst/>
              <a:gdLst>
                <a:gd name="connsiteX0" fmla="*/ 0 w 2470826"/>
                <a:gd name="connsiteY0" fmla="*/ 0 h 398834"/>
                <a:gd name="connsiteX1" fmla="*/ 729575 w 2470826"/>
                <a:gd name="connsiteY1" fmla="*/ 369651 h 398834"/>
                <a:gd name="connsiteX2" fmla="*/ 1653702 w 2470826"/>
                <a:gd name="connsiteY2" fmla="*/ 48639 h 398834"/>
                <a:gd name="connsiteX3" fmla="*/ 2470826 w 2470826"/>
                <a:gd name="connsiteY3" fmla="*/ 398834 h 398834"/>
              </a:gdLst>
              <a:ahLst/>
              <a:cxnLst>
                <a:cxn ang="0">
                  <a:pos x="connsiteX0" y="connsiteY0"/>
                </a:cxn>
                <a:cxn ang="0">
                  <a:pos x="connsiteX1" y="connsiteY1"/>
                </a:cxn>
                <a:cxn ang="0">
                  <a:pos x="connsiteX2" y="connsiteY2"/>
                </a:cxn>
                <a:cxn ang="0">
                  <a:pos x="connsiteX3" y="connsiteY3"/>
                </a:cxn>
              </a:cxnLst>
              <a:rect l="l" t="t" r="r" b="b"/>
              <a:pathLst>
                <a:path w="2470826" h="398834">
                  <a:moveTo>
                    <a:pt x="0" y="0"/>
                  </a:moveTo>
                  <a:cubicBezTo>
                    <a:pt x="226979" y="180772"/>
                    <a:pt x="453958" y="361545"/>
                    <a:pt x="729575" y="369651"/>
                  </a:cubicBezTo>
                  <a:cubicBezTo>
                    <a:pt x="1005192" y="377757"/>
                    <a:pt x="1363494" y="43775"/>
                    <a:pt x="1653702" y="48639"/>
                  </a:cubicBezTo>
                  <a:cubicBezTo>
                    <a:pt x="1943910" y="53503"/>
                    <a:pt x="2207368" y="226168"/>
                    <a:pt x="2470826" y="39883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E4D473F-829B-CDBF-F788-D350D4142FA4}"/>
                </a:ext>
              </a:extLst>
            </p:cNvPr>
            <p:cNvCxnSpPr>
              <a:cxnSpLocks/>
              <a:stCxn id="10" idx="1"/>
            </p:cNvCxnSpPr>
            <p:nvPr/>
          </p:nvCxnSpPr>
          <p:spPr>
            <a:xfrm>
              <a:off x="8579064" y="3121613"/>
              <a:ext cx="248590" cy="25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3B18A5C-1EFB-3D6A-1C1E-849B53F8CF96}"/>
                </a:ext>
              </a:extLst>
            </p:cNvPr>
            <p:cNvCxnSpPr>
              <a:cxnSpLocks/>
              <a:stCxn id="10" idx="0"/>
            </p:cNvCxnSpPr>
            <p:nvPr/>
          </p:nvCxnSpPr>
          <p:spPr>
            <a:xfrm flipV="1">
              <a:off x="7771668" y="3155663"/>
              <a:ext cx="267432" cy="82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64580F4-1677-3B1E-A243-BD32715460C4}"/>
                </a:ext>
              </a:extLst>
            </p:cNvPr>
            <p:cNvCxnSpPr>
              <a:cxnSpLocks/>
              <a:stCxn id="10" idx="2"/>
            </p:cNvCxnSpPr>
            <p:nvPr/>
          </p:nvCxnSpPr>
          <p:spPr>
            <a:xfrm>
              <a:off x="9454553" y="3452354"/>
              <a:ext cx="322936" cy="36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D035C66-1F1C-C5F5-00E3-631BDAA1E084}"/>
                </a:ext>
              </a:extLst>
            </p:cNvPr>
            <p:cNvCxnSpPr>
              <a:cxnSpLocks/>
              <a:stCxn id="10" idx="3"/>
            </p:cNvCxnSpPr>
            <p:nvPr/>
          </p:nvCxnSpPr>
          <p:spPr>
            <a:xfrm flipV="1">
              <a:off x="10077123" y="3211667"/>
              <a:ext cx="205605" cy="94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186B45E-CA87-1C5B-95C7-81A594E8150A}"/>
                </a:ext>
              </a:extLst>
            </p:cNvPr>
            <p:cNvCxnSpPr>
              <a:cxnSpLocks/>
              <a:stCxn id="11" idx="2"/>
            </p:cNvCxnSpPr>
            <p:nvPr/>
          </p:nvCxnSpPr>
          <p:spPr>
            <a:xfrm flipH="1" flipV="1">
              <a:off x="8817097" y="3641669"/>
              <a:ext cx="253754" cy="8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E7C6F2-7031-FBF8-B322-6BAF556D88DA}"/>
                </a:ext>
              </a:extLst>
            </p:cNvPr>
            <p:cNvCxnSpPr>
              <a:cxnSpLocks/>
              <a:stCxn id="11" idx="1"/>
            </p:cNvCxnSpPr>
            <p:nvPr/>
          </p:nvCxnSpPr>
          <p:spPr>
            <a:xfrm flipH="1" flipV="1">
              <a:off x="7819969" y="3950732"/>
              <a:ext cx="326755" cy="20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94E8B00-E607-0DA1-ECFE-9E3867C03B92}"/>
                </a:ext>
              </a:extLst>
            </p:cNvPr>
            <p:cNvCxnSpPr>
              <a:cxnSpLocks/>
              <a:stCxn id="11" idx="0"/>
            </p:cNvCxnSpPr>
            <p:nvPr/>
          </p:nvCxnSpPr>
          <p:spPr>
            <a:xfrm flipH="1" flipV="1">
              <a:off x="7272735" y="3470780"/>
              <a:ext cx="144414" cy="130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C1A0A53-8516-619B-C8F4-E0151481C714}"/>
                </a:ext>
              </a:extLst>
            </p:cNvPr>
            <p:cNvCxnSpPr>
              <a:cxnSpLocks/>
              <a:stCxn id="11" idx="3"/>
            </p:cNvCxnSpPr>
            <p:nvPr/>
          </p:nvCxnSpPr>
          <p:spPr>
            <a:xfrm flipH="1" flipV="1">
              <a:off x="9743550" y="3893531"/>
              <a:ext cx="144425" cy="1067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72E6166-6361-1C6C-6BC7-13FEC0F2740F}"/>
                  </a:ext>
                </a:extLst>
              </p:cNvPr>
              <p:cNvSpPr txBox="1"/>
              <p:nvPr/>
            </p:nvSpPr>
            <p:spPr>
              <a:xfrm>
                <a:off x="605056" y="1919034"/>
                <a:ext cx="2528064" cy="1152495"/>
              </a:xfrm>
              <a:prstGeom prst="rect">
                <a:avLst/>
              </a:prstGeom>
              <a:noFill/>
            </p:spPr>
            <p:txBody>
              <a:bodyPr wrap="none"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𝑑</m:t>
                          </m:r>
                        </m:e>
                        <m:sub>
                          <m:r>
                            <a:rPr lang="en-US" sz="3200" b="0" i="1" smtClean="0">
                              <a:latin typeface="Cambria Math" panose="02040503050406030204" pitchFamily="18" charset="0"/>
                            </a:rPr>
                            <m:t>𝑠</m:t>
                          </m:r>
                        </m:sub>
                      </m:sSub>
                      <m:r>
                        <a:rPr lang="en-US" sz="3200" b="0" i="1" smtClean="0">
                          <a:latin typeface="Cambria Math" panose="02040503050406030204" pitchFamily="18" charset="0"/>
                        </a:rPr>
                        <m:t>𝑡</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m:t>
                          </m:r>
                          <m:r>
                            <a:rPr lang="en-US" sz="3200" b="0" i="1" smtClean="0">
                              <a:latin typeface="Cambria Math" panose="02040503050406030204" pitchFamily="18" charset="0"/>
                            </a:rPr>
                            <m:t>𝐸</m:t>
                          </m:r>
                        </m:sub>
                      </m:sSub>
                      <m:r>
                        <a:rPr lang="en-US" sz="3200" b="0" i="1" smtClean="0">
                          <a:latin typeface="Cambria Math" panose="02040503050406030204" pitchFamily="18" charset="0"/>
                        </a:rPr>
                        <m:t>ℋ</m:t>
                      </m:r>
                      <m:r>
                        <a:rPr lang="en-US" sz="3200" b="0" i="1" smtClean="0">
                          <a:latin typeface="Cambria Math" panose="02040503050406030204" pitchFamily="18" charset="0"/>
                        </a:rPr>
                        <m:t> </m:t>
                      </m:r>
                    </m:oMath>
                  </m:oMathPara>
                </a14:m>
                <a:endParaRPr lang="en-US" sz="3200" b="0" dirty="0"/>
              </a:p>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𝑑</m:t>
                          </m:r>
                        </m:e>
                        <m:sub>
                          <m:r>
                            <a:rPr lang="en-US" sz="3200" b="0" i="1" smtClean="0">
                              <a:latin typeface="Cambria Math" panose="02040503050406030204" pitchFamily="18" charset="0"/>
                            </a:rPr>
                            <m:t>𝑠</m:t>
                          </m:r>
                        </m:sub>
                      </m:sSub>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𝑖</m:t>
                          </m:r>
                        </m:sup>
                      </m:sSup>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𝑖</m:t>
                              </m:r>
                            </m:sub>
                          </m:sSub>
                        </m:sub>
                      </m:sSub>
                      <m:r>
                        <a:rPr lang="en-US" sz="3200" b="0" i="1" smtClean="0">
                          <a:latin typeface="Cambria Math" panose="02040503050406030204" pitchFamily="18" charset="0"/>
                        </a:rPr>
                        <m:t>ℋ</m:t>
                      </m:r>
                    </m:oMath>
                  </m:oMathPara>
                </a14:m>
                <a:endParaRPr lang="en-US" sz="3200" dirty="0"/>
              </a:p>
            </p:txBody>
          </p:sp>
        </mc:Choice>
        <mc:Fallback xmlns="">
          <p:sp>
            <p:nvSpPr>
              <p:cNvPr id="23" name="TextBox 22">
                <a:extLst>
                  <a:ext uri="{FF2B5EF4-FFF2-40B4-BE49-F238E27FC236}">
                    <a16:creationId xmlns:a16="http://schemas.microsoft.com/office/drawing/2014/main" id="{672E6166-6361-1C6C-6BC7-13FEC0F2740F}"/>
                  </a:ext>
                </a:extLst>
              </p:cNvPr>
              <p:cNvSpPr txBox="1">
                <a:spLocks noRot="1" noChangeAspect="1" noMove="1" noResize="1" noEditPoints="1" noAdjustHandles="1" noChangeArrowheads="1" noChangeShapeType="1" noTextEdit="1"/>
              </p:cNvSpPr>
              <p:nvPr/>
            </p:nvSpPr>
            <p:spPr>
              <a:xfrm>
                <a:off x="605056" y="1919034"/>
                <a:ext cx="2528064" cy="115249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C0CA531-2A45-5ED5-A3AF-AECB8BEDBEC9}"/>
                  </a:ext>
                </a:extLst>
              </p:cNvPr>
              <p:cNvSpPr txBox="1"/>
              <p:nvPr/>
            </p:nvSpPr>
            <p:spPr>
              <a:xfrm>
                <a:off x="3482177" y="1920079"/>
                <a:ext cx="2993704" cy="1164101"/>
              </a:xfrm>
              <a:prstGeom prst="rect">
                <a:avLst/>
              </a:prstGeom>
              <a:noFill/>
            </p:spPr>
            <p:txBody>
              <a:bodyPr wrap="none"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𝑑</m:t>
                          </m:r>
                        </m:e>
                        <m:sub>
                          <m:r>
                            <a:rPr lang="en-US" sz="3200" b="0" i="1" smtClean="0">
                              <a:latin typeface="Cambria Math" panose="02040503050406030204" pitchFamily="18" charset="0"/>
                            </a:rPr>
                            <m:t>𝑠</m:t>
                          </m:r>
                        </m:sub>
                      </m:sSub>
                      <m:r>
                        <a:rPr lang="en-US" sz="3200" b="0" i="1" smtClean="0">
                          <a:latin typeface="Cambria Math" panose="02040503050406030204" pitchFamily="18" charset="0"/>
                        </a:rPr>
                        <m:t>(−</m:t>
                      </m:r>
                      <m:r>
                        <a:rPr lang="en-US" sz="3200" b="0" i="1" smtClean="0">
                          <a:latin typeface="Cambria Math" panose="02040503050406030204" pitchFamily="18" charset="0"/>
                        </a:rPr>
                        <m:t>𝐸</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𝑡</m:t>
                          </m:r>
                        </m:sub>
                      </m:sSub>
                      <m:r>
                        <a:rPr lang="en-US" sz="3200" b="0" i="1" smtClean="0">
                          <a:latin typeface="Cambria Math" panose="02040503050406030204" pitchFamily="18" charset="0"/>
                        </a:rPr>
                        <m:t>ℋ</m:t>
                      </m:r>
                      <m:r>
                        <a:rPr lang="en-US" sz="3200" b="0" i="1" smtClean="0">
                          <a:latin typeface="Cambria Math" panose="02040503050406030204" pitchFamily="18" charset="0"/>
                        </a:rPr>
                        <m:t> </m:t>
                      </m:r>
                    </m:oMath>
                  </m:oMathPara>
                </a14:m>
                <a:endParaRPr lang="en-US" sz="3200" b="0" dirty="0"/>
              </a:p>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𝑑</m:t>
                          </m:r>
                        </m:e>
                        <m:sub>
                          <m:r>
                            <a:rPr lang="en-US" sz="3200" b="0" i="1" smtClean="0">
                              <a:latin typeface="Cambria Math" panose="02040503050406030204" pitchFamily="18" charset="0"/>
                            </a:rPr>
                            <m:t>𝑠</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𝑞</m:t>
                              </m:r>
                            </m:e>
                            <m:sup>
                              <m:r>
                                <a:rPr lang="en-US" sz="3200" b="0" i="1" smtClean="0">
                                  <a:latin typeface="Cambria Math" panose="02040503050406030204" pitchFamily="18" charset="0"/>
                                </a:rPr>
                                <m:t>𝑖</m:t>
                              </m:r>
                            </m:sup>
                          </m:sSup>
                        </m:sub>
                      </m:sSub>
                      <m:r>
                        <a:rPr lang="en-US" sz="3200" b="0" i="1" smtClean="0">
                          <a:latin typeface="Cambria Math" panose="02040503050406030204" pitchFamily="18" charset="0"/>
                        </a:rPr>
                        <m:t>ℋ</m:t>
                      </m:r>
                    </m:oMath>
                  </m:oMathPara>
                </a14:m>
                <a:endParaRPr lang="en-US" sz="3200" dirty="0"/>
              </a:p>
            </p:txBody>
          </p:sp>
        </mc:Choice>
        <mc:Fallback xmlns="">
          <p:sp>
            <p:nvSpPr>
              <p:cNvPr id="24" name="TextBox 23">
                <a:extLst>
                  <a:ext uri="{FF2B5EF4-FFF2-40B4-BE49-F238E27FC236}">
                    <a16:creationId xmlns:a16="http://schemas.microsoft.com/office/drawing/2014/main" id="{DC0CA531-2A45-5ED5-A3AF-AECB8BEDBEC9}"/>
                  </a:ext>
                </a:extLst>
              </p:cNvPr>
              <p:cNvSpPr txBox="1">
                <a:spLocks noRot="1" noChangeAspect="1" noMove="1" noResize="1" noEditPoints="1" noAdjustHandles="1" noChangeArrowheads="1" noChangeShapeType="1" noTextEdit="1"/>
              </p:cNvSpPr>
              <p:nvPr/>
            </p:nvSpPr>
            <p:spPr>
              <a:xfrm>
                <a:off x="3482177" y="1920079"/>
                <a:ext cx="2993704" cy="1164101"/>
              </a:xfrm>
              <a:prstGeom prst="rect">
                <a:avLst/>
              </a:prstGeom>
              <a:blipFill>
                <a:blip r:embed="rId8"/>
                <a:stretch>
                  <a:fillRect/>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D256ABAD-70DA-729B-4300-B8DBA1F19B8A}"/>
              </a:ext>
            </a:extLst>
          </p:cNvPr>
          <p:cNvCxnSpPr/>
          <p:nvPr/>
        </p:nvCxnSpPr>
        <p:spPr>
          <a:xfrm flipH="1">
            <a:off x="2386896" y="1525927"/>
            <a:ext cx="598366" cy="447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125453D-6724-9327-3F79-30AA92AC2B2A}"/>
              </a:ext>
            </a:extLst>
          </p:cNvPr>
          <p:cNvSpPr txBox="1"/>
          <p:nvPr/>
        </p:nvSpPr>
        <p:spPr>
          <a:xfrm>
            <a:off x="1943630" y="1198458"/>
            <a:ext cx="2083263" cy="369332"/>
          </a:xfrm>
          <a:prstGeom prst="rect">
            <a:avLst/>
          </a:prstGeom>
          <a:noFill/>
        </p:spPr>
        <p:txBody>
          <a:bodyPr wrap="none" rtlCol="0">
            <a:spAutoFit/>
          </a:bodyPr>
          <a:lstStyle/>
          <a:p>
            <a:r>
              <a:rPr lang="en-US" dirty="0"/>
              <a:t>This can be negative</a:t>
            </a:r>
          </a:p>
        </p:txBody>
      </p:sp>
      <p:sp>
        <p:nvSpPr>
          <p:cNvPr id="28" name="TextBox 27">
            <a:extLst>
              <a:ext uri="{FF2B5EF4-FFF2-40B4-BE49-F238E27FC236}">
                <a16:creationId xmlns:a16="http://schemas.microsoft.com/office/drawing/2014/main" id="{DC5E3349-19DF-F85C-E0C4-63BB3AA94127}"/>
              </a:ext>
            </a:extLst>
          </p:cNvPr>
          <p:cNvSpPr txBox="1"/>
          <p:nvPr/>
        </p:nvSpPr>
        <p:spPr>
          <a:xfrm>
            <a:off x="533788" y="3478837"/>
            <a:ext cx="6517297" cy="523220"/>
          </a:xfrm>
          <a:prstGeom prst="rect">
            <a:avLst/>
          </a:prstGeom>
          <a:noFill/>
        </p:spPr>
        <p:txBody>
          <a:bodyPr wrap="none" rtlCol="0">
            <a:spAutoFit/>
          </a:bodyPr>
          <a:lstStyle/>
          <a:p>
            <a:r>
              <a:rPr lang="en-US" sz="2800" dirty="0"/>
              <a:t>Particle: affine parameter aligned with time</a:t>
            </a:r>
          </a:p>
        </p:txBody>
      </p:sp>
      <p:sp>
        <p:nvSpPr>
          <p:cNvPr id="29" name="TextBox 28">
            <a:extLst>
              <a:ext uri="{FF2B5EF4-FFF2-40B4-BE49-F238E27FC236}">
                <a16:creationId xmlns:a16="http://schemas.microsoft.com/office/drawing/2014/main" id="{77A59437-829B-05AB-1088-1476FC7E3F57}"/>
              </a:ext>
            </a:extLst>
          </p:cNvPr>
          <p:cNvSpPr txBox="1"/>
          <p:nvPr/>
        </p:nvSpPr>
        <p:spPr>
          <a:xfrm>
            <a:off x="533788" y="4051008"/>
            <a:ext cx="7904921" cy="523220"/>
          </a:xfrm>
          <a:prstGeom prst="rect">
            <a:avLst/>
          </a:prstGeom>
          <a:noFill/>
        </p:spPr>
        <p:txBody>
          <a:bodyPr wrap="none" rtlCol="0">
            <a:spAutoFit/>
          </a:bodyPr>
          <a:lstStyle/>
          <a:p>
            <a:r>
              <a:rPr lang="en-US" sz="2800" dirty="0"/>
              <a:t>Anti-particle: affine parameter anti-aligned with time</a:t>
            </a:r>
          </a:p>
        </p:txBody>
      </p:sp>
      <p:sp>
        <p:nvSpPr>
          <p:cNvPr id="30" name="TextBox 29">
            <a:extLst>
              <a:ext uri="{FF2B5EF4-FFF2-40B4-BE49-F238E27FC236}">
                <a16:creationId xmlns:a16="http://schemas.microsoft.com/office/drawing/2014/main" id="{84B42E35-1E81-D11E-9381-4EABC4988554}"/>
              </a:ext>
            </a:extLst>
          </p:cNvPr>
          <p:cNvSpPr txBox="1"/>
          <p:nvPr/>
        </p:nvSpPr>
        <p:spPr>
          <a:xfrm>
            <a:off x="7051085" y="4551282"/>
            <a:ext cx="2234504" cy="923330"/>
          </a:xfrm>
          <a:prstGeom prst="rect">
            <a:avLst/>
          </a:prstGeom>
          <a:noFill/>
        </p:spPr>
        <p:txBody>
          <a:bodyPr wrap="square" rtlCol="0">
            <a:spAutoFit/>
          </a:bodyPr>
          <a:lstStyle/>
          <a:p>
            <a:r>
              <a:rPr lang="en-US" dirty="0"/>
              <a:t>Parametrization flows backwards with respect to time</a:t>
            </a:r>
          </a:p>
        </p:txBody>
      </p:sp>
      <p:sp>
        <p:nvSpPr>
          <p:cNvPr id="31" name="TextBox 30">
            <a:extLst>
              <a:ext uri="{FF2B5EF4-FFF2-40B4-BE49-F238E27FC236}">
                <a16:creationId xmlns:a16="http://schemas.microsoft.com/office/drawing/2014/main" id="{C025D260-0A32-3194-A37A-FBF0D6A2BC37}"/>
              </a:ext>
            </a:extLst>
          </p:cNvPr>
          <p:cNvSpPr txBox="1"/>
          <p:nvPr/>
        </p:nvSpPr>
        <p:spPr>
          <a:xfrm>
            <a:off x="6100440" y="5880533"/>
            <a:ext cx="2338269" cy="646331"/>
          </a:xfrm>
          <a:prstGeom prst="rect">
            <a:avLst/>
          </a:prstGeom>
          <a:noFill/>
        </p:spPr>
        <p:txBody>
          <a:bodyPr wrap="none" rtlCol="0">
            <a:spAutoFit/>
          </a:bodyPr>
          <a:lstStyle/>
          <a:p>
            <a:r>
              <a:rPr lang="en-US" dirty="0"/>
              <a:t>An evolution cannot</a:t>
            </a:r>
            <a:br>
              <a:rPr lang="en-US" dirty="0"/>
            </a:br>
            <a:r>
              <a:rPr lang="en-US" dirty="0"/>
              <a:t>change time alignment</a:t>
            </a:r>
          </a:p>
        </p:txBody>
      </p:sp>
      <p:pic>
        <p:nvPicPr>
          <p:cNvPr id="33" name="Picture 32">
            <a:extLst>
              <a:ext uri="{FF2B5EF4-FFF2-40B4-BE49-F238E27FC236}">
                <a16:creationId xmlns:a16="http://schemas.microsoft.com/office/drawing/2014/main" id="{FE66204D-7217-0EB8-6682-B072EC43F7A1}"/>
              </a:ext>
            </a:extLst>
          </p:cNvPr>
          <p:cNvPicPr>
            <a:picLocks noChangeAspect="1"/>
          </p:cNvPicPr>
          <p:nvPr/>
        </p:nvPicPr>
        <p:blipFill>
          <a:blip r:embed="rId9"/>
          <a:stretch>
            <a:fillRect/>
          </a:stretch>
        </p:blipFill>
        <p:spPr>
          <a:xfrm>
            <a:off x="533788" y="5303163"/>
            <a:ext cx="2008244" cy="1154740"/>
          </a:xfrm>
          <a:prstGeom prst="rect">
            <a:avLst/>
          </a:prstGeom>
        </p:spPr>
      </p:pic>
      <p:cxnSp>
        <p:nvCxnSpPr>
          <p:cNvPr id="35" name="Straight Arrow Connector 34">
            <a:extLst>
              <a:ext uri="{FF2B5EF4-FFF2-40B4-BE49-F238E27FC236}">
                <a16:creationId xmlns:a16="http://schemas.microsoft.com/office/drawing/2014/main" id="{C29C493E-2D2B-FD3C-2B45-48FA322670C9}"/>
              </a:ext>
            </a:extLst>
          </p:cNvPr>
          <p:cNvCxnSpPr/>
          <p:nvPr/>
        </p:nvCxnSpPr>
        <p:spPr>
          <a:xfrm flipH="1" flipV="1">
            <a:off x="6583680" y="4487723"/>
            <a:ext cx="352185" cy="3967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5C98785-CBE3-A786-EB9E-B04CF4073EA5}"/>
              </a:ext>
            </a:extLst>
          </p:cNvPr>
          <p:cNvCxnSpPr/>
          <p:nvPr/>
        </p:nvCxnSpPr>
        <p:spPr>
          <a:xfrm flipV="1">
            <a:off x="7653528" y="5522927"/>
            <a:ext cx="155554" cy="357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1C13D1B-A7FB-9104-9C52-225D6B9EBE17}"/>
              </a:ext>
            </a:extLst>
          </p:cNvPr>
          <p:cNvSpPr txBox="1"/>
          <p:nvPr/>
        </p:nvSpPr>
        <p:spPr>
          <a:xfrm>
            <a:off x="583771" y="4797910"/>
            <a:ext cx="1359859" cy="369332"/>
          </a:xfrm>
          <a:prstGeom prst="rect">
            <a:avLst/>
          </a:prstGeom>
          <a:noFill/>
        </p:spPr>
        <p:txBody>
          <a:bodyPr wrap="none" rtlCol="0">
            <a:spAutoFit/>
          </a:bodyPr>
          <a:lstStyle/>
          <a:p>
            <a:r>
              <a:rPr lang="en-US" dirty="0"/>
              <a:t>Free particle</a:t>
            </a:r>
          </a:p>
        </p:txBody>
      </p:sp>
      <p:cxnSp>
        <p:nvCxnSpPr>
          <p:cNvPr id="40" name="Straight Arrow Connector 39">
            <a:extLst>
              <a:ext uri="{FF2B5EF4-FFF2-40B4-BE49-F238E27FC236}">
                <a16:creationId xmlns:a16="http://schemas.microsoft.com/office/drawing/2014/main" id="{B09BFFE1-C713-819C-65A0-10B1885940CA}"/>
              </a:ext>
            </a:extLst>
          </p:cNvPr>
          <p:cNvCxnSpPr/>
          <p:nvPr/>
        </p:nvCxnSpPr>
        <p:spPr>
          <a:xfrm>
            <a:off x="1143000" y="5303163"/>
            <a:ext cx="548640" cy="398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7502E40-DCA1-7579-E801-ACC71A150841}"/>
              </a:ext>
            </a:extLst>
          </p:cNvPr>
          <p:cNvCxnSpPr/>
          <p:nvPr/>
        </p:nvCxnSpPr>
        <p:spPr>
          <a:xfrm flipH="1">
            <a:off x="2542032" y="5522927"/>
            <a:ext cx="658368" cy="82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F92900A-E397-202F-2595-491375575C4A}"/>
              </a:ext>
            </a:extLst>
          </p:cNvPr>
          <p:cNvSpPr txBox="1"/>
          <p:nvPr/>
        </p:nvSpPr>
        <p:spPr>
          <a:xfrm>
            <a:off x="2676170" y="5070097"/>
            <a:ext cx="1678088" cy="923330"/>
          </a:xfrm>
          <a:prstGeom prst="rect">
            <a:avLst/>
          </a:prstGeom>
          <a:noFill/>
        </p:spPr>
        <p:txBody>
          <a:bodyPr wrap="none" rtlCol="0">
            <a:spAutoFit/>
          </a:bodyPr>
          <a:lstStyle/>
          <a:p>
            <a:pPr algn="ctr"/>
            <a:r>
              <a:rPr lang="en-US" dirty="0"/>
              <a:t>Anti-particle</a:t>
            </a:r>
            <a:br>
              <a:rPr lang="en-US" dirty="0"/>
            </a:br>
            <a:r>
              <a:rPr lang="en-US" dirty="0"/>
              <a:t>=</a:t>
            </a:r>
            <a:br>
              <a:rPr lang="en-US" dirty="0"/>
            </a:br>
            <a:r>
              <a:rPr lang="en-US" dirty="0"/>
              <a:t>negative energy</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359F82A-C444-0FAF-1B2E-2C5A2DF110DF}"/>
                  </a:ext>
                </a:extLst>
              </p:cNvPr>
              <p:cNvSpPr txBox="1"/>
              <p:nvPr/>
            </p:nvSpPr>
            <p:spPr>
              <a:xfrm>
                <a:off x="8910497" y="2067033"/>
                <a:ext cx="522322" cy="507127"/>
              </a:xfrm>
              <a:prstGeom prst="rect">
                <a:avLst/>
              </a:prstGeom>
              <a:noFill/>
            </p:spPr>
            <p:txBody>
              <a:bodyPr wrap="none" rtlCol="0">
                <a:spAutoFit/>
              </a:bodyPr>
              <a:lstStyle/>
              <a:p>
                <a:pPr/>
                <a14:m>
                  <m:oMathPara xmlns:m="http://schemas.openxmlformats.org/officeDocument/2006/math">
                    <m:oMath>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𝑑</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𝜉</m:t>
                              </m:r>
                            </m:e>
                            <m:sup>
                              <m:r>
                                <a:rPr lang="en-US" sz="1400" b="0" i="1" smtClean="0">
                                  <a:latin typeface="Cambria Math" panose="02040503050406030204" pitchFamily="18" charset="0"/>
                                </a:rPr>
                                <m:t>𝑎</m:t>
                              </m:r>
                            </m:sup>
                          </m:sSup>
                        </m:num>
                        <m:den>
                          <m:r>
                            <a:rPr lang="en-US" sz="1400" b="0" i="1" smtClean="0">
                              <a:latin typeface="Cambria Math" panose="02040503050406030204" pitchFamily="18" charset="0"/>
                            </a:rPr>
                            <m:t>𝑑𝑠</m:t>
                          </m:r>
                        </m:den>
                      </m:f>
                    </m:oMath>
                  </m:oMathPara>
                </a14:m>
                <a:endParaRPr lang="en-US" sz="1400" dirty="0"/>
              </a:p>
            </p:txBody>
          </p:sp>
        </mc:Choice>
        <mc:Fallback xmlns="">
          <p:sp>
            <p:nvSpPr>
              <p:cNvPr id="20" name="TextBox 19">
                <a:extLst>
                  <a:ext uri="{FF2B5EF4-FFF2-40B4-BE49-F238E27FC236}">
                    <a16:creationId xmlns:a16="http://schemas.microsoft.com/office/drawing/2014/main" id="{7359F82A-C444-0FAF-1B2E-2C5A2DF110DF}"/>
                  </a:ext>
                </a:extLst>
              </p:cNvPr>
              <p:cNvSpPr txBox="1">
                <a:spLocks noRot="1" noChangeAspect="1" noMove="1" noResize="1" noEditPoints="1" noAdjustHandles="1" noChangeArrowheads="1" noChangeShapeType="1" noTextEdit="1"/>
              </p:cNvSpPr>
              <p:nvPr/>
            </p:nvSpPr>
            <p:spPr>
              <a:xfrm>
                <a:off x="8910497" y="2067033"/>
                <a:ext cx="522322" cy="507127"/>
              </a:xfrm>
              <a:prstGeom prst="rect">
                <a:avLst/>
              </a:prstGeom>
              <a:blipFill>
                <a:blip r:embed="rId10"/>
                <a:stretch>
                  <a:fillRect b="-2410"/>
                </a:stretch>
              </a:blipFill>
            </p:spPr>
            <p:txBody>
              <a:bodyPr/>
              <a:lstStyle/>
              <a:p>
                <a:r>
                  <a:rPr lang="en-US">
                    <a:noFill/>
                  </a:rPr>
                  <a:t> </a:t>
                </a:r>
              </a:p>
            </p:txBody>
          </p:sp>
        </mc:Fallback>
      </mc:AlternateContent>
      <p:sp>
        <p:nvSpPr>
          <p:cNvPr id="22" name="Footer Placeholder 21">
            <a:extLst>
              <a:ext uri="{FF2B5EF4-FFF2-40B4-BE49-F238E27FC236}">
                <a16:creationId xmlns:a16="http://schemas.microsoft.com/office/drawing/2014/main" id="{A198AF69-9EE2-5BDA-F619-DCA15845EFFF}"/>
              </a:ext>
            </a:extLst>
          </p:cNvPr>
          <p:cNvSpPr>
            <a:spLocks noGrp="1"/>
          </p:cNvSpPr>
          <p:nvPr>
            <p:ph type="ftr" sz="quarter" idx="11"/>
          </p:nvPr>
        </p:nvSpPr>
        <p:spPr/>
        <p:txBody>
          <a:bodyPr/>
          <a:lstStyle/>
          <a:p>
            <a:r>
              <a:rPr lang="en-US"/>
              <a:t>Christine Aidala - University of Michigan</a:t>
            </a:r>
            <a:endParaRPr lang="en-US" dirty="0"/>
          </a:p>
        </p:txBody>
      </p:sp>
      <p:sp>
        <p:nvSpPr>
          <p:cNvPr id="21" name="Slide Number Placeholder 20">
            <a:extLst>
              <a:ext uri="{FF2B5EF4-FFF2-40B4-BE49-F238E27FC236}">
                <a16:creationId xmlns:a16="http://schemas.microsoft.com/office/drawing/2014/main" id="{272A4DD2-F55E-1306-92DB-7C61173E5469}"/>
              </a:ext>
            </a:extLst>
          </p:cNvPr>
          <p:cNvSpPr>
            <a:spLocks noGrp="1"/>
          </p:cNvSpPr>
          <p:nvPr>
            <p:ph type="sldNum" sz="quarter" idx="12"/>
          </p:nvPr>
        </p:nvSpPr>
        <p:spPr/>
        <p:txBody>
          <a:bodyPr/>
          <a:lstStyle/>
          <a:p>
            <a:fld id="{F47845EA-7733-40EE-B074-20032348B727}" type="slidenum">
              <a:rPr lang="en-US" smtClean="0"/>
              <a:t>85</a:t>
            </a:fld>
            <a:endParaRPr lang="en-US"/>
          </a:p>
        </p:txBody>
      </p:sp>
    </p:spTree>
    <p:extLst>
      <p:ext uri="{BB962C8B-B14F-4D97-AF65-F5344CB8AC3E}">
        <p14:creationId xmlns:p14="http://schemas.microsoft.com/office/powerpoint/2010/main" val="25811121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71B3-179B-7466-B716-9A9EE6A8E2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D69932-7490-7778-59C2-CE0F94378E09}"/>
              </a:ext>
            </a:extLst>
          </p:cNvPr>
          <p:cNvSpPr>
            <a:spLocks noGrp="1"/>
          </p:cNvSpPr>
          <p:nvPr>
            <p:ph type="sldNum" sz="quarter" idx="12"/>
          </p:nvPr>
        </p:nvSpPr>
        <p:spPr/>
        <p:txBody>
          <a:bodyPr/>
          <a:lstStyle/>
          <a:p>
            <a:fld id="{F47845EA-7733-40EE-B074-20032348B727}" type="slidenum">
              <a:rPr lang="en-US" smtClean="0"/>
              <a:t>86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F0DD047-4DA4-8BEB-CCC1-4C2A19D5E3DF}"/>
                  </a:ext>
                </a:extLst>
              </p:cNvPr>
              <p:cNvSpPr txBox="1"/>
              <p:nvPr/>
            </p:nvSpPr>
            <p:spPr>
              <a:xfrm>
                <a:off x="586110" y="1130769"/>
                <a:ext cx="4750981" cy="584775"/>
              </a:xfrm>
              <a:prstGeom prst="rect">
                <a:avLst/>
              </a:prstGeom>
              <a:noFill/>
            </p:spPr>
            <p:txBody>
              <a:bodyPr wrap="none" rtlCol="0">
                <a:spAutoFit/>
              </a:bodyPr>
              <a:lstStyle/>
              <a:p>
                <a:r>
                  <a:rPr lang="en-US" sz="3200" dirty="0"/>
                  <a:t>Suppose </a:t>
                </a:r>
                <a14:m>
                  <m:oMath xmlns:m="http://schemas.openxmlformats.org/officeDocument/2006/math">
                    <m:r>
                      <a:rPr lang="en-US" sz="3200" b="0" i="1" smtClean="0">
                        <a:latin typeface="Cambria Math" panose="02040503050406030204" pitchFamily="18" charset="0"/>
                      </a:rPr>
                      <m:t>𝑋</m:t>
                    </m:r>
                  </m:oMath>
                </a14:m>
                <a:r>
                  <a:rPr lang="en-US" sz="3200" dirty="0"/>
                  <a:t> is an observable</a:t>
                </a:r>
              </a:p>
            </p:txBody>
          </p:sp>
        </mc:Choice>
        <mc:Fallback xmlns="">
          <p:sp>
            <p:nvSpPr>
              <p:cNvPr id="6" name="TextBox 5">
                <a:extLst>
                  <a:ext uri="{FF2B5EF4-FFF2-40B4-BE49-F238E27FC236}">
                    <a16:creationId xmlns:a16="http://schemas.microsoft.com/office/drawing/2014/main" id="{0F0DD047-4DA4-8BEB-CCC1-4C2A19D5E3DF}"/>
                  </a:ext>
                </a:extLst>
              </p:cNvPr>
              <p:cNvSpPr txBox="1">
                <a:spLocks noRot="1" noChangeAspect="1" noMove="1" noResize="1" noEditPoints="1" noAdjustHandles="1" noChangeArrowheads="1" noChangeShapeType="1" noTextEdit="1"/>
              </p:cNvSpPr>
              <p:nvPr/>
            </p:nvSpPr>
            <p:spPr>
              <a:xfrm>
                <a:off x="586110" y="1130769"/>
                <a:ext cx="4750981" cy="584775"/>
              </a:xfrm>
              <a:prstGeom prst="rect">
                <a:avLst/>
              </a:prstGeom>
              <a:blipFill>
                <a:blip r:embed="rId3"/>
                <a:stretch>
                  <a:fillRect l="-3205" t="-12500" r="-2179" b="-34375"/>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E0D4C159-E09C-90AF-9E86-37716354C562}"/>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Inconsistent units for quantum observables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351FD4-8CB0-7E33-B4E6-C51B080130C0}"/>
                  </a:ext>
                </a:extLst>
              </p:cNvPr>
              <p:cNvSpPr txBox="1"/>
              <p:nvPr/>
            </p:nvSpPr>
            <p:spPr>
              <a:xfrm>
                <a:off x="1590624" y="1728216"/>
                <a:ext cx="6560770" cy="523220"/>
              </a:xfrm>
              <a:prstGeom prst="rect">
                <a:avLst/>
              </a:prstGeom>
              <a:noFill/>
            </p:spPr>
            <p:txBody>
              <a:bodyPr wrap="none" rtlCol="0">
                <a:spAutoFit/>
              </a:bodyPr>
              <a:lstStyle/>
              <a:p>
                <a:r>
                  <a:rPr lang="en-US" sz="2800" dirty="0"/>
                  <a:t>Expectation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𝑋</m:t>
                            </m:r>
                          </m:e>
                        </m:d>
                        <m:r>
                          <a:rPr lang="en-US" sz="2800" i="1">
                            <a:latin typeface="Cambria Math" panose="02040503050406030204" pitchFamily="18" charset="0"/>
                          </a:rPr>
                          <m:t>𝜓</m:t>
                        </m:r>
                      </m:e>
                    </m:d>
                  </m:oMath>
                </a14:m>
                <a:r>
                  <a:rPr lang="en-US" sz="2800" dirty="0"/>
                  <a:t> should have units of </a:t>
                </a:r>
                <a14:m>
                  <m:oMath xmlns:m="http://schemas.openxmlformats.org/officeDocument/2006/math">
                    <m:r>
                      <a:rPr lang="en-US" sz="2800" b="0" i="1" smtClean="0">
                        <a:latin typeface="Cambria Math" panose="02040503050406030204" pitchFamily="18" charset="0"/>
                      </a:rPr>
                      <m:t>𝑋</m:t>
                    </m:r>
                  </m:oMath>
                </a14:m>
                <a:endParaRPr lang="en-US" sz="2800" dirty="0"/>
              </a:p>
            </p:txBody>
          </p:sp>
        </mc:Choice>
        <mc:Fallback xmlns="">
          <p:sp>
            <p:nvSpPr>
              <p:cNvPr id="5" name="TextBox 4">
                <a:extLst>
                  <a:ext uri="{FF2B5EF4-FFF2-40B4-BE49-F238E27FC236}">
                    <a16:creationId xmlns:a16="http://schemas.microsoft.com/office/drawing/2014/main" id="{FE351FD4-8CB0-7E33-B4E6-C51B080130C0}"/>
                  </a:ext>
                </a:extLst>
              </p:cNvPr>
              <p:cNvSpPr txBox="1">
                <a:spLocks noRot="1" noChangeAspect="1" noMove="1" noResize="1" noEditPoints="1" noAdjustHandles="1" noChangeArrowheads="1" noChangeShapeType="1" noTextEdit="1"/>
              </p:cNvSpPr>
              <p:nvPr/>
            </p:nvSpPr>
            <p:spPr>
              <a:xfrm>
                <a:off x="1590624" y="1728216"/>
                <a:ext cx="6560770" cy="523220"/>
              </a:xfrm>
              <a:prstGeom prst="rect">
                <a:avLst/>
              </a:prstGeom>
              <a:blipFill>
                <a:blip r:embed="rId4"/>
                <a:stretch>
                  <a:fillRect l="-1952" t="-11765"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D9FA87-3829-6610-284A-729C3E920BDC}"/>
                  </a:ext>
                </a:extLst>
              </p:cNvPr>
              <p:cNvSpPr txBox="1"/>
              <p:nvPr/>
            </p:nvSpPr>
            <p:spPr>
              <a:xfrm>
                <a:off x="1590624" y="2341925"/>
                <a:ext cx="7327775" cy="523220"/>
              </a:xfrm>
              <a:prstGeom prst="rect">
                <a:avLst/>
              </a:prstGeom>
              <a:noFill/>
            </p:spPr>
            <p:txBody>
              <a:bodyPr wrap="none" rtlCol="0">
                <a:spAutoFit/>
              </a:bodyPr>
              <a:lstStyle/>
              <a:p>
                <a:r>
                  <a:rPr lang="en-US" sz="2800" dirty="0"/>
                  <a:t>But then </a:t>
                </a:r>
                <a14:m>
                  <m:oMath xmlns:m="http://schemas.openxmlformats.org/officeDocument/2006/math">
                    <m:r>
                      <a:rPr lang="en-US" sz="2800" b="0" i="1" smtClean="0">
                        <a:latin typeface="Cambria Math" panose="02040503050406030204" pitchFamily="18" charset="0"/>
                      </a:rPr>
                      <m:t>𝑋</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d>
                  </m:oMath>
                </a14:m>
                <a:r>
                  <a:rPr lang="en-US" sz="2800" dirty="0"/>
                  <a:t> cannot have the same units of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e>
                    </m:d>
                  </m:oMath>
                </a14:m>
                <a:endParaRPr lang="en-US" sz="2800" dirty="0"/>
              </a:p>
            </p:txBody>
          </p:sp>
        </mc:Choice>
        <mc:Fallback xmlns="">
          <p:sp>
            <p:nvSpPr>
              <p:cNvPr id="11" name="TextBox 10">
                <a:extLst>
                  <a:ext uri="{FF2B5EF4-FFF2-40B4-BE49-F238E27FC236}">
                    <a16:creationId xmlns:a16="http://schemas.microsoft.com/office/drawing/2014/main" id="{93D9FA87-3829-6610-284A-729C3E920BDC}"/>
                  </a:ext>
                </a:extLst>
              </p:cNvPr>
              <p:cNvSpPr txBox="1">
                <a:spLocks noRot="1" noChangeAspect="1" noMove="1" noResize="1" noEditPoints="1" noAdjustHandles="1" noChangeArrowheads="1" noChangeShapeType="1" noTextEdit="1"/>
              </p:cNvSpPr>
              <p:nvPr/>
            </p:nvSpPr>
            <p:spPr>
              <a:xfrm>
                <a:off x="1590624" y="2341925"/>
                <a:ext cx="7327775" cy="523220"/>
              </a:xfrm>
              <a:prstGeom prst="rect">
                <a:avLst/>
              </a:prstGeom>
              <a:blipFill>
                <a:blip r:embed="rId5"/>
                <a:stretch>
                  <a:fillRect l="-1747"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1CD8E70-8228-59D9-0A87-4CD41A7812B3}"/>
                  </a:ext>
                </a:extLst>
              </p:cNvPr>
              <p:cNvSpPr txBox="1"/>
              <p:nvPr/>
            </p:nvSpPr>
            <p:spPr>
              <a:xfrm>
                <a:off x="1590624" y="2955634"/>
                <a:ext cx="6816418" cy="523220"/>
              </a:xfrm>
              <a:prstGeom prst="rect">
                <a:avLst/>
              </a:prstGeom>
              <a:noFill/>
            </p:spPr>
            <p:txBody>
              <a:bodyPr wrap="none" rtlCol="0">
                <a:spAutoFit/>
              </a:bodyPr>
              <a:lstStyle/>
              <a:p>
                <a:r>
                  <a:rPr lang="en-US" sz="2800" dirty="0"/>
                  <a:t>But then </a:t>
                </a:r>
                <a14:m>
                  <m:oMath xmlns:m="http://schemas.openxmlformats.org/officeDocument/2006/math">
                    <m:r>
                      <a:rPr lang="en-US" sz="2800" i="1">
                        <a:latin typeface="Cambria Math" panose="02040503050406030204" pitchFamily="18" charset="0"/>
                      </a:rPr>
                      <m:t>𝑋</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e>
                    </m:d>
                    <m:r>
                      <a:rPr lang="en-US" sz="2800" b="0" i="1"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𝜓</m:t>
                        </m:r>
                      </m:e>
                    </m:d>
                  </m:oMath>
                </a14:m>
                <a:r>
                  <a:rPr lang="en-US" sz="2800" dirty="0"/>
                  <a:t> makes no physical sense</a:t>
                </a:r>
              </a:p>
            </p:txBody>
          </p:sp>
        </mc:Choice>
        <mc:Fallback xmlns="">
          <p:sp>
            <p:nvSpPr>
              <p:cNvPr id="13" name="TextBox 12">
                <a:extLst>
                  <a:ext uri="{FF2B5EF4-FFF2-40B4-BE49-F238E27FC236}">
                    <a16:creationId xmlns:a16="http://schemas.microsoft.com/office/drawing/2014/main" id="{E1CD8E70-8228-59D9-0A87-4CD41A7812B3}"/>
                  </a:ext>
                </a:extLst>
              </p:cNvPr>
              <p:cNvSpPr txBox="1">
                <a:spLocks noRot="1" noChangeAspect="1" noMove="1" noResize="1" noEditPoints="1" noAdjustHandles="1" noChangeArrowheads="1" noChangeShapeType="1" noTextEdit="1"/>
              </p:cNvSpPr>
              <p:nvPr/>
            </p:nvSpPr>
            <p:spPr>
              <a:xfrm>
                <a:off x="1590624" y="2955634"/>
                <a:ext cx="6816418" cy="523220"/>
              </a:xfrm>
              <a:prstGeom prst="rect">
                <a:avLst/>
              </a:prstGeom>
              <a:blipFill>
                <a:blip r:embed="rId6"/>
                <a:stretch>
                  <a:fillRect l="-1878" t="-11628" r="-80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BBFCB71-FFB8-143B-F0DC-CF9BE2A56771}"/>
                  </a:ext>
                </a:extLst>
              </p:cNvPr>
              <p:cNvSpPr txBox="1"/>
              <p:nvPr/>
            </p:nvSpPr>
            <p:spPr>
              <a:xfrm>
                <a:off x="1590624" y="3569343"/>
                <a:ext cx="7885557" cy="523220"/>
              </a:xfrm>
              <a:prstGeom prst="rect">
                <a:avLst/>
              </a:prstGeom>
              <a:noFill/>
            </p:spPr>
            <p:txBody>
              <a:bodyPr wrap="none" rtlCol="0">
                <a:spAutoFit/>
              </a:bodyPr>
              <a:lstStyle/>
              <a:p>
                <a:r>
                  <a:rPr lang="en-US" sz="2800" dirty="0"/>
                  <a:t>Therefore, </a:t>
                </a:r>
                <a14:m>
                  <m:oMath xmlns:m="http://schemas.openxmlformats.org/officeDocument/2006/math">
                    <m:r>
                      <a:rPr lang="en-US" sz="2800" i="1">
                        <a:latin typeface="Cambria Math" panose="02040503050406030204" pitchFamily="18" charset="0"/>
                      </a:rPr>
                      <m:t>𝑋</m:t>
                    </m:r>
                  </m:oMath>
                </a14:m>
                <a:r>
                  <a:rPr lang="en-US" sz="2800" dirty="0"/>
                  <a:t> cannot be a map within the same space</a:t>
                </a:r>
              </a:p>
            </p:txBody>
          </p:sp>
        </mc:Choice>
        <mc:Fallback xmlns="">
          <p:sp>
            <p:nvSpPr>
              <p:cNvPr id="15" name="TextBox 14">
                <a:extLst>
                  <a:ext uri="{FF2B5EF4-FFF2-40B4-BE49-F238E27FC236}">
                    <a16:creationId xmlns:a16="http://schemas.microsoft.com/office/drawing/2014/main" id="{4BBFCB71-FFB8-143B-F0DC-CF9BE2A56771}"/>
                  </a:ext>
                </a:extLst>
              </p:cNvPr>
              <p:cNvSpPr txBox="1">
                <a:spLocks noRot="1" noChangeAspect="1" noMove="1" noResize="1" noEditPoints="1" noAdjustHandles="1" noChangeArrowheads="1" noChangeShapeType="1" noTextEdit="1"/>
              </p:cNvSpPr>
              <p:nvPr/>
            </p:nvSpPr>
            <p:spPr>
              <a:xfrm>
                <a:off x="1590624" y="3569343"/>
                <a:ext cx="7885557" cy="523220"/>
              </a:xfrm>
              <a:prstGeom prst="rect">
                <a:avLst/>
              </a:prstGeom>
              <a:blipFill>
                <a:blip r:embed="rId7"/>
                <a:stretch>
                  <a:fillRect l="-1624" t="-11765" r="-619" b="-3411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2BC88CF-E1FB-6FB0-CDAC-79AEE1658062}"/>
              </a:ext>
            </a:extLst>
          </p:cNvPr>
          <p:cNvSpPr>
            <a:spLocks noGrp="1"/>
          </p:cNvSpPr>
          <p:nvPr>
            <p:ph type="ftr" sz="quarter" idx="11"/>
          </p:nvPr>
        </p:nvSpPr>
        <p:spPr/>
        <p:txBody>
          <a:bodyPr/>
          <a:lstStyle/>
          <a:p>
            <a:r>
              <a:rPr lang="en-US"/>
              <a:t>Christine Aidala - University of Michigan</a:t>
            </a:r>
            <a:endParaRPr lang="en-US" dirty="0"/>
          </a:p>
        </p:txBody>
      </p:sp>
    </p:spTree>
    <p:extLst>
      <p:ext uri="{BB962C8B-B14F-4D97-AF65-F5344CB8AC3E}">
        <p14:creationId xmlns:p14="http://schemas.microsoft.com/office/powerpoint/2010/main" val="18870374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EE0CE-B7D6-C3DD-5719-63694D8D29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02B459-EADC-D935-C04C-F4EE66FD810D}"/>
              </a:ext>
            </a:extLst>
          </p:cNvPr>
          <p:cNvSpPr txBox="1"/>
          <p:nvPr/>
        </p:nvSpPr>
        <p:spPr>
          <a:xfrm>
            <a:off x="747485" y="1109420"/>
            <a:ext cx="2963825" cy="461665"/>
          </a:xfrm>
          <a:prstGeom prst="rect">
            <a:avLst/>
          </a:prstGeom>
          <a:noFill/>
        </p:spPr>
        <p:txBody>
          <a:bodyPr wrap="none" rtlCol="0">
            <a:spAutoFit/>
          </a:bodyPr>
          <a:lstStyle/>
          <a:p>
            <a:r>
              <a:rPr lang="en-US" sz="2400" dirty="0"/>
              <a:t>Defined as derivations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500A8B-6516-055B-F522-226D2DC087B2}"/>
                  </a:ext>
                </a:extLst>
              </p:cNvPr>
              <p:cNvSpPr txBox="1"/>
              <p:nvPr/>
            </p:nvSpPr>
            <p:spPr>
              <a:xfrm>
                <a:off x="6397947" y="1367841"/>
                <a:ext cx="2248244" cy="612540"/>
              </a:xfrm>
              <a:prstGeom prst="rect">
                <a:avLst/>
              </a:prstGeom>
              <a:noFill/>
            </p:spPr>
            <p:txBody>
              <a:bodyPr wrap="none" rtlCol="0">
                <a:spAutoFit/>
              </a:bodyPr>
              <a:lstStyle/>
              <a:p>
                <a14:m>
                  <m:oMath xmlns:m="http://schemas.openxmlformats.org/officeDocument/2006/math">
                    <m:r>
                      <a:rPr lang="en-US" sz="3200" b="0" i="1" smtClean="0">
                        <a:latin typeface="Cambria Math" panose="02040503050406030204" pitchFamily="18" charset="0"/>
                      </a:rPr>
                      <m:t>𝑣</m:t>
                    </m:r>
                    <m:r>
                      <a:rPr lang="en-US" sz="3200" b="0" i="1" smtClean="0">
                        <a:latin typeface="Cambria Math" panose="02040503050406030204" pitchFamily="18" charset="0"/>
                      </a:rPr>
                      <m:t>=</m:t>
                    </m:r>
                    <m:nary>
                      <m:naryPr>
                        <m:chr m:val="∑"/>
                        <m:supHide m:val="on"/>
                        <m:ctrlPr>
                          <a:rPr lang="en-US" sz="3200" b="0" i="1" smtClean="0">
                            <a:latin typeface="Cambria Math" panose="02040503050406030204" pitchFamily="18" charset="0"/>
                          </a:rPr>
                        </m:ctrlPr>
                      </m:naryPr>
                      <m:sub>
                        <m:r>
                          <a:rPr lang="en-US" sz="3200" b="0" i="1" smtClean="0">
                            <a:latin typeface="Cambria Math" panose="02040503050406030204" pitchFamily="18" charset="0"/>
                          </a:rPr>
                          <m:t>𝑖</m:t>
                        </m:r>
                      </m:sub>
                      <m:sup/>
                      <m:e>
                        <m:sSup>
                          <m:sSupPr>
                            <m:ctrlPr>
                              <a:rPr lang="en-US" sz="3200" i="1">
                                <a:latin typeface="Cambria Math" panose="02040503050406030204" pitchFamily="18" charset="0"/>
                              </a:rPr>
                            </m:ctrlPr>
                          </m:sSupPr>
                          <m:e>
                            <m:r>
                              <a:rPr lang="en-US" sz="3200" i="1">
                                <a:latin typeface="Cambria Math" panose="02040503050406030204" pitchFamily="18" charset="0"/>
                              </a:rPr>
                              <m:t>𝑣</m:t>
                            </m:r>
                          </m:e>
                          <m:sup>
                            <m:r>
                              <a:rPr lang="en-US" sz="3200" i="1">
                                <a:latin typeface="Cambria Math" panose="02040503050406030204" pitchFamily="18" charset="0"/>
                              </a:rPr>
                              <m:t>𝑖</m:t>
                            </m:r>
                          </m:sup>
                        </m:sSup>
                        <m:sSub>
                          <m:sSubPr>
                            <m:ctrlPr>
                              <a:rPr lang="en-US" sz="3200" i="1">
                                <a:latin typeface="Cambria Math" panose="02040503050406030204" pitchFamily="18" charset="0"/>
                              </a:rPr>
                            </m:ctrlPr>
                          </m:sSubPr>
                          <m:e>
                            <m:r>
                              <a:rPr lang="en-US" sz="3200" i="1">
                                <a:latin typeface="Cambria Math" panose="02040503050406030204" pitchFamily="18" charset="0"/>
                              </a:rPr>
                              <m:t>𝜕</m:t>
                            </m:r>
                          </m:e>
                          <m:sub>
                            <m:r>
                              <a:rPr lang="en-US" sz="3200" i="1">
                                <a:latin typeface="Cambria Math" panose="02040503050406030204" pitchFamily="18" charset="0"/>
                              </a:rPr>
                              <m:t>𝑖</m:t>
                            </m:r>
                          </m:sub>
                        </m:sSub>
                      </m:e>
                    </m:nary>
                  </m:oMath>
                </a14:m>
                <a:r>
                  <a:rPr lang="en-US" sz="3200" dirty="0"/>
                  <a:t> </a:t>
                </a:r>
              </a:p>
            </p:txBody>
          </p:sp>
        </mc:Choice>
        <mc:Fallback xmlns="">
          <p:sp>
            <p:nvSpPr>
              <p:cNvPr id="3" name="TextBox 2">
                <a:extLst>
                  <a:ext uri="{FF2B5EF4-FFF2-40B4-BE49-F238E27FC236}">
                    <a16:creationId xmlns:a16="http://schemas.microsoft.com/office/drawing/2014/main" id="{B2500A8B-6516-055B-F522-226D2DC087B2}"/>
                  </a:ext>
                </a:extLst>
              </p:cNvPr>
              <p:cNvSpPr txBox="1">
                <a:spLocks noRot="1" noChangeAspect="1" noMove="1" noResize="1" noEditPoints="1" noAdjustHandles="1" noChangeArrowheads="1" noChangeShapeType="1" noTextEdit="1"/>
              </p:cNvSpPr>
              <p:nvPr/>
            </p:nvSpPr>
            <p:spPr>
              <a:xfrm>
                <a:off x="6397947" y="1367841"/>
                <a:ext cx="2248244" cy="61254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B250A6-46AD-53F2-0AAC-D84AE7AA4862}"/>
                  </a:ext>
                </a:extLst>
              </p:cNvPr>
              <p:cNvSpPr txBox="1"/>
              <p:nvPr/>
            </p:nvSpPr>
            <p:spPr>
              <a:xfrm>
                <a:off x="2032800" y="1620354"/>
                <a:ext cx="2747547" cy="584775"/>
              </a:xfrm>
              <a:prstGeom prst="rect">
                <a:avLst/>
              </a:prstGeom>
              <a:noFill/>
            </p:spPr>
            <p:txBody>
              <a:bodyPr wrap="none" rtlCol="0">
                <a:spAutoFit/>
              </a:bodyPr>
              <a:lstStyle/>
              <a:p>
                <a:pPr/>
                <a14:m>
                  <m:oMathPara xmlns:m="http://schemas.openxmlformats.org/officeDocument/2006/math">
                    <m:oMath>
                      <m:r>
                        <a:rPr lang="en-US" sz="3200" b="0" i="1" smtClean="0">
                          <a:latin typeface="Cambria Math" panose="02040503050406030204" pitchFamily="18" charset="0"/>
                        </a:rPr>
                        <m:t>𝑣</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𝐶</m:t>
                          </m:r>
                        </m:e>
                        <m:sup>
                          <m:r>
                            <a:rPr lang="en-US" sz="3200" b="0" i="1" smtClean="0">
                              <a:latin typeface="Cambria Math" panose="02040503050406030204" pitchFamily="18" charset="0"/>
                            </a:rPr>
                            <m:t>∞</m:t>
                          </m:r>
                        </m:sup>
                      </m:sSup>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𝑋</m:t>
                          </m:r>
                        </m:e>
                      </m:d>
                      <m:r>
                        <a:rPr lang="en-US" sz="3200" b="0" i="1" smtClean="0">
                          <a:latin typeface="Cambria Math" panose="02040503050406030204" pitchFamily="18" charset="0"/>
                        </a:rPr>
                        <m:t>→</m:t>
                      </m:r>
                      <m:r>
                        <a:rPr lang="en-US" sz="3200" b="0" i="1" smtClean="0">
                          <a:latin typeface="Cambria Math" panose="02040503050406030204" pitchFamily="18" charset="0"/>
                        </a:rPr>
                        <m:t>ℝ</m:t>
                      </m:r>
                    </m:oMath>
                  </m:oMathPara>
                </a14:m>
                <a:endParaRPr lang="en-US" sz="3200" dirty="0"/>
              </a:p>
            </p:txBody>
          </p:sp>
        </mc:Choice>
        <mc:Fallback xmlns="">
          <p:sp>
            <p:nvSpPr>
              <p:cNvPr id="4" name="TextBox 3">
                <a:extLst>
                  <a:ext uri="{FF2B5EF4-FFF2-40B4-BE49-F238E27FC236}">
                    <a16:creationId xmlns:a16="http://schemas.microsoft.com/office/drawing/2014/main" id="{7FB250A6-46AD-53F2-0AAC-D84AE7AA4862}"/>
                  </a:ext>
                </a:extLst>
              </p:cNvPr>
              <p:cNvSpPr txBox="1">
                <a:spLocks noRot="1" noChangeAspect="1" noMove="1" noResize="1" noEditPoints="1" noAdjustHandles="1" noChangeArrowheads="1" noChangeShapeType="1" noTextEdit="1"/>
              </p:cNvSpPr>
              <p:nvPr/>
            </p:nvSpPr>
            <p:spPr>
              <a:xfrm>
                <a:off x="2032800" y="1620354"/>
                <a:ext cx="2747547" cy="584775"/>
              </a:xfrm>
              <a:prstGeom prst="rect">
                <a:avLst/>
              </a:prstGeom>
              <a:blipFill>
                <a:blip r:embed="rId3"/>
                <a:stretch>
                  <a:fillRect/>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9D32DA75-D3E4-F2EA-1100-989126D7112D}"/>
              </a:ext>
            </a:extLst>
          </p:cNvPr>
          <p:cNvCxnSpPr/>
          <p:nvPr/>
        </p:nvCxnSpPr>
        <p:spPr>
          <a:xfrm flipV="1">
            <a:off x="7506941" y="1904427"/>
            <a:ext cx="275007" cy="481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582C4E8-4CF4-F395-F173-8D8581360397}"/>
              </a:ext>
            </a:extLst>
          </p:cNvPr>
          <p:cNvCxnSpPr/>
          <p:nvPr/>
        </p:nvCxnSpPr>
        <p:spPr>
          <a:xfrm flipH="1" flipV="1">
            <a:off x="8435091" y="1904427"/>
            <a:ext cx="488139" cy="529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472EB4D-726B-B32D-296E-E0FAF4B8C492}"/>
              </a:ext>
            </a:extLst>
          </p:cNvPr>
          <p:cNvSpPr txBox="1"/>
          <p:nvPr/>
        </p:nvSpPr>
        <p:spPr>
          <a:xfrm>
            <a:off x="8679160" y="2347102"/>
            <a:ext cx="649537" cy="369332"/>
          </a:xfrm>
          <a:prstGeom prst="rect">
            <a:avLst/>
          </a:prstGeom>
          <a:noFill/>
        </p:spPr>
        <p:txBody>
          <a:bodyPr wrap="none" rtlCol="0">
            <a:spAutoFit/>
          </a:bodyPr>
          <a:lstStyle/>
          <a:p>
            <a:r>
              <a:rPr lang="en-US" dirty="0"/>
              <a:t>basis</a:t>
            </a:r>
          </a:p>
        </p:txBody>
      </p:sp>
      <p:sp>
        <p:nvSpPr>
          <p:cNvPr id="10" name="TextBox 9">
            <a:extLst>
              <a:ext uri="{FF2B5EF4-FFF2-40B4-BE49-F238E27FC236}">
                <a16:creationId xmlns:a16="http://schemas.microsoft.com/office/drawing/2014/main" id="{6C62BA10-2916-C701-3C87-990679A0231C}"/>
              </a:ext>
            </a:extLst>
          </p:cNvPr>
          <p:cNvSpPr txBox="1"/>
          <p:nvPr/>
        </p:nvSpPr>
        <p:spPr>
          <a:xfrm>
            <a:off x="6874812" y="2378815"/>
            <a:ext cx="1264257" cy="369332"/>
          </a:xfrm>
          <a:prstGeom prst="rect">
            <a:avLst/>
          </a:prstGeom>
          <a:noFill/>
        </p:spPr>
        <p:txBody>
          <a:bodyPr wrap="none" rtlCol="0">
            <a:spAutoFit/>
          </a:bodyPr>
          <a:lstStyle/>
          <a:p>
            <a:r>
              <a:rPr lang="en-US" dirty="0"/>
              <a:t>component</a:t>
            </a:r>
          </a:p>
        </p:txBody>
      </p:sp>
      <p:sp>
        <p:nvSpPr>
          <p:cNvPr id="11" name="TextBox 10">
            <a:extLst>
              <a:ext uri="{FF2B5EF4-FFF2-40B4-BE49-F238E27FC236}">
                <a16:creationId xmlns:a16="http://schemas.microsoft.com/office/drawing/2014/main" id="{089281EE-34C2-519B-5D14-F0E7E8E6C494}"/>
              </a:ext>
            </a:extLst>
          </p:cNvPr>
          <p:cNvSpPr txBox="1"/>
          <p:nvPr/>
        </p:nvSpPr>
        <p:spPr>
          <a:xfrm>
            <a:off x="946489" y="3117068"/>
            <a:ext cx="2058512" cy="369332"/>
          </a:xfrm>
          <a:prstGeom prst="rect">
            <a:avLst/>
          </a:prstGeom>
          <a:noFill/>
        </p:spPr>
        <p:txBody>
          <a:bodyPr wrap="none" rtlCol="0">
            <a:spAutoFit/>
          </a:bodyPr>
          <a:lstStyle/>
          <a:p>
            <a:r>
              <a:rPr lang="en-US" dirty="0"/>
              <a:t>In polar coordinates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8B7314D-A90A-78C2-8976-DDDE8C4BC6DD}"/>
                  </a:ext>
                </a:extLst>
              </p:cNvPr>
              <p:cNvSpPr txBox="1"/>
              <p:nvPr/>
            </p:nvSpPr>
            <p:spPr>
              <a:xfrm>
                <a:off x="601074" y="3476007"/>
                <a:ext cx="2749342" cy="584775"/>
              </a:xfrm>
              <a:prstGeom prst="rect">
                <a:avLst/>
              </a:prstGeom>
              <a:noFill/>
            </p:spPr>
            <p:txBody>
              <a:bodyPr wrap="none"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𝑟</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𝜃</m:t>
                          </m:r>
                        </m:sub>
                      </m:sSub>
                      <m:r>
                        <a:rPr lang="en-US" sz="3200" b="0" i="1" smtClean="0">
                          <a:latin typeface="Cambria Math" panose="02040503050406030204" pitchFamily="18" charset="0"/>
                        </a:rPr>
                        <m:t>= ???</m:t>
                      </m:r>
                    </m:oMath>
                  </m:oMathPara>
                </a14:m>
                <a:endParaRPr lang="en-US" sz="3200" dirty="0"/>
              </a:p>
            </p:txBody>
          </p:sp>
        </mc:Choice>
        <mc:Fallback xmlns="">
          <p:sp>
            <p:nvSpPr>
              <p:cNvPr id="12" name="TextBox 11">
                <a:extLst>
                  <a:ext uri="{FF2B5EF4-FFF2-40B4-BE49-F238E27FC236}">
                    <a16:creationId xmlns:a16="http://schemas.microsoft.com/office/drawing/2014/main" id="{D8B7314D-A90A-78C2-8976-DDDE8C4BC6DD}"/>
                  </a:ext>
                </a:extLst>
              </p:cNvPr>
              <p:cNvSpPr txBox="1">
                <a:spLocks noRot="1" noChangeAspect="1" noMove="1" noResize="1" noEditPoints="1" noAdjustHandles="1" noChangeArrowheads="1" noChangeShapeType="1" noTextEdit="1"/>
              </p:cNvSpPr>
              <p:nvPr/>
            </p:nvSpPr>
            <p:spPr>
              <a:xfrm>
                <a:off x="601074" y="3476007"/>
                <a:ext cx="2749342" cy="584775"/>
              </a:xfrm>
              <a:prstGeom prst="rect">
                <a:avLst/>
              </a:prstGeom>
              <a:blipFill>
                <a:blip r:embed="rId4"/>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C5DA3868-E97D-4F65-A05C-FAAE1F7E2508}"/>
              </a:ext>
            </a:extLst>
          </p:cNvPr>
          <p:cNvSpPr txBox="1"/>
          <p:nvPr/>
        </p:nvSpPr>
        <p:spPr>
          <a:xfrm>
            <a:off x="1193319" y="4531665"/>
            <a:ext cx="1564852" cy="369332"/>
          </a:xfrm>
          <a:prstGeom prst="rect">
            <a:avLst/>
          </a:prstGeom>
          <a:noFill/>
        </p:spPr>
        <p:txBody>
          <a:bodyPr wrap="none" rtlCol="0">
            <a:spAutoFit/>
          </a:bodyPr>
          <a:lstStyle/>
          <a:p>
            <a:r>
              <a:rPr lang="en-US" dirty="0"/>
              <a:t>In phase space</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F9C8956-050F-BBB4-0EEA-90BBCAB4C324}"/>
                  </a:ext>
                </a:extLst>
              </p:cNvPr>
              <p:cNvSpPr txBox="1"/>
              <p:nvPr/>
            </p:nvSpPr>
            <p:spPr>
              <a:xfrm>
                <a:off x="598253" y="4900997"/>
                <a:ext cx="2754985" cy="622735"/>
              </a:xfrm>
              <a:prstGeom prst="rect">
                <a:avLst/>
              </a:prstGeom>
              <a:noFill/>
            </p:spPr>
            <p:txBody>
              <a:bodyPr wrap="none"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𝑞</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m:t>
                          </m:r>
                        </m:e>
                        <m:sub>
                          <m:r>
                            <a:rPr lang="en-US" sz="3200" b="0" i="1" smtClean="0">
                              <a:latin typeface="Cambria Math" panose="02040503050406030204" pitchFamily="18" charset="0"/>
                            </a:rPr>
                            <m:t>𝑝</m:t>
                          </m:r>
                        </m:sub>
                      </m:sSub>
                      <m:r>
                        <a:rPr lang="en-US" sz="3200" b="0" i="1" smtClean="0">
                          <a:latin typeface="Cambria Math" panose="02040503050406030204" pitchFamily="18" charset="0"/>
                        </a:rPr>
                        <m:t>= ???</m:t>
                      </m:r>
                    </m:oMath>
                  </m:oMathPara>
                </a14:m>
                <a:endParaRPr lang="en-US" sz="3200" dirty="0"/>
              </a:p>
            </p:txBody>
          </p:sp>
        </mc:Choice>
        <mc:Fallback xmlns="">
          <p:sp>
            <p:nvSpPr>
              <p:cNvPr id="14" name="TextBox 13">
                <a:extLst>
                  <a:ext uri="{FF2B5EF4-FFF2-40B4-BE49-F238E27FC236}">
                    <a16:creationId xmlns:a16="http://schemas.microsoft.com/office/drawing/2014/main" id="{4F9C8956-050F-BBB4-0EEA-90BBCAB4C324}"/>
                  </a:ext>
                </a:extLst>
              </p:cNvPr>
              <p:cNvSpPr txBox="1">
                <a:spLocks noRot="1" noChangeAspect="1" noMove="1" noResize="1" noEditPoints="1" noAdjustHandles="1" noChangeArrowheads="1" noChangeShapeType="1" noTextEdit="1"/>
              </p:cNvSpPr>
              <p:nvPr/>
            </p:nvSpPr>
            <p:spPr>
              <a:xfrm>
                <a:off x="598253" y="4900997"/>
                <a:ext cx="2754985" cy="622735"/>
              </a:xfrm>
              <a:prstGeom prst="rect">
                <a:avLst/>
              </a:prstGeom>
              <a:blipFill>
                <a:blip r:embed="rId5"/>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5D4FA129-2A05-1D06-1BE3-389DCA2C6CD4}"/>
              </a:ext>
            </a:extLst>
          </p:cNvPr>
          <p:cNvSpPr txBox="1"/>
          <p:nvPr/>
        </p:nvSpPr>
        <p:spPr>
          <a:xfrm>
            <a:off x="3993442" y="4106328"/>
            <a:ext cx="3658246" cy="523220"/>
          </a:xfrm>
          <a:prstGeom prst="rect">
            <a:avLst/>
          </a:prstGeom>
          <a:noFill/>
        </p:spPr>
        <p:txBody>
          <a:bodyPr wrap="none" rtlCol="0">
            <a:spAutoFit/>
          </a:bodyPr>
          <a:lstStyle/>
          <a:p>
            <a:r>
              <a:rPr lang="en-US" sz="2800" dirty="0"/>
              <a:t>Doesn’t work with units</a:t>
            </a:r>
          </a:p>
        </p:txBody>
      </p:sp>
      <p:cxnSp>
        <p:nvCxnSpPr>
          <p:cNvPr id="18" name="Straight Arrow Connector 17">
            <a:extLst>
              <a:ext uri="{FF2B5EF4-FFF2-40B4-BE49-F238E27FC236}">
                <a16:creationId xmlns:a16="http://schemas.microsoft.com/office/drawing/2014/main" id="{5EABFCF6-2CAD-741D-CCA2-EBBED915616B}"/>
              </a:ext>
            </a:extLst>
          </p:cNvPr>
          <p:cNvCxnSpPr>
            <a:cxnSpLocks/>
          </p:cNvCxnSpPr>
          <p:nvPr/>
        </p:nvCxnSpPr>
        <p:spPr>
          <a:xfrm flipH="1" flipV="1">
            <a:off x="3283703" y="3906600"/>
            <a:ext cx="658649" cy="440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C0E23F8-6E08-D8FC-C75C-80B9677C6235}"/>
              </a:ext>
            </a:extLst>
          </p:cNvPr>
          <p:cNvCxnSpPr/>
          <p:nvPr/>
        </p:nvCxnSpPr>
        <p:spPr>
          <a:xfrm flipH="1">
            <a:off x="3283703" y="4531665"/>
            <a:ext cx="663058" cy="562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C22D8F3-1AD5-EE12-162D-F9D7EE938DBA}"/>
                  </a:ext>
                </a:extLst>
              </p:cNvPr>
              <p:cNvSpPr txBox="1"/>
              <p:nvPr/>
            </p:nvSpPr>
            <p:spPr>
              <a:xfrm>
                <a:off x="3564715" y="3002992"/>
                <a:ext cx="8393965" cy="646331"/>
              </a:xfrm>
              <a:prstGeom prst="rect">
                <a:avLst/>
              </a:prstGeom>
              <a:noFill/>
            </p:spPr>
            <p:txBody>
              <a:bodyPr wrap="none" rtlCol="0">
                <a:spAutoFit/>
              </a:bodyPr>
              <a:lstStyle/>
              <a:p>
                <a:r>
                  <a:rPr lang="en-US" sz="3600" dirty="0">
                    <a:solidFill>
                      <a:srgbClr val="C00000"/>
                    </a:solidFill>
                  </a:rPr>
                  <a:t>Mathematically precise </a:t>
                </a:r>
                <a14:m>
                  <m:oMath xmlns:m="http://schemas.openxmlformats.org/officeDocument/2006/math">
                    <m:r>
                      <a:rPr lang="en-US" sz="3600" i="1" smtClean="0">
                        <a:solidFill>
                          <a:srgbClr val="C00000"/>
                        </a:solidFill>
                        <a:latin typeface="Cambria Math" panose="02040503050406030204" pitchFamily="18" charset="0"/>
                        <a:ea typeface="Cambria Math" panose="02040503050406030204" pitchFamily="18" charset="0"/>
                      </a:rPr>
                      <m:t>⇏</m:t>
                    </m:r>
                  </m:oMath>
                </a14:m>
                <a:r>
                  <a:rPr lang="en-US" sz="3600" dirty="0">
                    <a:solidFill>
                      <a:srgbClr val="C00000"/>
                    </a:solidFill>
                  </a:rPr>
                  <a:t> physically precise</a:t>
                </a:r>
              </a:p>
            </p:txBody>
          </p:sp>
        </mc:Choice>
        <mc:Fallback xmlns="">
          <p:sp>
            <p:nvSpPr>
              <p:cNvPr id="21" name="TextBox 20">
                <a:extLst>
                  <a:ext uri="{FF2B5EF4-FFF2-40B4-BE49-F238E27FC236}">
                    <a16:creationId xmlns:a16="http://schemas.microsoft.com/office/drawing/2014/main" id="{EC22D8F3-1AD5-EE12-162D-F9D7EE938DBA}"/>
                  </a:ext>
                </a:extLst>
              </p:cNvPr>
              <p:cNvSpPr txBox="1">
                <a:spLocks noRot="1" noChangeAspect="1" noMove="1" noResize="1" noEditPoints="1" noAdjustHandles="1" noChangeArrowheads="1" noChangeShapeType="1" noTextEdit="1"/>
              </p:cNvSpPr>
              <p:nvPr/>
            </p:nvSpPr>
            <p:spPr>
              <a:xfrm>
                <a:off x="3564715" y="3002992"/>
                <a:ext cx="8393965" cy="646331"/>
              </a:xfrm>
              <a:prstGeom prst="rect">
                <a:avLst/>
              </a:prstGeom>
              <a:blipFill>
                <a:blip r:embed="rId6"/>
                <a:stretch>
                  <a:fillRect l="-2251" t="-15094" r="-1162" b="-349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91EBAA3-4BFC-01F4-0055-9F8706570F44}"/>
                  </a:ext>
                </a:extLst>
              </p:cNvPr>
              <p:cNvSpPr txBox="1"/>
              <p:nvPr/>
            </p:nvSpPr>
            <p:spPr>
              <a:xfrm>
                <a:off x="821856" y="4052241"/>
                <a:ext cx="597087" cy="369332"/>
              </a:xfrm>
              <a:prstGeom prst="rect">
                <a:avLst/>
              </a:prstGeom>
              <a:noFill/>
            </p:spPr>
            <p:txBody>
              <a:bodyPr wrap="none" rtlCol="0">
                <a:spAutoFit/>
              </a:bodyPr>
              <a:lstStyle/>
              <a:p>
                <a:pPr/>
                <a14:m>
                  <m:oMathPara xmlns:m="http://schemas.openxmlformats.org/officeDocument/2006/math">
                    <m:oMath>
                      <m:d>
                        <m:dPr>
                          <m:begChr m:val="["/>
                          <m:endChr m:val="]"/>
                          <m:ctrlPr>
                            <a:rPr lang="en-US" b="0" i="0" smtClean="0">
                              <a:latin typeface="Cambria Math" panose="02040503050406030204" pitchFamily="18" charset="0"/>
                            </a:rPr>
                          </m:ctrlPr>
                        </m:dPr>
                        <m:e>
                          <m:r>
                            <m:rPr>
                              <m:sty m:val="p"/>
                            </m:rPr>
                            <a:rPr lang="en-US" b="0" i="0" smtClean="0">
                              <a:latin typeface="Cambria Math" panose="02040503050406030204" pitchFamily="18" charset="0"/>
                            </a:rPr>
                            <m:t>m</m:t>
                          </m:r>
                        </m:e>
                      </m:d>
                    </m:oMath>
                  </m:oMathPara>
                </a14:m>
                <a:endParaRPr lang="en-US" dirty="0"/>
              </a:p>
            </p:txBody>
          </p:sp>
        </mc:Choice>
        <mc:Fallback xmlns="">
          <p:sp>
            <p:nvSpPr>
              <p:cNvPr id="22" name="TextBox 21">
                <a:extLst>
                  <a:ext uri="{FF2B5EF4-FFF2-40B4-BE49-F238E27FC236}">
                    <a16:creationId xmlns:a16="http://schemas.microsoft.com/office/drawing/2014/main" id="{A91EBAA3-4BFC-01F4-0055-9F8706570F44}"/>
                  </a:ext>
                </a:extLst>
              </p:cNvPr>
              <p:cNvSpPr txBox="1">
                <a:spLocks noRot="1" noChangeAspect="1" noMove="1" noResize="1" noEditPoints="1" noAdjustHandles="1" noChangeArrowheads="1" noChangeShapeType="1" noTextEdit="1"/>
              </p:cNvSpPr>
              <p:nvPr/>
            </p:nvSpPr>
            <p:spPr>
              <a:xfrm>
                <a:off x="821856" y="4052241"/>
                <a:ext cx="59708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9148263-9E9B-EA80-DE4E-92A54F275B5C}"/>
                  </a:ext>
                </a:extLst>
              </p:cNvPr>
              <p:cNvSpPr txBox="1"/>
              <p:nvPr/>
            </p:nvSpPr>
            <p:spPr>
              <a:xfrm>
                <a:off x="1587369" y="4052241"/>
                <a:ext cx="735779" cy="369332"/>
              </a:xfrm>
              <a:prstGeom prst="rect">
                <a:avLst/>
              </a:prstGeom>
              <a:noFill/>
            </p:spPr>
            <p:txBody>
              <a:bodyPr wrap="none" rtlCol="0">
                <a:spAutoFit/>
              </a:bodyPr>
              <a:lstStyle/>
              <a:p>
                <a14:m>
                  <m:oMath xmlns:m="http://schemas.openxmlformats.org/officeDocument/2006/math">
                    <m:d>
                      <m:dPr>
                        <m:begChr m:val="["/>
                        <m:endChr m:val="]"/>
                        <m:ctrlPr>
                          <a:rPr lang="en-US" b="0" i="0" smtClean="0">
                            <a:latin typeface="Cambria Math" panose="02040503050406030204" pitchFamily="18" charset="0"/>
                          </a:rPr>
                        </m:ctrlPr>
                      </m:dPr>
                      <m:e>
                        <m:r>
                          <m:rPr>
                            <m:sty m:val="p"/>
                          </m:rPr>
                          <a:rPr lang="en-US" b="0" i="0" smtClean="0">
                            <a:latin typeface="Cambria Math" panose="02040503050406030204" pitchFamily="18" charset="0"/>
                          </a:rPr>
                          <m:t>rad</m:t>
                        </m:r>
                      </m:e>
                    </m:d>
                  </m:oMath>
                </a14:m>
                <a:r>
                  <a:rPr lang="en-US" dirty="0"/>
                  <a:t> </a:t>
                </a:r>
              </a:p>
            </p:txBody>
          </p:sp>
        </mc:Choice>
        <mc:Fallback xmlns="">
          <p:sp>
            <p:nvSpPr>
              <p:cNvPr id="23" name="TextBox 22">
                <a:extLst>
                  <a:ext uri="{FF2B5EF4-FFF2-40B4-BE49-F238E27FC236}">
                    <a16:creationId xmlns:a16="http://schemas.microsoft.com/office/drawing/2014/main" id="{09148263-9E9B-EA80-DE4E-92A54F275B5C}"/>
                  </a:ext>
                </a:extLst>
              </p:cNvPr>
              <p:cNvSpPr txBox="1">
                <a:spLocks noRot="1" noChangeAspect="1" noMove="1" noResize="1" noEditPoints="1" noAdjustHandles="1" noChangeArrowheads="1" noChangeShapeType="1" noTextEdit="1"/>
              </p:cNvSpPr>
              <p:nvPr/>
            </p:nvSpPr>
            <p:spPr>
              <a:xfrm>
                <a:off x="1587369" y="4052241"/>
                <a:ext cx="73577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F164547-9EEE-F0B7-7B48-644B8F261DA1}"/>
                  </a:ext>
                </a:extLst>
              </p:cNvPr>
              <p:cNvSpPr txBox="1"/>
              <p:nvPr/>
            </p:nvSpPr>
            <p:spPr>
              <a:xfrm>
                <a:off x="938406" y="5523732"/>
                <a:ext cx="597087" cy="369332"/>
              </a:xfrm>
              <a:prstGeom prst="rect">
                <a:avLst/>
              </a:prstGeom>
              <a:noFill/>
            </p:spPr>
            <p:txBody>
              <a:bodyPr wrap="none" rtlCol="0">
                <a:spAutoFit/>
              </a:bodyPr>
              <a:lstStyle/>
              <a:p>
                <a14:m>
                  <m:oMath xmlns:m="http://schemas.openxmlformats.org/officeDocument/2006/math">
                    <m:d>
                      <m:dPr>
                        <m:begChr m:val="["/>
                        <m:endChr m:val="]"/>
                        <m:ctrlPr>
                          <a:rPr lang="en-US" b="0" i="0" smtClean="0">
                            <a:latin typeface="Cambria Math" panose="02040503050406030204" pitchFamily="18" charset="0"/>
                          </a:rPr>
                        </m:ctrlPr>
                      </m:dPr>
                      <m:e>
                        <m:r>
                          <m:rPr>
                            <m:sty m:val="p"/>
                          </m:rPr>
                          <a:rPr lang="en-US" b="0" i="0" smtClean="0">
                            <a:latin typeface="Cambria Math" panose="02040503050406030204" pitchFamily="18" charset="0"/>
                          </a:rPr>
                          <m:t>m</m:t>
                        </m:r>
                      </m:e>
                    </m:d>
                  </m:oMath>
                </a14:m>
                <a:r>
                  <a:rPr lang="en-US" dirty="0"/>
                  <a:t> </a:t>
                </a:r>
              </a:p>
            </p:txBody>
          </p:sp>
        </mc:Choice>
        <mc:Fallback xmlns="">
          <p:sp>
            <p:nvSpPr>
              <p:cNvPr id="24" name="TextBox 23">
                <a:extLst>
                  <a:ext uri="{FF2B5EF4-FFF2-40B4-BE49-F238E27FC236}">
                    <a16:creationId xmlns:a16="http://schemas.microsoft.com/office/drawing/2014/main" id="{2F164547-9EEE-F0B7-7B48-644B8F261DA1}"/>
                  </a:ext>
                </a:extLst>
              </p:cNvPr>
              <p:cNvSpPr txBox="1">
                <a:spLocks noRot="1" noChangeAspect="1" noMove="1" noResize="1" noEditPoints="1" noAdjustHandles="1" noChangeArrowheads="1" noChangeShapeType="1" noTextEdit="1"/>
              </p:cNvSpPr>
              <p:nvPr/>
            </p:nvSpPr>
            <p:spPr>
              <a:xfrm>
                <a:off x="938406" y="5523732"/>
                <a:ext cx="59708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09F1DEE-F5B1-EC61-C506-1B0F79BA1AFF}"/>
                  </a:ext>
                </a:extLst>
              </p:cNvPr>
              <p:cNvSpPr txBox="1"/>
              <p:nvPr/>
            </p:nvSpPr>
            <p:spPr>
              <a:xfrm>
                <a:off x="1570885" y="5523732"/>
                <a:ext cx="1265603" cy="369332"/>
              </a:xfrm>
              <a:prstGeom prst="rect">
                <a:avLst/>
              </a:prstGeom>
              <a:noFill/>
            </p:spPr>
            <p:txBody>
              <a:bodyPr wrap="none" rtlCol="0">
                <a:spAutoFit/>
              </a:bodyPr>
              <a:lstStyle/>
              <a:p>
                <a14:m>
                  <m:oMath xmlns:m="http://schemas.openxmlformats.org/officeDocument/2006/math">
                    <m:d>
                      <m:dPr>
                        <m:begChr m:val="["/>
                        <m:endChr m:val="]"/>
                        <m:ctrlPr>
                          <a:rPr lang="en-US" b="0" i="0" smtClean="0">
                            <a:latin typeface="Cambria Math" panose="02040503050406030204" pitchFamily="18" charset="0"/>
                          </a:rPr>
                        </m:ctrlPr>
                      </m:dPr>
                      <m:e>
                        <m:r>
                          <m:rPr>
                            <m:sty m:val="p"/>
                          </m:rPr>
                          <a:rPr lang="en-US" b="0" i="0" smtClean="0">
                            <a:latin typeface="Cambria Math" panose="02040503050406030204" pitchFamily="18" charset="0"/>
                          </a:rPr>
                          <m:t>kg</m:t>
                        </m:r>
                        <m:r>
                          <a:rPr lang="en-US" b="0" i="1" smtClean="0">
                            <a:latin typeface="Cambria Math" panose="02040503050406030204" pitchFamily="18" charset="0"/>
                          </a:rPr>
                          <m:t> </m:t>
                        </m:r>
                        <m:r>
                          <m:rPr>
                            <m:sty m:val="p"/>
                          </m:rPr>
                          <a:rPr lang="en-US" b="0" i="0" smtClean="0">
                            <a:latin typeface="Cambria Math" panose="02040503050406030204" pitchFamily="18" charset="0"/>
                          </a:rPr>
                          <m:t>m</m:t>
                        </m:r>
                        <m:r>
                          <a:rPr lang="en-US" b="0" i="1" smtClean="0">
                            <a:latin typeface="Cambria Math" panose="02040503050406030204" pitchFamily="18" charset="0"/>
                          </a:rPr>
                          <m:t> </m:t>
                        </m:r>
                        <m:sSup>
                          <m:sSupPr>
                            <m:ctrlPr>
                              <a:rPr lang="en-US" b="0" i="0" smtClean="0">
                                <a:latin typeface="Cambria Math" panose="02040503050406030204" pitchFamily="18" charset="0"/>
                              </a:rPr>
                            </m:ctrlPr>
                          </m:sSupPr>
                          <m:e>
                            <m:r>
                              <m:rPr>
                                <m:sty m:val="p"/>
                              </m:rPr>
                              <a:rPr lang="en-US" b="0" i="0" smtClean="0">
                                <a:latin typeface="Cambria Math" panose="02040503050406030204" pitchFamily="18" charset="0"/>
                              </a:rPr>
                              <m:t>s</m:t>
                            </m:r>
                          </m:e>
                          <m:sup>
                            <m:r>
                              <a:rPr lang="en-US" b="0" i="1" smtClean="0">
                                <a:latin typeface="Cambria Math" panose="02040503050406030204" pitchFamily="18" charset="0"/>
                              </a:rPr>
                              <m:t>−1</m:t>
                            </m:r>
                          </m:sup>
                        </m:sSup>
                      </m:e>
                    </m:d>
                  </m:oMath>
                </a14:m>
                <a:r>
                  <a:rPr lang="en-US" dirty="0"/>
                  <a:t> </a:t>
                </a:r>
              </a:p>
            </p:txBody>
          </p:sp>
        </mc:Choice>
        <mc:Fallback xmlns="">
          <p:sp>
            <p:nvSpPr>
              <p:cNvPr id="25" name="TextBox 24">
                <a:extLst>
                  <a:ext uri="{FF2B5EF4-FFF2-40B4-BE49-F238E27FC236}">
                    <a16:creationId xmlns:a16="http://schemas.microsoft.com/office/drawing/2014/main" id="{809F1DEE-F5B1-EC61-C506-1B0F79BA1AFF}"/>
                  </a:ext>
                </a:extLst>
              </p:cNvPr>
              <p:cNvSpPr txBox="1">
                <a:spLocks noRot="1" noChangeAspect="1" noMove="1" noResize="1" noEditPoints="1" noAdjustHandles="1" noChangeArrowheads="1" noChangeShapeType="1" noTextEdit="1"/>
              </p:cNvSpPr>
              <p:nvPr/>
            </p:nvSpPr>
            <p:spPr>
              <a:xfrm>
                <a:off x="1570885" y="5523732"/>
                <a:ext cx="1265603" cy="369332"/>
              </a:xfrm>
              <a:prstGeom prst="rect">
                <a:avLst/>
              </a:prstGeom>
              <a:blipFill>
                <a:blip r:embed="rId10"/>
                <a:stretch>
                  <a:fillRect b="-6557"/>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7CF3EEEF-5B61-E5E8-F1F6-189E5FB1BF2C}"/>
              </a:ext>
            </a:extLst>
          </p:cNvPr>
          <p:cNvSpPr txBox="1">
            <a:spLocks/>
          </p:cNvSpPr>
          <p:nvPr/>
        </p:nvSpPr>
        <p:spPr>
          <a:xfrm>
            <a:off x="103955" y="84779"/>
            <a:ext cx="11984090" cy="897424"/>
          </a:xfrm>
          <a:prstGeom prst="rect">
            <a:avLst/>
          </a:prstGeom>
        </p:spPr>
        <p:txBody>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Tangent vectors in differential geometry</a:t>
            </a:r>
          </a:p>
        </p:txBody>
      </p:sp>
      <p:sp>
        <p:nvSpPr>
          <p:cNvPr id="5" name="Footer Placeholder 4">
            <a:extLst>
              <a:ext uri="{FF2B5EF4-FFF2-40B4-BE49-F238E27FC236}">
                <a16:creationId xmlns:a16="http://schemas.microsoft.com/office/drawing/2014/main" id="{3A33C97A-F9A3-FA52-D195-0D1B5F0F44AA}"/>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29A35685-F83A-99C4-7A9A-E09275430377}"/>
              </a:ext>
            </a:extLst>
          </p:cNvPr>
          <p:cNvSpPr>
            <a:spLocks noGrp="1"/>
          </p:cNvSpPr>
          <p:nvPr>
            <p:ph type="sldNum" sz="quarter" idx="12"/>
          </p:nvPr>
        </p:nvSpPr>
        <p:spPr/>
        <p:txBody>
          <a:bodyPr/>
          <a:lstStyle/>
          <a:p>
            <a:fld id="{F47845EA-7733-40EE-B074-20032348B727}" type="slidenum">
              <a:rPr lang="en-US" smtClean="0"/>
              <a:t>87</a:t>
            </a:fld>
            <a:endParaRPr lang="en-US"/>
          </a:p>
        </p:txBody>
      </p:sp>
    </p:spTree>
    <p:extLst>
      <p:ext uri="{BB962C8B-B14F-4D97-AF65-F5344CB8AC3E}">
        <p14:creationId xmlns:p14="http://schemas.microsoft.com/office/powerpoint/2010/main" val="70934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21" grpId="0"/>
      <p:bldP spid="22" grpId="0"/>
      <p:bldP spid="23" grpId="0"/>
      <p:bldP spid="24" grpId="0"/>
      <p:bldP spid="2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EB3FC56-F837-F5E4-F59A-2D858F43DF2A}"/>
                  </a:ext>
                </a:extLst>
              </p:cNvPr>
              <p:cNvSpPr txBox="1"/>
              <p:nvPr/>
            </p:nvSpPr>
            <p:spPr>
              <a:xfrm>
                <a:off x="1425230" y="1246537"/>
                <a:ext cx="8573629" cy="1200329"/>
              </a:xfrm>
              <a:prstGeom prst="rect">
                <a:avLst/>
              </a:prstGeom>
              <a:noFill/>
            </p:spPr>
            <p:txBody>
              <a:bodyPr wrap="none">
                <a:spAutoFit/>
              </a:bodyPr>
              <a:lstStyle/>
              <a:p>
                <a:pPr marL="342900" indent="-342900">
                  <a:buFont typeface="+mj-lt"/>
                  <a:buAutoNum type="arabicPeriod"/>
                </a:pPr>
                <a:r>
                  <a:rPr lang="en-US" sz="2400" dirty="0">
                    <a:solidFill>
                      <a:schemeClr val="tx1"/>
                    </a:solidFill>
                  </a:rPr>
                  <a:t>Every state is a single case (i.e. </a:t>
                </a:r>
                <a14:m>
                  <m:oMath xmlns:m="http://schemas.openxmlformats.org/officeDocument/2006/math">
                    <m:r>
                      <a:rPr lang="en-US" sz="2400" b="0" i="1" smtClean="0">
                        <a:solidFill>
                          <a:schemeClr val="tx1"/>
                        </a:solidFill>
                        <a:latin typeface="Cambria Math" panose="02040503050406030204" pitchFamily="18" charset="0"/>
                      </a:rPr>
                      <m:t>𝜇</m:t>
                    </m:r>
                    <m:d>
                      <m:dPr>
                        <m:ctrlPr>
                          <a:rPr lang="en-US" sz="2400" b="0" i="1" smtClean="0">
                            <a:solidFill>
                              <a:schemeClr val="tx1"/>
                            </a:solidFill>
                            <a:latin typeface="Cambria Math" panose="02040503050406030204" pitchFamily="18" charset="0"/>
                          </a:rPr>
                        </m:ctrlPr>
                      </m:dPr>
                      <m:e>
                        <m:d>
                          <m:dPr>
                            <m:begChr m:val="{"/>
                            <m:endChr m:val="}"/>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𝜓</m:t>
                            </m:r>
                          </m:e>
                        </m:d>
                      </m:e>
                    </m:d>
                    <m:r>
                      <a:rPr lang="en-US" sz="2400" b="0" i="1" smtClean="0">
                        <a:solidFill>
                          <a:schemeClr val="tx1"/>
                        </a:solidFill>
                        <a:latin typeface="Cambria Math" panose="02040503050406030204" pitchFamily="18" charset="0"/>
                      </a:rPr>
                      <m:t>=1</m:t>
                    </m:r>
                  </m:oMath>
                </a14:m>
                <a:r>
                  <a:rPr lang="en-US" sz="2400" dirty="0">
                    <a:solidFill>
                      <a:schemeClr val="tx1"/>
                    </a:solidFill>
                  </a:rPr>
                  <a:t>)</a:t>
                </a:r>
              </a:p>
              <a:p>
                <a:pPr marL="342900" indent="-342900">
                  <a:buFont typeface="+mj-lt"/>
                  <a:buAutoNum type="arabicPeriod"/>
                </a:pPr>
                <a:r>
                  <a:rPr lang="en-US" sz="2400" dirty="0">
                    <a:solidFill>
                      <a:schemeClr val="tx1"/>
                    </a:solidFill>
                  </a:rPr>
                  <a:t>Finite continuous range carries finite information (i.e. </a:t>
                </a:r>
                <a14:m>
                  <m:oMath xmlns:m="http://schemas.openxmlformats.org/officeDocument/2006/math">
                    <m:r>
                      <a:rPr lang="en-US" sz="2400" b="0" i="1" smtClean="0">
                        <a:solidFill>
                          <a:schemeClr val="tx1"/>
                        </a:solidFill>
                        <a:latin typeface="Cambria Math" panose="02040503050406030204" pitchFamily="18" charset="0"/>
                      </a:rPr>
                      <m:t>𝜇</m:t>
                    </m:r>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𝑈</m:t>
                        </m:r>
                      </m:e>
                    </m:d>
                    <m:r>
                      <a:rPr lang="en-US" sz="2400" b="0" i="1" smtClean="0">
                        <a:solidFill>
                          <a:schemeClr val="tx1"/>
                        </a:solidFill>
                        <a:latin typeface="Cambria Math" panose="02040503050406030204" pitchFamily="18" charset="0"/>
                      </a:rPr>
                      <m:t>&lt;∞</m:t>
                    </m:r>
                  </m:oMath>
                </a14:m>
                <a:r>
                  <a:rPr lang="en-US" sz="2400" dirty="0">
                    <a:solidFill>
                      <a:schemeClr val="tx1"/>
                    </a:solidFill>
                  </a:rPr>
                  <a:t>)</a:t>
                </a:r>
              </a:p>
              <a:p>
                <a:pPr marL="342900" indent="-342900">
                  <a:buFont typeface="+mj-lt"/>
                  <a:buAutoNum type="arabicPeriod"/>
                </a:pPr>
                <a:r>
                  <a:rPr lang="en-US" sz="2400" dirty="0">
                    <a:solidFill>
                      <a:schemeClr val="tx1"/>
                    </a:solidFill>
                  </a:rPr>
                  <a:t>Count is additive for disjoint sets (i.e. </a:t>
                </a:r>
                <a14:m>
                  <m:oMath xmlns:m="http://schemas.openxmlformats.org/officeDocument/2006/math">
                    <m:r>
                      <a:rPr lang="en-US" sz="2400" b="0" i="1" smtClean="0">
                        <a:solidFill>
                          <a:schemeClr val="tx1"/>
                        </a:solidFill>
                        <a:latin typeface="Cambria Math" panose="02040503050406030204" pitchFamily="18" charset="0"/>
                      </a:rPr>
                      <m:t>𝜇</m:t>
                    </m:r>
                    <m:d>
                      <m:dPr>
                        <m:ctrlPr>
                          <a:rPr lang="en-US" sz="2400" b="0" i="1" smtClean="0">
                            <a:solidFill>
                              <a:schemeClr val="tx1"/>
                            </a:solidFill>
                            <a:latin typeface="Cambria Math" panose="02040503050406030204" pitchFamily="18" charset="0"/>
                          </a:rPr>
                        </m:ctrlPr>
                      </m:dPr>
                      <m:e>
                        <m:r>
                          <a:rPr lang="en-US" sz="2400" b="0" i="1" smtClean="0">
                            <a:solidFill>
                              <a:schemeClr val="tx1"/>
                            </a:solidFill>
                            <a:latin typeface="Cambria Math" panose="02040503050406030204" pitchFamily="18" charset="0"/>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𝑈</m:t>
                            </m:r>
                          </m:e>
                          <m:sub>
                            <m:r>
                              <a:rPr lang="en-US" sz="2400" b="0" i="1" smtClean="0">
                                <a:solidFill>
                                  <a:schemeClr val="tx1"/>
                                </a:solidFill>
                                <a:latin typeface="Cambria Math" panose="02040503050406030204" pitchFamily="18" charset="0"/>
                              </a:rPr>
                              <m:t>𝑖</m:t>
                            </m:r>
                          </m:sub>
                        </m:sSub>
                      </m:e>
                    </m:d>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𝜇</m:t>
                    </m:r>
                    <m:d>
                      <m:dPr>
                        <m:ctrlPr>
                          <a:rPr lang="en-US" sz="2400" b="0" i="1" smtClean="0">
                            <a:solidFill>
                              <a:schemeClr val="tx1"/>
                            </a:solidFill>
                            <a:latin typeface="Cambria Math" panose="02040503050406030204" pitchFamily="18" charset="0"/>
                          </a:rPr>
                        </m:ctrlPr>
                      </m:dPr>
                      <m:e>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𝑈</m:t>
                            </m:r>
                          </m:e>
                          <m:sub>
                            <m:r>
                              <a:rPr lang="en-US" sz="2400" b="0" i="1" smtClean="0">
                                <a:solidFill>
                                  <a:schemeClr val="tx1"/>
                                </a:solidFill>
                                <a:latin typeface="Cambria Math" panose="02040503050406030204" pitchFamily="18" charset="0"/>
                              </a:rPr>
                              <m:t>𝑖</m:t>
                            </m:r>
                          </m:sub>
                        </m:sSub>
                      </m:e>
                    </m:d>
                  </m:oMath>
                </a14:m>
                <a:r>
                  <a:rPr lang="en-US" sz="2400" dirty="0">
                    <a:solidFill>
                      <a:schemeClr val="tx1"/>
                    </a:solidFill>
                  </a:rPr>
                  <a:t>)</a:t>
                </a:r>
              </a:p>
            </p:txBody>
          </p:sp>
        </mc:Choice>
        <mc:Fallback xmlns="">
          <p:sp>
            <p:nvSpPr>
              <p:cNvPr id="2" name="TextBox 1">
                <a:extLst>
                  <a:ext uri="{FF2B5EF4-FFF2-40B4-BE49-F238E27FC236}">
                    <a16:creationId xmlns:a16="http://schemas.microsoft.com/office/drawing/2014/main" id="{3EB3FC56-F837-F5E4-F59A-2D858F43DF2A}"/>
                  </a:ext>
                </a:extLst>
              </p:cNvPr>
              <p:cNvSpPr txBox="1">
                <a:spLocks noRot="1" noChangeAspect="1" noMove="1" noResize="1" noEditPoints="1" noAdjustHandles="1" noChangeArrowheads="1" noChangeShapeType="1" noTextEdit="1"/>
              </p:cNvSpPr>
              <p:nvPr/>
            </p:nvSpPr>
            <p:spPr>
              <a:xfrm>
                <a:off x="1425230" y="1246537"/>
                <a:ext cx="8573629" cy="1200329"/>
              </a:xfrm>
              <a:prstGeom prst="rect">
                <a:avLst/>
              </a:prstGeom>
              <a:blipFill>
                <a:blip r:embed="rId2"/>
                <a:stretch>
                  <a:fillRect l="-1138" t="-4569" r="-853" b="-1116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048C1ED-60DB-C5BD-1F5E-079066DF733B}"/>
              </a:ext>
            </a:extLst>
          </p:cNvPr>
          <p:cNvSpPr txBox="1"/>
          <p:nvPr/>
        </p:nvSpPr>
        <p:spPr>
          <a:xfrm>
            <a:off x="358588" y="161364"/>
            <a:ext cx="8695329" cy="646331"/>
          </a:xfrm>
          <a:prstGeom prst="rect">
            <a:avLst/>
          </a:prstGeom>
          <a:noFill/>
        </p:spPr>
        <p:txBody>
          <a:bodyPr wrap="none" rtlCol="0">
            <a:spAutoFit/>
          </a:bodyPr>
          <a:lstStyle/>
          <a:p>
            <a:r>
              <a:rPr lang="en-US" sz="3600" dirty="0"/>
              <a:t>The problem with counting on the continuum</a:t>
            </a:r>
          </a:p>
        </p:txBody>
      </p:sp>
      <p:sp>
        <p:nvSpPr>
          <p:cNvPr id="5" name="TextBox 4">
            <a:extLst>
              <a:ext uri="{FF2B5EF4-FFF2-40B4-BE49-F238E27FC236}">
                <a16:creationId xmlns:a16="http://schemas.microsoft.com/office/drawing/2014/main" id="{DFFD9495-7D9B-2EC3-9414-5288E009D99D}"/>
              </a:ext>
            </a:extLst>
          </p:cNvPr>
          <p:cNvSpPr txBox="1"/>
          <p:nvPr/>
        </p:nvSpPr>
        <p:spPr>
          <a:xfrm>
            <a:off x="9619087" y="2084942"/>
            <a:ext cx="1568314" cy="523220"/>
          </a:xfrm>
          <a:prstGeom prst="rect">
            <a:avLst/>
          </a:prstGeom>
          <a:noFill/>
        </p:spPr>
        <p:txBody>
          <a:bodyPr wrap="none" rtlCol="0">
            <a:spAutoFit/>
          </a:bodyPr>
          <a:lstStyle/>
          <a:p>
            <a:r>
              <a:rPr lang="en-US" sz="2800" b="1" dirty="0">
                <a:solidFill>
                  <a:srgbClr val="008000"/>
                </a:solidFill>
              </a:rPr>
              <a:t>Pick two!</a:t>
            </a:r>
          </a:p>
        </p:txBody>
      </p:sp>
      <p:sp>
        <p:nvSpPr>
          <p:cNvPr id="6" name="TextBox 5">
            <a:extLst>
              <a:ext uri="{FF2B5EF4-FFF2-40B4-BE49-F238E27FC236}">
                <a16:creationId xmlns:a16="http://schemas.microsoft.com/office/drawing/2014/main" id="{6D2ACB6B-F5D3-3E08-DD41-B06E1D11BB94}"/>
              </a:ext>
            </a:extLst>
          </p:cNvPr>
          <p:cNvSpPr txBox="1"/>
          <p:nvPr/>
        </p:nvSpPr>
        <p:spPr>
          <a:xfrm>
            <a:off x="878542" y="877205"/>
            <a:ext cx="1093376" cy="369332"/>
          </a:xfrm>
          <a:prstGeom prst="rect">
            <a:avLst/>
          </a:prstGeom>
          <a:noFill/>
        </p:spPr>
        <p:txBody>
          <a:bodyPr wrap="none" rtlCol="0">
            <a:spAutoFit/>
          </a:bodyPr>
          <a:lstStyle/>
          <a:p>
            <a:r>
              <a:rPr lang="en-US" dirty="0"/>
              <a:t>We’d like:</a:t>
            </a:r>
          </a:p>
        </p:txBody>
      </p:sp>
      <p:grpSp>
        <p:nvGrpSpPr>
          <p:cNvPr id="9" name="Group 8">
            <a:extLst>
              <a:ext uri="{FF2B5EF4-FFF2-40B4-BE49-F238E27FC236}">
                <a16:creationId xmlns:a16="http://schemas.microsoft.com/office/drawing/2014/main" id="{51490488-B659-2F2B-7511-290B3C8A3D4B}"/>
              </a:ext>
            </a:extLst>
          </p:cNvPr>
          <p:cNvGrpSpPr/>
          <p:nvPr/>
        </p:nvGrpSpPr>
        <p:grpSpPr>
          <a:xfrm>
            <a:off x="6816424" y="3042753"/>
            <a:ext cx="1110343" cy="1110344"/>
            <a:chOff x="5635690" y="3806890"/>
            <a:chExt cx="1110343" cy="1110344"/>
          </a:xfrm>
        </p:grpSpPr>
        <p:sp>
          <p:nvSpPr>
            <p:cNvPr id="19" name="Oval 18">
              <a:extLst>
                <a:ext uri="{FF2B5EF4-FFF2-40B4-BE49-F238E27FC236}">
                  <a16:creationId xmlns:a16="http://schemas.microsoft.com/office/drawing/2014/main" id="{E44B45F0-2B2F-583C-CD21-CDAB88AED400}"/>
                </a:ext>
              </a:extLst>
            </p:cNvPr>
            <p:cNvSpPr/>
            <p:nvPr/>
          </p:nvSpPr>
          <p:spPr>
            <a:xfrm>
              <a:off x="5635690" y="3806890"/>
              <a:ext cx="1110343" cy="11103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Oval 19">
              <a:extLst>
                <a:ext uri="{FF2B5EF4-FFF2-40B4-BE49-F238E27FC236}">
                  <a16:creationId xmlns:a16="http://schemas.microsoft.com/office/drawing/2014/main" id="{97F05EBD-289B-66EE-A34C-2E3E45F11391}"/>
                </a:ext>
              </a:extLst>
            </p:cNvPr>
            <p:cNvSpPr/>
            <p:nvPr/>
          </p:nvSpPr>
          <p:spPr>
            <a:xfrm>
              <a:off x="5847183" y="3806890"/>
              <a:ext cx="687355" cy="1110343"/>
            </a:xfrm>
            <a:prstGeom prst="ellipse">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Oval 9">
              <a:extLst>
                <a:ext uri="{FF2B5EF4-FFF2-40B4-BE49-F238E27FC236}">
                  <a16:creationId xmlns:a16="http://schemas.microsoft.com/office/drawing/2014/main" id="{FC4FC7B8-8CFE-BDA3-8004-BA07578DB84A}"/>
                </a:ext>
              </a:extLst>
            </p:cNvPr>
            <p:cNvSpPr/>
            <p:nvPr/>
          </p:nvSpPr>
          <p:spPr>
            <a:xfrm>
              <a:off x="6190860" y="3806890"/>
              <a:ext cx="343678" cy="1110344"/>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0" name="Oval 9">
            <a:extLst>
              <a:ext uri="{FF2B5EF4-FFF2-40B4-BE49-F238E27FC236}">
                <a16:creationId xmlns:a16="http://schemas.microsoft.com/office/drawing/2014/main" id="{46CFF108-91DF-5556-C9DB-CB3430EB7C6A}"/>
              </a:ext>
            </a:extLst>
          </p:cNvPr>
          <p:cNvSpPr/>
          <p:nvPr/>
        </p:nvSpPr>
        <p:spPr>
          <a:xfrm rot="2574255">
            <a:off x="7631492" y="3178699"/>
            <a:ext cx="111580"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52B84C2-4F8F-F14B-47B1-7032471B7DBE}"/>
              </a:ext>
            </a:extLst>
          </p:cNvPr>
          <p:cNvSpPr/>
          <p:nvPr/>
        </p:nvSpPr>
        <p:spPr>
          <a:xfrm rot="2574255">
            <a:off x="6993317" y="3950224"/>
            <a:ext cx="111580"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9089D17-0EBE-2208-2628-6B90A6BD51B0}"/>
              </a:ext>
            </a:extLst>
          </p:cNvPr>
          <p:cNvSpPr/>
          <p:nvPr/>
        </p:nvSpPr>
        <p:spPr>
          <a:xfrm rot="4206954">
            <a:off x="7765604" y="3413395"/>
            <a:ext cx="111580"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A13B4D4-40C9-B1D2-32FB-870BCC4A441A}"/>
                  </a:ext>
                </a:extLst>
              </p:cNvPr>
              <p:cNvSpPr txBox="1"/>
              <p:nvPr/>
            </p:nvSpPr>
            <p:spPr>
              <a:xfrm>
                <a:off x="7642397" y="2893537"/>
                <a:ext cx="385683"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𝐴</m:t>
                      </m:r>
                    </m:oMath>
                  </m:oMathPara>
                </a14:m>
                <a:endParaRPr lang="en-US" dirty="0"/>
              </a:p>
            </p:txBody>
          </p:sp>
        </mc:Choice>
        <mc:Fallback xmlns="">
          <p:sp>
            <p:nvSpPr>
              <p:cNvPr id="13" name="TextBox 12">
                <a:extLst>
                  <a:ext uri="{FF2B5EF4-FFF2-40B4-BE49-F238E27FC236}">
                    <a16:creationId xmlns:a16="http://schemas.microsoft.com/office/drawing/2014/main" id="{0A13B4D4-40C9-B1D2-32FB-870BCC4A441A}"/>
                  </a:ext>
                </a:extLst>
              </p:cNvPr>
              <p:cNvSpPr txBox="1">
                <a:spLocks noRot="1" noChangeAspect="1" noMove="1" noResize="1" noEditPoints="1" noAdjustHandles="1" noChangeArrowheads="1" noChangeShapeType="1" noTextEdit="1"/>
              </p:cNvSpPr>
              <p:nvPr/>
            </p:nvSpPr>
            <p:spPr>
              <a:xfrm>
                <a:off x="7642397" y="2893537"/>
                <a:ext cx="38568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ABB6F07-8628-12D9-90DA-F4A49817A7E7}"/>
                  </a:ext>
                </a:extLst>
              </p:cNvPr>
              <p:cNvSpPr txBox="1"/>
              <p:nvPr/>
            </p:nvSpPr>
            <p:spPr>
              <a:xfrm>
                <a:off x="6687323" y="3943031"/>
                <a:ext cx="396069"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𝐵</m:t>
                      </m:r>
                    </m:oMath>
                  </m:oMathPara>
                </a14:m>
                <a:endParaRPr lang="en-US" dirty="0"/>
              </a:p>
            </p:txBody>
          </p:sp>
        </mc:Choice>
        <mc:Fallback xmlns="">
          <p:sp>
            <p:nvSpPr>
              <p:cNvPr id="14" name="TextBox 13">
                <a:extLst>
                  <a:ext uri="{FF2B5EF4-FFF2-40B4-BE49-F238E27FC236}">
                    <a16:creationId xmlns:a16="http://schemas.microsoft.com/office/drawing/2014/main" id="{5ABB6F07-8628-12D9-90DA-F4A49817A7E7}"/>
                  </a:ext>
                </a:extLst>
              </p:cNvPr>
              <p:cNvSpPr txBox="1">
                <a:spLocks noRot="1" noChangeAspect="1" noMove="1" noResize="1" noEditPoints="1" noAdjustHandles="1" noChangeArrowheads="1" noChangeShapeType="1" noTextEdit="1"/>
              </p:cNvSpPr>
              <p:nvPr/>
            </p:nvSpPr>
            <p:spPr>
              <a:xfrm>
                <a:off x="6687323" y="3943031"/>
                <a:ext cx="39606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B858AF2-B8B5-E634-1D7F-21E1AE9F6E3D}"/>
                  </a:ext>
                </a:extLst>
              </p:cNvPr>
              <p:cNvSpPr txBox="1"/>
              <p:nvPr/>
            </p:nvSpPr>
            <p:spPr>
              <a:xfrm>
                <a:off x="7847226" y="3249456"/>
                <a:ext cx="385554"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𝐶</m:t>
                      </m:r>
                    </m:oMath>
                  </m:oMathPara>
                </a14:m>
                <a:endParaRPr lang="en-US" dirty="0"/>
              </a:p>
            </p:txBody>
          </p:sp>
        </mc:Choice>
        <mc:Fallback xmlns="">
          <p:sp>
            <p:nvSpPr>
              <p:cNvPr id="15" name="TextBox 14">
                <a:extLst>
                  <a:ext uri="{FF2B5EF4-FFF2-40B4-BE49-F238E27FC236}">
                    <a16:creationId xmlns:a16="http://schemas.microsoft.com/office/drawing/2014/main" id="{5B858AF2-B8B5-E634-1D7F-21E1AE9F6E3D}"/>
                  </a:ext>
                </a:extLst>
              </p:cNvPr>
              <p:cNvSpPr txBox="1">
                <a:spLocks noRot="1" noChangeAspect="1" noMove="1" noResize="1" noEditPoints="1" noAdjustHandles="1" noChangeArrowheads="1" noChangeShapeType="1" noTextEdit="1"/>
              </p:cNvSpPr>
              <p:nvPr/>
            </p:nvSpPr>
            <p:spPr>
              <a:xfrm>
                <a:off x="7847226" y="3249456"/>
                <a:ext cx="38555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E1AC582-DA98-4305-1EF4-5D26C0E38C4B}"/>
                  </a:ext>
                </a:extLst>
              </p:cNvPr>
              <p:cNvSpPr txBox="1"/>
              <p:nvPr/>
            </p:nvSpPr>
            <p:spPr>
              <a:xfrm>
                <a:off x="6581155" y="4218057"/>
                <a:ext cx="1481303"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𝜇</m:t>
                      </m:r>
                      <m:d>
                        <m:dPr>
                          <m:ctrlPr>
                            <a:rPr lang="en-US" sz="1400" b="0" i="1" smtClean="0">
                              <a:latin typeface="Cambria Math" panose="02040503050406030204" pitchFamily="18" charset="0"/>
                            </a:rPr>
                          </m:ctrlPr>
                        </m:dPr>
                        <m:e>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𝐴</m:t>
                              </m:r>
                            </m:e>
                          </m:d>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2</m:t>
                          </m:r>
                        </m:e>
                        <m:sup>
                          <m:r>
                            <a:rPr lang="en-US" sz="1400" b="0" i="1" smtClean="0">
                              <a:latin typeface="Cambria Math" panose="02040503050406030204" pitchFamily="18" charset="0"/>
                            </a:rPr>
                            <m:t>0</m:t>
                          </m:r>
                        </m:sup>
                      </m:sSup>
                      <m:r>
                        <a:rPr lang="en-US" sz="1400" b="0" i="1" smtClean="0">
                          <a:latin typeface="Cambria Math" panose="02040503050406030204" pitchFamily="18" charset="0"/>
                        </a:rPr>
                        <m:t>=1</m:t>
                      </m:r>
                    </m:oMath>
                  </m:oMathPara>
                </a14:m>
                <a:endParaRPr lang="en-US" sz="1400" dirty="0"/>
              </a:p>
            </p:txBody>
          </p:sp>
        </mc:Choice>
        <mc:Fallback xmlns="">
          <p:sp>
            <p:nvSpPr>
              <p:cNvPr id="16" name="TextBox 15">
                <a:extLst>
                  <a:ext uri="{FF2B5EF4-FFF2-40B4-BE49-F238E27FC236}">
                    <a16:creationId xmlns:a16="http://schemas.microsoft.com/office/drawing/2014/main" id="{CE1AC582-DA98-4305-1EF4-5D26C0E38C4B}"/>
                  </a:ext>
                </a:extLst>
              </p:cNvPr>
              <p:cNvSpPr txBox="1">
                <a:spLocks noRot="1" noChangeAspect="1" noMove="1" noResize="1" noEditPoints="1" noAdjustHandles="1" noChangeArrowheads="1" noChangeShapeType="1" noTextEdit="1"/>
              </p:cNvSpPr>
              <p:nvPr/>
            </p:nvSpPr>
            <p:spPr>
              <a:xfrm>
                <a:off x="6581155" y="4218057"/>
                <a:ext cx="1481303" cy="307777"/>
              </a:xfrm>
              <a:prstGeom prst="rect">
                <a:avLst/>
              </a:prstGeom>
              <a:blipFill>
                <a:blip r:embed="rId6"/>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65BDFC1-5EC0-5179-C043-B5822909ECA6}"/>
                  </a:ext>
                </a:extLst>
              </p:cNvPr>
              <p:cNvSpPr txBox="1"/>
              <p:nvPr/>
            </p:nvSpPr>
            <p:spPr>
              <a:xfrm>
                <a:off x="6581155" y="4558600"/>
                <a:ext cx="1667701"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𝜇</m:t>
                      </m:r>
                      <m:d>
                        <m:dPr>
                          <m:ctrlPr>
                            <a:rPr lang="en-US" sz="1400" b="0" i="1" smtClean="0">
                              <a:latin typeface="Cambria Math" panose="02040503050406030204" pitchFamily="18" charset="0"/>
                            </a:rPr>
                          </m:ctrlPr>
                        </m:dPr>
                        <m:e>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𝐴</m:t>
                              </m:r>
                              <m:r>
                                <a:rPr lang="en-US" sz="1400" b="0" i="1" smtClean="0">
                                  <a:latin typeface="Cambria Math" panose="02040503050406030204" pitchFamily="18" charset="0"/>
                                </a:rPr>
                                <m:t>,</m:t>
                              </m:r>
                              <m:r>
                                <a:rPr lang="en-US" sz="1400" b="0" i="1" smtClean="0">
                                  <a:latin typeface="Cambria Math" panose="02040503050406030204" pitchFamily="18" charset="0"/>
                                </a:rPr>
                                <m:t>𝐵</m:t>
                              </m:r>
                            </m:e>
                          </m:d>
                        </m:e>
                      </m:d>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2</m:t>
                          </m:r>
                        </m:e>
                        <m:sup>
                          <m:r>
                            <a:rPr lang="en-US" sz="1400" b="0" i="1" smtClean="0">
                              <a:latin typeface="Cambria Math" panose="02040503050406030204" pitchFamily="18" charset="0"/>
                            </a:rPr>
                            <m:t>1</m:t>
                          </m:r>
                        </m:sup>
                      </m:sSup>
                      <m:r>
                        <a:rPr lang="en-US" sz="1400" b="0" i="1" smtClean="0">
                          <a:latin typeface="Cambria Math" panose="02040503050406030204" pitchFamily="18" charset="0"/>
                        </a:rPr>
                        <m:t>=2</m:t>
                      </m:r>
                    </m:oMath>
                  </m:oMathPara>
                </a14:m>
                <a:endParaRPr lang="en-US" sz="1400" dirty="0"/>
              </a:p>
            </p:txBody>
          </p:sp>
        </mc:Choice>
        <mc:Fallback xmlns="">
          <p:sp>
            <p:nvSpPr>
              <p:cNvPr id="17" name="TextBox 16">
                <a:extLst>
                  <a:ext uri="{FF2B5EF4-FFF2-40B4-BE49-F238E27FC236}">
                    <a16:creationId xmlns:a16="http://schemas.microsoft.com/office/drawing/2014/main" id="{B65BDFC1-5EC0-5179-C043-B5822909ECA6}"/>
                  </a:ext>
                </a:extLst>
              </p:cNvPr>
              <p:cNvSpPr txBox="1">
                <a:spLocks noRot="1" noChangeAspect="1" noMove="1" noResize="1" noEditPoints="1" noAdjustHandles="1" noChangeArrowheads="1" noChangeShapeType="1" noTextEdit="1"/>
              </p:cNvSpPr>
              <p:nvPr/>
            </p:nvSpPr>
            <p:spPr>
              <a:xfrm>
                <a:off x="6581155" y="4558600"/>
                <a:ext cx="1667701" cy="307777"/>
              </a:xfrm>
              <a:prstGeom prst="rect">
                <a:avLst/>
              </a:prstGeom>
              <a:blipFill>
                <a:blip r:embed="rId7"/>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D541352-B1AE-C710-D388-BB6C41F46E22}"/>
                  </a:ext>
                </a:extLst>
              </p:cNvPr>
              <p:cNvSpPr txBox="1"/>
              <p:nvPr/>
            </p:nvSpPr>
            <p:spPr>
              <a:xfrm>
                <a:off x="6581155" y="4899143"/>
                <a:ext cx="2707728" cy="307777"/>
              </a:xfrm>
              <a:prstGeom prst="rect">
                <a:avLst/>
              </a:prstGeom>
              <a:noFill/>
            </p:spPr>
            <p:txBody>
              <a:bodyPr wrap="none" rtlCol="0">
                <a:spAutoFit/>
              </a:bodyPr>
              <a:lstStyle/>
              <a:p>
                <a:pPr/>
                <a14:m>
                  <m:oMathPara xmlns:m="http://schemas.openxmlformats.org/officeDocument/2006/math">
                    <m:oMath>
                      <m:r>
                        <a:rPr lang="en-US" sz="1400" b="0" i="1" smtClean="0">
                          <a:latin typeface="Cambria Math" panose="02040503050406030204" pitchFamily="18" charset="0"/>
                        </a:rPr>
                        <m:t>𝜇</m:t>
                      </m:r>
                      <m:d>
                        <m:dPr>
                          <m:ctrlPr>
                            <a:rPr lang="en-US" sz="1400" b="0" i="1" smtClean="0">
                              <a:latin typeface="Cambria Math" panose="02040503050406030204" pitchFamily="18" charset="0"/>
                            </a:rPr>
                          </m:ctrlPr>
                        </m:dPr>
                        <m:e>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𝐴</m:t>
                              </m:r>
                              <m:r>
                                <a:rPr lang="en-US" sz="1400" b="0" i="1" smtClean="0">
                                  <a:latin typeface="Cambria Math" panose="02040503050406030204" pitchFamily="18" charset="0"/>
                                </a:rPr>
                                <m:t>,</m:t>
                              </m:r>
                              <m:r>
                                <a:rPr lang="en-US" sz="1400" b="0" i="1" smtClean="0">
                                  <a:latin typeface="Cambria Math" panose="02040503050406030204" pitchFamily="18" charset="0"/>
                                </a:rPr>
                                <m:t>𝐶</m:t>
                              </m:r>
                            </m:e>
                          </m:d>
                        </m:e>
                      </m:d>
                      <m:r>
                        <a:rPr lang="en-US" sz="1400" b="0" i="1" smtClean="0">
                          <a:latin typeface="Cambria Math" panose="02040503050406030204" pitchFamily="18" charset="0"/>
                        </a:rPr>
                        <m:t>&lt;2=</m:t>
                      </m:r>
                      <m:r>
                        <a:rPr lang="en-US" sz="1400" i="1">
                          <a:latin typeface="Cambria Math" panose="02040503050406030204" pitchFamily="18" charset="0"/>
                        </a:rPr>
                        <m:t>𝜇</m:t>
                      </m:r>
                      <m:d>
                        <m:dPr>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𝐴</m:t>
                              </m:r>
                            </m:e>
                          </m:d>
                        </m:e>
                      </m:d>
                      <m:r>
                        <a:rPr lang="en-US" sz="1400" b="0" i="1" smtClean="0">
                          <a:latin typeface="Cambria Math" panose="02040503050406030204" pitchFamily="18" charset="0"/>
                        </a:rPr>
                        <m:t>+</m:t>
                      </m:r>
                      <m:r>
                        <a:rPr lang="en-US" sz="1400" i="1">
                          <a:latin typeface="Cambria Math" panose="02040503050406030204" pitchFamily="18" charset="0"/>
                        </a:rPr>
                        <m:t>𝜇</m:t>
                      </m:r>
                      <m:d>
                        <m:dPr>
                          <m:ctrlPr>
                            <a:rPr lang="en-US" sz="1400" b="0" i="1" smtClean="0">
                              <a:latin typeface="Cambria Math" panose="02040503050406030204" pitchFamily="18" charset="0"/>
                            </a:rPr>
                          </m:ctrlPr>
                        </m:dPr>
                        <m:e>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𝐶</m:t>
                              </m:r>
                            </m:e>
                          </m:d>
                        </m:e>
                      </m:d>
                    </m:oMath>
                  </m:oMathPara>
                </a14:m>
                <a:endParaRPr lang="en-US" sz="1400" dirty="0"/>
              </a:p>
            </p:txBody>
          </p:sp>
        </mc:Choice>
        <mc:Fallback xmlns="">
          <p:sp>
            <p:nvSpPr>
              <p:cNvPr id="18" name="TextBox 17">
                <a:extLst>
                  <a:ext uri="{FF2B5EF4-FFF2-40B4-BE49-F238E27FC236}">
                    <a16:creationId xmlns:a16="http://schemas.microsoft.com/office/drawing/2014/main" id="{0D541352-B1AE-C710-D388-BB6C41F46E22}"/>
                  </a:ext>
                </a:extLst>
              </p:cNvPr>
              <p:cNvSpPr txBox="1">
                <a:spLocks noRot="1" noChangeAspect="1" noMove="1" noResize="1" noEditPoints="1" noAdjustHandles="1" noChangeArrowheads="1" noChangeShapeType="1" noTextEdit="1"/>
              </p:cNvSpPr>
              <p:nvPr/>
            </p:nvSpPr>
            <p:spPr>
              <a:xfrm>
                <a:off x="6581155" y="4899143"/>
                <a:ext cx="2707728" cy="307777"/>
              </a:xfrm>
              <a:prstGeom prst="rect">
                <a:avLst/>
              </a:prstGeom>
              <a:blipFill>
                <a:blip r:embed="rId8"/>
                <a:stretch>
                  <a:fillRect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A555249-5F97-B990-56F9-9E5A5CFE4952}"/>
                  </a:ext>
                </a:extLst>
              </p:cNvPr>
              <p:cNvSpPr txBox="1"/>
              <p:nvPr/>
            </p:nvSpPr>
            <p:spPr>
              <a:xfrm>
                <a:off x="4017562" y="2564479"/>
                <a:ext cx="3038717" cy="369332"/>
              </a:xfrm>
              <a:prstGeom prst="rect">
                <a:avLst/>
              </a:prstGeom>
              <a:noFill/>
            </p:spPr>
            <p:txBody>
              <a:bodyPr wrap="none" rtlCol="0">
                <a:spAutoFit/>
              </a:bodyPr>
              <a:lstStyle/>
              <a:p>
                <a:r>
                  <a:rPr lang="en-US" dirty="0"/>
                  <a:t>Discard 2 </a:t>
                </a:r>
                <a14:m>
                  <m:oMath xmlns:m="http://schemas.openxmlformats.org/officeDocument/2006/math">
                    <m:r>
                      <a:rPr lang="en-US" b="0" i="1" smtClean="0">
                        <a:latin typeface="Cambria Math" panose="02040503050406030204" pitchFamily="18" charset="0"/>
                      </a:rPr>
                      <m:t>⇒</m:t>
                    </m:r>
                  </m:oMath>
                </a14:m>
                <a:r>
                  <a:rPr lang="en-US" dirty="0"/>
                  <a:t> counting measure</a:t>
                </a:r>
              </a:p>
            </p:txBody>
          </p:sp>
        </mc:Choice>
        <mc:Fallback xmlns="">
          <p:sp>
            <p:nvSpPr>
              <p:cNvPr id="22" name="TextBox 21">
                <a:extLst>
                  <a:ext uri="{FF2B5EF4-FFF2-40B4-BE49-F238E27FC236}">
                    <a16:creationId xmlns:a16="http://schemas.microsoft.com/office/drawing/2014/main" id="{0A555249-5F97-B990-56F9-9E5A5CFE4952}"/>
                  </a:ext>
                </a:extLst>
              </p:cNvPr>
              <p:cNvSpPr txBox="1">
                <a:spLocks noRot="1" noChangeAspect="1" noMove="1" noResize="1" noEditPoints="1" noAdjustHandles="1" noChangeArrowheads="1" noChangeShapeType="1" noTextEdit="1"/>
              </p:cNvSpPr>
              <p:nvPr/>
            </p:nvSpPr>
            <p:spPr>
              <a:xfrm>
                <a:off x="4017562" y="2564479"/>
                <a:ext cx="3038717" cy="369332"/>
              </a:xfrm>
              <a:prstGeom prst="rect">
                <a:avLst/>
              </a:prstGeom>
              <a:blipFill>
                <a:blip r:embed="rId9"/>
                <a:stretch>
                  <a:fillRect l="-1603" t="-10000" r="-1202"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139725C-33EE-3985-AB91-DC35E49A6DBD}"/>
                  </a:ext>
                </a:extLst>
              </p:cNvPr>
              <p:cNvSpPr txBox="1"/>
              <p:nvPr/>
            </p:nvSpPr>
            <p:spPr>
              <a:xfrm>
                <a:off x="691441" y="2558593"/>
                <a:ext cx="3105274" cy="369332"/>
              </a:xfrm>
              <a:prstGeom prst="rect">
                <a:avLst/>
              </a:prstGeom>
              <a:noFill/>
            </p:spPr>
            <p:txBody>
              <a:bodyPr wrap="none" rtlCol="0">
                <a:spAutoFit/>
              </a:bodyPr>
              <a:lstStyle/>
              <a:p>
                <a:r>
                  <a:rPr lang="en-US" dirty="0"/>
                  <a:t>Discard 1 </a:t>
                </a:r>
                <a14:m>
                  <m:oMath xmlns:m="http://schemas.openxmlformats.org/officeDocument/2006/math">
                    <m:r>
                      <a:rPr lang="en-US" b="0" i="1" smtClean="0">
                        <a:latin typeface="Cambria Math" panose="02040503050406030204" pitchFamily="18" charset="0"/>
                      </a:rPr>
                      <m:t>⇒</m:t>
                    </m:r>
                  </m:oMath>
                </a14:m>
                <a:r>
                  <a:rPr lang="en-US" dirty="0"/>
                  <a:t> Lebesgue measure</a:t>
                </a:r>
              </a:p>
            </p:txBody>
          </p:sp>
        </mc:Choice>
        <mc:Fallback xmlns="">
          <p:sp>
            <p:nvSpPr>
              <p:cNvPr id="23" name="TextBox 22">
                <a:extLst>
                  <a:ext uri="{FF2B5EF4-FFF2-40B4-BE49-F238E27FC236}">
                    <a16:creationId xmlns:a16="http://schemas.microsoft.com/office/drawing/2014/main" id="{1139725C-33EE-3985-AB91-DC35E49A6DBD}"/>
                  </a:ext>
                </a:extLst>
              </p:cNvPr>
              <p:cNvSpPr txBox="1">
                <a:spLocks noRot="1" noChangeAspect="1" noMove="1" noResize="1" noEditPoints="1" noAdjustHandles="1" noChangeArrowheads="1" noChangeShapeType="1" noTextEdit="1"/>
              </p:cNvSpPr>
              <p:nvPr/>
            </p:nvSpPr>
            <p:spPr>
              <a:xfrm>
                <a:off x="691441" y="2558593"/>
                <a:ext cx="3105274" cy="369332"/>
              </a:xfrm>
              <a:prstGeom prst="rect">
                <a:avLst/>
              </a:prstGeom>
              <a:blipFill>
                <a:blip r:embed="rId10"/>
                <a:stretch>
                  <a:fillRect l="-1569" t="-10000" r="-1176"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962CCDB-5EE9-548A-7FAC-D0700A0F2BE3}"/>
                  </a:ext>
                </a:extLst>
              </p:cNvPr>
              <p:cNvSpPr txBox="1"/>
              <p:nvPr/>
            </p:nvSpPr>
            <p:spPr>
              <a:xfrm>
                <a:off x="2082137" y="2968698"/>
                <a:ext cx="3299429" cy="369332"/>
              </a:xfrm>
              <a:prstGeom prst="rect">
                <a:avLst/>
              </a:prstGeom>
              <a:noFill/>
            </p:spPr>
            <p:txBody>
              <a:bodyPr wrap="none" rtlCol="0">
                <a:spAutoFit/>
              </a:bodyPr>
              <a:lstStyle/>
              <a:p>
                <a:r>
                  <a:rPr lang="en-US" dirty="0"/>
                  <a:t>Discard 3 </a:t>
                </a:r>
                <a14:m>
                  <m:oMath xmlns:m="http://schemas.openxmlformats.org/officeDocument/2006/math">
                    <m:r>
                      <a:rPr lang="en-US" b="0" i="1" smtClean="0">
                        <a:latin typeface="Cambria Math" panose="02040503050406030204" pitchFamily="18" charset="0"/>
                      </a:rPr>
                      <m:t>⇒</m:t>
                    </m:r>
                  </m:oMath>
                </a14:m>
                <a:r>
                  <a:rPr lang="en-US" dirty="0"/>
                  <a:t> “Quantum measure”</a:t>
                </a:r>
              </a:p>
            </p:txBody>
          </p:sp>
        </mc:Choice>
        <mc:Fallback xmlns="">
          <p:sp>
            <p:nvSpPr>
              <p:cNvPr id="24" name="TextBox 23">
                <a:extLst>
                  <a:ext uri="{FF2B5EF4-FFF2-40B4-BE49-F238E27FC236}">
                    <a16:creationId xmlns:a16="http://schemas.microsoft.com/office/drawing/2014/main" id="{2962CCDB-5EE9-548A-7FAC-D0700A0F2BE3}"/>
                  </a:ext>
                </a:extLst>
              </p:cNvPr>
              <p:cNvSpPr txBox="1">
                <a:spLocks noRot="1" noChangeAspect="1" noMove="1" noResize="1" noEditPoints="1" noAdjustHandles="1" noChangeArrowheads="1" noChangeShapeType="1" noTextEdit="1"/>
              </p:cNvSpPr>
              <p:nvPr/>
            </p:nvSpPr>
            <p:spPr>
              <a:xfrm>
                <a:off x="2082137" y="2968698"/>
                <a:ext cx="3299429" cy="369332"/>
              </a:xfrm>
              <a:prstGeom prst="rect">
                <a:avLst/>
              </a:prstGeom>
              <a:blipFill>
                <a:blip r:embed="rId11"/>
                <a:stretch>
                  <a:fillRect l="-1664" t="-9836" r="-1109"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489BEB4-03F1-C780-D2EF-45E8A2F0D9DE}"/>
                  </a:ext>
                </a:extLst>
              </p:cNvPr>
              <p:cNvSpPr txBox="1"/>
              <p:nvPr/>
            </p:nvSpPr>
            <p:spPr>
              <a:xfrm>
                <a:off x="691441" y="3527178"/>
                <a:ext cx="3201261" cy="612284"/>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𝑈</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sup</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𝑆</m:t>
                                  </m:r>
                                  <m:d>
                                    <m:dPr>
                                      <m:ctrlPr>
                                        <a:rPr lang="en-US" sz="2400" b="0" i="1" smtClean="0">
                                          <a:latin typeface="Cambria Math" panose="02040503050406030204" pitchFamily="18" charset="0"/>
                                        </a:rPr>
                                      </m:ctrlPr>
                                    </m:dPr>
                                    <m:e>
                                      <m:r>
                                        <m:rPr>
                                          <m:sty m:val="p"/>
                                        </m:rPr>
                                        <a:rPr lang="en-US" sz="2400" b="0" i="1" smtClean="0">
                                          <a:latin typeface="Cambria Math" panose="02040503050406030204" pitchFamily="18" charset="0"/>
                                        </a:rPr>
                                        <m:t>hull</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𝑈</m:t>
                                          </m:r>
                                        </m:e>
                                      </m:d>
                                    </m:e>
                                  </m:d>
                                </m:e>
                              </m:d>
                            </m:e>
                          </m:func>
                        </m:sup>
                      </m:sSup>
                    </m:oMath>
                  </m:oMathPara>
                </a14:m>
                <a:endParaRPr lang="en-US" sz="2400" dirty="0"/>
              </a:p>
            </p:txBody>
          </p:sp>
        </mc:Choice>
        <mc:Fallback xmlns="">
          <p:sp>
            <p:nvSpPr>
              <p:cNvPr id="25" name="TextBox 24">
                <a:extLst>
                  <a:ext uri="{FF2B5EF4-FFF2-40B4-BE49-F238E27FC236}">
                    <a16:creationId xmlns:a16="http://schemas.microsoft.com/office/drawing/2014/main" id="{E489BEB4-03F1-C780-D2EF-45E8A2F0D9DE}"/>
                  </a:ext>
                </a:extLst>
              </p:cNvPr>
              <p:cNvSpPr txBox="1">
                <a:spLocks noRot="1" noChangeAspect="1" noMove="1" noResize="1" noEditPoints="1" noAdjustHandles="1" noChangeArrowheads="1" noChangeShapeType="1" noTextEdit="1"/>
              </p:cNvSpPr>
              <p:nvPr/>
            </p:nvSpPr>
            <p:spPr>
              <a:xfrm>
                <a:off x="691441" y="3527178"/>
                <a:ext cx="3201261" cy="61228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C18BCAB-6E4E-44B7-64E2-D3E769C7FE56}"/>
                  </a:ext>
                </a:extLst>
              </p:cNvPr>
              <p:cNvSpPr txBox="1"/>
              <p:nvPr/>
            </p:nvSpPr>
            <p:spPr>
              <a:xfrm>
                <a:off x="459847" y="4376066"/>
                <a:ext cx="5589463" cy="523220"/>
              </a:xfrm>
              <a:prstGeom prst="rect">
                <a:avLst/>
              </a:prstGeom>
              <a:noFill/>
            </p:spPr>
            <p:txBody>
              <a:bodyPr wrap="square" rtlCol="0">
                <a:spAutoFit/>
              </a:bodyPr>
              <a:lstStyle/>
              <a:p>
                <a:r>
                  <a:rPr lang="en-US" sz="1400" dirty="0"/>
                  <a:t>Exponential of the maximum entropy reachable with convex combinations (statistical mixtures) of </a:t>
                </a:r>
                <a14:m>
                  <m:oMath xmlns:m="http://schemas.openxmlformats.org/officeDocument/2006/math">
                    <m:r>
                      <a:rPr lang="en-US" sz="1400" b="0" i="1" smtClean="0">
                        <a:latin typeface="Cambria Math" panose="02040503050406030204" pitchFamily="18" charset="0"/>
                      </a:rPr>
                      <m:t>𝑈</m:t>
                    </m:r>
                  </m:oMath>
                </a14:m>
                <a:r>
                  <a:rPr lang="en-US" sz="1400" dirty="0"/>
                  <a:t> (reduces to counting/Liouville measure)</a:t>
                </a:r>
              </a:p>
            </p:txBody>
          </p:sp>
        </mc:Choice>
        <mc:Fallback xmlns="">
          <p:sp>
            <p:nvSpPr>
              <p:cNvPr id="27" name="TextBox 26">
                <a:extLst>
                  <a:ext uri="{FF2B5EF4-FFF2-40B4-BE49-F238E27FC236}">
                    <a16:creationId xmlns:a16="http://schemas.microsoft.com/office/drawing/2014/main" id="{3C18BCAB-6E4E-44B7-64E2-D3E769C7FE56}"/>
                  </a:ext>
                </a:extLst>
              </p:cNvPr>
              <p:cNvSpPr txBox="1">
                <a:spLocks noRot="1" noChangeAspect="1" noMove="1" noResize="1" noEditPoints="1" noAdjustHandles="1" noChangeArrowheads="1" noChangeShapeType="1" noTextEdit="1"/>
              </p:cNvSpPr>
              <p:nvPr/>
            </p:nvSpPr>
            <p:spPr>
              <a:xfrm>
                <a:off x="459847" y="4376066"/>
                <a:ext cx="5589463" cy="523220"/>
              </a:xfrm>
              <a:prstGeom prst="rect">
                <a:avLst/>
              </a:prstGeom>
              <a:blipFill>
                <a:blip r:embed="rId13"/>
                <a:stretch>
                  <a:fillRect l="-327" t="-2326" r="-327" b="-10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itle 1">
                <a:extLst>
                  <a:ext uri="{FF2B5EF4-FFF2-40B4-BE49-F238E27FC236}">
                    <a16:creationId xmlns:a16="http://schemas.microsoft.com/office/drawing/2014/main" id="{6ED82D20-541F-227F-1CDA-3AC7DF377438}"/>
                  </a:ext>
                </a:extLst>
              </p:cNvPr>
              <p:cNvSpPr txBox="1">
                <a:spLocks/>
              </p:cNvSpPr>
              <p:nvPr/>
            </p:nvSpPr>
            <p:spPr>
              <a:xfrm>
                <a:off x="493679" y="5361667"/>
                <a:ext cx="7351884" cy="1089529"/>
              </a:xfrm>
              <a:prstGeom prst="rect">
                <a:avLst/>
              </a:prstGeom>
            </p:spPr>
            <p:txBody>
              <a:bodyPr wrap="none">
                <a:sp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3600" dirty="0">
                    <a:latin typeface="+mn-lt"/>
                  </a:rPr>
                  <a:t>Quantum mechanics </a:t>
                </a:r>
                <a14:m>
                  <m:oMath xmlns:m="http://schemas.openxmlformats.org/officeDocument/2006/math">
                    <m:r>
                      <a:rPr lang="en-US" sz="3600" b="0" i="1" smtClean="0">
                        <a:latin typeface="Cambria Math" panose="02040503050406030204" pitchFamily="18" charset="0"/>
                      </a:rPr>
                      <m:t>⇒</m:t>
                    </m:r>
                  </m:oMath>
                </a14:m>
                <a:r>
                  <a:rPr lang="en-US" sz="3600" b="0" dirty="0">
                    <a:latin typeface="+mn-lt"/>
                  </a:rPr>
                  <a:t> lower bound</a:t>
                </a:r>
                <a:br>
                  <a:rPr lang="en-US" sz="3600" b="0" dirty="0">
                    <a:latin typeface="+mn-lt"/>
                  </a:rPr>
                </a:br>
                <a:r>
                  <a:rPr lang="en-US" sz="3600" b="0" dirty="0">
                    <a:latin typeface="+mn-lt"/>
                  </a:rPr>
                  <a:t>on #conf (entropy) on continuous DOF</a:t>
                </a:r>
                <a:endParaRPr lang="en-US" sz="2800" dirty="0">
                  <a:latin typeface="+mn-lt"/>
                </a:endParaRPr>
              </a:p>
            </p:txBody>
          </p:sp>
        </mc:Choice>
        <mc:Fallback xmlns="">
          <p:sp>
            <p:nvSpPr>
              <p:cNvPr id="28" name="Title 1">
                <a:extLst>
                  <a:ext uri="{FF2B5EF4-FFF2-40B4-BE49-F238E27FC236}">
                    <a16:creationId xmlns:a16="http://schemas.microsoft.com/office/drawing/2014/main" id="{6ED82D20-541F-227F-1CDA-3AC7DF377438}"/>
                  </a:ext>
                </a:extLst>
              </p:cNvPr>
              <p:cNvSpPr txBox="1">
                <a:spLocks noRot="1" noChangeAspect="1" noMove="1" noResize="1" noEditPoints="1" noAdjustHandles="1" noChangeArrowheads="1" noChangeShapeType="1" noTextEdit="1"/>
              </p:cNvSpPr>
              <p:nvPr/>
            </p:nvSpPr>
            <p:spPr>
              <a:xfrm>
                <a:off x="493679" y="5361667"/>
                <a:ext cx="7351884" cy="1089529"/>
              </a:xfrm>
              <a:prstGeom prst="rect">
                <a:avLst/>
              </a:prstGeom>
              <a:blipFill>
                <a:blip r:embed="rId14"/>
                <a:stretch>
                  <a:fillRect l="-2570" t="-14045" r="-1493" b="-20787"/>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938661EE-9281-AAD2-AAF3-7C29510645B5}"/>
              </a:ext>
            </a:extLst>
          </p:cNvPr>
          <p:cNvSpPr txBox="1"/>
          <p:nvPr/>
        </p:nvSpPr>
        <p:spPr>
          <a:xfrm rot="1176489">
            <a:off x="9272937" y="1364106"/>
            <a:ext cx="1516697" cy="369332"/>
          </a:xfrm>
          <a:prstGeom prst="rect">
            <a:avLst/>
          </a:prstGeom>
          <a:noFill/>
        </p:spPr>
        <p:txBody>
          <a:bodyPr wrap="none" rtlCol="0">
            <a:spAutoFit/>
          </a:bodyPr>
          <a:lstStyle/>
          <a:p>
            <a:r>
              <a:rPr lang="en-US" b="1" dirty="0">
                <a:solidFill>
                  <a:srgbClr val="C00000"/>
                </a:solidFill>
              </a:rPr>
              <a:t>Incompatible!</a:t>
            </a:r>
          </a:p>
        </p:txBody>
      </p:sp>
      <p:cxnSp>
        <p:nvCxnSpPr>
          <p:cNvPr id="31" name="Straight Arrow Connector 30">
            <a:extLst>
              <a:ext uri="{FF2B5EF4-FFF2-40B4-BE49-F238E27FC236}">
                <a16:creationId xmlns:a16="http://schemas.microsoft.com/office/drawing/2014/main" id="{D52444C6-CB59-D03D-CBE2-870EBED33518}"/>
              </a:ext>
            </a:extLst>
          </p:cNvPr>
          <p:cNvCxnSpPr>
            <a:cxnSpLocks/>
          </p:cNvCxnSpPr>
          <p:nvPr/>
        </p:nvCxnSpPr>
        <p:spPr>
          <a:xfrm flipH="1">
            <a:off x="7842624" y="3192883"/>
            <a:ext cx="4967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2920ABE-D699-F473-3618-4B35BE87206E}"/>
              </a:ext>
            </a:extLst>
          </p:cNvPr>
          <p:cNvSpPr txBox="1"/>
          <p:nvPr/>
        </p:nvSpPr>
        <p:spPr>
          <a:xfrm>
            <a:off x="8422837" y="2932566"/>
            <a:ext cx="3669084" cy="830997"/>
          </a:xfrm>
          <a:prstGeom prst="rect">
            <a:avLst/>
          </a:prstGeom>
          <a:noFill/>
        </p:spPr>
        <p:txBody>
          <a:bodyPr wrap="square" rtlCol="0">
            <a:spAutoFit/>
          </a:bodyPr>
          <a:lstStyle/>
          <a:p>
            <a:r>
              <a:rPr lang="en-US" sz="1600" dirty="0">
                <a:solidFill>
                  <a:schemeClr val="accent6">
                    <a:lumMod val="75000"/>
                  </a:schemeClr>
                </a:solidFill>
              </a:rPr>
              <a:t>Non-orthogonal states: different states but in different contexts; not mutually exclusive</a:t>
            </a:r>
          </a:p>
        </p:txBody>
      </p:sp>
      <p:sp>
        <p:nvSpPr>
          <p:cNvPr id="33" name="TextBox 32">
            <a:extLst>
              <a:ext uri="{FF2B5EF4-FFF2-40B4-BE49-F238E27FC236}">
                <a16:creationId xmlns:a16="http://schemas.microsoft.com/office/drawing/2014/main" id="{707F340E-9D14-BA01-292D-F61E21577325}"/>
              </a:ext>
            </a:extLst>
          </p:cNvPr>
          <p:cNvSpPr txBox="1"/>
          <p:nvPr/>
        </p:nvSpPr>
        <p:spPr>
          <a:xfrm>
            <a:off x="4230398" y="3368372"/>
            <a:ext cx="2892868" cy="830997"/>
          </a:xfrm>
          <a:prstGeom prst="rect">
            <a:avLst/>
          </a:prstGeom>
          <a:noFill/>
        </p:spPr>
        <p:txBody>
          <a:bodyPr wrap="square" rtlCol="0">
            <a:spAutoFit/>
          </a:bodyPr>
          <a:lstStyle/>
          <a:p>
            <a:r>
              <a:rPr lang="en-US" sz="1600" dirty="0">
                <a:solidFill>
                  <a:schemeClr val="accent6">
                    <a:lumMod val="75000"/>
                  </a:schemeClr>
                </a:solidFill>
              </a:rPr>
              <a:t>Orthogonal states:</a:t>
            </a:r>
            <a:br>
              <a:rPr lang="en-US" sz="1600" dirty="0">
                <a:solidFill>
                  <a:schemeClr val="accent6">
                    <a:lumMod val="75000"/>
                  </a:schemeClr>
                </a:solidFill>
              </a:rPr>
            </a:br>
            <a:r>
              <a:rPr lang="en-US" sz="1600" dirty="0">
                <a:solidFill>
                  <a:schemeClr val="accent6">
                    <a:lumMod val="75000"/>
                  </a:schemeClr>
                </a:solidFill>
              </a:rPr>
              <a:t>different states all else equal;</a:t>
            </a:r>
            <a:br>
              <a:rPr lang="en-US" sz="1600" dirty="0">
                <a:solidFill>
                  <a:schemeClr val="accent6">
                    <a:lumMod val="75000"/>
                  </a:schemeClr>
                </a:solidFill>
              </a:rPr>
            </a:br>
            <a:r>
              <a:rPr lang="en-US" sz="1600" dirty="0">
                <a:solidFill>
                  <a:schemeClr val="accent6">
                    <a:lumMod val="75000"/>
                  </a:schemeClr>
                </a:solidFill>
              </a:rPr>
              <a:t>mutually exclusive</a:t>
            </a:r>
          </a:p>
        </p:txBody>
      </p:sp>
      <p:cxnSp>
        <p:nvCxnSpPr>
          <p:cNvPr id="35" name="Straight Arrow Connector 34">
            <a:extLst>
              <a:ext uri="{FF2B5EF4-FFF2-40B4-BE49-F238E27FC236}">
                <a16:creationId xmlns:a16="http://schemas.microsoft.com/office/drawing/2014/main" id="{AD84B4CA-32FF-CC40-B818-027C4EF754A4}"/>
              </a:ext>
            </a:extLst>
          </p:cNvPr>
          <p:cNvCxnSpPr/>
          <p:nvPr/>
        </p:nvCxnSpPr>
        <p:spPr>
          <a:xfrm flipV="1">
            <a:off x="6655929" y="3224954"/>
            <a:ext cx="885284" cy="337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B21DACF-7222-071C-03BE-4C4E5DBFFC22}"/>
              </a:ext>
            </a:extLst>
          </p:cNvPr>
          <p:cNvCxnSpPr/>
          <p:nvPr/>
        </p:nvCxnSpPr>
        <p:spPr>
          <a:xfrm>
            <a:off x="6715111" y="3660200"/>
            <a:ext cx="263011" cy="214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ECD04B5-E652-4959-52D1-CB3AF60D0480}"/>
              </a:ext>
            </a:extLst>
          </p:cNvPr>
          <p:cNvSpPr txBox="1"/>
          <p:nvPr/>
        </p:nvSpPr>
        <p:spPr>
          <a:xfrm>
            <a:off x="5953379" y="3354350"/>
            <a:ext cx="684931" cy="276999"/>
          </a:xfrm>
          <a:prstGeom prst="rect">
            <a:avLst/>
          </a:prstGeom>
          <a:noFill/>
        </p:spPr>
        <p:txBody>
          <a:bodyPr wrap="none" rtlCol="0">
            <a:spAutoFit/>
          </a:bodyPr>
          <a:lstStyle/>
          <a:p>
            <a:r>
              <a:rPr lang="en-US" sz="1200" dirty="0"/>
              <a:t>additive</a:t>
            </a:r>
          </a:p>
        </p:txBody>
      </p:sp>
      <p:cxnSp>
        <p:nvCxnSpPr>
          <p:cNvPr id="40" name="Straight Arrow Connector 39">
            <a:extLst>
              <a:ext uri="{FF2B5EF4-FFF2-40B4-BE49-F238E27FC236}">
                <a16:creationId xmlns:a16="http://schemas.microsoft.com/office/drawing/2014/main" id="{900B498A-58EF-4BCB-D2D8-10D55ACBDC41}"/>
              </a:ext>
            </a:extLst>
          </p:cNvPr>
          <p:cNvCxnSpPr>
            <a:cxnSpLocks/>
          </p:cNvCxnSpPr>
          <p:nvPr/>
        </p:nvCxnSpPr>
        <p:spPr>
          <a:xfrm flipH="1">
            <a:off x="7926767" y="3295635"/>
            <a:ext cx="389488" cy="80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698D7C0-7407-09D4-89DD-3E6BE886947B}"/>
              </a:ext>
            </a:extLst>
          </p:cNvPr>
          <p:cNvSpPr txBox="1"/>
          <p:nvPr/>
        </p:nvSpPr>
        <p:spPr>
          <a:xfrm>
            <a:off x="9998859" y="2743259"/>
            <a:ext cx="952633" cy="276999"/>
          </a:xfrm>
          <a:prstGeom prst="rect">
            <a:avLst/>
          </a:prstGeom>
          <a:noFill/>
        </p:spPr>
        <p:txBody>
          <a:bodyPr wrap="none" rtlCol="0">
            <a:spAutoFit/>
          </a:bodyPr>
          <a:lstStyle/>
          <a:p>
            <a:r>
              <a:rPr lang="en-US" sz="1200" dirty="0"/>
              <a:t>sub-additive</a:t>
            </a:r>
          </a:p>
        </p:txBody>
      </p:sp>
      <p:grpSp>
        <p:nvGrpSpPr>
          <p:cNvPr id="4" name="Group 3">
            <a:extLst>
              <a:ext uri="{FF2B5EF4-FFF2-40B4-BE49-F238E27FC236}">
                <a16:creationId xmlns:a16="http://schemas.microsoft.com/office/drawing/2014/main" id="{347D6C0E-174C-E9A4-B784-3BD145B0CBB6}"/>
              </a:ext>
            </a:extLst>
          </p:cNvPr>
          <p:cNvGrpSpPr/>
          <p:nvPr/>
        </p:nvGrpSpPr>
        <p:grpSpPr>
          <a:xfrm>
            <a:off x="10883690" y="156772"/>
            <a:ext cx="939556" cy="1474361"/>
            <a:chOff x="11515366" y="5256226"/>
            <a:chExt cx="3037505" cy="4652874"/>
          </a:xfrm>
        </p:grpSpPr>
        <p:pic>
          <p:nvPicPr>
            <p:cNvPr id="7" name="Picture 6">
              <a:extLst>
                <a:ext uri="{FF2B5EF4-FFF2-40B4-BE49-F238E27FC236}">
                  <a16:creationId xmlns:a16="http://schemas.microsoft.com/office/drawing/2014/main" id="{FAAE8DCE-4077-5565-0B2E-1E6F6780023E}"/>
                </a:ext>
              </a:extLst>
            </p:cNvPr>
            <p:cNvPicPr>
              <a:picLocks noChangeAspect="1"/>
            </p:cNvPicPr>
            <p:nvPr/>
          </p:nvPicPr>
          <p:blipFill rotWithShape="1">
            <a:blip r:embed="rId15">
              <a:extLst>
                <a:ext uri="{28A0092B-C50C-407E-A947-70E740481C1C}">
                  <a14:useLocalDpi xmlns:a14="http://schemas.microsoft.com/office/drawing/2010/main" val="0"/>
                </a:ext>
              </a:extLst>
            </a:blip>
            <a:srcRect l="26919"/>
            <a:stretch/>
          </p:blipFill>
          <p:spPr>
            <a:xfrm>
              <a:off x="11515366" y="8147942"/>
              <a:ext cx="3037505" cy="1761158"/>
            </a:xfrm>
            <a:prstGeom prst="rect">
              <a:avLst/>
            </a:prstGeom>
          </p:spPr>
        </p:pic>
        <p:pic>
          <p:nvPicPr>
            <p:cNvPr id="8" name="Picture 7">
              <a:extLst>
                <a:ext uri="{FF2B5EF4-FFF2-40B4-BE49-F238E27FC236}">
                  <a16:creationId xmlns:a16="http://schemas.microsoft.com/office/drawing/2014/main" id="{71EAA015-2BF3-7CE3-9440-EA2020C24209}"/>
                </a:ext>
              </a:extLst>
            </p:cNvPr>
            <p:cNvPicPr>
              <a:picLocks noChangeAspect="1"/>
            </p:cNvPicPr>
            <p:nvPr/>
          </p:nvPicPr>
          <p:blipFill rotWithShape="1">
            <a:blip r:embed="rId15">
              <a:extLst>
                <a:ext uri="{28A0092B-C50C-407E-A947-70E740481C1C}">
                  <a14:useLocalDpi xmlns:a14="http://schemas.microsoft.com/office/drawing/2010/main" val="0"/>
                </a:ext>
              </a:extLst>
            </a:blip>
            <a:srcRect r="72464"/>
            <a:stretch/>
          </p:blipFill>
          <p:spPr>
            <a:xfrm>
              <a:off x="11778154" y="5256226"/>
              <a:ext cx="2511928" cy="3865347"/>
            </a:xfrm>
            <a:prstGeom prst="rect">
              <a:avLst/>
            </a:prstGeom>
          </p:spPr>
        </p:pic>
      </p:grpSp>
      <p:sp>
        <p:nvSpPr>
          <p:cNvPr id="26" name="Footer Placeholder 25">
            <a:extLst>
              <a:ext uri="{FF2B5EF4-FFF2-40B4-BE49-F238E27FC236}">
                <a16:creationId xmlns:a16="http://schemas.microsoft.com/office/drawing/2014/main" id="{FE9F76AE-0AA7-EC27-0FDD-6CAC806CC2F1}"/>
              </a:ext>
            </a:extLst>
          </p:cNvPr>
          <p:cNvSpPr>
            <a:spLocks noGrp="1"/>
          </p:cNvSpPr>
          <p:nvPr>
            <p:ph type="ftr" sz="quarter" idx="11"/>
          </p:nvPr>
        </p:nvSpPr>
        <p:spPr/>
        <p:txBody>
          <a:bodyPr/>
          <a:lstStyle/>
          <a:p>
            <a:r>
              <a:rPr lang="en-US"/>
              <a:t>Christine Aidala - University of Michigan</a:t>
            </a:r>
            <a:endParaRPr lang="en-US" dirty="0"/>
          </a:p>
        </p:txBody>
      </p:sp>
      <p:sp>
        <p:nvSpPr>
          <p:cNvPr id="30" name="Slide Number Placeholder 29">
            <a:extLst>
              <a:ext uri="{FF2B5EF4-FFF2-40B4-BE49-F238E27FC236}">
                <a16:creationId xmlns:a16="http://schemas.microsoft.com/office/drawing/2014/main" id="{6ED0810F-2921-51AD-4F52-C0FF3F392E33}"/>
              </a:ext>
            </a:extLst>
          </p:cNvPr>
          <p:cNvSpPr>
            <a:spLocks noGrp="1"/>
          </p:cNvSpPr>
          <p:nvPr>
            <p:ph type="sldNum" sz="quarter" idx="12"/>
          </p:nvPr>
        </p:nvSpPr>
        <p:spPr/>
        <p:txBody>
          <a:bodyPr/>
          <a:lstStyle/>
          <a:p>
            <a:fld id="{F47845EA-7733-40EE-B074-20032348B727}" type="slidenum">
              <a:rPr lang="en-US" smtClean="0"/>
              <a:t>88</a:t>
            </a:fld>
            <a:endParaRPr lang="en-US"/>
          </a:p>
        </p:txBody>
      </p:sp>
    </p:spTree>
    <p:extLst>
      <p:ext uri="{BB962C8B-B14F-4D97-AF65-F5344CB8AC3E}">
        <p14:creationId xmlns:p14="http://schemas.microsoft.com/office/powerpoint/2010/main" val="29640522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902E5-DA7C-7CBE-7E91-5999F3FF00B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8F6287A-7DF2-348A-3B6F-F96061AE4EBD}"/>
                  </a:ext>
                </a:extLst>
              </p:cNvPr>
              <p:cNvSpPr txBox="1"/>
              <p:nvPr/>
            </p:nvSpPr>
            <p:spPr>
              <a:xfrm>
                <a:off x="502936" y="144379"/>
                <a:ext cx="11186203" cy="646331"/>
              </a:xfrm>
              <a:prstGeom prst="rect">
                <a:avLst/>
              </a:prstGeom>
              <a:noFill/>
            </p:spPr>
            <p:txBody>
              <a:bodyPr wrap="none" rtlCol="0">
                <a:spAutoFit/>
              </a:bodyPr>
              <a:lstStyle/>
              <a:p>
                <a:pPr algn="ctr"/>
                <a:r>
                  <a:rPr lang="en-US" sz="3600" dirty="0"/>
                  <a:t>Conjecture: quantum gravity </a:t>
                </a:r>
                <a14:m>
                  <m:oMath xmlns:m="http://schemas.openxmlformats.org/officeDocument/2006/math">
                    <m:r>
                      <a:rPr lang="en-US" sz="3600" b="0" i="0" smtClean="0">
                        <a:latin typeface="Cambria Math" panose="02040503050406030204" pitchFamily="18" charset="0"/>
                        <a:ea typeface="Cambria Math" panose="02040503050406030204" pitchFamily="18" charset="0"/>
                      </a:rPr>
                      <m:t>⇒</m:t>
                    </m:r>
                  </m:oMath>
                </a14:m>
                <a:r>
                  <a:rPr lang="en-US" sz="3600" dirty="0"/>
                  <a:t> lower bound on DOF count</a:t>
                </a:r>
              </a:p>
            </p:txBody>
          </p:sp>
        </mc:Choice>
        <mc:Fallback xmlns="">
          <p:sp>
            <p:nvSpPr>
              <p:cNvPr id="2" name="TextBox 1">
                <a:extLst>
                  <a:ext uri="{FF2B5EF4-FFF2-40B4-BE49-F238E27FC236}">
                    <a16:creationId xmlns:a16="http://schemas.microsoft.com/office/drawing/2014/main" id="{38F6287A-7DF2-348A-3B6F-F96061AE4EBD}"/>
                  </a:ext>
                </a:extLst>
              </p:cNvPr>
              <p:cNvSpPr txBox="1">
                <a:spLocks noRot="1" noChangeAspect="1" noMove="1" noResize="1" noEditPoints="1" noAdjustHandles="1" noChangeArrowheads="1" noChangeShapeType="1" noTextEdit="1"/>
              </p:cNvSpPr>
              <p:nvPr/>
            </p:nvSpPr>
            <p:spPr>
              <a:xfrm>
                <a:off x="502936" y="144379"/>
                <a:ext cx="11186203" cy="646331"/>
              </a:xfrm>
              <a:prstGeom prst="rect">
                <a:avLst/>
              </a:prstGeom>
              <a:blipFill>
                <a:blip r:embed="rId2"/>
                <a:stretch>
                  <a:fillRect l="-1199" t="-15094" r="-1144" b="-3490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09B9C0D-7C4D-D166-FC4F-6017F8629138}"/>
              </a:ext>
            </a:extLst>
          </p:cNvPr>
          <p:cNvSpPr txBox="1"/>
          <p:nvPr/>
        </p:nvSpPr>
        <p:spPr>
          <a:xfrm>
            <a:off x="981050" y="1228356"/>
            <a:ext cx="1838965" cy="461665"/>
          </a:xfrm>
          <a:prstGeom prst="rect">
            <a:avLst/>
          </a:prstGeom>
          <a:noFill/>
        </p:spPr>
        <p:txBody>
          <a:bodyPr wrap="none" rtlCol="0">
            <a:spAutoFit/>
          </a:bodyPr>
          <a:lstStyle/>
          <a:p>
            <a:r>
              <a:rPr lang="en-US" sz="2400" dirty="0"/>
              <a:t>#conf=#DOFs</a:t>
            </a:r>
          </a:p>
        </p:txBody>
      </p:sp>
      <p:grpSp>
        <p:nvGrpSpPr>
          <p:cNvPr id="5" name="Group 4">
            <a:extLst>
              <a:ext uri="{FF2B5EF4-FFF2-40B4-BE49-F238E27FC236}">
                <a16:creationId xmlns:a16="http://schemas.microsoft.com/office/drawing/2014/main" id="{7AD86D41-D434-6D0D-EF6A-242AD62776D1}"/>
              </a:ext>
            </a:extLst>
          </p:cNvPr>
          <p:cNvGrpSpPr/>
          <p:nvPr/>
        </p:nvGrpSpPr>
        <p:grpSpPr>
          <a:xfrm>
            <a:off x="2840309" y="982917"/>
            <a:ext cx="1072088" cy="906821"/>
            <a:chOff x="10172061" y="2694328"/>
            <a:chExt cx="1072088" cy="906821"/>
          </a:xfrm>
        </p:grpSpPr>
        <p:sp>
          <p:nvSpPr>
            <p:cNvPr id="10" name="TextBox 9">
              <a:extLst>
                <a:ext uri="{FF2B5EF4-FFF2-40B4-BE49-F238E27FC236}">
                  <a16:creationId xmlns:a16="http://schemas.microsoft.com/office/drawing/2014/main" id="{DEA863E6-7BE5-AC8F-368F-867AEF08F804}"/>
                </a:ext>
              </a:extLst>
            </p:cNvPr>
            <p:cNvSpPr txBox="1"/>
            <p:nvPr/>
          </p:nvSpPr>
          <p:spPr>
            <a:xfrm>
              <a:off x="10246709" y="2694328"/>
              <a:ext cx="882421" cy="461665"/>
            </a:xfrm>
            <a:prstGeom prst="rect">
              <a:avLst/>
            </a:prstGeom>
            <a:noFill/>
          </p:spPr>
          <p:txBody>
            <a:bodyPr wrap="none" rtlCol="0">
              <a:spAutoFit/>
            </a:bodyPr>
            <a:lstStyle/>
            <a:p>
              <a:r>
                <a:rPr lang="en-US" sz="2400" dirty="0"/>
                <a:t>#conf</a:t>
              </a:r>
            </a:p>
          </p:txBody>
        </p:sp>
        <p:sp>
          <p:nvSpPr>
            <p:cNvPr id="11" name="TextBox 10">
              <a:extLst>
                <a:ext uri="{FF2B5EF4-FFF2-40B4-BE49-F238E27FC236}">
                  <a16:creationId xmlns:a16="http://schemas.microsoft.com/office/drawing/2014/main" id="{2F11E549-AA5C-EA39-A97E-932DCD885D17}"/>
                </a:ext>
              </a:extLst>
            </p:cNvPr>
            <p:cNvSpPr txBox="1"/>
            <p:nvPr/>
          </p:nvSpPr>
          <p:spPr>
            <a:xfrm>
              <a:off x="10214444" y="3139484"/>
              <a:ext cx="987322" cy="461665"/>
            </a:xfrm>
            <a:prstGeom prst="rect">
              <a:avLst/>
            </a:prstGeom>
            <a:noFill/>
          </p:spPr>
          <p:txBody>
            <a:bodyPr wrap="none" rtlCol="0">
              <a:spAutoFit/>
            </a:bodyPr>
            <a:lstStyle/>
            <a:p>
              <a:r>
                <a:rPr lang="en-US" sz="2400" dirty="0"/>
                <a:t>#DOFs</a:t>
              </a:r>
            </a:p>
          </p:txBody>
        </p:sp>
        <p:cxnSp>
          <p:nvCxnSpPr>
            <p:cNvPr id="12" name="Straight Connector 11">
              <a:extLst>
                <a:ext uri="{FF2B5EF4-FFF2-40B4-BE49-F238E27FC236}">
                  <a16:creationId xmlns:a16="http://schemas.microsoft.com/office/drawing/2014/main" id="{9841C4B0-708B-6C58-A94D-5CDE30734808}"/>
                </a:ext>
              </a:extLst>
            </p:cNvPr>
            <p:cNvCxnSpPr>
              <a:cxnSpLocks/>
            </p:cNvCxnSpPr>
            <p:nvPr/>
          </p:nvCxnSpPr>
          <p:spPr>
            <a:xfrm>
              <a:off x="10172061" y="3159107"/>
              <a:ext cx="1072088" cy="0"/>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15" name="Straight Arrow Connector 14">
            <a:extLst>
              <a:ext uri="{FF2B5EF4-FFF2-40B4-BE49-F238E27FC236}">
                <a16:creationId xmlns:a16="http://schemas.microsoft.com/office/drawing/2014/main" id="{B0EBB533-57DA-C2BB-5F74-CAC6F40E2F04}"/>
              </a:ext>
            </a:extLst>
          </p:cNvPr>
          <p:cNvCxnSpPr/>
          <p:nvPr/>
        </p:nvCxnSpPr>
        <p:spPr>
          <a:xfrm flipV="1">
            <a:off x="981050" y="1690021"/>
            <a:ext cx="291938" cy="479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A384B92-D23C-3913-E086-3C51B0A5AE70}"/>
              </a:ext>
            </a:extLst>
          </p:cNvPr>
          <p:cNvSpPr txBox="1"/>
          <p:nvPr/>
        </p:nvSpPr>
        <p:spPr>
          <a:xfrm>
            <a:off x="335591" y="2149937"/>
            <a:ext cx="1424044" cy="646331"/>
          </a:xfrm>
          <a:prstGeom prst="rect">
            <a:avLst/>
          </a:prstGeom>
          <a:noFill/>
        </p:spPr>
        <p:txBody>
          <a:bodyPr wrap="none" rtlCol="0">
            <a:spAutoFit/>
          </a:bodyPr>
          <a:lstStyle/>
          <a:p>
            <a:r>
              <a:rPr lang="en-US" dirty="0"/>
              <a:t>Lower bound</a:t>
            </a:r>
            <a:br>
              <a:rPr lang="en-US" dirty="0"/>
            </a:br>
            <a:r>
              <a:rPr lang="en-US" dirty="0"/>
              <a:t>on this…</a:t>
            </a:r>
          </a:p>
        </p:txBody>
      </p:sp>
      <p:cxnSp>
        <p:nvCxnSpPr>
          <p:cNvPr id="19" name="Straight Arrow Connector 18">
            <a:extLst>
              <a:ext uri="{FF2B5EF4-FFF2-40B4-BE49-F238E27FC236}">
                <a16:creationId xmlns:a16="http://schemas.microsoft.com/office/drawing/2014/main" id="{DFC61161-4D4C-E801-D25B-834FFDE791DE}"/>
              </a:ext>
            </a:extLst>
          </p:cNvPr>
          <p:cNvCxnSpPr>
            <a:cxnSpLocks/>
          </p:cNvCxnSpPr>
          <p:nvPr/>
        </p:nvCxnSpPr>
        <p:spPr>
          <a:xfrm flipH="1" flipV="1">
            <a:off x="2610923" y="1690021"/>
            <a:ext cx="257559" cy="522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8CCA447-EB41-F00A-BC56-31F444DB778D}"/>
              </a:ext>
            </a:extLst>
          </p:cNvPr>
          <p:cNvSpPr txBox="1"/>
          <p:nvPr/>
        </p:nvSpPr>
        <p:spPr>
          <a:xfrm>
            <a:off x="2423669" y="2176944"/>
            <a:ext cx="1930978" cy="646331"/>
          </a:xfrm>
          <a:prstGeom prst="rect">
            <a:avLst/>
          </a:prstGeom>
          <a:noFill/>
        </p:spPr>
        <p:txBody>
          <a:bodyPr wrap="square" rtlCol="0">
            <a:spAutoFit/>
          </a:bodyPr>
          <a:lstStyle/>
          <a:p>
            <a:r>
              <a:rPr lang="en-US" dirty="0"/>
              <a:t>…requires a lower bound on this</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A5916A-4C62-757E-7700-0947A21CBECC}"/>
                  </a:ext>
                </a:extLst>
              </p:cNvPr>
              <p:cNvSpPr txBox="1"/>
              <p:nvPr/>
            </p:nvSpPr>
            <p:spPr>
              <a:xfrm>
                <a:off x="5306498" y="1232183"/>
                <a:ext cx="6193299" cy="923330"/>
              </a:xfrm>
              <a:prstGeom prst="rect">
                <a:avLst/>
              </a:prstGeom>
              <a:noFill/>
            </p:spPr>
            <p:txBody>
              <a:bodyPr wrap="none">
                <a:spAutoFit/>
              </a:bodyPr>
              <a:lstStyle/>
              <a:p>
                <a:pPr marL="342900" indent="-342900">
                  <a:buFont typeface="+mj-lt"/>
                  <a:buAutoNum type="arabicPeriod"/>
                </a:pPr>
                <a:r>
                  <a:rPr lang="en-US" dirty="0">
                    <a:solidFill>
                      <a:schemeClr val="tx1"/>
                    </a:solidFill>
                  </a:rPr>
                  <a:t>Every point is a single DOF (i.e. </a:t>
                </a:r>
                <a14:m>
                  <m:oMath xmlns:m="http://schemas.openxmlformats.org/officeDocument/2006/math">
                    <m:r>
                      <a:rPr lang="en-US" b="0" i="1" smtClean="0">
                        <a:solidFill>
                          <a:schemeClr val="tx1"/>
                        </a:solidFill>
                        <a:latin typeface="Cambria Math" panose="02040503050406030204" pitchFamily="18" charset="0"/>
                      </a:rPr>
                      <m:t>𝜇</m:t>
                    </m:r>
                    <m:d>
                      <m:dPr>
                        <m:ctrlPr>
                          <a:rPr lang="en-US" b="0" i="1" smtClean="0">
                            <a:solidFill>
                              <a:schemeClr val="tx1"/>
                            </a:solidFill>
                            <a:latin typeface="Cambria Math" panose="02040503050406030204" pitchFamily="18" charset="0"/>
                          </a:rPr>
                        </m:ctrlPr>
                      </m:dPr>
                      <m:e>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𝑥</m:t>
                            </m:r>
                          </m:e>
                        </m:d>
                      </m:e>
                    </m:d>
                    <m:r>
                      <a:rPr lang="en-US" b="0" i="1" smtClean="0">
                        <a:solidFill>
                          <a:schemeClr val="tx1"/>
                        </a:solidFill>
                        <a:latin typeface="Cambria Math" panose="02040503050406030204" pitchFamily="18" charset="0"/>
                      </a:rPr>
                      <m:t>=1</m:t>
                    </m:r>
                  </m:oMath>
                </a14:m>
                <a:r>
                  <a:rPr lang="en-US" dirty="0">
                    <a:solidFill>
                      <a:schemeClr val="tx1"/>
                    </a:solidFill>
                  </a:rPr>
                  <a:t>)</a:t>
                </a:r>
              </a:p>
              <a:p>
                <a:pPr marL="342900" indent="-342900">
                  <a:buFont typeface="+mj-lt"/>
                  <a:buAutoNum type="arabicPeriod"/>
                </a:pPr>
                <a:r>
                  <a:rPr lang="en-US" dirty="0">
                    <a:solidFill>
                      <a:schemeClr val="tx1"/>
                    </a:solidFill>
                  </a:rPr>
                  <a:t>Finite volume carries finitely many DOFs (i.e. </a:t>
                </a:r>
                <a14:m>
                  <m:oMath xmlns:m="http://schemas.openxmlformats.org/officeDocument/2006/math">
                    <m:r>
                      <a:rPr lang="en-US" b="0" i="1" smtClean="0">
                        <a:solidFill>
                          <a:schemeClr val="tx1"/>
                        </a:solidFill>
                        <a:latin typeface="Cambria Math" panose="02040503050406030204" pitchFamily="18" charset="0"/>
                      </a:rPr>
                      <m:t>𝜇</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𝑈</m:t>
                        </m:r>
                      </m:e>
                    </m:d>
                    <m:r>
                      <a:rPr lang="en-US" b="0" i="1" smtClean="0">
                        <a:solidFill>
                          <a:schemeClr val="tx1"/>
                        </a:solidFill>
                        <a:latin typeface="Cambria Math" panose="02040503050406030204" pitchFamily="18" charset="0"/>
                      </a:rPr>
                      <m:t>&lt;∞</m:t>
                    </m:r>
                  </m:oMath>
                </a14:m>
                <a:r>
                  <a:rPr lang="en-US" dirty="0">
                    <a:solidFill>
                      <a:schemeClr val="tx1"/>
                    </a:solidFill>
                  </a:rPr>
                  <a:t>)</a:t>
                </a:r>
              </a:p>
              <a:p>
                <a:pPr marL="342900" indent="-342900">
                  <a:buFont typeface="+mj-lt"/>
                  <a:buAutoNum type="arabicPeriod"/>
                </a:pPr>
                <a:r>
                  <a:rPr lang="en-US" dirty="0"/>
                  <a:t>Count</a:t>
                </a:r>
                <a:r>
                  <a:rPr lang="en-US" dirty="0">
                    <a:solidFill>
                      <a:schemeClr val="tx1"/>
                    </a:solidFill>
                  </a:rPr>
                  <a:t> is additive for disjoint regions (i.e. </a:t>
                </a:r>
                <a14:m>
                  <m:oMath xmlns:m="http://schemas.openxmlformats.org/officeDocument/2006/math">
                    <m:r>
                      <a:rPr lang="en-US" b="0" i="1" smtClean="0">
                        <a:solidFill>
                          <a:schemeClr val="tx1"/>
                        </a:solidFill>
                        <a:latin typeface="Cambria Math" panose="02040503050406030204" pitchFamily="18" charset="0"/>
                      </a:rPr>
                      <m:t>𝜇</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𝑖</m:t>
                            </m:r>
                          </m:sub>
                        </m:sSub>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𝜇</m:t>
                    </m:r>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𝑖</m:t>
                            </m:r>
                          </m:sub>
                        </m:sSub>
                      </m:e>
                    </m:d>
                  </m:oMath>
                </a14:m>
                <a:r>
                  <a:rPr lang="en-US" dirty="0">
                    <a:solidFill>
                      <a:schemeClr val="tx1"/>
                    </a:solidFill>
                  </a:rPr>
                  <a:t>)</a:t>
                </a:r>
              </a:p>
            </p:txBody>
          </p:sp>
        </mc:Choice>
        <mc:Fallback xmlns="">
          <p:sp>
            <p:nvSpPr>
              <p:cNvPr id="34" name="TextBox 33">
                <a:extLst>
                  <a:ext uri="{FF2B5EF4-FFF2-40B4-BE49-F238E27FC236}">
                    <a16:creationId xmlns:a16="http://schemas.microsoft.com/office/drawing/2014/main" id="{E3A5916A-4C62-757E-7700-0947A21CBECC}"/>
                  </a:ext>
                </a:extLst>
              </p:cNvPr>
              <p:cNvSpPr txBox="1">
                <a:spLocks noRot="1" noChangeAspect="1" noMove="1" noResize="1" noEditPoints="1" noAdjustHandles="1" noChangeArrowheads="1" noChangeShapeType="1" noTextEdit="1"/>
              </p:cNvSpPr>
              <p:nvPr/>
            </p:nvSpPr>
            <p:spPr>
              <a:xfrm>
                <a:off x="5306498" y="1232183"/>
                <a:ext cx="6193299" cy="923330"/>
              </a:xfrm>
              <a:prstGeom prst="rect">
                <a:avLst/>
              </a:prstGeom>
              <a:blipFill>
                <a:blip r:embed="rId3"/>
                <a:stretch>
                  <a:fillRect l="-787" t="-3289" b="-9211"/>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17B1E3FF-A36C-CD5C-0A9F-C503F78F550A}"/>
              </a:ext>
            </a:extLst>
          </p:cNvPr>
          <p:cNvSpPr txBox="1"/>
          <p:nvPr/>
        </p:nvSpPr>
        <p:spPr>
          <a:xfrm rot="1176489">
            <a:off x="10027934" y="1072708"/>
            <a:ext cx="1646989" cy="369332"/>
          </a:xfrm>
          <a:prstGeom prst="rect">
            <a:avLst/>
          </a:prstGeom>
          <a:noFill/>
        </p:spPr>
        <p:txBody>
          <a:bodyPr wrap="none" rtlCol="0">
            <a:spAutoFit/>
          </a:bodyPr>
          <a:lstStyle/>
          <a:p>
            <a:r>
              <a:rPr lang="en-US" b="1" dirty="0">
                <a:solidFill>
                  <a:srgbClr val="C00000"/>
                </a:solidFill>
              </a:rPr>
              <a:t>Same problem!</a:t>
            </a:r>
          </a:p>
        </p:txBody>
      </p:sp>
      <p:cxnSp>
        <p:nvCxnSpPr>
          <p:cNvPr id="39" name="Straight Connector 38">
            <a:extLst>
              <a:ext uri="{FF2B5EF4-FFF2-40B4-BE49-F238E27FC236}">
                <a16:creationId xmlns:a16="http://schemas.microsoft.com/office/drawing/2014/main" id="{570A363B-D3A1-B883-3D92-A65349479CB1}"/>
              </a:ext>
            </a:extLst>
          </p:cNvPr>
          <p:cNvCxnSpPr/>
          <p:nvPr/>
        </p:nvCxnSpPr>
        <p:spPr>
          <a:xfrm>
            <a:off x="6730474" y="2246628"/>
            <a:ext cx="299778" cy="1837944"/>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EB6B2929-64A0-E113-0988-9D9586FB3547}"/>
              </a:ext>
            </a:extLst>
          </p:cNvPr>
          <p:cNvCxnSpPr/>
          <p:nvPr/>
        </p:nvCxnSpPr>
        <p:spPr>
          <a:xfrm flipV="1">
            <a:off x="6008096" y="2392932"/>
            <a:ext cx="1662718" cy="1545336"/>
          </a:xfrm>
          <a:prstGeom prst="line">
            <a:avLst/>
          </a:prstGeom>
          <a:ln w="12700"/>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94933B50-DFF3-789C-D505-C8FF0707AD49}"/>
              </a:ext>
            </a:extLst>
          </p:cNvPr>
          <p:cNvCxnSpPr/>
          <p:nvPr/>
        </p:nvCxnSpPr>
        <p:spPr>
          <a:xfrm>
            <a:off x="5782721" y="2639820"/>
            <a:ext cx="2152787" cy="978408"/>
          </a:xfrm>
          <a:prstGeom prst="line">
            <a:avLst/>
          </a:prstGeom>
          <a:ln w="12700"/>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8F3DD131-E3B3-3CDE-960D-04A845B29DF1}"/>
              </a:ext>
            </a:extLst>
          </p:cNvPr>
          <p:cNvCxnSpPr>
            <a:cxnSpLocks/>
          </p:cNvCxnSpPr>
          <p:nvPr/>
        </p:nvCxnSpPr>
        <p:spPr>
          <a:xfrm flipH="1" flipV="1">
            <a:off x="7817118" y="2666827"/>
            <a:ext cx="1072088" cy="238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756D021-E95F-528F-0958-C698CDD2AF4E}"/>
              </a:ext>
            </a:extLst>
          </p:cNvPr>
          <p:cNvCxnSpPr/>
          <p:nvPr/>
        </p:nvCxnSpPr>
        <p:spPr>
          <a:xfrm flipH="1">
            <a:off x="6353596" y="3035234"/>
            <a:ext cx="2535610" cy="17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7B2FEB14-1BF5-49D4-57A3-77CC20D15F91}"/>
              </a:ext>
            </a:extLst>
          </p:cNvPr>
          <p:cNvSpPr txBox="1"/>
          <p:nvPr/>
        </p:nvSpPr>
        <p:spPr>
          <a:xfrm>
            <a:off x="8889206" y="2796268"/>
            <a:ext cx="1929054" cy="646331"/>
          </a:xfrm>
          <a:prstGeom prst="rect">
            <a:avLst/>
          </a:prstGeom>
          <a:noFill/>
        </p:spPr>
        <p:txBody>
          <a:bodyPr wrap="none" rtlCol="0">
            <a:spAutoFit/>
          </a:bodyPr>
          <a:lstStyle/>
          <a:p>
            <a:r>
              <a:rPr lang="en-US" dirty="0">
                <a:solidFill>
                  <a:schemeClr val="accent6">
                    <a:lumMod val="75000"/>
                  </a:schemeClr>
                </a:solidFill>
              </a:rPr>
              <a:t>Distant points:</a:t>
            </a:r>
            <a:br>
              <a:rPr lang="en-US" dirty="0">
                <a:solidFill>
                  <a:schemeClr val="accent6">
                    <a:lumMod val="75000"/>
                  </a:schemeClr>
                </a:solidFill>
              </a:rPr>
            </a:br>
            <a:r>
              <a:rPr lang="en-US" dirty="0">
                <a:solidFill>
                  <a:schemeClr val="accent6">
                    <a:lumMod val="75000"/>
                  </a:schemeClr>
                </a:solidFill>
              </a:rPr>
              <a:t>independent DOFs</a:t>
            </a:r>
          </a:p>
        </p:txBody>
      </p:sp>
      <p:sp>
        <p:nvSpPr>
          <p:cNvPr id="53" name="TextBox 52">
            <a:extLst>
              <a:ext uri="{FF2B5EF4-FFF2-40B4-BE49-F238E27FC236}">
                <a16:creationId xmlns:a16="http://schemas.microsoft.com/office/drawing/2014/main" id="{6C299306-C9D3-10E7-4FAD-D93CB464043C}"/>
              </a:ext>
            </a:extLst>
          </p:cNvPr>
          <p:cNvSpPr txBox="1"/>
          <p:nvPr/>
        </p:nvSpPr>
        <p:spPr>
          <a:xfrm>
            <a:off x="5306498" y="4165092"/>
            <a:ext cx="3557192" cy="369332"/>
          </a:xfrm>
          <a:prstGeom prst="rect">
            <a:avLst/>
          </a:prstGeom>
          <a:noFill/>
        </p:spPr>
        <p:txBody>
          <a:bodyPr wrap="none" rtlCol="0">
            <a:spAutoFit/>
          </a:bodyPr>
          <a:lstStyle/>
          <a:p>
            <a:r>
              <a:rPr lang="en-US" dirty="0">
                <a:solidFill>
                  <a:schemeClr val="accent6">
                    <a:lumMod val="75000"/>
                  </a:schemeClr>
                </a:solidFill>
              </a:rPr>
              <a:t>Close points: DOFs not independent</a:t>
            </a:r>
          </a:p>
        </p:txBody>
      </p:sp>
      <p:sp>
        <p:nvSpPr>
          <p:cNvPr id="54" name="TextBox 53">
            <a:extLst>
              <a:ext uri="{FF2B5EF4-FFF2-40B4-BE49-F238E27FC236}">
                <a16:creationId xmlns:a16="http://schemas.microsoft.com/office/drawing/2014/main" id="{ADFE4BA5-2160-7B4F-245C-CE96A695CF81}"/>
              </a:ext>
            </a:extLst>
          </p:cNvPr>
          <p:cNvSpPr txBox="1"/>
          <p:nvPr/>
        </p:nvSpPr>
        <p:spPr>
          <a:xfrm>
            <a:off x="10394595" y="2842434"/>
            <a:ext cx="684931" cy="276999"/>
          </a:xfrm>
          <a:prstGeom prst="rect">
            <a:avLst/>
          </a:prstGeom>
          <a:noFill/>
        </p:spPr>
        <p:txBody>
          <a:bodyPr wrap="none" rtlCol="0">
            <a:spAutoFit/>
          </a:bodyPr>
          <a:lstStyle/>
          <a:p>
            <a:r>
              <a:rPr lang="en-US" sz="1200" dirty="0"/>
              <a:t>additive</a:t>
            </a:r>
          </a:p>
        </p:txBody>
      </p:sp>
      <p:sp>
        <p:nvSpPr>
          <p:cNvPr id="55" name="TextBox 54">
            <a:extLst>
              <a:ext uri="{FF2B5EF4-FFF2-40B4-BE49-F238E27FC236}">
                <a16:creationId xmlns:a16="http://schemas.microsoft.com/office/drawing/2014/main" id="{84F7F08D-FB05-3A57-E290-18A78222478F}"/>
              </a:ext>
            </a:extLst>
          </p:cNvPr>
          <p:cNvSpPr txBox="1"/>
          <p:nvPr/>
        </p:nvSpPr>
        <p:spPr>
          <a:xfrm>
            <a:off x="8136432" y="3946072"/>
            <a:ext cx="952633" cy="276999"/>
          </a:xfrm>
          <a:prstGeom prst="rect">
            <a:avLst/>
          </a:prstGeom>
          <a:noFill/>
        </p:spPr>
        <p:txBody>
          <a:bodyPr wrap="none" rtlCol="0">
            <a:spAutoFit/>
          </a:bodyPr>
          <a:lstStyle/>
          <a:p>
            <a:r>
              <a:rPr lang="en-US" sz="1200" dirty="0"/>
              <a:t>sub-additive</a:t>
            </a:r>
          </a:p>
        </p:txBody>
      </p:sp>
      <p:cxnSp>
        <p:nvCxnSpPr>
          <p:cNvPr id="57" name="Straight Arrow Connector 56">
            <a:extLst>
              <a:ext uri="{FF2B5EF4-FFF2-40B4-BE49-F238E27FC236}">
                <a16:creationId xmlns:a16="http://schemas.microsoft.com/office/drawing/2014/main" id="{3843A896-AAAA-E37B-C9AC-45393F57EDC4}"/>
              </a:ext>
            </a:extLst>
          </p:cNvPr>
          <p:cNvCxnSpPr/>
          <p:nvPr/>
        </p:nvCxnSpPr>
        <p:spPr>
          <a:xfrm flipH="1" flipV="1">
            <a:off x="6353596" y="3210017"/>
            <a:ext cx="287451" cy="874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D5C94A6-109B-9FDE-2601-ADA48E37BD5B}"/>
              </a:ext>
            </a:extLst>
          </p:cNvPr>
          <p:cNvCxnSpPr/>
          <p:nvPr/>
        </p:nvCxnSpPr>
        <p:spPr>
          <a:xfrm flipH="1" flipV="1">
            <a:off x="6288871" y="3250277"/>
            <a:ext cx="352176" cy="818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D56804C2-52AD-531F-78EA-0A524B2BFD33}"/>
              </a:ext>
            </a:extLst>
          </p:cNvPr>
          <p:cNvSpPr txBox="1"/>
          <p:nvPr/>
        </p:nvSpPr>
        <p:spPr>
          <a:xfrm>
            <a:off x="187372" y="3526404"/>
            <a:ext cx="5060043" cy="1384995"/>
          </a:xfrm>
          <a:prstGeom prst="rect">
            <a:avLst/>
          </a:prstGeom>
          <a:noFill/>
        </p:spPr>
        <p:txBody>
          <a:bodyPr wrap="square" rtlCol="0">
            <a:spAutoFit/>
          </a:bodyPr>
          <a:lstStyle/>
          <a:p>
            <a:r>
              <a:rPr lang="en-US" sz="2800" dirty="0"/>
              <a:t>From QM: Lower bound on state count requires a severe revisitation of particle state space</a:t>
            </a:r>
          </a:p>
        </p:txBody>
      </p:sp>
      <p:sp>
        <p:nvSpPr>
          <p:cNvPr id="61" name="TextBox 60">
            <a:extLst>
              <a:ext uri="{FF2B5EF4-FFF2-40B4-BE49-F238E27FC236}">
                <a16:creationId xmlns:a16="http://schemas.microsoft.com/office/drawing/2014/main" id="{927CF7C4-0083-1B77-9E11-DCC9558CD3E5}"/>
              </a:ext>
            </a:extLst>
          </p:cNvPr>
          <p:cNvSpPr txBox="1"/>
          <p:nvPr/>
        </p:nvSpPr>
        <p:spPr>
          <a:xfrm>
            <a:off x="1197413" y="5123978"/>
            <a:ext cx="6473401" cy="954107"/>
          </a:xfrm>
          <a:prstGeom prst="rect">
            <a:avLst/>
          </a:prstGeom>
          <a:noFill/>
        </p:spPr>
        <p:txBody>
          <a:bodyPr wrap="square" rtlCol="0">
            <a:spAutoFit/>
          </a:bodyPr>
          <a:lstStyle/>
          <a:p>
            <a:r>
              <a:rPr lang="en-US" sz="2800" dirty="0">
                <a:solidFill>
                  <a:srgbClr val="C00000"/>
                </a:solidFill>
              </a:rPr>
              <a:t>Does lower bound on DOF count require an equally severe revisitation of space-time?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FB70024-8258-EAC3-ABC2-6C3AD7453EEF}"/>
                  </a:ext>
                </a:extLst>
              </p:cNvPr>
              <p:cNvSpPr txBox="1"/>
              <p:nvPr/>
            </p:nvSpPr>
            <p:spPr>
              <a:xfrm>
                <a:off x="1997615" y="2958492"/>
                <a:ext cx="3630738" cy="414216"/>
              </a:xfrm>
              <a:prstGeom prst="rect">
                <a:avLst/>
              </a:prstGeom>
              <a:noFill/>
            </p:spPr>
            <p:txBody>
              <a:bodyPr wrap="none" rtlCol="0">
                <a:spAutoFit/>
              </a:bodyPr>
              <a:lstStyle/>
              <a:p>
                <a:r>
                  <a:rPr lang="en-US" b="0" dirty="0"/>
                  <a:t>#DOFs </a:t>
                </a:r>
                <a14:m>
                  <m:oMath xmlns:m="http://schemas.openxmlformats.org/officeDocument/2006/math">
                    <m:r>
                      <a:rPr lang="en-US" b="0" i="1" smtClean="0">
                        <a:latin typeface="Cambria Math" panose="02040503050406030204" pitchFamily="18" charset="0"/>
                      </a:rPr>
                      <m:t>∼</m:t>
                    </m:r>
                  </m:oMath>
                </a14:m>
                <a:r>
                  <a:rPr lang="en-US" b="0" dirty="0"/>
                  <a:t> Spatial volume </a:t>
                </a:r>
                <a14:m>
                  <m:oMath xmlns:m="http://schemas.openxmlformats.org/officeDocument/2006/math">
                    <m:nary>
                      <m:naryPr>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𝑈</m:t>
                        </m:r>
                      </m:sub>
                      <m:sup/>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m:t>
                            </m:r>
                            <m:r>
                              <a:rPr lang="en-US" b="0" i="1" smtClean="0">
                                <a:latin typeface="Cambria Math" panose="02040503050406030204" pitchFamily="18" charset="0"/>
                              </a:rPr>
                              <m:t>𝑔</m:t>
                            </m:r>
                          </m:e>
                        </m:rad>
                      </m:e>
                    </m:nary>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3</m:t>
                        </m:r>
                      </m:sup>
                    </m:sSup>
                    <m:r>
                      <a:rPr lang="en-US" b="0" i="1" smtClean="0">
                        <a:latin typeface="Cambria Math" panose="02040503050406030204" pitchFamily="18" charset="0"/>
                      </a:rPr>
                      <m:t>𝑥</m:t>
                    </m:r>
                  </m:oMath>
                </a14:m>
                <a:endParaRPr lang="en-US" dirty="0"/>
              </a:p>
            </p:txBody>
          </p:sp>
        </mc:Choice>
        <mc:Fallback xmlns="">
          <p:sp>
            <p:nvSpPr>
              <p:cNvPr id="4" name="TextBox 3">
                <a:extLst>
                  <a:ext uri="{FF2B5EF4-FFF2-40B4-BE49-F238E27FC236}">
                    <a16:creationId xmlns:a16="http://schemas.microsoft.com/office/drawing/2014/main" id="{4FB70024-8258-EAC3-ABC2-6C3AD7453EEF}"/>
                  </a:ext>
                </a:extLst>
              </p:cNvPr>
              <p:cNvSpPr txBox="1">
                <a:spLocks noRot="1" noChangeAspect="1" noMove="1" noResize="1" noEditPoints="1" noAdjustHandles="1" noChangeArrowheads="1" noChangeShapeType="1" noTextEdit="1"/>
              </p:cNvSpPr>
              <p:nvPr/>
            </p:nvSpPr>
            <p:spPr>
              <a:xfrm>
                <a:off x="1997615" y="2958492"/>
                <a:ext cx="3630738" cy="414216"/>
              </a:xfrm>
              <a:prstGeom prst="rect">
                <a:avLst/>
              </a:prstGeom>
              <a:blipFill>
                <a:blip r:embed="rId4"/>
                <a:stretch>
                  <a:fillRect l="-1513" t="-130882" b="-192647"/>
                </a:stretch>
              </a:blipFill>
            </p:spPr>
            <p:txBody>
              <a:bodyPr/>
              <a:lstStyle/>
              <a:p>
                <a:r>
                  <a:rPr lang="en-US">
                    <a:noFill/>
                  </a:rPr>
                  <a:t> </a:t>
                </a:r>
              </a:p>
            </p:txBody>
          </p:sp>
        </mc:Fallback>
      </mc:AlternateContent>
      <p:sp>
        <p:nvSpPr>
          <p:cNvPr id="8" name="Freeform: Shape 7">
            <a:extLst>
              <a:ext uri="{FF2B5EF4-FFF2-40B4-BE49-F238E27FC236}">
                <a16:creationId xmlns:a16="http://schemas.microsoft.com/office/drawing/2014/main" id="{A59CF755-C0D6-8A75-52A7-CCE71BBFA87E}"/>
              </a:ext>
            </a:extLst>
          </p:cNvPr>
          <p:cNvSpPr/>
          <p:nvPr/>
        </p:nvSpPr>
        <p:spPr>
          <a:xfrm>
            <a:off x="5859545" y="2382337"/>
            <a:ext cx="513461" cy="661991"/>
          </a:xfrm>
          <a:custGeom>
            <a:avLst/>
            <a:gdLst>
              <a:gd name="connsiteX0" fmla="*/ 152413 w 513461"/>
              <a:gd name="connsiteY0" fmla="*/ 33888 h 661991"/>
              <a:gd name="connsiteX1" fmla="*/ 13 w 513461"/>
              <a:gd name="connsiteY1" fmla="*/ 218372 h 661991"/>
              <a:gd name="connsiteX2" fmla="*/ 160434 w 513461"/>
              <a:gd name="connsiteY2" fmla="*/ 410878 h 661991"/>
              <a:gd name="connsiteX3" fmla="*/ 176476 w 513461"/>
              <a:gd name="connsiteY3" fmla="*/ 619425 h 661991"/>
              <a:gd name="connsiteX4" fmla="*/ 409087 w 513461"/>
              <a:gd name="connsiteY4" fmla="*/ 643488 h 661991"/>
              <a:gd name="connsiteX5" fmla="*/ 513360 w 513461"/>
              <a:gd name="connsiteY5" fmla="*/ 402857 h 661991"/>
              <a:gd name="connsiteX6" fmla="*/ 393045 w 513461"/>
              <a:gd name="connsiteY6" fmla="*/ 298583 h 661991"/>
              <a:gd name="connsiteX7" fmla="*/ 481276 w 513461"/>
              <a:gd name="connsiteY7" fmla="*/ 162225 h 661991"/>
              <a:gd name="connsiteX8" fmla="*/ 328876 w 513461"/>
              <a:gd name="connsiteY8" fmla="*/ 9825 h 661991"/>
              <a:gd name="connsiteX9" fmla="*/ 152413 w 513461"/>
              <a:gd name="connsiteY9" fmla="*/ 33888 h 66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3461" h="661991">
                <a:moveTo>
                  <a:pt x="152413" y="33888"/>
                </a:moveTo>
                <a:cubicBezTo>
                  <a:pt x="97602" y="68646"/>
                  <a:pt x="-1324" y="155540"/>
                  <a:pt x="13" y="218372"/>
                </a:cubicBezTo>
                <a:cubicBezTo>
                  <a:pt x="1350" y="281204"/>
                  <a:pt x="131023" y="344036"/>
                  <a:pt x="160434" y="410878"/>
                </a:cubicBezTo>
                <a:cubicBezTo>
                  <a:pt x="189845" y="477720"/>
                  <a:pt x="135034" y="580657"/>
                  <a:pt x="176476" y="619425"/>
                </a:cubicBezTo>
                <a:cubicBezTo>
                  <a:pt x="217918" y="658193"/>
                  <a:pt x="352940" y="679583"/>
                  <a:pt x="409087" y="643488"/>
                </a:cubicBezTo>
                <a:cubicBezTo>
                  <a:pt x="465234" y="607393"/>
                  <a:pt x="516034" y="460341"/>
                  <a:pt x="513360" y="402857"/>
                </a:cubicBezTo>
                <a:cubicBezTo>
                  <a:pt x="510686" y="345373"/>
                  <a:pt x="398392" y="338688"/>
                  <a:pt x="393045" y="298583"/>
                </a:cubicBezTo>
                <a:cubicBezTo>
                  <a:pt x="387698" y="258478"/>
                  <a:pt x="491971" y="210351"/>
                  <a:pt x="481276" y="162225"/>
                </a:cubicBezTo>
                <a:cubicBezTo>
                  <a:pt x="470581" y="114099"/>
                  <a:pt x="382350" y="28541"/>
                  <a:pt x="328876" y="9825"/>
                </a:cubicBezTo>
                <a:cubicBezTo>
                  <a:pt x="275402" y="-8891"/>
                  <a:pt x="207224" y="-870"/>
                  <a:pt x="152413" y="33888"/>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Arrow Connector 12">
            <a:extLst>
              <a:ext uri="{FF2B5EF4-FFF2-40B4-BE49-F238E27FC236}">
                <a16:creationId xmlns:a16="http://schemas.microsoft.com/office/drawing/2014/main" id="{603E1E00-A014-BD49-65DF-D4A50C292A00}"/>
              </a:ext>
            </a:extLst>
          </p:cNvPr>
          <p:cNvCxnSpPr>
            <a:cxnSpLocks/>
            <a:endCxn id="8" idx="2"/>
          </p:cNvCxnSpPr>
          <p:nvPr/>
        </p:nvCxnSpPr>
        <p:spPr>
          <a:xfrm flipV="1">
            <a:off x="5445604" y="2793215"/>
            <a:ext cx="574375" cy="240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093713EE-5CC2-E965-A3E0-A6BD57A3CD25}"/>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062B88C5-2443-D1DE-8364-E062BA30E74E}"/>
              </a:ext>
            </a:extLst>
          </p:cNvPr>
          <p:cNvSpPr>
            <a:spLocks noGrp="1"/>
          </p:cNvSpPr>
          <p:nvPr>
            <p:ph type="sldNum" sz="quarter" idx="12"/>
          </p:nvPr>
        </p:nvSpPr>
        <p:spPr/>
        <p:txBody>
          <a:bodyPr/>
          <a:lstStyle/>
          <a:p>
            <a:fld id="{F47845EA-7733-40EE-B074-20032348B727}" type="slidenum">
              <a:rPr lang="en-US" smtClean="0"/>
              <a:t>89</a:t>
            </a:fld>
            <a:endParaRPr lang="en-US"/>
          </a:p>
        </p:txBody>
      </p:sp>
    </p:spTree>
    <p:extLst>
      <p:ext uri="{BB962C8B-B14F-4D97-AF65-F5344CB8AC3E}">
        <p14:creationId xmlns:p14="http://schemas.microsoft.com/office/powerpoint/2010/main" val="15591964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157F73C-5D72-46AE-3B39-65BD62EB5B81}"/>
              </a:ext>
            </a:extLst>
          </p:cNvPr>
          <p:cNvSpPr>
            <a:spLocks noGrp="1"/>
          </p:cNvSpPr>
          <p:nvPr>
            <p:ph type="ftr" sz="quarter" idx="11"/>
          </p:nvPr>
        </p:nvSpPr>
        <p:spPr/>
        <p:txBody>
          <a:bodyPr/>
          <a:lstStyle/>
          <a:p>
            <a:r>
              <a:rPr lang="en-US"/>
              <a:t>Christine Aidala - University of Michigan</a:t>
            </a:r>
            <a:endParaRPr lang="en-US" dirty="0"/>
          </a:p>
        </p:txBody>
      </p:sp>
      <p:sp>
        <p:nvSpPr>
          <p:cNvPr id="3" name="Slide Number Placeholder 2">
            <a:extLst>
              <a:ext uri="{FF2B5EF4-FFF2-40B4-BE49-F238E27FC236}">
                <a16:creationId xmlns:a16="http://schemas.microsoft.com/office/drawing/2014/main" id="{8012858F-AFBC-6192-8EFE-70C314499197}"/>
              </a:ext>
            </a:extLst>
          </p:cNvPr>
          <p:cNvSpPr>
            <a:spLocks noGrp="1"/>
          </p:cNvSpPr>
          <p:nvPr>
            <p:ph type="sldNum" sz="quarter" idx="12"/>
          </p:nvPr>
        </p:nvSpPr>
        <p:spPr/>
        <p:txBody>
          <a:bodyPr/>
          <a:lstStyle/>
          <a:p>
            <a:fld id="{F47845EA-7733-40EE-B074-20032348B727}" type="slidenum">
              <a:rPr lang="en-US" smtClean="0"/>
              <a:t>90</a:t>
            </a:fld>
            <a:endParaRPr lang="en-US"/>
          </a:p>
        </p:txBody>
      </p:sp>
      <p:sp>
        <p:nvSpPr>
          <p:cNvPr id="4" name="TextBox 3">
            <a:extLst>
              <a:ext uri="{FF2B5EF4-FFF2-40B4-BE49-F238E27FC236}">
                <a16:creationId xmlns:a16="http://schemas.microsoft.com/office/drawing/2014/main" id="{22E277EC-0E1C-5838-650B-950095426674}"/>
              </a:ext>
            </a:extLst>
          </p:cNvPr>
          <p:cNvSpPr txBox="1"/>
          <p:nvPr/>
        </p:nvSpPr>
        <p:spPr>
          <a:xfrm>
            <a:off x="988576" y="2002702"/>
            <a:ext cx="10214848" cy="707886"/>
          </a:xfrm>
          <a:prstGeom prst="rect">
            <a:avLst/>
          </a:prstGeom>
          <a:noFill/>
        </p:spPr>
        <p:txBody>
          <a:bodyPr wrap="none" rtlCol="0">
            <a:spAutoFit/>
          </a:bodyPr>
          <a:lstStyle/>
          <a:p>
            <a:pPr algn="ctr"/>
            <a:r>
              <a:rPr lang="en-US" sz="4000" dirty="0">
                <a:solidFill>
                  <a:schemeClr val="accent6">
                    <a:lumMod val="75000"/>
                  </a:schemeClr>
                </a:solidFill>
              </a:rPr>
              <a:t>Every formal theory starts with primitive objects</a:t>
            </a:r>
          </a:p>
        </p:txBody>
      </p:sp>
      <p:sp>
        <p:nvSpPr>
          <p:cNvPr id="5" name="TextBox 4">
            <a:extLst>
              <a:ext uri="{FF2B5EF4-FFF2-40B4-BE49-F238E27FC236}">
                <a16:creationId xmlns:a16="http://schemas.microsoft.com/office/drawing/2014/main" id="{6A9BB668-5BC1-EFD2-308D-7AE0FE05DDDA}"/>
              </a:ext>
            </a:extLst>
          </p:cNvPr>
          <p:cNvSpPr txBox="1"/>
          <p:nvPr/>
        </p:nvSpPr>
        <p:spPr>
          <a:xfrm>
            <a:off x="1961075" y="188639"/>
            <a:ext cx="8269892" cy="1569660"/>
          </a:xfrm>
          <a:prstGeom prst="rect">
            <a:avLst/>
          </a:prstGeom>
          <a:noFill/>
        </p:spPr>
        <p:txBody>
          <a:bodyPr wrap="none" rtlCol="0">
            <a:spAutoFit/>
          </a:bodyPr>
          <a:lstStyle/>
          <a:p>
            <a:pPr algn="ctr"/>
            <a:r>
              <a:rPr lang="en-US" sz="4800" dirty="0"/>
              <a:t>How do we turn these insights</a:t>
            </a:r>
            <a:br>
              <a:rPr lang="en-US" sz="4800" dirty="0"/>
            </a:br>
            <a:r>
              <a:rPr lang="en-US" sz="4800" dirty="0"/>
              <a:t>into a general theory of physics?</a:t>
            </a:r>
          </a:p>
        </p:txBody>
      </p:sp>
      <p:sp>
        <p:nvSpPr>
          <p:cNvPr id="6" name="TextBox 5">
            <a:extLst>
              <a:ext uri="{FF2B5EF4-FFF2-40B4-BE49-F238E27FC236}">
                <a16:creationId xmlns:a16="http://schemas.microsoft.com/office/drawing/2014/main" id="{1930E092-508D-EE68-76DA-6EB4286ED188}"/>
              </a:ext>
            </a:extLst>
          </p:cNvPr>
          <p:cNvSpPr txBox="1"/>
          <p:nvPr/>
        </p:nvSpPr>
        <p:spPr>
          <a:xfrm>
            <a:off x="6312208" y="2800880"/>
            <a:ext cx="5227970" cy="400110"/>
          </a:xfrm>
          <a:prstGeom prst="rect">
            <a:avLst/>
          </a:prstGeom>
          <a:noFill/>
        </p:spPr>
        <p:txBody>
          <a:bodyPr wrap="none" rtlCol="0">
            <a:spAutoFit/>
          </a:bodyPr>
          <a:lstStyle/>
          <a:p>
            <a:r>
              <a:rPr lang="en-US" sz="2000" dirty="0"/>
              <a:t>Objects that are NOT defined from other objects</a:t>
            </a:r>
          </a:p>
        </p:txBody>
      </p:sp>
      <p:sp>
        <p:nvSpPr>
          <p:cNvPr id="7" name="TextBox 6">
            <a:extLst>
              <a:ext uri="{FF2B5EF4-FFF2-40B4-BE49-F238E27FC236}">
                <a16:creationId xmlns:a16="http://schemas.microsoft.com/office/drawing/2014/main" id="{E89C4410-FE0F-09F1-D9B5-50B04B3C1BDA}"/>
              </a:ext>
            </a:extLst>
          </p:cNvPr>
          <p:cNvSpPr txBox="1"/>
          <p:nvPr/>
        </p:nvSpPr>
        <p:spPr>
          <a:xfrm>
            <a:off x="531628" y="4659133"/>
            <a:ext cx="8452884" cy="1200329"/>
          </a:xfrm>
          <a:prstGeom prst="rect">
            <a:avLst/>
          </a:prstGeom>
          <a:noFill/>
        </p:spPr>
        <p:txBody>
          <a:bodyPr wrap="square" rtlCol="0">
            <a:spAutoFit/>
          </a:bodyPr>
          <a:lstStyle/>
          <a:p>
            <a:pPr algn="ctr"/>
            <a:r>
              <a:rPr lang="en-US" sz="3600" dirty="0">
                <a:solidFill>
                  <a:srgbClr val="C00000"/>
                </a:solidFill>
              </a:rPr>
              <a:t>Are ensembles the correct primitive objects for physical theories? How do we know?</a:t>
            </a:r>
          </a:p>
        </p:txBody>
      </p:sp>
      <p:sp>
        <p:nvSpPr>
          <p:cNvPr id="9" name="TextBox 8">
            <a:extLst>
              <a:ext uri="{FF2B5EF4-FFF2-40B4-BE49-F238E27FC236}">
                <a16:creationId xmlns:a16="http://schemas.microsoft.com/office/drawing/2014/main" id="{A6ED5290-79BC-206B-2170-EC03116812D1}"/>
              </a:ext>
            </a:extLst>
          </p:cNvPr>
          <p:cNvSpPr txBox="1"/>
          <p:nvPr/>
        </p:nvSpPr>
        <p:spPr>
          <a:xfrm>
            <a:off x="2718569" y="3399584"/>
            <a:ext cx="6754861" cy="523220"/>
          </a:xfrm>
          <a:prstGeom prst="rect">
            <a:avLst/>
          </a:prstGeom>
          <a:noFill/>
        </p:spPr>
        <p:txBody>
          <a:bodyPr wrap="none" rtlCol="0">
            <a:spAutoFit/>
          </a:bodyPr>
          <a:lstStyle/>
          <a:p>
            <a:pPr algn="ctr"/>
            <a:r>
              <a:rPr lang="en-US" sz="2800" dirty="0"/>
              <a:t>We don’t want to kick the can down the road</a:t>
            </a:r>
          </a:p>
        </p:txBody>
      </p:sp>
    </p:spTree>
    <p:extLst>
      <p:ext uri="{BB962C8B-B14F-4D97-AF65-F5344CB8AC3E}">
        <p14:creationId xmlns:p14="http://schemas.microsoft.com/office/powerpoint/2010/main" val="2299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AF1D-02EC-AFCC-0E9E-7ECADFF1583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3231A2A-CB33-CD49-43E7-EDA8D9AE7A30}"/>
                  </a:ext>
                </a:extLst>
              </p:cNvPr>
              <p:cNvSpPr txBox="1"/>
              <p:nvPr/>
            </p:nvSpPr>
            <p:spPr>
              <a:xfrm>
                <a:off x="1350339" y="1193965"/>
                <a:ext cx="9491322" cy="584775"/>
              </a:xfrm>
              <a:prstGeom prst="rect">
                <a:avLst/>
              </a:prstGeom>
              <a:noFill/>
            </p:spPr>
            <p:txBody>
              <a:bodyPr wrap="square" rtlCol="0">
                <a:spAutoFit/>
              </a:bodyPr>
              <a:lstStyle/>
              <a:p>
                <a:pPr algn="ct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Scientific laws are relationships between ensembles</a:t>
                </a:r>
              </a:p>
            </p:txBody>
          </p:sp>
        </mc:Choice>
        <mc:Fallback xmlns="">
          <p:sp>
            <p:nvSpPr>
              <p:cNvPr id="19" name="TextBox 18">
                <a:extLst>
                  <a:ext uri="{FF2B5EF4-FFF2-40B4-BE49-F238E27FC236}">
                    <a16:creationId xmlns:a16="http://schemas.microsoft.com/office/drawing/2014/main" id="{1EAD530E-E864-1366-9E84-9F4F648B286F}"/>
                  </a:ext>
                </a:extLst>
              </p:cNvPr>
              <p:cNvSpPr txBox="1">
                <a:spLocks noRot="1" noChangeAspect="1" noMove="1" noResize="1" noEditPoints="1" noAdjustHandles="1" noChangeArrowheads="1" noChangeShapeType="1" noTextEdit="1"/>
              </p:cNvSpPr>
              <p:nvPr/>
            </p:nvSpPr>
            <p:spPr>
              <a:xfrm>
                <a:off x="1350339" y="1193965"/>
                <a:ext cx="9491322" cy="584775"/>
              </a:xfrm>
              <a:prstGeom prst="rect">
                <a:avLst/>
              </a:prstGeom>
              <a:blipFill>
                <a:blip r:embed="rId2"/>
                <a:stretch>
                  <a:fillRect t="-12500" b="-34375"/>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A7C968EE-5F1C-FA92-6FA9-9180AB0203CA}"/>
              </a:ext>
            </a:extLst>
          </p:cNvPr>
          <p:cNvPicPr>
            <a:picLocks noChangeAspect="1"/>
          </p:cNvPicPr>
          <p:nvPr/>
        </p:nvPicPr>
        <p:blipFill>
          <a:blip r:embed="rId3"/>
          <a:stretch>
            <a:fillRect/>
          </a:stretch>
        </p:blipFill>
        <p:spPr>
          <a:xfrm>
            <a:off x="490632" y="291078"/>
            <a:ext cx="11210736" cy="654833"/>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0D8F67C-A10F-C7FE-991E-224BC544CBC3}"/>
                  </a:ext>
                </a:extLst>
              </p:cNvPr>
              <p:cNvSpPr/>
              <p:nvPr/>
            </p:nvSpPr>
            <p:spPr>
              <a:xfrm>
                <a:off x="1215616" y="2474727"/>
                <a:ext cx="1605250" cy="14307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Preparation</a:t>
                </a:r>
                <a:br>
                  <a:rPr lang="en-US" dirty="0"/>
                </a:br>
                <a14:m>
                  <m:oMathPara xmlns:m="http://schemas.openxmlformats.org/officeDocument/2006/math">
                    <m:oMath>
                      <m:r>
                        <a:rPr lang="en-US" b="0" i="1" smtClean="0">
                          <a:latin typeface="Cambria Math" panose="02040503050406030204" pitchFamily="18" charset="0"/>
                        </a:rPr>
                        <m:t>𝑃</m:t>
                      </m:r>
                    </m:oMath>
                  </m:oMathPara>
                </a14:m>
                <a:endParaRPr lang="en-US" dirty="0"/>
              </a:p>
            </p:txBody>
          </p:sp>
        </mc:Choice>
        <mc:Fallback xmlns="">
          <p:sp>
            <p:nvSpPr>
              <p:cNvPr id="9" name="Rectangle 8">
                <a:extLst>
                  <a:ext uri="{FF2B5EF4-FFF2-40B4-BE49-F238E27FC236}">
                    <a16:creationId xmlns:a16="http://schemas.microsoft.com/office/drawing/2014/main" id="{80D8F67C-A10F-C7FE-991E-224BC544CBC3}"/>
                  </a:ext>
                </a:extLst>
              </p:cNvPr>
              <p:cNvSpPr>
                <a:spLocks noRot="1" noChangeAspect="1" noMove="1" noResize="1" noEditPoints="1" noAdjustHandles="1" noChangeArrowheads="1" noChangeShapeType="1" noTextEdit="1"/>
              </p:cNvSpPr>
              <p:nvPr/>
            </p:nvSpPr>
            <p:spPr>
              <a:xfrm>
                <a:off x="1215616" y="2474727"/>
                <a:ext cx="1605250" cy="143076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C98CE02-6F5A-E7E3-3C93-4D4B22454FB9}"/>
                  </a:ext>
                </a:extLst>
              </p:cNvPr>
              <p:cNvSpPr/>
              <p:nvPr/>
            </p:nvSpPr>
            <p:spPr>
              <a:xfrm>
                <a:off x="4105836" y="2474727"/>
                <a:ext cx="1605250" cy="14307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Process</a:t>
                </a:r>
                <a:br>
                  <a:rPr lang="en-US" dirty="0"/>
                </a:br>
                <a14:m>
                  <m:oMathPara xmlns:m="http://schemas.openxmlformats.org/officeDocument/2006/math">
                    <m:oMath>
                      <m:r>
                        <a:rPr lang="en-US" b="0" i="1" smtClean="0">
                          <a:latin typeface="Cambria Math" panose="02040503050406030204" pitchFamily="18" charset="0"/>
                        </a:rPr>
                        <m:t>𝑈</m:t>
                      </m:r>
                    </m:oMath>
                  </m:oMathPara>
                </a14:m>
                <a:endParaRPr lang="en-US" dirty="0"/>
              </a:p>
            </p:txBody>
          </p:sp>
        </mc:Choice>
        <mc:Fallback xmlns="">
          <p:sp>
            <p:nvSpPr>
              <p:cNvPr id="11" name="Rectangle 10">
                <a:extLst>
                  <a:ext uri="{FF2B5EF4-FFF2-40B4-BE49-F238E27FC236}">
                    <a16:creationId xmlns:a16="http://schemas.microsoft.com/office/drawing/2014/main" id="{DC98CE02-6F5A-E7E3-3C93-4D4B22454FB9}"/>
                  </a:ext>
                </a:extLst>
              </p:cNvPr>
              <p:cNvSpPr>
                <a:spLocks noRot="1" noChangeAspect="1" noMove="1" noResize="1" noEditPoints="1" noAdjustHandles="1" noChangeArrowheads="1" noChangeShapeType="1" noTextEdit="1"/>
              </p:cNvSpPr>
              <p:nvPr/>
            </p:nvSpPr>
            <p:spPr>
              <a:xfrm>
                <a:off x="4105836" y="2474727"/>
                <a:ext cx="1605250" cy="143076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B8181D1-55E7-B3F8-26B6-91EBC057CC65}"/>
                  </a:ext>
                </a:extLst>
              </p:cNvPr>
              <p:cNvSpPr/>
              <p:nvPr/>
            </p:nvSpPr>
            <p:spPr>
              <a:xfrm>
                <a:off x="6996057" y="2474727"/>
                <a:ext cx="1605250" cy="14307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Measurement</a:t>
                </a:r>
                <a:br>
                  <a:rPr lang="en-US" dirty="0"/>
                </a:br>
                <a14:m>
                  <m:oMathPara xmlns:m="http://schemas.openxmlformats.org/officeDocument/2006/math">
                    <m:oMath>
                      <m:r>
                        <a:rPr lang="en-US" b="0" i="1" smtClean="0">
                          <a:latin typeface="Cambria Math" panose="02040503050406030204" pitchFamily="18" charset="0"/>
                        </a:rPr>
                        <m:t>𝑀</m:t>
                      </m:r>
                    </m:oMath>
                  </m:oMathPara>
                </a14:m>
                <a:endParaRPr lang="en-US" dirty="0"/>
              </a:p>
            </p:txBody>
          </p:sp>
        </mc:Choice>
        <mc:Fallback xmlns="">
          <p:sp>
            <p:nvSpPr>
              <p:cNvPr id="12" name="Rectangle 11">
                <a:extLst>
                  <a:ext uri="{FF2B5EF4-FFF2-40B4-BE49-F238E27FC236}">
                    <a16:creationId xmlns:a16="http://schemas.microsoft.com/office/drawing/2014/main" id="{CB8181D1-55E7-B3F8-26B6-91EBC057CC65}"/>
                  </a:ext>
                </a:extLst>
              </p:cNvPr>
              <p:cNvSpPr>
                <a:spLocks noRot="1" noChangeAspect="1" noMove="1" noResize="1" noEditPoints="1" noAdjustHandles="1" noChangeArrowheads="1" noChangeShapeType="1" noTextEdit="1"/>
              </p:cNvSpPr>
              <p:nvPr/>
            </p:nvSpPr>
            <p:spPr>
              <a:xfrm>
                <a:off x="6996057" y="2474727"/>
                <a:ext cx="1605250" cy="1430767"/>
              </a:xfrm>
              <a:prstGeom prst="rect">
                <a:avLst/>
              </a:prstGeom>
              <a:blipFill>
                <a:blip r:embed="rId6"/>
                <a:stretch>
                  <a:fillRect l="-377"/>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081D5437-8C63-88F6-730A-1DD109CE4DD4}"/>
              </a:ext>
            </a:extLst>
          </p:cNvPr>
          <p:cNvCxnSpPr>
            <a:stCxn id="9" idx="3"/>
            <a:endCxn id="11" idx="1"/>
          </p:cNvCxnSpPr>
          <p:nvPr/>
        </p:nvCxnSpPr>
        <p:spPr>
          <a:xfrm>
            <a:off x="2820866" y="3190111"/>
            <a:ext cx="1284970"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538126B-3481-57B3-1C4F-607A3FEBFB5B}"/>
              </a:ext>
            </a:extLst>
          </p:cNvPr>
          <p:cNvCxnSpPr>
            <a:cxnSpLocks/>
          </p:cNvCxnSpPr>
          <p:nvPr/>
        </p:nvCxnSpPr>
        <p:spPr>
          <a:xfrm>
            <a:off x="5711086" y="3190111"/>
            <a:ext cx="1284971"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43599D9-C463-4FB0-0AC3-7A5F1506FB5C}"/>
                  </a:ext>
                </a:extLst>
              </p:cNvPr>
              <p:cNvSpPr txBox="1"/>
              <p:nvPr/>
            </p:nvSpPr>
            <p:spPr>
              <a:xfrm>
                <a:off x="3463351" y="2743668"/>
                <a:ext cx="467116"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𝑃</m:t>
                          </m:r>
                        </m:sub>
                      </m:sSub>
                    </m:oMath>
                  </m:oMathPara>
                </a14:m>
                <a:endParaRPr lang="en-US" dirty="0"/>
              </a:p>
            </p:txBody>
          </p:sp>
        </mc:Choice>
        <mc:Fallback xmlns="">
          <p:sp>
            <p:nvSpPr>
              <p:cNvPr id="21" name="TextBox 20">
                <a:extLst>
                  <a:ext uri="{FF2B5EF4-FFF2-40B4-BE49-F238E27FC236}">
                    <a16:creationId xmlns:a16="http://schemas.microsoft.com/office/drawing/2014/main" id="{E43599D9-C463-4FB0-0AC3-7A5F1506FB5C}"/>
                  </a:ext>
                </a:extLst>
              </p:cNvPr>
              <p:cNvSpPr txBox="1">
                <a:spLocks noRot="1" noChangeAspect="1" noMove="1" noResize="1" noEditPoints="1" noAdjustHandles="1" noChangeArrowheads="1" noChangeShapeType="1" noTextEdit="1"/>
              </p:cNvSpPr>
              <p:nvPr/>
            </p:nvSpPr>
            <p:spPr>
              <a:xfrm>
                <a:off x="3463351" y="2743668"/>
                <a:ext cx="46711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EEFD67A-DBBA-5DEF-77DF-4C61C3F43087}"/>
                  </a:ext>
                </a:extLst>
              </p:cNvPr>
              <p:cNvSpPr txBox="1"/>
              <p:nvPr/>
            </p:nvSpPr>
            <p:spPr>
              <a:xfrm>
                <a:off x="6353571" y="2743668"/>
                <a:ext cx="480323"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𝑈</m:t>
                          </m:r>
                        </m:sub>
                      </m:sSub>
                    </m:oMath>
                  </m:oMathPara>
                </a14:m>
                <a:endParaRPr lang="en-US" dirty="0"/>
              </a:p>
            </p:txBody>
          </p:sp>
        </mc:Choice>
        <mc:Fallback xmlns="">
          <p:sp>
            <p:nvSpPr>
              <p:cNvPr id="22" name="TextBox 21">
                <a:extLst>
                  <a:ext uri="{FF2B5EF4-FFF2-40B4-BE49-F238E27FC236}">
                    <a16:creationId xmlns:a16="http://schemas.microsoft.com/office/drawing/2014/main" id="{BEEFD67A-DBBA-5DEF-77DF-4C61C3F43087}"/>
                  </a:ext>
                </a:extLst>
              </p:cNvPr>
              <p:cNvSpPr txBox="1">
                <a:spLocks noRot="1" noChangeAspect="1" noMove="1" noResize="1" noEditPoints="1" noAdjustHandles="1" noChangeArrowheads="1" noChangeShapeType="1" noTextEdit="1"/>
              </p:cNvSpPr>
              <p:nvPr/>
            </p:nvSpPr>
            <p:spPr>
              <a:xfrm>
                <a:off x="6353571" y="2743668"/>
                <a:ext cx="480323"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2F647DE-AEC3-B2D3-0133-40C6B30319BE}"/>
                  </a:ext>
                </a:extLst>
              </p:cNvPr>
              <p:cNvSpPr txBox="1"/>
              <p:nvPr/>
            </p:nvSpPr>
            <p:spPr>
              <a:xfrm>
                <a:off x="9243791" y="2743668"/>
                <a:ext cx="505779" cy="369332"/>
              </a:xfrm>
              <a:prstGeom prst="rect">
                <a:avLst/>
              </a:prstGeom>
              <a:noFill/>
            </p:spPr>
            <p:txBody>
              <a:bodyPr wrap="none"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𝑀</m:t>
                          </m:r>
                        </m:sub>
                      </m:sSub>
                    </m:oMath>
                  </m:oMathPara>
                </a14:m>
                <a:endParaRPr lang="en-US" dirty="0"/>
              </a:p>
            </p:txBody>
          </p:sp>
        </mc:Choice>
        <mc:Fallback xmlns="">
          <p:sp>
            <p:nvSpPr>
              <p:cNvPr id="25" name="TextBox 24">
                <a:extLst>
                  <a:ext uri="{FF2B5EF4-FFF2-40B4-BE49-F238E27FC236}">
                    <a16:creationId xmlns:a16="http://schemas.microsoft.com/office/drawing/2014/main" id="{F2F647DE-AEC3-B2D3-0133-40C6B30319BE}"/>
                  </a:ext>
                </a:extLst>
              </p:cNvPr>
              <p:cNvSpPr txBox="1">
                <a:spLocks noRot="1" noChangeAspect="1" noMove="1" noResize="1" noEditPoints="1" noAdjustHandles="1" noChangeArrowheads="1" noChangeShapeType="1" noTextEdit="1"/>
              </p:cNvSpPr>
              <p:nvPr/>
            </p:nvSpPr>
            <p:spPr>
              <a:xfrm>
                <a:off x="9243791" y="2743668"/>
                <a:ext cx="505779" cy="369332"/>
              </a:xfrm>
              <a:prstGeom prst="rect">
                <a:avLst/>
              </a:prstGeom>
              <a:blipFill>
                <a:blip r:embed="rId9"/>
                <a:stretch>
                  <a:fillRect/>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198E2DF9-E583-221A-AFA3-617A6C0838CB}"/>
              </a:ext>
            </a:extLst>
          </p:cNvPr>
          <p:cNvCxnSpPr>
            <a:cxnSpLocks/>
          </p:cNvCxnSpPr>
          <p:nvPr/>
        </p:nvCxnSpPr>
        <p:spPr>
          <a:xfrm>
            <a:off x="8601307" y="3190111"/>
            <a:ext cx="1284971"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1957257-7193-E2B2-C26B-9CD0E92E09AD}"/>
              </a:ext>
            </a:extLst>
          </p:cNvPr>
          <p:cNvSpPr/>
          <p:nvPr/>
        </p:nvSpPr>
        <p:spPr>
          <a:xfrm>
            <a:off x="931697" y="2281089"/>
            <a:ext cx="2531654" cy="1839558"/>
          </a:xfrm>
          <a:prstGeom prst="rect">
            <a:avLst/>
          </a:prstGeom>
          <a:noFill/>
          <a:ln w="3810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BAE712A-485F-E8EF-15A1-9E5994D82617}"/>
              </a:ext>
            </a:extLst>
          </p:cNvPr>
          <p:cNvSpPr/>
          <p:nvPr/>
        </p:nvSpPr>
        <p:spPr>
          <a:xfrm>
            <a:off x="763794" y="2130482"/>
            <a:ext cx="5589777" cy="2142565"/>
          </a:xfrm>
          <a:prstGeom prst="rect">
            <a:avLst/>
          </a:prstGeom>
          <a:noFill/>
          <a:ln w="3810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3915B59-FFC9-7D08-37FB-22AF4756C37B}"/>
              </a:ext>
            </a:extLst>
          </p:cNvPr>
          <p:cNvSpPr/>
          <p:nvPr/>
        </p:nvSpPr>
        <p:spPr>
          <a:xfrm>
            <a:off x="580914" y="1958360"/>
            <a:ext cx="8662877" cy="2467087"/>
          </a:xfrm>
          <a:prstGeom prst="rect">
            <a:avLst/>
          </a:prstGeom>
          <a:noFill/>
          <a:ln w="3810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423A959-31A5-C0C6-62AE-E87EF6B38A85}"/>
              </a:ext>
            </a:extLst>
          </p:cNvPr>
          <p:cNvSpPr txBox="1"/>
          <p:nvPr/>
        </p:nvSpPr>
        <p:spPr>
          <a:xfrm>
            <a:off x="2910604" y="4597569"/>
            <a:ext cx="1101585" cy="646331"/>
          </a:xfrm>
          <a:prstGeom prst="rect">
            <a:avLst/>
          </a:prstGeom>
          <a:noFill/>
        </p:spPr>
        <p:txBody>
          <a:bodyPr wrap="none" rtlCol="0">
            <a:spAutoFit/>
          </a:bodyPr>
          <a:lstStyle/>
          <a:p>
            <a:pPr algn="ctr"/>
            <a:r>
              <a:rPr lang="en-US" dirty="0"/>
              <a:t>Initial</a:t>
            </a:r>
            <a:br>
              <a:rPr lang="en-US" dirty="0"/>
            </a:br>
            <a:r>
              <a:rPr lang="en-US" dirty="0"/>
              <a:t>ensemble</a:t>
            </a:r>
          </a:p>
        </p:txBody>
      </p:sp>
      <p:sp>
        <p:nvSpPr>
          <p:cNvPr id="31" name="TextBox 30">
            <a:extLst>
              <a:ext uri="{FF2B5EF4-FFF2-40B4-BE49-F238E27FC236}">
                <a16:creationId xmlns:a16="http://schemas.microsoft.com/office/drawing/2014/main" id="{6F15DA85-696B-1BAD-0F7A-018704E3DE36}"/>
              </a:ext>
            </a:extLst>
          </p:cNvPr>
          <p:cNvSpPr txBox="1"/>
          <p:nvPr/>
        </p:nvSpPr>
        <p:spPr>
          <a:xfrm>
            <a:off x="5804733" y="4577847"/>
            <a:ext cx="1101585" cy="646331"/>
          </a:xfrm>
          <a:prstGeom prst="rect">
            <a:avLst/>
          </a:prstGeom>
          <a:noFill/>
        </p:spPr>
        <p:txBody>
          <a:bodyPr wrap="none" rtlCol="0">
            <a:spAutoFit/>
          </a:bodyPr>
          <a:lstStyle/>
          <a:p>
            <a:pPr algn="ctr"/>
            <a:r>
              <a:rPr lang="en-US" dirty="0"/>
              <a:t>Final</a:t>
            </a:r>
            <a:br>
              <a:rPr lang="en-US" dirty="0"/>
            </a:br>
            <a:r>
              <a:rPr lang="en-US" dirty="0"/>
              <a:t>ensemble</a:t>
            </a:r>
          </a:p>
        </p:txBody>
      </p:sp>
      <p:sp>
        <p:nvSpPr>
          <p:cNvPr id="32" name="TextBox 31">
            <a:extLst>
              <a:ext uri="{FF2B5EF4-FFF2-40B4-BE49-F238E27FC236}">
                <a16:creationId xmlns:a16="http://schemas.microsoft.com/office/drawing/2014/main" id="{ACD7BC4C-2A3E-30B6-D8C7-9D2806A5E79D}"/>
              </a:ext>
            </a:extLst>
          </p:cNvPr>
          <p:cNvSpPr txBox="1"/>
          <p:nvPr/>
        </p:nvSpPr>
        <p:spPr>
          <a:xfrm>
            <a:off x="10311330" y="2877702"/>
            <a:ext cx="1079333" cy="646331"/>
          </a:xfrm>
          <a:prstGeom prst="rect">
            <a:avLst/>
          </a:prstGeom>
          <a:noFill/>
        </p:spPr>
        <p:txBody>
          <a:bodyPr wrap="none" rtlCol="0">
            <a:spAutoFit/>
          </a:bodyPr>
          <a:lstStyle/>
          <a:p>
            <a:pPr algn="ctr"/>
            <a:r>
              <a:rPr lang="en-US" dirty="0"/>
              <a:t>Statistical</a:t>
            </a:r>
            <a:br>
              <a:rPr lang="en-US" dirty="0"/>
            </a:br>
            <a:r>
              <a:rPr lang="en-US" dirty="0"/>
              <a:t>data</a:t>
            </a:r>
          </a:p>
        </p:txBody>
      </p:sp>
      <p:sp>
        <p:nvSpPr>
          <p:cNvPr id="2" name="Footer Placeholder 1">
            <a:extLst>
              <a:ext uri="{FF2B5EF4-FFF2-40B4-BE49-F238E27FC236}">
                <a16:creationId xmlns:a16="http://schemas.microsoft.com/office/drawing/2014/main" id="{A9ECD7AA-CED7-666E-E420-70991D6B5869}"/>
              </a:ext>
            </a:extLst>
          </p:cNvPr>
          <p:cNvSpPr>
            <a:spLocks noGrp="1"/>
          </p:cNvSpPr>
          <p:nvPr>
            <p:ph type="ftr" sz="quarter" idx="11"/>
          </p:nvPr>
        </p:nvSpPr>
        <p:spPr/>
        <p:txBody>
          <a:bodyPr/>
          <a:lstStyle/>
          <a:p>
            <a:r>
              <a:rPr lang="en-US"/>
              <a:t>Christine Aidala - University of Michigan</a:t>
            </a:r>
          </a:p>
        </p:txBody>
      </p:sp>
      <p:grpSp>
        <p:nvGrpSpPr>
          <p:cNvPr id="4" name="Group 3">
            <a:extLst>
              <a:ext uri="{FF2B5EF4-FFF2-40B4-BE49-F238E27FC236}">
                <a16:creationId xmlns:a16="http://schemas.microsoft.com/office/drawing/2014/main" id="{545175C4-EFD7-3644-A4F9-C2AADFC7ABEF}"/>
              </a:ext>
            </a:extLst>
          </p:cNvPr>
          <p:cNvGrpSpPr/>
          <p:nvPr/>
        </p:nvGrpSpPr>
        <p:grpSpPr>
          <a:xfrm>
            <a:off x="1084198" y="5371518"/>
            <a:ext cx="6313622" cy="1429978"/>
            <a:chOff x="835433" y="4010249"/>
            <a:chExt cx="6313622" cy="1429978"/>
          </a:xfrm>
        </p:grpSpPr>
        <p:sp>
          <p:nvSpPr>
            <p:cNvPr id="5" name="Freeform: Shape 4">
              <a:extLst>
                <a:ext uri="{FF2B5EF4-FFF2-40B4-BE49-F238E27FC236}">
                  <a16:creationId xmlns:a16="http://schemas.microsoft.com/office/drawing/2014/main" id="{1F7F325B-D4E4-9AD3-D57E-3F4A5888AA28}"/>
                </a:ext>
              </a:extLst>
            </p:cNvPr>
            <p:cNvSpPr/>
            <p:nvPr/>
          </p:nvSpPr>
          <p:spPr>
            <a:xfrm>
              <a:off x="835433" y="4010249"/>
              <a:ext cx="1350577" cy="1021977"/>
            </a:xfrm>
            <a:custGeom>
              <a:avLst/>
              <a:gdLst>
                <a:gd name="connsiteX0" fmla="*/ 0 w 1269594"/>
                <a:gd name="connsiteY0" fmla="*/ 0 h 1021977"/>
                <a:gd name="connsiteX1" fmla="*/ 1183341 w 1269594"/>
                <a:gd name="connsiteY1" fmla="*/ 0 h 1021977"/>
                <a:gd name="connsiteX2" fmla="*/ 1183341 w 1269594"/>
                <a:gd name="connsiteY2" fmla="*/ 222350 h 1021977"/>
                <a:gd name="connsiteX3" fmla="*/ 1269594 w 1269594"/>
                <a:gd name="connsiteY3" fmla="*/ 172994 h 1021977"/>
                <a:gd name="connsiteX4" fmla="*/ 1269594 w 1269594"/>
                <a:gd name="connsiteY4" fmla="*/ 827044 h 1021977"/>
                <a:gd name="connsiteX5" fmla="*/ 1183341 w 1269594"/>
                <a:gd name="connsiteY5" fmla="*/ 777688 h 1021977"/>
                <a:gd name="connsiteX6" fmla="*/ 1183341 w 1269594"/>
                <a:gd name="connsiteY6" fmla="*/ 1021977 h 1021977"/>
                <a:gd name="connsiteX7" fmla="*/ 0 w 1269594"/>
                <a:gd name="connsiteY7" fmla="*/ 1021977 h 102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9594" h="1021977">
                  <a:moveTo>
                    <a:pt x="0" y="0"/>
                  </a:moveTo>
                  <a:lnTo>
                    <a:pt x="1183341" y="0"/>
                  </a:lnTo>
                  <a:lnTo>
                    <a:pt x="1183341" y="222350"/>
                  </a:lnTo>
                  <a:lnTo>
                    <a:pt x="1269594" y="172994"/>
                  </a:lnTo>
                  <a:lnTo>
                    <a:pt x="1269594" y="827044"/>
                  </a:lnTo>
                  <a:lnTo>
                    <a:pt x="1183341" y="777688"/>
                  </a:lnTo>
                  <a:lnTo>
                    <a:pt x="1183341" y="1021977"/>
                  </a:lnTo>
                  <a:lnTo>
                    <a:pt x="0" y="1021977"/>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t>Preparation</a:t>
              </a:r>
              <a:br>
                <a:rPr lang="en-US" dirty="0"/>
              </a:br>
              <a:r>
                <a:rPr lang="en-US" dirty="0"/>
                <a:t>procedure</a:t>
              </a:r>
            </a:p>
          </p:txBody>
        </p:sp>
        <p:sp>
          <p:nvSpPr>
            <p:cNvPr id="6" name="Oval 5">
              <a:extLst>
                <a:ext uri="{FF2B5EF4-FFF2-40B4-BE49-F238E27FC236}">
                  <a16:creationId xmlns:a16="http://schemas.microsoft.com/office/drawing/2014/main" id="{DDFA1218-ED75-509E-61A9-04D11E74B74B}"/>
                </a:ext>
              </a:extLst>
            </p:cNvPr>
            <p:cNvSpPr/>
            <p:nvPr/>
          </p:nvSpPr>
          <p:spPr>
            <a:xfrm>
              <a:off x="3759935" y="4390209"/>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A4A40F4-F757-874D-B981-E9732478BCB7}"/>
                </a:ext>
              </a:extLst>
            </p:cNvPr>
            <p:cNvSpPr/>
            <p:nvPr/>
          </p:nvSpPr>
          <p:spPr>
            <a:xfrm>
              <a:off x="2958223" y="4638740"/>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0DE66FF-307F-05A8-E186-47D21959BBB8}"/>
                </a:ext>
              </a:extLst>
            </p:cNvPr>
            <p:cNvSpPr/>
            <p:nvPr/>
          </p:nvSpPr>
          <p:spPr>
            <a:xfrm>
              <a:off x="5234312" y="4612930"/>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78F33E8-815F-EBA5-A7C0-C7A2158CAFF4}"/>
                </a:ext>
              </a:extLst>
            </p:cNvPr>
            <p:cNvSpPr/>
            <p:nvPr/>
          </p:nvSpPr>
          <p:spPr>
            <a:xfrm>
              <a:off x="4381108" y="4227511"/>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9A12813-AF31-B395-04F4-A2ECB5D59FE8}"/>
                </a:ext>
              </a:extLst>
            </p:cNvPr>
            <p:cNvSpPr/>
            <p:nvPr/>
          </p:nvSpPr>
          <p:spPr>
            <a:xfrm>
              <a:off x="6282340" y="4638740"/>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A176E6E-A64C-5C76-4DF7-0AED4F9537F8}"/>
                </a:ext>
              </a:extLst>
            </p:cNvPr>
            <p:cNvSpPr txBox="1"/>
            <p:nvPr/>
          </p:nvSpPr>
          <p:spPr>
            <a:xfrm>
              <a:off x="3379696" y="4978562"/>
              <a:ext cx="2770310" cy="461665"/>
            </a:xfrm>
            <a:prstGeom prst="rect">
              <a:avLst/>
            </a:prstGeom>
            <a:noFill/>
          </p:spPr>
          <p:txBody>
            <a:bodyPr wrap="none" rtlCol="0">
              <a:spAutoFit/>
            </a:bodyPr>
            <a:lstStyle/>
            <a:p>
              <a:r>
                <a:rPr lang="en-US" sz="2400" dirty="0"/>
                <a:t>Ensemble of outputs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4E0F07F-4E10-5264-0BC1-452891FC6635}"/>
                    </a:ext>
                  </a:extLst>
                </p:cNvPr>
                <p:cNvSpPr txBox="1"/>
                <p:nvPr/>
              </p:nvSpPr>
              <p:spPr>
                <a:xfrm>
                  <a:off x="6616730" y="4183243"/>
                  <a:ext cx="532325" cy="461665"/>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m:t>
                        </m:r>
                      </m:oMath>
                    </m:oMathPara>
                  </a14:m>
                  <a:endParaRPr lang="en-US" sz="2400" dirty="0"/>
                </a:p>
              </p:txBody>
            </p:sp>
          </mc:Choice>
          <mc:Fallback xmlns="">
            <p:sp>
              <p:nvSpPr>
                <p:cNvPr id="41" name="TextBox 40">
                  <a:extLst>
                    <a:ext uri="{FF2B5EF4-FFF2-40B4-BE49-F238E27FC236}">
                      <a16:creationId xmlns:a16="http://schemas.microsoft.com/office/drawing/2014/main" id="{98A57E91-E266-D2A2-D7CD-18A1ABBD124F}"/>
                    </a:ext>
                  </a:extLst>
                </p:cNvPr>
                <p:cNvSpPr txBox="1">
                  <a:spLocks noRot="1" noChangeAspect="1" noMove="1" noResize="1" noEditPoints="1" noAdjustHandles="1" noChangeArrowheads="1" noChangeShapeType="1" noTextEdit="1"/>
                </p:cNvSpPr>
                <p:nvPr/>
              </p:nvSpPr>
              <p:spPr>
                <a:xfrm>
                  <a:off x="6616730" y="4183243"/>
                  <a:ext cx="532325" cy="461665"/>
                </a:xfrm>
                <a:prstGeom prst="rect">
                  <a:avLst/>
                </a:prstGeom>
                <a:blipFill>
                  <a:blip r:embed="rId10"/>
                  <a:stretch>
                    <a:fillRect/>
                  </a:stretch>
                </a:blipFill>
              </p:spPr>
              <p:txBody>
                <a:bodyPr/>
                <a:lstStyle/>
                <a:p>
                  <a:r>
                    <a:rPr lang="en-US">
                      <a:noFill/>
                    </a:rPr>
                    <a:t> </a:t>
                  </a:r>
                </a:p>
              </p:txBody>
            </p:sp>
          </mc:Fallback>
        </mc:AlternateContent>
        <p:sp>
          <p:nvSpPr>
            <p:cNvPr id="20" name="Star: 5 Points 19">
              <a:extLst>
                <a:ext uri="{FF2B5EF4-FFF2-40B4-BE49-F238E27FC236}">
                  <a16:creationId xmlns:a16="http://schemas.microsoft.com/office/drawing/2014/main" id="{D610EF2F-39A8-C95A-7A99-B81CAEFF037D}"/>
                </a:ext>
              </a:extLst>
            </p:cNvPr>
            <p:cNvSpPr/>
            <p:nvPr/>
          </p:nvSpPr>
          <p:spPr>
            <a:xfrm>
              <a:off x="5645484" y="4265178"/>
              <a:ext cx="156879" cy="156879"/>
            </a:xfrm>
            <a:prstGeom prst="star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tar: 5 Points 22">
              <a:extLst>
                <a:ext uri="{FF2B5EF4-FFF2-40B4-BE49-F238E27FC236}">
                  <a16:creationId xmlns:a16="http://schemas.microsoft.com/office/drawing/2014/main" id="{DFC4964D-61ED-E877-53BC-A3CEC78FCBC1}"/>
                </a:ext>
              </a:extLst>
            </p:cNvPr>
            <p:cNvSpPr/>
            <p:nvPr/>
          </p:nvSpPr>
          <p:spPr>
            <a:xfrm>
              <a:off x="4133991" y="4549426"/>
              <a:ext cx="156879" cy="156879"/>
            </a:xfrm>
            <a:prstGeom prst="star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248C316-EA32-7348-8A51-81E3CBF44B0E}"/>
                </a:ext>
              </a:extLst>
            </p:cNvPr>
            <p:cNvSpPr/>
            <p:nvPr/>
          </p:nvSpPr>
          <p:spPr>
            <a:xfrm>
              <a:off x="2563371" y="4285623"/>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576A012-152C-14D6-904A-55D371FE0572}"/>
                </a:ext>
              </a:extLst>
            </p:cNvPr>
            <p:cNvSpPr/>
            <p:nvPr/>
          </p:nvSpPr>
          <p:spPr>
            <a:xfrm>
              <a:off x="4848779" y="4369764"/>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4BA1B08-35D9-6517-30F6-BD60E7033B9A}"/>
                </a:ext>
              </a:extLst>
            </p:cNvPr>
            <p:cNvSpPr/>
            <p:nvPr/>
          </p:nvSpPr>
          <p:spPr>
            <a:xfrm>
              <a:off x="6433674" y="4233330"/>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C3D8C7D-DF9D-FB30-DA4D-B2EC6FC0B74F}"/>
                </a:ext>
              </a:extLst>
            </p:cNvPr>
            <p:cNvSpPr/>
            <p:nvPr/>
          </p:nvSpPr>
          <p:spPr>
            <a:xfrm>
              <a:off x="3227680" y="4227511"/>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1B99BCC-06B9-E758-588C-9DB22C344E8C}"/>
                </a:ext>
              </a:extLst>
            </p:cNvPr>
            <p:cNvSpPr/>
            <p:nvPr/>
          </p:nvSpPr>
          <p:spPr>
            <a:xfrm>
              <a:off x="5645484" y="4763433"/>
              <a:ext cx="104586" cy="1045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E4DF5193-4775-1689-0D8F-ECB37D9135FE}"/>
              </a:ext>
            </a:extLst>
          </p:cNvPr>
          <p:cNvSpPr>
            <a:spLocks noGrp="1"/>
          </p:cNvSpPr>
          <p:nvPr>
            <p:ph type="sldNum" sz="quarter" idx="12"/>
          </p:nvPr>
        </p:nvSpPr>
        <p:spPr/>
        <p:txBody>
          <a:bodyPr/>
          <a:lstStyle/>
          <a:p>
            <a:fld id="{F47845EA-7733-40EE-B074-20032348B727}" type="slidenum">
              <a:rPr lang="en-US" smtClean="0"/>
              <a:t>91</a:t>
            </a:fld>
            <a:endParaRPr lang="en-US"/>
          </a:p>
        </p:txBody>
      </p:sp>
    </p:spTree>
    <p:extLst>
      <p:ext uri="{BB962C8B-B14F-4D97-AF65-F5344CB8AC3E}">
        <p14:creationId xmlns:p14="http://schemas.microsoft.com/office/powerpoint/2010/main" val="184965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9" grpId="0" animBg="1"/>
      <p:bldP spid="11" grpId="0" animBg="1"/>
      <p:bldP spid="12" grpId="0" animBg="1"/>
      <p:bldP spid="21" grpId="0"/>
      <p:bldP spid="22" grpId="0"/>
      <p:bldP spid="25" grpId="0"/>
      <p:bldP spid="27" grpId="0" animBg="1"/>
      <p:bldP spid="28" grpId="0" animBg="1"/>
      <p:bldP spid="29" grpId="0" animBg="1"/>
      <p:bldP spid="30" grpId="0"/>
      <p:bldP spid="31" grpId="0"/>
      <p:bldP spid="3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6096F-40AA-A665-C340-068E6BD26F3B}"/>
            </a:ext>
          </a:extLst>
        </p:cNvPr>
        <p:cNvGrpSpPr/>
        <p:nvPr/>
      </p:nvGrpSpPr>
      <p:grpSpPr>
        <a:xfrm>
          <a:off x="0" y="0"/>
          <a:ext cx="0" cy="0"/>
          <a:chOff x="0" y="0"/>
          <a:chExt cx="0" cy="0"/>
        </a:xfrm>
      </p:grpSpPr>
      <p:grpSp>
        <p:nvGrpSpPr>
          <p:cNvPr id="234" name="Group 233">
            <a:extLst>
              <a:ext uri="{FF2B5EF4-FFF2-40B4-BE49-F238E27FC236}">
                <a16:creationId xmlns:a16="http://schemas.microsoft.com/office/drawing/2014/main" id="{E729CA6E-E79C-9631-7C46-3827C7AD9981}"/>
              </a:ext>
            </a:extLst>
          </p:cNvPr>
          <p:cNvGrpSpPr/>
          <p:nvPr/>
        </p:nvGrpSpPr>
        <p:grpSpPr>
          <a:xfrm>
            <a:off x="-478972" y="429945"/>
            <a:ext cx="13102977" cy="1243880"/>
            <a:chOff x="3628570" y="4023519"/>
            <a:chExt cx="23905029" cy="2269331"/>
          </a:xfrm>
        </p:grpSpPr>
        <p:sp>
          <p:nvSpPr>
            <p:cNvPr id="30" name="Rectangle 29">
              <a:extLst>
                <a:ext uri="{FF2B5EF4-FFF2-40B4-BE49-F238E27FC236}">
                  <a16:creationId xmlns:a16="http://schemas.microsoft.com/office/drawing/2014/main" id="{A880CDCE-2275-6019-9C64-BAC48EB4D65F}"/>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350B2596-F032-5DE3-C079-83BFE7B8F70C}"/>
                </a:ext>
              </a:extLst>
            </p:cNvPr>
            <p:cNvGrpSpPr/>
            <p:nvPr/>
          </p:nvGrpSpPr>
          <p:grpSpPr>
            <a:xfrm>
              <a:off x="3967162" y="4130677"/>
              <a:ext cx="2324893" cy="2055807"/>
              <a:chOff x="3967162" y="4130677"/>
              <a:chExt cx="2324893" cy="2055807"/>
            </a:xfrm>
          </p:grpSpPr>
          <p:sp>
            <p:nvSpPr>
              <p:cNvPr id="32" name="Rectangle: Rounded Corners 31">
                <a:extLst>
                  <a:ext uri="{FF2B5EF4-FFF2-40B4-BE49-F238E27FC236}">
                    <a16:creationId xmlns:a16="http://schemas.microsoft.com/office/drawing/2014/main" id="{4B2194F4-338C-84C2-CE90-1885E0BF20A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2F32BE35-7FEA-3E45-0300-9D9E81F6EDA9}"/>
                  </a:ext>
                </a:extLst>
              </p:cNvPr>
              <p:cNvGrpSpPr/>
              <p:nvPr/>
            </p:nvGrpSpPr>
            <p:grpSpPr>
              <a:xfrm>
                <a:off x="3967162" y="4130677"/>
                <a:ext cx="2177954" cy="203200"/>
                <a:chOff x="4411662" y="1266827"/>
                <a:chExt cx="2177954" cy="203200"/>
              </a:xfrm>
              <a:solidFill>
                <a:schemeClr val="tx1"/>
              </a:solidFill>
            </p:grpSpPr>
            <p:sp>
              <p:nvSpPr>
                <p:cNvPr id="44" name="Rectangle: Rounded Corners 43">
                  <a:extLst>
                    <a:ext uri="{FF2B5EF4-FFF2-40B4-BE49-F238E27FC236}">
                      <a16:creationId xmlns:a16="http://schemas.microsoft.com/office/drawing/2014/main" id="{B6212A97-76DE-513F-9309-C2726917C5D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Rounded Corners 44">
                  <a:extLst>
                    <a:ext uri="{FF2B5EF4-FFF2-40B4-BE49-F238E27FC236}">
                      <a16:creationId xmlns:a16="http://schemas.microsoft.com/office/drawing/2014/main" id="{147BA240-F080-0BEA-A4E1-7959FCB3FAE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Rounded Corners 45">
                  <a:extLst>
                    <a:ext uri="{FF2B5EF4-FFF2-40B4-BE49-F238E27FC236}">
                      <a16:creationId xmlns:a16="http://schemas.microsoft.com/office/drawing/2014/main" id="{55672C99-CCBD-8BB8-D5DE-98947C29110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Rounded Corners 46">
                  <a:extLst>
                    <a:ext uri="{FF2B5EF4-FFF2-40B4-BE49-F238E27FC236}">
                      <a16:creationId xmlns:a16="http://schemas.microsoft.com/office/drawing/2014/main" id="{BF09445F-9D1D-5C6E-F480-512004C4F1E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Rounded Corners 47">
                  <a:extLst>
                    <a:ext uri="{FF2B5EF4-FFF2-40B4-BE49-F238E27FC236}">
                      <a16:creationId xmlns:a16="http://schemas.microsoft.com/office/drawing/2014/main" id="{00A006AD-A0AA-D61C-DD48-8F21678DB08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Rounded Corners 48">
                  <a:extLst>
                    <a:ext uri="{FF2B5EF4-FFF2-40B4-BE49-F238E27FC236}">
                      <a16:creationId xmlns:a16="http://schemas.microsoft.com/office/drawing/2014/main" id="{42B4CA4C-0C55-B4A7-9A7A-E9E731106F7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Rounded Corners 49">
                  <a:extLst>
                    <a:ext uri="{FF2B5EF4-FFF2-40B4-BE49-F238E27FC236}">
                      <a16:creationId xmlns:a16="http://schemas.microsoft.com/office/drawing/2014/main" id="{C06EA53B-424B-A4F3-8409-4990EF5824F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Rounded Corners 51">
                  <a:extLst>
                    <a:ext uri="{FF2B5EF4-FFF2-40B4-BE49-F238E27FC236}">
                      <a16:creationId xmlns:a16="http://schemas.microsoft.com/office/drawing/2014/main" id="{AC52689C-F27A-8006-71F7-7DDCD2385E0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 name="Group 33">
                <a:extLst>
                  <a:ext uri="{FF2B5EF4-FFF2-40B4-BE49-F238E27FC236}">
                    <a16:creationId xmlns:a16="http://schemas.microsoft.com/office/drawing/2014/main" id="{3EDC799D-4B2F-EB30-F1E9-01464A6051DC}"/>
                  </a:ext>
                </a:extLst>
              </p:cNvPr>
              <p:cNvGrpSpPr/>
              <p:nvPr/>
            </p:nvGrpSpPr>
            <p:grpSpPr>
              <a:xfrm>
                <a:off x="3967163" y="5983284"/>
                <a:ext cx="2177954" cy="203200"/>
                <a:chOff x="4411662" y="1266827"/>
                <a:chExt cx="2177954" cy="203200"/>
              </a:xfrm>
              <a:solidFill>
                <a:schemeClr val="tx1"/>
              </a:solidFill>
            </p:grpSpPr>
            <p:sp>
              <p:nvSpPr>
                <p:cNvPr id="35" name="Rectangle: Rounded Corners 34">
                  <a:extLst>
                    <a:ext uri="{FF2B5EF4-FFF2-40B4-BE49-F238E27FC236}">
                      <a16:creationId xmlns:a16="http://schemas.microsoft.com/office/drawing/2014/main" id="{60A0B0A6-58C9-5A93-EC21-5997F0395F1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FE4A1513-0674-81D2-1C46-18843B43E02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34CAF9F7-417A-96E2-F93D-B5A14A186FD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A9A250AE-223F-2EBB-95EE-447FEA489B8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Rounded Corners 38">
                  <a:extLst>
                    <a:ext uri="{FF2B5EF4-FFF2-40B4-BE49-F238E27FC236}">
                      <a16:creationId xmlns:a16="http://schemas.microsoft.com/office/drawing/2014/main" id="{F25D32F0-A973-B188-F769-1DD050C5FF2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Rounded Corners 39">
                  <a:extLst>
                    <a:ext uri="{FF2B5EF4-FFF2-40B4-BE49-F238E27FC236}">
                      <a16:creationId xmlns:a16="http://schemas.microsoft.com/office/drawing/2014/main" id="{BB49C5A4-308E-57F9-3AFA-6F74A35E4B3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Rounded Corners 40">
                  <a:extLst>
                    <a:ext uri="{FF2B5EF4-FFF2-40B4-BE49-F238E27FC236}">
                      <a16:creationId xmlns:a16="http://schemas.microsoft.com/office/drawing/2014/main" id="{7A9DA83E-AC01-5D04-C8AC-271AD6D165B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Rounded Corners 42">
                  <a:extLst>
                    <a:ext uri="{FF2B5EF4-FFF2-40B4-BE49-F238E27FC236}">
                      <a16:creationId xmlns:a16="http://schemas.microsoft.com/office/drawing/2014/main" id="{A5CD7AAC-46EB-8146-A4DA-770B27F3E19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4" name="Group 53">
              <a:extLst>
                <a:ext uri="{FF2B5EF4-FFF2-40B4-BE49-F238E27FC236}">
                  <a16:creationId xmlns:a16="http://schemas.microsoft.com/office/drawing/2014/main" id="{5788E945-149E-3A1D-5637-EDB60BDBBD52}"/>
                </a:ext>
              </a:extLst>
            </p:cNvPr>
            <p:cNvGrpSpPr/>
            <p:nvPr/>
          </p:nvGrpSpPr>
          <p:grpSpPr>
            <a:xfrm>
              <a:off x="6299799" y="4130677"/>
              <a:ext cx="2324893" cy="2055807"/>
              <a:chOff x="3967162" y="4130677"/>
              <a:chExt cx="2324893" cy="2055807"/>
            </a:xfrm>
          </p:grpSpPr>
          <p:sp>
            <p:nvSpPr>
              <p:cNvPr id="55" name="Rectangle: Rounded Corners 54">
                <a:extLst>
                  <a:ext uri="{FF2B5EF4-FFF2-40B4-BE49-F238E27FC236}">
                    <a16:creationId xmlns:a16="http://schemas.microsoft.com/office/drawing/2014/main" id="{82611B01-9B96-D238-846C-84F572CF718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 name="Group 55">
                <a:extLst>
                  <a:ext uri="{FF2B5EF4-FFF2-40B4-BE49-F238E27FC236}">
                    <a16:creationId xmlns:a16="http://schemas.microsoft.com/office/drawing/2014/main" id="{EDA048AC-EF1A-26B5-AF61-6BEF4B79D644}"/>
                  </a:ext>
                </a:extLst>
              </p:cNvPr>
              <p:cNvGrpSpPr/>
              <p:nvPr/>
            </p:nvGrpSpPr>
            <p:grpSpPr>
              <a:xfrm>
                <a:off x="3967162" y="4130677"/>
                <a:ext cx="2177954" cy="203200"/>
                <a:chOff x="4411662" y="1266827"/>
                <a:chExt cx="2177954" cy="203200"/>
              </a:xfrm>
              <a:solidFill>
                <a:schemeClr val="tx1"/>
              </a:solidFill>
            </p:grpSpPr>
            <p:sp>
              <p:nvSpPr>
                <p:cNvPr id="66" name="Rectangle: Rounded Corners 65">
                  <a:extLst>
                    <a:ext uri="{FF2B5EF4-FFF2-40B4-BE49-F238E27FC236}">
                      <a16:creationId xmlns:a16="http://schemas.microsoft.com/office/drawing/2014/main" id="{2A997F9A-1B58-FE90-58F2-1066A26FF88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Rounded Corners 66">
                  <a:extLst>
                    <a:ext uri="{FF2B5EF4-FFF2-40B4-BE49-F238E27FC236}">
                      <a16:creationId xmlns:a16="http://schemas.microsoft.com/office/drawing/2014/main" id="{D044FC94-32F4-E476-94A4-B8DB945A8F0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Rectangle: Rounded Corners 67">
                  <a:extLst>
                    <a:ext uri="{FF2B5EF4-FFF2-40B4-BE49-F238E27FC236}">
                      <a16:creationId xmlns:a16="http://schemas.microsoft.com/office/drawing/2014/main" id="{4B574C5F-D495-069C-9544-14D59553C8A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ectangle: Rounded Corners 68">
                  <a:extLst>
                    <a:ext uri="{FF2B5EF4-FFF2-40B4-BE49-F238E27FC236}">
                      <a16:creationId xmlns:a16="http://schemas.microsoft.com/office/drawing/2014/main" id="{CBD34921-71CA-BBA5-38CA-C5E07949154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Rectangle: Rounded Corners 69">
                  <a:extLst>
                    <a:ext uri="{FF2B5EF4-FFF2-40B4-BE49-F238E27FC236}">
                      <a16:creationId xmlns:a16="http://schemas.microsoft.com/office/drawing/2014/main" id="{7F99E789-FD68-7D4D-B21B-3D1F97A0616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Rectangle: Rounded Corners 70">
                  <a:extLst>
                    <a:ext uri="{FF2B5EF4-FFF2-40B4-BE49-F238E27FC236}">
                      <a16:creationId xmlns:a16="http://schemas.microsoft.com/office/drawing/2014/main" id="{301EEF7D-9B71-D080-1B89-500BD351E9E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Rectangle: Rounded Corners 71">
                  <a:extLst>
                    <a:ext uri="{FF2B5EF4-FFF2-40B4-BE49-F238E27FC236}">
                      <a16:creationId xmlns:a16="http://schemas.microsoft.com/office/drawing/2014/main" id="{B68BF392-62D3-195F-41C3-CEA2B3D3153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Rounded Corners 72">
                  <a:extLst>
                    <a:ext uri="{FF2B5EF4-FFF2-40B4-BE49-F238E27FC236}">
                      <a16:creationId xmlns:a16="http://schemas.microsoft.com/office/drawing/2014/main" id="{F40E75B1-EB5D-8C6D-9F41-F8716A32200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7" name="Group 56">
                <a:extLst>
                  <a:ext uri="{FF2B5EF4-FFF2-40B4-BE49-F238E27FC236}">
                    <a16:creationId xmlns:a16="http://schemas.microsoft.com/office/drawing/2014/main" id="{28ED3095-12E9-0435-0A9C-733730B55FA9}"/>
                  </a:ext>
                </a:extLst>
              </p:cNvPr>
              <p:cNvGrpSpPr/>
              <p:nvPr/>
            </p:nvGrpSpPr>
            <p:grpSpPr>
              <a:xfrm>
                <a:off x="3967163" y="5983284"/>
                <a:ext cx="2177954" cy="203200"/>
                <a:chOff x="4411662" y="1266827"/>
                <a:chExt cx="2177954" cy="203200"/>
              </a:xfrm>
              <a:solidFill>
                <a:schemeClr val="tx1"/>
              </a:solidFill>
            </p:grpSpPr>
            <p:sp>
              <p:nvSpPr>
                <p:cNvPr id="58" name="Rectangle: Rounded Corners 57">
                  <a:extLst>
                    <a:ext uri="{FF2B5EF4-FFF2-40B4-BE49-F238E27FC236}">
                      <a16:creationId xmlns:a16="http://schemas.microsoft.com/office/drawing/2014/main" id="{D24F3409-C2A7-4A2E-7B9B-19EFB69E08C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Rounded Corners 58">
                  <a:extLst>
                    <a:ext uri="{FF2B5EF4-FFF2-40B4-BE49-F238E27FC236}">
                      <a16:creationId xmlns:a16="http://schemas.microsoft.com/office/drawing/2014/main" id="{FA13406E-34D5-526F-735D-18ECB6BB0B8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Rectangle: Rounded Corners 59">
                  <a:extLst>
                    <a:ext uri="{FF2B5EF4-FFF2-40B4-BE49-F238E27FC236}">
                      <a16:creationId xmlns:a16="http://schemas.microsoft.com/office/drawing/2014/main" id="{818ABA2F-CFE7-718D-91B8-687830DCB77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Rounded Corners 60">
                  <a:extLst>
                    <a:ext uri="{FF2B5EF4-FFF2-40B4-BE49-F238E27FC236}">
                      <a16:creationId xmlns:a16="http://schemas.microsoft.com/office/drawing/2014/main" id="{514168A9-EEFE-69AB-1EEF-578C0A98605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Rounded Corners 61">
                  <a:extLst>
                    <a:ext uri="{FF2B5EF4-FFF2-40B4-BE49-F238E27FC236}">
                      <a16:creationId xmlns:a16="http://schemas.microsoft.com/office/drawing/2014/main" id="{99213B00-1C06-1191-55DF-34DD29ACCCB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ectangle: Rounded Corners 62">
                  <a:extLst>
                    <a:ext uri="{FF2B5EF4-FFF2-40B4-BE49-F238E27FC236}">
                      <a16:creationId xmlns:a16="http://schemas.microsoft.com/office/drawing/2014/main" id="{68C31966-76A6-26CB-E196-DF6B556D426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Rectangle: Rounded Corners 63">
                  <a:extLst>
                    <a:ext uri="{FF2B5EF4-FFF2-40B4-BE49-F238E27FC236}">
                      <a16:creationId xmlns:a16="http://schemas.microsoft.com/office/drawing/2014/main" id="{405545FE-87AC-4C50-59D5-5CD7FD0EC24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Rectangle: Rounded Corners 64">
                  <a:extLst>
                    <a:ext uri="{FF2B5EF4-FFF2-40B4-BE49-F238E27FC236}">
                      <a16:creationId xmlns:a16="http://schemas.microsoft.com/office/drawing/2014/main" id="{38F470FD-CDD9-5CB6-8FBA-FC40CA1C08F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74" name="Group 73">
              <a:extLst>
                <a:ext uri="{FF2B5EF4-FFF2-40B4-BE49-F238E27FC236}">
                  <a16:creationId xmlns:a16="http://schemas.microsoft.com/office/drawing/2014/main" id="{A4E7FB9A-31CA-D4BB-5C30-BDC42093F804}"/>
                </a:ext>
              </a:extLst>
            </p:cNvPr>
            <p:cNvGrpSpPr/>
            <p:nvPr/>
          </p:nvGrpSpPr>
          <p:grpSpPr>
            <a:xfrm>
              <a:off x="8632436" y="4130677"/>
              <a:ext cx="2324893" cy="2055807"/>
              <a:chOff x="3967162" y="4130677"/>
              <a:chExt cx="2324893" cy="2055807"/>
            </a:xfrm>
          </p:grpSpPr>
          <p:sp>
            <p:nvSpPr>
              <p:cNvPr id="75" name="Rectangle: Rounded Corners 74">
                <a:extLst>
                  <a:ext uri="{FF2B5EF4-FFF2-40B4-BE49-F238E27FC236}">
                    <a16:creationId xmlns:a16="http://schemas.microsoft.com/office/drawing/2014/main" id="{8579C9AB-55A2-8D06-1A51-E2657F9ADED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6" name="Group 75">
                <a:extLst>
                  <a:ext uri="{FF2B5EF4-FFF2-40B4-BE49-F238E27FC236}">
                    <a16:creationId xmlns:a16="http://schemas.microsoft.com/office/drawing/2014/main" id="{94910CA9-D692-DFEE-5657-FD393CA3275F}"/>
                  </a:ext>
                </a:extLst>
              </p:cNvPr>
              <p:cNvGrpSpPr/>
              <p:nvPr/>
            </p:nvGrpSpPr>
            <p:grpSpPr>
              <a:xfrm>
                <a:off x="3967162" y="4130677"/>
                <a:ext cx="2177954" cy="203200"/>
                <a:chOff x="4411662" y="1266827"/>
                <a:chExt cx="2177954" cy="203200"/>
              </a:xfrm>
              <a:solidFill>
                <a:schemeClr val="tx1"/>
              </a:solidFill>
            </p:grpSpPr>
            <p:sp>
              <p:nvSpPr>
                <p:cNvPr id="86" name="Rectangle: Rounded Corners 85">
                  <a:extLst>
                    <a:ext uri="{FF2B5EF4-FFF2-40B4-BE49-F238E27FC236}">
                      <a16:creationId xmlns:a16="http://schemas.microsoft.com/office/drawing/2014/main" id="{D3050637-24D4-2A8C-DBCA-29BBA16EB66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Rounded Corners 86">
                  <a:extLst>
                    <a:ext uri="{FF2B5EF4-FFF2-40B4-BE49-F238E27FC236}">
                      <a16:creationId xmlns:a16="http://schemas.microsoft.com/office/drawing/2014/main" id="{6A5448B6-7EEF-55B3-E70E-801F4733C4A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Rounded Corners 87">
                  <a:extLst>
                    <a:ext uri="{FF2B5EF4-FFF2-40B4-BE49-F238E27FC236}">
                      <a16:creationId xmlns:a16="http://schemas.microsoft.com/office/drawing/2014/main" id="{8EA5A5B7-DA48-CB88-4500-50FA57A2ECC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Rounded Corners 88">
                  <a:extLst>
                    <a:ext uri="{FF2B5EF4-FFF2-40B4-BE49-F238E27FC236}">
                      <a16:creationId xmlns:a16="http://schemas.microsoft.com/office/drawing/2014/main" id="{69617BBB-03CD-1C34-E1A0-BB49F1C7CDA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Rectangle: Rounded Corners 89">
                  <a:extLst>
                    <a:ext uri="{FF2B5EF4-FFF2-40B4-BE49-F238E27FC236}">
                      <a16:creationId xmlns:a16="http://schemas.microsoft.com/office/drawing/2014/main" id="{49955671-9838-0FA7-CA31-0F0C3879253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Rectangle: Rounded Corners 90">
                  <a:extLst>
                    <a:ext uri="{FF2B5EF4-FFF2-40B4-BE49-F238E27FC236}">
                      <a16:creationId xmlns:a16="http://schemas.microsoft.com/office/drawing/2014/main" id="{0401B545-D496-7F7C-07B4-5ED491B9E6E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Rounded Corners 91">
                  <a:extLst>
                    <a:ext uri="{FF2B5EF4-FFF2-40B4-BE49-F238E27FC236}">
                      <a16:creationId xmlns:a16="http://schemas.microsoft.com/office/drawing/2014/main" id="{B2EC9848-2419-859E-3DA6-F4A5DDBBF2E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Rounded Corners 92">
                  <a:extLst>
                    <a:ext uri="{FF2B5EF4-FFF2-40B4-BE49-F238E27FC236}">
                      <a16:creationId xmlns:a16="http://schemas.microsoft.com/office/drawing/2014/main" id="{D0905F2D-E99D-A10C-66D2-B37C1300E66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7" name="Group 76">
                <a:extLst>
                  <a:ext uri="{FF2B5EF4-FFF2-40B4-BE49-F238E27FC236}">
                    <a16:creationId xmlns:a16="http://schemas.microsoft.com/office/drawing/2014/main" id="{81EE4165-2E63-EBC6-8633-29DF0A1F94ED}"/>
                  </a:ext>
                </a:extLst>
              </p:cNvPr>
              <p:cNvGrpSpPr/>
              <p:nvPr/>
            </p:nvGrpSpPr>
            <p:grpSpPr>
              <a:xfrm>
                <a:off x="3967163" y="5983284"/>
                <a:ext cx="2177954" cy="203200"/>
                <a:chOff x="4411662" y="1266827"/>
                <a:chExt cx="2177954" cy="203200"/>
              </a:xfrm>
              <a:solidFill>
                <a:schemeClr val="tx1"/>
              </a:solidFill>
            </p:grpSpPr>
            <p:sp>
              <p:nvSpPr>
                <p:cNvPr id="78" name="Rectangle: Rounded Corners 77">
                  <a:extLst>
                    <a:ext uri="{FF2B5EF4-FFF2-40B4-BE49-F238E27FC236}">
                      <a16:creationId xmlns:a16="http://schemas.microsoft.com/office/drawing/2014/main" id="{4FE19E48-32CA-B1DE-592B-C31B7C0B585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Rounded Corners 78">
                  <a:extLst>
                    <a:ext uri="{FF2B5EF4-FFF2-40B4-BE49-F238E27FC236}">
                      <a16:creationId xmlns:a16="http://schemas.microsoft.com/office/drawing/2014/main" id="{71365A6A-7CFA-AE4C-3516-A41D2CC9D4A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Rounded Corners 79">
                  <a:extLst>
                    <a:ext uri="{FF2B5EF4-FFF2-40B4-BE49-F238E27FC236}">
                      <a16:creationId xmlns:a16="http://schemas.microsoft.com/office/drawing/2014/main" id="{95DE78EF-A8B4-201B-15C6-34D97635969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Rounded Corners 80">
                  <a:extLst>
                    <a:ext uri="{FF2B5EF4-FFF2-40B4-BE49-F238E27FC236}">
                      <a16:creationId xmlns:a16="http://schemas.microsoft.com/office/drawing/2014/main" id="{E2132B48-D00A-ACC4-9C61-B088E8A0344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Rounded Corners 81">
                  <a:extLst>
                    <a:ext uri="{FF2B5EF4-FFF2-40B4-BE49-F238E27FC236}">
                      <a16:creationId xmlns:a16="http://schemas.microsoft.com/office/drawing/2014/main" id="{B4E3EF65-2275-37EC-9308-D4B1FF6F315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Rounded Corners 82">
                  <a:extLst>
                    <a:ext uri="{FF2B5EF4-FFF2-40B4-BE49-F238E27FC236}">
                      <a16:creationId xmlns:a16="http://schemas.microsoft.com/office/drawing/2014/main" id="{FDE7392F-87F5-F027-ECA6-66B8D3B4BB4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ectangle: Rounded Corners 83">
                  <a:extLst>
                    <a:ext uri="{FF2B5EF4-FFF2-40B4-BE49-F238E27FC236}">
                      <a16:creationId xmlns:a16="http://schemas.microsoft.com/office/drawing/2014/main" id="{A7C3620E-B5F5-745D-C166-FBE6C82D717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Rounded Corners 84">
                  <a:extLst>
                    <a:ext uri="{FF2B5EF4-FFF2-40B4-BE49-F238E27FC236}">
                      <a16:creationId xmlns:a16="http://schemas.microsoft.com/office/drawing/2014/main" id="{5C352D7A-DDA7-CACC-80EB-2C62ECFEDCE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4" name="Group 93">
              <a:extLst>
                <a:ext uri="{FF2B5EF4-FFF2-40B4-BE49-F238E27FC236}">
                  <a16:creationId xmlns:a16="http://schemas.microsoft.com/office/drawing/2014/main" id="{8960F712-905D-F246-5698-F0C83A72FCE4}"/>
                </a:ext>
              </a:extLst>
            </p:cNvPr>
            <p:cNvGrpSpPr/>
            <p:nvPr/>
          </p:nvGrpSpPr>
          <p:grpSpPr>
            <a:xfrm>
              <a:off x="10965073" y="4130677"/>
              <a:ext cx="2324893" cy="2055807"/>
              <a:chOff x="3967162" y="4130677"/>
              <a:chExt cx="2324893" cy="2055807"/>
            </a:xfrm>
          </p:grpSpPr>
          <p:sp>
            <p:nvSpPr>
              <p:cNvPr id="95" name="Rectangle: Rounded Corners 94">
                <a:extLst>
                  <a:ext uri="{FF2B5EF4-FFF2-40B4-BE49-F238E27FC236}">
                    <a16:creationId xmlns:a16="http://schemas.microsoft.com/office/drawing/2014/main" id="{6A316353-28E7-6F1D-27A7-16CC7B2086F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6" name="Group 95">
                <a:extLst>
                  <a:ext uri="{FF2B5EF4-FFF2-40B4-BE49-F238E27FC236}">
                    <a16:creationId xmlns:a16="http://schemas.microsoft.com/office/drawing/2014/main" id="{C1200A07-6616-3F02-5CFD-AC418EA82A02}"/>
                  </a:ext>
                </a:extLst>
              </p:cNvPr>
              <p:cNvGrpSpPr/>
              <p:nvPr/>
            </p:nvGrpSpPr>
            <p:grpSpPr>
              <a:xfrm>
                <a:off x="3967162" y="4130677"/>
                <a:ext cx="2177954" cy="203200"/>
                <a:chOff x="4411662" y="1266827"/>
                <a:chExt cx="2177954" cy="203200"/>
              </a:xfrm>
              <a:solidFill>
                <a:schemeClr val="tx1"/>
              </a:solidFill>
            </p:grpSpPr>
            <p:sp>
              <p:nvSpPr>
                <p:cNvPr id="106" name="Rectangle: Rounded Corners 105">
                  <a:extLst>
                    <a:ext uri="{FF2B5EF4-FFF2-40B4-BE49-F238E27FC236}">
                      <a16:creationId xmlns:a16="http://schemas.microsoft.com/office/drawing/2014/main" id="{BDEAE8F5-F98D-8045-18D3-5306C6164E3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Rectangle: Rounded Corners 106">
                  <a:extLst>
                    <a:ext uri="{FF2B5EF4-FFF2-40B4-BE49-F238E27FC236}">
                      <a16:creationId xmlns:a16="http://schemas.microsoft.com/office/drawing/2014/main" id="{24C0DDB6-4D32-03A8-0359-2EFFA6CD4F7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 name="Rectangle: Rounded Corners 107">
                  <a:extLst>
                    <a:ext uri="{FF2B5EF4-FFF2-40B4-BE49-F238E27FC236}">
                      <a16:creationId xmlns:a16="http://schemas.microsoft.com/office/drawing/2014/main" id="{EC144B7F-B3B7-22AC-86CA-6159DA235F5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Rectangle: Rounded Corners 108">
                  <a:extLst>
                    <a:ext uri="{FF2B5EF4-FFF2-40B4-BE49-F238E27FC236}">
                      <a16:creationId xmlns:a16="http://schemas.microsoft.com/office/drawing/2014/main" id="{61D0C696-21AE-8AD0-E4AC-D0A138B90B5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Rectangle: Rounded Corners 109">
                  <a:extLst>
                    <a:ext uri="{FF2B5EF4-FFF2-40B4-BE49-F238E27FC236}">
                      <a16:creationId xmlns:a16="http://schemas.microsoft.com/office/drawing/2014/main" id="{B7ED8A6B-00BD-D220-D70B-A5A8AB6D919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Rectangle: Rounded Corners 110">
                  <a:extLst>
                    <a:ext uri="{FF2B5EF4-FFF2-40B4-BE49-F238E27FC236}">
                      <a16:creationId xmlns:a16="http://schemas.microsoft.com/office/drawing/2014/main" id="{F60EA627-60CA-CB6F-9C4B-3FABD6659C7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Rectangle: Rounded Corners 111">
                  <a:extLst>
                    <a:ext uri="{FF2B5EF4-FFF2-40B4-BE49-F238E27FC236}">
                      <a16:creationId xmlns:a16="http://schemas.microsoft.com/office/drawing/2014/main" id="{EDC86A5A-196F-6CE6-8D43-34275DAF600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Rectangle: Rounded Corners 112">
                  <a:extLst>
                    <a:ext uri="{FF2B5EF4-FFF2-40B4-BE49-F238E27FC236}">
                      <a16:creationId xmlns:a16="http://schemas.microsoft.com/office/drawing/2014/main" id="{7591967B-278B-02CA-BF0B-6F8538C4677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97" name="Group 96">
                <a:extLst>
                  <a:ext uri="{FF2B5EF4-FFF2-40B4-BE49-F238E27FC236}">
                    <a16:creationId xmlns:a16="http://schemas.microsoft.com/office/drawing/2014/main" id="{002F303F-01C8-9C5E-B42B-84E5212E2FD6}"/>
                  </a:ext>
                </a:extLst>
              </p:cNvPr>
              <p:cNvGrpSpPr/>
              <p:nvPr/>
            </p:nvGrpSpPr>
            <p:grpSpPr>
              <a:xfrm>
                <a:off x="3967163" y="5983284"/>
                <a:ext cx="2177954" cy="203200"/>
                <a:chOff x="4411662" y="1266827"/>
                <a:chExt cx="2177954" cy="203200"/>
              </a:xfrm>
              <a:solidFill>
                <a:schemeClr val="tx1"/>
              </a:solidFill>
            </p:grpSpPr>
            <p:sp>
              <p:nvSpPr>
                <p:cNvPr id="98" name="Rectangle: Rounded Corners 97">
                  <a:extLst>
                    <a:ext uri="{FF2B5EF4-FFF2-40B4-BE49-F238E27FC236}">
                      <a16:creationId xmlns:a16="http://schemas.microsoft.com/office/drawing/2014/main" id="{7270193B-6CB9-1252-2891-BE19A13289F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Rounded Corners 98">
                  <a:extLst>
                    <a:ext uri="{FF2B5EF4-FFF2-40B4-BE49-F238E27FC236}">
                      <a16:creationId xmlns:a16="http://schemas.microsoft.com/office/drawing/2014/main" id="{BC6B4A90-E4A6-D871-DE7E-09B91FBD526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Rounded Corners 99">
                  <a:extLst>
                    <a:ext uri="{FF2B5EF4-FFF2-40B4-BE49-F238E27FC236}">
                      <a16:creationId xmlns:a16="http://schemas.microsoft.com/office/drawing/2014/main" id="{E9FFEFE8-AC78-C1E4-FEAC-2352C3E9F35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Rectangle: Rounded Corners 100">
                  <a:extLst>
                    <a:ext uri="{FF2B5EF4-FFF2-40B4-BE49-F238E27FC236}">
                      <a16:creationId xmlns:a16="http://schemas.microsoft.com/office/drawing/2014/main" id="{518DB9E3-A954-F56B-AD5C-518BBE71D59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Rounded Corners 101">
                  <a:extLst>
                    <a:ext uri="{FF2B5EF4-FFF2-40B4-BE49-F238E27FC236}">
                      <a16:creationId xmlns:a16="http://schemas.microsoft.com/office/drawing/2014/main" id="{D28FB540-F1CD-AAAF-91B4-4C84510E502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Rectangle: Rounded Corners 102">
                  <a:extLst>
                    <a:ext uri="{FF2B5EF4-FFF2-40B4-BE49-F238E27FC236}">
                      <a16:creationId xmlns:a16="http://schemas.microsoft.com/office/drawing/2014/main" id="{E7D681E3-AB8A-191C-65B6-7F608F62167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Rectangle: Rounded Corners 103">
                  <a:extLst>
                    <a:ext uri="{FF2B5EF4-FFF2-40B4-BE49-F238E27FC236}">
                      <a16:creationId xmlns:a16="http://schemas.microsoft.com/office/drawing/2014/main" id="{5A553EB5-B8BF-8187-797B-B4166FBBD8A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Rectangle: Rounded Corners 104">
                  <a:extLst>
                    <a:ext uri="{FF2B5EF4-FFF2-40B4-BE49-F238E27FC236}">
                      <a16:creationId xmlns:a16="http://schemas.microsoft.com/office/drawing/2014/main" id="{0DCFEFC1-0096-7525-59B2-7AA3CE9496A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 name="Group 113">
              <a:extLst>
                <a:ext uri="{FF2B5EF4-FFF2-40B4-BE49-F238E27FC236}">
                  <a16:creationId xmlns:a16="http://schemas.microsoft.com/office/drawing/2014/main" id="{55D56B85-471E-3164-D670-23E407B3C17C}"/>
                </a:ext>
              </a:extLst>
            </p:cNvPr>
            <p:cNvGrpSpPr/>
            <p:nvPr/>
          </p:nvGrpSpPr>
          <p:grpSpPr>
            <a:xfrm>
              <a:off x="13297710" y="4130677"/>
              <a:ext cx="2324893" cy="2055807"/>
              <a:chOff x="3967162" y="4130677"/>
              <a:chExt cx="2324893" cy="2055807"/>
            </a:xfrm>
          </p:grpSpPr>
          <p:sp>
            <p:nvSpPr>
              <p:cNvPr id="115" name="Rectangle: Rounded Corners 114">
                <a:extLst>
                  <a:ext uri="{FF2B5EF4-FFF2-40B4-BE49-F238E27FC236}">
                    <a16:creationId xmlns:a16="http://schemas.microsoft.com/office/drawing/2014/main" id="{CBBE1082-04A3-F159-5275-3A8007BC989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DCAFDAA4-6866-33BE-3D93-1A1DE8E19AD4}"/>
                  </a:ext>
                </a:extLst>
              </p:cNvPr>
              <p:cNvGrpSpPr/>
              <p:nvPr/>
            </p:nvGrpSpPr>
            <p:grpSpPr>
              <a:xfrm>
                <a:off x="3967162" y="4130677"/>
                <a:ext cx="2177954" cy="203200"/>
                <a:chOff x="4411662" y="1266827"/>
                <a:chExt cx="2177954" cy="203200"/>
              </a:xfrm>
              <a:solidFill>
                <a:schemeClr val="tx1"/>
              </a:solidFill>
            </p:grpSpPr>
            <p:sp>
              <p:nvSpPr>
                <p:cNvPr id="126" name="Rectangle: Rounded Corners 125">
                  <a:extLst>
                    <a:ext uri="{FF2B5EF4-FFF2-40B4-BE49-F238E27FC236}">
                      <a16:creationId xmlns:a16="http://schemas.microsoft.com/office/drawing/2014/main" id="{9A998E6C-FE29-79C9-846F-68A6F64A21A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Rectangle: Rounded Corners 126">
                  <a:extLst>
                    <a:ext uri="{FF2B5EF4-FFF2-40B4-BE49-F238E27FC236}">
                      <a16:creationId xmlns:a16="http://schemas.microsoft.com/office/drawing/2014/main" id="{545AE029-63E1-8A70-8E1E-9C1361CF237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Rectangle: Rounded Corners 127">
                  <a:extLst>
                    <a:ext uri="{FF2B5EF4-FFF2-40B4-BE49-F238E27FC236}">
                      <a16:creationId xmlns:a16="http://schemas.microsoft.com/office/drawing/2014/main" id="{25EB6B26-C50E-4504-3E65-7ACC6DFCECB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Rectangle: Rounded Corners 128">
                  <a:extLst>
                    <a:ext uri="{FF2B5EF4-FFF2-40B4-BE49-F238E27FC236}">
                      <a16:creationId xmlns:a16="http://schemas.microsoft.com/office/drawing/2014/main" id="{600B2958-D9D5-A8BD-F097-F6145157447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Rectangle: Rounded Corners 129">
                  <a:extLst>
                    <a:ext uri="{FF2B5EF4-FFF2-40B4-BE49-F238E27FC236}">
                      <a16:creationId xmlns:a16="http://schemas.microsoft.com/office/drawing/2014/main" id="{9EE80F8B-D552-7AAC-A009-69F0AB8B976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Rectangle: Rounded Corners 130">
                  <a:extLst>
                    <a:ext uri="{FF2B5EF4-FFF2-40B4-BE49-F238E27FC236}">
                      <a16:creationId xmlns:a16="http://schemas.microsoft.com/office/drawing/2014/main" id="{237DD286-CA80-C8FF-DC76-80A463449C8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Rectangle: Rounded Corners 131">
                  <a:extLst>
                    <a:ext uri="{FF2B5EF4-FFF2-40B4-BE49-F238E27FC236}">
                      <a16:creationId xmlns:a16="http://schemas.microsoft.com/office/drawing/2014/main" id="{DF95591A-B057-1053-27EC-D2C29E4B09D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Rectangle: Rounded Corners 132">
                  <a:extLst>
                    <a:ext uri="{FF2B5EF4-FFF2-40B4-BE49-F238E27FC236}">
                      <a16:creationId xmlns:a16="http://schemas.microsoft.com/office/drawing/2014/main" id="{8956AE82-19D6-B1B2-17E9-96A68153F6E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7" name="Group 116">
                <a:extLst>
                  <a:ext uri="{FF2B5EF4-FFF2-40B4-BE49-F238E27FC236}">
                    <a16:creationId xmlns:a16="http://schemas.microsoft.com/office/drawing/2014/main" id="{74E949C2-ED5B-C94E-9615-B7B479CC6B79}"/>
                  </a:ext>
                </a:extLst>
              </p:cNvPr>
              <p:cNvGrpSpPr/>
              <p:nvPr/>
            </p:nvGrpSpPr>
            <p:grpSpPr>
              <a:xfrm>
                <a:off x="3967163" y="5983284"/>
                <a:ext cx="2177954" cy="203200"/>
                <a:chOff x="4411662" y="1266827"/>
                <a:chExt cx="2177954" cy="203200"/>
              </a:xfrm>
              <a:solidFill>
                <a:schemeClr val="tx1"/>
              </a:solidFill>
            </p:grpSpPr>
            <p:sp>
              <p:nvSpPr>
                <p:cNvPr id="118" name="Rectangle: Rounded Corners 117">
                  <a:extLst>
                    <a:ext uri="{FF2B5EF4-FFF2-40B4-BE49-F238E27FC236}">
                      <a16:creationId xmlns:a16="http://schemas.microsoft.com/office/drawing/2014/main" id="{41CA12BD-66C6-9B25-56DD-4A38DB24B7F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Rectangle: Rounded Corners 118">
                  <a:extLst>
                    <a:ext uri="{FF2B5EF4-FFF2-40B4-BE49-F238E27FC236}">
                      <a16:creationId xmlns:a16="http://schemas.microsoft.com/office/drawing/2014/main" id="{6FC8AC96-70E6-BE45-769F-52F1FB4CEA4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Rectangle: Rounded Corners 119">
                  <a:extLst>
                    <a:ext uri="{FF2B5EF4-FFF2-40B4-BE49-F238E27FC236}">
                      <a16:creationId xmlns:a16="http://schemas.microsoft.com/office/drawing/2014/main" id="{55202816-68E6-A637-E688-D5678377DFD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Rounded Corners 120">
                  <a:extLst>
                    <a:ext uri="{FF2B5EF4-FFF2-40B4-BE49-F238E27FC236}">
                      <a16:creationId xmlns:a16="http://schemas.microsoft.com/office/drawing/2014/main" id="{074C83DC-3C52-5F5D-18D2-6B72E6DA48F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Rectangle: Rounded Corners 121">
                  <a:extLst>
                    <a:ext uri="{FF2B5EF4-FFF2-40B4-BE49-F238E27FC236}">
                      <a16:creationId xmlns:a16="http://schemas.microsoft.com/office/drawing/2014/main" id="{1A96140F-9805-1A15-17C0-A4438A15720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Rounded Corners 122">
                  <a:extLst>
                    <a:ext uri="{FF2B5EF4-FFF2-40B4-BE49-F238E27FC236}">
                      <a16:creationId xmlns:a16="http://schemas.microsoft.com/office/drawing/2014/main" id="{80723F31-BBC9-855B-D3FC-A6809CF6C05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Rounded Corners 123">
                  <a:extLst>
                    <a:ext uri="{FF2B5EF4-FFF2-40B4-BE49-F238E27FC236}">
                      <a16:creationId xmlns:a16="http://schemas.microsoft.com/office/drawing/2014/main" id="{43C3E2C9-053F-7B4D-1A7B-DBA9E16B915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Rectangle: Rounded Corners 124">
                  <a:extLst>
                    <a:ext uri="{FF2B5EF4-FFF2-40B4-BE49-F238E27FC236}">
                      <a16:creationId xmlns:a16="http://schemas.microsoft.com/office/drawing/2014/main" id="{5596A0A4-1538-C0D6-3938-D9DC5A7EA70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 name="Group 133">
              <a:extLst>
                <a:ext uri="{FF2B5EF4-FFF2-40B4-BE49-F238E27FC236}">
                  <a16:creationId xmlns:a16="http://schemas.microsoft.com/office/drawing/2014/main" id="{4042C7BA-662D-EFE3-27D6-7A7C6CCA816D}"/>
                </a:ext>
              </a:extLst>
            </p:cNvPr>
            <p:cNvGrpSpPr/>
            <p:nvPr/>
          </p:nvGrpSpPr>
          <p:grpSpPr>
            <a:xfrm>
              <a:off x="15630347" y="4130677"/>
              <a:ext cx="2324893" cy="2055807"/>
              <a:chOff x="3967162" y="4130677"/>
              <a:chExt cx="2324893" cy="2055807"/>
            </a:xfrm>
          </p:grpSpPr>
          <p:sp>
            <p:nvSpPr>
              <p:cNvPr id="135" name="Rectangle: Rounded Corners 134">
                <a:extLst>
                  <a:ext uri="{FF2B5EF4-FFF2-40B4-BE49-F238E27FC236}">
                    <a16:creationId xmlns:a16="http://schemas.microsoft.com/office/drawing/2014/main" id="{AE6425DE-0DDC-3FB3-BDFA-ECABAFD9BD9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6" name="Group 135">
                <a:extLst>
                  <a:ext uri="{FF2B5EF4-FFF2-40B4-BE49-F238E27FC236}">
                    <a16:creationId xmlns:a16="http://schemas.microsoft.com/office/drawing/2014/main" id="{2E1CF775-3CA8-F0D2-B17E-B35E91A5B23B}"/>
                  </a:ext>
                </a:extLst>
              </p:cNvPr>
              <p:cNvGrpSpPr/>
              <p:nvPr/>
            </p:nvGrpSpPr>
            <p:grpSpPr>
              <a:xfrm>
                <a:off x="3967162" y="4130677"/>
                <a:ext cx="2177954" cy="203200"/>
                <a:chOff x="4411662" y="1266827"/>
                <a:chExt cx="2177954" cy="203200"/>
              </a:xfrm>
              <a:solidFill>
                <a:schemeClr val="tx1"/>
              </a:solidFill>
            </p:grpSpPr>
            <p:sp>
              <p:nvSpPr>
                <p:cNvPr id="146" name="Rectangle: Rounded Corners 145">
                  <a:extLst>
                    <a:ext uri="{FF2B5EF4-FFF2-40B4-BE49-F238E27FC236}">
                      <a16:creationId xmlns:a16="http://schemas.microsoft.com/office/drawing/2014/main" id="{42261FEF-9705-8AC6-863C-1026499A439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Rectangle: Rounded Corners 146">
                  <a:extLst>
                    <a:ext uri="{FF2B5EF4-FFF2-40B4-BE49-F238E27FC236}">
                      <a16:creationId xmlns:a16="http://schemas.microsoft.com/office/drawing/2014/main" id="{DC446A3D-A614-EAFD-F46E-1D279C2620C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Rectangle: Rounded Corners 147">
                  <a:extLst>
                    <a:ext uri="{FF2B5EF4-FFF2-40B4-BE49-F238E27FC236}">
                      <a16:creationId xmlns:a16="http://schemas.microsoft.com/office/drawing/2014/main" id="{5731ECC6-28CF-7E4D-981A-F0CC175E239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Rectangle: Rounded Corners 148">
                  <a:extLst>
                    <a:ext uri="{FF2B5EF4-FFF2-40B4-BE49-F238E27FC236}">
                      <a16:creationId xmlns:a16="http://schemas.microsoft.com/office/drawing/2014/main" id="{EF815153-EE91-6938-681D-545375F3747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Rectangle: Rounded Corners 149">
                  <a:extLst>
                    <a:ext uri="{FF2B5EF4-FFF2-40B4-BE49-F238E27FC236}">
                      <a16:creationId xmlns:a16="http://schemas.microsoft.com/office/drawing/2014/main" id="{1C230012-0FA2-4522-B01D-53BB8ACBD23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Rectangle: Rounded Corners 150">
                  <a:extLst>
                    <a:ext uri="{FF2B5EF4-FFF2-40B4-BE49-F238E27FC236}">
                      <a16:creationId xmlns:a16="http://schemas.microsoft.com/office/drawing/2014/main" id="{734167F6-410B-C568-C281-31438B6C0F7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Rectangle: Rounded Corners 151">
                  <a:extLst>
                    <a:ext uri="{FF2B5EF4-FFF2-40B4-BE49-F238E27FC236}">
                      <a16:creationId xmlns:a16="http://schemas.microsoft.com/office/drawing/2014/main" id="{33E0D115-BE3B-C9A7-6E42-7D6E2CC0A21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Rectangle: Rounded Corners 152">
                  <a:extLst>
                    <a:ext uri="{FF2B5EF4-FFF2-40B4-BE49-F238E27FC236}">
                      <a16:creationId xmlns:a16="http://schemas.microsoft.com/office/drawing/2014/main" id="{D9EA1861-37B8-4080-015D-D18BF9386E2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7" name="Group 136">
                <a:extLst>
                  <a:ext uri="{FF2B5EF4-FFF2-40B4-BE49-F238E27FC236}">
                    <a16:creationId xmlns:a16="http://schemas.microsoft.com/office/drawing/2014/main" id="{2BC27D1C-0845-DC9C-0DAB-956AF0557232}"/>
                  </a:ext>
                </a:extLst>
              </p:cNvPr>
              <p:cNvGrpSpPr/>
              <p:nvPr/>
            </p:nvGrpSpPr>
            <p:grpSpPr>
              <a:xfrm>
                <a:off x="3967163" y="5983284"/>
                <a:ext cx="2177954" cy="203200"/>
                <a:chOff x="4411662" y="1266827"/>
                <a:chExt cx="2177954" cy="203200"/>
              </a:xfrm>
              <a:solidFill>
                <a:schemeClr val="tx1"/>
              </a:solidFill>
            </p:grpSpPr>
            <p:sp>
              <p:nvSpPr>
                <p:cNvPr id="138" name="Rectangle: Rounded Corners 137">
                  <a:extLst>
                    <a:ext uri="{FF2B5EF4-FFF2-40B4-BE49-F238E27FC236}">
                      <a16:creationId xmlns:a16="http://schemas.microsoft.com/office/drawing/2014/main" id="{3279CF4D-7543-8C29-C868-226AAF924AF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Rectangle: Rounded Corners 138">
                  <a:extLst>
                    <a:ext uri="{FF2B5EF4-FFF2-40B4-BE49-F238E27FC236}">
                      <a16:creationId xmlns:a16="http://schemas.microsoft.com/office/drawing/2014/main" id="{28903CFC-D478-9F74-77B3-EBB98189571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Rounded Corners 139">
                  <a:extLst>
                    <a:ext uri="{FF2B5EF4-FFF2-40B4-BE49-F238E27FC236}">
                      <a16:creationId xmlns:a16="http://schemas.microsoft.com/office/drawing/2014/main" id="{F1BFB417-CB58-5A0B-9F0B-F13F8AE23E9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Rectangle: Rounded Corners 140">
                  <a:extLst>
                    <a:ext uri="{FF2B5EF4-FFF2-40B4-BE49-F238E27FC236}">
                      <a16:creationId xmlns:a16="http://schemas.microsoft.com/office/drawing/2014/main" id="{7F99FD33-8243-FE3B-2FD9-CDEAFA9217B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Rounded Corners 141">
                  <a:extLst>
                    <a:ext uri="{FF2B5EF4-FFF2-40B4-BE49-F238E27FC236}">
                      <a16:creationId xmlns:a16="http://schemas.microsoft.com/office/drawing/2014/main" id="{380CBCB4-E00D-5863-A0D6-CB9F759EE34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Rectangle: Rounded Corners 142">
                  <a:extLst>
                    <a:ext uri="{FF2B5EF4-FFF2-40B4-BE49-F238E27FC236}">
                      <a16:creationId xmlns:a16="http://schemas.microsoft.com/office/drawing/2014/main" id="{DFBDE257-604B-E276-31E6-35D3D1DF4D6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Rectangle: Rounded Corners 143">
                  <a:extLst>
                    <a:ext uri="{FF2B5EF4-FFF2-40B4-BE49-F238E27FC236}">
                      <a16:creationId xmlns:a16="http://schemas.microsoft.com/office/drawing/2014/main" id="{07ABBB20-54AA-62D9-1B67-D97AD85FC3B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Rectangle: Rounded Corners 144">
                  <a:extLst>
                    <a:ext uri="{FF2B5EF4-FFF2-40B4-BE49-F238E27FC236}">
                      <a16:creationId xmlns:a16="http://schemas.microsoft.com/office/drawing/2014/main" id="{DE366FB1-1E12-1B8D-3B8E-2A33249049E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 name="Group 153">
              <a:extLst>
                <a:ext uri="{FF2B5EF4-FFF2-40B4-BE49-F238E27FC236}">
                  <a16:creationId xmlns:a16="http://schemas.microsoft.com/office/drawing/2014/main" id="{605648F6-3313-920D-A50B-3A3424E46194}"/>
                </a:ext>
              </a:extLst>
            </p:cNvPr>
            <p:cNvGrpSpPr/>
            <p:nvPr/>
          </p:nvGrpSpPr>
          <p:grpSpPr>
            <a:xfrm>
              <a:off x="17962984" y="4130677"/>
              <a:ext cx="2324893" cy="2055807"/>
              <a:chOff x="3967162" y="4130677"/>
              <a:chExt cx="2324893" cy="2055807"/>
            </a:xfrm>
          </p:grpSpPr>
          <p:sp>
            <p:nvSpPr>
              <p:cNvPr id="155" name="Rectangle: Rounded Corners 154">
                <a:extLst>
                  <a:ext uri="{FF2B5EF4-FFF2-40B4-BE49-F238E27FC236}">
                    <a16:creationId xmlns:a16="http://schemas.microsoft.com/office/drawing/2014/main" id="{CF5029A2-D7BE-ACA9-9C3B-0252D9F7D86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6" name="Group 155">
                <a:extLst>
                  <a:ext uri="{FF2B5EF4-FFF2-40B4-BE49-F238E27FC236}">
                    <a16:creationId xmlns:a16="http://schemas.microsoft.com/office/drawing/2014/main" id="{23A5FE7B-D3CC-0CBF-D8C7-490AD25081C0}"/>
                  </a:ext>
                </a:extLst>
              </p:cNvPr>
              <p:cNvGrpSpPr/>
              <p:nvPr/>
            </p:nvGrpSpPr>
            <p:grpSpPr>
              <a:xfrm>
                <a:off x="3967162" y="4130677"/>
                <a:ext cx="2177954" cy="203200"/>
                <a:chOff x="4411662" y="1266827"/>
                <a:chExt cx="2177954" cy="203200"/>
              </a:xfrm>
              <a:solidFill>
                <a:schemeClr val="tx1"/>
              </a:solidFill>
            </p:grpSpPr>
            <p:sp>
              <p:nvSpPr>
                <p:cNvPr id="166" name="Rectangle: Rounded Corners 165">
                  <a:extLst>
                    <a:ext uri="{FF2B5EF4-FFF2-40B4-BE49-F238E27FC236}">
                      <a16:creationId xmlns:a16="http://schemas.microsoft.com/office/drawing/2014/main" id="{301317AB-F829-55F7-3A84-6FFC7D00336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Rectangle: Rounded Corners 166">
                  <a:extLst>
                    <a:ext uri="{FF2B5EF4-FFF2-40B4-BE49-F238E27FC236}">
                      <a16:creationId xmlns:a16="http://schemas.microsoft.com/office/drawing/2014/main" id="{D1E055C0-64F2-95AD-7BC9-20DBBB394DE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Rectangle: Rounded Corners 167">
                  <a:extLst>
                    <a:ext uri="{FF2B5EF4-FFF2-40B4-BE49-F238E27FC236}">
                      <a16:creationId xmlns:a16="http://schemas.microsoft.com/office/drawing/2014/main" id="{745ADA7C-09A9-1B30-C9E1-EAD636C6004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Rectangle: Rounded Corners 168">
                  <a:extLst>
                    <a:ext uri="{FF2B5EF4-FFF2-40B4-BE49-F238E27FC236}">
                      <a16:creationId xmlns:a16="http://schemas.microsoft.com/office/drawing/2014/main" id="{5DD9786B-120E-C2ED-3DC4-8E80E0472E0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Rectangle: Rounded Corners 169">
                  <a:extLst>
                    <a:ext uri="{FF2B5EF4-FFF2-40B4-BE49-F238E27FC236}">
                      <a16:creationId xmlns:a16="http://schemas.microsoft.com/office/drawing/2014/main" id="{9825479E-4DF0-4F4F-65F9-A41C819250F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Rectangle: Rounded Corners 170">
                  <a:extLst>
                    <a:ext uri="{FF2B5EF4-FFF2-40B4-BE49-F238E27FC236}">
                      <a16:creationId xmlns:a16="http://schemas.microsoft.com/office/drawing/2014/main" id="{DC2073FA-6AB3-EC4E-7923-0D37C0525B8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Rectangle: Rounded Corners 171">
                  <a:extLst>
                    <a:ext uri="{FF2B5EF4-FFF2-40B4-BE49-F238E27FC236}">
                      <a16:creationId xmlns:a16="http://schemas.microsoft.com/office/drawing/2014/main" id="{807D4041-F3D0-C8B7-5E17-512463FC25F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Rectangle: Rounded Corners 172">
                  <a:extLst>
                    <a:ext uri="{FF2B5EF4-FFF2-40B4-BE49-F238E27FC236}">
                      <a16:creationId xmlns:a16="http://schemas.microsoft.com/office/drawing/2014/main" id="{0BB46668-7AD8-F6D2-B3AB-F6753F9CBE6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7" name="Group 156">
                <a:extLst>
                  <a:ext uri="{FF2B5EF4-FFF2-40B4-BE49-F238E27FC236}">
                    <a16:creationId xmlns:a16="http://schemas.microsoft.com/office/drawing/2014/main" id="{03FE4661-7F8E-00B1-BA07-82C74D76DDE7}"/>
                  </a:ext>
                </a:extLst>
              </p:cNvPr>
              <p:cNvGrpSpPr/>
              <p:nvPr/>
            </p:nvGrpSpPr>
            <p:grpSpPr>
              <a:xfrm>
                <a:off x="3967163" y="5983284"/>
                <a:ext cx="2177954" cy="203200"/>
                <a:chOff x="4411662" y="1266827"/>
                <a:chExt cx="2177954" cy="203200"/>
              </a:xfrm>
              <a:solidFill>
                <a:schemeClr val="tx1"/>
              </a:solidFill>
            </p:grpSpPr>
            <p:sp>
              <p:nvSpPr>
                <p:cNvPr id="158" name="Rectangle: Rounded Corners 157">
                  <a:extLst>
                    <a:ext uri="{FF2B5EF4-FFF2-40B4-BE49-F238E27FC236}">
                      <a16:creationId xmlns:a16="http://schemas.microsoft.com/office/drawing/2014/main" id="{BF004031-4B31-C39E-5BA7-DBE1DC86437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Rectangle: Rounded Corners 158">
                  <a:extLst>
                    <a:ext uri="{FF2B5EF4-FFF2-40B4-BE49-F238E27FC236}">
                      <a16:creationId xmlns:a16="http://schemas.microsoft.com/office/drawing/2014/main" id="{FF3BB8E4-887B-5A6C-042C-25A08DE9EF4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Rectangle: Rounded Corners 159">
                  <a:extLst>
                    <a:ext uri="{FF2B5EF4-FFF2-40B4-BE49-F238E27FC236}">
                      <a16:creationId xmlns:a16="http://schemas.microsoft.com/office/drawing/2014/main" id="{30E99FA7-48AE-9AEC-3AEF-4DD45047C34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Rectangle: Rounded Corners 160">
                  <a:extLst>
                    <a:ext uri="{FF2B5EF4-FFF2-40B4-BE49-F238E27FC236}">
                      <a16:creationId xmlns:a16="http://schemas.microsoft.com/office/drawing/2014/main" id="{66D3E5EE-0BB1-4B0D-1F87-348945C2566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Rectangle: Rounded Corners 161">
                  <a:extLst>
                    <a:ext uri="{FF2B5EF4-FFF2-40B4-BE49-F238E27FC236}">
                      <a16:creationId xmlns:a16="http://schemas.microsoft.com/office/drawing/2014/main" id="{0887075D-0B34-D3CA-2919-CE6D5484EEA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Rounded Corners 162">
                  <a:extLst>
                    <a:ext uri="{FF2B5EF4-FFF2-40B4-BE49-F238E27FC236}">
                      <a16:creationId xmlns:a16="http://schemas.microsoft.com/office/drawing/2014/main" id="{4CDD5F8E-F5FA-32C4-B16C-2820554AC42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Rectangle: Rounded Corners 163">
                  <a:extLst>
                    <a:ext uri="{FF2B5EF4-FFF2-40B4-BE49-F238E27FC236}">
                      <a16:creationId xmlns:a16="http://schemas.microsoft.com/office/drawing/2014/main" id="{7460B1EF-19C3-ACD5-4291-BE4A2A9820C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Rectangle: Rounded Corners 164">
                  <a:extLst>
                    <a:ext uri="{FF2B5EF4-FFF2-40B4-BE49-F238E27FC236}">
                      <a16:creationId xmlns:a16="http://schemas.microsoft.com/office/drawing/2014/main" id="{59BFE8F6-7168-49B0-C2FE-8EBC66A6F80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 name="Group 173">
              <a:extLst>
                <a:ext uri="{FF2B5EF4-FFF2-40B4-BE49-F238E27FC236}">
                  <a16:creationId xmlns:a16="http://schemas.microsoft.com/office/drawing/2014/main" id="{E02B1711-C67F-494A-79FB-8C90947913E6}"/>
                </a:ext>
              </a:extLst>
            </p:cNvPr>
            <p:cNvGrpSpPr/>
            <p:nvPr/>
          </p:nvGrpSpPr>
          <p:grpSpPr>
            <a:xfrm>
              <a:off x="20295621" y="4130677"/>
              <a:ext cx="2324893" cy="2055807"/>
              <a:chOff x="3967162" y="4130677"/>
              <a:chExt cx="2324893" cy="2055807"/>
            </a:xfrm>
          </p:grpSpPr>
          <p:sp>
            <p:nvSpPr>
              <p:cNvPr id="175" name="Rectangle: Rounded Corners 174">
                <a:extLst>
                  <a:ext uri="{FF2B5EF4-FFF2-40B4-BE49-F238E27FC236}">
                    <a16:creationId xmlns:a16="http://schemas.microsoft.com/office/drawing/2014/main" id="{809D14AD-88C8-4B8B-EDF9-55B724F20CF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6" name="Group 175">
                <a:extLst>
                  <a:ext uri="{FF2B5EF4-FFF2-40B4-BE49-F238E27FC236}">
                    <a16:creationId xmlns:a16="http://schemas.microsoft.com/office/drawing/2014/main" id="{78769F6E-F37A-75FB-7281-245ADC78B538}"/>
                  </a:ext>
                </a:extLst>
              </p:cNvPr>
              <p:cNvGrpSpPr/>
              <p:nvPr/>
            </p:nvGrpSpPr>
            <p:grpSpPr>
              <a:xfrm>
                <a:off x="3967162" y="4130677"/>
                <a:ext cx="2177954" cy="203200"/>
                <a:chOff x="4411662" y="1266827"/>
                <a:chExt cx="2177954" cy="203200"/>
              </a:xfrm>
              <a:solidFill>
                <a:schemeClr val="tx1"/>
              </a:solidFill>
            </p:grpSpPr>
            <p:sp>
              <p:nvSpPr>
                <p:cNvPr id="186" name="Rectangle: Rounded Corners 185">
                  <a:extLst>
                    <a:ext uri="{FF2B5EF4-FFF2-40B4-BE49-F238E27FC236}">
                      <a16:creationId xmlns:a16="http://schemas.microsoft.com/office/drawing/2014/main" id="{124F6713-A667-2FDE-4168-5ABAA5C689A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Rectangle: Rounded Corners 186">
                  <a:extLst>
                    <a:ext uri="{FF2B5EF4-FFF2-40B4-BE49-F238E27FC236}">
                      <a16:creationId xmlns:a16="http://schemas.microsoft.com/office/drawing/2014/main" id="{5D24A5F3-CE19-841B-518C-72EABF714C3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Rectangle: Rounded Corners 187">
                  <a:extLst>
                    <a:ext uri="{FF2B5EF4-FFF2-40B4-BE49-F238E27FC236}">
                      <a16:creationId xmlns:a16="http://schemas.microsoft.com/office/drawing/2014/main" id="{A3F5F818-2C5D-1C56-CC32-A5254665416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Rectangle: Rounded Corners 188">
                  <a:extLst>
                    <a:ext uri="{FF2B5EF4-FFF2-40B4-BE49-F238E27FC236}">
                      <a16:creationId xmlns:a16="http://schemas.microsoft.com/office/drawing/2014/main" id="{8F7CC283-84E3-9AA7-783F-28ED3B8D173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Rectangle: Rounded Corners 189">
                  <a:extLst>
                    <a:ext uri="{FF2B5EF4-FFF2-40B4-BE49-F238E27FC236}">
                      <a16:creationId xmlns:a16="http://schemas.microsoft.com/office/drawing/2014/main" id="{1DAE7426-9BBC-1212-7AA8-A4101BF6C6F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Rectangle: Rounded Corners 190">
                  <a:extLst>
                    <a:ext uri="{FF2B5EF4-FFF2-40B4-BE49-F238E27FC236}">
                      <a16:creationId xmlns:a16="http://schemas.microsoft.com/office/drawing/2014/main" id="{D6D75640-32AB-C80C-3AE8-09B46BBB79F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Rectangle: Rounded Corners 191">
                  <a:extLst>
                    <a:ext uri="{FF2B5EF4-FFF2-40B4-BE49-F238E27FC236}">
                      <a16:creationId xmlns:a16="http://schemas.microsoft.com/office/drawing/2014/main" id="{A2AC483F-C36B-3D8E-7962-4D8D29218AE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Rectangle: Rounded Corners 192">
                  <a:extLst>
                    <a:ext uri="{FF2B5EF4-FFF2-40B4-BE49-F238E27FC236}">
                      <a16:creationId xmlns:a16="http://schemas.microsoft.com/office/drawing/2014/main" id="{85A355C7-24C9-D782-E4C1-A75041BF867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7" name="Group 176">
                <a:extLst>
                  <a:ext uri="{FF2B5EF4-FFF2-40B4-BE49-F238E27FC236}">
                    <a16:creationId xmlns:a16="http://schemas.microsoft.com/office/drawing/2014/main" id="{83E1D351-0BBA-762E-44C5-434169B5C339}"/>
                  </a:ext>
                </a:extLst>
              </p:cNvPr>
              <p:cNvGrpSpPr/>
              <p:nvPr/>
            </p:nvGrpSpPr>
            <p:grpSpPr>
              <a:xfrm>
                <a:off x="3967163" y="5983284"/>
                <a:ext cx="2177954" cy="203200"/>
                <a:chOff x="4411662" y="1266827"/>
                <a:chExt cx="2177954" cy="203200"/>
              </a:xfrm>
              <a:solidFill>
                <a:schemeClr val="tx1"/>
              </a:solidFill>
            </p:grpSpPr>
            <p:sp>
              <p:nvSpPr>
                <p:cNvPr id="178" name="Rectangle: Rounded Corners 177">
                  <a:extLst>
                    <a:ext uri="{FF2B5EF4-FFF2-40B4-BE49-F238E27FC236}">
                      <a16:creationId xmlns:a16="http://schemas.microsoft.com/office/drawing/2014/main" id="{55A375BB-341B-6FF2-3D08-FD01C73729E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Rectangle: Rounded Corners 178">
                  <a:extLst>
                    <a:ext uri="{FF2B5EF4-FFF2-40B4-BE49-F238E27FC236}">
                      <a16:creationId xmlns:a16="http://schemas.microsoft.com/office/drawing/2014/main" id="{5AE154A7-E137-6710-F961-7CE676EB854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Rounded Corners 179">
                  <a:extLst>
                    <a:ext uri="{FF2B5EF4-FFF2-40B4-BE49-F238E27FC236}">
                      <a16:creationId xmlns:a16="http://schemas.microsoft.com/office/drawing/2014/main" id="{FDDFD8DB-9A2A-343C-824D-CE36BF92F21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 name="Rectangle: Rounded Corners 180">
                  <a:extLst>
                    <a:ext uri="{FF2B5EF4-FFF2-40B4-BE49-F238E27FC236}">
                      <a16:creationId xmlns:a16="http://schemas.microsoft.com/office/drawing/2014/main" id="{2817FD08-F21E-76A7-1D83-BCF575B81B6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Rectangle: Rounded Corners 181">
                  <a:extLst>
                    <a:ext uri="{FF2B5EF4-FFF2-40B4-BE49-F238E27FC236}">
                      <a16:creationId xmlns:a16="http://schemas.microsoft.com/office/drawing/2014/main" id="{4F3224DC-E66F-B315-C5A6-684AD22866E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Rectangle: Rounded Corners 182">
                  <a:extLst>
                    <a:ext uri="{FF2B5EF4-FFF2-40B4-BE49-F238E27FC236}">
                      <a16:creationId xmlns:a16="http://schemas.microsoft.com/office/drawing/2014/main" id="{88786127-8AD5-39A9-739F-F7A520892A4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Rectangle: Rounded Corners 183">
                  <a:extLst>
                    <a:ext uri="{FF2B5EF4-FFF2-40B4-BE49-F238E27FC236}">
                      <a16:creationId xmlns:a16="http://schemas.microsoft.com/office/drawing/2014/main" id="{BB3C6D63-021B-102B-CFD7-55F05F8FDA1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Rectangle: Rounded Corners 184">
                  <a:extLst>
                    <a:ext uri="{FF2B5EF4-FFF2-40B4-BE49-F238E27FC236}">
                      <a16:creationId xmlns:a16="http://schemas.microsoft.com/office/drawing/2014/main" id="{D16352D4-121A-2368-07F1-69092DA9925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 name="Group 193">
              <a:extLst>
                <a:ext uri="{FF2B5EF4-FFF2-40B4-BE49-F238E27FC236}">
                  <a16:creationId xmlns:a16="http://schemas.microsoft.com/office/drawing/2014/main" id="{4696A8ED-44CB-DB1A-44B1-5F9C30FCB65D}"/>
                </a:ext>
              </a:extLst>
            </p:cNvPr>
            <p:cNvGrpSpPr/>
            <p:nvPr/>
          </p:nvGrpSpPr>
          <p:grpSpPr>
            <a:xfrm>
              <a:off x="22628258" y="4130677"/>
              <a:ext cx="2324893" cy="2055807"/>
              <a:chOff x="3967162" y="4130677"/>
              <a:chExt cx="2324893" cy="2055807"/>
            </a:xfrm>
          </p:grpSpPr>
          <p:sp>
            <p:nvSpPr>
              <p:cNvPr id="195" name="Rectangle: Rounded Corners 194">
                <a:extLst>
                  <a:ext uri="{FF2B5EF4-FFF2-40B4-BE49-F238E27FC236}">
                    <a16:creationId xmlns:a16="http://schemas.microsoft.com/office/drawing/2014/main" id="{61478CC1-7745-65B2-EB77-C33B9FC40C4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6" name="Group 195">
                <a:extLst>
                  <a:ext uri="{FF2B5EF4-FFF2-40B4-BE49-F238E27FC236}">
                    <a16:creationId xmlns:a16="http://schemas.microsoft.com/office/drawing/2014/main" id="{71932DA6-C711-BEB4-4CEF-D892A7A9234E}"/>
                  </a:ext>
                </a:extLst>
              </p:cNvPr>
              <p:cNvGrpSpPr/>
              <p:nvPr/>
            </p:nvGrpSpPr>
            <p:grpSpPr>
              <a:xfrm>
                <a:off x="3967162" y="4130677"/>
                <a:ext cx="2177954" cy="203200"/>
                <a:chOff x="4411662" y="1266827"/>
                <a:chExt cx="2177954" cy="203200"/>
              </a:xfrm>
              <a:solidFill>
                <a:schemeClr val="tx1"/>
              </a:solidFill>
            </p:grpSpPr>
            <p:sp>
              <p:nvSpPr>
                <p:cNvPr id="206" name="Rectangle: Rounded Corners 205">
                  <a:extLst>
                    <a:ext uri="{FF2B5EF4-FFF2-40B4-BE49-F238E27FC236}">
                      <a16:creationId xmlns:a16="http://schemas.microsoft.com/office/drawing/2014/main" id="{C31EFD3B-7EFD-35CB-940A-A0ABF762905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Rectangle: Rounded Corners 206">
                  <a:extLst>
                    <a:ext uri="{FF2B5EF4-FFF2-40B4-BE49-F238E27FC236}">
                      <a16:creationId xmlns:a16="http://schemas.microsoft.com/office/drawing/2014/main" id="{53B21B25-C963-6BAE-EE5A-84952A178EA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Rectangle: Rounded Corners 207">
                  <a:extLst>
                    <a:ext uri="{FF2B5EF4-FFF2-40B4-BE49-F238E27FC236}">
                      <a16:creationId xmlns:a16="http://schemas.microsoft.com/office/drawing/2014/main" id="{1BC37090-0250-CA0A-AA35-163E50AE3F6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Rectangle: Rounded Corners 208">
                  <a:extLst>
                    <a:ext uri="{FF2B5EF4-FFF2-40B4-BE49-F238E27FC236}">
                      <a16:creationId xmlns:a16="http://schemas.microsoft.com/office/drawing/2014/main" id="{FB4EC4A5-E896-02C5-3C89-91714EA3862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 name="Rectangle: Rounded Corners 209">
                  <a:extLst>
                    <a:ext uri="{FF2B5EF4-FFF2-40B4-BE49-F238E27FC236}">
                      <a16:creationId xmlns:a16="http://schemas.microsoft.com/office/drawing/2014/main" id="{826903F5-A639-BF95-8EE7-F57BE75132C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 name="Rectangle: Rounded Corners 210">
                  <a:extLst>
                    <a:ext uri="{FF2B5EF4-FFF2-40B4-BE49-F238E27FC236}">
                      <a16:creationId xmlns:a16="http://schemas.microsoft.com/office/drawing/2014/main" id="{23FE5534-9907-61A8-68A5-98A8525BBE2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 name="Rectangle: Rounded Corners 211">
                  <a:extLst>
                    <a:ext uri="{FF2B5EF4-FFF2-40B4-BE49-F238E27FC236}">
                      <a16:creationId xmlns:a16="http://schemas.microsoft.com/office/drawing/2014/main" id="{0BD138AB-747E-6326-ED19-397DA136B5C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 name="Rectangle: Rounded Corners 212">
                  <a:extLst>
                    <a:ext uri="{FF2B5EF4-FFF2-40B4-BE49-F238E27FC236}">
                      <a16:creationId xmlns:a16="http://schemas.microsoft.com/office/drawing/2014/main" id="{2DC6C8F5-4E1B-CE43-8D7F-577411EB7BF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7" name="Group 196">
                <a:extLst>
                  <a:ext uri="{FF2B5EF4-FFF2-40B4-BE49-F238E27FC236}">
                    <a16:creationId xmlns:a16="http://schemas.microsoft.com/office/drawing/2014/main" id="{A2823217-798E-F8AB-F6BB-B902631DC8B9}"/>
                  </a:ext>
                </a:extLst>
              </p:cNvPr>
              <p:cNvGrpSpPr/>
              <p:nvPr/>
            </p:nvGrpSpPr>
            <p:grpSpPr>
              <a:xfrm>
                <a:off x="3967163" y="5983284"/>
                <a:ext cx="2177954" cy="203200"/>
                <a:chOff x="4411662" y="1266827"/>
                <a:chExt cx="2177954" cy="203200"/>
              </a:xfrm>
              <a:solidFill>
                <a:schemeClr val="tx1"/>
              </a:solidFill>
            </p:grpSpPr>
            <p:sp>
              <p:nvSpPr>
                <p:cNvPr id="198" name="Rectangle: Rounded Corners 197">
                  <a:extLst>
                    <a:ext uri="{FF2B5EF4-FFF2-40B4-BE49-F238E27FC236}">
                      <a16:creationId xmlns:a16="http://schemas.microsoft.com/office/drawing/2014/main" id="{860A6211-9883-F9F3-9455-D828BD12E5F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Rectangle: Rounded Corners 198">
                  <a:extLst>
                    <a:ext uri="{FF2B5EF4-FFF2-40B4-BE49-F238E27FC236}">
                      <a16:creationId xmlns:a16="http://schemas.microsoft.com/office/drawing/2014/main" id="{3337CC32-9A34-894E-FBCB-8176EB04281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Rectangle: Rounded Corners 199">
                  <a:extLst>
                    <a:ext uri="{FF2B5EF4-FFF2-40B4-BE49-F238E27FC236}">
                      <a16:creationId xmlns:a16="http://schemas.microsoft.com/office/drawing/2014/main" id="{D8ED4BB6-C9AC-320A-5266-8D30109943F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Rectangle: Rounded Corners 200">
                  <a:extLst>
                    <a:ext uri="{FF2B5EF4-FFF2-40B4-BE49-F238E27FC236}">
                      <a16:creationId xmlns:a16="http://schemas.microsoft.com/office/drawing/2014/main" id="{B1836691-7B3F-BC43-4AC8-CC287F1D6CB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Rectangle: Rounded Corners 201">
                  <a:extLst>
                    <a:ext uri="{FF2B5EF4-FFF2-40B4-BE49-F238E27FC236}">
                      <a16:creationId xmlns:a16="http://schemas.microsoft.com/office/drawing/2014/main" id="{2F66AB9F-5A0D-3CC6-34D9-7FB90EDBBBD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 name="Rectangle: Rounded Corners 202">
                  <a:extLst>
                    <a:ext uri="{FF2B5EF4-FFF2-40B4-BE49-F238E27FC236}">
                      <a16:creationId xmlns:a16="http://schemas.microsoft.com/office/drawing/2014/main" id="{BCEE1AAC-5DAE-41A5-19A9-007C7A901CD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Rectangle: Rounded Corners 203">
                  <a:extLst>
                    <a:ext uri="{FF2B5EF4-FFF2-40B4-BE49-F238E27FC236}">
                      <a16:creationId xmlns:a16="http://schemas.microsoft.com/office/drawing/2014/main" id="{7F6B2E82-EAC8-030C-5BD4-E842140CD83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Rectangle: Rounded Corners 204">
                  <a:extLst>
                    <a:ext uri="{FF2B5EF4-FFF2-40B4-BE49-F238E27FC236}">
                      <a16:creationId xmlns:a16="http://schemas.microsoft.com/office/drawing/2014/main" id="{0B873AC3-2456-26C4-B46B-70EBB67DCE9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4" name="Group 213">
              <a:extLst>
                <a:ext uri="{FF2B5EF4-FFF2-40B4-BE49-F238E27FC236}">
                  <a16:creationId xmlns:a16="http://schemas.microsoft.com/office/drawing/2014/main" id="{7671357E-25FC-B3FC-34FD-F809FD21FE21}"/>
                </a:ext>
              </a:extLst>
            </p:cNvPr>
            <p:cNvGrpSpPr/>
            <p:nvPr/>
          </p:nvGrpSpPr>
          <p:grpSpPr>
            <a:xfrm>
              <a:off x="24960895" y="4130677"/>
              <a:ext cx="2324893" cy="2055807"/>
              <a:chOff x="3967162" y="4130677"/>
              <a:chExt cx="2324893" cy="2055807"/>
            </a:xfrm>
          </p:grpSpPr>
          <p:sp>
            <p:nvSpPr>
              <p:cNvPr id="215" name="Rectangle: Rounded Corners 214">
                <a:extLst>
                  <a:ext uri="{FF2B5EF4-FFF2-40B4-BE49-F238E27FC236}">
                    <a16:creationId xmlns:a16="http://schemas.microsoft.com/office/drawing/2014/main" id="{86ADD4D7-143E-2D45-5473-D2B6089F799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6" name="Group 215">
                <a:extLst>
                  <a:ext uri="{FF2B5EF4-FFF2-40B4-BE49-F238E27FC236}">
                    <a16:creationId xmlns:a16="http://schemas.microsoft.com/office/drawing/2014/main" id="{72F79C92-8B88-6DFA-AC67-AFB32DDF86EE}"/>
                  </a:ext>
                </a:extLst>
              </p:cNvPr>
              <p:cNvGrpSpPr/>
              <p:nvPr/>
            </p:nvGrpSpPr>
            <p:grpSpPr>
              <a:xfrm>
                <a:off x="3967162" y="4130677"/>
                <a:ext cx="2177954" cy="203200"/>
                <a:chOff x="4411662" y="1266827"/>
                <a:chExt cx="2177954" cy="203200"/>
              </a:xfrm>
              <a:solidFill>
                <a:schemeClr val="tx1"/>
              </a:solidFill>
            </p:grpSpPr>
            <p:sp>
              <p:nvSpPr>
                <p:cNvPr id="226" name="Rectangle: Rounded Corners 225">
                  <a:extLst>
                    <a:ext uri="{FF2B5EF4-FFF2-40B4-BE49-F238E27FC236}">
                      <a16:creationId xmlns:a16="http://schemas.microsoft.com/office/drawing/2014/main" id="{C2BA1575-2108-A6DB-00CB-384D21DDF32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Rectangle: Rounded Corners 226">
                  <a:extLst>
                    <a:ext uri="{FF2B5EF4-FFF2-40B4-BE49-F238E27FC236}">
                      <a16:creationId xmlns:a16="http://schemas.microsoft.com/office/drawing/2014/main" id="{1A28299C-7555-E963-0EB9-E005EB19080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Rectangle: Rounded Corners 227">
                  <a:extLst>
                    <a:ext uri="{FF2B5EF4-FFF2-40B4-BE49-F238E27FC236}">
                      <a16:creationId xmlns:a16="http://schemas.microsoft.com/office/drawing/2014/main" id="{F4A7F6D1-759C-46CC-9B79-D90502BC47C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Rounded Corners 228">
                  <a:extLst>
                    <a:ext uri="{FF2B5EF4-FFF2-40B4-BE49-F238E27FC236}">
                      <a16:creationId xmlns:a16="http://schemas.microsoft.com/office/drawing/2014/main" id="{66ED87F0-78AD-6773-5455-C683AE2EA3D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Rectangle: Rounded Corners 229">
                  <a:extLst>
                    <a:ext uri="{FF2B5EF4-FFF2-40B4-BE49-F238E27FC236}">
                      <a16:creationId xmlns:a16="http://schemas.microsoft.com/office/drawing/2014/main" id="{A8F9BA1B-863F-0AD5-3440-F8567A737E5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Rectangle: Rounded Corners 230">
                  <a:extLst>
                    <a:ext uri="{FF2B5EF4-FFF2-40B4-BE49-F238E27FC236}">
                      <a16:creationId xmlns:a16="http://schemas.microsoft.com/office/drawing/2014/main" id="{73DB23F4-749B-EB1E-413C-A79209E7BB8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Rectangle: Rounded Corners 231">
                  <a:extLst>
                    <a:ext uri="{FF2B5EF4-FFF2-40B4-BE49-F238E27FC236}">
                      <a16:creationId xmlns:a16="http://schemas.microsoft.com/office/drawing/2014/main" id="{D147BFC3-B2C4-9DCF-C3EF-02A4915579F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Rectangle: Rounded Corners 232">
                  <a:extLst>
                    <a:ext uri="{FF2B5EF4-FFF2-40B4-BE49-F238E27FC236}">
                      <a16:creationId xmlns:a16="http://schemas.microsoft.com/office/drawing/2014/main" id="{EB127BEC-609C-4C90-2EC7-7D903B5B79C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7" name="Group 216">
                <a:extLst>
                  <a:ext uri="{FF2B5EF4-FFF2-40B4-BE49-F238E27FC236}">
                    <a16:creationId xmlns:a16="http://schemas.microsoft.com/office/drawing/2014/main" id="{21EA7082-8661-1FE7-7555-C1B41A87E988}"/>
                  </a:ext>
                </a:extLst>
              </p:cNvPr>
              <p:cNvGrpSpPr/>
              <p:nvPr/>
            </p:nvGrpSpPr>
            <p:grpSpPr>
              <a:xfrm>
                <a:off x="3967163" y="5983284"/>
                <a:ext cx="2177954" cy="203200"/>
                <a:chOff x="4411662" y="1266827"/>
                <a:chExt cx="2177954" cy="203200"/>
              </a:xfrm>
              <a:solidFill>
                <a:schemeClr val="tx1"/>
              </a:solidFill>
            </p:grpSpPr>
            <p:sp>
              <p:nvSpPr>
                <p:cNvPr id="218" name="Rectangle: Rounded Corners 217">
                  <a:extLst>
                    <a:ext uri="{FF2B5EF4-FFF2-40B4-BE49-F238E27FC236}">
                      <a16:creationId xmlns:a16="http://schemas.microsoft.com/office/drawing/2014/main" id="{EE7C13EE-28BF-5535-E20E-A8D4F531A43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Rectangle: Rounded Corners 218">
                  <a:extLst>
                    <a:ext uri="{FF2B5EF4-FFF2-40B4-BE49-F238E27FC236}">
                      <a16:creationId xmlns:a16="http://schemas.microsoft.com/office/drawing/2014/main" id="{503E2023-8E1F-1C73-E5F5-ECE753A5544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Rectangle: Rounded Corners 219">
                  <a:extLst>
                    <a:ext uri="{FF2B5EF4-FFF2-40B4-BE49-F238E27FC236}">
                      <a16:creationId xmlns:a16="http://schemas.microsoft.com/office/drawing/2014/main" id="{076A578F-E150-E434-C7FF-7076DAD4AA7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1" name="Rectangle: Rounded Corners 220">
                  <a:extLst>
                    <a:ext uri="{FF2B5EF4-FFF2-40B4-BE49-F238E27FC236}">
                      <a16:creationId xmlns:a16="http://schemas.microsoft.com/office/drawing/2014/main" id="{38122554-5E47-73D9-CCB6-BD782CF3917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Rectangle: Rounded Corners 221">
                  <a:extLst>
                    <a:ext uri="{FF2B5EF4-FFF2-40B4-BE49-F238E27FC236}">
                      <a16:creationId xmlns:a16="http://schemas.microsoft.com/office/drawing/2014/main" id="{5F8EE43A-4CB9-03C1-0D96-6A7A3E231BD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Rectangle: Rounded Corners 222">
                  <a:extLst>
                    <a:ext uri="{FF2B5EF4-FFF2-40B4-BE49-F238E27FC236}">
                      <a16:creationId xmlns:a16="http://schemas.microsoft.com/office/drawing/2014/main" id="{D6170C6B-C6A9-C9B7-BDBA-DFD56F93ABD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Rectangle: Rounded Corners 223">
                  <a:extLst>
                    <a:ext uri="{FF2B5EF4-FFF2-40B4-BE49-F238E27FC236}">
                      <a16:creationId xmlns:a16="http://schemas.microsoft.com/office/drawing/2014/main" id="{F1DF00B6-84E8-7FB7-515E-460505AE917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Rectangle: Rounded Corners 224">
                  <a:extLst>
                    <a:ext uri="{FF2B5EF4-FFF2-40B4-BE49-F238E27FC236}">
                      <a16:creationId xmlns:a16="http://schemas.microsoft.com/office/drawing/2014/main" id="{CEDCB457-31D7-5C1E-0D91-E854FCE0722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255" name="Group 254">
            <a:extLst>
              <a:ext uri="{FF2B5EF4-FFF2-40B4-BE49-F238E27FC236}">
                <a16:creationId xmlns:a16="http://schemas.microsoft.com/office/drawing/2014/main" id="{781ECB94-8AF0-DAA9-AD0F-FA11F1DF7C02}"/>
              </a:ext>
            </a:extLst>
          </p:cNvPr>
          <p:cNvGrpSpPr/>
          <p:nvPr/>
        </p:nvGrpSpPr>
        <p:grpSpPr>
          <a:xfrm>
            <a:off x="1064382" y="2600018"/>
            <a:ext cx="3842090" cy="2699711"/>
            <a:chOff x="2336612" y="3429000"/>
            <a:chExt cx="3253723" cy="2286285"/>
          </a:xfrm>
        </p:grpSpPr>
        <p:sp>
          <p:nvSpPr>
            <p:cNvPr id="237" name="Rectangle: Rounded Corners 236">
              <a:extLst>
                <a:ext uri="{FF2B5EF4-FFF2-40B4-BE49-F238E27FC236}">
                  <a16:creationId xmlns:a16="http://schemas.microsoft.com/office/drawing/2014/main" id="{6E81E68F-391E-9186-D46B-075CBCFAFD6D}"/>
                </a:ext>
              </a:extLst>
            </p:cNvPr>
            <p:cNvSpPr/>
            <p:nvPr/>
          </p:nvSpPr>
          <p:spPr>
            <a:xfrm>
              <a:off x="2342962" y="3429000"/>
              <a:ext cx="3247373" cy="2286284"/>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4" name="Freeform: Shape 253">
              <a:extLst>
                <a:ext uri="{FF2B5EF4-FFF2-40B4-BE49-F238E27FC236}">
                  <a16:creationId xmlns:a16="http://schemas.microsoft.com/office/drawing/2014/main" id="{A0CC1188-2915-5BDC-89AA-5EEF1F95688A}"/>
                </a:ext>
              </a:extLst>
            </p:cNvPr>
            <p:cNvSpPr/>
            <p:nvPr/>
          </p:nvSpPr>
          <p:spPr>
            <a:xfrm>
              <a:off x="2336612" y="4173798"/>
              <a:ext cx="3054177" cy="1541487"/>
            </a:xfrm>
            <a:custGeom>
              <a:avLst/>
              <a:gdLst>
                <a:gd name="connsiteX0" fmla="*/ 0 w 3054177"/>
                <a:gd name="connsiteY0" fmla="*/ 0 h 1541487"/>
                <a:gd name="connsiteX1" fmla="*/ 2197 w 3054177"/>
                <a:gd name="connsiteY1" fmla="*/ 4311 h 1541487"/>
                <a:gd name="connsiteX2" fmla="*/ 19238 w 3054177"/>
                <a:gd name="connsiteY2" fmla="*/ 23553 h 1541487"/>
                <a:gd name="connsiteX3" fmla="*/ 133538 w 3054177"/>
                <a:gd name="connsiteY3" fmla="*/ 93403 h 1541487"/>
                <a:gd name="connsiteX4" fmla="*/ 228788 w 3054177"/>
                <a:gd name="connsiteY4" fmla="*/ 182303 h 1541487"/>
                <a:gd name="connsiteX5" fmla="*/ 349438 w 3054177"/>
                <a:gd name="connsiteY5" fmla="*/ 233103 h 1541487"/>
                <a:gd name="connsiteX6" fmla="*/ 482788 w 3054177"/>
                <a:gd name="connsiteY6" fmla="*/ 277553 h 1541487"/>
                <a:gd name="connsiteX7" fmla="*/ 597088 w 3054177"/>
                <a:gd name="connsiteY7" fmla="*/ 366453 h 1541487"/>
                <a:gd name="connsiteX8" fmla="*/ 711388 w 3054177"/>
                <a:gd name="connsiteY8" fmla="*/ 436303 h 1541487"/>
                <a:gd name="connsiteX9" fmla="*/ 838388 w 3054177"/>
                <a:gd name="connsiteY9" fmla="*/ 480753 h 1541487"/>
                <a:gd name="connsiteX10" fmla="*/ 978088 w 3054177"/>
                <a:gd name="connsiteY10" fmla="*/ 544253 h 1541487"/>
                <a:gd name="connsiteX11" fmla="*/ 1079688 w 3054177"/>
                <a:gd name="connsiteY11" fmla="*/ 626803 h 1541487"/>
                <a:gd name="connsiteX12" fmla="*/ 1206688 w 3054177"/>
                <a:gd name="connsiteY12" fmla="*/ 703003 h 1541487"/>
                <a:gd name="connsiteX13" fmla="*/ 1320988 w 3054177"/>
                <a:gd name="connsiteY13" fmla="*/ 747453 h 1541487"/>
                <a:gd name="connsiteX14" fmla="*/ 1479738 w 3054177"/>
                <a:gd name="connsiteY14" fmla="*/ 817303 h 1541487"/>
                <a:gd name="connsiteX15" fmla="*/ 1619438 w 3054177"/>
                <a:gd name="connsiteY15" fmla="*/ 893503 h 1541487"/>
                <a:gd name="connsiteX16" fmla="*/ 1721038 w 3054177"/>
                <a:gd name="connsiteY16" fmla="*/ 963353 h 1541487"/>
                <a:gd name="connsiteX17" fmla="*/ 1841688 w 3054177"/>
                <a:gd name="connsiteY17" fmla="*/ 982403 h 1541487"/>
                <a:gd name="connsiteX18" fmla="*/ 1943288 w 3054177"/>
                <a:gd name="connsiteY18" fmla="*/ 1020503 h 1541487"/>
                <a:gd name="connsiteX19" fmla="*/ 2032188 w 3054177"/>
                <a:gd name="connsiteY19" fmla="*/ 1077653 h 1541487"/>
                <a:gd name="connsiteX20" fmla="*/ 2178238 w 3054177"/>
                <a:gd name="connsiteY20" fmla="*/ 1166553 h 1541487"/>
                <a:gd name="connsiteX21" fmla="*/ 2254438 w 3054177"/>
                <a:gd name="connsiteY21" fmla="*/ 1191953 h 1541487"/>
                <a:gd name="connsiteX22" fmla="*/ 2343338 w 3054177"/>
                <a:gd name="connsiteY22" fmla="*/ 1236403 h 1541487"/>
                <a:gd name="connsiteX23" fmla="*/ 2406838 w 3054177"/>
                <a:gd name="connsiteY23" fmla="*/ 1274503 h 1541487"/>
                <a:gd name="connsiteX24" fmla="*/ 2546538 w 3054177"/>
                <a:gd name="connsiteY24" fmla="*/ 1331653 h 1541487"/>
                <a:gd name="connsiteX25" fmla="*/ 2654488 w 3054177"/>
                <a:gd name="connsiteY25" fmla="*/ 1369753 h 1541487"/>
                <a:gd name="connsiteX26" fmla="*/ 2800538 w 3054177"/>
                <a:gd name="connsiteY26" fmla="*/ 1458653 h 1541487"/>
                <a:gd name="connsiteX27" fmla="*/ 2984688 w 3054177"/>
                <a:gd name="connsiteY27" fmla="*/ 1522153 h 1541487"/>
                <a:gd name="connsiteX28" fmla="*/ 3035488 w 3054177"/>
                <a:gd name="connsiteY28" fmla="*/ 1535647 h 1541487"/>
                <a:gd name="connsiteX29" fmla="*/ 3054177 w 3054177"/>
                <a:gd name="connsiteY29" fmla="*/ 1541487 h 1541487"/>
                <a:gd name="connsiteX30" fmla="*/ 168819 w 3054177"/>
                <a:gd name="connsiteY30" fmla="*/ 1541487 h 1541487"/>
                <a:gd name="connsiteX31" fmla="*/ 0 w 3054177"/>
                <a:gd name="connsiteY31" fmla="*/ 1372668 h 154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54177" h="1541487">
                  <a:moveTo>
                    <a:pt x="0" y="0"/>
                  </a:moveTo>
                  <a:lnTo>
                    <a:pt x="2197" y="4311"/>
                  </a:lnTo>
                  <a:cubicBezTo>
                    <a:pt x="8109" y="14061"/>
                    <a:pt x="13814" y="21040"/>
                    <a:pt x="19238" y="23553"/>
                  </a:cubicBezTo>
                  <a:cubicBezTo>
                    <a:pt x="62630" y="43661"/>
                    <a:pt x="98613" y="66945"/>
                    <a:pt x="133538" y="93403"/>
                  </a:cubicBezTo>
                  <a:cubicBezTo>
                    <a:pt x="168463" y="119861"/>
                    <a:pt x="192805" y="159020"/>
                    <a:pt x="228788" y="182303"/>
                  </a:cubicBezTo>
                  <a:cubicBezTo>
                    <a:pt x="264771" y="205586"/>
                    <a:pt x="307105" y="217228"/>
                    <a:pt x="349438" y="233103"/>
                  </a:cubicBezTo>
                  <a:cubicBezTo>
                    <a:pt x="391771" y="248978"/>
                    <a:pt x="441513" y="255328"/>
                    <a:pt x="482788" y="277553"/>
                  </a:cubicBezTo>
                  <a:cubicBezTo>
                    <a:pt x="524063" y="299778"/>
                    <a:pt x="558988" y="339995"/>
                    <a:pt x="597088" y="366453"/>
                  </a:cubicBezTo>
                  <a:cubicBezTo>
                    <a:pt x="635188" y="392911"/>
                    <a:pt x="671171" y="417253"/>
                    <a:pt x="711388" y="436303"/>
                  </a:cubicBezTo>
                  <a:cubicBezTo>
                    <a:pt x="751605" y="455353"/>
                    <a:pt x="793938" y="462761"/>
                    <a:pt x="838388" y="480753"/>
                  </a:cubicBezTo>
                  <a:cubicBezTo>
                    <a:pt x="882838" y="498745"/>
                    <a:pt x="937871" y="519911"/>
                    <a:pt x="978088" y="544253"/>
                  </a:cubicBezTo>
                  <a:cubicBezTo>
                    <a:pt x="1018305" y="568595"/>
                    <a:pt x="1041588" y="600345"/>
                    <a:pt x="1079688" y="626803"/>
                  </a:cubicBezTo>
                  <a:cubicBezTo>
                    <a:pt x="1117788" y="653261"/>
                    <a:pt x="1166471" y="682895"/>
                    <a:pt x="1206688" y="703003"/>
                  </a:cubicBezTo>
                  <a:cubicBezTo>
                    <a:pt x="1246905" y="723111"/>
                    <a:pt x="1275480" y="728403"/>
                    <a:pt x="1320988" y="747453"/>
                  </a:cubicBezTo>
                  <a:cubicBezTo>
                    <a:pt x="1366496" y="766503"/>
                    <a:pt x="1429996" y="792961"/>
                    <a:pt x="1479738" y="817303"/>
                  </a:cubicBezTo>
                  <a:cubicBezTo>
                    <a:pt x="1529480" y="841645"/>
                    <a:pt x="1579221" y="869161"/>
                    <a:pt x="1619438" y="893503"/>
                  </a:cubicBezTo>
                  <a:cubicBezTo>
                    <a:pt x="1659655" y="917845"/>
                    <a:pt x="1683996" y="948536"/>
                    <a:pt x="1721038" y="963353"/>
                  </a:cubicBezTo>
                  <a:cubicBezTo>
                    <a:pt x="1758080" y="978170"/>
                    <a:pt x="1804646" y="972878"/>
                    <a:pt x="1841688" y="982403"/>
                  </a:cubicBezTo>
                  <a:cubicBezTo>
                    <a:pt x="1878730" y="991928"/>
                    <a:pt x="1911538" y="1004628"/>
                    <a:pt x="1943288" y="1020503"/>
                  </a:cubicBezTo>
                  <a:cubicBezTo>
                    <a:pt x="1975038" y="1036378"/>
                    <a:pt x="2032188" y="1077653"/>
                    <a:pt x="2032188" y="1077653"/>
                  </a:cubicBezTo>
                  <a:cubicBezTo>
                    <a:pt x="2071346" y="1101995"/>
                    <a:pt x="2141196" y="1147503"/>
                    <a:pt x="2178238" y="1166553"/>
                  </a:cubicBezTo>
                  <a:cubicBezTo>
                    <a:pt x="2215280" y="1185603"/>
                    <a:pt x="2226921" y="1180311"/>
                    <a:pt x="2254438" y="1191953"/>
                  </a:cubicBezTo>
                  <a:cubicBezTo>
                    <a:pt x="2281955" y="1203595"/>
                    <a:pt x="2317938" y="1222645"/>
                    <a:pt x="2343338" y="1236403"/>
                  </a:cubicBezTo>
                  <a:cubicBezTo>
                    <a:pt x="2368738" y="1250161"/>
                    <a:pt x="2372971" y="1258628"/>
                    <a:pt x="2406838" y="1274503"/>
                  </a:cubicBezTo>
                  <a:cubicBezTo>
                    <a:pt x="2440705" y="1290378"/>
                    <a:pt x="2505263" y="1315778"/>
                    <a:pt x="2546538" y="1331653"/>
                  </a:cubicBezTo>
                  <a:cubicBezTo>
                    <a:pt x="2587813" y="1347528"/>
                    <a:pt x="2612155" y="1348586"/>
                    <a:pt x="2654488" y="1369753"/>
                  </a:cubicBezTo>
                  <a:cubicBezTo>
                    <a:pt x="2696821" y="1390920"/>
                    <a:pt x="2745505" y="1433253"/>
                    <a:pt x="2800538" y="1458653"/>
                  </a:cubicBezTo>
                  <a:cubicBezTo>
                    <a:pt x="2855571" y="1484053"/>
                    <a:pt x="2939180" y="1507336"/>
                    <a:pt x="2984688" y="1522153"/>
                  </a:cubicBezTo>
                  <a:cubicBezTo>
                    <a:pt x="3007442" y="1529562"/>
                    <a:pt x="3022524" y="1532737"/>
                    <a:pt x="3035488" y="1535647"/>
                  </a:cubicBezTo>
                  <a:lnTo>
                    <a:pt x="3054177" y="1541487"/>
                  </a:lnTo>
                  <a:lnTo>
                    <a:pt x="168819" y="1541487"/>
                  </a:lnTo>
                  <a:cubicBezTo>
                    <a:pt x="75583" y="1541487"/>
                    <a:pt x="0" y="1465904"/>
                    <a:pt x="0" y="1372668"/>
                  </a:cubicBezTo>
                  <a:close/>
                </a:path>
              </a:pathLst>
            </a:custGeom>
            <a:solidFill>
              <a:schemeClr val="accent6">
                <a:lumMod val="75000"/>
              </a:schemeClr>
            </a:solidFill>
            <a:ln w="28575">
              <a:solidFill>
                <a:srgbClr val="111B0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0" name="Freeform: Shape 249">
              <a:extLst>
                <a:ext uri="{FF2B5EF4-FFF2-40B4-BE49-F238E27FC236}">
                  <a16:creationId xmlns:a16="http://schemas.microsoft.com/office/drawing/2014/main" id="{EB608EC0-5FB8-24D7-5A0E-99D6B26FC163}"/>
                </a:ext>
              </a:extLst>
            </p:cNvPr>
            <p:cNvSpPr/>
            <p:nvPr/>
          </p:nvSpPr>
          <p:spPr>
            <a:xfrm>
              <a:off x="3206748" y="3835744"/>
              <a:ext cx="1174752" cy="1108797"/>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257" name="Straight Connector 256">
            <a:extLst>
              <a:ext uri="{FF2B5EF4-FFF2-40B4-BE49-F238E27FC236}">
                <a16:creationId xmlns:a16="http://schemas.microsoft.com/office/drawing/2014/main" id="{85A3F0C7-2EF5-ADC9-A0E8-120DC134B88B}"/>
              </a:ext>
            </a:extLst>
          </p:cNvPr>
          <p:cNvCxnSpPr/>
          <p:nvPr/>
        </p:nvCxnSpPr>
        <p:spPr>
          <a:xfrm flipV="1">
            <a:off x="1133475" y="631384"/>
            <a:ext cx="3766647" cy="19972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061D3B9B-09AE-962B-2696-DA5BDCDD9183}"/>
              </a:ext>
            </a:extLst>
          </p:cNvPr>
          <p:cNvCxnSpPr/>
          <p:nvPr/>
        </p:nvCxnSpPr>
        <p:spPr>
          <a:xfrm flipV="1">
            <a:off x="4900122" y="1472820"/>
            <a:ext cx="1172394" cy="3737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78A4AAB6-560A-706D-E794-8187626D22AC}"/>
              </a:ext>
            </a:extLst>
          </p:cNvPr>
          <p:cNvCxnSpPr/>
          <p:nvPr/>
        </p:nvCxnSpPr>
        <p:spPr>
          <a:xfrm>
            <a:off x="10715625" y="219075"/>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7ED25399-7BB6-12F8-AFCC-77EE359EC0E6}"/>
                  </a:ext>
                </a:extLst>
              </p:cNvPr>
              <p:cNvSpPr txBox="1"/>
              <p:nvPr/>
            </p:nvSpPr>
            <p:spPr>
              <a:xfrm>
                <a:off x="11676446" y="13570"/>
                <a:ext cx="3345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𝑡</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262" name="TextBox 261">
                <a:extLst>
                  <a:ext uri="{FF2B5EF4-FFF2-40B4-BE49-F238E27FC236}">
                    <a16:creationId xmlns:a16="http://schemas.microsoft.com/office/drawing/2014/main" id="{7ED25399-7BB6-12F8-AFCC-77EE359EC0E6}"/>
                  </a:ext>
                </a:extLst>
              </p:cNvPr>
              <p:cNvSpPr txBox="1">
                <a:spLocks noRot="1" noChangeAspect="1" noMove="1" noResize="1" noEditPoints="1" noAdjustHandles="1" noChangeArrowheads="1" noChangeShapeType="1" noTextEdit="1"/>
              </p:cNvSpPr>
              <p:nvPr/>
            </p:nvSpPr>
            <p:spPr>
              <a:xfrm>
                <a:off x="11676446" y="13570"/>
                <a:ext cx="334579" cy="369332"/>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4180FF1-BF76-29BC-6E76-49819DCFF265}"/>
              </a:ext>
            </a:extLst>
          </p:cNvPr>
          <p:cNvSpPr txBox="1"/>
          <p:nvPr/>
        </p:nvSpPr>
        <p:spPr>
          <a:xfrm>
            <a:off x="6072516" y="2761479"/>
            <a:ext cx="5840060"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Physics describes the evolution</a:t>
            </a:r>
            <a:b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of a particular system like a movie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1FFD03D-0F28-B941-D0C0-81395B6DED6B}"/>
                  </a:ext>
                </a:extLst>
              </p:cNvPr>
              <p:cNvSpPr txBox="1"/>
              <p:nvPr/>
            </p:nvSpPr>
            <p:spPr>
              <a:xfrm>
                <a:off x="6304636" y="4663745"/>
                <a:ext cx="2484847"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𝑥</m:t>
                      </m:r>
                      <m:d>
                        <m:dPr>
                          <m:ctrlP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𝑡</m:t>
                          </m:r>
                        </m:e>
                      </m:d>
                    </m:oMath>
                  </m:oMathPara>
                </a14:m>
                <a:endParaRPr kumimoji="0" lang="en-US" sz="8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 name="TextBox 2">
                <a:extLst>
                  <a:ext uri="{FF2B5EF4-FFF2-40B4-BE49-F238E27FC236}">
                    <a16:creationId xmlns:a16="http://schemas.microsoft.com/office/drawing/2014/main" id="{E1FFD03D-0F28-B941-D0C0-81395B6DED6B}"/>
                  </a:ext>
                </a:extLst>
              </p:cNvPr>
              <p:cNvSpPr txBox="1">
                <a:spLocks noRot="1" noChangeAspect="1" noMove="1" noResize="1" noEditPoints="1" noAdjustHandles="1" noChangeArrowheads="1" noChangeShapeType="1" noTextEdit="1"/>
              </p:cNvSpPr>
              <p:nvPr/>
            </p:nvSpPr>
            <p:spPr>
              <a:xfrm>
                <a:off x="6304636" y="4663745"/>
                <a:ext cx="2484847" cy="1446550"/>
              </a:xfrm>
              <a:prstGeom prst="rect">
                <a:avLst/>
              </a:prstGeom>
              <a:blipFill>
                <a:blip r:embed="rId3"/>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5C0F232-A8B3-C350-C65B-0A6189C54070}"/>
              </a:ext>
            </a:extLst>
          </p:cNvPr>
          <p:cNvSpPr>
            <a:spLocks noGrp="1"/>
          </p:cNvSpPr>
          <p:nvPr>
            <p:ph type="ftr" sz="quarter" idx="11"/>
          </p:nvPr>
        </p:nvSpPr>
        <p:spPr/>
        <p:txBody>
          <a:bodyPr/>
          <a:lstStyle/>
          <a:p>
            <a:r>
              <a:rPr lang="en-US"/>
              <a:t>Christine Aidala - University of Michigan</a:t>
            </a:r>
            <a:endParaRPr lang="en-US" dirty="0"/>
          </a:p>
        </p:txBody>
      </p:sp>
      <p:sp>
        <p:nvSpPr>
          <p:cNvPr id="5" name="Slide Number Placeholder 4">
            <a:extLst>
              <a:ext uri="{FF2B5EF4-FFF2-40B4-BE49-F238E27FC236}">
                <a16:creationId xmlns:a16="http://schemas.microsoft.com/office/drawing/2014/main" id="{1587575B-0B02-4786-0A3F-9FB96EFFF54B}"/>
              </a:ext>
            </a:extLst>
          </p:cNvPr>
          <p:cNvSpPr>
            <a:spLocks noGrp="1"/>
          </p:cNvSpPr>
          <p:nvPr>
            <p:ph type="sldNum" sz="quarter" idx="12"/>
          </p:nvPr>
        </p:nvSpPr>
        <p:spPr/>
        <p:txBody>
          <a:bodyPr/>
          <a:lstStyle/>
          <a:p>
            <a:fld id="{F47845EA-7733-40EE-B074-20032348B727}" type="slidenum">
              <a:rPr lang="en-US" smtClean="0"/>
              <a:t>92</a:t>
            </a:fld>
            <a:endParaRPr lang="en-US"/>
          </a:p>
        </p:txBody>
      </p:sp>
    </p:spTree>
    <p:extLst>
      <p:ext uri="{BB962C8B-B14F-4D97-AF65-F5344CB8AC3E}">
        <p14:creationId xmlns:p14="http://schemas.microsoft.com/office/powerpoint/2010/main" val="19988998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B5BBD-9DA8-8601-E169-29FFF2F41893}"/>
            </a:ext>
          </a:extLst>
        </p:cNvPr>
        <p:cNvGrpSpPr/>
        <p:nvPr/>
      </p:nvGrpSpPr>
      <p:grpSpPr>
        <a:xfrm>
          <a:off x="0" y="0"/>
          <a:ext cx="0" cy="0"/>
          <a:chOff x="0" y="0"/>
          <a:chExt cx="0" cy="0"/>
        </a:xfrm>
      </p:grpSpPr>
      <p:grpSp>
        <p:nvGrpSpPr>
          <p:cNvPr id="234" name="Group 233">
            <a:extLst>
              <a:ext uri="{FF2B5EF4-FFF2-40B4-BE49-F238E27FC236}">
                <a16:creationId xmlns:a16="http://schemas.microsoft.com/office/drawing/2014/main" id="{60B28F27-1453-896D-D185-007111AB08C3}"/>
              </a:ext>
            </a:extLst>
          </p:cNvPr>
          <p:cNvGrpSpPr/>
          <p:nvPr/>
        </p:nvGrpSpPr>
        <p:grpSpPr>
          <a:xfrm>
            <a:off x="-478972" y="439777"/>
            <a:ext cx="13102977" cy="1243880"/>
            <a:chOff x="3628570" y="4023519"/>
            <a:chExt cx="23905029" cy="2269331"/>
          </a:xfrm>
        </p:grpSpPr>
        <p:sp>
          <p:nvSpPr>
            <p:cNvPr id="30" name="Rectangle 29">
              <a:extLst>
                <a:ext uri="{FF2B5EF4-FFF2-40B4-BE49-F238E27FC236}">
                  <a16:creationId xmlns:a16="http://schemas.microsoft.com/office/drawing/2014/main" id="{9846B48E-945D-AEB9-FC2D-298EB78D628C}"/>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080AE67D-5192-AF89-F185-69655166B42C}"/>
                </a:ext>
              </a:extLst>
            </p:cNvPr>
            <p:cNvGrpSpPr/>
            <p:nvPr/>
          </p:nvGrpSpPr>
          <p:grpSpPr>
            <a:xfrm>
              <a:off x="3967162" y="4130677"/>
              <a:ext cx="2324893" cy="2055807"/>
              <a:chOff x="3967162" y="4130677"/>
              <a:chExt cx="2324893" cy="2055807"/>
            </a:xfrm>
          </p:grpSpPr>
          <p:sp>
            <p:nvSpPr>
              <p:cNvPr id="32" name="Rectangle: Rounded Corners 31">
                <a:extLst>
                  <a:ext uri="{FF2B5EF4-FFF2-40B4-BE49-F238E27FC236}">
                    <a16:creationId xmlns:a16="http://schemas.microsoft.com/office/drawing/2014/main" id="{4366926A-A60A-D6C5-AF55-2ED389D9870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18FC6D89-7B01-CE4A-8328-A7305E1B34FC}"/>
                  </a:ext>
                </a:extLst>
              </p:cNvPr>
              <p:cNvGrpSpPr/>
              <p:nvPr/>
            </p:nvGrpSpPr>
            <p:grpSpPr>
              <a:xfrm>
                <a:off x="3967162" y="4130677"/>
                <a:ext cx="2177954" cy="203200"/>
                <a:chOff x="4411662" y="1266827"/>
                <a:chExt cx="2177954" cy="203200"/>
              </a:xfrm>
              <a:solidFill>
                <a:schemeClr val="tx1"/>
              </a:solidFill>
            </p:grpSpPr>
            <p:sp>
              <p:nvSpPr>
                <p:cNvPr id="44" name="Rectangle: Rounded Corners 43">
                  <a:extLst>
                    <a:ext uri="{FF2B5EF4-FFF2-40B4-BE49-F238E27FC236}">
                      <a16:creationId xmlns:a16="http://schemas.microsoft.com/office/drawing/2014/main" id="{B14AB699-F147-410D-7F19-2963BF817F5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FC47385-0194-2043-C7EF-0B6E20359AA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35692339-A738-05DF-FCDA-5EDB01FA5D1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195B75AB-607B-46BB-0DD0-9B623E6CF17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276906A0-2FC0-F4E7-A5A8-D5FBF9EF7BE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EC156576-9D5D-4CD3-6EBB-90BB276072D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5FEFDD5C-7000-5F17-4512-FC4ADC14C6A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49A074C9-EAED-0DE5-314F-1DB33A97EFB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D50B9D24-73A4-F79D-5C67-AFDF80E8494D}"/>
                  </a:ext>
                </a:extLst>
              </p:cNvPr>
              <p:cNvGrpSpPr/>
              <p:nvPr/>
            </p:nvGrpSpPr>
            <p:grpSpPr>
              <a:xfrm>
                <a:off x="3967163" y="5983284"/>
                <a:ext cx="2177954" cy="203200"/>
                <a:chOff x="4411662" y="1266827"/>
                <a:chExt cx="2177954" cy="203200"/>
              </a:xfrm>
              <a:solidFill>
                <a:schemeClr val="tx1"/>
              </a:solidFill>
            </p:grpSpPr>
            <p:sp>
              <p:nvSpPr>
                <p:cNvPr id="35" name="Rectangle: Rounded Corners 34">
                  <a:extLst>
                    <a:ext uri="{FF2B5EF4-FFF2-40B4-BE49-F238E27FC236}">
                      <a16:creationId xmlns:a16="http://schemas.microsoft.com/office/drawing/2014/main" id="{3E41B9BD-3366-2890-37EE-E382F54930D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AE488F25-1FC1-5462-FB43-C8542C1D1F0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81A2AB78-470E-D314-08C2-7FC781D92B8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4211A78B-219F-EC5D-F329-A245F33427B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9BA94F33-906C-6CBF-2CEC-76800AF1B8D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43CA9065-D7E1-3DA1-8AE2-B5AFA3C3502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41F0BA0E-C9ED-C324-D574-C462FA59DB9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C39086A5-3356-1C7D-1E96-9ADEDB5DA73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4" name="Group 53">
              <a:extLst>
                <a:ext uri="{FF2B5EF4-FFF2-40B4-BE49-F238E27FC236}">
                  <a16:creationId xmlns:a16="http://schemas.microsoft.com/office/drawing/2014/main" id="{5E71C925-5790-7983-89D0-C4E18A43F78C}"/>
                </a:ext>
              </a:extLst>
            </p:cNvPr>
            <p:cNvGrpSpPr/>
            <p:nvPr/>
          </p:nvGrpSpPr>
          <p:grpSpPr>
            <a:xfrm>
              <a:off x="6299799" y="4130677"/>
              <a:ext cx="2324893" cy="2055807"/>
              <a:chOff x="3967162" y="4130677"/>
              <a:chExt cx="2324893" cy="2055807"/>
            </a:xfrm>
          </p:grpSpPr>
          <p:sp>
            <p:nvSpPr>
              <p:cNvPr id="55" name="Rectangle: Rounded Corners 54">
                <a:extLst>
                  <a:ext uri="{FF2B5EF4-FFF2-40B4-BE49-F238E27FC236}">
                    <a16:creationId xmlns:a16="http://schemas.microsoft.com/office/drawing/2014/main" id="{C3AD7B97-26EB-0824-1CA3-C56D8AC82A22}"/>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5CA48BAC-EF4D-2F20-BE85-F4643AB77BF7}"/>
                  </a:ext>
                </a:extLst>
              </p:cNvPr>
              <p:cNvGrpSpPr/>
              <p:nvPr/>
            </p:nvGrpSpPr>
            <p:grpSpPr>
              <a:xfrm>
                <a:off x="3967162" y="4130677"/>
                <a:ext cx="2177954" cy="203200"/>
                <a:chOff x="4411662" y="1266827"/>
                <a:chExt cx="2177954" cy="203200"/>
              </a:xfrm>
              <a:solidFill>
                <a:schemeClr val="tx1"/>
              </a:solidFill>
            </p:grpSpPr>
            <p:sp>
              <p:nvSpPr>
                <p:cNvPr id="66" name="Rectangle: Rounded Corners 65">
                  <a:extLst>
                    <a:ext uri="{FF2B5EF4-FFF2-40B4-BE49-F238E27FC236}">
                      <a16:creationId xmlns:a16="http://schemas.microsoft.com/office/drawing/2014/main" id="{570DDD94-976F-CDEF-C75B-C0C0E3B9D87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572AE48F-71A9-4B1C-7505-B3699B4A70A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6EFC5C57-223C-FB3F-358F-8105E0502F7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FACC7158-0BF0-15CF-9A30-19F5D072BAD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69">
                  <a:extLst>
                    <a:ext uri="{FF2B5EF4-FFF2-40B4-BE49-F238E27FC236}">
                      <a16:creationId xmlns:a16="http://schemas.microsoft.com/office/drawing/2014/main" id="{5E3B1647-FAD2-0BC0-97CC-DEB97E1DB09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Rounded Corners 70">
                  <a:extLst>
                    <a:ext uri="{FF2B5EF4-FFF2-40B4-BE49-F238E27FC236}">
                      <a16:creationId xmlns:a16="http://schemas.microsoft.com/office/drawing/2014/main" id="{2E82DB70-E04D-2E7D-6887-11D3E4EDBE1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6C578F3A-E5AD-190F-657F-B5007ADD060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F3CF0461-A63D-5F38-86D3-163DDBBA6ED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830D8F82-A915-DDAB-4CD0-6E915320A06A}"/>
                  </a:ext>
                </a:extLst>
              </p:cNvPr>
              <p:cNvGrpSpPr/>
              <p:nvPr/>
            </p:nvGrpSpPr>
            <p:grpSpPr>
              <a:xfrm>
                <a:off x="3967163" y="5983284"/>
                <a:ext cx="2177954" cy="203200"/>
                <a:chOff x="4411662" y="1266827"/>
                <a:chExt cx="2177954" cy="203200"/>
              </a:xfrm>
              <a:solidFill>
                <a:schemeClr val="tx1"/>
              </a:solidFill>
            </p:grpSpPr>
            <p:sp>
              <p:nvSpPr>
                <p:cNvPr id="58" name="Rectangle: Rounded Corners 57">
                  <a:extLst>
                    <a:ext uri="{FF2B5EF4-FFF2-40B4-BE49-F238E27FC236}">
                      <a16:creationId xmlns:a16="http://schemas.microsoft.com/office/drawing/2014/main" id="{812E21E9-A7BC-18BE-9342-9CCC84765E8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9EFB0C83-E930-B356-4A45-A7DEDF7270D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774CAC5E-A33A-DA27-EEFF-B570908227D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75E9B628-1D21-80AF-BAE5-4E4AF0FFEFA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C315DAA5-ED8A-4F2A-CF87-FD2C429F861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DE2A9C3F-5FBF-A77A-CE6D-C808EC4FFA9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23C5CD5F-7BB4-F22D-A993-598C082F4C4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AD185C55-2599-A1A0-6077-A33EC9AC782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E424C06-2361-3E3E-BB1B-3C792948B68C}"/>
                </a:ext>
              </a:extLst>
            </p:cNvPr>
            <p:cNvGrpSpPr/>
            <p:nvPr/>
          </p:nvGrpSpPr>
          <p:grpSpPr>
            <a:xfrm>
              <a:off x="8632436" y="4130677"/>
              <a:ext cx="2324893" cy="2055807"/>
              <a:chOff x="3967162" y="4130677"/>
              <a:chExt cx="2324893" cy="2055807"/>
            </a:xfrm>
          </p:grpSpPr>
          <p:sp>
            <p:nvSpPr>
              <p:cNvPr id="75" name="Rectangle: Rounded Corners 74">
                <a:extLst>
                  <a:ext uri="{FF2B5EF4-FFF2-40B4-BE49-F238E27FC236}">
                    <a16:creationId xmlns:a16="http://schemas.microsoft.com/office/drawing/2014/main" id="{AC4F9E1C-17D3-82B1-BD14-0BB54467807E}"/>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CE976732-1E24-90BE-DFB0-A2856151F523}"/>
                  </a:ext>
                </a:extLst>
              </p:cNvPr>
              <p:cNvGrpSpPr/>
              <p:nvPr/>
            </p:nvGrpSpPr>
            <p:grpSpPr>
              <a:xfrm>
                <a:off x="3967162" y="4130677"/>
                <a:ext cx="2177954" cy="203200"/>
                <a:chOff x="4411662" y="1266827"/>
                <a:chExt cx="2177954" cy="203200"/>
              </a:xfrm>
              <a:solidFill>
                <a:schemeClr val="tx1"/>
              </a:solidFill>
            </p:grpSpPr>
            <p:sp>
              <p:nvSpPr>
                <p:cNvPr id="86" name="Rectangle: Rounded Corners 85">
                  <a:extLst>
                    <a:ext uri="{FF2B5EF4-FFF2-40B4-BE49-F238E27FC236}">
                      <a16:creationId xmlns:a16="http://schemas.microsoft.com/office/drawing/2014/main" id="{97F026CD-D574-BBA7-90DC-2293F8775C4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Rounded Corners 86">
                  <a:extLst>
                    <a:ext uri="{FF2B5EF4-FFF2-40B4-BE49-F238E27FC236}">
                      <a16:creationId xmlns:a16="http://schemas.microsoft.com/office/drawing/2014/main" id="{DB2F10E1-BF20-D1D2-0E9E-BBDDE5E76D9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Rounded Corners 87">
                  <a:extLst>
                    <a:ext uri="{FF2B5EF4-FFF2-40B4-BE49-F238E27FC236}">
                      <a16:creationId xmlns:a16="http://schemas.microsoft.com/office/drawing/2014/main" id="{071421E3-606D-2ED4-1F4B-ABC7433AE36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Rounded Corners 88">
                  <a:extLst>
                    <a:ext uri="{FF2B5EF4-FFF2-40B4-BE49-F238E27FC236}">
                      <a16:creationId xmlns:a16="http://schemas.microsoft.com/office/drawing/2014/main" id="{0CF9DFB6-88D1-9060-03BE-AE7E668B089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Rounded Corners 89">
                  <a:extLst>
                    <a:ext uri="{FF2B5EF4-FFF2-40B4-BE49-F238E27FC236}">
                      <a16:creationId xmlns:a16="http://schemas.microsoft.com/office/drawing/2014/main" id="{E8C4764C-0B3F-2A92-1004-EE1209E688B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Rounded Corners 90">
                  <a:extLst>
                    <a:ext uri="{FF2B5EF4-FFF2-40B4-BE49-F238E27FC236}">
                      <a16:creationId xmlns:a16="http://schemas.microsoft.com/office/drawing/2014/main" id="{042DE9BB-9792-1969-A7B2-71F8F21DF0C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Rounded Corners 91">
                  <a:extLst>
                    <a:ext uri="{FF2B5EF4-FFF2-40B4-BE49-F238E27FC236}">
                      <a16:creationId xmlns:a16="http://schemas.microsoft.com/office/drawing/2014/main" id="{F62D4B71-FF76-0EAC-DD12-B5BA470F3AD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Rounded Corners 92">
                  <a:extLst>
                    <a:ext uri="{FF2B5EF4-FFF2-40B4-BE49-F238E27FC236}">
                      <a16:creationId xmlns:a16="http://schemas.microsoft.com/office/drawing/2014/main" id="{5F82286B-3CE2-2455-7D7A-74B0D98723E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76">
                <a:extLst>
                  <a:ext uri="{FF2B5EF4-FFF2-40B4-BE49-F238E27FC236}">
                    <a16:creationId xmlns:a16="http://schemas.microsoft.com/office/drawing/2014/main" id="{AA30A1BE-D063-64AF-86B0-BCB821DE4647}"/>
                  </a:ext>
                </a:extLst>
              </p:cNvPr>
              <p:cNvGrpSpPr/>
              <p:nvPr/>
            </p:nvGrpSpPr>
            <p:grpSpPr>
              <a:xfrm>
                <a:off x="3967163" y="5983284"/>
                <a:ext cx="2177954" cy="203200"/>
                <a:chOff x="4411662" y="1266827"/>
                <a:chExt cx="2177954" cy="203200"/>
              </a:xfrm>
              <a:solidFill>
                <a:schemeClr val="tx1"/>
              </a:solidFill>
            </p:grpSpPr>
            <p:sp>
              <p:nvSpPr>
                <p:cNvPr id="78" name="Rectangle: Rounded Corners 77">
                  <a:extLst>
                    <a:ext uri="{FF2B5EF4-FFF2-40B4-BE49-F238E27FC236}">
                      <a16:creationId xmlns:a16="http://schemas.microsoft.com/office/drawing/2014/main" id="{624FA15C-B895-D529-094F-426FD4CEB47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B66E4D5D-1755-B084-7C47-770FDC4364F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Rounded Corners 79">
                  <a:extLst>
                    <a:ext uri="{FF2B5EF4-FFF2-40B4-BE49-F238E27FC236}">
                      <a16:creationId xmlns:a16="http://schemas.microsoft.com/office/drawing/2014/main" id="{17AD8F37-51C0-CF28-5015-9461103F6B9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5845035E-A30C-027A-0624-A25710C9311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Rounded Corners 81">
                  <a:extLst>
                    <a:ext uri="{FF2B5EF4-FFF2-40B4-BE49-F238E27FC236}">
                      <a16:creationId xmlns:a16="http://schemas.microsoft.com/office/drawing/2014/main" id="{28A4F013-4720-8327-6E16-3FBBD4136D6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Rounded Corners 82">
                  <a:extLst>
                    <a:ext uri="{FF2B5EF4-FFF2-40B4-BE49-F238E27FC236}">
                      <a16:creationId xmlns:a16="http://schemas.microsoft.com/office/drawing/2014/main" id="{C71529AD-019E-60F8-99DD-3F9E39A33E5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Rounded Corners 83">
                  <a:extLst>
                    <a:ext uri="{FF2B5EF4-FFF2-40B4-BE49-F238E27FC236}">
                      <a16:creationId xmlns:a16="http://schemas.microsoft.com/office/drawing/2014/main" id="{B15788F5-D1FE-9863-C4B0-983EE69A02C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Rounded Corners 84">
                  <a:extLst>
                    <a:ext uri="{FF2B5EF4-FFF2-40B4-BE49-F238E27FC236}">
                      <a16:creationId xmlns:a16="http://schemas.microsoft.com/office/drawing/2014/main" id="{B5684538-6432-CF41-0288-C664FAA82C3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94" name="Group 93">
              <a:extLst>
                <a:ext uri="{FF2B5EF4-FFF2-40B4-BE49-F238E27FC236}">
                  <a16:creationId xmlns:a16="http://schemas.microsoft.com/office/drawing/2014/main" id="{375AF965-E80C-A0F8-41A5-24F1157AA7D8}"/>
                </a:ext>
              </a:extLst>
            </p:cNvPr>
            <p:cNvGrpSpPr/>
            <p:nvPr/>
          </p:nvGrpSpPr>
          <p:grpSpPr>
            <a:xfrm>
              <a:off x="10965073" y="4130677"/>
              <a:ext cx="2324893" cy="2055807"/>
              <a:chOff x="3967162" y="4130677"/>
              <a:chExt cx="2324893" cy="2055807"/>
            </a:xfrm>
          </p:grpSpPr>
          <p:sp>
            <p:nvSpPr>
              <p:cNvPr id="95" name="Rectangle: Rounded Corners 94">
                <a:extLst>
                  <a:ext uri="{FF2B5EF4-FFF2-40B4-BE49-F238E27FC236}">
                    <a16:creationId xmlns:a16="http://schemas.microsoft.com/office/drawing/2014/main" id="{2768337D-7181-29E0-6985-ED6B1A5CCCF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BC9B00DD-9E27-528A-D2F7-C456B625E885}"/>
                  </a:ext>
                </a:extLst>
              </p:cNvPr>
              <p:cNvGrpSpPr/>
              <p:nvPr/>
            </p:nvGrpSpPr>
            <p:grpSpPr>
              <a:xfrm>
                <a:off x="3967162" y="4130677"/>
                <a:ext cx="2177954" cy="203200"/>
                <a:chOff x="4411662" y="1266827"/>
                <a:chExt cx="2177954" cy="203200"/>
              </a:xfrm>
              <a:solidFill>
                <a:schemeClr val="tx1"/>
              </a:solidFill>
            </p:grpSpPr>
            <p:sp>
              <p:nvSpPr>
                <p:cNvPr id="106" name="Rectangle: Rounded Corners 105">
                  <a:extLst>
                    <a:ext uri="{FF2B5EF4-FFF2-40B4-BE49-F238E27FC236}">
                      <a16:creationId xmlns:a16="http://schemas.microsoft.com/office/drawing/2014/main" id="{FBFA4720-D844-A969-DED4-3355B046082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F953D325-9AEF-11D5-6023-8E0146C52F2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Rounded Corners 107">
                  <a:extLst>
                    <a:ext uri="{FF2B5EF4-FFF2-40B4-BE49-F238E27FC236}">
                      <a16:creationId xmlns:a16="http://schemas.microsoft.com/office/drawing/2014/main" id="{BC5FA942-0209-5BBE-ED3F-4FEAB6D51CB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Rounded Corners 108">
                  <a:extLst>
                    <a:ext uri="{FF2B5EF4-FFF2-40B4-BE49-F238E27FC236}">
                      <a16:creationId xmlns:a16="http://schemas.microsoft.com/office/drawing/2014/main" id="{6598DAFE-A80C-DEC7-4E05-C2E0C7C6416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Rounded Corners 109">
                  <a:extLst>
                    <a:ext uri="{FF2B5EF4-FFF2-40B4-BE49-F238E27FC236}">
                      <a16:creationId xmlns:a16="http://schemas.microsoft.com/office/drawing/2014/main" id="{3876593B-A183-CD43-755C-14261634BBD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Rounded Corners 110">
                  <a:extLst>
                    <a:ext uri="{FF2B5EF4-FFF2-40B4-BE49-F238E27FC236}">
                      <a16:creationId xmlns:a16="http://schemas.microsoft.com/office/drawing/2014/main" id="{D090DD04-D05E-788C-4004-38AAD4A0E48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Rounded Corners 111">
                  <a:extLst>
                    <a:ext uri="{FF2B5EF4-FFF2-40B4-BE49-F238E27FC236}">
                      <a16:creationId xmlns:a16="http://schemas.microsoft.com/office/drawing/2014/main" id="{DCFA3E85-480E-400D-CE35-B4E52BA58F1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Rounded Corners 112">
                  <a:extLst>
                    <a:ext uri="{FF2B5EF4-FFF2-40B4-BE49-F238E27FC236}">
                      <a16:creationId xmlns:a16="http://schemas.microsoft.com/office/drawing/2014/main" id="{F1D54C48-FBDB-6543-1171-D7A6CB20EDA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a:extLst>
                  <a:ext uri="{FF2B5EF4-FFF2-40B4-BE49-F238E27FC236}">
                    <a16:creationId xmlns:a16="http://schemas.microsoft.com/office/drawing/2014/main" id="{8F7FC126-F648-A8C3-A877-3022A82AF03E}"/>
                  </a:ext>
                </a:extLst>
              </p:cNvPr>
              <p:cNvGrpSpPr/>
              <p:nvPr/>
            </p:nvGrpSpPr>
            <p:grpSpPr>
              <a:xfrm>
                <a:off x="3967163" y="5983284"/>
                <a:ext cx="2177954" cy="203200"/>
                <a:chOff x="4411662" y="1266827"/>
                <a:chExt cx="2177954" cy="203200"/>
              </a:xfrm>
              <a:solidFill>
                <a:schemeClr val="tx1"/>
              </a:solidFill>
            </p:grpSpPr>
            <p:sp>
              <p:nvSpPr>
                <p:cNvPr id="98" name="Rectangle: Rounded Corners 97">
                  <a:extLst>
                    <a:ext uri="{FF2B5EF4-FFF2-40B4-BE49-F238E27FC236}">
                      <a16:creationId xmlns:a16="http://schemas.microsoft.com/office/drawing/2014/main" id="{A8C8B440-4013-CD7D-D6C7-5E2073D3284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Rounded Corners 98">
                  <a:extLst>
                    <a:ext uri="{FF2B5EF4-FFF2-40B4-BE49-F238E27FC236}">
                      <a16:creationId xmlns:a16="http://schemas.microsoft.com/office/drawing/2014/main" id="{02D23430-18A3-ECFB-B057-C237D0EC554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Rounded Corners 99">
                  <a:extLst>
                    <a:ext uri="{FF2B5EF4-FFF2-40B4-BE49-F238E27FC236}">
                      <a16:creationId xmlns:a16="http://schemas.microsoft.com/office/drawing/2014/main" id="{C485537B-D975-73F6-11DE-910C1F5EEC4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F3E07EDA-FD97-D21A-22F4-AB820944ED9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Rounded Corners 101">
                  <a:extLst>
                    <a:ext uri="{FF2B5EF4-FFF2-40B4-BE49-F238E27FC236}">
                      <a16:creationId xmlns:a16="http://schemas.microsoft.com/office/drawing/2014/main" id="{9CCAE7B2-B43F-F491-3A73-B81E955BC97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Rounded Corners 102">
                  <a:extLst>
                    <a:ext uri="{FF2B5EF4-FFF2-40B4-BE49-F238E27FC236}">
                      <a16:creationId xmlns:a16="http://schemas.microsoft.com/office/drawing/2014/main" id="{52E2F6E2-1C9A-A691-8D28-C892FFFD426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2A93796A-8FDF-E941-7B8D-56B744E05C6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Rounded Corners 104">
                  <a:extLst>
                    <a:ext uri="{FF2B5EF4-FFF2-40B4-BE49-F238E27FC236}">
                      <a16:creationId xmlns:a16="http://schemas.microsoft.com/office/drawing/2014/main" id="{18BE23B4-218A-DA3F-41C0-D376CC73C89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4" name="Group 113">
              <a:extLst>
                <a:ext uri="{FF2B5EF4-FFF2-40B4-BE49-F238E27FC236}">
                  <a16:creationId xmlns:a16="http://schemas.microsoft.com/office/drawing/2014/main" id="{6ECA2C07-A45B-E578-78B5-D9731496B6DD}"/>
                </a:ext>
              </a:extLst>
            </p:cNvPr>
            <p:cNvGrpSpPr/>
            <p:nvPr/>
          </p:nvGrpSpPr>
          <p:grpSpPr>
            <a:xfrm>
              <a:off x="13297710" y="4130677"/>
              <a:ext cx="2324893" cy="2055807"/>
              <a:chOff x="3967162" y="4130677"/>
              <a:chExt cx="2324893" cy="2055807"/>
            </a:xfrm>
          </p:grpSpPr>
          <p:sp>
            <p:nvSpPr>
              <p:cNvPr id="115" name="Rectangle: Rounded Corners 114">
                <a:extLst>
                  <a:ext uri="{FF2B5EF4-FFF2-40B4-BE49-F238E27FC236}">
                    <a16:creationId xmlns:a16="http://schemas.microsoft.com/office/drawing/2014/main" id="{EC8EF5D9-165D-ECD2-74B8-C52A47263ED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6" name="Group 115">
                <a:extLst>
                  <a:ext uri="{FF2B5EF4-FFF2-40B4-BE49-F238E27FC236}">
                    <a16:creationId xmlns:a16="http://schemas.microsoft.com/office/drawing/2014/main" id="{B0DA3B22-3F3F-2E51-DCE3-E27EA6A5E872}"/>
                  </a:ext>
                </a:extLst>
              </p:cNvPr>
              <p:cNvGrpSpPr/>
              <p:nvPr/>
            </p:nvGrpSpPr>
            <p:grpSpPr>
              <a:xfrm>
                <a:off x="3967162" y="4130677"/>
                <a:ext cx="2177954" cy="203200"/>
                <a:chOff x="4411662" y="1266827"/>
                <a:chExt cx="2177954" cy="203200"/>
              </a:xfrm>
              <a:solidFill>
                <a:schemeClr val="tx1"/>
              </a:solidFill>
            </p:grpSpPr>
            <p:sp>
              <p:nvSpPr>
                <p:cNvPr id="126" name="Rectangle: Rounded Corners 125">
                  <a:extLst>
                    <a:ext uri="{FF2B5EF4-FFF2-40B4-BE49-F238E27FC236}">
                      <a16:creationId xmlns:a16="http://schemas.microsoft.com/office/drawing/2014/main" id="{964DF8DB-B879-381A-F5E5-CCDCA2EED31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Rounded Corners 126">
                  <a:extLst>
                    <a:ext uri="{FF2B5EF4-FFF2-40B4-BE49-F238E27FC236}">
                      <a16:creationId xmlns:a16="http://schemas.microsoft.com/office/drawing/2014/main" id="{3206DCE0-094E-AD6C-74C0-6CD7F059186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Rounded Corners 127">
                  <a:extLst>
                    <a:ext uri="{FF2B5EF4-FFF2-40B4-BE49-F238E27FC236}">
                      <a16:creationId xmlns:a16="http://schemas.microsoft.com/office/drawing/2014/main" id="{72365EC0-2F35-A181-E61D-0AE21F30940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Rounded Corners 128">
                  <a:extLst>
                    <a:ext uri="{FF2B5EF4-FFF2-40B4-BE49-F238E27FC236}">
                      <a16:creationId xmlns:a16="http://schemas.microsoft.com/office/drawing/2014/main" id="{57191A70-99EA-B38B-759B-E1B01405152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Rounded Corners 129">
                  <a:extLst>
                    <a:ext uri="{FF2B5EF4-FFF2-40B4-BE49-F238E27FC236}">
                      <a16:creationId xmlns:a16="http://schemas.microsoft.com/office/drawing/2014/main" id="{F0B667FB-5050-10B8-21DD-6DFE145F2B8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Rounded Corners 130">
                  <a:extLst>
                    <a:ext uri="{FF2B5EF4-FFF2-40B4-BE49-F238E27FC236}">
                      <a16:creationId xmlns:a16="http://schemas.microsoft.com/office/drawing/2014/main" id="{85A83A0E-7DF0-BA28-69CF-DB7F8A44038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Rounded Corners 131">
                  <a:extLst>
                    <a:ext uri="{FF2B5EF4-FFF2-40B4-BE49-F238E27FC236}">
                      <a16:creationId xmlns:a16="http://schemas.microsoft.com/office/drawing/2014/main" id="{CF8210B1-1293-EF40-4526-1433B0BA1C8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Rounded Corners 132">
                  <a:extLst>
                    <a:ext uri="{FF2B5EF4-FFF2-40B4-BE49-F238E27FC236}">
                      <a16:creationId xmlns:a16="http://schemas.microsoft.com/office/drawing/2014/main" id="{D11262DA-9D19-B72F-4BFE-E6DAD816117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 name="Group 116">
                <a:extLst>
                  <a:ext uri="{FF2B5EF4-FFF2-40B4-BE49-F238E27FC236}">
                    <a16:creationId xmlns:a16="http://schemas.microsoft.com/office/drawing/2014/main" id="{6AEAB4D1-FFB1-704F-0032-BF70089C6493}"/>
                  </a:ext>
                </a:extLst>
              </p:cNvPr>
              <p:cNvGrpSpPr/>
              <p:nvPr/>
            </p:nvGrpSpPr>
            <p:grpSpPr>
              <a:xfrm>
                <a:off x="3967163" y="5983284"/>
                <a:ext cx="2177954" cy="203200"/>
                <a:chOff x="4411662" y="1266827"/>
                <a:chExt cx="2177954" cy="203200"/>
              </a:xfrm>
              <a:solidFill>
                <a:schemeClr val="tx1"/>
              </a:solidFill>
            </p:grpSpPr>
            <p:sp>
              <p:nvSpPr>
                <p:cNvPr id="118" name="Rectangle: Rounded Corners 117">
                  <a:extLst>
                    <a:ext uri="{FF2B5EF4-FFF2-40B4-BE49-F238E27FC236}">
                      <a16:creationId xmlns:a16="http://schemas.microsoft.com/office/drawing/2014/main" id="{EC1674DD-E3FF-D52E-EFA1-588A046E2C4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Rounded Corners 118">
                  <a:extLst>
                    <a:ext uri="{FF2B5EF4-FFF2-40B4-BE49-F238E27FC236}">
                      <a16:creationId xmlns:a16="http://schemas.microsoft.com/office/drawing/2014/main" id="{77706EF0-971F-DA44-6771-65DA78E0EF7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Rounded Corners 119">
                  <a:extLst>
                    <a:ext uri="{FF2B5EF4-FFF2-40B4-BE49-F238E27FC236}">
                      <a16:creationId xmlns:a16="http://schemas.microsoft.com/office/drawing/2014/main" id="{678725AB-2E72-8DFF-CA5F-B64FE1C558F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Rounded Corners 120">
                  <a:extLst>
                    <a:ext uri="{FF2B5EF4-FFF2-40B4-BE49-F238E27FC236}">
                      <a16:creationId xmlns:a16="http://schemas.microsoft.com/office/drawing/2014/main" id="{0F896366-186A-387B-A5A7-DE19CCDA1D9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A4DDEF13-1BA6-2917-A171-105AFBFD481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91AB26E6-104E-4805-6CCF-9506150817B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Rounded Corners 123">
                  <a:extLst>
                    <a:ext uri="{FF2B5EF4-FFF2-40B4-BE49-F238E27FC236}">
                      <a16:creationId xmlns:a16="http://schemas.microsoft.com/office/drawing/2014/main" id="{C2FB7866-E20A-D392-EFB0-94EB38200DE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B5D62FBA-3A1E-AE55-A6FF-A5F99F50D52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4" name="Group 133">
              <a:extLst>
                <a:ext uri="{FF2B5EF4-FFF2-40B4-BE49-F238E27FC236}">
                  <a16:creationId xmlns:a16="http://schemas.microsoft.com/office/drawing/2014/main" id="{9DEC3F41-03DF-89E5-B09D-B4DE846B16B6}"/>
                </a:ext>
              </a:extLst>
            </p:cNvPr>
            <p:cNvGrpSpPr/>
            <p:nvPr/>
          </p:nvGrpSpPr>
          <p:grpSpPr>
            <a:xfrm>
              <a:off x="15630347" y="4130677"/>
              <a:ext cx="2324893" cy="2055807"/>
              <a:chOff x="3967162" y="4130677"/>
              <a:chExt cx="2324893" cy="2055807"/>
            </a:xfrm>
          </p:grpSpPr>
          <p:sp>
            <p:nvSpPr>
              <p:cNvPr id="135" name="Rectangle: Rounded Corners 134">
                <a:extLst>
                  <a:ext uri="{FF2B5EF4-FFF2-40B4-BE49-F238E27FC236}">
                    <a16:creationId xmlns:a16="http://schemas.microsoft.com/office/drawing/2014/main" id="{1CF72998-D848-4BB8-FA72-548E018963C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6" name="Group 135">
                <a:extLst>
                  <a:ext uri="{FF2B5EF4-FFF2-40B4-BE49-F238E27FC236}">
                    <a16:creationId xmlns:a16="http://schemas.microsoft.com/office/drawing/2014/main" id="{2FCDDA99-FD59-4679-D38E-218F8DD8BFDD}"/>
                  </a:ext>
                </a:extLst>
              </p:cNvPr>
              <p:cNvGrpSpPr/>
              <p:nvPr/>
            </p:nvGrpSpPr>
            <p:grpSpPr>
              <a:xfrm>
                <a:off x="3967162" y="4130677"/>
                <a:ext cx="2177954" cy="203200"/>
                <a:chOff x="4411662" y="1266827"/>
                <a:chExt cx="2177954" cy="203200"/>
              </a:xfrm>
              <a:solidFill>
                <a:schemeClr val="tx1"/>
              </a:solidFill>
            </p:grpSpPr>
            <p:sp>
              <p:nvSpPr>
                <p:cNvPr id="146" name="Rectangle: Rounded Corners 145">
                  <a:extLst>
                    <a:ext uri="{FF2B5EF4-FFF2-40B4-BE49-F238E27FC236}">
                      <a16:creationId xmlns:a16="http://schemas.microsoft.com/office/drawing/2014/main" id="{A1A4B822-CC13-81C9-8BBE-37141636ECD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Rounded Corners 146">
                  <a:extLst>
                    <a:ext uri="{FF2B5EF4-FFF2-40B4-BE49-F238E27FC236}">
                      <a16:creationId xmlns:a16="http://schemas.microsoft.com/office/drawing/2014/main" id="{E4F0DB91-0FE7-B58D-2ED1-2F1EE01EAAB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Rounded Corners 147">
                  <a:extLst>
                    <a:ext uri="{FF2B5EF4-FFF2-40B4-BE49-F238E27FC236}">
                      <a16:creationId xmlns:a16="http://schemas.microsoft.com/office/drawing/2014/main" id="{18D69230-A3AE-5572-CDA0-8AE6745B3E1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Rounded Corners 148">
                  <a:extLst>
                    <a:ext uri="{FF2B5EF4-FFF2-40B4-BE49-F238E27FC236}">
                      <a16:creationId xmlns:a16="http://schemas.microsoft.com/office/drawing/2014/main" id="{271C7C03-9A51-D885-A63B-F09669F1FE0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Rounded Corners 149">
                  <a:extLst>
                    <a:ext uri="{FF2B5EF4-FFF2-40B4-BE49-F238E27FC236}">
                      <a16:creationId xmlns:a16="http://schemas.microsoft.com/office/drawing/2014/main" id="{EF0F3E2A-08D6-A6C2-6C35-C77756E34DC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Rounded Corners 150">
                  <a:extLst>
                    <a:ext uri="{FF2B5EF4-FFF2-40B4-BE49-F238E27FC236}">
                      <a16:creationId xmlns:a16="http://schemas.microsoft.com/office/drawing/2014/main" id="{3EEB4DCB-3E26-7894-8D86-F146564CF30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Rounded Corners 151">
                  <a:extLst>
                    <a:ext uri="{FF2B5EF4-FFF2-40B4-BE49-F238E27FC236}">
                      <a16:creationId xmlns:a16="http://schemas.microsoft.com/office/drawing/2014/main" id="{B13B03F6-5F67-CD6D-95A0-1942A504BE0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Rounded Corners 152">
                  <a:extLst>
                    <a:ext uri="{FF2B5EF4-FFF2-40B4-BE49-F238E27FC236}">
                      <a16:creationId xmlns:a16="http://schemas.microsoft.com/office/drawing/2014/main" id="{E299442D-534C-F53C-A2C9-155FCDE0828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8975C430-9E4D-E2DA-A9D9-7F5E896012DB}"/>
                  </a:ext>
                </a:extLst>
              </p:cNvPr>
              <p:cNvGrpSpPr/>
              <p:nvPr/>
            </p:nvGrpSpPr>
            <p:grpSpPr>
              <a:xfrm>
                <a:off x="3967163" y="5983284"/>
                <a:ext cx="2177954" cy="203200"/>
                <a:chOff x="4411662" y="1266827"/>
                <a:chExt cx="2177954" cy="203200"/>
              </a:xfrm>
              <a:solidFill>
                <a:schemeClr val="tx1"/>
              </a:solidFill>
            </p:grpSpPr>
            <p:sp>
              <p:nvSpPr>
                <p:cNvPr id="138" name="Rectangle: Rounded Corners 137">
                  <a:extLst>
                    <a:ext uri="{FF2B5EF4-FFF2-40B4-BE49-F238E27FC236}">
                      <a16:creationId xmlns:a16="http://schemas.microsoft.com/office/drawing/2014/main" id="{296B3E9A-8F1F-44B8-900C-55F665469ED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Rounded Corners 138">
                  <a:extLst>
                    <a:ext uri="{FF2B5EF4-FFF2-40B4-BE49-F238E27FC236}">
                      <a16:creationId xmlns:a16="http://schemas.microsoft.com/office/drawing/2014/main" id="{51A1660B-0C36-3788-0D90-71D02E01582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Rounded Corners 139">
                  <a:extLst>
                    <a:ext uri="{FF2B5EF4-FFF2-40B4-BE49-F238E27FC236}">
                      <a16:creationId xmlns:a16="http://schemas.microsoft.com/office/drawing/2014/main" id="{1B259B79-021D-D4DA-1377-F91F112CE32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Rounded Corners 140">
                  <a:extLst>
                    <a:ext uri="{FF2B5EF4-FFF2-40B4-BE49-F238E27FC236}">
                      <a16:creationId xmlns:a16="http://schemas.microsoft.com/office/drawing/2014/main" id="{E9F01D1E-3CB9-61D7-6AEC-B098C19AC79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Rounded Corners 141">
                  <a:extLst>
                    <a:ext uri="{FF2B5EF4-FFF2-40B4-BE49-F238E27FC236}">
                      <a16:creationId xmlns:a16="http://schemas.microsoft.com/office/drawing/2014/main" id="{2A7A2B25-9BCB-A930-DA67-CF60A906E9C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Rounded Corners 142">
                  <a:extLst>
                    <a:ext uri="{FF2B5EF4-FFF2-40B4-BE49-F238E27FC236}">
                      <a16:creationId xmlns:a16="http://schemas.microsoft.com/office/drawing/2014/main" id="{D835A516-318F-4EF8-4E72-1E1F48CA2D8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Rounded Corners 143">
                  <a:extLst>
                    <a:ext uri="{FF2B5EF4-FFF2-40B4-BE49-F238E27FC236}">
                      <a16:creationId xmlns:a16="http://schemas.microsoft.com/office/drawing/2014/main" id="{E3368B63-7591-948D-54A5-E6937895A9F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Rounded Corners 144">
                  <a:extLst>
                    <a:ext uri="{FF2B5EF4-FFF2-40B4-BE49-F238E27FC236}">
                      <a16:creationId xmlns:a16="http://schemas.microsoft.com/office/drawing/2014/main" id="{BF62F248-9B86-2959-3543-3ECC07C6475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4" name="Group 153">
              <a:extLst>
                <a:ext uri="{FF2B5EF4-FFF2-40B4-BE49-F238E27FC236}">
                  <a16:creationId xmlns:a16="http://schemas.microsoft.com/office/drawing/2014/main" id="{3C242754-85AD-D81F-9E31-A01586E029F0}"/>
                </a:ext>
              </a:extLst>
            </p:cNvPr>
            <p:cNvGrpSpPr/>
            <p:nvPr/>
          </p:nvGrpSpPr>
          <p:grpSpPr>
            <a:xfrm>
              <a:off x="17962984" y="4130677"/>
              <a:ext cx="2324893" cy="2055807"/>
              <a:chOff x="3967162" y="4130677"/>
              <a:chExt cx="2324893" cy="2055807"/>
            </a:xfrm>
          </p:grpSpPr>
          <p:sp>
            <p:nvSpPr>
              <p:cNvPr id="155" name="Rectangle: Rounded Corners 154">
                <a:extLst>
                  <a:ext uri="{FF2B5EF4-FFF2-40B4-BE49-F238E27FC236}">
                    <a16:creationId xmlns:a16="http://schemas.microsoft.com/office/drawing/2014/main" id="{82464D00-4D7B-8200-BA2A-4D4220EF074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6" name="Group 155">
                <a:extLst>
                  <a:ext uri="{FF2B5EF4-FFF2-40B4-BE49-F238E27FC236}">
                    <a16:creationId xmlns:a16="http://schemas.microsoft.com/office/drawing/2014/main" id="{9285C331-AF2B-E88A-340C-BFF094CC838D}"/>
                  </a:ext>
                </a:extLst>
              </p:cNvPr>
              <p:cNvGrpSpPr/>
              <p:nvPr/>
            </p:nvGrpSpPr>
            <p:grpSpPr>
              <a:xfrm>
                <a:off x="3967162" y="4130677"/>
                <a:ext cx="2177954" cy="203200"/>
                <a:chOff x="4411662" y="1266827"/>
                <a:chExt cx="2177954" cy="203200"/>
              </a:xfrm>
              <a:solidFill>
                <a:schemeClr val="tx1"/>
              </a:solidFill>
            </p:grpSpPr>
            <p:sp>
              <p:nvSpPr>
                <p:cNvPr id="166" name="Rectangle: Rounded Corners 165">
                  <a:extLst>
                    <a:ext uri="{FF2B5EF4-FFF2-40B4-BE49-F238E27FC236}">
                      <a16:creationId xmlns:a16="http://schemas.microsoft.com/office/drawing/2014/main" id="{5D4CA223-3C8D-6663-0812-3A85A997714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Rounded Corners 166">
                  <a:extLst>
                    <a:ext uri="{FF2B5EF4-FFF2-40B4-BE49-F238E27FC236}">
                      <a16:creationId xmlns:a16="http://schemas.microsoft.com/office/drawing/2014/main" id="{1E44740F-C594-B0C1-F498-7F1FCA8667B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Rounded Corners 167">
                  <a:extLst>
                    <a:ext uri="{FF2B5EF4-FFF2-40B4-BE49-F238E27FC236}">
                      <a16:creationId xmlns:a16="http://schemas.microsoft.com/office/drawing/2014/main" id="{96961031-D78F-FC8C-2F41-207DCBE0CB2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Rounded Corners 168">
                  <a:extLst>
                    <a:ext uri="{FF2B5EF4-FFF2-40B4-BE49-F238E27FC236}">
                      <a16:creationId xmlns:a16="http://schemas.microsoft.com/office/drawing/2014/main" id="{827020F6-84FF-CE80-3D20-6D810C8CBDB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Rounded Corners 169">
                  <a:extLst>
                    <a:ext uri="{FF2B5EF4-FFF2-40B4-BE49-F238E27FC236}">
                      <a16:creationId xmlns:a16="http://schemas.microsoft.com/office/drawing/2014/main" id="{01361388-24C8-F147-F1B9-44C065BBDBB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Rounded Corners 170">
                  <a:extLst>
                    <a:ext uri="{FF2B5EF4-FFF2-40B4-BE49-F238E27FC236}">
                      <a16:creationId xmlns:a16="http://schemas.microsoft.com/office/drawing/2014/main" id="{6276823B-AAA8-F033-D572-784C2E56BC8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Rounded Corners 171">
                  <a:extLst>
                    <a:ext uri="{FF2B5EF4-FFF2-40B4-BE49-F238E27FC236}">
                      <a16:creationId xmlns:a16="http://schemas.microsoft.com/office/drawing/2014/main" id="{05F2C08B-090A-C105-5C21-50B078EC245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Rounded Corners 172">
                  <a:extLst>
                    <a:ext uri="{FF2B5EF4-FFF2-40B4-BE49-F238E27FC236}">
                      <a16:creationId xmlns:a16="http://schemas.microsoft.com/office/drawing/2014/main" id="{697A1A38-D220-D451-E145-C890291D83B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7" name="Group 156">
                <a:extLst>
                  <a:ext uri="{FF2B5EF4-FFF2-40B4-BE49-F238E27FC236}">
                    <a16:creationId xmlns:a16="http://schemas.microsoft.com/office/drawing/2014/main" id="{B601A7AB-DDF4-DC57-380F-A41D69BCE498}"/>
                  </a:ext>
                </a:extLst>
              </p:cNvPr>
              <p:cNvGrpSpPr/>
              <p:nvPr/>
            </p:nvGrpSpPr>
            <p:grpSpPr>
              <a:xfrm>
                <a:off x="3967163" y="5983284"/>
                <a:ext cx="2177954" cy="203200"/>
                <a:chOff x="4411662" y="1266827"/>
                <a:chExt cx="2177954" cy="203200"/>
              </a:xfrm>
              <a:solidFill>
                <a:schemeClr val="tx1"/>
              </a:solidFill>
            </p:grpSpPr>
            <p:sp>
              <p:nvSpPr>
                <p:cNvPr id="158" name="Rectangle: Rounded Corners 157">
                  <a:extLst>
                    <a:ext uri="{FF2B5EF4-FFF2-40B4-BE49-F238E27FC236}">
                      <a16:creationId xmlns:a16="http://schemas.microsoft.com/office/drawing/2014/main" id="{6E9C4037-7E37-C529-1865-9B64C31C95A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Rounded Corners 158">
                  <a:extLst>
                    <a:ext uri="{FF2B5EF4-FFF2-40B4-BE49-F238E27FC236}">
                      <a16:creationId xmlns:a16="http://schemas.microsoft.com/office/drawing/2014/main" id="{9C74DC05-4F5F-B13B-5DA2-E8BE9D2A146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Rounded Corners 159">
                  <a:extLst>
                    <a:ext uri="{FF2B5EF4-FFF2-40B4-BE49-F238E27FC236}">
                      <a16:creationId xmlns:a16="http://schemas.microsoft.com/office/drawing/2014/main" id="{A15EA6D8-1861-7FCF-4D78-514C4070438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Rounded Corners 160">
                  <a:extLst>
                    <a:ext uri="{FF2B5EF4-FFF2-40B4-BE49-F238E27FC236}">
                      <a16:creationId xmlns:a16="http://schemas.microsoft.com/office/drawing/2014/main" id="{0E430FD1-6D1A-5585-B03D-79131AAAAFF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Rounded Corners 161">
                  <a:extLst>
                    <a:ext uri="{FF2B5EF4-FFF2-40B4-BE49-F238E27FC236}">
                      <a16:creationId xmlns:a16="http://schemas.microsoft.com/office/drawing/2014/main" id="{A1EEC314-AFDB-AF29-1592-34A798807A0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Rounded Corners 162">
                  <a:extLst>
                    <a:ext uri="{FF2B5EF4-FFF2-40B4-BE49-F238E27FC236}">
                      <a16:creationId xmlns:a16="http://schemas.microsoft.com/office/drawing/2014/main" id="{E3FD6AC6-5781-DA94-FB02-AA3B35EE0D0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Rounded Corners 163">
                  <a:extLst>
                    <a:ext uri="{FF2B5EF4-FFF2-40B4-BE49-F238E27FC236}">
                      <a16:creationId xmlns:a16="http://schemas.microsoft.com/office/drawing/2014/main" id="{FA73A7E7-39D2-BA92-CCBA-F25A254A6C3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Rounded Corners 164">
                  <a:extLst>
                    <a:ext uri="{FF2B5EF4-FFF2-40B4-BE49-F238E27FC236}">
                      <a16:creationId xmlns:a16="http://schemas.microsoft.com/office/drawing/2014/main" id="{C9107EB5-68C6-15A0-0F2D-A25D07F3BE3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74" name="Group 173">
              <a:extLst>
                <a:ext uri="{FF2B5EF4-FFF2-40B4-BE49-F238E27FC236}">
                  <a16:creationId xmlns:a16="http://schemas.microsoft.com/office/drawing/2014/main" id="{5A5CD41D-9FE6-1E64-0993-2FF755625A77}"/>
                </a:ext>
              </a:extLst>
            </p:cNvPr>
            <p:cNvGrpSpPr/>
            <p:nvPr/>
          </p:nvGrpSpPr>
          <p:grpSpPr>
            <a:xfrm>
              <a:off x="20295621" y="4130677"/>
              <a:ext cx="2324893" cy="2055807"/>
              <a:chOff x="3967162" y="4130677"/>
              <a:chExt cx="2324893" cy="2055807"/>
            </a:xfrm>
          </p:grpSpPr>
          <p:sp>
            <p:nvSpPr>
              <p:cNvPr id="175" name="Rectangle: Rounded Corners 174">
                <a:extLst>
                  <a:ext uri="{FF2B5EF4-FFF2-40B4-BE49-F238E27FC236}">
                    <a16:creationId xmlns:a16="http://schemas.microsoft.com/office/drawing/2014/main" id="{D0F28091-9FE9-DEED-15DA-608312E6C3D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6" name="Group 175">
                <a:extLst>
                  <a:ext uri="{FF2B5EF4-FFF2-40B4-BE49-F238E27FC236}">
                    <a16:creationId xmlns:a16="http://schemas.microsoft.com/office/drawing/2014/main" id="{3D83E0D0-AB1A-5E6F-8A93-EA55CE7CAE10}"/>
                  </a:ext>
                </a:extLst>
              </p:cNvPr>
              <p:cNvGrpSpPr/>
              <p:nvPr/>
            </p:nvGrpSpPr>
            <p:grpSpPr>
              <a:xfrm>
                <a:off x="3967162" y="4130677"/>
                <a:ext cx="2177954" cy="203200"/>
                <a:chOff x="4411662" y="1266827"/>
                <a:chExt cx="2177954" cy="203200"/>
              </a:xfrm>
              <a:solidFill>
                <a:schemeClr val="tx1"/>
              </a:solidFill>
            </p:grpSpPr>
            <p:sp>
              <p:nvSpPr>
                <p:cNvPr id="186" name="Rectangle: Rounded Corners 185">
                  <a:extLst>
                    <a:ext uri="{FF2B5EF4-FFF2-40B4-BE49-F238E27FC236}">
                      <a16:creationId xmlns:a16="http://schemas.microsoft.com/office/drawing/2014/main" id="{2276D3B7-37CB-549B-2654-4965842F567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Rounded Corners 186">
                  <a:extLst>
                    <a:ext uri="{FF2B5EF4-FFF2-40B4-BE49-F238E27FC236}">
                      <a16:creationId xmlns:a16="http://schemas.microsoft.com/office/drawing/2014/main" id="{0E1F98A9-164B-EE36-DF3C-8022473915F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Rounded Corners 187">
                  <a:extLst>
                    <a:ext uri="{FF2B5EF4-FFF2-40B4-BE49-F238E27FC236}">
                      <a16:creationId xmlns:a16="http://schemas.microsoft.com/office/drawing/2014/main" id="{54CBADB2-68AA-3BF2-CBAE-AF2D4B4A6F3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Rounded Corners 188">
                  <a:extLst>
                    <a:ext uri="{FF2B5EF4-FFF2-40B4-BE49-F238E27FC236}">
                      <a16:creationId xmlns:a16="http://schemas.microsoft.com/office/drawing/2014/main" id="{F1FC7433-3189-BA0B-21BF-CB45A1D0F60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Rounded Corners 189">
                  <a:extLst>
                    <a:ext uri="{FF2B5EF4-FFF2-40B4-BE49-F238E27FC236}">
                      <a16:creationId xmlns:a16="http://schemas.microsoft.com/office/drawing/2014/main" id="{27448B37-7CC5-2C5E-1652-680673A89B1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Rounded Corners 190">
                  <a:extLst>
                    <a:ext uri="{FF2B5EF4-FFF2-40B4-BE49-F238E27FC236}">
                      <a16:creationId xmlns:a16="http://schemas.microsoft.com/office/drawing/2014/main" id="{A17200CB-85B5-DC05-1FA3-C3FA9AAE6C4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Rounded Corners 191">
                  <a:extLst>
                    <a:ext uri="{FF2B5EF4-FFF2-40B4-BE49-F238E27FC236}">
                      <a16:creationId xmlns:a16="http://schemas.microsoft.com/office/drawing/2014/main" id="{0B23A8DA-62B2-EB28-9691-0D26038A5F7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Rounded Corners 192">
                  <a:extLst>
                    <a:ext uri="{FF2B5EF4-FFF2-40B4-BE49-F238E27FC236}">
                      <a16:creationId xmlns:a16="http://schemas.microsoft.com/office/drawing/2014/main" id="{1D4EC442-167B-B487-630A-E9F42EC4414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7" name="Group 176">
                <a:extLst>
                  <a:ext uri="{FF2B5EF4-FFF2-40B4-BE49-F238E27FC236}">
                    <a16:creationId xmlns:a16="http://schemas.microsoft.com/office/drawing/2014/main" id="{E9220B2B-CFAE-3F57-C1CB-A84F4BB0805D}"/>
                  </a:ext>
                </a:extLst>
              </p:cNvPr>
              <p:cNvGrpSpPr/>
              <p:nvPr/>
            </p:nvGrpSpPr>
            <p:grpSpPr>
              <a:xfrm>
                <a:off x="3967163" y="5983284"/>
                <a:ext cx="2177954" cy="203200"/>
                <a:chOff x="4411662" y="1266827"/>
                <a:chExt cx="2177954" cy="203200"/>
              </a:xfrm>
              <a:solidFill>
                <a:schemeClr val="tx1"/>
              </a:solidFill>
            </p:grpSpPr>
            <p:sp>
              <p:nvSpPr>
                <p:cNvPr id="178" name="Rectangle: Rounded Corners 177">
                  <a:extLst>
                    <a:ext uri="{FF2B5EF4-FFF2-40B4-BE49-F238E27FC236}">
                      <a16:creationId xmlns:a16="http://schemas.microsoft.com/office/drawing/2014/main" id="{4EA76520-34EE-F25F-8EF9-532141B7458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Rounded Corners 178">
                  <a:extLst>
                    <a:ext uri="{FF2B5EF4-FFF2-40B4-BE49-F238E27FC236}">
                      <a16:creationId xmlns:a16="http://schemas.microsoft.com/office/drawing/2014/main" id="{9E0E2C7F-87DE-90FD-9756-5DB6EE9CB59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Rounded Corners 179">
                  <a:extLst>
                    <a:ext uri="{FF2B5EF4-FFF2-40B4-BE49-F238E27FC236}">
                      <a16:creationId xmlns:a16="http://schemas.microsoft.com/office/drawing/2014/main" id="{DCE45A8E-7686-7994-E52D-BDC14C59BEB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Rounded Corners 180">
                  <a:extLst>
                    <a:ext uri="{FF2B5EF4-FFF2-40B4-BE49-F238E27FC236}">
                      <a16:creationId xmlns:a16="http://schemas.microsoft.com/office/drawing/2014/main" id="{53ACFE95-750A-16E3-1A7D-467C1197C97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Rounded Corners 181">
                  <a:extLst>
                    <a:ext uri="{FF2B5EF4-FFF2-40B4-BE49-F238E27FC236}">
                      <a16:creationId xmlns:a16="http://schemas.microsoft.com/office/drawing/2014/main" id="{7B626EC2-31D4-0EB1-FDF4-D565B5485D7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Rounded Corners 182">
                  <a:extLst>
                    <a:ext uri="{FF2B5EF4-FFF2-40B4-BE49-F238E27FC236}">
                      <a16:creationId xmlns:a16="http://schemas.microsoft.com/office/drawing/2014/main" id="{89D24A7E-8698-76F3-8A27-B4364FB2842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Rounded Corners 183">
                  <a:extLst>
                    <a:ext uri="{FF2B5EF4-FFF2-40B4-BE49-F238E27FC236}">
                      <a16:creationId xmlns:a16="http://schemas.microsoft.com/office/drawing/2014/main" id="{D2045898-D380-8421-CF9E-A709486F5D2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Rounded Corners 184">
                  <a:extLst>
                    <a:ext uri="{FF2B5EF4-FFF2-40B4-BE49-F238E27FC236}">
                      <a16:creationId xmlns:a16="http://schemas.microsoft.com/office/drawing/2014/main" id="{52278DC7-B2A8-F839-99CC-D2D031D451D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94" name="Group 193">
              <a:extLst>
                <a:ext uri="{FF2B5EF4-FFF2-40B4-BE49-F238E27FC236}">
                  <a16:creationId xmlns:a16="http://schemas.microsoft.com/office/drawing/2014/main" id="{8C5C73F4-B8AE-3655-1703-0637ABE2AF0F}"/>
                </a:ext>
              </a:extLst>
            </p:cNvPr>
            <p:cNvGrpSpPr/>
            <p:nvPr/>
          </p:nvGrpSpPr>
          <p:grpSpPr>
            <a:xfrm>
              <a:off x="22628258" y="4130677"/>
              <a:ext cx="2324893" cy="2055807"/>
              <a:chOff x="3967162" y="4130677"/>
              <a:chExt cx="2324893" cy="2055807"/>
            </a:xfrm>
          </p:grpSpPr>
          <p:sp>
            <p:nvSpPr>
              <p:cNvPr id="195" name="Rectangle: Rounded Corners 194">
                <a:extLst>
                  <a:ext uri="{FF2B5EF4-FFF2-40B4-BE49-F238E27FC236}">
                    <a16:creationId xmlns:a16="http://schemas.microsoft.com/office/drawing/2014/main" id="{6D034752-A103-C183-4235-E626A9F7E5B2}"/>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6" name="Group 195">
                <a:extLst>
                  <a:ext uri="{FF2B5EF4-FFF2-40B4-BE49-F238E27FC236}">
                    <a16:creationId xmlns:a16="http://schemas.microsoft.com/office/drawing/2014/main" id="{1B3C048E-FC68-B662-B7F1-5BC3F545B0CB}"/>
                  </a:ext>
                </a:extLst>
              </p:cNvPr>
              <p:cNvGrpSpPr/>
              <p:nvPr/>
            </p:nvGrpSpPr>
            <p:grpSpPr>
              <a:xfrm>
                <a:off x="3967162" y="4130677"/>
                <a:ext cx="2177954" cy="203200"/>
                <a:chOff x="4411662" y="1266827"/>
                <a:chExt cx="2177954" cy="203200"/>
              </a:xfrm>
              <a:solidFill>
                <a:schemeClr val="tx1"/>
              </a:solidFill>
            </p:grpSpPr>
            <p:sp>
              <p:nvSpPr>
                <p:cNvPr id="206" name="Rectangle: Rounded Corners 205">
                  <a:extLst>
                    <a:ext uri="{FF2B5EF4-FFF2-40B4-BE49-F238E27FC236}">
                      <a16:creationId xmlns:a16="http://schemas.microsoft.com/office/drawing/2014/main" id="{D61EF836-7BFF-10FC-6367-FC6CF3B4885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Rounded Corners 206">
                  <a:extLst>
                    <a:ext uri="{FF2B5EF4-FFF2-40B4-BE49-F238E27FC236}">
                      <a16:creationId xmlns:a16="http://schemas.microsoft.com/office/drawing/2014/main" id="{C141F50F-258F-71E0-BFFF-4285689E274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Rounded Corners 207">
                  <a:extLst>
                    <a:ext uri="{FF2B5EF4-FFF2-40B4-BE49-F238E27FC236}">
                      <a16:creationId xmlns:a16="http://schemas.microsoft.com/office/drawing/2014/main" id="{30CF7CF3-5E32-767E-A802-A5AFE023957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Rounded Corners 208">
                  <a:extLst>
                    <a:ext uri="{FF2B5EF4-FFF2-40B4-BE49-F238E27FC236}">
                      <a16:creationId xmlns:a16="http://schemas.microsoft.com/office/drawing/2014/main" id="{81DAA97B-B017-952B-3B73-641C345FEDD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Rounded Corners 209">
                  <a:extLst>
                    <a:ext uri="{FF2B5EF4-FFF2-40B4-BE49-F238E27FC236}">
                      <a16:creationId xmlns:a16="http://schemas.microsoft.com/office/drawing/2014/main" id="{A4276705-FE31-0E97-5023-ABA03A6D5B7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Rounded Corners 210">
                  <a:extLst>
                    <a:ext uri="{FF2B5EF4-FFF2-40B4-BE49-F238E27FC236}">
                      <a16:creationId xmlns:a16="http://schemas.microsoft.com/office/drawing/2014/main" id="{EE3B729E-9FBF-26FA-C56D-DA2F226E43F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Rounded Corners 211">
                  <a:extLst>
                    <a:ext uri="{FF2B5EF4-FFF2-40B4-BE49-F238E27FC236}">
                      <a16:creationId xmlns:a16="http://schemas.microsoft.com/office/drawing/2014/main" id="{14368107-B149-923E-38DD-3C1E6E581BC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Rounded Corners 212">
                  <a:extLst>
                    <a:ext uri="{FF2B5EF4-FFF2-40B4-BE49-F238E27FC236}">
                      <a16:creationId xmlns:a16="http://schemas.microsoft.com/office/drawing/2014/main" id="{DDB21BB1-D9AA-D397-5D5A-619DAD3ABFE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 name="Group 196">
                <a:extLst>
                  <a:ext uri="{FF2B5EF4-FFF2-40B4-BE49-F238E27FC236}">
                    <a16:creationId xmlns:a16="http://schemas.microsoft.com/office/drawing/2014/main" id="{860CF7EC-A1A2-BDFA-4ED1-26A0E5534499}"/>
                  </a:ext>
                </a:extLst>
              </p:cNvPr>
              <p:cNvGrpSpPr/>
              <p:nvPr/>
            </p:nvGrpSpPr>
            <p:grpSpPr>
              <a:xfrm>
                <a:off x="3967163" y="5983284"/>
                <a:ext cx="2177954" cy="203200"/>
                <a:chOff x="4411662" y="1266827"/>
                <a:chExt cx="2177954" cy="203200"/>
              </a:xfrm>
              <a:solidFill>
                <a:schemeClr val="tx1"/>
              </a:solidFill>
            </p:grpSpPr>
            <p:sp>
              <p:nvSpPr>
                <p:cNvPr id="198" name="Rectangle: Rounded Corners 197">
                  <a:extLst>
                    <a:ext uri="{FF2B5EF4-FFF2-40B4-BE49-F238E27FC236}">
                      <a16:creationId xmlns:a16="http://schemas.microsoft.com/office/drawing/2014/main" id="{A50DA0F4-2C0A-234F-CD85-A26BB28CEFD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Rounded Corners 198">
                  <a:extLst>
                    <a:ext uri="{FF2B5EF4-FFF2-40B4-BE49-F238E27FC236}">
                      <a16:creationId xmlns:a16="http://schemas.microsoft.com/office/drawing/2014/main" id="{F81C093F-5C41-5EC4-E0B8-9265B97567D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Rounded Corners 199">
                  <a:extLst>
                    <a:ext uri="{FF2B5EF4-FFF2-40B4-BE49-F238E27FC236}">
                      <a16:creationId xmlns:a16="http://schemas.microsoft.com/office/drawing/2014/main" id="{EB21C704-BF78-4969-964E-0D7758298A9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Rounded Corners 200">
                  <a:extLst>
                    <a:ext uri="{FF2B5EF4-FFF2-40B4-BE49-F238E27FC236}">
                      <a16:creationId xmlns:a16="http://schemas.microsoft.com/office/drawing/2014/main" id="{DE47B240-6B9F-B4FB-0999-364A474ABE2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Rounded Corners 201">
                  <a:extLst>
                    <a:ext uri="{FF2B5EF4-FFF2-40B4-BE49-F238E27FC236}">
                      <a16:creationId xmlns:a16="http://schemas.microsoft.com/office/drawing/2014/main" id="{AB359DD0-E98D-010B-76AB-058B0ADB1FB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Rounded Corners 202">
                  <a:extLst>
                    <a:ext uri="{FF2B5EF4-FFF2-40B4-BE49-F238E27FC236}">
                      <a16:creationId xmlns:a16="http://schemas.microsoft.com/office/drawing/2014/main" id="{8AB1FE17-3BA4-063F-B70B-DD88E5D01AF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Rounded Corners 203">
                  <a:extLst>
                    <a:ext uri="{FF2B5EF4-FFF2-40B4-BE49-F238E27FC236}">
                      <a16:creationId xmlns:a16="http://schemas.microsoft.com/office/drawing/2014/main" id="{A14BBD42-B644-7FBD-D11A-7D0C35AD9D7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Rounded Corners 204">
                  <a:extLst>
                    <a:ext uri="{FF2B5EF4-FFF2-40B4-BE49-F238E27FC236}">
                      <a16:creationId xmlns:a16="http://schemas.microsoft.com/office/drawing/2014/main" id="{8E4E798E-7B3C-DF8F-58A9-5B1A26B88C5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4" name="Group 213">
              <a:extLst>
                <a:ext uri="{FF2B5EF4-FFF2-40B4-BE49-F238E27FC236}">
                  <a16:creationId xmlns:a16="http://schemas.microsoft.com/office/drawing/2014/main" id="{BAC904E7-B17E-9E6F-FD70-85F22A8CAB2E}"/>
                </a:ext>
              </a:extLst>
            </p:cNvPr>
            <p:cNvGrpSpPr/>
            <p:nvPr/>
          </p:nvGrpSpPr>
          <p:grpSpPr>
            <a:xfrm>
              <a:off x="24960895" y="4130677"/>
              <a:ext cx="2324893" cy="2055807"/>
              <a:chOff x="3967162" y="4130677"/>
              <a:chExt cx="2324893" cy="2055807"/>
            </a:xfrm>
          </p:grpSpPr>
          <p:sp>
            <p:nvSpPr>
              <p:cNvPr id="215" name="Rectangle: Rounded Corners 214">
                <a:extLst>
                  <a:ext uri="{FF2B5EF4-FFF2-40B4-BE49-F238E27FC236}">
                    <a16:creationId xmlns:a16="http://schemas.microsoft.com/office/drawing/2014/main" id="{C374342C-3C22-EE35-F572-A087B2C943C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6" name="Group 215">
                <a:extLst>
                  <a:ext uri="{FF2B5EF4-FFF2-40B4-BE49-F238E27FC236}">
                    <a16:creationId xmlns:a16="http://schemas.microsoft.com/office/drawing/2014/main" id="{7C0A5717-7950-F622-3D44-8FE70D27B81C}"/>
                  </a:ext>
                </a:extLst>
              </p:cNvPr>
              <p:cNvGrpSpPr/>
              <p:nvPr/>
            </p:nvGrpSpPr>
            <p:grpSpPr>
              <a:xfrm>
                <a:off x="3967162" y="4130677"/>
                <a:ext cx="2177954" cy="203200"/>
                <a:chOff x="4411662" y="1266827"/>
                <a:chExt cx="2177954" cy="203200"/>
              </a:xfrm>
              <a:solidFill>
                <a:schemeClr val="tx1"/>
              </a:solidFill>
            </p:grpSpPr>
            <p:sp>
              <p:nvSpPr>
                <p:cNvPr id="226" name="Rectangle: Rounded Corners 225">
                  <a:extLst>
                    <a:ext uri="{FF2B5EF4-FFF2-40B4-BE49-F238E27FC236}">
                      <a16:creationId xmlns:a16="http://schemas.microsoft.com/office/drawing/2014/main" id="{7EA801B7-890C-0C7A-D797-BB583A67107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Rounded Corners 226">
                  <a:extLst>
                    <a:ext uri="{FF2B5EF4-FFF2-40B4-BE49-F238E27FC236}">
                      <a16:creationId xmlns:a16="http://schemas.microsoft.com/office/drawing/2014/main" id="{217FF31C-2E31-4FF9-7CC7-DC1A9EDA09A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Rounded Corners 227">
                  <a:extLst>
                    <a:ext uri="{FF2B5EF4-FFF2-40B4-BE49-F238E27FC236}">
                      <a16:creationId xmlns:a16="http://schemas.microsoft.com/office/drawing/2014/main" id="{D4445FAA-E056-2029-99DB-08FFFC94A8F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Rounded Corners 228">
                  <a:extLst>
                    <a:ext uri="{FF2B5EF4-FFF2-40B4-BE49-F238E27FC236}">
                      <a16:creationId xmlns:a16="http://schemas.microsoft.com/office/drawing/2014/main" id="{790158B2-7256-FAF4-242C-0012987126C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Rounded Corners 229">
                  <a:extLst>
                    <a:ext uri="{FF2B5EF4-FFF2-40B4-BE49-F238E27FC236}">
                      <a16:creationId xmlns:a16="http://schemas.microsoft.com/office/drawing/2014/main" id="{A58F58EA-350B-B39C-1697-EEF5E750477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Rounded Corners 230">
                  <a:extLst>
                    <a:ext uri="{FF2B5EF4-FFF2-40B4-BE49-F238E27FC236}">
                      <a16:creationId xmlns:a16="http://schemas.microsoft.com/office/drawing/2014/main" id="{D93DBD8C-CB67-573C-2BA3-2BF55A93EBB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Rounded Corners 231">
                  <a:extLst>
                    <a:ext uri="{FF2B5EF4-FFF2-40B4-BE49-F238E27FC236}">
                      <a16:creationId xmlns:a16="http://schemas.microsoft.com/office/drawing/2014/main" id="{41578EE0-CACD-058A-A897-5CB3391E25D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Rounded Corners 232">
                  <a:extLst>
                    <a:ext uri="{FF2B5EF4-FFF2-40B4-BE49-F238E27FC236}">
                      <a16:creationId xmlns:a16="http://schemas.microsoft.com/office/drawing/2014/main" id="{8AA8682E-188E-4027-62E3-337F9D3415C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 name="Group 216">
                <a:extLst>
                  <a:ext uri="{FF2B5EF4-FFF2-40B4-BE49-F238E27FC236}">
                    <a16:creationId xmlns:a16="http://schemas.microsoft.com/office/drawing/2014/main" id="{260F7E46-FAD5-B5DC-20CB-B4C3D4F9B0EA}"/>
                  </a:ext>
                </a:extLst>
              </p:cNvPr>
              <p:cNvGrpSpPr/>
              <p:nvPr/>
            </p:nvGrpSpPr>
            <p:grpSpPr>
              <a:xfrm>
                <a:off x="3967163" y="5983284"/>
                <a:ext cx="2177954" cy="203200"/>
                <a:chOff x="4411662" y="1266827"/>
                <a:chExt cx="2177954" cy="203200"/>
              </a:xfrm>
              <a:solidFill>
                <a:schemeClr val="tx1"/>
              </a:solidFill>
            </p:grpSpPr>
            <p:sp>
              <p:nvSpPr>
                <p:cNvPr id="218" name="Rectangle: Rounded Corners 217">
                  <a:extLst>
                    <a:ext uri="{FF2B5EF4-FFF2-40B4-BE49-F238E27FC236}">
                      <a16:creationId xmlns:a16="http://schemas.microsoft.com/office/drawing/2014/main" id="{B9D7BE88-2D17-5C0E-558F-4EAD60D4925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Rounded Corners 218">
                  <a:extLst>
                    <a:ext uri="{FF2B5EF4-FFF2-40B4-BE49-F238E27FC236}">
                      <a16:creationId xmlns:a16="http://schemas.microsoft.com/office/drawing/2014/main" id="{DD8DD0BD-442B-C8FF-B6D3-5046BD6B1D5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Rounded Corners 219">
                  <a:extLst>
                    <a:ext uri="{FF2B5EF4-FFF2-40B4-BE49-F238E27FC236}">
                      <a16:creationId xmlns:a16="http://schemas.microsoft.com/office/drawing/2014/main" id="{E737C8DE-B993-EB5A-139A-65E31BA6778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Rounded Corners 220">
                  <a:extLst>
                    <a:ext uri="{FF2B5EF4-FFF2-40B4-BE49-F238E27FC236}">
                      <a16:creationId xmlns:a16="http://schemas.microsoft.com/office/drawing/2014/main" id="{A185BF02-25E1-2C34-EEA2-ABFB95DC9D3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Rounded Corners 221">
                  <a:extLst>
                    <a:ext uri="{FF2B5EF4-FFF2-40B4-BE49-F238E27FC236}">
                      <a16:creationId xmlns:a16="http://schemas.microsoft.com/office/drawing/2014/main" id="{B1720F74-4565-A85B-1952-3140F019EFC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Rounded Corners 222">
                  <a:extLst>
                    <a:ext uri="{FF2B5EF4-FFF2-40B4-BE49-F238E27FC236}">
                      <a16:creationId xmlns:a16="http://schemas.microsoft.com/office/drawing/2014/main" id="{96662183-FF93-27E0-0839-796E2BD1F50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Rounded Corners 223">
                  <a:extLst>
                    <a:ext uri="{FF2B5EF4-FFF2-40B4-BE49-F238E27FC236}">
                      <a16:creationId xmlns:a16="http://schemas.microsoft.com/office/drawing/2014/main" id="{D6DBA16C-2AA4-86AC-2CF1-DBC2A07E870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Rounded Corners 224">
                  <a:extLst>
                    <a:ext uri="{FF2B5EF4-FFF2-40B4-BE49-F238E27FC236}">
                      <a16:creationId xmlns:a16="http://schemas.microsoft.com/office/drawing/2014/main" id="{9A0D7BC0-69BA-F0D1-2821-1B726084332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55" name="Group 254">
            <a:extLst>
              <a:ext uri="{FF2B5EF4-FFF2-40B4-BE49-F238E27FC236}">
                <a16:creationId xmlns:a16="http://schemas.microsoft.com/office/drawing/2014/main" id="{0641C40B-4F93-4260-E71C-3B6D23B688C4}"/>
              </a:ext>
            </a:extLst>
          </p:cNvPr>
          <p:cNvGrpSpPr/>
          <p:nvPr/>
        </p:nvGrpSpPr>
        <p:grpSpPr>
          <a:xfrm>
            <a:off x="1064382" y="2609850"/>
            <a:ext cx="3842090" cy="2699711"/>
            <a:chOff x="2336612" y="3429000"/>
            <a:chExt cx="3253723" cy="2286285"/>
          </a:xfrm>
        </p:grpSpPr>
        <p:sp>
          <p:nvSpPr>
            <p:cNvPr id="237" name="Rectangle: Rounded Corners 236">
              <a:extLst>
                <a:ext uri="{FF2B5EF4-FFF2-40B4-BE49-F238E27FC236}">
                  <a16:creationId xmlns:a16="http://schemas.microsoft.com/office/drawing/2014/main" id="{5C403F2B-D463-A5AC-BBF6-F142ECB599BC}"/>
                </a:ext>
              </a:extLst>
            </p:cNvPr>
            <p:cNvSpPr/>
            <p:nvPr/>
          </p:nvSpPr>
          <p:spPr>
            <a:xfrm>
              <a:off x="2342962" y="3429000"/>
              <a:ext cx="3247373" cy="2286284"/>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Freeform: Shape 253">
              <a:extLst>
                <a:ext uri="{FF2B5EF4-FFF2-40B4-BE49-F238E27FC236}">
                  <a16:creationId xmlns:a16="http://schemas.microsoft.com/office/drawing/2014/main" id="{FB1BF79E-B757-5A8D-394E-D9383FEFA6C1}"/>
                </a:ext>
              </a:extLst>
            </p:cNvPr>
            <p:cNvSpPr/>
            <p:nvPr/>
          </p:nvSpPr>
          <p:spPr>
            <a:xfrm>
              <a:off x="2336612" y="4173798"/>
              <a:ext cx="3054177" cy="1541487"/>
            </a:xfrm>
            <a:custGeom>
              <a:avLst/>
              <a:gdLst>
                <a:gd name="connsiteX0" fmla="*/ 0 w 3054177"/>
                <a:gd name="connsiteY0" fmla="*/ 0 h 1541487"/>
                <a:gd name="connsiteX1" fmla="*/ 2197 w 3054177"/>
                <a:gd name="connsiteY1" fmla="*/ 4311 h 1541487"/>
                <a:gd name="connsiteX2" fmla="*/ 19238 w 3054177"/>
                <a:gd name="connsiteY2" fmla="*/ 23553 h 1541487"/>
                <a:gd name="connsiteX3" fmla="*/ 133538 w 3054177"/>
                <a:gd name="connsiteY3" fmla="*/ 93403 h 1541487"/>
                <a:gd name="connsiteX4" fmla="*/ 228788 w 3054177"/>
                <a:gd name="connsiteY4" fmla="*/ 182303 h 1541487"/>
                <a:gd name="connsiteX5" fmla="*/ 349438 w 3054177"/>
                <a:gd name="connsiteY5" fmla="*/ 233103 h 1541487"/>
                <a:gd name="connsiteX6" fmla="*/ 482788 w 3054177"/>
                <a:gd name="connsiteY6" fmla="*/ 277553 h 1541487"/>
                <a:gd name="connsiteX7" fmla="*/ 597088 w 3054177"/>
                <a:gd name="connsiteY7" fmla="*/ 366453 h 1541487"/>
                <a:gd name="connsiteX8" fmla="*/ 711388 w 3054177"/>
                <a:gd name="connsiteY8" fmla="*/ 436303 h 1541487"/>
                <a:gd name="connsiteX9" fmla="*/ 838388 w 3054177"/>
                <a:gd name="connsiteY9" fmla="*/ 480753 h 1541487"/>
                <a:gd name="connsiteX10" fmla="*/ 978088 w 3054177"/>
                <a:gd name="connsiteY10" fmla="*/ 544253 h 1541487"/>
                <a:gd name="connsiteX11" fmla="*/ 1079688 w 3054177"/>
                <a:gd name="connsiteY11" fmla="*/ 626803 h 1541487"/>
                <a:gd name="connsiteX12" fmla="*/ 1206688 w 3054177"/>
                <a:gd name="connsiteY12" fmla="*/ 703003 h 1541487"/>
                <a:gd name="connsiteX13" fmla="*/ 1320988 w 3054177"/>
                <a:gd name="connsiteY13" fmla="*/ 747453 h 1541487"/>
                <a:gd name="connsiteX14" fmla="*/ 1479738 w 3054177"/>
                <a:gd name="connsiteY14" fmla="*/ 817303 h 1541487"/>
                <a:gd name="connsiteX15" fmla="*/ 1619438 w 3054177"/>
                <a:gd name="connsiteY15" fmla="*/ 893503 h 1541487"/>
                <a:gd name="connsiteX16" fmla="*/ 1721038 w 3054177"/>
                <a:gd name="connsiteY16" fmla="*/ 963353 h 1541487"/>
                <a:gd name="connsiteX17" fmla="*/ 1841688 w 3054177"/>
                <a:gd name="connsiteY17" fmla="*/ 982403 h 1541487"/>
                <a:gd name="connsiteX18" fmla="*/ 1943288 w 3054177"/>
                <a:gd name="connsiteY18" fmla="*/ 1020503 h 1541487"/>
                <a:gd name="connsiteX19" fmla="*/ 2032188 w 3054177"/>
                <a:gd name="connsiteY19" fmla="*/ 1077653 h 1541487"/>
                <a:gd name="connsiteX20" fmla="*/ 2178238 w 3054177"/>
                <a:gd name="connsiteY20" fmla="*/ 1166553 h 1541487"/>
                <a:gd name="connsiteX21" fmla="*/ 2254438 w 3054177"/>
                <a:gd name="connsiteY21" fmla="*/ 1191953 h 1541487"/>
                <a:gd name="connsiteX22" fmla="*/ 2343338 w 3054177"/>
                <a:gd name="connsiteY22" fmla="*/ 1236403 h 1541487"/>
                <a:gd name="connsiteX23" fmla="*/ 2406838 w 3054177"/>
                <a:gd name="connsiteY23" fmla="*/ 1274503 h 1541487"/>
                <a:gd name="connsiteX24" fmla="*/ 2546538 w 3054177"/>
                <a:gd name="connsiteY24" fmla="*/ 1331653 h 1541487"/>
                <a:gd name="connsiteX25" fmla="*/ 2654488 w 3054177"/>
                <a:gd name="connsiteY25" fmla="*/ 1369753 h 1541487"/>
                <a:gd name="connsiteX26" fmla="*/ 2800538 w 3054177"/>
                <a:gd name="connsiteY26" fmla="*/ 1458653 h 1541487"/>
                <a:gd name="connsiteX27" fmla="*/ 2984688 w 3054177"/>
                <a:gd name="connsiteY27" fmla="*/ 1522153 h 1541487"/>
                <a:gd name="connsiteX28" fmla="*/ 3035488 w 3054177"/>
                <a:gd name="connsiteY28" fmla="*/ 1535647 h 1541487"/>
                <a:gd name="connsiteX29" fmla="*/ 3054177 w 3054177"/>
                <a:gd name="connsiteY29" fmla="*/ 1541487 h 1541487"/>
                <a:gd name="connsiteX30" fmla="*/ 168819 w 3054177"/>
                <a:gd name="connsiteY30" fmla="*/ 1541487 h 1541487"/>
                <a:gd name="connsiteX31" fmla="*/ 0 w 3054177"/>
                <a:gd name="connsiteY31" fmla="*/ 1372668 h 154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54177" h="1541487">
                  <a:moveTo>
                    <a:pt x="0" y="0"/>
                  </a:moveTo>
                  <a:lnTo>
                    <a:pt x="2197" y="4311"/>
                  </a:lnTo>
                  <a:cubicBezTo>
                    <a:pt x="8109" y="14061"/>
                    <a:pt x="13814" y="21040"/>
                    <a:pt x="19238" y="23553"/>
                  </a:cubicBezTo>
                  <a:cubicBezTo>
                    <a:pt x="62630" y="43661"/>
                    <a:pt x="98613" y="66945"/>
                    <a:pt x="133538" y="93403"/>
                  </a:cubicBezTo>
                  <a:cubicBezTo>
                    <a:pt x="168463" y="119861"/>
                    <a:pt x="192805" y="159020"/>
                    <a:pt x="228788" y="182303"/>
                  </a:cubicBezTo>
                  <a:cubicBezTo>
                    <a:pt x="264771" y="205586"/>
                    <a:pt x="307105" y="217228"/>
                    <a:pt x="349438" y="233103"/>
                  </a:cubicBezTo>
                  <a:cubicBezTo>
                    <a:pt x="391771" y="248978"/>
                    <a:pt x="441513" y="255328"/>
                    <a:pt x="482788" y="277553"/>
                  </a:cubicBezTo>
                  <a:cubicBezTo>
                    <a:pt x="524063" y="299778"/>
                    <a:pt x="558988" y="339995"/>
                    <a:pt x="597088" y="366453"/>
                  </a:cubicBezTo>
                  <a:cubicBezTo>
                    <a:pt x="635188" y="392911"/>
                    <a:pt x="671171" y="417253"/>
                    <a:pt x="711388" y="436303"/>
                  </a:cubicBezTo>
                  <a:cubicBezTo>
                    <a:pt x="751605" y="455353"/>
                    <a:pt x="793938" y="462761"/>
                    <a:pt x="838388" y="480753"/>
                  </a:cubicBezTo>
                  <a:cubicBezTo>
                    <a:pt x="882838" y="498745"/>
                    <a:pt x="937871" y="519911"/>
                    <a:pt x="978088" y="544253"/>
                  </a:cubicBezTo>
                  <a:cubicBezTo>
                    <a:pt x="1018305" y="568595"/>
                    <a:pt x="1041588" y="600345"/>
                    <a:pt x="1079688" y="626803"/>
                  </a:cubicBezTo>
                  <a:cubicBezTo>
                    <a:pt x="1117788" y="653261"/>
                    <a:pt x="1166471" y="682895"/>
                    <a:pt x="1206688" y="703003"/>
                  </a:cubicBezTo>
                  <a:cubicBezTo>
                    <a:pt x="1246905" y="723111"/>
                    <a:pt x="1275480" y="728403"/>
                    <a:pt x="1320988" y="747453"/>
                  </a:cubicBezTo>
                  <a:cubicBezTo>
                    <a:pt x="1366496" y="766503"/>
                    <a:pt x="1429996" y="792961"/>
                    <a:pt x="1479738" y="817303"/>
                  </a:cubicBezTo>
                  <a:cubicBezTo>
                    <a:pt x="1529480" y="841645"/>
                    <a:pt x="1579221" y="869161"/>
                    <a:pt x="1619438" y="893503"/>
                  </a:cubicBezTo>
                  <a:cubicBezTo>
                    <a:pt x="1659655" y="917845"/>
                    <a:pt x="1683996" y="948536"/>
                    <a:pt x="1721038" y="963353"/>
                  </a:cubicBezTo>
                  <a:cubicBezTo>
                    <a:pt x="1758080" y="978170"/>
                    <a:pt x="1804646" y="972878"/>
                    <a:pt x="1841688" y="982403"/>
                  </a:cubicBezTo>
                  <a:cubicBezTo>
                    <a:pt x="1878730" y="991928"/>
                    <a:pt x="1911538" y="1004628"/>
                    <a:pt x="1943288" y="1020503"/>
                  </a:cubicBezTo>
                  <a:cubicBezTo>
                    <a:pt x="1975038" y="1036378"/>
                    <a:pt x="2032188" y="1077653"/>
                    <a:pt x="2032188" y="1077653"/>
                  </a:cubicBezTo>
                  <a:cubicBezTo>
                    <a:pt x="2071346" y="1101995"/>
                    <a:pt x="2141196" y="1147503"/>
                    <a:pt x="2178238" y="1166553"/>
                  </a:cubicBezTo>
                  <a:cubicBezTo>
                    <a:pt x="2215280" y="1185603"/>
                    <a:pt x="2226921" y="1180311"/>
                    <a:pt x="2254438" y="1191953"/>
                  </a:cubicBezTo>
                  <a:cubicBezTo>
                    <a:pt x="2281955" y="1203595"/>
                    <a:pt x="2317938" y="1222645"/>
                    <a:pt x="2343338" y="1236403"/>
                  </a:cubicBezTo>
                  <a:cubicBezTo>
                    <a:pt x="2368738" y="1250161"/>
                    <a:pt x="2372971" y="1258628"/>
                    <a:pt x="2406838" y="1274503"/>
                  </a:cubicBezTo>
                  <a:cubicBezTo>
                    <a:pt x="2440705" y="1290378"/>
                    <a:pt x="2505263" y="1315778"/>
                    <a:pt x="2546538" y="1331653"/>
                  </a:cubicBezTo>
                  <a:cubicBezTo>
                    <a:pt x="2587813" y="1347528"/>
                    <a:pt x="2612155" y="1348586"/>
                    <a:pt x="2654488" y="1369753"/>
                  </a:cubicBezTo>
                  <a:cubicBezTo>
                    <a:pt x="2696821" y="1390920"/>
                    <a:pt x="2745505" y="1433253"/>
                    <a:pt x="2800538" y="1458653"/>
                  </a:cubicBezTo>
                  <a:cubicBezTo>
                    <a:pt x="2855571" y="1484053"/>
                    <a:pt x="2939180" y="1507336"/>
                    <a:pt x="2984688" y="1522153"/>
                  </a:cubicBezTo>
                  <a:cubicBezTo>
                    <a:pt x="3007442" y="1529562"/>
                    <a:pt x="3022524" y="1532737"/>
                    <a:pt x="3035488" y="1535647"/>
                  </a:cubicBezTo>
                  <a:lnTo>
                    <a:pt x="3054177" y="1541487"/>
                  </a:lnTo>
                  <a:lnTo>
                    <a:pt x="168819" y="1541487"/>
                  </a:lnTo>
                  <a:cubicBezTo>
                    <a:pt x="75583" y="1541487"/>
                    <a:pt x="0" y="1465904"/>
                    <a:pt x="0" y="1372668"/>
                  </a:cubicBezTo>
                  <a:close/>
                </a:path>
              </a:pathLst>
            </a:custGeom>
            <a:solidFill>
              <a:schemeClr val="accent6">
                <a:lumMod val="75000"/>
              </a:schemeClr>
            </a:solidFill>
            <a:ln w="28575">
              <a:solidFill>
                <a:srgbClr val="111B0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0" name="Freeform: Shape 249">
              <a:extLst>
                <a:ext uri="{FF2B5EF4-FFF2-40B4-BE49-F238E27FC236}">
                  <a16:creationId xmlns:a16="http://schemas.microsoft.com/office/drawing/2014/main" id="{36E7406E-A1E6-8134-9F3B-E47EE7C83B9A}"/>
                </a:ext>
              </a:extLst>
            </p:cNvPr>
            <p:cNvSpPr/>
            <p:nvPr/>
          </p:nvSpPr>
          <p:spPr>
            <a:xfrm>
              <a:off x="3206748" y="3835744"/>
              <a:ext cx="1174752" cy="1108797"/>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cxnSp>
        <p:nvCxnSpPr>
          <p:cNvPr id="257" name="Straight Connector 256">
            <a:extLst>
              <a:ext uri="{FF2B5EF4-FFF2-40B4-BE49-F238E27FC236}">
                <a16:creationId xmlns:a16="http://schemas.microsoft.com/office/drawing/2014/main" id="{AA3BE981-CB3E-DC51-AFDD-E95C6ECC9FF9}"/>
              </a:ext>
            </a:extLst>
          </p:cNvPr>
          <p:cNvCxnSpPr/>
          <p:nvPr/>
        </p:nvCxnSpPr>
        <p:spPr>
          <a:xfrm flipV="1">
            <a:off x="1133475" y="641216"/>
            <a:ext cx="3766647" cy="19972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E7AD45AC-6145-762C-466A-2D420389D1B3}"/>
              </a:ext>
            </a:extLst>
          </p:cNvPr>
          <p:cNvCxnSpPr/>
          <p:nvPr/>
        </p:nvCxnSpPr>
        <p:spPr>
          <a:xfrm flipV="1">
            <a:off x="4900122" y="1482652"/>
            <a:ext cx="1172394" cy="3737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11ECD390-810F-2DD0-A9C1-0F781B03EC08}"/>
              </a:ext>
            </a:extLst>
          </p:cNvPr>
          <p:cNvCxnSpPr/>
          <p:nvPr/>
        </p:nvCxnSpPr>
        <p:spPr>
          <a:xfrm>
            <a:off x="10715625" y="219075"/>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D67071E2-4A81-3360-872C-0A92FB5A9230}"/>
                  </a:ext>
                </a:extLst>
              </p:cNvPr>
              <p:cNvSpPr txBox="1"/>
              <p:nvPr/>
            </p:nvSpPr>
            <p:spPr>
              <a:xfrm>
                <a:off x="11676446" y="13570"/>
                <a:ext cx="334579" cy="36933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oMath>
                  </m:oMathPara>
                </a14:m>
                <a:endParaRPr lang="en-US" dirty="0"/>
              </a:p>
            </p:txBody>
          </p:sp>
        </mc:Choice>
        <mc:Fallback xmlns="">
          <p:sp>
            <p:nvSpPr>
              <p:cNvPr id="262" name="TextBox 261">
                <a:extLst>
                  <a:ext uri="{FF2B5EF4-FFF2-40B4-BE49-F238E27FC236}">
                    <a16:creationId xmlns:a16="http://schemas.microsoft.com/office/drawing/2014/main" id="{7ED25399-7BB6-12F8-AFCC-77EE359EC0E6}"/>
                  </a:ext>
                </a:extLst>
              </p:cNvPr>
              <p:cNvSpPr txBox="1">
                <a:spLocks noRot="1" noChangeAspect="1" noMove="1" noResize="1" noEditPoints="1" noAdjustHandles="1" noChangeArrowheads="1" noChangeShapeType="1" noTextEdit="1"/>
              </p:cNvSpPr>
              <p:nvPr/>
            </p:nvSpPr>
            <p:spPr>
              <a:xfrm>
                <a:off x="11676446" y="13570"/>
                <a:ext cx="334579" cy="369332"/>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C8A0AF14-F80D-40FC-7C19-2087835E7022}"/>
              </a:ext>
            </a:extLst>
          </p:cNvPr>
          <p:cNvSpPr txBox="1"/>
          <p:nvPr/>
        </p:nvSpPr>
        <p:spPr>
          <a:xfrm>
            <a:off x="6072516" y="2761479"/>
            <a:ext cx="5840060" cy="1077218"/>
          </a:xfrm>
          <a:prstGeom prst="rect">
            <a:avLst/>
          </a:prstGeom>
          <a:noFill/>
        </p:spPr>
        <p:txBody>
          <a:bodyPr wrap="none" rtlCol="0">
            <a:spAutoFit/>
          </a:bodyPr>
          <a:lstStyle/>
          <a:p>
            <a:r>
              <a:rPr lang="en-US" sz="3200" dirty="0"/>
              <a:t>Physics describes the evolution</a:t>
            </a:r>
            <a:br>
              <a:rPr lang="en-US" sz="3200" dirty="0"/>
            </a:br>
            <a:r>
              <a:rPr lang="en-US" sz="3200" dirty="0"/>
              <a:t>of a particular system like a movie</a:t>
            </a:r>
          </a:p>
        </p:txBody>
      </p:sp>
      <p:sp>
        <p:nvSpPr>
          <p:cNvPr id="5" name="Freeform: Shape 4">
            <a:extLst>
              <a:ext uri="{FF2B5EF4-FFF2-40B4-BE49-F238E27FC236}">
                <a16:creationId xmlns:a16="http://schemas.microsoft.com/office/drawing/2014/main" id="{4CBF3426-E3FD-A9AE-EC98-8F765513AB81}"/>
              </a:ext>
            </a:extLst>
          </p:cNvPr>
          <p:cNvSpPr/>
          <p:nvPr/>
        </p:nvSpPr>
        <p:spPr>
          <a:xfrm>
            <a:off x="6134100" y="2857500"/>
            <a:ext cx="5727700" cy="1156849"/>
          </a:xfrm>
          <a:custGeom>
            <a:avLst/>
            <a:gdLst>
              <a:gd name="connsiteX0" fmla="*/ 0 w 5727700"/>
              <a:gd name="connsiteY0" fmla="*/ 704850 h 1156849"/>
              <a:gd name="connsiteX1" fmla="*/ 133350 w 5727700"/>
              <a:gd name="connsiteY1" fmla="*/ 527050 h 1156849"/>
              <a:gd name="connsiteX2" fmla="*/ 222250 w 5727700"/>
              <a:gd name="connsiteY2" fmla="*/ 431800 h 1156849"/>
              <a:gd name="connsiteX3" fmla="*/ 368300 w 5727700"/>
              <a:gd name="connsiteY3" fmla="*/ 254000 h 1156849"/>
              <a:gd name="connsiteX4" fmla="*/ 406400 w 5727700"/>
              <a:gd name="connsiteY4" fmla="*/ 209550 h 1156849"/>
              <a:gd name="connsiteX5" fmla="*/ 438150 w 5727700"/>
              <a:gd name="connsiteY5" fmla="*/ 171450 h 1156849"/>
              <a:gd name="connsiteX6" fmla="*/ 488950 w 5727700"/>
              <a:gd name="connsiteY6" fmla="*/ 127000 h 1156849"/>
              <a:gd name="connsiteX7" fmla="*/ 406400 w 5727700"/>
              <a:gd name="connsiteY7" fmla="*/ 463550 h 1156849"/>
              <a:gd name="connsiteX8" fmla="*/ 387350 w 5727700"/>
              <a:gd name="connsiteY8" fmla="*/ 558800 h 1156849"/>
              <a:gd name="connsiteX9" fmla="*/ 355600 w 5727700"/>
              <a:gd name="connsiteY9" fmla="*/ 647700 h 1156849"/>
              <a:gd name="connsiteX10" fmla="*/ 330200 w 5727700"/>
              <a:gd name="connsiteY10" fmla="*/ 730250 h 1156849"/>
              <a:gd name="connsiteX11" fmla="*/ 323850 w 5727700"/>
              <a:gd name="connsiteY11" fmla="*/ 768350 h 1156849"/>
              <a:gd name="connsiteX12" fmla="*/ 450850 w 5727700"/>
              <a:gd name="connsiteY12" fmla="*/ 628650 h 1156849"/>
              <a:gd name="connsiteX13" fmla="*/ 635000 w 5727700"/>
              <a:gd name="connsiteY13" fmla="*/ 406400 h 1156849"/>
              <a:gd name="connsiteX14" fmla="*/ 787400 w 5727700"/>
              <a:gd name="connsiteY14" fmla="*/ 285750 h 1156849"/>
              <a:gd name="connsiteX15" fmla="*/ 908050 w 5727700"/>
              <a:gd name="connsiteY15" fmla="*/ 190500 h 1156849"/>
              <a:gd name="connsiteX16" fmla="*/ 977900 w 5727700"/>
              <a:gd name="connsiteY16" fmla="*/ 127000 h 1156849"/>
              <a:gd name="connsiteX17" fmla="*/ 1041400 w 5727700"/>
              <a:gd name="connsiteY17" fmla="*/ 82550 h 1156849"/>
              <a:gd name="connsiteX18" fmla="*/ 933450 w 5727700"/>
              <a:gd name="connsiteY18" fmla="*/ 355600 h 1156849"/>
              <a:gd name="connsiteX19" fmla="*/ 736600 w 5727700"/>
              <a:gd name="connsiteY19" fmla="*/ 774700 h 1156849"/>
              <a:gd name="connsiteX20" fmla="*/ 698500 w 5727700"/>
              <a:gd name="connsiteY20" fmla="*/ 869950 h 1156849"/>
              <a:gd name="connsiteX21" fmla="*/ 685800 w 5727700"/>
              <a:gd name="connsiteY21" fmla="*/ 908050 h 1156849"/>
              <a:gd name="connsiteX22" fmla="*/ 673100 w 5727700"/>
              <a:gd name="connsiteY22" fmla="*/ 939800 h 1156849"/>
              <a:gd name="connsiteX23" fmla="*/ 1041400 w 5727700"/>
              <a:gd name="connsiteY23" fmla="*/ 603250 h 1156849"/>
              <a:gd name="connsiteX24" fmla="*/ 1149350 w 5727700"/>
              <a:gd name="connsiteY24" fmla="*/ 501650 h 1156849"/>
              <a:gd name="connsiteX25" fmla="*/ 1416050 w 5727700"/>
              <a:gd name="connsiteY25" fmla="*/ 279400 h 1156849"/>
              <a:gd name="connsiteX26" fmla="*/ 1562100 w 5727700"/>
              <a:gd name="connsiteY26" fmla="*/ 146050 h 1156849"/>
              <a:gd name="connsiteX27" fmla="*/ 1657350 w 5727700"/>
              <a:gd name="connsiteY27" fmla="*/ 44450 h 1156849"/>
              <a:gd name="connsiteX28" fmla="*/ 1555750 w 5727700"/>
              <a:gd name="connsiteY28" fmla="*/ 304800 h 1156849"/>
              <a:gd name="connsiteX29" fmla="*/ 1289050 w 5727700"/>
              <a:gd name="connsiteY29" fmla="*/ 863600 h 1156849"/>
              <a:gd name="connsiteX30" fmla="*/ 1231900 w 5727700"/>
              <a:gd name="connsiteY30" fmla="*/ 1009650 h 1156849"/>
              <a:gd name="connsiteX31" fmla="*/ 1479550 w 5727700"/>
              <a:gd name="connsiteY31" fmla="*/ 774700 h 1156849"/>
              <a:gd name="connsiteX32" fmla="*/ 1631950 w 5727700"/>
              <a:gd name="connsiteY32" fmla="*/ 628650 h 1156849"/>
              <a:gd name="connsiteX33" fmla="*/ 1771650 w 5727700"/>
              <a:gd name="connsiteY33" fmla="*/ 501650 h 1156849"/>
              <a:gd name="connsiteX34" fmla="*/ 1879600 w 5727700"/>
              <a:gd name="connsiteY34" fmla="*/ 387350 h 1156849"/>
              <a:gd name="connsiteX35" fmla="*/ 2019300 w 5727700"/>
              <a:gd name="connsiteY35" fmla="*/ 266700 h 1156849"/>
              <a:gd name="connsiteX36" fmla="*/ 2139950 w 5727700"/>
              <a:gd name="connsiteY36" fmla="*/ 101600 h 1156849"/>
              <a:gd name="connsiteX37" fmla="*/ 2209800 w 5727700"/>
              <a:gd name="connsiteY37" fmla="*/ 57150 h 1156849"/>
              <a:gd name="connsiteX38" fmla="*/ 2184400 w 5727700"/>
              <a:gd name="connsiteY38" fmla="*/ 184150 h 1156849"/>
              <a:gd name="connsiteX39" fmla="*/ 1974850 w 5727700"/>
              <a:gd name="connsiteY39" fmla="*/ 679450 h 1156849"/>
              <a:gd name="connsiteX40" fmla="*/ 1917700 w 5727700"/>
              <a:gd name="connsiteY40" fmla="*/ 850900 h 1156849"/>
              <a:gd name="connsiteX41" fmla="*/ 1898650 w 5727700"/>
              <a:gd name="connsiteY41" fmla="*/ 933450 h 1156849"/>
              <a:gd name="connsiteX42" fmla="*/ 2133600 w 5727700"/>
              <a:gd name="connsiteY42" fmla="*/ 609600 h 1156849"/>
              <a:gd name="connsiteX43" fmla="*/ 2400300 w 5727700"/>
              <a:gd name="connsiteY43" fmla="*/ 298450 h 1156849"/>
              <a:gd name="connsiteX44" fmla="*/ 2571750 w 5727700"/>
              <a:gd name="connsiteY44" fmla="*/ 133350 h 1156849"/>
              <a:gd name="connsiteX45" fmla="*/ 2616200 w 5727700"/>
              <a:gd name="connsiteY45" fmla="*/ 88900 h 1156849"/>
              <a:gd name="connsiteX46" fmla="*/ 2686050 w 5727700"/>
              <a:gd name="connsiteY46" fmla="*/ 38100 h 1156849"/>
              <a:gd name="connsiteX47" fmla="*/ 2622550 w 5727700"/>
              <a:gd name="connsiteY47" fmla="*/ 527050 h 1156849"/>
              <a:gd name="connsiteX48" fmla="*/ 2559050 w 5727700"/>
              <a:gd name="connsiteY48" fmla="*/ 838200 h 1156849"/>
              <a:gd name="connsiteX49" fmla="*/ 2540000 w 5727700"/>
              <a:gd name="connsiteY49" fmla="*/ 927100 h 1156849"/>
              <a:gd name="connsiteX50" fmla="*/ 2533650 w 5727700"/>
              <a:gd name="connsiteY50" fmla="*/ 952500 h 1156849"/>
              <a:gd name="connsiteX51" fmla="*/ 2800350 w 5727700"/>
              <a:gd name="connsiteY51" fmla="*/ 609600 h 1156849"/>
              <a:gd name="connsiteX52" fmla="*/ 3060700 w 5727700"/>
              <a:gd name="connsiteY52" fmla="*/ 234950 h 1156849"/>
              <a:gd name="connsiteX53" fmla="*/ 3117850 w 5727700"/>
              <a:gd name="connsiteY53" fmla="*/ 158750 h 1156849"/>
              <a:gd name="connsiteX54" fmla="*/ 3136900 w 5727700"/>
              <a:gd name="connsiteY54" fmla="*/ 133350 h 1156849"/>
              <a:gd name="connsiteX55" fmla="*/ 3206750 w 5727700"/>
              <a:gd name="connsiteY55" fmla="*/ 69850 h 1156849"/>
              <a:gd name="connsiteX56" fmla="*/ 3054350 w 5727700"/>
              <a:gd name="connsiteY56" fmla="*/ 628650 h 1156849"/>
              <a:gd name="connsiteX57" fmla="*/ 2990850 w 5727700"/>
              <a:gd name="connsiteY57" fmla="*/ 768350 h 1156849"/>
              <a:gd name="connsiteX58" fmla="*/ 2933700 w 5727700"/>
              <a:gd name="connsiteY58" fmla="*/ 958850 h 1156849"/>
              <a:gd name="connsiteX59" fmla="*/ 2895600 w 5727700"/>
              <a:gd name="connsiteY59" fmla="*/ 1066800 h 1156849"/>
              <a:gd name="connsiteX60" fmla="*/ 2882900 w 5727700"/>
              <a:gd name="connsiteY60" fmla="*/ 1117600 h 1156849"/>
              <a:gd name="connsiteX61" fmla="*/ 2895600 w 5727700"/>
              <a:gd name="connsiteY61" fmla="*/ 1092200 h 1156849"/>
              <a:gd name="connsiteX62" fmla="*/ 3028950 w 5727700"/>
              <a:gd name="connsiteY62" fmla="*/ 927100 h 1156849"/>
              <a:gd name="connsiteX63" fmla="*/ 3168650 w 5727700"/>
              <a:gd name="connsiteY63" fmla="*/ 736600 h 1156849"/>
              <a:gd name="connsiteX64" fmla="*/ 3365500 w 5727700"/>
              <a:gd name="connsiteY64" fmla="*/ 444500 h 1156849"/>
              <a:gd name="connsiteX65" fmla="*/ 3549650 w 5727700"/>
              <a:gd name="connsiteY65" fmla="*/ 203200 h 1156849"/>
              <a:gd name="connsiteX66" fmla="*/ 3638550 w 5727700"/>
              <a:gd name="connsiteY66" fmla="*/ 88900 h 1156849"/>
              <a:gd name="connsiteX67" fmla="*/ 3733800 w 5727700"/>
              <a:gd name="connsiteY67" fmla="*/ 0 h 1156849"/>
              <a:gd name="connsiteX68" fmla="*/ 3498850 w 5727700"/>
              <a:gd name="connsiteY68" fmla="*/ 685800 h 1156849"/>
              <a:gd name="connsiteX69" fmla="*/ 3416300 w 5727700"/>
              <a:gd name="connsiteY69" fmla="*/ 946150 h 1156849"/>
              <a:gd name="connsiteX70" fmla="*/ 3403600 w 5727700"/>
              <a:gd name="connsiteY70" fmla="*/ 990600 h 1156849"/>
              <a:gd name="connsiteX71" fmla="*/ 3803650 w 5727700"/>
              <a:gd name="connsiteY71" fmla="*/ 577850 h 1156849"/>
              <a:gd name="connsiteX72" fmla="*/ 4089400 w 5727700"/>
              <a:gd name="connsiteY72" fmla="*/ 196850 h 1156849"/>
              <a:gd name="connsiteX73" fmla="*/ 4184650 w 5727700"/>
              <a:gd name="connsiteY73" fmla="*/ 82550 h 1156849"/>
              <a:gd name="connsiteX74" fmla="*/ 4140200 w 5727700"/>
              <a:gd name="connsiteY74" fmla="*/ 317500 h 1156849"/>
              <a:gd name="connsiteX75" fmla="*/ 4006850 w 5727700"/>
              <a:gd name="connsiteY75" fmla="*/ 679450 h 1156849"/>
              <a:gd name="connsiteX76" fmla="*/ 3981450 w 5727700"/>
              <a:gd name="connsiteY76" fmla="*/ 774700 h 1156849"/>
              <a:gd name="connsiteX77" fmla="*/ 3962400 w 5727700"/>
              <a:gd name="connsiteY77" fmla="*/ 819150 h 1156849"/>
              <a:gd name="connsiteX78" fmla="*/ 3949700 w 5727700"/>
              <a:gd name="connsiteY78" fmla="*/ 876300 h 1156849"/>
              <a:gd name="connsiteX79" fmla="*/ 4064000 w 5727700"/>
              <a:gd name="connsiteY79" fmla="*/ 787400 h 1156849"/>
              <a:gd name="connsiteX80" fmla="*/ 4254500 w 5727700"/>
              <a:gd name="connsiteY80" fmla="*/ 622300 h 1156849"/>
              <a:gd name="connsiteX81" fmla="*/ 4527550 w 5727700"/>
              <a:gd name="connsiteY81" fmla="*/ 317500 h 1156849"/>
              <a:gd name="connsiteX82" fmla="*/ 4622800 w 5727700"/>
              <a:gd name="connsiteY82" fmla="*/ 209550 h 1156849"/>
              <a:gd name="connsiteX83" fmla="*/ 4781550 w 5727700"/>
              <a:gd name="connsiteY83" fmla="*/ 95250 h 1156849"/>
              <a:gd name="connsiteX84" fmla="*/ 4749800 w 5727700"/>
              <a:gd name="connsiteY84" fmla="*/ 260350 h 1156849"/>
              <a:gd name="connsiteX85" fmla="*/ 4565650 w 5727700"/>
              <a:gd name="connsiteY85" fmla="*/ 692150 h 1156849"/>
              <a:gd name="connsiteX86" fmla="*/ 4508500 w 5727700"/>
              <a:gd name="connsiteY86" fmla="*/ 889000 h 1156849"/>
              <a:gd name="connsiteX87" fmla="*/ 4699000 w 5727700"/>
              <a:gd name="connsiteY87" fmla="*/ 787400 h 1156849"/>
              <a:gd name="connsiteX88" fmla="*/ 4940300 w 5727700"/>
              <a:gd name="connsiteY88" fmla="*/ 520700 h 1156849"/>
              <a:gd name="connsiteX89" fmla="*/ 5029200 w 5727700"/>
              <a:gd name="connsiteY89" fmla="*/ 425450 h 1156849"/>
              <a:gd name="connsiteX90" fmla="*/ 5181600 w 5727700"/>
              <a:gd name="connsiteY90" fmla="*/ 266700 h 1156849"/>
              <a:gd name="connsiteX91" fmla="*/ 5276850 w 5727700"/>
              <a:gd name="connsiteY91" fmla="*/ 165100 h 1156849"/>
              <a:gd name="connsiteX92" fmla="*/ 5099050 w 5727700"/>
              <a:gd name="connsiteY92" fmla="*/ 800100 h 1156849"/>
              <a:gd name="connsiteX93" fmla="*/ 5041900 w 5727700"/>
              <a:gd name="connsiteY93" fmla="*/ 1016000 h 1156849"/>
              <a:gd name="connsiteX94" fmla="*/ 5022850 w 5727700"/>
              <a:gd name="connsiteY94" fmla="*/ 1155700 h 1156849"/>
              <a:gd name="connsiteX95" fmla="*/ 5276850 w 5727700"/>
              <a:gd name="connsiteY95" fmla="*/ 946150 h 1156849"/>
              <a:gd name="connsiteX96" fmla="*/ 5543550 w 5727700"/>
              <a:gd name="connsiteY96" fmla="*/ 622300 h 1156849"/>
              <a:gd name="connsiteX97" fmla="*/ 5676900 w 5727700"/>
              <a:gd name="connsiteY97" fmla="*/ 469900 h 1156849"/>
              <a:gd name="connsiteX98" fmla="*/ 5702300 w 5727700"/>
              <a:gd name="connsiteY98" fmla="*/ 438150 h 1156849"/>
              <a:gd name="connsiteX99" fmla="*/ 5715000 w 5727700"/>
              <a:gd name="connsiteY99" fmla="*/ 419100 h 1156849"/>
              <a:gd name="connsiteX100" fmla="*/ 5727700 w 5727700"/>
              <a:gd name="connsiteY100" fmla="*/ 412750 h 1156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727700" h="1156849">
                <a:moveTo>
                  <a:pt x="0" y="704850"/>
                </a:moveTo>
                <a:cubicBezTo>
                  <a:pt x="48061" y="632758"/>
                  <a:pt x="54556" y="621094"/>
                  <a:pt x="133350" y="527050"/>
                </a:cubicBezTo>
                <a:cubicBezTo>
                  <a:pt x="161242" y="493760"/>
                  <a:pt x="193923" y="464721"/>
                  <a:pt x="222250" y="431800"/>
                </a:cubicBezTo>
                <a:cubicBezTo>
                  <a:pt x="272276" y="373662"/>
                  <a:pt x="319365" y="313059"/>
                  <a:pt x="368300" y="254000"/>
                </a:cubicBezTo>
                <a:cubicBezTo>
                  <a:pt x="380751" y="238973"/>
                  <a:pt x="393795" y="224447"/>
                  <a:pt x="406400" y="209550"/>
                </a:cubicBezTo>
                <a:cubicBezTo>
                  <a:pt x="417079" y="196930"/>
                  <a:pt x="427567" y="184150"/>
                  <a:pt x="438150" y="171450"/>
                </a:cubicBezTo>
                <a:cubicBezTo>
                  <a:pt x="474185" y="128208"/>
                  <a:pt x="454217" y="138578"/>
                  <a:pt x="488950" y="127000"/>
                </a:cubicBezTo>
                <a:cubicBezTo>
                  <a:pt x="441112" y="402071"/>
                  <a:pt x="492613" y="140250"/>
                  <a:pt x="406400" y="463550"/>
                </a:cubicBezTo>
                <a:cubicBezTo>
                  <a:pt x="398057" y="494836"/>
                  <a:pt x="395960" y="527587"/>
                  <a:pt x="387350" y="558800"/>
                </a:cubicBezTo>
                <a:cubicBezTo>
                  <a:pt x="378982" y="589133"/>
                  <a:pt x="365551" y="617848"/>
                  <a:pt x="355600" y="647700"/>
                </a:cubicBezTo>
                <a:cubicBezTo>
                  <a:pt x="346496" y="675012"/>
                  <a:pt x="337527" y="702408"/>
                  <a:pt x="330200" y="730250"/>
                </a:cubicBezTo>
                <a:cubicBezTo>
                  <a:pt x="326923" y="742701"/>
                  <a:pt x="314002" y="776643"/>
                  <a:pt x="323850" y="768350"/>
                </a:cubicBezTo>
                <a:cubicBezTo>
                  <a:pt x="371988" y="727813"/>
                  <a:pt x="409825" y="676373"/>
                  <a:pt x="450850" y="628650"/>
                </a:cubicBezTo>
                <a:cubicBezTo>
                  <a:pt x="513568" y="555693"/>
                  <a:pt x="559567" y="466117"/>
                  <a:pt x="635000" y="406400"/>
                </a:cubicBezTo>
                <a:lnTo>
                  <a:pt x="787400" y="285750"/>
                </a:lnTo>
                <a:cubicBezTo>
                  <a:pt x="827593" y="253970"/>
                  <a:pt x="870136" y="224967"/>
                  <a:pt x="908050" y="190500"/>
                </a:cubicBezTo>
                <a:cubicBezTo>
                  <a:pt x="931333" y="169333"/>
                  <a:pt x="953443" y="146799"/>
                  <a:pt x="977900" y="127000"/>
                </a:cubicBezTo>
                <a:cubicBezTo>
                  <a:pt x="997982" y="110743"/>
                  <a:pt x="1041400" y="82550"/>
                  <a:pt x="1041400" y="82550"/>
                </a:cubicBezTo>
                <a:cubicBezTo>
                  <a:pt x="1005417" y="173567"/>
                  <a:pt x="972894" y="266029"/>
                  <a:pt x="933450" y="355600"/>
                </a:cubicBezTo>
                <a:cubicBezTo>
                  <a:pt x="871247" y="496853"/>
                  <a:pt x="793921" y="631396"/>
                  <a:pt x="736600" y="774700"/>
                </a:cubicBezTo>
                <a:cubicBezTo>
                  <a:pt x="723900" y="806450"/>
                  <a:pt x="710674" y="837994"/>
                  <a:pt x="698500" y="869950"/>
                </a:cubicBezTo>
                <a:cubicBezTo>
                  <a:pt x="693734" y="882460"/>
                  <a:pt x="690375" y="895469"/>
                  <a:pt x="685800" y="908050"/>
                </a:cubicBezTo>
                <a:cubicBezTo>
                  <a:pt x="681905" y="918762"/>
                  <a:pt x="664446" y="947218"/>
                  <a:pt x="673100" y="939800"/>
                </a:cubicBezTo>
                <a:cubicBezTo>
                  <a:pt x="799367" y="831571"/>
                  <a:pt x="919012" y="715847"/>
                  <a:pt x="1041400" y="603250"/>
                </a:cubicBezTo>
                <a:cubicBezTo>
                  <a:pt x="1077765" y="569794"/>
                  <a:pt x="1109819" y="531298"/>
                  <a:pt x="1149350" y="501650"/>
                </a:cubicBezTo>
                <a:cubicBezTo>
                  <a:pt x="1287370" y="398135"/>
                  <a:pt x="1215856" y="454569"/>
                  <a:pt x="1416050" y="279400"/>
                </a:cubicBezTo>
                <a:cubicBezTo>
                  <a:pt x="1436522" y="261487"/>
                  <a:pt x="1551811" y="157025"/>
                  <a:pt x="1562100" y="146050"/>
                </a:cubicBezTo>
                <a:lnTo>
                  <a:pt x="1657350" y="44450"/>
                </a:lnTo>
                <a:cubicBezTo>
                  <a:pt x="1623483" y="131233"/>
                  <a:pt x="1593951" y="219835"/>
                  <a:pt x="1555750" y="304800"/>
                </a:cubicBezTo>
                <a:cubicBezTo>
                  <a:pt x="1471114" y="493042"/>
                  <a:pt x="1354318" y="667797"/>
                  <a:pt x="1289050" y="863600"/>
                </a:cubicBezTo>
                <a:cubicBezTo>
                  <a:pt x="1255562" y="964063"/>
                  <a:pt x="1274729" y="915426"/>
                  <a:pt x="1231900" y="1009650"/>
                </a:cubicBezTo>
                <a:cubicBezTo>
                  <a:pt x="1201275" y="1162774"/>
                  <a:pt x="1220362" y="1037938"/>
                  <a:pt x="1479550" y="774700"/>
                </a:cubicBezTo>
                <a:cubicBezTo>
                  <a:pt x="1528916" y="724563"/>
                  <a:pt x="1580549" y="676699"/>
                  <a:pt x="1631950" y="628650"/>
                </a:cubicBezTo>
                <a:cubicBezTo>
                  <a:pt x="1677924" y="585674"/>
                  <a:pt x="1728439" y="547403"/>
                  <a:pt x="1771650" y="501650"/>
                </a:cubicBezTo>
                <a:cubicBezTo>
                  <a:pt x="1807633" y="463550"/>
                  <a:pt x="1841581" y="423419"/>
                  <a:pt x="1879600" y="387350"/>
                </a:cubicBezTo>
                <a:cubicBezTo>
                  <a:pt x="1924237" y="345002"/>
                  <a:pt x="1977861" y="312182"/>
                  <a:pt x="2019300" y="266700"/>
                </a:cubicBezTo>
                <a:cubicBezTo>
                  <a:pt x="2065206" y="216315"/>
                  <a:pt x="2082444" y="138194"/>
                  <a:pt x="2139950" y="101600"/>
                </a:cubicBezTo>
                <a:lnTo>
                  <a:pt x="2209800" y="57150"/>
                </a:lnTo>
                <a:cubicBezTo>
                  <a:pt x="2268744" y="76798"/>
                  <a:pt x="2236068" y="58854"/>
                  <a:pt x="2184400" y="184150"/>
                </a:cubicBezTo>
                <a:cubicBezTo>
                  <a:pt x="2116058" y="349880"/>
                  <a:pt x="2044580" y="514299"/>
                  <a:pt x="1974850" y="679450"/>
                </a:cubicBezTo>
                <a:cubicBezTo>
                  <a:pt x="1935490" y="772672"/>
                  <a:pt x="1944186" y="744957"/>
                  <a:pt x="1917700" y="850900"/>
                </a:cubicBezTo>
                <a:cubicBezTo>
                  <a:pt x="1910851" y="878297"/>
                  <a:pt x="1875379" y="949449"/>
                  <a:pt x="1898650" y="933450"/>
                </a:cubicBezTo>
                <a:cubicBezTo>
                  <a:pt x="1956736" y="893516"/>
                  <a:pt x="2094879" y="658647"/>
                  <a:pt x="2133600" y="609600"/>
                </a:cubicBezTo>
                <a:cubicBezTo>
                  <a:pt x="2218245" y="502383"/>
                  <a:pt x="2301902" y="393203"/>
                  <a:pt x="2400300" y="298450"/>
                </a:cubicBezTo>
                <a:cubicBezTo>
                  <a:pt x="2457450" y="243417"/>
                  <a:pt x="2515648" y="189452"/>
                  <a:pt x="2571750" y="133350"/>
                </a:cubicBezTo>
                <a:cubicBezTo>
                  <a:pt x="2586567" y="118533"/>
                  <a:pt x="2600103" y="102314"/>
                  <a:pt x="2616200" y="88900"/>
                </a:cubicBezTo>
                <a:cubicBezTo>
                  <a:pt x="2638317" y="70469"/>
                  <a:pt x="2686050" y="38100"/>
                  <a:pt x="2686050" y="38100"/>
                </a:cubicBezTo>
                <a:cubicBezTo>
                  <a:pt x="2663868" y="304278"/>
                  <a:pt x="2675056" y="249076"/>
                  <a:pt x="2622550" y="527050"/>
                </a:cubicBezTo>
                <a:cubicBezTo>
                  <a:pt x="2602903" y="631065"/>
                  <a:pt x="2580442" y="734530"/>
                  <a:pt x="2559050" y="838200"/>
                </a:cubicBezTo>
                <a:cubicBezTo>
                  <a:pt x="2552925" y="867881"/>
                  <a:pt x="2547350" y="897699"/>
                  <a:pt x="2540000" y="927100"/>
                </a:cubicBezTo>
                <a:cubicBezTo>
                  <a:pt x="2537883" y="935567"/>
                  <a:pt x="2528116" y="959248"/>
                  <a:pt x="2533650" y="952500"/>
                </a:cubicBezTo>
                <a:cubicBezTo>
                  <a:pt x="2625466" y="840529"/>
                  <a:pt x="2723605" y="732392"/>
                  <a:pt x="2800350" y="609600"/>
                </a:cubicBezTo>
                <a:cubicBezTo>
                  <a:pt x="2975304" y="329673"/>
                  <a:pt x="2869627" y="483345"/>
                  <a:pt x="3060700" y="234950"/>
                </a:cubicBezTo>
                <a:cubicBezTo>
                  <a:pt x="3080058" y="209784"/>
                  <a:pt x="3098800" y="184150"/>
                  <a:pt x="3117850" y="158750"/>
                </a:cubicBezTo>
                <a:cubicBezTo>
                  <a:pt x="3124200" y="150283"/>
                  <a:pt x="3128636" y="139961"/>
                  <a:pt x="3136900" y="133350"/>
                </a:cubicBezTo>
                <a:cubicBezTo>
                  <a:pt x="3182675" y="96730"/>
                  <a:pt x="3159066" y="117534"/>
                  <a:pt x="3206750" y="69850"/>
                </a:cubicBezTo>
                <a:cubicBezTo>
                  <a:pt x="3166497" y="351622"/>
                  <a:pt x="3191161" y="254699"/>
                  <a:pt x="3054350" y="628650"/>
                </a:cubicBezTo>
                <a:cubicBezTo>
                  <a:pt x="3036775" y="676688"/>
                  <a:pt x="3008405" y="720305"/>
                  <a:pt x="2990850" y="768350"/>
                </a:cubicBezTo>
                <a:cubicBezTo>
                  <a:pt x="2968098" y="830619"/>
                  <a:pt x="2953857" y="895693"/>
                  <a:pt x="2933700" y="958850"/>
                </a:cubicBezTo>
                <a:cubicBezTo>
                  <a:pt x="2922098" y="995202"/>
                  <a:pt x="2907230" y="1030457"/>
                  <a:pt x="2895600" y="1066800"/>
                </a:cubicBezTo>
                <a:cubicBezTo>
                  <a:pt x="2890280" y="1083424"/>
                  <a:pt x="2882900" y="1100146"/>
                  <a:pt x="2882900" y="1117600"/>
                </a:cubicBezTo>
                <a:cubicBezTo>
                  <a:pt x="2882900" y="1127066"/>
                  <a:pt x="2889841" y="1099712"/>
                  <a:pt x="2895600" y="1092200"/>
                </a:cubicBezTo>
                <a:cubicBezTo>
                  <a:pt x="2938642" y="1036058"/>
                  <a:pt x="2985866" y="983209"/>
                  <a:pt x="3028950" y="927100"/>
                </a:cubicBezTo>
                <a:cubicBezTo>
                  <a:pt x="3076907" y="864644"/>
                  <a:pt x="3123607" y="801190"/>
                  <a:pt x="3168650" y="736600"/>
                </a:cubicBezTo>
                <a:cubicBezTo>
                  <a:pt x="3235812" y="640293"/>
                  <a:pt x="3298364" y="540825"/>
                  <a:pt x="3365500" y="444500"/>
                </a:cubicBezTo>
                <a:cubicBezTo>
                  <a:pt x="3405178" y="387570"/>
                  <a:pt x="3505367" y="260135"/>
                  <a:pt x="3549650" y="203200"/>
                </a:cubicBezTo>
                <a:cubicBezTo>
                  <a:pt x="3579283" y="165100"/>
                  <a:pt x="3601903" y="120312"/>
                  <a:pt x="3638550" y="88900"/>
                </a:cubicBezTo>
                <a:cubicBezTo>
                  <a:pt x="3701182" y="35215"/>
                  <a:pt x="3669201" y="64599"/>
                  <a:pt x="3733800" y="0"/>
                </a:cubicBezTo>
                <a:cubicBezTo>
                  <a:pt x="3655483" y="228600"/>
                  <a:pt x="3577956" y="457472"/>
                  <a:pt x="3498850" y="685800"/>
                </a:cubicBezTo>
                <a:cubicBezTo>
                  <a:pt x="3416262" y="924179"/>
                  <a:pt x="3489836" y="683522"/>
                  <a:pt x="3416300" y="946150"/>
                </a:cubicBezTo>
                <a:cubicBezTo>
                  <a:pt x="3416208" y="946478"/>
                  <a:pt x="3399816" y="993911"/>
                  <a:pt x="3403600" y="990600"/>
                </a:cubicBezTo>
                <a:cubicBezTo>
                  <a:pt x="3568049" y="846707"/>
                  <a:pt x="3675744" y="742028"/>
                  <a:pt x="3803650" y="577850"/>
                </a:cubicBezTo>
                <a:cubicBezTo>
                  <a:pt x="3901214" y="452619"/>
                  <a:pt x="3993603" y="323438"/>
                  <a:pt x="4089400" y="196850"/>
                </a:cubicBezTo>
                <a:cubicBezTo>
                  <a:pt x="4154943" y="110239"/>
                  <a:pt x="4136321" y="130879"/>
                  <a:pt x="4184650" y="82550"/>
                </a:cubicBezTo>
                <a:cubicBezTo>
                  <a:pt x="4169833" y="160867"/>
                  <a:pt x="4162954" y="241111"/>
                  <a:pt x="4140200" y="317500"/>
                </a:cubicBezTo>
                <a:cubicBezTo>
                  <a:pt x="4103494" y="440727"/>
                  <a:pt x="4039980" y="555214"/>
                  <a:pt x="4006850" y="679450"/>
                </a:cubicBezTo>
                <a:cubicBezTo>
                  <a:pt x="3998383" y="711200"/>
                  <a:pt x="3991413" y="743387"/>
                  <a:pt x="3981450" y="774700"/>
                </a:cubicBezTo>
                <a:cubicBezTo>
                  <a:pt x="3976562" y="790061"/>
                  <a:pt x="3967208" y="803764"/>
                  <a:pt x="3962400" y="819150"/>
                </a:cubicBezTo>
                <a:cubicBezTo>
                  <a:pt x="3956579" y="837776"/>
                  <a:pt x="3931074" y="882121"/>
                  <a:pt x="3949700" y="876300"/>
                </a:cubicBezTo>
                <a:cubicBezTo>
                  <a:pt x="3995770" y="861903"/>
                  <a:pt x="4026920" y="818300"/>
                  <a:pt x="4064000" y="787400"/>
                </a:cubicBezTo>
                <a:cubicBezTo>
                  <a:pt x="4128553" y="733606"/>
                  <a:pt x="4195488" y="682120"/>
                  <a:pt x="4254500" y="622300"/>
                </a:cubicBezTo>
                <a:cubicBezTo>
                  <a:pt x="4350295" y="525193"/>
                  <a:pt x="4436733" y="419278"/>
                  <a:pt x="4527550" y="317500"/>
                </a:cubicBezTo>
                <a:cubicBezTo>
                  <a:pt x="4559500" y="281694"/>
                  <a:pt x="4585066" y="239198"/>
                  <a:pt x="4622800" y="209550"/>
                </a:cubicBezTo>
                <a:cubicBezTo>
                  <a:pt x="4733401" y="122649"/>
                  <a:pt x="4679906" y="159933"/>
                  <a:pt x="4781550" y="95250"/>
                </a:cubicBezTo>
                <a:cubicBezTo>
                  <a:pt x="4770967" y="150283"/>
                  <a:pt x="4768862" y="207650"/>
                  <a:pt x="4749800" y="260350"/>
                </a:cubicBezTo>
                <a:cubicBezTo>
                  <a:pt x="4696577" y="407496"/>
                  <a:pt x="4609277" y="541879"/>
                  <a:pt x="4565650" y="692150"/>
                </a:cubicBezTo>
                <a:cubicBezTo>
                  <a:pt x="4546600" y="757767"/>
                  <a:pt x="4448212" y="921153"/>
                  <a:pt x="4508500" y="889000"/>
                </a:cubicBezTo>
                <a:lnTo>
                  <a:pt x="4699000" y="787400"/>
                </a:lnTo>
                <a:lnTo>
                  <a:pt x="4940300" y="520700"/>
                </a:lnTo>
                <a:cubicBezTo>
                  <a:pt x="4969570" y="488615"/>
                  <a:pt x="4997516" y="455154"/>
                  <a:pt x="5029200" y="425450"/>
                </a:cubicBezTo>
                <a:cubicBezTo>
                  <a:pt x="5268481" y="201124"/>
                  <a:pt x="5032954" y="430993"/>
                  <a:pt x="5181600" y="266700"/>
                </a:cubicBezTo>
                <a:cubicBezTo>
                  <a:pt x="5318804" y="115054"/>
                  <a:pt x="5207102" y="252285"/>
                  <a:pt x="5276850" y="165100"/>
                </a:cubicBezTo>
                <a:cubicBezTo>
                  <a:pt x="5260449" y="542332"/>
                  <a:pt x="5295660" y="57352"/>
                  <a:pt x="5099050" y="800100"/>
                </a:cubicBezTo>
                <a:cubicBezTo>
                  <a:pt x="5080000" y="872067"/>
                  <a:pt x="5057498" y="943207"/>
                  <a:pt x="5041900" y="1016000"/>
                </a:cubicBezTo>
                <a:cubicBezTo>
                  <a:pt x="5032053" y="1061954"/>
                  <a:pt x="4977801" y="1169093"/>
                  <a:pt x="5022850" y="1155700"/>
                </a:cubicBezTo>
                <a:cubicBezTo>
                  <a:pt x="5128060" y="1124421"/>
                  <a:pt x="5195332" y="1019650"/>
                  <a:pt x="5276850" y="946150"/>
                </a:cubicBezTo>
                <a:cubicBezTo>
                  <a:pt x="5435320" y="803267"/>
                  <a:pt x="5404476" y="797799"/>
                  <a:pt x="5543550" y="622300"/>
                </a:cubicBezTo>
                <a:cubicBezTo>
                  <a:pt x="5585474" y="569396"/>
                  <a:pt x="5634732" y="522610"/>
                  <a:pt x="5676900" y="469900"/>
                </a:cubicBezTo>
                <a:cubicBezTo>
                  <a:pt x="5685367" y="459317"/>
                  <a:pt x="5694168" y="448993"/>
                  <a:pt x="5702300" y="438150"/>
                </a:cubicBezTo>
                <a:cubicBezTo>
                  <a:pt x="5706879" y="432045"/>
                  <a:pt x="5709604" y="424496"/>
                  <a:pt x="5715000" y="419100"/>
                </a:cubicBezTo>
                <a:cubicBezTo>
                  <a:pt x="5718347" y="415753"/>
                  <a:pt x="5723467" y="414867"/>
                  <a:pt x="5727700" y="412750"/>
                </a:cubicBezTo>
              </a:path>
            </a:pathLst>
          </a:cu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FB163FC-ED15-7DA4-8610-175394EDA561}"/>
              </a:ext>
            </a:extLst>
          </p:cNvPr>
          <p:cNvSpPr txBox="1"/>
          <p:nvPr/>
        </p:nvSpPr>
        <p:spPr>
          <a:xfrm>
            <a:off x="7788413" y="1914143"/>
            <a:ext cx="2927212" cy="646331"/>
          </a:xfrm>
          <a:prstGeom prst="rect">
            <a:avLst/>
          </a:prstGeom>
          <a:noFill/>
        </p:spPr>
        <p:txBody>
          <a:bodyPr wrap="none" rtlCol="0">
            <a:spAutoFit/>
          </a:bodyPr>
          <a:lstStyle/>
          <a:p>
            <a:r>
              <a:rPr lang="en-US" sz="3600" b="1" dirty="0">
                <a:solidFill>
                  <a:srgbClr val="C00000"/>
                </a:solidFill>
              </a:rPr>
              <a:t>That’s not it!!!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02BDE25-B61F-60DD-E08E-11C69DB5A59C}"/>
                  </a:ext>
                </a:extLst>
              </p:cNvPr>
              <p:cNvSpPr txBox="1"/>
              <p:nvPr/>
            </p:nvSpPr>
            <p:spPr>
              <a:xfrm>
                <a:off x="6304636" y="4663745"/>
                <a:ext cx="2484847" cy="1446550"/>
              </a:xfrm>
              <a:prstGeom prst="rect">
                <a:avLst/>
              </a:prstGeom>
              <a:noFill/>
            </p:spPr>
            <p:txBody>
              <a:bodyPr wrap="none" rtlCol="0">
                <a:spAutoFit/>
              </a:bodyPr>
              <a:lstStyle/>
              <a:p>
                <a:pPr/>
                <a14:m>
                  <m:oMathPara xmlns:m="http://schemas.openxmlformats.org/officeDocument/2006/math">
                    <m:oMath>
                      <m:r>
                        <a:rPr lang="en-US" sz="8800" b="0" i="1" smtClean="0">
                          <a:latin typeface="Cambria Math" panose="02040503050406030204" pitchFamily="18" charset="0"/>
                        </a:rPr>
                        <m:t>𝑥</m:t>
                      </m:r>
                      <m:d>
                        <m:dPr>
                          <m:ctrlPr>
                            <a:rPr lang="en-US" sz="8800" b="0" i="1" smtClean="0">
                              <a:latin typeface="Cambria Math" panose="02040503050406030204" pitchFamily="18" charset="0"/>
                            </a:rPr>
                          </m:ctrlPr>
                        </m:dPr>
                        <m:e>
                          <m:r>
                            <a:rPr lang="en-US" sz="8800" b="0" i="1" smtClean="0">
                              <a:latin typeface="Cambria Math" panose="02040503050406030204" pitchFamily="18" charset="0"/>
                            </a:rPr>
                            <m:t>𝑡</m:t>
                          </m:r>
                        </m:e>
                      </m:d>
                    </m:oMath>
                  </m:oMathPara>
                </a14:m>
                <a:endParaRPr lang="en-US" sz="8800" dirty="0"/>
              </a:p>
            </p:txBody>
          </p:sp>
        </mc:Choice>
        <mc:Fallback xmlns="">
          <p:sp>
            <p:nvSpPr>
              <p:cNvPr id="7" name="TextBox 6">
                <a:extLst>
                  <a:ext uri="{FF2B5EF4-FFF2-40B4-BE49-F238E27FC236}">
                    <a16:creationId xmlns:a16="http://schemas.microsoft.com/office/drawing/2014/main" id="{B02BDE25-B61F-60DD-E08E-11C69DB5A59C}"/>
                  </a:ext>
                </a:extLst>
              </p:cNvPr>
              <p:cNvSpPr txBox="1">
                <a:spLocks noRot="1" noChangeAspect="1" noMove="1" noResize="1" noEditPoints="1" noAdjustHandles="1" noChangeArrowheads="1" noChangeShapeType="1" noTextEdit="1"/>
              </p:cNvSpPr>
              <p:nvPr/>
            </p:nvSpPr>
            <p:spPr>
              <a:xfrm>
                <a:off x="6304636" y="4663745"/>
                <a:ext cx="2484847" cy="1446550"/>
              </a:xfrm>
              <a:prstGeom prst="rect">
                <a:avLst/>
              </a:prstGeom>
              <a:blipFill>
                <a:blip r:embed="rId3"/>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2F4A3614-CED1-F7D3-7355-BB16D2DEC741}"/>
              </a:ext>
            </a:extLst>
          </p:cNvPr>
          <p:cNvSpPr>
            <a:spLocks noGrp="1"/>
          </p:cNvSpPr>
          <p:nvPr>
            <p:ph type="ftr" sz="quarter" idx="11"/>
          </p:nvPr>
        </p:nvSpPr>
        <p:spPr/>
        <p:txBody>
          <a:bodyPr/>
          <a:lstStyle/>
          <a:p>
            <a:r>
              <a:rPr lang="en-US"/>
              <a:t>Christine Aidala - University of Michigan</a:t>
            </a:r>
            <a:endParaRPr lang="en-US" dirty="0"/>
          </a:p>
        </p:txBody>
      </p:sp>
      <p:sp>
        <p:nvSpPr>
          <p:cNvPr id="4" name="Slide Number Placeholder 3">
            <a:extLst>
              <a:ext uri="{FF2B5EF4-FFF2-40B4-BE49-F238E27FC236}">
                <a16:creationId xmlns:a16="http://schemas.microsoft.com/office/drawing/2014/main" id="{91C27D6D-164B-0D0B-8653-E5FDDE3A3791}"/>
              </a:ext>
            </a:extLst>
          </p:cNvPr>
          <p:cNvSpPr>
            <a:spLocks noGrp="1"/>
          </p:cNvSpPr>
          <p:nvPr>
            <p:ph type="sldNum" sz="quarter" idx="12"/>
          </p:nvPr>
        </p:nvSpPr>
        <p:spPr/>
        <p:txBody>
          <a:bodyPr/>
          <a:lstStyle/>
          <a:p>
            <a:fld id="{F47845EA-7733-40EE-B074-20032348B727}" type="slidenum">
              <a:rPr lang="en-US" smtClean="0"/>
              <a:t>93</a:t>
            </a:fld>
            <a:endParaRPr lang="en-US"/>
          </a:p>
        </p:txBody>
      </p:sp>
    </p:spTree>
    <p:extLst>
      <p:ext uri="{BB962C8B-B14F-4D97-AF65-F5344CB8AC3E}">
        <p14:creationId xmlns:p14="http://schemas.microsoft.com/office/powerpoint/2010/main" val="14804661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8B754-96AD-32FD-16A3-E686D40F91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1A5351-0853-4D21-C240-B5F1C80E4D94}"/>
              </a:ext>
            </a:extLst>
          </p:cNvPr>
          <p:cNvSpPr txBox="1"/>
          <p:nvPr/>
        </p:nvSpPr>
        <p:spPr>
          <a:xfrm>
            <a:off x="6072516" y="2761479"/>
            <a:ext cx="5359609"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Physics describes the evolution</a:t>
            </a:r>
            <a:br>
              <a:rPr kumimoji="0" lang="en-US" sz="32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br>
            <a:r>
              <a:rPr kumimoji="0" lang="en-US" sz="32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of similarly prepared systems</a:t>
            </a:r>
          </a:p>
        </p:txBody>
      </p:sp>
      <p:sp>
        <p:nvSpPr>
          <p:cNvPr id="4" name="TextBox 3">
            <a:extLst>
              <a:ext uri="{FF2B5EF4-FFF2-40B4-BE49-F238E27FC236}">
                <a16:creationId xmlns:a16="http://schemas.microsoft.com/office/drawing/2014/main" id="{48D4925A-4A90-0657-BAA7-A547DC0455AA}"/>
              </a:ext>
            </a:extLst>
          </p:cNvPr>
          <p:cNvSpPr txBox="1"/>
          <p:nvPr/>
        </p:nvSpPr>
        <p:spPr>
          <a:xfrm>
            <a:off x="7100208" y="3908140"/>
            <a:ext cx="21514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Every time I do this…</a:t>
            </a:r>
          </a:p>
        </p:txBody>
      </p:sp>
      <p:cxnSp>
        <p:nvCxnSpPr>
          <p:cNvPr id="261" name="Straight Arrow Connector 260">
            <a:extLst>
              <a:ext uri="{FF2B5EF4-FFF2-40B4-BE49-F238E27FC236}">
                <a16:creationId xmlns:a16="http://schemas.microsoft.com/office/drawing/2014/main" id="{D385857E-445F-7105-F360-19EB5CE4DFD5}"/>
              </a:ext>
            </a:extLst>
          </p:cNvPr>
          <p:cNvCxnSpPr/>
          <p:nvPr/>
        </p:nvCxnSpPr>
        <p:spPr>
          <a:xfrm>
            <a:off x="10715625" y="219075"/>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32545026-0577-9115-DBA1-2613739F3BBC}"/>
                  </a:ext>
                </a:extLst>
              </p:cNvPr>
              <p:cNvSpPr txBox="1"/>
              <p:nvPr/>
            </p:nvSpPr>
            <p:spPr>
              <a:xfrm>
                <a:off x="11676446" y="13570"/>
                <a:ext cx="3345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𝑡</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262" name="TextBox 261">
                <a:extLst>
                  <a:ext uri="{FF2B5EF4-FFF2-40B4-BE49-F238E27FC236}">
                    <a16:creationId xmlns:a16="http://schemas.microsoft.com/office/drawing/2014/main" id="{32545026-0577-9115-DBA1-2613739F3BBC}"/>
                  </a:ext>
                </a:extLst>
              </p:cNvPr>
              <p:cNvSpPr txBox="1">
                <a:spLocks noRot="1" noChangeAspect="1" noMove="1" noResize="1" noEditPoints="1" noAdjustHandles="1" noChangeArrowheads="1" noChangeShapeType="1" noTextEdit="1"/>
              </p:cNvSpPr>
              <p:nvPr/>
            </p:nvSpPr>
            <p:spPr>
              <a:xfrm>
                <a:off x="11676446" y="13570"/>
                <a:ext cx="334579" cy="369332"/>
              </a:xfrm>
              <a:prstGeom prst="rect">
                <a:avLst/>
              </a:prstGeom>
              <a:blipFill>
                <a:blip r:embed="rId2"/>
                <a:stretch>
                  <a:fillRect/>
                </a:stretch>
              </a:blipFill>
            </p:spPr>
            <p:txBody>
              <a:bodyPr/>
              <a:lstStyle/>
              <a:p>
                <a:r>
                  <a:rPr lang="en-US">
                    <a:noFill/>
                  </a:rPr>
                  <a:t> </a:t>
                </a:r>
              </a:p>
            </p:txBody>
          </p:sp>
        </mc:Fallback>
      </mc:AlternateContent>
      <p:grpSp>
        <p:nvGrpSpPr>
          <p:cNvPr id="1941" name="Group 1940">
            <a:extLst>
              <a:ext uri="{FF2B5EF4-FFF2-40B4-BE49-F238E27FC236}">
                <a16:creationId xmlns:a16="http://schemas.microsoft.com/office/drawing/2014/main" id="{2C3C7EC9-A9C7-8E0D-397E-F7460B6C27ED}"/>
              </a:ext>
            </a:extLst>
          </p:cNvPr>
          <p:cNvGrpSpPr/>
          <p:nvPr/>
        </p:nvGrpSpPr>
        <p:grpSpPr>
          <a:xfrm>
            <a:off x="12579803" y="5119457"/>
            <a:ext cx="13102977" cy="1243880"/>
            <a:chOff x="3628570" y="4023519"/>
            <a:chExt cx="23905029" cy="2269331"/>
          </a:xfrm>
        </p:grpSpPr>
        <p:sp>
          <p:nvSpPr>
            <p:cNvPr id="1942" name="Rectangle 1941">
              <a:extLst>
                <a:ext uri="{FF2B5EF4-FFF2-40B4-BE49-F238E27FC236}">
                  <a16:creationId xmlns:a16="http://schemas.microsoft.com/office/drawing/2014/main" id="{14C89169-5E6D-5EBC-808F-74FC0CA689A1}"/>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43" name="Group 1942">
              <a:extLst>
                <a:ext uri="{FF2B5EF4-FFF2-40B4-BE49-F238E27FC236}">
                  <a16:creationId xmlns:a16="http://schemas.microsoft.com/office/drawing/2014/main" id="{B213C695-B4DC-71E0-A32E-FBD3A3174BD2}"/>
                </a:ext>
              </a:extLst>
            </p:cNvPr>
            <p:cNvGrpSpPr/>
            <p:nvPr/>
          </p:nvGrpSpPr>
          <p:grpSpPr>
            <a:xfrm>
              <a:off x="3967162" y="4130677"/>
              <a:ext cx="2324893" cy="2055807"/>
              <a:chOff x="3967162" y="4130677"/>
              <a:chExt cx="2324893" cy="2055807"/>
            </a:xfrm>
          </p:grpSpPr>
          <p:sp>
            <p:nvSpPr>
              <p:cNvPr id="2124" name="Rectangle: Rounded Corners 2123">
                <a:extLst>
                  <a:ext uri="{FF2B5EF4-FFF2-40B4-BE49-F238E27FC236}">
                    <a16:creationId xmlns:a16="http://schemas.microsoft.com/office/drawing/2014/main" id="{9AE6A53A-9859-5CC1-249D-15D5AA44BC6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25" name="Group 2124">
                <a:extLst>
                  <a:ext uri="{FF2B5EF4-FFF2-40B4-BE49-F238E27FC236}">
                    <a16:creationId xmlns:a16="http://schemas.microsoft.com/office/drawing/2014/main" id="{37F49CB2-E10B-ACE4-9F92-297CF58F69B2}"/>
                  </a:ext>
                </a:extLst>
              </p:cNvPr>
              <p:cNvGrpSpPr/>
              <p:nvPr/>
            </p:nvGrpSpPr>
            <p:grpSpPr>
              <a:xfrm>
                <a:off x="3967162" y="4130677"/>
                <a:ext cx="2177954" cy="203200"/>
                <a:chOff x="4411662" y="1266827"/>
                <a:chExt cx="2177954" cy="203200"/>
              </a:xfrm>
              <a:solidFill>
                <a:schemeClr val="tx1"/>
              </a:solidFill>
            </p:grpSpPr>
            <p:sp>
              <p:nvSpPr>
                <p:cNvPr id="2135" name="Rectangle: Rounded Corners 2134">
                  <a:extLst>
                    <a:ext uri="{FF2B5EF4-FFF2-40B4-BE49-F238E27FC236}">
                      <a16:creationId xmlns:a16="http://schemas.microsoft.com/office/drawing/2014/main" id="{8E6FC942-083B-0225-C9B7-2967260CD0A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6" name="Rectangle: Rounded Corners 2135">
                  <a:extLst>
                    <a:ext uri="{FF2B5EF4-FFF2-40B4-BE49-F238E27FC236}">
                      <a16:creationId xmlns:a16="http://schemas.microsoft.com/office/drawing/2014/main" id="{22FD0631-E456-7AA8-7462-C93ED21AD5C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7" name="Rectangle: Rounded Corners 2136">
                  <a:extLst>
                    <a:ext uri="{FF2B5EF4-FFF2-40B4-BE49-F238E27FC236}">
                      <a16:creationId xmlns:a16="http://schemas.microsoft.com/office/drawing/2014/main" id="{5E075A09-1EC0-598F-0392-2FB0373A979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8" name="Rectangle: Rounded Corners 2137">
                  <a:extLst>
                    <a:ext uri="{FF2B5EF4-FFF2-40B4-BE49-F238E27FC236}">
                      <a16:creationId xmlns:a16="http://schemas.microsoft.com/office/drawing/2014/main" id="{13F9F93A-6498-935D-8D6B-69A5EA9CC77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9" name="Rectangle: Rounded Corners 2138">
                  <a:extLst>
                    <a:ext uri="{FF2B5EF4-FFF2-40B4-BE49-F238E27FC236}">
                      <a16:creationId xmlns:a16="http://schemas.microsoft.com/office/drawing/2014/main" id="{2A21588A-6B21-93DD-187E-065BF937002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0" name="Rectangle: Rounded Corners 2139">
                  <a:extLst>
                    <a:ext uri="{FF2B5EF4-FFF2-40B4-BE49-F238E27FC236}">
                      <a16:creationId xmlns:a16="http://schemas.microsoft.com/office/drawing/2014/main" id="{020603AE-2A82-FDC7-F688-8E397F51D42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1" name="Rectangle: Rounded Corners 2140">
                  <a:extLst>
                    <a:ext uri="{FF2B5EF4-FFF2-40B4-BE49-F238E27FC236}">
                      <a16:creationId xmlns:a16="http://schemas.microsoft.com/office/drawing/2014/main" id="{5FC3998D-A558-1434-512D-29063BDCA0A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2" name="Rectangle: Rounded Corners 2141">
                  <a:extLst>
                    <a:ext uri="{FF2B5EF4-FFF2-40B4-BE49-F238E27FC236}">
                      <a16:creationId xmlns:a16="http://schemas.microsoft.com/office/drawing/2014/main" id="{502AFA7D-DEAA-9BA9-140E-0867023D32A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26" name="Group 2125">
                <a:extLst>
                  <a:ext uri="{FF2B5EF4-FFF2-40B4-BE49-F238E27FC236}">
                    <a16:creationId xmlns:a16="http://schemas.microsoft.com/office/drawing/2014/main" id="{35B16EBE-0591-AF1E-A1A6-7D15798E46FC}"/>
                  </a:ext>
                </a:extLst>
              </p:cNvPr>
              <p:cNvGrpSpPr/>
              <p:nvPr/>
            </p:nvGrpSpPr>
            <p:grpSpPr>
              <a:xfrm>
                <a:off x="3967163" y="5983284"/>
                <a:ext cx="2177954" cy="203200"/>
                <a:chOff x="4411662" y="1266827"/>
                <a:chExt cx="2177954" cy="203200"/>
              </a:xfrm>
              <a:solidFill>
                <a:schemeClr val="tx1"/>
              </a:solidFill>
            </p:grpSpPr>
            <p:sp>
              <p:nvSpPr>
                <p:cNvPr id="2127" name="Rectangle: Rounded Corners 2126">
                  <a:extLst>
                    <a:ext uri="{FF2B5EF4-FFF2-40B4-BE49-F238E27FC236}">
                      <a16:creationId xmlns:a16="http://schemas.microsoft.com/office/drawing/2014/main" id="{71A92282-262C-A701-A536-1AE9340428F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8" name="Rectangle: Rounded Corners 2127">
                  <a:extLst>
                    <a:ext uri="{FF2B5EF4-FFF2-40B4-BE49-F238E27FC236}">
                      <a16:creationId xmlns:a16="http://schemas.microsoft.com/office/drawing/2014/main" id="{D9397B49-C433-0C8A-D7D3-5B11714049D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9" name="Rectangle: Rounded Corners 2128">
                  <a:extLst>
                    <a:ext uri="{FF2B5EF4-FFF2-40B4-BE49-F238E27FC236}">
                      <a16:creationId xmlns:a16="http://schemas.microsoft.com/office/drawing/2014/main" id="{285655D8-2632-C03A-B01F-B2E633B0E1A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0" name="Rectangle: Rounded Corners 2129">
                  <a:extLst>
                    <a:ext uri="{FF2B5EF4-FFF2-40B4-BE49-F238E27FC236}">
                      <a16:creationId xmlns:a16="http://schemas.microsoft.com/office/drawing/2014/main" id="{4E51DD39-1B54-4365-5B6C-E07A6D6C060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1" name="Rectangle: Rounded Corners 2130">
                  <a:extLst>
                    <a:ext uri="{FF2B5EF4-FFF2-40B4-BE49-F238E27FC236}">
                      <a16:creationId xmlns:a16="http://schemas.microsoft.com/office/drawing/2014/main" id="{5068E8E3-DECB-1004-9248-98919F11BA2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2" name="Rectangle: Rounded Corners 2131">
                  <a:extLst>
                    <a:ext uri="{FF2B5EF4-FFF2-40B4-BE49-F238E27FC236}">
                      <a16:creationId xmlns:a16="http://schemas.microsoft.com/office/drawing/2014/main" id="{EC435873-2A67-87F1-686E-2B93797A84E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3" name="Rectangle: Rounded Corners 2132">
                  <a:extLst>
                    <a:ext uri="{FF2B5EF4-FFF2-40B4-BE49-F238E27FC236}">
                      <a16:creationId xmlns:a16="http://schemas.microsoft.com/office/drawing/2014/main" id="{73A6171A-B0A6-ED82-9541-F90B6EC9B57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4" name="Rectangle: Rounded Corners 2133">
                  <a:extLst>
                    <a:ext uri="{FF2B5EF4-FFF2-40B4-BE49-F238E27FC236}">
                      <a16:creationId xmlns:a16="http://schemas.microsoft.com/office/drawing/2014/main" id="{D2D55A02-B5E6-B5A4-80A1-864C1D20BE2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4" name="Group 1943">
              <a:extLst>
                <a:ext uri="{FF2B5EF4-FFF2-40B4-BE49-F238E27FC236}">
                  <a16:creationId xmlns:a16="http://schemas.microsoft.com/office/drawing/2014/main" id="{314559AB-8FF3-7219-852A-E95BCDDD0BBE}"/>
                </a:ext>
              </a:extLst>
            </p:cNvPr>
            <p:cNvGrpSpPr/>
            <p:nvPr/>
          </p:nvGrpSpPr>
          <p:grpSpPr>
            <a:xfrm>
              <a:off x="6299799" y="4130677"/>
              <a:ext cx="2324893" cy="2055807"/>
              <a:chOff x="3967162" y="4130677"/>
              <a:chExt cx="2324893" cy="2055807"/>
            </a:xfrm>
          </p:grpSpPr>
          <p:sp>
            <p:nvSpPr>
              <p:cNvPr id="2105" name="Rectangle: Rounded Corners 2104">
                <a:extLst>
                  <a:ext uri="{FF2B5EF4-FFF2-40B4-BE49-F238E27FC236}">
                    <a16:creationId xmlns:a16="http://schemas.microsoft.com/office/drawing/2014/main" id="{9D3FE602-C8F6-7660-0292-7DD3AA532C6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06" name="Group 2105">
                <a:extLst>
                  <a:ext uri="{FF2B5EF4-FFF2-40B4-BE49-F238E27FC236}">
                    <a16:creationId xmlns:a16="http://schemas.microsoft.com/office/drawing/2014/main" id="{BB69517A-73A1-D97C-02FA-48C0961A2AF8}"/>
                  </a:ext>
                </a:extLst>
              </p:cNvPr>
              <p:cNvGrpSpPr/>
              <p:nvPr/>
            </p:nvGrpSpPr>
            <p:grpSpPr>
              <a:xfrm>
                <a:off x="3967162" y="4130677"/>
                <a:ext cx="2177954" cy="203200"/>
                <a:chOff x="4411662" y="1266827"/>
                <a:chExt cx="2177954" cy="203200"/>
              </a:xfrm>
              <a:solidFill>
                <a:schemeClr val="tx1"/>
              </a:solidFill>
            </p:grpSpPr>
            <p:sp>
              <p:nvSpPr>
                <p:cNvPr id="2116" name="Rectangle: Rounded Corners 2115">
                  <a:extLst>
                    <a:ext uri="{FF2B5EF4-FFF2-40B4-BE49-F238E27FC236}">
                      <a16:creationId xmlns:a16="http://schemas.microsoft.com/office/drawing/2014/main" id="{A22E0B8C-483E-C880-21EF-B190B56E8B5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7" name="Rectangle: Rounded Corners 2116">
                  <a:extLst>
                    <a:ext uri="{FF2B5EF4-FFF2-40B4-BE49-F238E27FC236}">
                      <a16:creationId xmlns:a16="http://schemas.microsoft.com/office/drawing/2014/main" id="{7B73DCB8-75AE-6D5B-C8C1-2CC2884E242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8" name="Rectangle: Rounded Corners 2117">
                  <a:extLst>
                    <a:ext uri="{FF2B5EF4-FFF2-40B4-BE49-F238E27FC236}">
                      <a16:creationId xmlns:a16="http://schemas.microsoft.com/office/drawing/2014/main" id="{49A60A33-BBEF-E6B0-7FBC-249FD97EE92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9" name="Rectangle: Rounded Corners 2118">
                  <a:extLst>
                    <a:ext uri="{FF2B5EF4-FFF2-40B4-BE49-F238E27FC236}">
                      <a16:creationId xmlns:a16="http://schemas.microsoft.com/office/drawing/2014/main" id="{AF3B4FAC-15BB-CC61-F716-CE887A90D4A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0" name="Rectangle: Rounded Corners 2119">
                  <a:extLst>
                    <a:ext uri="{FF2B5EF4-FFF2-40B4-BE49-F238E27FC236}">
                      <a16:creationId xmlns:a16="http://schemas.microsoft.com/office/drawing/2014/main" id="{EA3CECE1-BF6A-7809-D60A-C548C3D0F75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1" name="Rectangle: Rounded Corners 2120">
                  <a:extLst>
                    <a:ext uri="{FF2B5EF4-FFF2-40B4-BE49-F238E27FC236}">
                      <a16:creationId xmlns:a16="http://schemas.microsoft.com/office/drawing/2014/main" id="{DAD36348-8C2C-FF75-00D7-48CDFF989E6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2" name="Rectangle: Rounded Corners 2121">
                  <a:extLst>
                    <a:ext uri="{FF2B5EF4-FFF2-40B4-BE49-F238E27FC236}">
                      <a16:creationId xmlns:a16="http://schemas.microsoft.com/office/drawing/2014/main" id="{375EDAF2-88DA-58EB-1825-875CFB4C21C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3" name="Rectangle: Rounded Corners 2122">
                  <a:extLst>
                    <a:ext uri="{FF2B5EF4-FFF2-40B4-BE49-F238E27FC236}">
                      <a16:creationId xmlns:a16="http://schemas.microsoft.com/office/drawing/2014/main" id="{B6DF72CA-7A7D-AFBB-724A-5D70FA6D395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07" name="Group 2106">
                <a:extLst>
                  <a:ext uri="{FF2B5EF4-FFF2-40B4-BE49-F238E27FC236}">
                    <a16:creationId xmlns:a16="http://schemas.microsoft.com/office/drawing/2014/main" id="{F1EDC7C7-698F-A960-1EDD-20AF8875D224}"/>
                  </a:ext>
                </a:extLst>
              </p:cNvPr>
              <p:cNvGrpSpPr/>
              <p:nvPr/>
            </p:nvGrpSpPr>
            <p:grpSpPr>
              <a:xfrm>
                <a:off x="3967163" y="5983284"/>
                <a:ext cx="2177954" cy="203200"/>
                <a:chOff x="4411662" y="1266827"/>
                <a:chExt cx="2177954" cy="203200"/>
              </a:xfrm>
              <a:solidFill>
                <a:schemeClr val="tx1"/>
              </a:solidFill>
            </p:grpSpPr>
            <p:sp>
              <p:nvSpPr>
                <p:cNvPr id="2108" name="Rectangle: Rounded Corners 2107">
                  <a:extLst>
                    <a:ext uri="{FF2B5EF4-FFF2-40B4-BE49-F238E27FC236}">
                      <a16:creationId xmlns:a16="http://schemas.microsoft.com/office/drawing/2014/main" id="{97FEE2A5-02E3-E909-CED4-09140B03A00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9" name="Rectangle: Rounded Corners 2108">
                  <a:extLst>
                    <a:ext uri="{FF2B5EF4-FFF2-40B4-BE49-F238E27FC236}">
                      <a16:creationId xmlns:a16="http://schemas.microsoft.com/office/drawing/2014/main" id="{0D9A5543-919A-F7BA-33AD-315F96C87B1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0" name="Rectangle: Rounded Corners 2109">
                  <a:extLst>
                    <a:ext uri="{FF2B5EF4-FFF2-40B4-BE49-F238E27FC236}">
                      <a16:creationId xmlns:a16="http://schemas.microsoft.com/office/drawing/2014/main" id="{D45A16E1-4B43-F235-A2D2-83EFCEF9526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1" name="Rectangle: Rounded Corners 2110">
                  <a:extLst>
                    <a:ext uri="{FF2B5EF4-FFF2-40B4-BE49-F238E27FC236}">
                      <a16:creationId xmlns:a16="http://schemas.microsoft.com/office/drawing/2014/main" id="{69385DAA-2558-E750-8E53-5A06A431B00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2" name="Rectangle: Rounded Corners 2111">
                  <a:extLst>
                    <a:ext uri="{FF2B5EF4-FFF2-40B4-BE49-F238E27FC236}">
                      <a16:creationId xmlns:a16="http://schemas.microsoft.com/office/drawing/2014/main" id="{6D45CAC0-EB49-9F39-F786-561C716BCF2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3" name="Rectangle: Rounded Corners 2112">
                  <a:extLst>
                    <a:ext uri="{FF2B5EF4-FFF2-40B4-BE49-F238E27FC236}">
                      <a16:creationId xmlns:a16="http://schemas.microsoft.com/office/drawing/2014/main" id="{041B0828-666B-E745-1D89-1952F23DB28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4" name="Rectangle: Rounded Corners 2113">
                  <a:extLst>
                    <a:ext uri="{FF2B5EF4-FFF2-40B4-BE49-F238E27FC236}">
                      <a16:creationId xmlns:a16="http://schemas.microsoft.com/office/drawing/2014/main" id="{741AA3E1-1B64-992C-D2A9-5A43F3DF6CA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5" name="Rectangle: Rounded Corners 2114">
                  <a:extLst>
                    <a:ext uri="{FF2B5EF4-FFF2-40B4-BE49-F238E27FC236}">
                      <a16:creationId xmlns:a16="http://schemas.microsoft.com/office/drawing/2014/main" id="{AD135AC7-48D0-8781-ADD5-AEFEEE58190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5" name="Group 1944">
              <a:extLst>
                <a:ext uri="{FF2B5EF4-FFF2-40B4-BE49-F238E27FC236}">
                  <a16:creationId xmlns:a16="http://schemas.microsoft.com/office/drawing/2014/main" id="{4B0A06E7-394F-6512-B731-DA882FF750D6}"/>
                </a:ext>
              </a:extLst>
            </p:cNvPr>
            <p:cNvGrpSpPr/>
            <p:nvPr/>
          </p:nvGrpSpPr>
          <p:grpSpPr>
            <a:xfrm>
              <a:off x="8632436" y="4130677"/>
              <a:ext cx="2324893" cy="2055807"/>
              <a:chOff x="3967162" y="4130677"/>
              <a:chExt cx="2324893" cy="2055807"/>
            </a:xfrm>
          </p:grpSpPr>
          <p:sp>
            <p:nvSpPr>
              <p:cNvPr id="2086" name="Rectangle: Rounded Corners 2085">
                <a:extLst>
                  <a:ext uri="{FF2B5EF4-FFF2-40B4-BE49-F238E27FC236}">
                    <a16:creationId xmlns:a16="http://schemas.microsoft.com/office/drawing/2014/main" id="{F3D6FF1D-3961-2121-D7D2-C9FAEFBE3EBE}"/>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87" name="Group 2086">
                <a:extLst>
                  <a:ext uri="{FF2B5EF4-FFF2-40B4-BE49-F238E27FC236}">
                    <a16:creationId xmlns:a16="http://schemas.microsoft.com/office/drawing/2014/main" id="{E69D70AB-395A-7CC5-B1EF-2CDD0F0C4A06}"/>
                  </a:ext>
                </a:extLst>
              </p:cNvPr>
              <p:cNvGrpSpPr/>
              <p:nvPr/>
            </p:nvGrpSpPr>
            <p:grpSpPr>
              <a:xfrm>
                <a:off x="3967162" y="4130677"/>
                <a:ext cx="2177954" cy="203200"/>
                <a:chOff x="4411662" y="1266827"/>
                <a:chExt cx="2177954" cy="203200"/>
              </a:xfrm>
              <a:solidFill>
                <a:schemeClr val="tx1"/>
              </a:solidFill>
            </p:grpSpPr>
            <p:sp>
              <p:nvSpPr>
                <p:cNvPr id="2097" name="Rectangle: Rounded Corners 2096">
                  <a:extLst>
                    <a:ext uri="{FF2B5EF4-FFF2-40B4-BE49-F238E27FC236}">
                      <a16:creationId xmlns:a16="http://schemas.microsoft.com/office/drawing/2014/main" id="{48B70F99-E352-4CFA-550C-511AEB4D74B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8" name="Rectangle: Rounded Corners 2097">
                  <a:extLst>
                    <a:ext uri="{FF2B5EF4-FFF2-40B4-BE49-F238E27FC236}">
                      <a16:creationId xmlns:a16="http://schemas.microsoft.com/office/drawing/2014/main" id="{C2E44420-B2E2-16CE-6B72-DB8366C4247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9" name="Rectangle: Rounded Corners 2098">
                  <a:extLst>
                    <a:ext uri="{FF2B5EF4-FFF2-40B4-BE49-F238E27FC236}">
                      <a16:creationId xmlns:a16="http://schemas.microsoft.com/office/drawing/2014/main" id="{760CA143-9161-63C0-ACFB-B07C83E56A3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0" name="Rectangle: Rounded Corners 2099">
                  <a:extLst>
                    <a:ext uri="{FF2B5EF4-FFF2-40B4-BE49-F238E27FC236}">
                      <a16:creationId xmlns:a16="http://schemas.microsoft.com/office/drawing/2014/main" id="{FFC50700-1181-8EA5-0FC7-D90FF4B37EB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1" name="Rectangle: Rounded Corners 2100">
                  <a:extLst>
                    <a:ext uri="{FF2B5EF4-FFF2-40B4-BE49-F238E27FC236}">
                      <a16:creationId xmlns:a16="http://schemas.microsoft.com/office/drawing/2014/main" id="{936BBE6F-8DAC-2EB0-EE89-1E341F62CE6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2" name="Rectangle: Rounded Corners 2101">
                  <a:extLst>
                    <a:ext uri="{FF2B5EF4-FFF2-40B4-BE49-F238E27FC236}">
                      <a16:creationId xmlns:a16="http://schemas.microsoft.com/office/drawing/2014/main" id="{BA77BB84-054E-AF9B-C09A-7124BBD6695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3" name="Rectangle: Rounded Corners 2102">
                  <a:extLst>
                    <a:ext uri="{FF2B5EF4-FFF2-40B4-BE49-F238E27FC236}">
                      <a16:creationId xmlns:a16="http://schemas.microsoft.com/office/drawing/2014/main" id="{5320478B-A810-4656-C829-6A01563E214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4" name="Rectangle: Rounded Corners 2103">
                  <a:extLst>
                    <a:ext uri="{FF2B5EF4-FFF2-40B4-BE49-F238E27FC236}">
                      <a16:creationId xmlns:a16="http://schemas.microsoft.com/office/drawing/2014/main" id="{C4020655-1257-D154-B764-C1ECE39EEDB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88" name="Group 2087">
                <a:extLst>
                  <a:ext uri="{FF2B5EF4-FFF2-40B4-BE49-F238E27FC236}">
                    <a16:creationId xmlns:a16="http://schemas.microsoft.com/office/drawing/2014/main" id="{216BA890-53D3-06FA-5073-426241550F79}"/>
                  </a:ext>
                </a:extLst>
              </p:cNvPr>
              <p:cNvGrpSpPr/>
              <p:nvPr/>
            </p:nvGrpSpPr>
            <p:grpSpPr>
              <a:xfrm>
                <a:off x="3967163" y="5983284"/>
                <a:ext cx="2177954" cy="203200"/>
                <a:chOff x="4411662" y="1266827"/>
                <a:chExt cx="2177954" cy="203200"/>
              </a:xfrm>
              <a:solidFill>
                <a:schemeClr val="tx1"/>
              </a:solidFill>
            </p:grpSpPr>
            <p:sp>
              <p:nvSpPr>
                <p:cNvPr id="2089" name="Rectangle: Rounded Corners 2088">
                  <a:extLst>
                    <a:ext uri="{FF2B5EF4-FFF2-40B4-BE49-F238E27FC236}">
                      <a16:creationId xmlns:a16="http://schemas.microsoft.com/office/drawing/2014/main" id="{650489D8-D69C-4DDD-16AE-5019C0780DA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0" name="Rectangle: Rounded Corners 2089">
                  <a:extLst>
                    <a:ext uri="{FF2B5EF4-FFF2-40B4-BE49-F238E27FC236}">
                      <a16:creationId xmlns:a16="http://schemas.microsoft.com/office/drawing/2014/main" id="{628CC15F-48D8-67D0-E6C0-A4C6342A5CA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1" name="Rectangle: Rounded Corners 2090">
                  <a:extLst>
                    <a:ext uri="{FF2B5EF4-FFF2-40B4-BE49-F238E27FC236}">
                      <a16:creationId xmlns:a16="http://schemas.microsoft.com/office/drawing/2014/main" id="{A7F784E0-ACD5-9E0C-AE68-8E6FD83780F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2" name="Rectangle: Rounded Corners 2091">
                  <a:extLst>
                    <a:ext uri="{FF2B5EF4-FFF2-40B4-BE49-F238E27FC236}">
                      <a16:creationId xmlns:a16="http://schemas.microsoft.com/office/drawing/2014/main" id="{64E1D8ED-DD81-2A17-0505-6D2BF39DB38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3" name="Rectangle: Rounded Corners 2092">
                  <a:extLst>
                    <a:ext uri="{FF2B5EF4-FFF2-40B4-BE49-F238E27FC236}">
                      <a16:creationId xmlns:a16="http://schemas.microsoft.com/office/drawing/2014/main" id="{E6A61B4F-B0A0-2AB2-CC43-F0B002A9433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4" name="Rectangle: Rounded Corners 2093">
                  <a:extLst>
                    <a:ext uri="{FF2B5EF4-FFF2-40B4-BE49-F238E27FC236}">
                      <a16:creationId xmlns:a16="http://schemas.microsoft.com/office/drawing/2014/main" id="{F821B6ED-24F4-37EA-855B-DCB2F1D9AB7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5" name="Rectangle: Rounded Corners 2094">
                  <a:extLst>
                    <a:ext uri="{FF2B5EF4-FFF2-40B4-BE49-F238E27FC236}">
                      <a16:creationId xmlns:a16="http://schemas.microsoft.com/office/drawing/2014/main" id="{099F09C3-6F21-B6B3-3FE2-352853C2ADF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6" name="Rectangle: Rounded Corners 2095">
                  <a:extLst>
                    <a:ext uri="{FF2B5EF4-FFF2-40B4-BE49-F238E27FC236}">
                      <a16:creationId xmlns:a16="http://schemas.microsoft.com/office/drawing/2014/main" id="{C504756B-FFAF-1E96-8DD9-6EC4EE169EE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6" name="Group 1945">
              <a:extLst>
                <a:ext uri="{FF2B5EF4-FFF2-40B4-BE49-F238E27FC236}">
                  <a16:creationId xmlns:a16="http://schemas.microsoft.com/office/drawing/2014/main" id="{4AB69931-28F9-93DE-19F7-1EB37A13E283}"/>
                </a:ext>
              </a:extLst>
            </p:cNvPr>
            <p:cNvGrpSpPr/>
            <p:nvPr/>
          </p:nvGrpSpPr>
          <p:grpSpPr>
            <a:xfrm>
              <a:off x="10965073" y="4130677"/>
              <a:ext cx="2324893" cy="2055807"/>
              <a:chOff x="3967162" y="4130677"/>
              <a:chExt cx="2324893" cy="2055807"/>
            </a:xfrm>
          </p:grpSpPr>
          <p:sp>
            <p:nvSpPr>
              <p:cNvPr id="2067" name="Rectangle: Rounded Corners 2066">
                <a:extLst>
                  <a:ext uri="{FF2B5EF4-FFF2-40B4-BE49-F238E27FC236}">
                    <a16:creationId xmlns:a16="http://schemas.microsoft.com/office/drawing/2014/main" id="{F3EF2A54-9758-C31E-24DF-78D1D53728A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68" name="Group 2067">
                <a:extLst>
                  <a:ext uri="{FF2B5EF4-FFF2-40B4-BE49-F238E27FC236}">
                    <a16:creationId xmlns:a16="http://schemas.microsoft.com/office/drawing/2014/main" id="{F550FA32-E576-408A-D53C-949A93C142D0}"/>
                  </a:ext>
                </a:extLst>
              </p:cNvPr>
              <p:cNvGrpSpPr/>
              <p:nvPr/>
            </p:nvGrpSpPr>
            <p:grpSpPr>
              <a:xfrm>
                <a:off x="3967162" y="4130677"/>
                <a:ext cx="2177954" cy="203200"/>
                <a:chOff x="4411662" y="1266827"/>
                <a:chExt cx="2177954" cy="203200"/>
              </a:xfrm>
              <a:solidFill>
                <a:schemeClr val="tx1"/>
              </a:solidFill>
            </p:grpSpPr>
            <p:sp>
              <p:nvSpPr>
                <p:cNvPr id="2078" name="Rectangle: Rounded Corners 2077">
                  <a:extLst>
                    <a:ext uri="{FF2B5EF4-FFF2-40B4-BE49-F238E27FC236}">
                      <a16:creationId xmlns:a16="http://schemas.microsoft.com/office/drawing/2014/main" id="{6D2C9190-16D5-31EB-207C-CDA6CC639A6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9" name="Rectangle: Rounded Corners 2078">
                  <a:extLst>
                    <a:ext uri="{FF2B5EF4-FFF2-40B4-BE49-F238E27FC236}">
                      <a16:creationId xmlns:a16="http://schemas.microsoft.com/office/drawing/2014/main" id="{106EA23A-EF6B-306B-379D-71B8DFA157A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0" name="Rectangle: Rounded Corners 2079">
                  <a:extLst>
                    <a:ext uri="{FF2B5EF4-FFF2-40B4-BE49-F238E27FC236}">
                      <a16:creationId xmlns:a16="http://schemas.microsoft.com/office/drawing/2014/main" id="{3832E2F4-A46B-9DFD-9241-22FB43848A7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1" name="Rectangle: Rounded Corners 2080">
                  <a:extLst>
                    <a:ext uri="{FF2B5EF4-FFF2-40B4-BE49-F238E27FC236}">
                      <a16:creationId xmlns:a16="http://schemas.microsoft.com/office/drawing/2014/main" id="{20323112-07C0-D7FC-9DB7-7C0604B0EBD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2" name="Rectangle: Rounded Corners 2081">
                  <a:extLst>
                    <a:ext uri="{FF2B5EF4-FFF2-40B4-BE49-F238E27FC236}">
                      <a16:creationId xmlns:a16="http://schemas.microsoft.com/office/drawing/2014/main" id="{8A3E7DF2-F347-C041-7BE1-87EFE388A79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3" name="Rectangle: Rounded Corners 2082">
                  <a:extLst>
                    <a:ext uri="{FF2B5EF4-FFF2-40B4-BE49-F238E27FC236}">
                      <a16:creationId xmlns:a16="http://schemas.microsoft.com/office/drawing/2014/main" id="{99E14B73-F78A-08B4-F575-25A0B6A7456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4" name="Rectangle: Rounded Corners 2083">
                  <a:extLst>
                    <a:ext uri="{FF2B5EF4-FFF2-40B4-BE49-F238E27FC236}">
                      <a16:creationId xmlns:a16="http://schemas.microsoft.com/office/drawing/2014/main" id="{B729EE4B-ACA3-F223-7A78-775C8F9EF87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5" name="Rectangle: Rounded Corners 2084">
                  <a:extLst>
                    <a:ext uri="{FF2B5EF4-FFF2-40B4-BE49-F238E27FC236}">
                      <a16:creationId xmlns:a16="http://schemas.microsoft.com/office/drawing/2014/main" id="{A2366F05-72C0-5842-3280-00FEC7021AE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69" name="Group 2068">
                <a:extLst>
                  <a:ext uri="{FF2B5EF4-FFF2-40B4-BE49-F238E27FC236}">
                    <a16:creationId xmlns:a16="http://schemas.microsoft.com/office/drawing/2014/main" id="{08F6D617-9B5D-A826-74A2-86BF8B6A4CE5}"/>
                  </a:ext>
                </a:extLst>
              </p:cNvPr>
              <p:cNvGrpSpPr/>
              <p:nvPr/>
            </p:nvGrpSpPr>
            <p:grpSpPr>
              <a:xfrm>
                <a:off x="3967163" y="5983284"/>
                <a:ext cx="2177954" cy="203200"/>
                <a:chOff x="4411662" y="1266827"/>
                <a:chExt cx="2177954" cy="203200"/>
              </a:xfrm>
              <a:solidFill>
                <a:schemeClr val="tx1"/>
              </a:solidFill>
            </p:grpSpPr>
            <p:sp>
              <p:nvSpPr>
                <p:cNvPr id="2070" name="Rectangle: Rounded Corners 2069">
                  <a:extLst>
                    <a:ext uri="{FF2B5EF4-FFF2-40B4-BE49-F238E27FC236}">
                      <a16:creationId xmlns:a16="http://schemas.microsoft.com/office/drawing/2014/main" id="{30160C88-B2D3-3FC4-DFAC-5CCB1FDD57C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1" name="Rectangle: Rounded Corners 2070">
                  <a:extLst>
                    <a:ext uri="{FF2B5EF4-FFF2-40B4-BE49-F238E27FC236}">
                      <a16:creationId xmlns:a16="http://schemas.microsoft.com/office/drawing/2014/main" id="{18239650-C65E-7CAF-B6D3-BE04BD7E239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2" name="Rectangle: Rounded Corners 2071">
                  <a:extLst>
                    <a:ext uri="{FF2B5EF4-FFF2-40B4-BE49-F238E27FC236}">
                      <a16:creationId xmlns:a16="http://schemas.microsoft.com/office/drawing/2014/main" id="{2510290E-033B-CCCB-62CB-DAB56D4FDDC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3" name="Rectangle: Rounded Corners 2072">
                  <a:extLst>
                    <a:ext uri="{FF2B5EF4-FFF2-40B4-BE49-F238E27FC236}">
                      <a16:creationId xmlns:a16="http://schemas.microsoft.com/office/drawing/2014/main" id="{40AA1626-6F95-15EF-6CF1-993328B588F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4" name="Rectangle: Rounded Corners 2073">
                  <a:extLst>
                    <a:ext uri="{FF2B5EF4-FFF2-40B4-BE49-F238E27FC236}">
                      <a16:creationId xmlns:a16="http://schemas.microsoft.com/office/drawing/2014/main" id="{6163C110-46C5-7D5A-9B64-CDFFECD59EE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5" name="Rectangle: Rounded Corners 2074">
                  <a:extLst>
                    <a:ext uri="{FF2B5EF4-FFF2-40B4-BE49-F238E27FC236}">
                      <a16:creationId xmlns:a16="http://schemas.microsoft.com/office/drawing/2014/main" id="{DF4D1BFE-AB7A-89F1-62BE-EF43A128B30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6" name="Rectangle: Rounded Corners 2075">
                  <a:extLst>
                    <a:ext uri="{FF2B5EF4-FFF2-40B4-BE49-F238E27FC236}">
                      <a16:creationId xmlns:a16="http://schemas.microsoft.com/office/drawing/2014/main" id="{AA54B2D9-E823-2C75-CE53-D4A3D135153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7" name="Rectangle: Rounded Corners 2076">
                  <a:extLst>
                    <a:ext uri="{FF2B5EF4-FFF2-40B4-BE49-F238E27FC236}">
                      <a16:creationId xmlns:a16="http://schemas.microsoft.com/office/drawing/2014/main" id="{13D32CDA-327F-9F7C-CB65-D2693D0E4E1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7" name="Group 1946">
              <a:extLst>
                <a:ext uri="{FF2B5EF4-FFF2-40B4-BE49-F238E27FC236}">
                  <a16:creationId xmlns:a16="http://schemas.microsoft.com/office/drawing/2014/main" id="{61A0FC6D-098D-F49B-08C3-B085EEA82779}"/>
                </a:ext>
              </a:extLst>
            </p:cNvPr>
            <p:cNvGrpSpPr/>
            <p:nvPr/>
          </p:nvGrpSpPr>
          <p:grpSpPr>
            <a:xfrm>
              <a:off x="13297710" y="4130677"/>
              <a:ext cx="2324893" cy="2055807"/>
              <a:chOff x="3967162" y="4130677"/>
              <a:chExt cx="2324893" cy="2055807"/>
            </a:xfrm>
          </p:grpSpPr>
          <p:sp>
            <p:nvSpPr>
              <p:cNvPr id="2048" name="Rectangle: Rounded Corners 2047">
                <a:extLst>
                  <a:ext uri="{FF2B5EF4-FFF2-40B4-BE49-F238E27FC236}">
                    <a16:creationId xmlns:a16="http://schemas.microsoft.com/office/drawing/2014/main" id="{A2AD5048-E2CB-F382-D218-7A3DEF16EE7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49" name="Group 2048">
                <a:extLst>
                  <a:ext uri="{FF2B5EF4-FFF2-40B4-BE49-F238E27FC236}">
                    <a16:creationId xmlns:a16="http://schemas.microsoft.com/office/drawing/2014/main" id="{0E38A85F-0DDE-4A9B-420B-D3F3A34EE788}"/>
                  </a:ext>
                </a:extLst>
              </p:cNvPr>
              <p:cNvGrpSpPr/>
              <p:nvPr/>
            </p:nvGrpSpPr>
            <p:grpSpPr>
              <a:xfrm>
                <a:off x="3967162" y="4130677"/>
                <a:ext cx="2177954" cy="203200"/>
                <a:chOff x="4411662" y="1266827"/>
                <a:chExt cx="2177954" cy="203200"/>
              </a:xfrm>
              <a:solidFill>
                <a:schemeClr val="tx1"/>
              </a:solidFill>
            </p:grpSpPr>
            <p:sp>
              <p:nvSpPr>
                <p:cNvPr id="2059" name="Rectangle: Rounded Corners 2058">
                  <a:extLst>
                    <a:ext uri="{FF2B5EF4-FFF2-40B4-BE49-F238E27FC236}">
                      <a16:creationId xmlns:a16="http://schemas.microsoft.com/office/drawing/2014/main" id="{5C51B765-298E-FB19-4897-7D9D88180E2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0" name="Rectangle: Rounded Corners 2059">
                  <a:extLst>
                    <a:ext uri="{FF2B5EF4-FFF2-40B4-BE49-F238E27FC236}">
                      <a16:creationId xmlns:a16="http://schemas.microsoft.com/office/drawing/2014/main" id="{4E9D25CA-61B3-2BC1-41B3-84C202E9274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1" name="Rectangle: Rounded Corners 2060">
                  <a:extLst>
                    <a:ext uri="{FF2B5EF4-FFF2-40B4-BE49-F238E27FC236}">
                      <a16:creationId xmlns:a16="http://schemas.microsoft.com/office/drawing/2014/main" id="{D7E333FC-E672-E433-79D8-81EFC7D955D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2" name="Rectangle: Rounded Corners 2061">
                  <a:extLst>
                    <a:ext uri="{FF2B5EF4-FFF2-40B4-BE49-F238E27FC236}">
                      <a16:creationId xmlns:a16="http://schemas.microsoft.com/office/drawing/2014/main" id="{402701E6-DA93-4B35-F8F8-F8C503A3BAC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3" name="Rectangle: Rounded Corners 2062">
                  <a:extLst>
                    <a:ext uri="{FF2B5EF4-FFF2-40B4-BE49-F238E27FC236}">
                      <a16:creationId xmlns:a16="http://schemas.microsoft.com/office/drawing/2014/main" id="{F44C55F2-131F-1F0A-59F9-A12CA04C6B3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4" name="Rectangle: Rounded Corners 2063">
                  <a:extLst>
                    <a:ext uri="{FF2B5EF4-FFF2-40B4-BE49-F238E27FC236}">
                      <a16:creationId xmlns:a16="http://schemas.microsoft.com/office/drawing/2014/main" id="{5811DBB1-522F-5A74-A783-6672378C10C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5" name="Rectangle: Rounded Corners 2064">
                  <a:extLst>
                    <a:ext uri="{FF2B5EF4-FFF2-40B4-BE49-F238E27FC236}">
                      <a16:creationId xmlns:a16="http://schemas.microsoft.com/office/drawing/2014/main" id="{9F0D5C44-C7E0-E63E-C610-3076D78B961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6" name="Rectangle: Rounded Corners 2065">
                  <a:extLst>
                    <a:ext uri="{FF2B5EF4-FFF2-40B4-BE49-F238E27FC236}">
                      <a16:creationId xmlns:a16="http://schemas.microsoft.com/office/drawing/2014/main" id="{29AFEC18-0C63-5F37-E1AE-A357E68E992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50" name="Group 2049">
                <a:extLst>
                  <a:ext uri="{FF2B5EF4-FFF2-40B4-BE49-F238E27FC236}">
                    <a16:creationId xmlns:a16="http://schemas.microsoft.com/office/drawing/2014/main" id="{25313662-91E4-0945-A9D7-C23C6769A6E7}"/>
                  </a:ext>
                </a:extLst>
              </p:cNvPr>
              <p:cNvGrpSpPr/>
              <p:nvPr/>
            </p:nvGrpSpPr>
            <p:grpSpPr>
              <a:xfrm>
                <a:off x="3967163" y="5983284"/>
                <a:ext cx="2177954" cy="203200"/>
                <a:chOff x="4411662" y="1266827"/>
                <a:chExt cx="2177954" cy="203200"/>
              </a:xfrm>
              <a:solidFill>
                <a:schemeClr val="tx1"/>
              </a:solidFill>
            </p:grpSpPr>
            <p:sp>
              <p:nvSpPr>
                <p:cNvPr id="2051" name="Rectangle: Rounded Corners 2050">
                  <a:extLst>
                    <a:ext uri="{FF2B5EF4-FFF2-40B4-BE49-F238E27FC236}">
                      <a16:creationId xmlns:a16="http://schemas.microsoft.com/office/drawing/2014/main" id="{5654DCC0-1B2A-B504-BC0F-1C9BEE68873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2" name="Rectangle: Rounded Corners 2051">
                  <a:extLst>
                    <a:ext uri="{FF2B5EF4-FFF2-40B4-BE49-F238E27FC236}">
                      <a16:creationId xmlns:a16="http://schemas.microsoft.com/office/drawing/2014/main" id="{464B9AF4-7C75-3B56-01A8-5915E73B81B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3" name="Rectangle: Rounded Corners 2052">
                  <a:extLst>
                    <a:ext uri="{FF2B5EF4-FFF2-40B4-BE49-F238E27FC236}">
                      <a16:creationId xmlns:a16="http://schemas.microsoft.com/office/drawing/2014/main" id="{15D7324F-15DD-4F22-81C9-B5D1C1042D6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4" name="Rectangle: Rounded Corners 2053">
                  <a:extLst>
                    <a:ext uri="{FF2B5EF4-FFF2-40B4-BE49-F238E27FC236}">
                      <a16:creationId xmlns:a16="http://schemas.microsoft.com/office/drawing/2014/main" id="{3F2CD387-35C0-B615-2974-AACB8CD2ABC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5" name="Rectangle: Rounded Corners 2054">
                  <a:extLst>
                    <a:ext uri="{FF2B5EF4-FFF2-40B4-BE49-F238E27FC236}">
                      <a16:creationId xmlns:a16="http://schemas.microsoft.com/office/drawing/2014/main" id="{EBA4502C-C977-A888-8226-9935EA8DD03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6" name="Rectangle: Rounded Corners 2055">
                  <a:extLst>
                    <a:ext uri="{FF2B5EF4-FFF2-40B4-BE49-F238E27FC236}">
                      <a16:creationId xmlns:a16="http://schemas.microsoft.com/office/drawing/2014/main" id="{0CBE8900-4A07-35B7-9E22-1B2ED038A2E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7" name="Rectangle: Rounded Corners 2056">
                  <a:extLst>
                    <a:ext uri="{FF2B5EF4-FFF2-40B4-BE49-F238E27FC236}">
                      <a16:creationId xmlns:a16="http://schemas.microsoft.com/office/drawing/2014/main" id="{46719165-B4E4-7EFC-78AF-D4455AE3AFD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8" name="Rectangle: Rounded Corners 2057">
                  <a:extLst>
                    <a:ext uri="{FF2B5EF4-FFF2-40B4-BE49-F238E27FC236}">
                      <a16:creationId xmlns:a16="http://schemas.microsoft.com/office/drawing/2014/main" id="{5A46F188-41D9-2BA0-5307-5ABD5FC65C0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8" name="Group 1947">
              <a:extLst>
                <a:ext uri="{FF2B5EF4-FFF2-40B4-BE49-F238E27FC236}">
                  <a16:creationId xmlns:a16="http://schemas.microsoft.com/office/drawing/2014/main" id="{BB87216D-971D-8778-01C3-CF8D41FC64A3}"/>
                </a:ext>
              </a:extLst>
            </p:cNvPr>
            <p:cNvGrpSpPr/>
            <p:nvPr/>
          </p:nvGrpSpPr>
          <p:grpSpPr>
            <a:xfrm>
              <a:off x="15630347" y="4130677"/>
              <a:ext cx="2324893" cy="2055807"/>
              <a:chOff x="3967162" y="4130677"/>
              <a:chExt cx="2324893" cy="2055807"/>
            </a:xfrm>
          </p:grpSpPr>
          <p:sp>
            <p:nvSpPr>
              <p:cNvPr id="2029" name="Rectangle: Rounded Corners 2028">
                <a:extLst>
                  <a:ext uri="{FF2B5EF4-FFF2-40B4-BE49-F238E27FC236}">
                    <a16:creationId xmlns:a16="http://schemas.microsoft.com/office/drawing/2014/main" id="{2289BC1E-AD16-F3A5-D662-F510FABD29C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30" name="Group 2029">
                <a:extLst>
                  <a:ext uri="{FF2B5EF4-FFF2-40B4-BE49-F238E27FC236}">
                    <a16:creationId xmlns:a16="http://schemas.microsoft.com/office/drawing/2014/main" id="{65622080-C467-DA44-FD05-E66ABA29CE35}"/>
                  </a:ext>
                </a:extLst>
              </p:cNvPr>
              <p:cNvGrpSpPr/>
              <p:nvPr/>
            </p:nvGrpSpPr>
            <p:grpSpPr>
              <a:xfrm>
                <a:off x="3967162" y="4130677"/>
                <a:ext cx="2177954" cy="203200"/>
                <a:chOff x="4411662" y="1266827"/>
                <a:chExt cx="2177954" cy="203200"/>
              </a:xfrm>
              <a:solidFill>
                <a:schemeClr val="tx1"/>
              </a:solidFill>
            </p:grpSpPr>
            <p:sp>
              <p:nvSpPr>
                <p:cNvPr id="2040" name="Rectangle: Rounded Corners 2039">
                  <a:extLst>
                    <a:ext uri="{FF2B5EF4-FFF2-40B4-BE49-F238E27FC236}">
                      <a16:creationId xmlns:a16="http://schemas.microsoft.com/office/drawing/2014/main" id="{27E49715-62AA-FA80-6612-6DCCFB9E57D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1" name="Rectangle: Rounded Corners 2040">
                  <a:extLst>
                    <a:ext uri="{FF2B5EF4-FFF2-40B4-BE49-F238E27FC236}">
                      <a16:creationId xmlns:a16="http://schemas.microsoft.com/office/drawing/2014/main" id="{A65EC515-B38C-909B-8439-9E84D684077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2" name="Rectangle: Rounded Corners 2041">
                  <a:extLst>
                    <a:ext uri="{FF2B5EF4-FFF2-40B4-BE49-F238E27FC236}">
                      <a16:creationId xmlns:a16="http://schemas.microsoft.com/office/drawing/2014/main" id="{80133218-F050-0B76-A521-66FA49FF266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3" name="Rectangle: Rounded Corners 2042">
                  <a:extLst>
                    <a:ext uri="{FF2B5EF4-FFF2-40B4-BE49-F238E27FC236}">
                      <a16:creationId xmlns:a16="http://schemas.microsoft.com/office/drawing/2014/main" id="{4593C16B-B9BE-C1D9-4CEC-AD6234E4E3C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4" name="Rectangle: Rounded Corners 2043">
                  <a:extLst>
                    <a:ext uri="{FF2B5EF4-FFF2-40B4-BE49-F238E27FC236}">
                      <a16:creationId xmlns:a16="http://schemas.microsoft.com/office/drawing/2014/main" id="{11726F1D-C37E-FD51-CB4E-447517E0835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5" name="Rectangle: Rounded Corners 2044">
                  <a:extLst>
                    <a:ext uri="{FF2B5EF4-FFF2-40B4-BE49-F238E27FC236}">
                      <a16:creationId xmlns:a16="http://schemas.microsoft.com/office/drawing/2014/main" id="{DFE927C8-8346-0CBC-F47C-E3A4A3DE2B3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6" name="Rectangle: Rounded Corners 2045">
                  <a:extLst>
                    <a:ext uri="{FF2B5EF4-FFF2-40B4-BE49-F238E27FC236}">
                      <a16:creationId xmlns:a16="http://schemas.microsoft.com/office/drawing/2014/main" id="{9FED611C-9688-1F49-CA90-3BE06BF86C6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7" name="Rectangle: Rounded Corners 2046">
                  <a:extLst>
                    <a:ext uri="{FF2B5EF4-FFF2-40B4-BE49-F238E27FC236}">
                      <a16:creationId xmlns:a16="http://schemas.microsoft.com/office/drawing/2014/main" id="{63722A50-B280-EE46-BF13-9FE74C80959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31" name="Group 2030">
                <a:extLst>
                  <a:ext uri="{FF2B5EF4-FFF2-40B4-BE49-F238E27FC236}">
                    <a16:creationId xmlns:a16="http://schemas.microsoft.com/office/drawing/2014/main" id="{D12D1CF2-120B-EF46-D9D2-68F1276E8EE8}"/>
                  </a:ext>
                </a:extLst>
              </p:cNvPr>
              <p:cNvGrpSpPr/>
              <p:nvPr/>
            </p:nvGrpSpPr>
            <p:grpSpPr>
              <a:xfrm>
                <a:off x="3967163" y="5983284"/>
                <a:ext cx="2177954" cy="203200"/>
                <a:chOff x="4411662" y="1266827"/>
                <a:chExt cx="2177954" cy="203200"/>
              </a:xfrm>
              <a:solidFill>
                <a:schemeClr val="tx1"/>
              </a:solidFill>
            </p:grpSpPr>
            <p:sp>
              <p:nvSpPr>
                <p:cNvPr id="2032" name="Rectangle: Rounded Corners 2031">
                  <a:extLst>
                    <a:ext uri="{FF2B5EF4-FFF2-40B4-BE49-F238E27FC236}">
                      <a16:creationId xmlns:a16="http://schemas.microsoft.com/office/drawing/2014/main" id="{E618A6A2-C049-D83F-2B20-34332E3C1BB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3" name="Rectangle: Rounded Corners 2032">
                  <a:extLst>
                    <a:ext uri="{FF2B5EF4-FFF2-40B4-BE49-F238E27FC236}">
                      <a16:creationId xmlns:a16="http://schemas.microsoft.com/office/drawing/2014/main" id="{B20FC699-1949-86D0-AB12-DEA3C25CD7C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4" name="Rectangle: Rounded Corners 2033">
                  <a:extLst>
                    <a:ext uri="{FF2B5EF4-FFF2-40B4-BE49-F238E27FC236}">
                      <a16:creationId xmlns:a16="http://schemas.microsoft.com/office/drawing/2014/main" id="{281C1323-4058-632B-283D-F77C4E186AB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5" name="Rectangle: Rounded Corners 2034">
                  <a:extLst>
                    <a:ext uri="{FF2B5EF4-FFF2-40B4-BE49-F238E27FC236}">
                      <a16:creationId xmlns:a16="http://schemas.microsoft.com/office/drawing/2014/main" id="{887CB14B-26CA-8F7F-A8B8-F3C2408AC26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6" name="Rectangle: Rounded Corners 2035">
                  <a:extLst>
                    <a:ext uri="{FF2B5EF4-FFF2-40B4-BE49-F238E27FC236}">
                      <a16:creationId xmlns:a16="http://schemas.microsoft.com/office/drawing/2014/main" id="{49AC06A7-E82D-E73F-626C-B793080E60F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7" name="Rectangle: Rounded Corners 2036">
                  <a:extLst>
                    <a:ext uri="{FF2B5EF4-FFF2-40B4-BE49-F238E27FC236}">
                      <a16:creationId xmlns:a16="http://schemas.microsoft.com/office/drawing/2014/main" id="{39BD4E10-F520-8FCC-802F-AFD5930424D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8" name="Rectangle: Rounded Corners 2037">
                  <a:extLst>
                    <a:ext uri="{FF2B5EF4-FFF2-40B4-BE49-F238E27FC236}">
                      <a16:creationId xmlns:a16="http://schemas.microsoft.com/office/drawing/2014/main" id="{B5B2B160-2177-B05F-F0AF-6276625965C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9" name="Rectangle: Rounded Corners 2038">
                  <a:extLst>
                    <a:ext uri="{FF2B5EF4-FFF2-40B4-BE49-F238E27FC236}">
                      <a16:creationId xmlns:a16="http://schemas.microsoft.com/office/drawing/2014/main" id="{2DDFE975-8236-DDED-B586-046426EDCD5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9" name="Group 1948">
              <a:extLst>
                <a:ext uri="{FF2B5EF4-FFF2-40B4-BE49-F238E27FC236}">
                  <a16:creationId xmlns:a16="http://schemas.microsoft.com/office/drawing/2014/main" id="{0A8E9BCD-383A-4C74-4A3B-674755A2F598}"/>
                </a:ext>
              </a:extLst>
            </p:cNvPr>
            <p:cNvGrpSpPr/>
            <p:nvPr/>
          </p:nvGrpSpPr>
          <p:grpSpPr>
            <a:xfrm>
              <a:off x="17962984" y="4130677"/>
              <a:ext cx="2324893" cy="2055807"/>
              <a:chOff x="3967162" y="4130677"/>
              <a:chExt cx="2324893" cy="2055807"/>
            </a:xfrm>
          </p:grpSpPr>
          <p:sp>
            <p:nvSpPr>
              <p:cNvPr id="2010" name="Rectangle: Rounded Corners 2009">
                <a:extLst>
                  <a:ext uri="{FF2B5EF4-FFF2-40B4-BE49-F238E27FC236}">
                    <a16:creationId xmlns:a16="http://schemas.microsoft.com/office/drawing/2014/main" id="{A44B3E89-C248-E9F4-8798-704484CE42B2}"/>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11" name="Group 2010">
                <a:extLst>
                  <a:ext uri="{FF2B5EF4-FFF2-40B4-BE49-F238E27FC236}">
                    <a16:creationId xmlns:a16="http://schemas.microsoft.com/office/drawing/2014/main" id="{3E295092-5A15-4D7D-D9C2-486A3B5FC372}"/>
                  </a:ext>
                </a:extLst>
              </p:cNvPr>
              <p:cNvGrpSpPr/>
              <p:nvPr/>
            </p:nvGrpSpPr>
            <p:grpSpPr>
              <a:xfrm>
                <a:off x="3967162" y="4130677"/>
                <a:ext cx="2177954" cy="203200"/>
                <a:chOff x="4411662" y="1266827"/>
                <a:chExt cx="2177954" cy="203200"/>
              </a:xfrm>
              <a:solidFill>
                <a:schemeClr val="tx1"/>
              </a:solidFill>
            </p:grpSpPr>
            <p:sp>
              <p:nvSpPr>
                <p:cNvPr id="2021" name="Rectangle: Rounded Corners 2020">
                  <a:extLst>
                    <a:ext uri="{FF2B5EF4-FFF2-40B4-BE49-F238E27FC236}">
                      <a16:creationId xmlns:a16="http://schemas.microsoft.com/office/drawing/2014/main" id="{327E1BD0-E23D-ACDF-A835-27B6E166414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2" name="Rectangle: Rounded Corners 2021">
                  <a:extLst>
                    <a:ext uri="{FF2B5EF4-FFF2-40B4-BE49-F238E27FC236}">
                      <a16:creationId xmlns:a16="http://schemas.microsoft.com/office/drawing/2014/main" id="{38F977A6-D7EF-1C99-8BD5-15C13E5520F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3" name="Rectangle: Rounded Corners 2022">
                  <a:extLst>
                    <a:ext uri="{FF2B5EF4-FFF2-40B4-BE49-F238E27FC236}">
                      <a16:creationId xmlns:a16="http://schemas.microsoft.com/office/drawing/2014/main" id="{1A5158AB-7414-C203-9988-EA82E2B0DF5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4" name="Rectangle: Rounded Corners 2023">
                  <a:extLst>
                    <a:ext uri="{FF2B5EF4-FFF2-40B4-BE49-F238E27FC236}">
                      <a16:creationId xmlns:a16="http://schemas.microsoft.com/office/drawing/2014/main" id="{614B25CC-CA29-076B-EB0D-7D8D5F1DF71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5" name="Rectangle: Rounded Corners 2024">
                  <a:extLst>
                    <a:ext uri="{FF2B5EF4-FFF2-40B4-BE49-F238E27FC236}">
                      <a16:creationId xmlns:a16="http://schemas.microsoft.com/office/drawing/2014/main" id="{3C3A417D-E71B-01AF-C9B2-603A28E1A91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6" name="Rectangle: Rounded Corners 2025">
                  <a:extLst>
                    <a:ext uri="{FF2B5EF4-FFF2-40B4-BE49-F238E27FC236}">
                      <a16:creationId xmlns:a16="http://schemas.microsoft.com/office/drawing/2014/main" id="{B542BC4E-62CF-1921-BF76-B30444574D6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7" name="Rectangle: Rounded Corners 2026">
                  <a:extLst>
                    <a:ext uri="{FF2B5EF4-FFF2-40B4-BE49-F238E27FC236}">
                      <a16:creationId xmlns:a16="http://schemas.microsoft.com/office/drawing/2014/main" id="{26AFB8AB-0D1C-E915-C890-6878DD85654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8" name="Rectangle: Rounded Corners 2027">
                  <a:extLst>
                    <a:ext uri="{FF2B5EF4-FFF2-40B4-BE49-F238E27FC236}">
                      <a16:creationId xmlns:a16="http://schemas.microsoft.com/office/drawing/2014/main" id="{4ADB59EE-FB5D-7C74-A293-F003C43CFC7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12" name="Group 2011">
                <a:extLst>
                  <a:ext uri="{FF2B5EF4-FFF2-40B4-BE49-F238E27FC236}">
                    <a16:creationId xmlns:a16="http://schemas.microsoft.com/office/drawing/2014/main" id="{7F0AA7E0-D5BA-3F66-681A-31949BDE329C}"/>
                  </a:ext>
                </a:extLst>
              </p:cNvPr>
              <p:cNvGrpSpPr/>
              <p:nvPr/>
            </p:nvGrpSpPr>
            <p:grpSpPr>
              <a:xfrm>
                <a:off x="3967163" y="5983284"/>
                <a:ext cx="2177954" cy="203200"/>
                <a:chOff x="4411662" y="1266827"/>
                <a:chExt cx="2177954" cy="203200"/>
              </a:xfrm>
              <a:solidFill>
                <a:schemeClr val="tx1"/>
              </a:solidFill>
            </p:grpSpPr>
            <p:sp>
              <p:nvSpPr>
                <p:cNvPr id="2013" name="Rectangle: Rounded Corners 2012">
                  <a:extLst>
                    <a:ext uri="{FF2B5EF4-FFF2-40B4-BE49-F238E27FC236}">
                      <a16:creationId xmlns:a16="http://schemas.microsoft.com/office/drawing/2014/main" id="{E5A678E5-9E0C-33DD-E719-16E3AC2556D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4" name="Rectangle: Rounded Corners 2013">
                  <a:extLst>
                    <a:ext uri="{FF2B5EF4-FFF2-40B4-BE49-F238E27FC236}">
                      <a16:creationId xmlns:a16="http://schemas.microsoft.com/office/drawing/2014/main" id="{BFDAC1A3-6781-7CA6-E134-7C2B94C171F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5" name="Rectangle: Rounded Corners 2014">
                  <a:extLst>
                    <a:ext uri="{FF2B5EF4-FFF2-40B4-BE49-F238E27FC236}">
                      <a16:creationId xmlns:a16="http://schemas.microsoft.com/office/drawing/2014/main" id="{5A0D785A-27F4-58FD-36ED-236823E4AA6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6" name="Rectangle: Rounded Corners 2015">
                  <a:extLst>
                    <a:ext uri="{FF2B5EF4-FFF2-40B4-BE49-F238E27FC236}">
                      <a16:creationId xmlns:a16="http://schemas.microsoft.com/office/drawing/2014/main" id="{1D5EE6A6-28D9-E5F5-1A7E-6FFD8629F44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7" name="Rectangle: Rounded Corners 2016">
                  <a:extLst>
                    <a:ext uri="{FF2B5EF4-FFF2-40B4-BE49-F238E27FC236}">
                      <a16:creationId xmlns:a16="http://schemas.microsoft.com/office/drawing/2014/main" id="{4C34E0D5-9116-3378-3F93-1E75FD69C41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8" name="Rectangle: Rounded Corners 2017">
                  <a:extLst>
                    <a:ext uri="{FF2B5EF4-FFF2-40B4-BE49-F238E27FC236}">
                      <a16:creationId xmlns:a16="http://schemas.microsoft.com/office/drawing/2014/main" id="{277B3C24-F079-AC74-9CC0-A5CFEE39443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9" name="Rectangle: Rounded Corners 2018">
                  <a:extLst>
                    <a:ext uri="{FF2B5EF4-FFF2-40B4-BE49-F238E27FC236}">
                      <a16:creationId xmlns:a16="http://schemas.microsoft.com/office/drawing/2014/main" id="{EB7556B4-7114-17E0-500D-E5FA4E2BC7D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0" name="Rectangle: Rounded Corners 2019">
                  <a:extLst>
                    <a:ext uri="{FF2B5EF4-FFF2-40B4-BE49-F238E27FC236}">
                      <a16:creationId xmlns:a16="http://schemas.microsoft.com/office/drawing/2014/main" id="{79807351-378D-DCBF-3A0F-36ADD638C3F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50" name="Group 1949">
              <a:extLst>
                <a:ext uri="{FF2B5EF4-FFF2-40B4-BE49-F238E27FC236}">
                  <a16:creationId xmlns:a16="http://schemas.microsoft.com/office/drawing/2014/main" id="{0761F51B-4E66-92A1-BD45-CC85262DBEDD}"/>
                </a:ext>
              </a:extLst>
            </p:cNvPr>
            <p:cNvGrpSpPr/>
            <p:nvPr/>
          </p:nvGrpSpPr>
          <p:grpSpPr>
            <a:xfrm>
              <a:off x="20295621" y="4130677"/>
              <a:ext cx="2324893" cy="2055807"/>
              <a:chOff x="3967162" y="4130677"/>
              <a:chExt cx="2324893" cy="2055807"/>
            </a:xfrm>
          </p:grpSpPr>
          <p:sp>
            <p:nvSpPr>
              <p:cNvPr id="1991" name="Rectangle: Rounded Corners 1990">
                <a:extLst>
                  <a:ext uri="{FF2B5EF4-FFF2-40B4-BE49-F238E27FC236}">
                    <a16:creationId xmlns:a16="http://schemas.microsoft.com/office/drawing/2014/main" id="{75B7A1B3-30E4-CA7B-DBE5-25AB158554C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92" name="Group 1991">
                <a:extLst>
                  <a:ext uri="{FF2B5EF4-FFF2-40B4-BE49-F238E27FC236}">
                    <a16:creationId xmlns:a16="http://schemas.microsoft.com/office/drawing/2014/main" id="{A90330E0-8AD1-920D-BC0E-51EC16C7FAD1}"/>
                  </a:ext>
                </a:extLst>
              </p:cNvPr>
              <p:cNvGrpSpPr/>
              <p:nvPr/>
            </p:nvGrpSpPr>
            <p:grpSpPr>
              <a:xfrm>
                <a:off x="3967162" y="4130677"/>
                <a:ext cx="2177954" cy="203200"/>
                <a:chOff x="4411662" y="1266827"/>
                <a:chExt cx="2177954" cy="203200"/>
              </a:xfrm>
              <a:solidFill>
                <a:schemeClr val="tx1"/>
              </a:solidFill>
            </p:grpSpPr>
            <p:sp>
              <p:nvSpPr>
                <p:cNvPr id="2002" name="Rectangle: Rounded Corners 2001">
                  <a:extLst>
                    <a:ext uri="{FF2B5EF4-FFF2-40B4-BE49-F238E27FC236}">
                      <a16:creationId xmlns:a16="http://schemas.microsoft.com/office/drawing/2014/main" id="{19775A4C-47F3-1958-C04A-3ECD21CDA03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3" name="Rectangle: Rounded Corners 2002">
                  <a:extLst>
                    <a:ext uri="{FF2B5EF4-FFF2-40B4-BE49-F238E27FC236}">
                      <a16:creationId xmlns:a16="http://schemas.microsoft.com/office/drawing/2014/main" id="{422B86C6-1A08-8775-BEAC-3CDD146B1AA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4" name="Rectangle: Rounded Corners 2003">
                  <a:extLst>
                    <a:ext uri="{FF2B5EF4-FFF2-40B4-BE49-F238E27FC236}">
                      <a16:creationId xmlns:a16="http://schemas.microsoft.com/office/drawing/2014/main" id="{F9489E3F-EE0F-DBC7-699D-F3D9098801B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5" name="Rectangle: Rounded Corners 2004">
                  <a:extLst>
                    <a:ext uri="{FF2B5EF4-FFF2-40B4-BE49-F238E27FC236}">
                      <a16:creationId xmlns:a16="http://schemas.microsoft.com/office/drawing/2014/main" id="{C89937E9-5C99-B997-70B8-06FD4FCBA86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6" name="Rectangle: Rounded Corners 2005">
                  <a:extLst>
                    <a:ext uri="{FF2B5EF4-FFF2-40B4-BE49-F238E27FC236}">
                      <a16:creationId xmlns:a16="http://schemas.microsoft.com/office/drawing/2014/main" id="{035548A7-278E-6816-E627-613796F9744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7" name="Rectangle: Rounded Corners 2006">
                  <a:extLst>
                    <a:ext uri="{FF2B5EF4-FFF2-40B4-BE49-F238E27FC236}">
                      <a16:creationId xmlns:a16="http://schemas.microsoft.com/office/drawing/2014/main" id="{375DB346-ADB7-F78B-1BFC-373BE3A5A21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8" name="Rectangle: Rounded Corners 2007">
                  <a:extLst>
                    <a:ext uri="{FF2B5EF4-FFF2-40B4-BE49-F238E27FC236}">
                      <a16:creationId xmlns:a16="http://schemas.microsoft.com/office/drawing/2014/main" id="{4D776548-375E-5E36-D275-3E9D3376EC3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9" name="Rectangle: Rounded Corners 2008">
                  <a:extLst>
                    <a:ext uri="{FF2B5EF4-FFF2-40B4-BE49-F238E27FC236}">
                      <a16:creationId xmlns:a16="http://schemas.microsoft.com/office/drawing/2014/main" id="{0C95272B-CC69-3BC2-3BBB-89B79E1E3A0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93" name="Group 1992">
                <a:extLst>
                  <a:ext uri="{FF2B5EF4-FFF2-40B4-BE49-F238E27FC236}">
                    <a16:creationId xmlns:a16="http://schemas.microsoft.com/office/drawing/2014/main" id="{E98DDE2E-8E5C-A1FA-E28B-079025ABF999}"/>
                  </a:ext>
                </a:extLst>
              </p:cNvPr>
              <p:cNvGrpSpPr/>
              <p:nvPr/>
            </p:nvGrpSpPr>
            <p:grpSpPr>
              <a:xfrm>
                <a:off x="3967163" y="5983284"/>
                <a:ext cx="2177954" cy="203200"/>
                <a:chOff x="4411662" y="1266827"/>
                <a:chExt cx="2177954" cy="203200"/>
              </a:xfrm>
              <a:solidFill>
                <a:schemeClr val="tx1"/>
              </a:solidFill>
            </p:grpSpPr>
            <p:sp>
              <p:nvSpPr>
                <p:cNvPr id="1994" name="Rectangle: Rounded Corners 1993">
                  <a:extLst>
                    <a:ext uri="{FF2B5EF4-FFF2-40B4-BE49-F238E27FC236}">
                      <a16:creationId xmlns:a16="http://schemas.microsoft.com/office/drawing/2014/main" id="{F2A00676-7745-C125-BC8F-7F7235D8722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5" name="Rectangle: Rounded Corners 1994">
                  <a:extLst>
                    <a:ext uri="{FF2B5EF4-FFF2-40B4-BE49-F238E27FC236}">
                      <a16:creationId xmlns:a16="http://schemas.microsoft.com/office/drawing/2014/main" id="{A4081BF0-4A8F-2CF8-11FF-116A68053F2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6" name="Rectangle: Rounded Corners 1995">
                  <a:extLst>
                    <a:ext uri="{FF2B5EF4-FFF2-40B4-BE49-F238E27FC236}">
                      <a16:creationId xmlns:a16="http://schemas.microsoft.com/office/drawing/2014/main" id="{B0FFF9CA-0AD7-FB93-A422-352AAB3DB54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7" name="Rectangle: Rounded Corners 1996">
                  <a:extLst>
                    <a:ext uri="{FF2B5EF4-FFF2-40B4-BE49-F238E27FC236}">
                      <a16:creationId xmlns:a16="http://schemas.microsoft.com/office/drawing/2014/main" id="{D073D04B-A820-3FE3-B4CF-3746069C43D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8" name="Rectangle: Rounded Corners 1997">
                  <a:extLst>
                    <a:ext uri="{FF2B5EF4-FFF2-40B4-BE49-F238E27FC236}">
                      <a16:creationId xmlns:a16="http://schemas.microsoft.com/office/drawing/2014/main" id="{068FFE4D-C5C6-4115-EC5C-6BFD21DFE21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9" name="Rectangle: Rounded Corners 1998">
                  <a:extLst>
                    <a:ext uri="{FF2B5EF4-FFF2-40B4-BE49-F238E27FC236}">
                      <a16:creationId xmlns:a16="http://schemas.microsoft.com/office/drawing/2014/main" id="{3E146CD3-E7B3-5037-FC32-36AE3DE756A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0" name="Rectangle: Rounded Corners 1999">
                  <a:extLst>
                    <a:ext uri="{FF2B5EF4-FFF2-40B4-BE49-F238E27FC236}">
                      <a16:creationId xmlns:a16="http://schemas.microsoft.com/office/drawing/2014/main" id="{47923C87-E75F-E1D7-802B-4983B170321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1" name="Rectangle: Rounded Corners 2000">
                  <a:extLst>
                    <a:ext uri="{FF2B5EF4-FFF2-40B4-BE49-F238E27FC236}">
                      <a16:creationId xmlns:a16="http://schemas.microsoft.com/office/drawing/2014/main" id="{77CB7835-7085-806F-849A-FB77ED007E9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51" name="Group 1950">
              <a:extLst>
                <a:ext uri="{FF2B5EF4-FFF2-40B4-BE49-F238E27FC236}">
                  <a16:creationId xmlns:a16="http://schemas.microsoft.com/office/drawing/2014/main" id="{20D47365-0B26-BB88-A8F0-59368C2E62BC}"/>
                </a:ext>
              </a:extLst>
            </p:cNvPr>
            <p:cNvGrpSpPr/>
            <p:nvPr/>
          </p:nvGrpSpPr>
          <p:grpSpPr>
            <a:xfrm>
              <a:off x="22628258" y="4130677"/>
              <a:ext cx="2324893" cy="2055807"/>
              <a:chOff x="3967162" y="4130677"/>
              <a:chExt cx="2324893" cy="2055807"/>
            </a:xfrm>
          </p:grpSpPr>
          <p:sp>
            <p:nvSpPr>
              <p:cNvPr id="1972" name="Rectangle: Rounded Corners 1971">
                <a:extLst>
                  <a:ext uri="{FF2B5EF4-FFF2-40B4-BE49-F238E27FC236}">
                    <a16:creationId xmlns:a16="http://schemas.microsoft.com/office/drawing/2014/main" id="{53927A20-05C6-DF52-D49F-128363C3C0E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73" name="Group 1972">
                <a:extLst>
                  <a:ext uri="{FF2B5EF4-FFF2-40B4-BE49-F238E27FC236}">
                    <a16:creationId xmlns:a16="http://schemas.microsoft.com/office/drawing/2014/main" id="{00BDB16E-F4C4-4D7D-4B49-912CD5BADDFD}"/>
                  </a:ext>
                </a:extLst>
              </p:cNvPr>
              <p:cNvGrpSpPr/>
              <p:nvPr/>
            </p:nvGrpSpPr>
            <p:grpSpPr>
              <a:xfrm>
                <a:off x="3967162" y="4130677"/>
                <a:ext cx="2177954" cy="203200"/>
                <a:chOff x="4411662" y="1266827"/>
                <a:chExt cx="2177954" cy="203200"/>
              </a:xfrm>
              <a:solidFill>
                <a:schemeClr val="tx1"/>
              </a:solidFill>
            </p:grpSpPr>
            <p:sp>
              <p:nvSpPr>
                <p:cNvPr id="1983" name="Rectangle: Rounded Corners 1982">
                  <a:extLst>
                    <a:ext uri="{FF2B5EF4-FFF2-40B4-BE49-F238E27FC236}">
                      <a16:creationId xmlns:a16="http://schemas.microsoft.com/office/drawing/2014/main" id="{82597AAD-33F3-F378-D050-304055E9C51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4" name="Rectangle: Rounded Corners 1983">
                  <a:extLst>
                    <a:ext uri="{FF2B5EF4-FFF2-40B4-BE49-F238E27FC236}">
                      <a16:creationId xmlns:a16="http://schemas.microsoft.com/office/drawing/2014/main" id="{B5D9D543-A3B5-1654-41E4-61F605CCA82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5" name="Rectangle: Rounded Corners 1984">
                  <a:extLst>
                    <a:ext uri="{FF2B5EF4-FFF2-40B4-BE49-F238E27FC236}">
                      <a16:creationId xmlns:a16="http://schemas.microsoft.com/office/drawing/2014/main" id="{E3F31821-6288-631D-0BDB-3D6F13216F5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6" name="Rectangle: Rounded Corners 1985">
                  <a:extLst>
                    <a:ext uri="{FF2B5EF4-FFF2-40B4-BE49-F238E27FC236}">
                      <a16:creationId xmlns:a16="http://schemas.microsoft.com/office/drawing/2014/main" id="{389D9F3D-D535-D026-FC05-77872C57779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7" name="Rectangle: Rounded Corners 1986">
                  <a:extLst>
                    <a:ext uri="{FF2B5EF4-FFF2-40B4-BE49-F238E27FC236}">
                      <a16:creationId xmlns:a16="http://schemas.microsoft.com/office/drawing/2014/main" id="{03691D34-AC31-6CC7-F5FF-E3F81707ADD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8" name="Rectangle: Rounded Corners 1987">
                  <a:extLst>
                    <a:ext uri="{FF2B5EF4-FFF2-40B4-BE49-F238E27FC236}">
                      <a16:creationId xmlns:a16="http://schemas.microsoft.com/office/drawing/2014/main" id="{5FA93463-829A-C195-040B-49B340A940B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9" name="Rectangle: Rounded Corners 1988">
                  <a:extLst>
                    <a:ext uri="{FF2B5EF4-FFF2-40B4-BE49-F238E27FC236}">
                      <a16:creationId xmlns:a16="http://schemas.microsoft.com/office/drawing/2014/main" id="{AC609F4C-A4C5-41EE-E366-0A88753B622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0" name="Rectangle: Rounded Corners 1989">
                  <a:extLst>
                    <a:ext uri="{FF2B5EF4-FFF2-40B4-BE49-F238E27FC236}">
                      <a16:creationId xmlns:a16="http://schemas.microsoft.com/office/drawing/2014/main" id="{2E46A66A-A827-2862-22F9-21FFBE13BCD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74" name="Group 1973">
                <a:extLst>
                  <a:ext uri="{FF2B5EF4-FFF2-40B4-BE49-F238E27FC236}">
                    <a16:creationId xmlns:a16="http://schemas.microsoft.com/office/drawing/2014/main" id="{04D1E39F-3019-4E31-51F8-8D63BAC235D4}"/>
                  </a:ext>
                </a:extLst>
              </p:cNvPr>
              <p:cNvGrpSpPr/>
              <p:nvPr/>
            </p:nvGrpSpPr>
            <p:grpSpPr>
              <a:xfrm>
                <a:off x="3967163" y="5983284"/>
                <a:ext cx="2177954" cy="203200"/>
                <a:chOff x="4411662" y="1266827"/>
                <a:chExt cx="2177954" cy="203200"/>
              </a:xfrm>
              <a:solidFill>
                <a:schemeClr val="tx1"/>
              </a:solidFill>
            </p:grpSpPr>
            <p:sp>
              <p:nvSpPr>
                <p:cNvPr id="1975" name="Rectangle: Rounded Corners 1974">
                  <a:extLst>
                    <a:ext uri="{FF2B5EF4-FFF2-40B4-BE49-F238E27FC236}">
                      <a16:creationId xmlns:a16="http://schemas.microsoft.com/office/drawing/2014/main" id="{248CFD4B-A313-8BF4-DF27-B896B0D0F29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6" name="Rectangle: Rounded Corners 1975">
                  <a:extLst>
                    <a:ext uri="{FF2B5EF4-FFF2-40B4-BE49-F238E27FC236}">
                      <a16:creationId xmlns:a16="http://schemas.microsoft.com/office/drawing/2014/main" id="{514FD7D9-0C59-C6B2-0897-9D09B64BFDB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7" name="Rectangle: Rounded Corners 1976">
                  <a:extLst>
                    <a:ext uri="{FF2B5EF4-FFF2-40B4-BE49-F238E27FC236}">
                      <a16:creationId xmlns:a16="http://schemas.microsoft.com/office/drawing/2014/main" id="{E6D46B59-5B3F-D32F-E0F3-589CD0CD99A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8" name="Rectangle: Rounded Corners 1977">
                  <a:extLst>
                    <a:ext uri="{FF2B5EF4-FFF2-40B4-BE49-F238E27FC236}">
                      <a16:creationId xmlns:a16="http://schemas.microsoft.com/office/drawing/2014/main" id="{051C73E8-EB1B-10C1-9974-AF0FF6EE5A5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9" name="Rectangle: Rounded Corners 1978">
                  <a:extLst>
                    <a:ext uri="{FF2B5EF4-FFF2-40B4-BE49-F238E27FC236}">
                      <a16:creationId xmlns:a16="http://schemas.microsoft.com/office/drawing/2014/main" id="{250268DE-5579-420E-EE83-C501AAB7E5C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0" name="Rectangle: Rounded Corners 1979">
                  <a:extLst>
                    <a:ext uri="{FF2B5EF4-FFF2-40B4-BE49-F238E27FC236}">
                      <a16:creationId xmlns:a16="http://schemas.microsoft.com/office/drawing/2014/main" id="{24C4192E-2EE8-9F04-2D22-0DB7C7E30EA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1" name="Rectangle: Rounded Corners 1980">
                  <a:extLst>
                    <a:ext uri="{FF2B5EF4-FFF2-40B4-BE49-F238E27FC236}">
                      <a16:creationId xmlns:a16="http://schemas.microsoft.com/office/drawing/2014/main" id="{1859AD8C-D8D4-6A11-EAA3-506AECA0653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2" name="Rectangle: Rounded Corners 1981">
                  <a:extLst>
                    <a:ext uri="{FF2B5EF4-FFF2-40B4-BE49-F238E27FC236}">
                      <a16:creationId xmlns:a16="http://schemas.microsoft.com/office/drawing/2014/main" id="{352C3E9E-7633-9970-D741-D37A62D26C5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52" name="Group 1951">
              <a:extLst>
                <a:ext uri="{FF2B5EF4-FFF2-40B4-BE49-F238E27FC236}">
                  <a16:creationId xmlns:a16="http://schemas.microsoft.com/office/drawing/2014/main" id="{EDB772CE-CC34-3840-7626-EFF468EDFC30}"/>
                </a:ext>
              </a:extLst>
            </p:cNvPr>
            <p:cNvGrpSpPr/>
            <p:nvPr/>
          </p:nvGrpSpPr>
          <p:grpSpPr>
            <a:xfrm>
              <a:off x="24960895" y="4130677"/>
              <a:ext cx="2324893" cy="2055807"/>
              <a:chOff x="3967162" y="4130677"/>
              <a:chExt cx="2324893" cy="2055807"/>
            </a:xfrm>
          </p:grpSpPr>
          <p:sp>
            <p:nvSpPr>
              <p:cNvPr id="1953" name="Rectangle: Rounded Corners 1952">
                <a:extLst>
                  <a:ext uri="{FF2B5EF4-FFF2-40B4-BE49-F238E27FC236}">
                    <a16:creationId xmlns:a16="http://schemas.microsoft.com/office/drawing/2014/main" id="{1913FF27-7843-835F-8A9C-01349DF5593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54" name="Group 1953">
                <a:extLst>
                  <a:ext uri="{FF2B5EF4-FFF2-40B4-BE49-F238E27FC236}">
                    <a16:creationId xmlns:a16="http://schemas.microsoft.com/office/drawing/2014/main" id="{DEE28C00-DF89-FD70-0C6D-7687605FBBFC}"/>
                  </a:ext>
                </a:extLst>
              </p:cNvPr>
              <p:cNvGrpSpPr/>
              <p:nvPr/>
            </p:nvGrpSpPr>
            <p:grpSpPr>
              <a:xfrm>
                <a:off x="3967162" y="4130677"/>
                <a:ext cx="2177954" cy="203200"/>
                <a:chOff x="4411662" y="1266827"/>
                <a:chExt cx="2177954" cy="203200"/>
              </a:xfrm>
              <a:solidFill>
                <a:schemeClr val="tx1"/>
              </a:solidFill>
            </p:grpSpPr>
            <p:sp>
              <p:nvSpPr>
                <p:cNvPr id="1964" name="Rectangle: Rounded Corners 1963">
                  <a:extLst>
                    <a:ext uri="{FF2B5EF4-FFF2-40B4-BE49-F238E27FC236}">
                      <a16:creationId xmlns:a16="http://schemas.microsoft.com/office/drawing/2014/main" id="{69D8D305-6B7C-1EF1-134F-D58458CCB3B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5" name="Rectangle: Rounded Corners 1964">
                  <a:extLst>
                    <a:ext uri="{FF2B5EF4-FFF2-40B4-BE49-F238E27FC236}">
                      <a16:creationId xmlns:a16="http://schemas.microsoft.com/office/drawing/2014/main" id="{A5BA7E6D-913B-07D0-1952-A5AC8D287A7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6" name="Rectangle: Rounded Corners 1965">
                  <a:extLst>
                    <a:ext uri="{FF2B5EF4-FFF2-40B4-BE49-F238E27FC236}">
                      <a16:creationId xmlns:a16="http://schemas.microsoft.com/office/drawing/2014/main" id="{50B5E573-C2C9-D265-D302-B9922D5F17D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7" name="Rectangle: Rounded Corners 1966">
                  <a:extLst>
                    <a:ext uri="{FF2B5EF4-FFF2-40B4-BE49-F238E27FC236}">
                      <a16:creationId xmlns:a16="http://schemas.microsoft.com/office/drawing/2014/main" id="{82B3F5F1-A02D-F493-3994-55DF779DDCF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8" name="Rectangle: Rounded Corners 1967">
                  <a:extLst>
                    <a:ext uri="{FF2B5EF4-FFF2-40B4-BE49-F238E27FC236}">
                      <a16:creationId xmlns:a16="http://schemas.microsoft.com/office/drawing/2014/main" id="{737DC32E-0CE7-64DE-4DF2-7BF1E8A3B68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9" name="Rectangle: Rounded Corners 1968">
                  <a:extLst>
                    <a:ext uri="{FF2B5EF4-FFF2-40B4-BE49-F238E27FC236}">
                      <a16:creationId xmlns:a16="http://schemas.microsoft.com/office/drawing/2014/main" id="{CC40D6E4-4FEB-EEBC-22FB-D65A48C72F9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0" name="Rectangle: Rounded Corners 1969">
                  <a:extLst>
                    <a:ext uri="{FF2B5EF4-FFF2-40B4-BE49-F238E27FC236}">
                      <a16:creationId xmlns:a16="http://schemas.microsoft.com/office/drawing/2014/main" id="{A391B443-7BB0-62DB-1461-0D7005312F5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1" name="Rectangle: Rounded Corners 1970">
                  <a:extLst>
                    <a:ext uri="{FF2B5EF4-FFF2-40B4-BE49-F238E27FC236}">
                      <a16:creationId xmlns:a16="http://schemas.microsoft.com/office/drawing/2014/main" id="{B563882C-C0CE-8D87-9A12-03031A98CE9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55" name="Group 1954">
                <a:extLst>
                  <a:ext uri="{FF2B5EF4-FFF2-40B4-BE49-F238E27FC236}">
                    <a16:creationId xmlns:a16="http://schemas.microsoft.com/office/drawing/2014/main" id="{D3BB1945-7436-59FD-9EEC-520DBA580765}"/>
                  </a:ext>
                </a:extLst>
              </p:cNvPr>
              <p:cNvGrpSpPr/>
              <p:nvPr/>
            </p:nvGrpSpPr>
            <p:grpSpPr>
              <a:xfrm>
                <a:off x="3967163" y="5983284"/>
                <a:ext cx="2177954" cy="203200"/>
                <a:chOff x="4411662" y="1266827"/>
                <a:chExt cx="2177954" cy="203200"/>
              </a:xfrm>
              <a:solidFill>
                <a:schemeClr val="tx1"/>
              </a:solidFill>
            </p:grpSpPr>
            <p:sp>
              <p:nvSpPr>
                <p:cNvPr id="1956" name="Rectangle: Rounded Corners 1955">
                  <a:extLst>
                    <a:ext uri="{FF2B5EF4-FFF2-40B4-BE49-F238E27FC236}">
                      <a16:creationId xmlns:a16="http://schemas.microsoft.com/office/drawing/2014/main" id="{EF9052A9-5A25-52B5-F574-38D3DA3D6BD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7" name="Rectangle: Rounded Corners 1956">
                  <a:extLst>
                    <a:ext uri="{FF2B5EF4-FFF2-40B4-BE49-F238E27FC236}">
                      <a16:creationId xmlns:a16="http://schemas.microsoft.com/office/drawing/2014/main" id="{0BDA18B0-F120-015C-BFB8-DF82621FD35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8" name="Rectangle: Rounded Corners 1957">
                  <a:extLst>
                    <a:ext uri="{FF2B5EF4-FFF2-40B4-BE49-F238E27FC236}">
                      <a16:creationId xmlns:a16="http://schemas.microsoft.com/office/drawing/2014/main" id="{2B881ABC-B0D7-19EF-C722-955B3907E17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9" name="Rectangle: Rounded Corners 1958">
                  <a:extLst>
                    <a:ext uri="{FF2B5EF4-FFF2-40B4-BE49-F238E27FC236}">
                      <a16:creationId xmlns:a16="http://schemas.microsoft.com/office/drawing/2014/main" id="{4A391D94-3565-D9A1-CE43-C27E67CBC9E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0" name="Rectangle: Rounded Corners 1959">
                  <a:extLst>
                    <a:ext uri="{FF2B5EF4-FFF2-40B4-BE49-F238E27FC236}">
                      <a16:creationId xmlns:a16="http://schemas.microsoft.com/office/drawing/2014/main" id="{A8397334-A4D3-7034-1A53-173772776AD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1" name="Rectangle: Rounded Corners 1960">
                  <a:extLst>
                    <a:ext uri="{FF2B5EF4-FFF2-40B4-BE49-F238E27FC236}">
                      <a16:creationId xmlns:a16="http://schemas.microsoft.com/office/drawing/2014/main" id="{3BADAC57-3A26-64C4-B93D-D1207379C1E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2" name="Rectangle: Rounded Corners 1961">
                  <a:extLst>
                    <a:ext uri="{FF2B5EF4-FFF2-40B4-BE49-F238E27FC236}">
                      <a16:creationId xmlns:a16="http://schemas.microsoft.com/office/drawing/2014/main" id="{737294A1-3B8A-B6F0-2FD6-A345F0E3D58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3" name="Rectangle: Rounded Corners 1962">
                  <a:extLst>
                    <a:ext uri="{FF2B5EF4-FFF2-40B4-BE49-F238E27FC236}">
                      <a16:creationId xmlns:a16="http://schemas.microsoft.com/office/drawing/2014/main" id="{979C6BB2-3131-B6AD-C786-91EC7BFFEB2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739" name="Group 1738">
            <a:extLst>
              <a:ext uri="{FF2B5EF4-FFF2-40B4-BE49-F238E27FC236}">
                <a16:creationId xmlns:a16="http://schemas.microsoft.com/office/drawing/2014/main" id="{F25A0133-3E64-14C4-1DD7-4887ADEAD271}"/>
              </a:ext>
            </a:extLst>
          </p:cNvPr>
          <p:cNvGrpSpPr/>
          <p:nvPr/>
        </p:nvGrpSpPr>
        <p:grpSpPr>
          <a:xfrm>
            <a:off x="12513128" y="4183521"/>
            <a:ext cx="13102977" cy="1243880"/>
            <a:chOff x="3628570" y="4023519"/>
            <a:chExt cx="23905029" cy="2269331"/>
          </a:xfrm>
        </p:grpSpPr>
        <p:sp>
          <p:nvSpPr>
            <p:cNvPr id="1740" name="Rectangle 1739">
              <a:extLst>
                <a:ext uri="{FF2B5EF4-FFF2-40B4-BE49-F238E27FC236}">
                  <a16:creationId xmlns:a16="http://schemas.microsoft.com/office/drawing/2014/main" id="{474C393E-9EFB-E1F8-CCE4-574E70A07CDA}"/>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41" name="Group 1740">
              <a:extLst>
                <a:ext uri="{FF2B5EF4-FFF2-40B4-BE49-F238E27FC236}">
                  <a16:creationId xmlns:a16="http://schemas.microsoft.com/office/drawing/2014/main" id="{5794E674-AC3F-CF6C-D066-A27AD2D433B8}"/>
                </a:ext>
              </a:extLst>
            </p:cNvPr>
            <p:cNvGrpSpPr/>
            <p:nvPr/>
          </p:nvGrpSpPr>
          <p:grpSpPr>
            <a:xfrm>
              <a:off x="3967162" y="4130677"/>
              <a:ext cx="2324893" cy="2055807"/>
              <a:chOff x="3967162" y="4130677"/>
              <a:chExt cx="2324893" cy="2055807"/>
            </a:xfrm>
          </p:grpSpPr>
          <p:sp>
            <p:nvSpPr>
              <p:cNvPr id="1922" name="Rectangle: Rounded Corners 1921">
                <a:extLst>
                  <a:ext uri="{FF2B5EF4-FFF2-40B4-BE49-F238E27FC236}">
                    <a16:creationId xmlns:a16="http://schemas.microsoft.com/office/drawing/2014/main" id="{755DBE57-7755-44FC-A60E-51A1A5A9ED3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23" name="Group 1922">
                <a:extLst>
                  <a:ext uri="{FF2B5EF4-FFF2-40B4-BE49-F238E27FC236}">
                    <a16:creationId xmlns:a16="http://schemas.microsoft.com/office/drawing/2014/main" id="{E3936CDB-0453-F3DB-2473-D6C0875910CA}"/>
                  </a:ext>
                </a:extLst>
              </p:cNvPr>
              <p:cNvGrpSpPr/>
              <p:nvPr/>
            </p:nvGrpSpPr>
            <p:grpSpPr>
              <a:xfrm>
                <a:off x="3967162" y="4130677"/>
                <a:ext cx="2177954" cy="203200"/>
                <a:chOff x="4411662" y="1266827"/>
                <a:chExt cx="2177954" cy="203200"/>
              </a:xfrm>
              <a:solidFill>
                <a:schemeClr val="tx1"/>
              </a:solidFill>
            </p:grpSpPr>
            <p:sp>
              <p:nvSpPr>
                <p:cNvPr id="1933" name="Rectangle: Rounded Corners 1932">
                  <a:extLst>
                    <a:ext uri="{FF2B5EF4-FFF2-40B4-BE49-F238E27FC236}">
                      <a16:creationId xmlns:a16="http://schemas.microsoft.com/office/drawing/2014/main" id="{E94F45E2-CFCD-8B52-5D8A-415E8634D2D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4" name="Rectangle: Rounded Corners 1933">
                  <a:extLst>
                    <a:ext uri="{FF2B5EF4-FFF2-40B4-BE49-F238E27FC236}">
                      <a16:creationId xmlns:a16="http://schemas.microsoft.com/office/drawing/2014/main" id="{DDA6AE3B-C772-4E1F-61CF-42C7015150F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5" name="Rectangle: Rounded Corners 1934">
                  <a:extLst>
                    <a:ext uri="{FF2B5EF4-FFF2-40B4-BE49-F238E27FC236}">
                      <a16:creationId xmlns:a16="http://schemas.microsoft.com/office/drawing/2014/main" id="{907C3002-30F9-3253-EBEA-32030A6C8FD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6" name="Rectangle: Rounded Corners 1935">
                  <a:extLst>
                    <a:ext uri="{FF2B5EF4-FFF2-40B4-BE49-F238E27FC236}">
                      <a16:creationId xmlns:a16="http://schemas.microsoft.com/office/drawing/2014/main" id="{34D7077F-2441-659B-F182-C3685CF93AF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7" name="Rectangle: Rounded Corners 1936">
                  <a:extLst>
                    <a:ext uri="{FF2B5EF4-FFF2-40B4-BE49-F238E27FC236}">
                      <a16:creationId xmlns:a16="http://schemas.microsoft.com/office/drawing/2014/main" id="{D75137DF-A9DD-5808-ABBA-0E0F7FA94FB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8" name="Rectangle: Rounded Corners 1937">
                  <a:extLst>
                    <a:ext uri="{FF2B5EF4-FFF2-40B4-BE49-F238E27FC236}">
                      <a16:creationId xmlns:a16="http://schemas.microsoft.com/office/drawing/2014/main" id="{786B28B0-B513-3AF7-D6BF-20775614E2E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9" name="Rectangle: Rounded Corners 1938">
                  <a:extLst>
                    <a:ext uri="{FF2B5EF4-FFF2-40B4-BE49-F238E27FC236}">
                      <a16:creationId xmlns:a16="http://schemas.microsoft.com/office/drawing/2014/main" id="{B81B3E7B-4394-EC6E-A1A9-D9386D456A9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0" name="Rectangle: Rounded Corners 1939">
                  <a:extLst>
                    <a:ext uri="{FF2B5EF4-FFF2-40B4-BE49-F238E27FC236}">
                      <a16:creationId xmlns:a16="http://schemas.microsoft.com/office/drawing/2014/main" id="{85786A51-088D-720F-8FC2-EEDA4B136B5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24" name="Group 1923">
                <a:extLst>
                  <a:ext uri="{FF2B5EF4-FFF2-40B4-BE49-F238E27FC236}">
                    <a16:creationId xmlns:a16="http://schemas.microsoft.com/office/drawing/2014/main" id="{68DB3A7D-DDEC-52DB-08DF-E50D8948CEF1}"/>
                  </a:ext>
                </a:extLst>
              </p:cNvPr>
              <p:cNvGrpSpPr/>
              <p:nvPr/>
            </p:nvGrpSpPr>
            <p:grpSpPr>
              <a:xfrm>
                <a:off x="3967163" y="5983284"/>
                <a:ext cx="2177954" cy="203200"/>
                <a:chOff x="4411662" y="1266827"/>
                <a:chExt cx="2177954" cy="203200"/>
              </a:xfrm>
              <a:solidFill>
                <a:schemeClr val="tx1"/>
              </a:solidFill>
            </p:grpSpPr>
            <p:sp>
              <p:nvSpPr>
                <p:cNvPr id="1925" name="Rectangle: Rounded Corners 1924">
                  <a:extLst>
                    <a:ext uri="{FF2B5EF4-FFF2-40B4-BE49-F238E27FC236}">
                      <a16:creationId xmlns:a16="http://schemas.microsoft.com/office/drawing/2014/main" id="{34B9D316-419C-5F1F-116B-4BC91DFB83C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6" name="Rectangle: Rounded Corners 1925">
                  <a:extLst>
                    <a:ext uri="{FF2B5EF4-FFF2-40B4-BE49-F238E27FC236}">
                      <a16:creationId xmlns:a16="http://schemas.microsoft.com/office/drawing/2014/main" id="{FB4135BD-E725-079F-2EEF-9A3CD88895D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7" name="Rectangle: Rounded Corners 1926">
                  <a:extLst>
                    <a:ext uri="{FF2B5EF4-FFF2-40B4-BE49-F238E27FC236}">
                      <a16:creationId xmlns:a16="http://schemas.microsoft.com/office/drawing/2014/main" id="{BE158966-17FC-D5E8-886A-46D659AE831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8" name="Rectangle: Rounded Corners 1927">
                  <a:extLst>
                    <a:ext uri="{FF2B5EF4-FFF2-40B4-BE49-F238E27FC236}">
                      <a16:creationId xmlns:a16="http://schemas.microsoft.com/office/drawing/2014/main" id="{76D658D3-4931-F94F-479F-071D2594735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9" name="Rectangle: Rounded Corners 1928">
                  <a:extLst>
                    <a:ext uri="{FF2B5EF4-FFF2-40B4-BE49-F238E27FC236}">
                      <a16:creationId xmlns:a16="http://schemas.microsoft.com/office/drawing/2014/main" id="{1F796242-D170-0C68-2D72-A6A4F15349E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0" name="Rectangle: Rounded Corners 1929">
                  <a:extLst>
                    <a:ext uri="{FF2B5EF4-FFF2-40B4-BE49-F238E27FC236}">
                      <a16:creationId xmlns:a16="http://schemas.microsoft.com/office/drawing/2014/main" id="{DB975270-859F-E012-4B78-77FAC6CD72C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1" name="Rectangle: Rounded Corners 1930">
                  <a:extLst>
                    <a:ext uri="{FF2B5EF4-FFF2-40B4-BE49-F238E27FC236}">
                      <a16:creationId xmlns:a16="http://schemas.microsoft.com/office/drawing/2014/main" id="{18CFF5D6-2BF1-0204-B719-687C6438CDF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2" name="Rectangle: Rounded Corners 1931">
                  <a:extLst>
                    <a:ext uri="{FF2B5EF4-FFF2-40B4-BE49-F238E27FC236}">
                      <a16:creationId xmlns:a16="http://schemas.microsoft.com/office/drawing/2014/main" id="{5C59311B-B431-1CD5-0621-941146C9040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2" name="Group 1741">
              <a:extLst>
                <a:ext uri="{FF2B5EF4-FFF2-40B4-BE49-F238E27FC236}">
                  <a16:creationId xmlns:a16="http://schemas.microsoft.com/office/drawing/2014/main" id="{EDE7BB5A-758B-6FF7-F410-D406EF394041}"/>
                </a:ext>
              </a:extLst>
            </p:cNvPr>
            <p:cNvGrpSpPr/>
            <p:nvPr/>
          </p:nvGrpSpPr>
          <p:grpSpPr>
            <a:xfrm>
              <a:off x="6299799" y="4130677"/>
              <a:ext cx="2324893" cy="2055807"/>
              <a:chOff x="3967162" y="4130677"/>
              <a:chExt cx="2324893" cy="2055807"/>
            </a:xfrm>
          </p:grpSpPr>
          <p:sp>
            <p:nvSpPr>
              <p:cNvPr id="1903" name="Rectangle: Rounded Corners 1902">
                <a:extLst>
                  <a:ext uri="{FF2B5EF4-FFF2-40B4-BE49-F238E27FC236}">
                    <a16:creationId xmlns:a16="http://schemas.microsoft.com/office/drawing/2014/main" id="{D939A4AD-A6F5-301F-96FC-8881CDF20AE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04" name="Group 1903">
                <a:extLst>
                  <a:ext uri="{FF2B5EF4-FFF2-40B4-BE49-F238E27FC236}">
                    <a16:creationId xmlns:a16="http://schemas.microsoft.com/office/drawing/2014/main" id="{B587502D-206B-8D8C-47C6-2998FFDB3221}"/>
                  </a:ext>
                </a:extLst>
              </p:cNvPr>
              <p:cNvGrpSpPr/>
              <p:nvPr/>
            </p:nvGrpSpPr>
            <p:grpSpPr>
              <a:xfrm>
                <a:off x="3967162" y="4130677"/>
                <a:ext cx="2177954" cy="203200"/>
                <a:chOff x="4411662" y="1266827"/>
                <a:chExt cx="2177954" cy="203200"/>
              </a:xfrm>
              <a:solidFill>
                <a:schemeClr val="tx1"/>
              </a:solidFill>
            </p:grpSpPr>
            <p:sp>
              <p:nvSpPr>
                <p:cNvPr id="1914" name="Rectangle: Rounded Corners 1913">
                  <a:extLst>
                    <a:ext uri="{FF2B5EF4-FFF2-40B4-BE49-F238E27FC236}">
                      <a16:creationId xmlns:a16="http://schemas.microsoft.com/office/drawing/2014/main" id="{BEECF95C-B249-8CBC-2321-011B7916594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5" name="Rectangle: Rounded Corners 1914">
                  <a:extLst>
                    <a:ext uri="{FF2B5EF4-FFF2-40B4-BE49-F238E27FC236}">
                      <a16:creationId xmlns:a16="http://schemas.microsoft.com/office/drawing/2014/main" id="{7AC29B09-F9FE-83F8-25B4-2691B5A3BD3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6" name="Rectangle: Rounded Corners 1915">
                  <a:extLst>
                    <a:ext uri="{FF2B5EF4-FFF2-40B4-BE49-F238E27FC236}">
                      <a16:creationId xmlns:a16="http://schemas.microsoft.com/office/drawing/2014/main" id="{83099CB3-56F6-92AB-8253-30CFDB15488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7" name="Rectangle: Rounded Corners 1916">
                  <a:extLst>
                    <a:ext uri="{FF2B5EF4-FFF2-40B4-BE49-F238E27FC236}">
                      <a16:creationId xmlns:a16="http://schemas.microsoft.com/office/drawing/2014/main" id="{D03D2D1E-BA8A-567F-2EE2-3E159525962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8" name="Rectangle: Rounded Corners 1917">
                  <a:extLst>
                    <a:ext uri="{FF2B5EF4-FFF2-40B4-BE49-F238E27FC236}">
                      <a16:creationId xmlns:a16="http://schemas.microsoft.com/office/drawing/2014/main" id="{DB580938-EF09-32F1-7C44-054D66290F7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9" name="Rectangle: Rounded Corners 1918">
                  <a:extLst>
                    <a:ext uri="{FF2B5EF4-FFF2-40B4-BE49-F238E27FC236}">
                      <a16:creationId xmlns:a16="http://schemas.microsoft.com/office/drawing/2014/main" id="{359F3E86-7F14-F700-AEEE-BBC8521F61E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0" name="Rectangle: Rounded Corners 1919">
                  <a:extLst>
                    <a:ext uri="{FF2B5EF4-FFF2-40B4-BE49-F238E27FC236}">
                      <a16:creationId xmlns:a16="http://schemas.microsoft.com/office/drawing/2014/main" id="{D4664745-36E9-44AA-A483-F182A6451F7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1" name="Rectangle: Rounded Corners 1920">
                  <a:extLst>
                    <a:ext uri="{FF2B5EF4-FFF2-40B4-BE49-F238E27FC236}">
                      <a16:creationId xmlns:a16="http://schemas.microsoft.com/office/drawing/2014/main" id="{F81B6C9D-0736-4BE3-522F-8F993F1E380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05" name="Group 1904">
                <a:extLst>
                  <a:ext uri="{FF2B5EF4-FFF2-40B4-BE49-F238E27FC236}">
                    <a16:creationId xmlns:a16="http://schemas.microsoft.com/office/drawing/2014/main" id="{80F672A7-2D94-6357-6190-63A682D2E347}"/>
                  </a:ext>
                </a:extLst>
              </p:cNvPr>
              <p:cNvGrpSpPr/>
              <p:nvPr/>
            </p:nvGrpSpPr>
            <p:grpSpPr>
              <a:xfrm>
                <a:off x="3967163" y="5983284"/>
                <a:ext cx="2177954" cy="203200"/>
                <a:chOff x="4411662" y="1266827"/>
                <a:chExt cx="2177954" cy="203200"/>
              </a:xfrm>
              <a:solidFill>
                <a:schemeClr val="tx1"/>
              </a:solidFill>
            </p:grpSpPr>
            <p:sp>
              <p:nvSpPr>
                <p:cNvPr id="1906" name="Rectangle: Rounded Corners 1905">
                  <a:extLst>
                    <a:ext uri="{FF2B5EF4-FFF2-40B4-BE49-F238E27FC236}">
                      <a16:creationId xmlns:a16="http://schemas.microsoft.com/office/drawing/2014/main" id="{7A3AC995-AFD3-7754-E83D-F524E1BFD6D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7" name="Rectangle: Rounded Corners 1906">
                  <a:extLst>
                    <a:ext uri="{FF2B5EF4-FFF2-40B4-BE49-F238E27FC236}">
                      <a16:creationId xmlns:a16="http://schemas.microsoft.com/office/drawing/2014/main" id="{EE7CD9B7-15BF-2C86-F0E7-5FC804A846A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8" name="Rectangle: Rounded Corners 1907">
                  <a:extLst>
                    <a:ext uri="{FF2B5EF4-FFF2-40B4-BE49-F238E27FC236}">
                      <a16:creationId xmlns:a16="http://schemas.microsoft.com/office/drawing/2014/main" id="{ED323FC9-63BA-99B3-888B-C8FE82F426A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9" name="Rectangle: Rounded Corners 1908">
                  <a:extLst>
                    <a:ext uri="{FF2B5EF4-FFF2-40B4-BE49-F238E27FC236}">
                      <a16:creationId xmlns:a16="http://schemas.microsoft.com/office/drawing/2014/main" id="{932E52A1-121B-8B6A-E84E-59046474CF0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0" name="Rectangle: Rounded Corners 1909">
                  <a:extLst>
                    <a:ext uri="{FF2B5EF4-FFF2-40B4-BE49-F238E27FC236}">
                      <a16:creationId xmlns:a16="http://schemas.microsoft.com/office/drawing/2014/main" id="{FA5830CA-D8F2-FD67-61CF-158E5A8DBE3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1" name="Rectangle: Rounded Corners 1910">
                  <a:extLst>
                    <a:ext uri="{FF2B5EF4-FFF2-40B4-BE49-F238E27FC236}">
                      <a16:creationId xmlns:a16="http://schemas.microsoft.com/office/drawing/2014/main" id="{7C6A90AA-17ED-0551-82C7-36DD1105EC6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2" name="Rectangle: Rounded Corners 1911">
                  <a:extLst>
                    <a:ext uri="{FF2B5EF4-FFF2-40B4-BE49-F238E27FC236}">
                      <a16:creationId xmlns:a16="http://schemas.microsoft.com/office/drawing/2014/main" id="{1CC2A93C-69BA-8FF6-61AA-05F78E25BF8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3" name="Rectangle: Rounded Corners 1912">
                  <a:extLst>
                    <a:ext uri="{FF2B5EF4-FFF2-40B4-BE49-F238E27FC236}">
                      <a16:creationId xmlns:a16="http://schemas.microsoft.com/office/drawing/2014/main" id="{0D9B8ABE-661C-CAFF-A324-1B4F89F7453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3" name="Group 1742">
              <a:extLst>
                <a:ext uri="{FF2B5EF4-FFF2-40B4-BE49-F238E27FC236}">
                  <a16:creationId xmlns:a16="http://schemas.microsoft.com/office/drawing/2014/main" id="{17A4FE37-9449-BD58-0810-FF2B44327884}"/>
                </a:ext>
              </a:extLst>
            </p:cNvPr>
            <p:cNvGrpSpPr/>
            <p:nvPr/>
          </p:nvGrpSpPr>
          <p:grpSpPr>
            <a:xfrm>
              <a:off x="8632436" y="4130677"/>
              <a:ext cx="2324893" cy="2055807"/>
              <a:chOff x="3967162" y="4130677"/>
              <a:chExt cx="2324893" cy="2055807"/>
            </a:xfrm>
          </p:grpSpPr>
          <p:sp>
            <p:nvSpPr>
              <p:cNvPr id="1884" name="Rectangle: Rounded Corners 1883">
                <a:extLst>
                  <a:ext uri="{FF2B5EF4-FFF2-40B4-BE49-F238E27FC236}">
                    <a16:creationId xmlns:a16="http://schemas.microsoft.com/office/drawing/2014/main" id="{3A2B536A-133C-C0E0-29D6-D4831A9322CB}"/>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85" name="Group 1884">
                <a:extLst>
                  <a:ext uri="{FF2B5EF4-FFF2-40B4-BE49-F238E27FC236}">
                    <a16:creationId xmlns:a16="http://schemas.microsoft.com/office/drawing/2014/main" id="{9A151AD9-AF16-0FFA-0113-3AE51325667D}"/>
                  </a:ext>
                </a:extLst>
              </p:cNvPr>
              <p:cNvGrpSpPr/>
              <p:nvPr/>
            </p:nvGrpSpPr>
            <p:grpSpPr>
              <a:xfrm>
                <a:off x="3967162" y="4130677"/>
                <a:ext cx="2177954" cy="203200"/>
                <a:chOff x="4411662" y="1266827"/>
                <a:chExt cx="2177954" cy="203200"/>
              </a:xfrm>
              <a:solidFill>
                <a:schemeClr val="tx1"/>
              </a:solidFill>
            </p:grpSpPr>
            <p:sp>
              <p:nvSpPr>
                <p:cNvPr id="1895" name="Rectangle: Rounded Corners 1894">
                  <a:extLst>
                    <a:ext uri="{FF2B5EF4-FFF2-40B4-BE49-F238E27FC236}">
                      <a16:creationId xmlns:a16="http://schemas.microsoft.com/office/drawing/2014/main" id="{A5CE9A1A-0EA3-3848-E566-2398E388EB2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6" name="Rectangle: Rounded Corners 1895">
                  <a:extLst>
                    <a:ext uri="{FF2B5EF4-FFF2-40B4-BE49-F238E27FC236}">
                      <a16:creationId xmlns:a16="http://schemas.microsoft.com/office/drawing/2014/main" id="{D0948C75-C9B8-8812-03D1-3AF66DBA1FB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7" name="Rectangle: Rounded Corners 1896">
                  <a:extLst>
                    <a:ext uri="{FF2B5EF4-FFF2-40B4-BE49-F238E27FC236}">
                      <a16:creationId xmlns:a16="http://schemas.microsoft.com/office/drawing/2014/main" id="{FF066568-DA6E-7FAE-9698-454369B2963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8" name="Rectangle: Rounded Corners 1897">
                  <a:extLst>
                    <a:ext uri="{FF2B5EF4-FFF2-40B4-BE49-F238E27FC236}">
                      <a16:creationId xmlns:a16="http://schemas.microsoft.com/office/drawing/2014/main" id="{F056AB0B-0E66-0F8D-8EE1-5B0070D28B5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9" name="Rectangle: Rounded Corners 1898">
                  <a:extLst>
                    <a:ext uri="{FF2B5EF4-FFF2-40B4-BE49-F238E27FC236}">
                      <a16:creationId xmlns:a16="http://schemas.microsoft.com/office/drawing/2014/main" id="{2F85FF8C-8099-06E5-23D7-1446AEA2057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0" name="Rectangle: Rounded Corners 1899">
                  <a:extLst>
                    <a:ext uri="{FF2B5EF4-FFF2-40B4-BE49-F238E27FC236}">
                      <a16:creationId xmlns:a16="http://schemas.microsoft.com/office/drawing/2014/main" id="{EBFC72D9-9EE2-6B7D-67D5-9FFCC587643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1" name="Rectangle: Rounded Corners 1900">
                  <a:extLst>
                    <a:ext uri="{FF2B5EF4-FFF2-40B4-BE49-F238E27FC236}">
                      <a16:creationId xmlns:a16="http://schemas.microsoft.com/office/drawing/2014/main" id="{33088043-A349-D1F0-D13E-E79B8407C07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2" name="Rectangle: Rounded Corners 1901">
                  <a:extLst>
                    <a:ext uri="{FF2B5EF4-FFF2-40B4-BE49-F238E27FC236}">
                      <a16:creationId xmlns:a16="http://schemas.microsoft.com/office/drawing/2014/main" id="{FEEF7665-B779-C283-E885-3599939C35C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86" name="Group 1885">
                <a:extLst>
                  <a:ext uri="{FF2B5EF4-FFF2-40B4-BE49-F238E27FC236}">
                    <a16:creationId xmlns:a16="http://schemas.microsoft.com/office/drawing/2014/main" id="{E270FE9E-1426-DDAF-3BF7-DF62A937F9EA}"/>
                  </a:ext>
                </a:extLst>
              </p:cNvPr>
              <p:cNvGrpSpPr/>
              <p:nvPr/>
            </p:nvGrpSpPr>
            <p:grpSpPr>
              <a:xfrm>
                <a:off x="3967163" y="5983284"/>
                <a:ext cx="2177954" cy="203200"/>
                <a:chOff x="4411662" y="1266827"/>
                <a:chExt cx="2177954" cy="203200"/>
              </a:xfrm>
              <a:solidFill>
                <a:schemeClr val="tx1"/>
              </a:solidFill>
            </p:grpSpPr>
            <p:sp>
              <p:nvSpPr>
                <p:cNvPr id="1887" name="Rectangle: Rounded Corners 1886">
                  <a:extLst>
                    <a:ext uri="{FF2B5EF4-FFF2-40B4-BE49-F238E27FC236}">
                      <a16:creationId xmlns:a16="http://schemas.microsoft.com/office/drawing/2014/main" id="{7445E460-AD4A-6E11-9869-E30FABAC559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8" name="Rectangle: Rounded Corners 1887">
                  <a:extLst>
                    <a:ext uri="{FF2B5EF4-FFF2-40B4-BE49-F238E27FC236}">
                      <a16:creationId xmlns:a16="http://schemas.microsoft.com/office/drawing/2014/main" id="{DBE586FC-B348-2653-597B-13ABBF344D7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9" name="Rectangle: Rounded Corners 1888">
                  <a:extLst>
                    <a:ext uri="{FF2B5EF4-FFF2-40B4-BE49-F238E27FC236}">
                      <a16:creationId xmlns:a16="http://schemas.microsoft.com/office/drawing/2014/main" id="{4B6DF5E1-4DF8-778F-0E7D-01F1F84FAE9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0" name="Rectangle: Rounded Corners 1889">
                  <a:extLst>
                    <a:ext uri="{FF2B5EF4-FFF2-40B4-BE49-F238E27FC236}">
                      <a16:creationId xmlns:a16="http://schemas.microsoft.com/office/drawing/2014/main" id="{BF5EBC4E-C895-53C6-5663-85D6431B42E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1" name="Rectangle: Rounded Corners 1890">
                  <a:extLst>
                    <a:ext uri="{FF2B5EF4-FFF2-40B4-BE49-F238E27FC236}">
                      <a16:creationId xmlns:a16="http://schemas.microsoft.com/office/drawing/2014/main" id="{19700F59-D7C2-F4C6-C973-FA5146417C5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2" name="Rectangle: Rounded Corners 1891">
                  <a:extLst>
                    <a:ext uri="{FF2B5EF4-FFF2-40B4-BE49-F238E27FC236}">
                      <a16:creationId xmlns:a16="http://schemas.microsoft.com/office/drawing/2014/main" id="{871E0489-EEF0-61DA-D2B6-1BAD2EF4BEF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3" name="Rectangle: Rounded Corners 1892">
                  <a:extLst>
                    <a:ext uri="{FF2B5EF4-FFF2-40B4-BE49-F238E27FC236}">
                      <a16:creationId xmlns:a16="http://schemas.microsoft.com/office/drawing/2014/main" id="{B2D85203-76B5-B924-347E-DE5A627D437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4" name="Rectangle: Rounded Corners 1893">
                  <a:extLst>
                    <a:ext uri="{FF2B5EF4-FFF2-40B4-BE49-F238E27FC236}">
                      <a16:creationId xmlns:a16="http://schemas.microsoft.com/office/drawing/2014/main" id="{B6DF91B0-67DF-AD88-A609-E6D91EC0F98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4" name="Group 1743">
              <a:extLst>
                <a:ext uri="{FF2B5EF4-FFF2-40B4-BE49-F238E27FC236}">
                  <a16:creationId xmlns:a16="http://schemas.microsoft.com/office/drawing/2014/main" id="{FA81D2DD-FE54-B0A3-7F01-0D1DA61DFBB0}"/>
                </a:ext>
              </a:extLst>
            </p:cNvPr>
            <p:cNvGrpSpPr/>
            <p:nvPr/>
          </p:nvGrpSpPr>
          <p:grpSpPr>
            <a:xfrm>
              <a:off x="10965073" y="4130677"/>
              <a:ext cx="2324893" cy="2055807"/>
              <a:chOff x="3967162" y="4130677"/>
              <a:chExt cx="2324893" cy="2055807"/>
            </a:xfrm>
          </p:grpSpPr>
          <p:sp>
            <p:nvSpPr>
              <p:cNvPr id="1865" name="Rectangle: Rounded Corners 1864">
                <a:extLst>
                  <a:ext uri="{FF2B5EF4-FFF2-40B4-BE49-F238E27FC236}">
                    <a16:creationId xmlns:a16="http://schemas.microsoft.com/office/drawing/2014/main" id="{DBE39633-4988-6529-1818-E0292EBF3E0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66" name="Group 1865">
                <a:extLst>
                  <a:ext uri="{FF2B5EF4-FFF2-40B4-BE49-F238E27FC236}">
                    <a16:creationId xmlns:a16="http://schemas.microsoft.com/office/drawing/2014/main" id="{59A8FBEB-3CCB-AA92-F4EA-6D474F5C6787}"/>
                  </a:ext>
                </a:extLst>
              </p:cNvPr>
              <p:cNvGrpSpPr/>
              <p:nvPr/>
            </p:nvGrpSpPr>
            <p:grpSpPr>
              <a:xfrm>
                <a:off x="3967162" y="4130677"/>
                <a:ext cx="2177954" cy="203200"/>
                <a:chOff x="4411662" y="1266827"/>
                <a:chExt cx="2177954" cy="203200"/>
              </a:xfrm>
              <a:solidFill>
                <a:schemeClr val="tx1"/>
              </a:solidFill>
            </p:grpSpPr>
            <p:sp>
              <p:nvSpPr>
                <p:cNvPr id="1876" name="Rectangle: Rounded Corners 1875">
                  <a:extLst>
                    <a:ext uri="{FF2B5EF4-FFF2-40B4-BE49-F238E27FC236}">
                      <a16:creationId xmlns:a16="http://schemas.microsoft.com/office/drawing/2014/main" id="{E5334C10-EE1A-A931-20F7-B6C0BD1039A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7" name="Rectangle: Rounded Corners 1876">
                  <a:extLst>
                    <a:ext uri="{FF2B5EF4-FFF2-40B4-BE49-F238E27FC236}">
                      <a16:creationId xmlns:a16="http://schemas.microsoft.com/office/drawing/2014/main" id="{78CB1B8B-DA3B-CC16-AE29-592988E4538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8" name="Rectangle: Rounded Corners 1877">
                  <a:extLst>
                    <a:ext uri="{FF2B5EF4-FFF2-40B4-BE49-F238E27FC236}">
                      <a16:creationId xmlns:a16="http://schemas.microsoft.com/office/drawing/2014/main" id="{6A871292-FDD3-83B4-DF73-4F180626EC4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9" name="Rectangle: Rounded Corners 1878">
                  <a:extLst>
                    <a:ext uri="{FF2B5EF4-FFF2-40B4-BE49-F238E27FC236}">
                      <a16:creationId xmlns:a16="http://schemas.microsoft.com/office/drawing/2014/main" id="{21BEA92D-1260-06AB-9B4A-5BE902BE6C7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0" name="Rectangle: Rounded Corners 1879">
                  <a:extLst>
                    <a:ext uri="{FF2B5EF4-FFF2-40B4-BE49-F238E27FC236}">
                      <a16:creationId xmlns:a16="http://schemas.microsoft.com/office/drawing/2014/main" id="{5797E54A-4B95-688F-86EF-E9EDA239422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1" name="Rectangle: Rounded Corners 1880">
                  <a:extLst>
                    <a:ext uri="{FF2B5EF4-FFF2-40B4-BE49-F238E27FC236}">
                      <a16:creationId xmlns:a16="http://schemas.microsoft.com/office/drawing/2014/main" id="{D5DAFAE1-C517-A9D2-BD9B-044F93A9990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2" name="Rectangle: Rounded Corners 1881">
                  <a:extLst>
                    <a:ext uri="{FF2B5EF4-FFF2-40B4-BE49-F238E27FC236}">
                      <a16:creationId xmlns:a16="http://schemas.microsoft.com/office/drawing/2014/main" id="{9C73A9E5-7E99-69A2-EEC5-312AE594341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3" name="Rectangle: Rounded Corners 1882">
                  <a:extLst>
                    <a:ext uri="{FF2B5EF4-FFF2-40B4-BE49-F238E27FC236}">
                      <a16:creationId xmlns:a16="http://schemas.microsoft.com/office/drawing/2014/main" id="{BA28FA53-9652-BAE2-DBD1-E1B5837B97A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67" name="Group 1866">
                <a:extLst>
                  <a:ext uri="{FF2B5EF4-FFF2-40B4-BE49-F238E27FC236}">
                    <a16:creationId xmlns:a16="http://schemas.microsoft.com/office/drawing/2014/main" id="{1F4A06FA-91CF-4509-E4B9-F55CAC840FFE}"/>
                  </a:ext>
                </a:extLst>
              </p:cNvPr>
              <p:cNvGrpSpPr/>
              <p:nvPr/>
            </p:nvGrpSpPr>
            <p:grpSpPr>
              <a:xfrm>
                <a:off x="3967163" y="5983284"/>
                <a:ext cx="2177954" cy="203200"/>
                <a:chOff x="4411662" y="1266827"/>
                <a:chExt cx="2177954" cy="203200"/>
              </a:xfrm>
              <a:solidFill>
                <a:schemeClr val="tx1"/>
              </a:solidFill>
            </p:grpSpPr>
            <p:sp>
              <p:nvSpPr>
                <p:cNvPr id="1868" name="Rectangle: Rounded Corners 1867">
                  <a:extLst>
                    <a:ext uri="{FF2B5EF4-FFF2-40B4-BE49-F238E27FC236}">
                      <a16:creationId xmlns:a16="http://schemas.microsoft.com/office/drawing/2014/main" id="{CCC59CF4-1156-DB81-F08B-F0812C12E12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9" name="Rectangle: Rounded Corners 1868">
                  <a:extLst>
                    <a:ext uri="{FF2B5EF4-FFF2-40B4-BE49-F238E27FC236}">
                      <a16:creationId xmlns:a16="http://schemas.microsoft.com/office/drawing/2014/main" id="{E1E6E096-6732-0AA7-1C4E-146AF20E9A3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0" name="Rectangle: Rounded Corners 1869">
                  <a:extLst>
                    <a:ext uri="{FF2B5EF4-FFF2-40B4-BE49-F238E27FC236}">
                      <a16:creationId xmlns:a16="http://schemas.microsoft.com/office/drawing/2014/main" id="{14C05FE0-1376-3759-0A5C-B3BD0FB5062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1" name="Rectangle: Rounded Corners 1870">
                  <a:extLst>
                    <a:ext uri="{FF2B5EF4-FFF2-40B4-BE49-F238E27FC236}">
                      <a16:creationId xmlns:a16="http://schemas.microsoft.com/office/drawing/2014/main" id="{BB0E9F3F-69BA-BC12-284E-E9D25346471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2" name="Rectangle: Rounded Corners 1871">
                  <a:extLst>
                    <a:ext uri="{FF2B5EF4-FFF2-40B4-BE49-F238E27FC236}">
                      <a16:creationId xmlns:a16="http://schemas.microsoft.com/office/drawing/2014/main" id="{D6FA501C-8FC6-1097-9ABA-EA50221FBF1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3" name="Rectangle: Rounded Corners 1872">
                  <a:extLst>
                    <a:ext uri="{FF2B5EF4-FFF2-40B4-BE49-F238E27FC236}">
                      <a16:creationId xmlns:a16="http://schemas.microsoft.com/office/drawing/2014/main" id="{CA08B052-E73A-9B8F-74DB-A026BBE1D4D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4" name="Rectangle: Rounded Corners 1873">
                  <a:extLst>
                    <a:ext uri="{FF2B5EF4-FFF2-40B4-BE49-F238E27FC236}">
                      <a16:creationId xmlns:a16="http://schemas.microsoft.com/office/drawing/2014/main" id="{8C6BC302-A6FB-5BC7-D0BE-9B140A7338A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5" name="Rectangle: Rounded Corners 1874">
                  <a:extLst>
                    <a:ext uri="{FF2B5EF4-FFF2-40B4-BE49-F238E27FC236}">
                      <a16:creationId xmlns:a16="http://schemas.microsoft.com/office/drawing/2014/main" id="{A0C22D01-AD0A-07A6-A2C9-4A16FECC82B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5" name="Group 1744">
              <a:extLst>
                <a:ext uri="{FF2B5EF4-FFF2-40B4-BE49-F238E27FC236}">
                  <a16:creationId xmlns:a16="http://schemas.microsoft.com/office/drawing/2014/main" id="{76A1A110-1B65-FBB4-E09F-8E32258E5E4E}"/>
                </a:ext>
              </a:extLst>
            </p:cNvPr>
            <p:cNvGrpSpPr/>
            <p:nvPr/>
          </p:nvGrpSpPr>
          <p:grpSpPr>
            <a:xfrm>
              <a:off x="13297710" y="4130677"/>
              <a:ext cx="2324893" cy="2055807"/>
              <a:chOff x="3967162" y="4130677"/>
              <a:chExt cx="2324893" cy="2055807"/>
            </a:xfrm>
          </p:grpSpPr>
          <p:sp>
            <p:nvSpPr>
              <p:cNvPr id="1846" name="Rectangle: Rounded Corners 1845">
                <a:extLst>
                  <a:ext uri="{FF2B5EF4-FFF2-40B4-BE49-F238E27FC236}">
                    <a16:creationId xmlns:a16="http://schemas.microsoft.com/office/drawing/2014/main" id="{2CE5B7CB-B78E-8B11-6FC0-422D8AFF563B}"/>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47" name="Group 1846">
                <a:extLst>
                  <a:ext uri="{FF2B5EF4-FFF2-40B4-BE49-F238E27FC236}">
                    <a16:creationId xmlns:a16="http://schemas.microsoft.com/office/drawing/2014/main" id="{E5E309A5-536E-DDC7-EA62-C43ED346A3A4}"/>
                  </a:ext>
                </a:extLst>
              </p:cNvPr>
              <p:cNvGrpSpPr/>
              <p:nvPr/>
            </p:nvGrpSpPr>
            <p:grpSpPr>
              <a:xfrm>
                <a:off x="3967162" y="4130677"/>
                <a:ext cx="2177954" cy="203200"/>
                <a:chOff x="4411662" y="1266827"/>
                <a:chExt cx="2177954" cy="203200"/>
              </a:xfrm>
              <a:solidFill>
                <a:schemeClr val="tx1"/>
              </a:solidFill>
            </p:grpSpPr>
            <p:sp>
              <p:nvSpPr>
                <p:cNvPr id="1857" name="Rectangle: Rounded Corners 1856">
                  <a:extLst>
                    <a:ext uri="{FF2B5EF4-FFF2-40B4-BE49-F238E27FC236}">
                      <a16:creationId xmlns:a16="http://schemas.microsoft.com/office/drawing/2014/main" id="{D555F7AA-B1AB-4569-A20C-B4C40D065E6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8" name="Rectangle: Rounded Corners 1857">
                  <a:extLst>
                    <a:ext uri="{FF2B5EF4-FFF2-40B4-BE49-F238E27FC236}">
                      <a16:creationId xmlns:a16="http://schemas.microsoft.com/office/drawing/2014/main" id="{C13288C2-CC28-33D6-DC57-CA5B5E976BB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9" name="Rectangle: Rounded Corners 1858">
                  <a:extLst>
                    <a:ext uri="{FF2B5EF4-FFF2-40B4-BE49-F238E27FC236}">
                      <a16:creationId xmlns:a16="http://schemas.microsoft.com/office/drawing/2014/main" id="{9F522ED1-42B5-6032-74FE-8A90F029CAD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0" name="Rectangle: Rounded Corners 1859">
                  <a:extLst>
                    <a:ext uri="{FF2B5EF4-FFF2-40B4-BE49-F238E27FC236}">
                      <a16:creationId xmlns:a16="http://schemas.microsoft.com/office/drawing/2014/main" id="{A05839A7-C6C8-39E0-72DC-54CDB0496D0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1" name="Rectangle: Rounded Corners 1860">
                  <a:extLst>
                    <a:ext uri="{FF2B5EF4-FFF2-40B4-BE49-F238E27FC236}">
                      <a16:creationId xmlns:a16="http://schemas.microsoft.com/office/drawing/2014/main" id="{75041EA9-9B6C-F6EB-EB47-C060B53C487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2" name="Rectangle: Rounded Corners 1861">
                  <a:extLst>
                    <a:ext uri="{FF2B5EF4-FFF2-40B4-BE49-F238E27FC236}">
                      <a16:creationId xmlns:a16="http://schemas.microsoft.com/office/drawing/2014/main" id="{4DECA7AF-A3B8-60D8-0D7C-8D043D2DCE3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3" name="Rectangle: Rounded Corners 1862">
                  <a:extLst>
                    <a:ext uri="{FF2B5EF4-FFF2-40B4-BE49-F238E27FC236}">
                      <a16:creationId xmlns:a16="http://schemas.microsoft.com/office/drawing/2014/main" id="{2AB590E2-0B0F-1EF7-C578-93B47185182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4" name="Rectangle: Rounded Corners 1863">
                  <a:extLst>
                    <a:ext uri="{FF2B5EF4-FFF2-40B4-BE49-F238E27FC236}">
                      <a16:creationId xmlns:a16="http://schemas.microsoft.com/office/drawing/2014/main" id="{C876AECF-4531-6FE3-D804-262D497FDD5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48" name="Group 1847">
                <a:extLst>
                  <a:ext uri="{FF2B5EF4-FFF2-40B4-BE49-F238E27FC236}">
                    <a16:creationId xmlns:a16="http://schemas.microsoft.com/office/drawing/2014/main" id="{F1D20E0F-145F-C15C-17D2-0299FE052621}"/>
                  </a:ext>
                </a:extLst>
              </p:cNvPr>
              <p:cNvGrpSpPr/>
              <p:nvPr/>
            </p:nvGrpSpPr>
            <p:grpSpPr>
              <a:xfrm>
                <a:off x="3967163" y="5983284"/>
                <a:ext cx="2177954" cy="203200"/>
                <a:chOff x="4411662" y="1266827"/>
                <a:chExt cx="2177954" cy="203200"/>
              </a:xfrm>
              <a:solidFill>
                <a:schemeClr val="tx1"/>
              </a:solidFill>
            </p:grpSpPr>
            <p:sp>
              <p:nvSpPr>
                <p:cNvPr id="1849" name="Rectangle: Rounded Corners 1848">
                  <a:extLst>
                    <a:ext uri="{FF2B5EF4-FFF2-40B4-BE49-F238E27FC236}">
                      <a16:creationId xmlns:a16="http://schemas.microsoft.com/office/drawing/2014/main" id="{DD7419F5-A5F4-C640-F241-6D16DE63C0A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0" name="Rectangle: Rounded Corners 1849">
                  <a:extLst>
                    <a:ext uri="{FF2B5EF4-FFF2-40B4-BE49-F238E27FC236}">
                      <a16:creationId xmlns:a16="http://schemas.microsoft.com/office/drawing/2014/main" id="{D0DCEA69-6E17-0165-E36E-BBFDCE0267E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1" name="Rectangle: Rounded Corners 1850">
                  <a:extLst>
                    <a:ext uri="{FF2B5EF4-FFF2-40B4-BE49-F238E27FC236}">
                      <a16:creationId xmlns:a16="http://schemas.microsoft.com/office/drawing/2014/main" id="{07CA0F85-E4C3-63CA-C327-2440DAB02BF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2" name="Rectangle: Rounded Corners 1851">
                  <a:extLst>
                    <a:ext uri="{FF2B5EF4-FFF2-40B4-BE49-F238E27FC236}">
                      <a16:creationId xmlns:a16="http://schemas.microsoft.com/office/drawing/2014/main" id="{BB145024-7905-0CA8-489D-394A6CD353F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3" name="Rectangle: Rounded Corners 1852">
                  <a:extLst>
                    <a:ext uri="{FF2B5EF4-FFF2-40B4-BE49-F238E27FC236}">
                      <a16:creationId xmlns:a16="http://schemas.microsoft.com/office/drawing/2014/main" id="{9138DD8A-941D-83E5-8183-F0FB9D399BB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4" name="Rectangle: Rounded Corners 1853">
                  <a:extLst>
                    <a:ext uri="{FF2B5EF4-FFF2-40B4-BE49-F238E27FC236}">
                      <a16:creationId xmlns:a16="http://schemas.microsoft.com/office/drawing/2014/main" id="{EC11B4B8-95D2-F740-F47E-84AA61C0105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5" name="Rectangle: Rounded Corners 1854">
                  <a:extLst>
                    <a:ext uri="{FF2B5EF4-FFF2-40B4-BE49-F238E27FC236}">
                      <a16:creationId xmlns:a16="http://schemas.microsoft.com/office/drawing/2014/main" id="{0BAF6463-EE7E-E31A-0B4B-BC54C534E5A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6" name="Rectangle: Rounded Corners 1855">
                  <a:extLst>
                    <a:ext uri="{FF2B5EF4-FFF2-40B4-BE49-F238E27FC236}">
                      <a16:creationId xmlns:a16="http://schemas.microsoft.com/office/drawing/2014/main" id="{6BA8143F-0B69-9F78-7030-9603AA08E50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6" name="Group 1745">
              <a:extLst>
                <a:ext uri="{FF2B5EF4-FFF2-40B4-BE49-F238E27FC236}">
                  <a16:creationId xmlns:a16="http://schemas.microsoft.com/office/drawing/2014/main" id="{3CBD7E2E-81F8-7E22-13BF-9D93717D26A1}"/>
                </a:ext>
              </a:extLst>
            </p:cNvPr>
            <p:cNvGrpSpPr/>
            <p:nvPr/>
          </p:nvGrpSpPr>
          <p:grpSpPr>
            <a:xfrm>
              <a:off x="15630347" y="4130677"/>
              <a:ext cx="2324893" cy="2055807"/>
              <a:chOff x="3967162" y="4130677"/>
              <a:chExt cx="2324893" cy="2055807"/>
            </a:xfrm>
          </p:grpSpPr>
          <p:sp>
            <p:nvSpPr>
              <p:cNvPr id="1827" name="Rectangle: Rounded Corners 1826">
                <a:extLst>
                  <a:ext uri="{FF2B5EF4-FFF2-40B4-BE49-F238E27FC236}">
                    <a16:creationId xmlns:a16="http://schemas.microsoft.com/office/drawing/2014/main" id="{D0AF2401-3547-BFD7-8C38-194F7B730D1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28" name="Group 1827">
                <a:extLst>
                  <a:ext uri="{FF2B5EF4-FFF2-40B4-BE49-F238E27FC236}">
                    <a16:creationId xmlns:a16="http://schemas.microsoft.com/office/drawing/2014/main" id="{F2C504BA-E12A-6E6E-CCAB-FDA1D2562869}"/>
                  </a:ext>
                </a:extLst>
              </p:cNvPr>
              <p:cNvGrpSpPr/>
              <p:nvPr/>
            </p:nvGrpSpPr>
            <p:grpSpPr>
              <a:xfrm>
                <a:off x="3967162" y="4130677"/>
                <a:ext cx="2177954" cy="203200"/>
                <a:chOff x="4411662" y="1266827"/>
                <a:chExt cx="2177954" cy="203200"/>
              </a:xfrm>
              <a:solidFill>
                <a:schemeClr val="tx1"/>
              </a:solidFill>
            </p:grpSpPr>
            <p:sp>
              <p:nvSpPr>
                <p:cNvPr id="1838" name="Rectangle: Rounded Corners 1837">
                  <a:extLst>
                    <a:ext uri="{FF2B5EF4-FFF2-40B4-BE49-F238E27FC236}">
                      <a16:creationId xmlns:a16="http://schemas.microsoft.com/office/drawing/2014/main" id="{B66BB334-5DF4-FAB8-8F9F-281EB7F34F1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9" name="Rectangle: Rounded Corners 1838">
                  <a:extLst>
                    <a:ext uri="{FF2B5EF4-FFF2-40B4-BE49-F238E27FC236}">
                      <a16:creationId xmlns:a16="http://schemas.microsoft.com/office/drawing/2014/main" id="{884B2425-B5F9-48A8-24CB-03217273A3E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0" name="Rectangle: Rounded Corners 1839">
                  <a:extLst>
                    <a:ext uri="{FF2B5EF4-FFF2-40B4-BE49-F238E27FC236}">
                      <a16:creationId xmlns:a16="http://schemas.microsoft.com/office/drawing/2014/main" id="{5F28CAED-0D02-23CE-F21C-549BA831F1E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1" name="Rectangle: Rounded Corners 1840">
                  <a:extLst>
                    <a:ext uri="{FF2B5EF4-FFF2-40B4-BE49-F238E27FC236}">
                      <a16:creationId xmlns:a16="http://schemas.microsoft.com/office/drawing/2014/main" id="{8BFAB13F-B388-415D-59D5-ADA419CEF72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2" name="Rectangle: Rounded Corners 1841">
                  <a:extLst>
                    <a:ext uri="{FF2B5EF4-FFF2-40B4-BE49-F238E27FC236}">
                      <a16:creationId xmlns:a16="http://schemas.microsoft.com/office/drawing/2014/main" id="{0A82ACF8-8E75-BF14-9303-212FAD138B9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3" name="Rectangle: Rounded Corners 1842">
                  <a:extLst>
                    <a:ext uri="{FF2B5EF4-FFF2-40B4-BE49-F238E27FC236}">
                      <a16:creationId xmlns:a16="http://schemas.microsoft.com/office/drawing/2014/main" id="{B4EB4152-62D3-3C59-0CFA-3FC93C32506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4" name="Rectangle: Rounded Corners 1843">
                  <a:extLst>
                    <a:ext uri="{FF2B5EF4-FFF2-40B4-BE49-F238E27FC236}">
                      <a16:creationId xmlns:a16="http://schemas.microsoft.com/office/drawing/2014/main" id="{0EC37586-9A56-C6FF-BF9F-5FB574877DD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5" name="Rectangle: Rounded Corners 1844">
                  <a:extLst>
                    <a:ext uri="{FF2B5EF4-FFF2-40B4-BE49-F238E27FC236}">
                      <a16:creationId xmlns:a16="http://schemas.microsoft.com/office/drawing/2014/main" id="{EDFB26C0-E7B8-E330-0FFC-AE3C4C1224A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29" name="Group 1828">
                <a:extLst>
                  <a:ext uri="{FF2B5EF4-FFF2-40B4-BE49-F238E27FC236}">
                    <a16:creationId xmlns:a16="http://schemas.microsoft.com/office/drawing/2014/main" id="{F7208975-790D-B081-184C-BC14AACDED2C}"/>
                  </a:ext>
                </a:extLst>
              </p:cNvPr>
              <p:cNvGrpSpPr/>
              <p:nvPr/>
            </p:nvGrpSpPr>
            <p:grpSpPr>
              <a:xfrm>
                <a:off x="3967163" y="5983284"/>
                <a:ext cx="2177954" cy="203200"/>
                <a:chOff x="4411662" y="1266827"/>
                <a:chExt cx="2177954" cy="203200"/>
              </a:xfrm>
              <a:solidFill>
                <a:schemeClr val="tx1"/>
              </a:solidFill>
            </p:grpSpPr>
            <p:sp>
              <p:nvSpPr>
                <p:cNvPr id="1830" name="Rectangle: Rounded Corners 1829">
                  <a:extLst>
                    <a:ext uri="{FF2B5EF4-FFF2-40B4-BE49-F238E27FC236}">
                      <a16:creationId xmlns:a16="http://schemas.microsoft.com/office/drawing/2014/main" id="{73C9E7A1-CFD3-BFCA-C002-296B5FCF750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1" name="Rectangle: Rounded Corners 1830">
                  <a:extLst>
                    <a:ext uri="{FF2B5EF4-FFF2-40B4-BE49-F238E27FC236}">
                      <a16:creationId xmlns:a16="http://schemas.microsoft.com/office/drawing/2014/main" id="{58820C32-9E0D-D084-2AA8-62897104F62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2" name="Rectangle: Rounded Corners 1831">
                  <a:extLst>
                    <a:ext uri="{FF2B5EF4-FFF2-40B4-BE49-F238E27FC236}">
                      <a16:creationId xmlns:a16="http://schemas.microsoft.com/office/drawing/2014/main" id="{34A664B0-1AD5-3EDD-C1F4-A7E0DADBC92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3" name="Rectangle: Rounded Corners 1832">
                  <a:extLst>
                    <a:ext uri="{FF2B5EF4-FFF2-40B4-BE49-F238E27FC236}">
                      <a16:creationId xmlns:a16="http://schemas.microsoft.com/office/drawing/2014/main" id="{F9EE3740-62D9-E794-149A-4BCA03DE0F9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4" name="Rectangle: Rounded Corners 1833">
                  <a:extLst>
                    <a:ext uri="{FF2B5EF4-FFF2-40B4-BE49-F238E27FC236}">
                      <a16:creationId xmlns:a16="http://schemas.microsoft.com/office/drawing/2014/main" id="{7794C987-0DA4-4C2D-6232-001D4CC6A1E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5" name="Rectangle: Rounded Corners 1834">
                  <a:extLst>
                    <a:ext uri="{FF2B5EF4-FFF2-40B4-BE49-F238E27FC236}">
                      <a16:creationId xmlns:a16="http://schemas.microsoft.com/office/drawing/2014/main" id="{63FD5A75-0758-9A29-FD1C-0ADCB57093C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6" name="Rectangle: Rounded Corners 1835">
                  <a:extLst>
                    <a:ext uri="{FF2B5EF4-FFF2-40B4-BE49-F238E27FC236}">
                      <a16:creationId xmlns:a16="http://schemas.microsoft.com/office/drawing/2014/main" id="{DE44AA73-E823-2F7D-3056-77A6FF0F2D8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7" name="Rectangle: Rounded Corners 1836">
                  <a:extLst>
                    <a:ext uri="{FF2B5EF4-FFF2-40B4-BE49-F238E27FC236}">
                      <a16:creationId xmlns:a16="http://schemas.microsoft.com/office/drawing/2014/main" id="{7F030888-81BC-783C-BBE5-139B13293F3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7" name="Group 1746">
              <a:extLst>
                <a:ext uri="{FF2B5EF4-FFF2-40B4-BE49-F238E27FC236}">
                  <a16:creationId xmlns:a16="http://schemas.microsoft.com/office/drawing/2014/main" id="{AF393C94-C462-B86E-2AD7-24AEA6F10EE5}"/>
                </a:ext>
              </a:extLst>
            </p:cNvPr>
            <p:cNvGrpSpPr/>
            <p:nvPr/>
          </p:nvGrpSpPr>
          <p:grpSpPr>
            <a:xfrm>
              <a:off x="17962984" y="4130677"/>
              <a:ext cx="2324893" cy="2055807"/>
              <a:chOff x="3967162" y="4130677"/>
              <a:chExt cx="2324893" cy="2055807"/>
            </a:xfrm>
          </p:grpSpPr>
          <p:sp>
            <p:nvSpPr>
              <p:cNvPr id="1808" name="Rectangle: Rounded Corners 1807">
                <a:extLst>
                  <a:ext uri="{FF2B5EF4-FFF2-40B4-BE49-F238E27FC236}">
                    <a16:creationId xmlns:a16="http://schemas.microsoft.com/office/drawing/2014/main" id="{86409A9E-3278-3A61-ABBD-5C234419AD2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09" name="Group 1808">
                <a:extLst>
                  <a:ext uri="{FF2B5EF4-FFF2-40B4-BE49-F238E27FC236}">
                    <a16:creationId xmlns:a16="http://schemas.microsoft.com/office/drawing/2014/main" id="{7C981BE4-25CE-82FB-B0AD-DB8B58B51745}"/>
                  </a:ext>
                </a:extLst>
              </p:cNvPr>
              <p:cNvGrpSpPr/>
              <p:nvPr/>
            </p:nvGrpSpPr>
            <p:grpSpPr>
              <a:xfrm>
                <a:off x="3967162" y="4130677"/>
                <a:ext cx="2177954" cy="203200"/>
                <a:chOff x="4411662" y="1266827"/>
                <a:chExt cx="2177954" cy="203200"/>
              </a:xfrm>
              <a:solidFill>
                <a:schemeClr val="tx1"/>
              </a:solidFill>
            </p:grpSpPr>
            <p:sp>
              <p:nvSpPr>
                <p:cNvPr id="1819" name="Rectangle: Rounded Corners 1818">
                  <a:extLst>
                    <a:ext uri="{FF2B5EF4-FFF2-40B4-BE49-F238E27FC236}">
                      <a16:creationId xmlns:a16="http://schemas.microsoft.com/office/drawing/2014/main" id="{AB1A5F2E-7A9C-C6D9-A949-3CB24A7F3CE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0" name="Rectangle: Rounded Corners 1819">
                  <a:extLst>
                    <a:ext uri="{FF2B5EF4-FFF2-40B4-BE49-F238E27FC236}">
                      <a16:creationId xmlns:a16="http://schemas.microsoft.com/office/drawing/2014/main" id="{EC3AE477-A76A-1176-A344-EF6445AF127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1" name="Rectangle: Rounded Corners 1820">
                  <a:extLst>
                    <a:ext uri="{FF2B5EF4-FFF2-40B4-BE49-F238E27FC236}">
                      <a16:creationId xmlns:a16="http://schemas.microsoft.com/office/drawing/2014/main" id="{9387AB2A-0D1B-9868-D64E-3E3878A28A9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2" name="Rectangle: Rounded Corners 1821">
                  <a:extLst>
                    <a:ext uri="{FF2B5EF4-FFF2-40B4-BE49-F238E27FC236}">
                      <a16:creationId xmlns:a16="http://schemas.microsoft.com/office/drawing/2014/main" id="{7F4B2617-309F-96E2-BC16-04240555CBB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3" name="Rectangle: Rounded Corners 1822">
                  <a:extLst>
                    <a:ext uri="{FF2B5EF4-FFF2-40B4-BE49-F238E27FC236}">
                      <a16:creationId xmlns:a16="http://schemas.microsoft.com/office/drawing/2014/main" id="{BEFDD8C0-ABCA-CC2F-7275-49D17C1EAF5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4" name="Rectangle: Rounded Corners 1823">
                  <a:extLst>
                    <a:ext uri="{FF2B5EF4-FFF2-40B4-BE49-F238E27FC236}">
                      <a16:creationId xmlns:a16="http://schemas.microsoft.com/office/drawing/2014/main" id="{07DBC0AE-F135-C129-B349-F7CB0B6026C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5" name="Rectangle: Rounded Corners 1824">
                  <a:extLst>
                    <a:ext uri="{FF2B5EF4-FFF2-40B4-BE49-F238E27FC236}">
                      <a16:creationId xmlns:a16="http://schemas.microsoft.com/office/drawing/2014/main" id="{AD5A01B0-CE7F-117C-7076-3F4209EAE37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6" name="Rectangle: Rounded Corners 1825">
                  <a:extLst>
                    <a:ext uri="{FF2B5EF4-FFF2-40B4-BE49-F238E27FC236}">
                      <a16:creationId xmlns:a16="http://schemas.microsoft.com/office/drawing/2014/main" id="{5A1B4553-9774-F939-4B1D-89B59FDBEB9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10" name="Group 1809">
                <a:extLst>
                  <a:ext uri="{FF2B5EF4-FFF2-40B4-BE49-F238E27FC236}">
                    <a16:creationId xmlns:a16="http://schemas.microsoft.com/office/drawing/2014/main" id="{AE813D71-721C-8512-14E4-E359F4F9D71D}"/>
                  </a:ext>
                </a:extLst>
              </p:cNvPr>
              <p:cNvGrpSpPr/>
              <p:nvPr/>
            </p:nvGrpSpPr>
            <p:grpSpPr>
              <a:xfrm>
                <a:off x="3967163" y="5983284"/>
                <a:ext cx="2177954" cy="203200"/>
                <a:chOff x="4411662" y="1266827"/>
                <a:chExt cx="2177954" cy="203200"/>
              </a:xfrm>
              <a:solidFill>
                <a:schemeClr val="tx1"/>
              </a:solidFill>
            </p:grpSpPr>
            <p:sp>
              <p:nvSpPr>
                <p:cNvPr id="1811" name="Rectangle: Rounded Corners 1810">
                  <a:extLst>
                    <a:ext uri="{FF2B5EF4-FFF2-40B4-BE49-F238E27FC236}">
                      <a16:creationId xmlns:a16="http://schemas.microsoft.com/office/drawing/2014/main" id="{BBFDE70D-8AE3-A815-8A29-E75AA1186E0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2" name="Rectangle: Rounded Corners 1811">
                  <a:extLst>
                    <a:ext uri="{FF2B5EF4-FFF2-40B4-BE49-F238E27FC236}">
                      <a16:creationId xmlns:a16="http://schemas.microsoft.com/office/drawing/2014/main" id="{5DE46196-53AC-665D-3AEA-8152F767271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3" name="Rectangle: Rounded Corners 1812">
                  <a:extLst>
                    <a:ext uri="{FF2B5EF4-FFF2-40B4-BE49-F238E27FC236}">
                      <a16:creationId xmlns:a16="http://schemas.microsoft.com/office/drawing/2014/main" id="{35FAD491-2929-B5DD-8F88-0D8E0BF64C4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4" name="Rectangle: Rounded Corners 1813">
                  <a:extLst>
                    <a:ext uri="{FF2B5EF4-FFF2-40B4-BE49-F238E27FC236}">
                      <a16:creationId xmlns:a16="http://schemas.microsoft.com/office/drawing/2014/main" id="{83FD1142-FC60-5275-113E-52D74905372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5" name="Rectangle: Rounded Corners 1814">
                  <a:extLst>
                    <a:ext uri="{FF2B5EF4-FFF2-40B4-BE49-F238E27FC236}">
                      <a16:creationId xmlns:a16="http://schemas.microsoft.com/office/drawing/2014/main" id="{1E9B5333-25F4-DFCA-ADC2-AAF384390C8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6" name="Rectangle: Rounded Corners 1815">
                  <a:extLst>
                    <a:ext uri="{FF2B5EF4-FFF2-40B4-BE49-F238E27FC236}">
                      <a16:creationId xmlns:a16="http://schemas.microsoft.com/office/drawing/2014/main" id="{4C7D1851-7540-5633-5B97-E51F7F7795E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7" name="Rectangle: Rounded Corners 1816">
                  <a:extLst>
                    <a:ext uri="{FF2B5EF4-FFF2-40B4-BE49-F238E27FC236}">
                      <a16:creationId xmlns:a16="http://schemas.microsoft.com/office/drawing/2014/main" id="{5D362530-1B8B-BA5A-C363-7180243555E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8" name="Rectangle: Rounded Corners 1817">
                  <a:extLst>
                    <a:ext uri="{FF2B5EF4-FFF2-40B4-BE49-F238E27FC236}">
                      <a16:creationId xmlns:a16="http://schemas.microsoft.com/office/drawing/2014/main" id="{6119BEE4-3A1C-3FED-F39C-26791E5AA35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8" name="Group 1747">
              <a:extLst>
                <a:ext uri="{FF2B5EF4-FFF2-40B4-BE49-F238E27FC236}">
                  <a16:creationId xmlns:a16="http://schemas.microsoft.com/office/drawing/2014/main" id="{3C62960B-CB14-9476-7BA9-1048E878DB36}"/>
                </a:ext>
              </a:extLst>
            </p:cNvPr>
            <p:cNvGrpSpPr/>
            <p:nvPr/>
          </p:nvGrpSpPr>
          <p:grpSpPr>
            <a:xfrm>
              <a:off x="20295621" y="4130677"/>
              <a:ext cx="2324893" cy="2055807"/>
              <a:chOff x="3967162" y="4130677"/>
              <a:chExt cx="2324893" cy="2055807"/>
            </a:xfrm>
          </p:grpSpPr>
          <p:sp>
            <p:nvSpPr>
              <p:cNvPr id="1789" name="Rectangle: Rounded Corners 1788">
                <a:extLst>
                  <a:ext uri="{FF2B5EF4-FFF2-40B4-BE49-F238E27FC236}">
                    <a16:creationId xmlns:a16="http://schemas.microsoft.com/office/drawing/2014/main" id="{F73F78E0-E6EB-58CE-AEC9-67B0E10AA41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90" name="Group 1789">
                <a:extLst>
                  <a:ext uri="{FF2B5EF4-FFF2-40B4-BE49-F238E27FC236}">
                    <a16:creationId xmlns:a16="http://schemas.microsoft.com/office/drawing/2014/main" id="{DD1D8B03-6948-38BA-B54F-64A435B22E06}"/>
                  </a:ext>
                </a:extLst>
              </p:cNvPr>
              <p:cNvGrpSpPr/>
              <p:nvPr/>
            </p:nvGrpSpPr>
            <p:grpSpPr>
              <a:xfrm>
                <a:off x="3967162" y="4130677"/>
                <a:ext cx="2177954" cy="203200"/>
                <a:chOff x="4411662" y="1266827"/>
                <a:chExt cx="2177954" cy="203200"/>
              </a:xfrm>
              <a:solidFill>
                <a:schemeClr val="tx1"/>
              </a:solidFill>
            </p:grpSpPr>
            <p:sp>
              <p:nvSpPr>
                <p:cNvPr id="1800" name="Rectangle: Rounded Corners 1799">
                  <a:extLst>
                    <a:ext uri="{FF2B5EF4-FFF2-40B4-BE49-F238E27FC236}">
                      <a16:creationId xmlns:a16="http://schemas.microsoft.com/office/drawing/2014/main" id="{ECB54CED-76DB-D35A-1CD6-D764C6F2C4F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1" name="Rectangle: Rounded Corners 1800">
                  <a:extLst>
                    <a:ext uri="{FF2B5EF4-FFF2-40B4-BE49-F238E27FC236}">
                      <a16:creationId xmlns:a16="http://schemas.microsoft.com/office/drawing/2014/main" id="{9BB260E7-8EED-6932-BFEC-86F1097183E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2" name="Rectangle: Rounded Corners 1801">
                  <a:extLst>
                    <a:ext uri="{FF2B5EF4-FFF2-40B4-BE49-F238E27FC236}">
                      <a16:creationId xmlns:a16="http://schemas.microsoft.com/office/drawing/2014/main" id="{2D9B3D4C-F08F-F23E-CF03-31C0A4FD265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3" name="Rectangle: Rounded Corners 1802">
                  <a:extLst>
                    <a:ext uri="{FF2B5EF4-FFF2-40B4-BE49-F238E27FC236}">
                      <a16:creationId xmlns:a16="http://schemas.microsoft.com/office/drawing/2014/main" id="{76A362C9-EAC6-28E7-4B21-D0605061A0E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4" name="Rectangle: Rounded Corners 1803">
                  <a:extLst>
                    <a:ext uri="{FF2B5EF4-FFF2-40B4-BE49-F238E27FC236}">
                      <a16:creationId xmlns:a16="http://schemas.microsoft.com/office/drawing/2014/main" id="{E360338A-BA7F-9A9A-95C1-6507FA05E44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5" name="Rectangle: Rounded Corners 1804">
                  <a:extLst>
                    <a:ext uri="{FF2B5EF4-FFF2-40B4-BE49-F238E27FC236}">
                      <a16:creationId xmlns:a16="http://schemas.microsoft.com/office/drawing/2014/main" id="{3DAD2AEE-E7D3-FB98-8E0B-201A5B6FE74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6" name="Rectangle: Rounded Corners 1805">
                  <a:extLst>
                    <a:ext uri="{FF2B5EF4-FFF2-40B4-BE49-F238E27FC236}">
                      <a16:creationId xmlns:a16="http://schemas.microsoft.com/office/drawing/2014/main" id="{D8501BD8-BA30-038E-8A36-619F2F84770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7" name="Rectangle: Rounded Corners 1806">
                  <a:extLst>
                    <a:ext uri="{FF2B5EF4-FFF2-40B4-BE49-F238E27FC236}">
                      <a16:creationId xmlns:a16="http://schemas.microsoft.com/office/drawing/2014/main" id="{F7B1C6AD-3365-90BF-323B-B92A2C8CE6B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91" name="Group 1790">
                <a:extLst>
                  <a:ext uri="{FF2B5EF4-FFF2-40B4-BE49-F238E27FC236}">
                    <a16:creationId xmlns:a16="http://schemas.microsoft.com/office/drawing/2014/main" id="{FA9B39F3-F944-91BE-75BB-839284294849}"/>
                  </a:ext>
                </a:extLst>
              </p:cNvPr>
              <p:cNvGrpSpPr/>
              <p:nvPr/>
            </p:nvGrpSpPr>
            <p:grpSpPr>
              <a:xfrm>
                <a:off x="3967163" y="5983284"/>
                <a:ext cx="2177954" cy="203200"/>
                <a:chOff x="4411662" y="1266827"/>
                <a:chExt cx="2177954" cy="203200"/>
              </a:xfrm>
              <a:solidFill>
                <a:schemeClr val="tx1"/>
              </a:solidFill>
            </p:grpSpPr>
            <p:sp>
              <p:nvSpPr>
                <p:cNvPr id="1792" name="Rectangle: Rounded Corners 1791">
                  <a:extLst>
                    <a:ext uri="{FF2B5EF4-FFF2-40B4-BE49-F238E27FC236}">
                      <a16:creationId xmlns:a16="http://schemas.microsoft.com/office/drawing/2014/main" id="{00564F4D-A934-BA4E-DF22-FB9611A5F13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3" name="Rectangle: Rounded Corners 1792">
                  <a:extLst>
                    <a:ext uri="{FF2B5EF4-FFF2-40B4-BE49-F238E27FC236}">
                      <a16:creationId xmlns:a16="http://schemas.microsoft.com/office/drawing/2014/main" id="{3884465C-69E1-47BD-EF99-65126E33AB2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4" name="Rectangle: Rounded Corners 1793">
                  <a:extLst>
                    <a:ext uri="{FF2B5EF4-FFF2-40B4-BE49-F238E27FC236}">
                      <a16:creationId xmlns:a16="http://schemas.microsoft.com/office/drawing/2014/main" id="{CE98C77E-4FA8-BFF7-1436-38A718386AC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5" name="Rectangle: Rounded Corners 1794">
                  <a:extLst>
                    <a:ext uri="{FF2B5EF4-FFF2-40B4-BE49-F238E27FC236}">
                      <a16:creationId xmlns:a16="http://schemas.microsoft.com/office/drawing/2014/main" id="{F6CCF73B-4F5C-90DE-0DAF-94BE2B81218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6" name="Rectangle: Rounded Corners 1795">
                  <a:extLst>
                    <a:ext uri="{FF2B5EF4-FFF2-40B4-BE49-F238E27FC236}">
                      <a16:creationId xmlns:a16="http://schemas.microsoft.com/office/drawing/2014/main" id="{28485231-9441-A7B4-CB52-4C48AE3C269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7" name="Rectangle: Rounded Corners 1796">
                  <a:extLst>
                    <a:ext uri="{FF2B5EF4-FFF2-40B4-BE49-F238E27FC236}">
                      <a16:creationId xmlns:a16="http://schemas.microsoft.com/office/drawing/2014/main" id="{C4F83F0F-FD88-7770-2B96-9C20326CB84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8" name="Rectangle: Rounded Corners 1797">
                  <a:extLst>
                    <a:ext uri="{FF2B5EF4-FFF2-40B4-BE49-F238E27FC236}">
                      <a16:creationId xmlns:a16="http://schemas.microsoft.com/office/drawing/2014/main" id="{CA14D117-762E-49BF-5CA7-015E73E1263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9" name="Rectangle: Rounded Corners 1798">
                  <a:extLst>
                    <a:ext uri="{FF2B5EF4-FFF2-40B4-BE49-F238E27FC236}">
                      <a16:creationId xmlns:a16="http://schemas.microsoft.com/office/drawing/2014/main" id="{1A3CAE07-0B02-4B28-CFC3-54207F8AE94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9" name="Group 1748">
              <a:extLst>
                <a:ext uri="{FF2B5EF4-FFF2-40B4-BE49-F238E27FC236}">
                  <a16:creationId xmlns:a16="http://schemas.microsoft.com/office/drawing/2014/main" id="{377CD33C-1066-9E90-D468-DD9C0BCCAA00}"/>
                </a:ext>
              </a:extLst>
            </p:cNvPr>
            <p:cNvGrpSpPr/>
            <p:nvPr/>
          </p:nvGrpSpPr>
          <p:grpSpPr>
            <a:xfrm>
              <a:off x="22628258" y="4130677"/>
              <a:ext cx="2324893" cy="2055807"/>
              <a:chOff x="3967162" y="4130677"/>
              <a:chExt cx="2324893" cy="2055807"/>
            </a:xfrm>
          </p:grpSpPr>
          <p:sp>
            <p:nvSpPr>
              <p:cNvPr id="1770" name="Rectangle: Rounded Corners 1769">
                <a:extLst>
                  <a:ext uri="{FF2B5EF4-FFF2-40B4-BE49-F238E27FC236}">
                    <a16:creationId xmlns:a16="http://schemas.microsoft.com/office/drawing/2014/main" id="{94632293-6306-5A4A-6638-A5DCF0DA5A0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71" name="Group 1770">
                <a:extLst>
                  <a:ext uri="{FF2B5EF4-FFF2-40B4-BE49-F238E27FC236}">
                    <a16:creationId xmlns:a16="http://schemas.microsoft.com/office/drawing/2014/main" id="{01A354D2-0B95-8CE8-3B12-60A54F1B9566}"/>
                  </a:ext>
                </a:extLst>
              </p:cNvPr>
              <p:cNvGrpSpPr/>
              <p:nvPr/>
            </p:nvGrpSpPr>
            <p:grpSpPr>
              <a:xfrm>
                <a:off x="3967162" y="4130677"/>
                <a:ext cx="2177954" cy="203200"/>
                <a:chOff x="4411662" y="1266827"/>
                <a:chExt cx="2177954" cy="203200"/>
              </a:xfrm>
              <a:solidFill>
                <a:schemeClr val="tx1"/>
              </a:solidFill>
            </p:grpSpPr>
            <p:sp>
              <p:nvSpPr>
                <p:cNvPr id="1781" name="Rectangle: Rounded Corners 1780">
                  <a:extLst>
                    <a:ext uri="{FF2B5EF4-FFF2-40B4-BE49-F238E27FC236}">
                      <a16:creationId xmlns:a16="http://schemas.microsoft.com/office/drawing/2014/main" id="{570FDB82-5363-0FD7-26AE-311972D0ECE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2" name="Rectangle: Rounded Corners 1781">
                  <a:extLst>
                    <a:ext uri="{FF2B5EF4-FFF2-40B4-BE49-F238E27FC236}">
                      <a16:creationId xmlns:a16="http://schemas.microsoft.com/office/drawing/2014/main" id="{8635A6A8-E15D-0ACF-468B-AE8B29E15FD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3" name="Rectangle: Rounded Corners 1782">
                  <a:extLst>
                    <a:ext uri="{FF2B5EF4-FFF2-40B4-BE49-F238E27FC236}">
                      <a16:creationId xmlns:a16="http://schemas.microsoft.com/office/drawing/2014/main" id="{70B9EFB8-3D4C-1B5E-84B6-9F344D05EA5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4" name="Rectangle: Rounded Corners 1783">
                  <a:extLst>
                    <a:ext uri="{FF2B5EF4-FFF2-40B4-BE49-F238E27FC236}">
                      <a16:creationId xmlns:a16="http://schemas.microsoft.com/office/drawing/2014/main" id="{B0D0262C-FEB4-7F3C-8927-2286874C8DA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5" name="Rectangle: Rounded Corners 1784">
                  <a:extLst>
                    <a:ext uri="{FF2B5EF4-FFF2-40B4-BE49-F238E27FC236}">
                      <a16:creationId xmlns:a16="http://schemas.microsoft.com/office/drawing/2014/main" id="{E7E0C86F-E1EA-F0DF-E851-B36BD74D865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6" name="Rectangle: Rounded Corners 1785">
                  <a:extLst>
                    <a:ext uri="{FF2B5EF4-FFF2-40B4-BE49-F238E27FC236}">
                      <a16:creationId xmlns:a16="http://schemas.microsoft.com/office/drawing/2014/main" id="{DCF6DB96-D522-3C52-585A-B38F45587D0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7" name="Rectangle: Rounded Corners 1786">
                  <a:extLst>
                    <a:ext uri="{FF2B5EF4-FFF2-40B4-BE49-F238E27FC236}">
                      <a16:creationId xmlns:a16="http://schemas.microsoft.com/office/drawing/2014/main" id="{2BCB3E77-C9E2-08E1-C3E3-F9CD4F61281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8" name="Rectangle: Rounded Corners 1787">
                  <a:extLst>
                    <a:ext uri="{FF2B5EF4-FFF2-40B4-BE49-F238E27FC236}">
                      <a16:creationId xmlns:a16="http://schemas.microsoft.com/office/drawing/2014/main" id="{B1F8A8FB-A71C-4FDB-C992-10468F682DC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72" name="Group 1771">
                <a:extLst>
                  <a:ext uri="{FF2B5EF4-FFF2-40B4-BE49-F238E27FC236}">
                    <a16:creationId xmlns:a16="http://schemas.microsoft.com/office/drawing/2014/main" id="{B010B7C7-C369-DBBF-9F6F-E5014C0B63FE}"/>
                  </a:ext>
                </a:extLst>
              </p:cNvPr>
              <p:cNvGrpSpPr/>
              <p:nvPr/>
            </p:nvGrpSpPr>
            <p:grpSpPr>
              <a:xfrm>
                <a:off x="3967163" y="5983284"/>
                <a:ext cx="2177954" cy="203200"/>
                <a:chOff x="4411662" y="1266827"/>
                <a:chExt cx="2177954" cy="203200"/>
              </a:xfrm>
              <a:solidFill>
                <a:schemeClr val="tx1"/>
              </a:solidFill>
            </p:grpSpPr>
            <p:sp>
              <p:nvSpPr>
                <p:cNvPr id="1773" name="Rectangle: Rounded Corners 1772">
                  <a:extLst>
                    <a:ext uri="{FF2B5EF4-FFF2-40B4-BE49-F238E27FC236}">
                      <a16:creationId xmlns:a16="http://schemas.microsoft.com/office/drawing/2014/main" id="{E97236B6-C8AB-824D-09D6-989BE56DF57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4" name="Rectangle: Rounded Corners 1773">
                  <a:extLst>
                    <a:ext uri="{FF2B5EF4-FFF2-40B4-BE49-F238E27FC236}">
                      <a16:creationId xmlns:a16="http://schemas.microsoft.com/office/drawing/2014/main" id="{4340518A-1A5E-B53C-DB76-2FF66705170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5" name="Rectangle: Rounded Corners 1774">
                  <a:extLst>
                    <a:ext uri="{FF2B5EF4-FFF2-40B4-BE49-F238E27FC236}">
                      <a16:creationId xmlns:a16="http://schemas.microsoft.com/office/drawing/2014/main" id="{5F9D0BCD-6073-13B4-B783-AE44601A4F8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6" name="Rectangle: Rounded Corners 1775">
                  <a:extLst>
                    <a:ext uri="{FF2B5EF4-FFF2-40B4-BE49-F238E27FC236}">
                      <a16:creationId xmlns:a16="http://schemas.microsoft.com/office/drawing/2014/main" id="{4A074E15-5857-CC28-E4F4-D7B55861C3A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7" name="Rectangle: Rounded Corners 1776">
                  <a:extLst>
                    <a:ext uri="{FF2B5EF4-FFF2-40B4-BE49-F238E27FC236}">
                      <a16:creationId xmlns:a16="http://schemas.microsoft.com/office/drawing/2014/main" id="{9973278D-587A-3AC6-F4C4-4476F7E8E54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8" name="Rectangle: Rounded Corners 1777">
                  <a:extLst>
                    <a:ext uri="{FF2B5EF4-FFF2-40B4-BE49-F238E27FC236}">
                      <a16:creationId xmlns:a16="http://schemas.microsoft.com/office/drawing/2014/main" id="{41F86A81-1B29-9F88-BEEE-62E9FE95420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9" name="Rectangle: Rounded Corners 1778">
                  <a:extLst>
                    <a:ext uri="{FF2B5EF4-FFF2-40B4-BE49-F238E27FC236}">
                      <a16:creationId xmlns:a16="http://schemas.microsoft.com/office/drawing/2014/main" id="{DA520E59-C926-3D6B-D3DC-C615D3A0DE8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0" name="Rectangle: Rounded Corners 1779">
                  <a:extLst>
                    <a:ext uri="{FF2B5EF4-FFF2-40B4-BE49-F238E27FC236}">
                      <a16:creationId xmlns:a16="http://schemas.microsoft.com/office/drawing/2014/main" id="{E5361220-AE39-F69C-1D7F-971D04907CC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50" name="Group 1749">
              <a:extLst>
                <a:ext uri="{FF2B5EF4-FFF2-40B4-BE49-F238E27FC236}">
                  <a16:creationId xmlns:a16="http://schemas.microsoft.com/office/drawing/2014/main" id="{A7099467-5338-0B40-47E9-A058997F250A}"/>
                </a:ext>
              </a:extLst>
            </p:cNvPr>
            <p:cNvGrpSpPr/>
            <p:nvPr/>
          </p:nvGrpSpPr>
          <p:grpSpPr>
            <a:xfrm>
              <a:off x="24960895" y="4130677"/>
              <a:ext cx="2324893" cy="2055807"/>
              <a:chOff x="3967162" y="4130677"/>
              <a:chExt cx="2324893" cy="2055807"/>
            </a:xfrm>
          </p:grpSpPr>
          <p:sp>
            <p:nvSpPr>
              <p:cNvPr id="1751" name="Rectangle: Rounded Corners 1750">
                <a:extLst>
                  <a:ext uri="{FF2B5EF4-FFF2-40B4-BE49-F238E27FC236}">
                    <a16:creationId xmlns:a16="http://schemas.microsoft.com/office/drawing/2014/main" id="{5E59A54E-C2C1-BD10-083E-79710AE4ADB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52" name="Group 1751">
                <a:extLst>
                  <a:ext uri="{FF2B5EF4-FFF2-40B4-BE49-F238E27FC236}">
                    <a16:creationId xmlns:a16="http://schemas.microsoft.com/office/drawing/2014/main" id="{D0D5BB1E-EF6F-B949-87EB-E5184BCA8CDA}"/>
                  </a:ext>
                </a:extLst>
              </p:cNvPr>
              <p:cNvGrpSpPr/>
              <p:nvPr/>
            </p:nvGrpSpPr>
            <p:grpSpPr>
              <a:xfrm>
                <a:off x="3967162" y="4130677"/>
                <a:ext cx="2177954" cy="203200"/>
                <a:chOff x="4411662" y="1266827"/>
                <a:chExt cx="2177954" cy="203200"/>
              </a:xfrm>
              <a:solidFill>
                <a:schemeClr val="tx1"/>
              </a:solidFill>
            </p:grpSpPr>
            <p:sp>
              <p:nvSpPr>
                <p:cNvPr id="1762" name="Rectangle: Rounded Corners 1761">
                  <a:extLst>
                    <a:ext uri="{FF2B5EF4-FFF2-40B4-BE49-F238E27FC236}">
                      <a16:creationId xmlns:a16="http://schemas.microsoft.com/office/drawing/2014/main" id="{A8E5670D-A209-F199-4BBD-31E9E5204C9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3" name="Rectangle: Rounded Corners 1762">
                  <a:extLst>
                    <a:ext uri="{FF2B5EF4-FFF2-40B4-BE49-F238E27FC236}">
                      <a16:creationId xmlns:a16="http://schemas.microsoft.com/office/drawing/2014/main" id="{BE381B6E-0FC4-2E0C-27B0-F61260E5015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4" name="Rectangle: Rounded Corners 1763">
                  <a:extLst>
                    <a:ext uri="{FF2B5EF4-FFF2-40B4-BE49-F238E27FC236}">
                      <a16:creationId xmlns:a16="http://schemas.microsoft.com/office/drawing/2014/main" id="{B7D6F961-9D40-F6C8-E864-CE48B353FCF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5" name="Rectangle: Rounded Corners 1764">
                  <a:extLst>
                    <a:ext uri="{FF2B5EF4-FFF2-40B4-BE49-F238E27FC236}">
                      <a16:creationId xmlns:a16="http://schemas.microsoft.com/office/drawing/2014/main" id="{01BA5A6C-9342-2AD0-0992-DF70817AE22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6" name="Rectangle: Rounded Corners 1765">
                  <a:extLst>
                    <a:ext uri="{FF2B5EF4-FFF2-40B4-BE49-F238E27FC236}">
                      <a16:creationId xmlns:a16="http://schemas.microsoft.com/office/drawing/2014/main" id="{49CE8D7F-094E-CAD7-8C08-D4331FFD6C1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7" name="Rectangle: Rounded Corners 1766">
                  <a:extLst>
                    <a:ext uri="{FF2B5EF4-FFF2-40B4-BE49-F238E27FC236}">
                      <a16:creationId xmlns:a16="http://schemas.microsoft.com/office/drawing/2014/main" id="{6F65068F-32DC-C621-FC93-F889E7AA415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8" name="Rectangle: Rounded Corners 1767">
                  <a:extLst>
                    <a:ext uri="{FF2B5EF4-FFF2-40B4-BE49-F238E27FC236}">
                      <a16:creationId xmlns:a16="http://schemas.microsoft.com/office/drawing/2014/main" id="{11F79F72-BC51-C031-6BAC-18B10A07DEC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9" name="Rectangle: Rounded Corners 1768">
                  <a:extLst>
                    <a:ext uri="{FF2B5EF4-FFF2-40B4-BE49-F238E27FC236}">
                      <a16:creationId xmlns:a16="http://schemas.microsoft.com/office/drawing/2014/main" id="{CAC31B2F-E4E4-07AC-1917-E1911A0DA74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53" name="Group 1752">
                <a:extLst>
                  <a:ext uri="{FF2B5EF4-FFF2-40B4-BE49-F238E27FC236}">
                    <a16:creationId xmlns:a16="http://schemas.microsoft.com/office/drawing/2014/main" id="{79FA11EC-EF63-FCA6-B334-C67174994EEF}"/>
                  </a:ext>
                </a:extLst>
              </p:cNvPr>
              <p:cNvGrpSpPr/>
              <p:nvPr/>
            </p:nvGrpSpPr>
            <p:grpSpPr>
              <a:xfrm>
                <a:off x="3967163" y="5983284"/>
                <a:ext cx="2177954" cy="203200"/>
                <a:chOff x="4411662" y="1266827"/>
                <a:chExt cx="2177954" cy="203200"/>
              </a:xfrm>
              <a:solidFill>
                <a:schemeClr val="tx1"/>
              </a:solidFill>
            </p:grpSpPr>
            <p:sp>
              <p:nvSpPr>
                <p:cNvPr id="1754" name="Rectangle: Rounded Corners 1753">
                  <a:extLst>
                    <a:ext uri="{FF2B5EF4-FFF2-40B4-BE49-F238E27FC236}">
                      <a16:creationId xmlns:a16="http://schemas.microsoft.com/office/drawing/2014/main" id="{18112C5D-8534-09B2-ABB0-EDCE5829ABE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5" name="Rectangle: Rounded Corners 1754">
                  <a:extLst>
                    <a:ext uri="{FF2B5EF4-FFF2-40B4-BE49-F238E27FC236}">
                      <a16:creationId xmlns:a16="http://schemas.microsoft.com/office/drawing/2014/main" id="{8BFB7095-0031-2612-B780-6CF538A3BF6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6" name="Rectangle: Rounded Corners 1755">
                  <a:extLst>
                    <a:ext uri="{FF2B5EF4-FFF2-40B4-BE49-F238E27FC236}">
                      <a16:creationId xmlns:a16="http://schemas.microsoft.com/office/drawing/2014/main" id="{4D7356C3-C3A7-E7BA-6376-22741A7BD9D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7" name="Rectangle: Rounded Corners 1756">
                  <a:extLst>
                    <a:ext uri="{FF2B5EF4-FFF2-40B4-BE49-F238E27FC236}">
                      <a16:creationId xmlns:a16="http://schemas.microsoft.com/office/drawing/2014/main" id="{06408B67-A541-3E20-8D29-22A3824B929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8" name="Rectangle: Rounded Corners 1757">
                  <a:extLst>
                    <a:ext uri="{FF2B5EF4-FFF2-40B4-BE49-F238E27FC236}">
                      <a16:creationId xmlns:a16="http://schemas.microsoft.com/office/drawing/2014/main" id="{8029CF71-4E24-1E92-B08F-BD563C11566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9" name="Rectangle: Rounded Corners 1758">
                  <a:extLst>
                    <a:ext uri="{FF2B5EF4-FFF2-40B4-BE49-F238E27FC236}">
                      <a16:creationId xmlns:a16="http://schemas.microsoft.com/office/drawing/2014/main" id="{2217559A-6F93-239A-2A3E-9B8A5B51418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0" name="Rectangle: Rounded Corners 1759">
                  <a:extLst>
                    <a:ext uri="{FF2B5EF4-FFF2-40B4-BE49-F238E27FC236}">
                      <a16:creationId xmlns:a16="http://schemas.microsoft.com/office/drawing/2014/main" id="{58C96CC3-80A4-8D45-56E2-BB5AB9EE10F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1" name="Rectangle: Rounded Corners 1760">
                  <a:extLst>
                    <a:ext uri="{FF2B5EF4-FFF2-40B4-BE49-F238E27FC236}">
                      <a16:creationId xmlns:a16="http://schemas.microsoft.com/office/drawing/2014/main" id="{B66EE260-0035-B548-97E8-FE67E4E1434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537" name="Group 1536">
            <a:extLst>
              <a:ext uri="{FF2B5EF4-FFF2-40B4-BE49-F238E27FC236}">
                <a16:creationId xmlns:a16="http://schemas.microsoft.com/office/drawing/2014/main" id="{F765E56A-DEA4-4217-57C3-42A4A8B480EB}"/>
              </a:ext>
            </a:extLst>
          </p:cNvPr>
          <p:cNvGrpSpPr/>
          <p:nvPr/>
        </p:nvGrpSpPr>
        <p:grpSpPr>
          <a:xfrm>
            <a:off x="12446453" y="3247585"/>
            <a:ext cx="13102977" cy="1243880"/>
            <a:chOff x="3628570" y="4023519"/>
            <a:chExt cx="23905029" cy="2269331"/>
          </a:xfrm>
        </p:grpSpPr>
        <p:sp>
          <p:nvSpPr>
            <p:cNvPr id="1538" name="Rectangle 1537">
              <a:extLst>
                <a:ext uri="{FF2B5EF4-FFF2-40B4-BE49-F238E27FC236}">
                  <a16:creationId xmlns:a16="http://schemas.microsoft.com/office/drawing/2014/main" id="{6373443F-F6F7-EB6D-DED5-20FC3B1296A9}"/>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39" name="Group 1538">
              <a:extLst>
                <a:ext uri="{FF2B5EF4-FFF2-40B4-BE49-F238E27FC236}">
                  <a16:creationId xmlns:a16="http://schemas.microsoft.com/office/drawing/2014/main" id="{6E560079-EBC2-7635-10E2-335290EE0003}"/>
                </a:ext>
              </a:extLst>
            </p:cNvPr>
            <p:cNvGrpSpPr/>
            <p:nvPr/>
          </p:nvGrpSpPr>
          <p:grpSpPr>
            <a:xfrm>
              <a:off x="3967162" y="4130677"/>
              <a:ext cx="2324893" cy="2055807"/>
              <a:chOff x="3967162" y="4130677"/>
              <a:chExt cx="2324893" cy="2055807"/>
            </a:xfrm>
          </p:grpSpPr>
          <p:sp>
            <p:nvSpPr>
              <p:cNvPr id="1720" name="Rectangle: Rounded Corners 1719">
                <a:extLst>
                  <a:ext uri="{FF2B5EF4-FFF2-40B4-BE49-F238E27FC236}">
                    <a16:creationId xmlns:a16="http://schemas.microsoft.com/office/drawing/2014/main" id="{5EB64853-0856-3DA5-D01A-74D2B6389B3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21" name="Group 1720">
                <a:extLst>
                  <a:ext uri="{FF2B5EF4-FFF2-40B4-BE49-F238E27FC236}">
                    <a16:creationId xmlns:a16="http://schemas.microsoft.com/office/drawing/2014/main" id="{D31B7492-9795-2256-CD26-2FD946D8AAAA}"/>
                  </a:ext>
                </a:extLst>
              </p:cNvPr>
              <p:cNvGrpSpPr/>
              <p:nvPr/>
            </p:nvGrpSpPr>
            <p:grpSpPr>
              <a:xfrm>
                <a:off x="3967162" y="4130677"/>
                <a:ext cx="2177954" cy="203200"/>
                <a:chOff x="4411662" y="1266827"/>
                <a:chExt cx="2177954" cy="203200"/>
              </a:xfrm>
              <a:solidFill>
                <a:schemeClr val="tx1"/>
              </a:solidFill>
            </p:grpSpPr>
            <p:sp>
              <p:nvSpPr>
                <p:cNvPr id="1731" name="Rectangle: Rounded Corners 1730">
                  <a:extLst>
                    <a:ext uri="{FF2B5EF4-FFF2-40B4-BE49-F238E27FC236}">
                      <a16:creationId xmlns:a16="http://schemas.microsoft.com/office/drawing/2014/main" id="{2C6793EF-802C-9967-D324-0A2F29606F2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2" name="Rectangle: Rounded Corners 1731">
                  <a:extLst>
                    <a:ext uri="{FF2B5EF4-FFF2-40B4-BE49-F238E27FC236}">
                      <a16:creationId xmlns:a16="http://schemas.microsoft.com/office/drawing/2014/main" id="{35664C44-CBD8-BA04-AA2E-B971EEC1272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3" name="Rectangle: Rounded Corners 1732">
                  <a:extLst>
                    <a:ext uri="{FF2B5EF4-FFF2-40B4-BE49-F238E27FC236}">
                      <a16:creationId xmlns:a16="http://schemas.microsoft.com/office/drawing/2014/main" id="{A7A46CBC-5B56-F3EE-0BA1-8F54A071A95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4" name="Rectangle: Rounded Corners 1733">
                  <a:extLst>
                    <a:ext uri="{FF2B5EF4-FFF2-40B4-BE49-F238E27FC236}">
                      <a16:creationId xmlns:a16="http://schemas.microsoft.com/office/drawing/2014/main" id="{04B1CE81-D8DF-48AC-A5A7-0ACD7C68FC3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5" name="Rectangle: Rounded Corners 1734">
                  <a:extLst>
                    <a:ext uri="{FF2B5EF4-FFF2-40B4-BE49-F238E27FC236}">
                      <a16:creationId xmlns:a16="http://schemas.microsoft.com/office/drawing/2014/main" id="{47760EC1-695F-5AAF-3CDF-B31C987DD86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6" name="Rectangle: Rounded Corners 1735">
                  <a:extLst>
                    <a:ext uri="{FF2B5EF4-FFF2-40B4-BE49-F238E27FC236}">
                      <a16:creationId xmlns:a16="http://schemas.microsoft.com/office/drawing/2014/main" id="{907BEF61-94F6-FFF0-A5C2-C3E7C965A38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7" name="Rectangle: Rounded Corners 1736">
                  <a:extLst>
                    <a:ext uri="{FF2B5EF4-FFF2-40B4-BE49-F238E27FC236}">
                      <a16:creationId xmlns:a16="http://schemas.microsoft.com/office/drawing/2014/main" id="{2D687E31-C286-D8A5-BFFD-7D6F2DE3A21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8" name="Rectangle: Rounded Corners 1737">
                  <a:extLst>
                    <a:ext uri="{FF2B5EF4-FFF2-40B4-BE49-F238E27FC236}">
                      <a16:creationId xmlns:a16="http://schemas.microsoft.com/office/drawing/2014/main" id="{CD5AE915-5530-A18E-F740-59EFCB00929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22" name="Group 1721">
                <a:extLst>
                  <a:ext uri="{FF2B5EF4-FFF2-40B4-BE49-F238E27FC236}">
                    <a16:creationId xmlns:a16="http://schemas.microsoft.com/office/drawing/2014/main" id="{BD6DDE4B-723F-BA13-585F-C6EE2352C795}"/>
                  </a:ext>
                </a:extLst>
              </p:cNvPr>
              <p:cNvGrpSpPr/>
              <p:nvPr/>
            </p:nvGrpSpPr>
            <p:grpSpPr>
              <a:xfrm>
                <a:off x="3967163" y="5983284"/>
                <a:ext cx="2177954" cy="203200"/>
                <a:chOff x="4411662" y="1266827"/>
                <a:chExt cx="2177954" cy="203200"/>
              </a:xfrm>
              <a:solidFill>
                <a:schemeClr val="tx1"/>
              </a:solidFill>
            </p:grpSpPr>
            <p:sp>
              <p:nvSpPr>
                <p:cNvPr id="1723" name="Rectangle: Rounded Corners 1722">
                  <a:extLst>
                    <a:ext uri="{FF2B5EF4-FFF2-40B4-BE49-F238E27FC236}">
                      <a16:creationId xmlns:a16="http://schemas.microsoft.com/office/drawing/2014/main" id="{F02097F4-94A9-4EF6-6BC5-C57BFFD11E0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4" name="Rectangle: Rounded Corners 1723">
                  <a:extLst>
                    <a:ext uri="{FF2B5EF4-FFF2-40B4-BE49-F238E27FC236}">
                      <a16:creationId xmlns:a16="http://schemas.microsoft.com/office/drawing/2014/main" id="{1E8EA7B5-8F14-3D44-A5E2-7900864E692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5" name="Rectangle: Rounded Corners 1724">
                  <a:extLst>
                    <a:ext uri="{FF2B5EF4-FFF2-40B4-BE49-F238E27FC236}">
                      <a16:creationId xmlns:a16="http://schemas.microsoft.com/office/drawing/2014/main" id="{D799B067-AA36-AFE8-8410-5EC7E1996F4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6" name="Rectangle: Rounded Corners 1725">
                  <a:extLst>
                    <a:ext uri="{FF2B5EF4-FFF2-40B4-BE49-F238E27FC236}">
                      <a16:creationId xmlns:a16="http://schemas.microsoft.com/office/drawing/2014/main" id="{FFFD9948-590C-09EA-0180-8A8B69531DC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7" name="Rectangle: Rounded Corners 1726">
                  <a:extLst>
                    <a:ext uri="{FF2B5EF4-FFF2-40B4-BE49-F238E27FC236}">
                      <a16:creationId xmlns:a16="http://schemas.microsoft.com/office/drawing/2014/main" id="{575EAAEA-0E55-D516-C0F6-ADFD12A4452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8" name="Rectangle: Rounded Corners 1727">
                  <a:extLst>
                    <a:ext uri="{FF2B5EF4-FFF2-40B4-BE49-F238E27FC236}">
                      <a16:creationId xmlns:a16="http://schemas.microsoft.com/office/drawing/2014/main" id="{B15C32A6-BAF1-EE4D-6F2B-0EE6154045D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9" name="Rectangle: Rounded Corners 1728">
                  <a:extLst>
                    <a:ext uri="{FF2B5EF4-FFF2-40B4-BE49-F238E27FC236}">
                      <a16:creationId xmlns:a16="http://schemas.microsoft.com/office/drawing/2014/main" id="{584E9C05-0D27-2AFA-38AC-B7C12B8877B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0" name="Rectangle: Rounded Corners 1729">
                  <a:extLst>
                    <a:ext uri="{FF2B5EF4-FFF2-40B4-BE49-F238E27FC236}">
                      <a16:creationId xmlns:a16="http://schemas.microsoft.com/office/drawing/2014/main" id="{B2394831-30E3-4ACC-48E6-7799E9CD6AD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0" name="Group 1539">
              <a:extLst>
                <a:ext uri="{FF2B5EF4-FFF2-40B4-BE49-F238E27FC236}">
                  <a16:creationId xmlns:a16="http://schemas.microsoft.com/office/drawing/2014/main" id="{EC00AC86-94E5-F638-B5DE-7483A06EEA7A}"/>
                </a:ext>
              </a:extLst>
            </p:cNvPr>
            <p:cNvGrpSpPr/>
            <p:nvPr/>
          </p:nvGrpSpPr>
          <p:grpSpPr>
            <a:xfrm>
              <a:off x="6299799" y="4130677"/>
              <a:ext cx="2324893" cy="2055807"/>
              <a:chOff x="3967162" y="4130677"/>
              <a:chExt cx="2324893" cy="2055807"/>
            </a:xfrm>
          </p:grpSpPr>
          <p:sp>
            <p:nvSpPr>
              <p:cNvPr id="1701" name="Rectangle: Rounded Corners 1700">
                <a:extLst>
                  <a:ext uri="{FF2B5EF4-FFF2-40B4-BE49-F238E27FC236}">
                    <a16:creationId xmlns:a16="http://schemas.microsoft.com/office/drawing/2014/main" id="{FEA22EA7-B0CC-3410-011C-A6E2524E5459}"/>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02" name="Group 1701">
                <a:extLst>
                  <a:ext uri="{FF2B5EF4-FFF2-40B4-BE49-F238E27FC236}">
                    <a16:creationId xmlns:a16="http://schemas.microsoft.com/office/drawing/2014/main" id="{01B11B92-0492-EB0C-2876-A7C29098DA65}"/>
                  </a:ext>
                </a:extLst>
              </p:cNvPr>
              <p:cNvGrpSpPr/>
              <p:nvPr/>
            </p:nvGrpSpPr>
            <p:grpSpPr>
              <a:xfrm>
                <a:off x="3967162" y="4130677"/>
                <a:ext cx="2177954" cy="203200"/>
                <a:chOff x="4411662" y="1266827"/>
                <a:chExt cx="2177954" cy="203200"/>
              </a:xfrm>
              <a:solidFill>
                <a:schemeClr val="tx1"/>
              </a:solidFill>
            </p:grpSpPr>
            <p:sp>
              <p:nvSpPr>
                <p:cNvPr id="1712" name="Rectangle: Rounded Corners 1711">
                  <a:extLst>
                    <a:ext uri="{FF2B5EF4-FFF2-40B4-BE49-F238E27FC236}">
                      <a16:creationId xmlns:a16="http://schemas.microsoft.com/office/drawing/2014/main" id="{DB8E6B22-7DA8-968B-055F-A97A886B965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3" name="Rectangle: Rounded Corners 1712">
                  <a:extLst>
                    <a:ext uri="{FF2B5EF4-FFF2-40B4-BE49-F238E27FC236}">
                      <a16:creationId xmlns:a16="http://schemas.microsoft.com/office/drawing/2014/main" id="{EF71E128-B91E-6112-B01E-B5A762707E6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4" name="Rectangle: Rounded Corners 1713">
                  <a:extLst>
                    <a:ext uri="{FF2B5EF4-FFF2-40B4-BE49-F238E27FC236}">
                      <a16:creationId xmlns:a16="http://schemas.microsoft.com/office/drawing/2014/main" id="{67D7D140-3382-D4BB-95D1-07781177E10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5" name="Rectangle: Rounded Corners 1714">
                  <a:extLst>
                    <a:ext uri="{FF2B5EF4-FFF2-40B4-BE49-F238E27FC236}">
                      <a16:creationId xmlns:a16="http://schemas.microsoft.com/office/drawing/2014/main" id="{EE3FDEDE-AD8D-6893-3A3E-1CE1BE676CD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6" name="Rectangle: Rounded Corners 1715">
                  <a:extLst>
                    <a:ext uri="{FF2B5EF4-FFF2-40B4-BE49-F238E27FC236}">
                      <a16:creationId xmlns:a16="http://schemas.microsoft.com/office/drawing/2014/main" id="{C4BD1DD6-1A41-C7FF-D8D8-59DB50E972F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7" name="Rectangle: Rounded Corners 1716">
                  <a:extLst>
                    <a:ext uri="{FF2B5EF4-FFF2-40B4-BE49-F238E27FC236}">
                      <a16:creationId xmlns:a16="http://schemas.microsoft.com/office/drawing/2014/main" id="{12809404-AF32-D7A7-93A1-35C5853462A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8" name="Rectangle: Rounded Corners 1717">
                  <a:extLst>
                    <a:ext uri="{FF2B5EF4-FFF2-40B4-BE49-F238E27FC236}">
                      <a16:creationId xmlns:a16="http://schemas.microsoft.com/office/drawing/2014/main" id="{6FBDE4E4-A0AB-BFEE-0655-177EB9D9877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9" name="Rectangle: Rounded Corners 1718">
                  <a:extLst>
                    <a:ext uri="{FF2B5EF4-FFF2-40B4-BE49-F238E27FC236}">
                      <a16:creationId xmlns:a16="http://schemas.microsoft.com/office/drawing/2014/main" id="{014F40C2-42D0-CDF6-AD59-65D7E81C92F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03" name="Group 1702">
                <a:extLst>
                  <a:ext uri="{FF2B5EF4-FFF2-40B4-BE49-F238E27FC236}">
                    <a16:creationId xmlns:a16="http://schemas.microsoft.com/office/drawing/2014/main" id="{A8B35202-642C-4092-E0BC-9444A8AB5E62}"/>
                  </a:ext>
                </a:extLst>
              </p:cNvPr>
              <p:cNvGrpSpPr/>
              <p:nvPr/>
            </p:nvGrpSpPr>
            <p:grpSpPr>
              <a:xfrm>
                <a:off x="3967163" y="5983284"/>
                <a:ext cx="2177954" cy="203200"/>
                <a:chOff x="4411662" y="1266827"/>
                <a:chExt cx="2177954" cy="203200"/>
              </a:xfrm>
              <a:solidFill>
                <a:schemeClr val="tx1"/>
              </a:solidFill>
            </p:grpSpPr>
            <p:sp>
              <p:nvSpPr>
                <p:cNvPr id="1704" name="Rectangle: Rounded Corners 1703">
                  <a:extLst>
                    <a:ext uri="{FF2B5EF4-FFF2-40B4-BE49-F238E27FC236}">
                      <a16:creationId xmlns:a16="http://schemas.microsoft.com/office/drawing/2014/main" id="{666FDEC5-B421-F512-7777-D42825C3728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5" name="Rectangle: Rounded Corners 1704">
                  <a:extLst>
                    <a:ext uri="{FF2B5EF4-FFF2-40B4-BE49-F238E27FC236}">
                      <a16:creationId xmlns:a16="http://schemas.microsoft.com/office/drawing/2014/main" id="{1AB06265-8E2D-6864-2A17-130A3832003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6" name="Rectangle: Rounded Corners 1705">
                  <a:extLst>
                    <a:ext uri="{FF2B5EF4-FFF2-40B4-BE49-F238E27FC236}">
                      <a16:creationId xmlns:a16="http://schemas.microsoft.com/office/drawing/2014/main" id="{8B234AD6-B796-6C03-4CCA-728E884E668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7" name="Rectangle: Rounded Corners 1706">
                  <a:extLst>
                    <a:ext uri="{FF2B5EF4-FFF2-40B4-BE49-F238E27FC236}">
                      <a16:creationId xmlns:a16="http://schemas.microsoft.com/office/drawing/2014/main" id="{90D1DF86-2226-C263-80D2-1CD1B348D07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8" name="Rectangle: Rounded Corners 1707">
                  <a:extLst>
                    <a:ext uri="{FF2B5EF4-FFF2-40B4-BE49-F238E27FC236}">
                      <a16:creationId xmlns:a16="http://schemas.microsoft.com/office/drawing/2014/main" id="{05487F3F-18C5-93BD-AB80-BE5FCA7FAC3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9" name="Rectangle: Rounded Corners 1708">
                  <a:extLst>
                    <a:ext uri="{FF2B5EF4-FFF2-40B4-BE49-F238E27FC236}">
                      <a16:creationId xmlns:a16="http://schemas.microsoft.com/office/drawing/2014/main" id="{1C93E3C8-0285-BC98-280B-A89A396103F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0" name="Rectangle: Rounded Corners 1709">
                  <a:extLst>
                    <a:ext uri="{FF2B5EF4-FFF2-40B4-BE49-F238E27FC236}">
                      <a16:creationId xmlns:a16="http://schemas.microsoft.com/office/drawing/2014/main" id="{5DC6533A-180E-07F8-9B55-F942FCA1FE8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1" name="Rectangle: Rounded Corners 1710">
                  <a:extLst>
                    <a:ext uri="{FF2B5EF4-FFF2-40B4-BE49-F238E27FC236}">
                      <a16:creationId xmlns:a16="http://schemas.microsoft.com/office/drawing/2014/main" id="{0A5E9AE1-1DF4-A281-1843-24DF07A081C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1" name="Group 1540">
              <a:extLst>
                <a:ext uri="{FF2B5EF4-FFF2-40B4-BE49-F238E27FC236}">
                  <a16:creationId xmlns:a16="http://schemas.microsoft.com/office/drawing/2014/main" id="{EAE7C44D-C0A0-034F-E60C-880D396895EB}"/>
                </a:ext>
              </a:extLst>
            </p:cNvPr>
            <p:cNvGrpSpPr/>
            <p:nvPr/>
          </p:nvGrpSpPr>
          <p:grpSpPr>
            <a:xfrm>
              <a:off x="8632436" y="4130677"/>
              <a:ext cx="2324893" cy="2055807"/>
              <a:chOff x="3967162" y="4130677"/>
              <a:chExt cx="2324893" cy="2055807"/>
            </a:xfrm>
          </p:grpSpPr>
          <p:sp>
            <p:nvSpPr>
              <p:cNvPr id="1682" name="Rectangle: Rounded Corners 1681">
                <a:extLst>
                  <a:ext uri="{FF2B5EF4-FFF2-40B4-BE49-F238E27FC236}">
                    <a16:creationId xmlns:a16="http://schemas.microsoft.com/office/drawing/2014/main" id="{EDFB45D2-C174-A038-7A6C-425C46AFC84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83" name="Group 1682">
                <a:extLst>
                  <a:ext uri="{FF2B5EF4-FFF2-40B4-BE49-F238E27FC236}">
                    <a16:creationId xmlns:a16="http://schemas.microsoft.com/office/drawing/2014/main" id="{3AE8881D-0F2A-1AAE-A21D-D154704A9E18}"/>
                  </a:ext>
                </a:extLst>
              </p:cNvPr>
              <p:cNvGrpSpPr/>
              <p:nvPr/>
            </p:nvGrpSpPr>
            <p:grpSpPr>
              <a:xfrm>
                <a:off x="3967162" y="4130677"/>
                <a:ext cx="2177954" cy="203200"/>
                <a:chOff x="4411662" y="1266827"/>
                <a:chExt cx="2177954" cy="203200"/>
              </a:xfrm>
              <a:solidFill>
                <a:schemeClr val="tx1"/>
              </a:solidFill>
            </p:grpSpPr>
            <p:sp>
              <p:nvSpPr>
                <p:cNvPr id="1693" name="Rectangle: Rounded Corners 1692">
                  <a:extLst>
                    <a:ext uri="{FF2B5EF4-FFF2-40B4-BE49-F238E27FC236}">
                      <a16:creationId xmlns:a16="http://schemas.microsoft.com/office/drawing/2014/main" id="{9834582E-0A50-D501-CBE7-6D34E1A8272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4" name="Rectangle: Rounded Corners 1693">
                  <a:extLst>
                    <a:ext uri="{FF2B5EF4-FFF2-40B4-BE49-F238E27FC236}">
                      <a16:creationId xmlns:a16="http://schemas.microsoft.com/office/drawing/2014/main" id="{FE47C135-A09C-18AE-1A16-9925D7B6138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5" name="Rectangle: Rounded Corners 1694">
                  <a:extLst>
                    <a:ext uri="{FF2B5EF4-FFF2-40B4-BE49-F238E27FC236}">
                      <a16:creationId xmlns:a16="http://schemas.microsoft.com/office/drawing/2014/main" id="{AA0C9250-00F3-FC72-AC9C-A2FBD6C4429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6" name="Rectangle: Rounded Corners 1695">
                  <a:extLst>
                    <a:ext uri="{FF2B5EF4-FFF2-40B4-BE49-F238E27FC236}">
                      <a16:creationId xmlns:a16="http://schemas.microsoft.com/office/drawing/2014/main" id="{D1CC50CA-F8C6-8C23-1FB6-455C8A897DD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7" name="Rectangle: Rounded Corners 1696">
                  <a:extLst>
                    <a:ext uri="{FF2B5EF4-FFF2-40B4-BE49-F238E27FC236}">
                      <a16:creationId xmlns:a16="http://schemas.microsoft.com/office/drawing/2014/main" id="{E7ECF4FC-8D17-5728-2B10-97210F0EE2F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8" name="Rectangle: Rounded Corners 1697">
                  <a:extLst>
                    <a:ext uri="{FF2B5EF4-FFF2-40B4-BE49-F238E27FC236}">
                      <a16:creationId xmlns:a16="http://schemas.microsoft.com/office/drawing/2014/main" id="{31236801-47CA-B8B7-A55D-B7F4529C53F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9" name="Rectangle: Rounded Corners 1698">
                  <a:extLst>
                    <a:ext uri="{FF2B5EF4-FFF2-40B4-BE49-F238E27FC236}">
                      <a16:creationId xmlns:a16="http://schemas.microsoft.com/office/drawing/2014/main" id="{1E432DA1-5950-DFC1-566A-2387A761429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0" name="Rectangle: Rounded Corners 1699">
                  <a:extLst>
                    <a:ext uri="{FF2B5EF4-FFF2-40B4-BE49-F238E27FC236}">
                      <a16:creationId xmlns:a16="http://schemas.microsoft.com/office/drawing/2014/main" id="{4EDF6251-FB5B-ECA3-DF76-E1CFD45EED6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84" name="Group 1683">
                <a:extLst>
                  <a:ext uri="{FF2B5EF4-FFF2-40B4-BE49-F238E27FC236}">
                    <a16:creationId xmlns:a16="http://schemas.microsoft.com/office/drawing/2014/main" id="{FB619699-DA41-2AE5-CB38-724F2A84F283}"/>
                  </a:ext>
                </a:extLst>
              </p:cNvPr>
              <p:cNvGrpSpPr/>
              <p:nvPr/>
            </p:nvGrpSpPr>
            <p:grpSpPr>
              <a:xfrm>
                <a:off x="3967163" y="5983284"/>
                <a:ext cx="2177954" cy="203200"/>
                <a:chOff x="4411662" y="1266827"/>
                <a:chExt cx="2177954" cy="203200"/>
              </a:xfrm>
              <a:solidFill>
                <a:schemeClr val="tx1"/>
              </a:solidFill>
            </p:grpSpPr>
            <p:sp>
              <p:nvSpPr>
                <p:cNvPr id="1685" name="Rectangle: Rounded Corners 1684">
                  <a:extLst>
                    <a:ext uri="{FF2B5EF4-FFF2-40B4-BE49-F238E27FC236}">
                      <a16:creationId xmlns:a16="http://schemas.microsoft.com/office/drawing/2014/main" id="{E8393187-8218-5E84-6F16-6B3CC2E133F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6" name="Rectangle: Rounded Corners 1685">
                  <a:extLst>
                    <a:ext uri="{FF2B5EF4-FFF2-40B4-BE49-F238E27FC236}">
                      <a16:creationId xmlns:a16="http://schemas.microsoft.com/office/drawing/2014/main" id="{C453A30E-4E68-51C7-EA99-01FDA4F963A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7" name="Rectangle: Rounded Corners 1686">
                  <a:extLst>
                    <a:ext uri="{FF2B5EF4-FFF2-40B4-BE49-F238E27FC236}">
                      <a16:creationId xmlns:a16="http://schemas.microsoft.com/office/drawing/2014/main" id="{A61887EC-F51E-DBB9-8E30-DDC98D57C67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8" name="Rectangle: Rounded Corners 1687">
                  <a:extLst>
                    <a:ext uri="{FF2B5EF4-FFF2-40B4-BE49-F238E27FC236}">
                      <a16:creationId xmlns:a16="http://schemas.microsoft.com/office/drawing/2014/main" id="{2D426619-6ED6-BB42-43CA-17CE9256D5B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9" name="Rectangle: Rounded Corners 1688">
                  <a:extLst>
                    <a:ext uri="{FF2B5EF4-FFF2-40B4-BE49-F238E27FC236}">
                      <a16:creationId xmlns:a16="http://schemas.microsoft.com/office/drawing/2014/main" id="{0518C473-DCA1-068F-3AA1-580946A6C9F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0" name="Rectangle: Rounded Corners 1689">
                  <a:extLst>
                    <a:ext uri="{FF2B5EF4-FFF2-40B4-BE49-F238E27FC236}">
                      <a16:creationId xmlns:a16="http://schemas.microsoft.com/office/drawing/2014/main" id="{53954B66-44E0-E083-68EF-8FCF9464C6C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1" name="Rectangle: Rounded Corners 1690">
                  <a:extLst>
                    <a:ext uri="{FF2B5EF4-FFF2-40B4-BE49-F238E27FC236}">
                      <a16:creationId xmlns:a16="http://schemas.microsoft.com/office/drawing/2014/main" id="{161C1606-A7A1-2FD0-F0A6-092D044E5E4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2" name="Rectangle: Rounded Corners 1691">
                  <a:extLst>
                    <a:ext uri="{FF2B5EF4-FFF2-40B4-BE49-F238E27FC236}">
                      <a16:creationId xmlns:a16="http://schemas.microsoft.com/office/drawing/2014/main" id="{7DED242E-4DD6-228B-CDB9-2BE50784AEA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2" name="Group 1541">
              <a:extLst>
                <a:ext uri="{FF2B5EF4-FFF2-40B4-BE49-F238E27FC236}">
                  <a16:creationId xmlns:a16="http://schemas.microsoft.com/office/drawing/2014/main" id="{A5537CDF-4ED5-B490-8218-B2D7A84B2132}"/>
                </a:ext>
              </a:extLst>
            </p:cNvPr>
            <p:cNvGrpSpPr/>
            <p:nvPr/>
          </p:nvGrpSpPr>
          <p:grpSpPr>
            <a:xfrm>
              <a:off x="10965073" y="4130677"/>
              <a:ext cx="2324893" cy="2055807"/>
              <a:chOff x="3967162" y="4130677"/>
              <a:chExt cx="2324893" cy="2055807"/>
            </a:xfrm>
          </p:grpSpPr>
          <p:sp>
            <p:nvSpPr>
              <p:cNvPr id="1663" name="Rectangle: Rounded Corners 1662">
                <a:extLst>
                  <a:ext uri="{FF2B5EF4-FFF2-40B4-BE49-F238E27FC236}">
                    <a16:creationId xmlns:a16="http://schemas.microsoft.com/office/drawing/2014/main" id="{171F3346-8F66-2E41-408E-B19A3590F02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64" name="Group 1663">
                <a:extLst>
                  <a:ext uri="{FF2B5EF4-FFF2-40B4-BE49-F238E27FC236}">
                    <a16:creationId xmlns:a16="http://schemas.microsoft.com/office/drawing/2014/main" id="{6B1687C2-3F5A-68B5-78E6-62D5BAB6E462}"/>
                  </a:ext>
                </a:extLst>
              </p:cNvPr>
              <p:cNvGrpSpPr/>
              <p:nvPr/>
            </p:nvGrpSpPr>
            <p:grpSpPr>
              <a:xfrm>
                <a:off x="3967162" y="4130677"/>
                <a:ext cx="2177954" cy="203200"/>
                <a:chOff x="4411662" y="1266827"/>
                <a:chExt cx="2177954" cy="203200"/>
              </a:xfrm>
              <a:solidFill>
                <a:schemeClr val="tx1"/>
              </a:solidFill>
            </p:grpSpPr>
            <p:sp>
              <p:nvSpPr>
                <p:cNvPr id="1674" name="Rectangle: Rounded Corners 1673">
                  <a:extLst>
                    <a:ext uri="{FF2B5EF4-FFF2-40B4-BE49-F238E27FC236}">
                      <a16:creationId xmlns:a16="http://schemas.microsoft.com/office/drawing/2014/main" id="{9B812C87-70FE-68DB-B266-99684DF570E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5" name="Rectangle: Rounded Corners 1674">
                  <a:extLst>
                    <a:ext uri="{FF2B5EF4-FFF2-40B4-BE49-F238E27FC236}">
                      <a16:creationId xmlns:a16="http://schemas.microsoft.com/office/drawing/2014/main" id="{2CFA8B38-B6F1-79F7-AC1C-31513A49AA1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6" name="Rectangle: Rounded Corners 1675">
                  <a:extLst>
                    <a:ext uri="{FF2B5EF4-FFF2-40B4-BE49-F238E27FC236}">
                      <a16:creationId xmlns:a16="http://schemas.microsoft.com/office/drawing/2014/main" id="{F2CABA6D-DB52-32E0-F7F9-625082E80F9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7" name="Rectangle: Rounded Corners 1676">
                  <a:extLst>
                    <a:ext uri="{FF2B5EF4-FFF2-40B4-BE49-F238E27FC236}">
                      <a16:creationId xmlns:a16="http://schemas.microsoft.com/office/drawing/2014/main" id="{52278F98-E781-5C62-C124-0CE955922DE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8" name="Rectangle: Rounded Corners 1677">
                  <a:extLst>
                    <a:ext uri="{FF2B5EF4-FFF2-40B4-BE49-F238E27FC236}">
                      <a16:creationId xmlns:a16="http://schemas.microsoft.com/office/drawing/2014/main" id="{8EAC65DA-F760-EBA8-F3C6-DFD5D16FDBB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9" name="Rectangle: Rounded Corners 1678">
                  <a:extLst>
                    <a:ext uri="{FF2B5EF4-FFF2-40B4-BE49-F238E27FC236}">
                      <a16:creationId xmlns:a16="http://schemas.microsoft.com/office/drawing/2014/main" id="{E8AE1008-D485-7747-1961-EACAE40D6F7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0" name="Rectangle: Rounded Corners 1679">
                  <a:extLst>
                    <a:ext uri="{FF2B5EF4-FFF2-40B4-BE49-F238E27FC236}">
                      <a16:creationId xmlns:a16="http://schemas.microsoft.com/office/drawing/2014/main" id="{29EF4434-6866-01E9-5F26-B53A66140CC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1" name="Rectangle: Rounded Corners 1680">
                  <a:extLst>
                    <a:ext uri="{FF2B5EF4-FFF2-40B4-BE49-F238E27FC236}">
                      <a16:creationId xmlns:a16="http://schemas.microsoft.com/office/drawing/2014/main" id="{06FC4E64-C46F-3A71-D31F-A50716A8E64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65" name="Group 1664">
                <a:extLst>
                  <a:ext uri="{FF2B5EF4-FFF2-40B4-BE49-F238E27FC236}">
                    <a16:creationId xmlns:a16="http://schemas.microsoft.com/office/drawing/2014/main" id="{3BE051E9-79B9-D5AC-DF79-7BA7BC6A4C4F}"/>
                  </a:ext>
                </a:extLst>
              </p:cNvPr>
              <p:cNvGrpSpPr/>
              <p:nvPr/>
            </p:nvGrpSpPr>
            <p:grpSpPr>
              <a:xfrm>
                <a:off x="3967163" y="5983284"/>
                <a:ext cx="2177954" cy="203200"/>
                <a:chOff x="4411662" y="1266827"/>
                <a:chExt cx="2177954" cy="203200"/>
              </a:xfrm>
              <a:solidFill>
                <a:schemeClr val="tx1"/>
              </a:solidFill>
            </p:grpSpPr>
            <p:sp>
              <p:nvSpPr>
                <p:cNvPr id="1666" name="Rectangle: Rounded Corners 1665">
                  <a:extLst>
                    <a:ext uri="{FF2B5EF4-FFF2-40B4-BE49-F238E27FC236}">
                      <a16:creationId xmlns:a16="http://schemas.microsoft.com/office/drawing/2014/main" id="{74AFE9B7-9B98-3A99-D1DC-344079ACFE8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7" name="Rectangle: Rounded Corners 1666">
                  <a:extLst>
                    <a:ext uri="{FF2B5EF4-FFF2-40B4-BE49-F238E27FC236}">
                      <a16:creationId xmlns:a16="http://schemas.microsoft.com/office/drawing/2014/main" id="{A718C418-27D6-F95B-C2D1-1A5FC2F8CEC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8" name="Rectangle: Rounded Corners 1667">
                  <a:extLst>
                    <a:ext uri="{FF2B5EF4-FFF2-40B4-BE49-F238E27FC236}">
                      <a16:creationId xmlns:a16="http://schemas.microsoft.com/office/drawing/2014/main" id="{7D030F28-BD87-0257-8169-599A3C797EF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9" name="Rectangle: Rounded Corners 1668">
                  <a:extLst>
                    <a:ext uri="{FF2B5EF4-FFF2-40B4-BE49-F238E27FC236}">
                      <a16:creationId xmlns:a16="http://schemas.microsoft.com/office/drawing/2014/main" id="{A306FC9A-14B0-2961-D2B5-F2642191D06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0" name="Rectangle: Rounded Corners 1669">
                  <a:extLst>
                    <a:ext uri="{FF2B5EF4-FFF2-40B4-BE49-F238E27FC236}">
                      <a16:creationId xmlns:a16="http://schemas.microsoft.com/office/drawing/2014/main" id="{9256C0AA-2510-9B55-E4B7-0D648005E24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1" name="Rectangle: Rounded Corners 1670">
                  <a:extLst>
                    <a:ext uri="{FF2B5EF4-FFF2-40B4-BE49-F238E27FC236}">
                      <a16:creationId xmlns:a16="http://schemas.microsoft.com/office/drawing/2014/main" id="{20E9458B-894D-06EA-6B13-C61CD4ADDAB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2" name="Rectangle: Rounded Corners 1671">
                  <a:extLst>
                    <a:ext uri="{FF2B5EF4-FFF2-40B4-BE49-F238E27FC236}">
                      <a16:creationId xmlns:a16="http://schemas.microsoft.com/office/drawing/2014/main" id="{A71032A3-756C-6792-49C3-69194C1B2BB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3" name="Rectangle: Rounded Corners 1672">
                  <a:extLst>
                    <a:ext uri="{FF2B5EF4-FFF2-40B4-BE49-F238E27FC236}">
                      <a16:creationId xmlns:a16="http://schemas.microsoft.com/office/drawing/2014/main" id="{20F7586E-712F-4455-5A97-27DD1DB47FB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3" name="Group 1542">
              <a:extLst>
                <a:ext uri="{FF2B5EF4-FFF2-40B4-BE49-F238E27FC236}">
                  <a16:creationId xmlns:a16="http://schemas.microsoft.com/office/drawing/2014/main" id="{4601ACC0-97FA-6552-C3DE-B99D51D56C3D}"/>
                </a:ext>
              </a:extLst>
            </p:cNvPr>
            <p:cNvGrpSpPr/>
            <p:nvPr/>
          </p:nvGrpSpPr>
          <p:grpSpPr>
            <a:xfrm>
              <a:off x="13297710" y="4130677"/>
              <a:ext cx="2324893" cy="2055807"/>
              <a:chOff x="3967162" y="4130677"/>
              <a:chExt cx="2324893" cy="2055807"/>
            </a:xfrm>
          </p:grpSpPr>
          <p:sp>
            <p:nvSpPr>
              <p:cNvPr id="1644" name="Rectangle: Rounded Corners 1643">
                <a:extLst>
                  <a:ext uri="{FF2B5EF4-FFF2-40B4-BE49-F238E27FC236}">
                    <a16:creationId xmlns:a16="http://schemas.microsoft.com/office/drawing/2014/main" id="{BA68B20E-1AFA-28BA-E91D-6B821115605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45" name="Group 1644">
                <a:extLst>
                  <a:ext uri="{FF2B5EF4-FFF2-40B4-BE49-F238E27FC236}">
                    <a16:creationId xmlns:a16="http://schemas.microsoft.com/office/drawing/2014/main" id="{F3D82BCC-3505-31C4-97FF-CC1CF3F58D93}"/>
                  </a:ext>
                </a:extLst>
              </p:cNvPr>
              <p:cNvGrpSpPr/>
              <p:nvPr/>
            </p:nvGrpSpPr>
            <p:grpSpPr>
              <a:xfrm>
                <a:off x="3967162" y="4130677"/>
                <a:ext cx="2177954" cy="203200"/>
                <a:chOff x="4411662" y="1266827"/>
                <a:chExt cx="2177954" cy="203200"/>
              </a:xfrm>
              <a:solidFill>
                <a:schemeClr val="tx1"/>
              </a:solidFill>
            </p:grpSpPr>
            <p:sp>
              <p:nvSpPr>
                <p:cNvPr id="1655" name="Rectangle: Rounded Corners 1654">
                  <a:extLst>
                    <a:ext uri="{FF2B5EF4-FFF2-40B4-BE49-F238E27FC236}">
                      <a16:creationId xmlns:a16="http://schemas.microsoft.com/office/drawing/2014/main" id="{B3C54E6F-0AAE-9A4C-78C9-3C8C0B942EE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6" name="Rectangle: Rounded Corners 1655">
                  <a:extLst>
                    <a:ext uri="{FF2B5EF4-FFF2-40B4-BE49-F238E27FC236}">
                      <a16:creationId xmlns:a16="http://schemas.microsoft.com/office/drawing/2014/main" id="{C5CC0F33-EC47-8401-D60B-63EA9C452EE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7" name="Rectangle: Rounded Corners 1656">
                  <a:extLst>
                    <a:ext uri="{FF2B5EF4-FFF2-40B4-BE49-F238E27FC236}">
                      <a16:creationId xmlns:a16="http://schemas.microsoft.com/office/drawing/2014/main" id="{AF8AF134-A626-C436-2FD3-5577B40FDBA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8" name="Rectangle: Rounded Corners 1657">
                  <a:extLst>
                    <a:ext uri="{FF2B5EF4-FFF2-40B4-BE49-F238E27FC236}">
                      <a16:creationId xmlns:a16="http://schemas.microsoft.com/office/drawing/2014/main" id="{53DD69BB-AFD6-C017-A9EC-F9BE77DDE5D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9" name="Rectangle: Rounded Corners 1658">
                  <a:extLst>
                    <a:ext uri="{FF2B5EF4-FFF2-40B4-BE49-F238E27FC236}">
                      <a16:creationId xmlns:a16="http://schemas.microsoft.com/office/drawing/2014/main" id="{0099785C-55CE-E831-444D-6200814AEEA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0" name="Rectangle: Rounded Corners 1659">
                  <a:extLst>
                    <a:ext uri="{FF2B5EF4-FFF2-40B4-BE49-F238E27FC236}">
                      <a16:creationId xmlns:a16="http://schemas.microsoft.com/office/drawing/2014/main" id="{B037EBEA-9E30-CC08-CBD8-100D039A4F0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1" name="Rectangle: Rounded Corners 1660">
                  <a:extLst>
                    <a:ext uri="{FF2B5EF4-FFF2-40B4-BE49-F238E27FC236}">
                      <a16:creationId xmlns:a16="http://schemas.microsoft.com/office/drawing/2014/main" id="{B02C635C-6391-A497-D1AD-E06AD505654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2" name="Rectangle: Rounded Corners 1661">
                  <a:extLst>
                    <a:ext uri="{FF2B5EF4-FFF2-40B4-BE49-F238E27FC236}">
                      <a16:creationId xmlns:a16="http://schemas.microsoft.com/office/drawing/2014/main" id="{A5E31B03-1A8C-A4A8-6AF2-5F7FC7EF645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46" name="Group 1645">
                <a:extLst>
                  <a:ext uri="{FF2B5EF4-FFF2-40B4-BE49-F238E27FC236}">
                    <a16:creationId xmlns:a16="http://schemas.microsoft.com/office/drawing/2014/main" id="{67B4A94B-6F5A-B2D8-DCBD-847BCD8AC37F}"/>
                  </a:ext>
                </a:extLst>
              </p:cNvPr>
              <p:cNvGrpSpPr/>
              <p:nvPr/>
            </p:nvGrpSpPr>
            <p:grpSpPr>
              <a:xfrm>
                <a:off x="3967163" y="5983284"/>
                <a:ext cx="2177954" cy="203200"/>
                <a:chOff x="4411662" y="1266827"/>
                <a:chExt cx="2177954" cy="203200"/>
              </a:xfrm>
              <a:solidFill>
                <a:schemeClr val="tx1"/>
              </a:solidFill>
            </p:grpSpPr>
            <p:sp>
              <p:nvSpPr>
                <p:cNvPr id="1647" name="Rectangle: Rounded Corners 1646">
                  <a:extLst>
                    <a:ext uri="{FF2B5EF4-FFF2-40B4-BE49-F238E27FC236}">
                      <a16:creationId xmlns:a16="http://schemas.microsoft.com/office/drawing/2014/main" id="{6CE46767-AF19-D293-B164-CEFD71B24A0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8" name="Rectangle: Rounded Corners 1647">
                  <a:extLst>
                    <a:ext uri="{FF2B5EF4-FFF2-40B4-BE49-F238E27FC236}">
                      <a16:creationId xmlns:a16="http://schemas.microsoft.com/office/drawing/2014/main" id="{E570EE36-9EE5-E0AD-FABF-D76B2B484F6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9" name="Rectangle: Rounded Corners 1648">
                  <a:extLst>
                    <a:ext uri="{FF2B5EF4-FFF2-40B4-BE49-F238E27FC236}">
                      <a16:creationId xmlns:a16="http://schemas.microsoft.com/office/drawing/2014/main" id="{33B1E846-9158-3435-E629-1EB900B3074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0" name="Rectangle: Rounded Corners 1649">
                  <a:extLst>
                    <a:ext uri="{FF2B5EF4-FFF2-40B4-BE49-F238E27FC236}">
                      <a16:creationId xmlns:a16="http://schemas.microsoft.com/office/drawing/2014/main" id="{6CE5BFFE-626F-C7F5-4A27-37DF0B572FF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1" name="Rectangle: Rounded Corners 1650">
                  <a:extLst>
                    <a:ext uri="{FF2B5EF4-FFF2-40B4-BE49-F238E27FC236}">
                      <a16:creationId xmlns:a16="http://schemas.microsoft.com/office/drawing/2014/main" id="{5A043931-A062-15A8-6F5E-4021E542B23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2" name="Rectangle: Rounded Corners 1651">
                  <a:extLst>
                    <a:ext uri="{FF2B5EF4-FFF2-40B4-BE49-F238E27FC236}">
                      <a16:creationId xmlns:a16="http://schemas.microsoft.com/office/drawing/2014/main" id="{72B0EDAE-BADE-CF98-B4B8-445651F8136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3" name="Rectangle: Rounded Corners 1652">
                  <a:extLst>
                    <a:ext uri="{FF2B5EF4-FFF2-40B4-BE49-F238E27FC236}">
                      <a16:creationId xmlns:a16="http://schemas.microsoft.com/office/drawing/2014/main" id="{7466C303-4E5A-9BC8-C596-B34387D8203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4" name="Rectangle: Rounded Corners 1653">
                  <a:extLst>
                    <a:ext uri="{FF2B5EF4-FFF2-40B4-BE49-F238E27FC236}">
                      <a16:creationId xmlns:a16="http://schemas.microsoft.com/office/drawing/2014/main" id="{B31CDC33-6A72-0234-B3EC-307F2780A0D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4" name="Group 1543">
              <a:extLst>
                <a:ext uri="{FF2B5EF4-FFF2-40B4-BE49-F238E27FC236}">
                  <a16:creationId xmlns:a16="http://schemas.microsoft.com/office/drawing/2014/main" id="{169B0D73-E86B-AB96-F1B4-AA4BA654E10E}"/>
                </a:ext>
              </a:extLst>
            </p:cNvPr>
            <p:cNvGrpSpPr/>
            <p:nvPr/>
          </p:nvGrpSpPr>
          <p:grpSpPr>
            <a:xfrm>
              <a:off x="15630347" y="4130677"/>
              <a:ext cx="2324893" cy="2055807"/>
              <a:chOff x="3967162" y="4130677"/>
              <a:chExt cx="2324893" cy="2055807"/>
            </a:xfrm>
          </p:grpSpPr>
          <p:sp>
            <p:nvSpPr>
              <p:cNvPr id="1625" name="Rectangle: Rounded Corners 1624">
                <a:extLst>
                  <a:ext uri="{FF2B5EF4-FFF2-40B4-BE49-F238E27FC236}">
                    <a16:creationId xmlns:a16="http://schemas.microsoft.com/office/drawing/2014/main" id="{9C24364F-8A28-C5DD-A9E1-3227268D730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6" name="Group 1625">
                <a:extLst>
                  <a:ext uri="{FF2B5EF4-FFF2-40B4-BE49-F238E27FC236}">
                    <a16:creationId xmlns:a16="http://schemas.microsoft.com/office/drawing/2014/main" id="{2CDCB8E5-41C9-5B69-C2FE-67C3BCC8BA12}"/>
                  </a:ext>
                </a:extLst>
              </p:cNvPr>
              <p:cNvGrpSpPr/>
              <p:nvPr/>
            </p:nvGrpSpPr>
            <p:grpSpPr>
              <a:xfrm>
                <a:off x="3967162" y="4130677"/>
                <a:ext cx="2177954" cy="203200"/>
                <a:chOff x="4411662" y="1266827"/>
                <a:chExt cx="2177954" cy="203200"/>
              </a:xfrm>
              <a:solidFill>
                <a:schemeClr val="tx1"/>
              </a:solidFill>
            </p:grpSpPr>
            <p:sp>
              <p:nvSpPr>
                <p:cNvPr id="1636" name="Rectangle: Rounded Corners 1635">
                  <a:extLst>
                    <a:ext uri="{FF2B5EF4-FFF2-40B4-BE49-F238E27FC236}">
                      <a16:creationId xmlns:a16="http://schemas.microsoft.com/office/drawing/2014/main" id="{7FEEBDB4-12CC-44A9-A251-2745EF68FB5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7" name="Rectangle: Rounded Corners 1636">
                  <a:extLst>
                    <a:ext uri="{FF2B5EF4-FFF2-40B4-BE49-F238E27FC236}">
                      <a16:creationId xmlns:a16="http://schemas.microsoft.com/office/drawing/2014/main" id="{D1E42D2B-A4C5-ED0A-9EEA-B9F2409F3F2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8" name="Rectangle: Rounded Corners 1637">
                  <a:extLst>
                    <a:ext uri="{FF2B5EF4-FFF2-40B4-BE49-F238E27FC236}">
                      <a16:creationId xmlns:a16="http://schemas.microsoft.com/office/drawing/2014/main" id="{6B0E3213-8815-EF5F-42E2-26779787681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9" name="Rectangle: Rounded Corners 1638">
                  <a:extLst>
                    <a:ext uri="{FF2B5EF4-FFF2-40B4-BE49-F238E27FC236}">
                      <a16:creationId xmlns:a16="http://schemas.microsoft.com/office/drawing/2014/main" id="{B1CB8A67-CE48-2C77-5CE5-8DD8550A723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0" name="Rectangle: Rounded Corners 1639">
                  <a:extLst>
                    <a:ext uri="{FF2B5EF4-FFF2-40B4-BE49-F238E27FC236}">
                      <a16:creationId xmlns:a16="http://schemas.microsoft.com/office/drawing/2014/main" id="{14ECBC18-3B90-813A-719F-C0DDD4E889B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1" name="Rectangle: Rounded Corners 1640">
                  <a:extLst>
                    <a:ext uri="{FF2B5EF4-FFF2-40B4-BE49-F238E27FC236}">
                      <a16:creationId xmlns:a16="http://schemas.microsoft.com/office/drawing/2014/main" id="{6168F4FA-44A5-BE0C-BD62-B4C3B856B89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2" name="Rectangle: Rounded Corners 1641">
                  <a:extLst>
                    <a:ext uri="{FF2B5EF4-FFF2-40B4-BE49-F238E27FC236}">
                      <a16:creationId xmlns:a16="http://schemas.microsoft.com/office/drawing/2014/main" id="{CF9BAF47-7A49-EB52-849B-22F9B8791A1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3" name="Rectangle: Rounded Corners 1642">
                  <a:extLst>
                    <a:ext uri="{FF2B5EF4-FFF2-40B4-BE49-F238E27FC236}">
                      <a16:creationId xmlns:a16="http://schemas.microsoft.com/office/drawing/2014/main" id="{B9493B09-1FB5-7BC2-2A11-1B268EF53CC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27" name="Group 1626">
                <a:extLst>
                  <a:ext uri="{FF2B5EF4-FFF2-40B4-BE49-F238E27FC236}">
                    <a16:creationId xmlns:a16="http://schemas.microsoft.com/office/drawing/2014/main" id="{6B35D441-8825-6C4D-6988-FADD8F0D1017}"/>
                  </a:ext>
                </a:extLst>
              </p:cNvPr>
              <p:cNvGrpSpPr/>
              <p:nvPr/>
            </p:nvGrpSpPr>
            <p:grpSpPr>
              <a:xfrm>
                <a:off x="3967163" y="5983284"/>
                <a:ext cx="2177954" cy="203200"/>
                <a:chOff x="4411662" y="1266827"/>
                <a:chExt cx="2177954" cy="203200"/>
              </a:xfrm>
              <a:solidFill>
                <a:schemeClr val="tx1"/>
              </a:solidFill>
            </p:grpSpPr>
            <p:sp>
              <p:nvSpPr>
                <p:cNvPr id="1628" name="Rectangle: Rounded Corners 1627">
                  <a:extLst>
                    <a:ext uri="{FF2B5EF4-FFF2-40B4-BE49-F238E27FC236}">
                      <a16:creationId xmlns:a16="http://schemas.microsoft.com/office/drawing/2014/main" id="{8D2A2E52-0666-77F8-EAE0-B39887F2BBB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9" name="Rectangle: Rounded Corners 1628">
                  <a:extLst>
                    <a:ext uri="{FF2B5EF4-FFF2-40B4-BE49-F238E27FC236}">
                      <a16:creationId xmlns:a16="http://schemas.microsoft.com/office/drawing/2014/main" id="{7951C9C8-C909-E9D7-DD09-DA9CDC97010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0" name="Rectangle: Rounded Corners 1629">
                  <a:extLst>
                    <a:ext uri="{FF2B5EF4-FFF2-40B4-BE49-F238E27FC236}">
                      <a16:creationId xmlns:a16="http://schemas.microsoft.com/office/drawing/2014/main" id="{E0DB6A69-3C49-ACFA-FEEC-11461BC5192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1" name="Rectangle: Rounded Corners 1630">
                  <a:extLst>
                    <a:ext uri="{FF2B5EF4-FFF2-40B4-BE49-F238E27FC236}">
                      <a16:creationId xmlns:a16="http://schemas.microsoft.com/office/drawing/2014/main" id="{B602FAB6-2EFD-A4F5-2C06-C12D74FE4F2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2" name="Rectangle: Rounded Corners 1631">
                  <a:extLst>
                    <a:ext uri="{FF2B5EF4-FFF2-40B4-BE49-F238E27FC236}">
                      <a16:creationId xmlns:a16="http://schemas.microsoft.com/office/drawing/2014/main" id="{5A0FBE3F-11B1-6539-AF8A-A22C89EA9EC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3" name="Rectangle: Rounded Corners 1632">
                  <a:extLst>
                    <a:ext uri="{FF2B5EF4-FFF2-40B4-BE49-F238E27FC236}">
                      <a16:creationId xmlns:a16="http://schemas.microsoft.com/office/drawing/2014/main" id="{E47AAF89-606E-6E79-262C-90289E3B9CD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4" name="Rectangle: Rounded Corners 1633">
                  <a:extLst>
                    <a:ext uri="{FF2B5EF4-FFF2-40B4-BE49-F238E27FC236}">
                      <a16:creationId xmlns:a16="http://schemas.microsoft.com/office/drawing/2014/main" id="{D9B05D92-5A74-22BD-CD2D-9CFACC235CA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5" name="Rectangle: Rounded Corners 1634">
                  <a:extLst>
                    <a:ext uri="{FF2B5EF4-FFF2-40B4-BE49-F238E27FC236}">
                      <a16:creationId xmlns:a16="http://schemas.microsoft.com/office/drawing/2014/main" id="{9A583012-6BCF-BBCB-93F7-02AD37DF9E3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5" name="Group 1544">
              <a:extLst>
                <a:ext uri="{FF2B5EF4-FFF2-40B4-BE49-F238E27FC236}">
                  <a16:creationId xmlns:a16="http://schemas.microsoft.com/office/drawing/2014/main" id="{D4458AFD-45F2-1572-D774-925FEEE18A0E}"/>
                </a:ext>
              </a:extLst>
            </p:cNvPr>
            <p:cNvGrpSpPr/>
            <p:nvPr/>
          </p:nvGrpSpPr>
          <p:grpSpPr>
            <a:xfrm>
              <a:off x="17962984" y="4130677"/>
              <a:ext cx="2324893" cy="2055807"/>
              <a:chOff x="3967162" y="4130677"/>
              <a:chExt cx="2324893" cy="2055807"/>
            </a:xfrm>
          </p:grpSpPr>
          <p:sp>
            <p:nvSpPr>
              <p:cNvPr id="1606" name="Rectangle: Rounded Corners 1605">
                <a:extLst>
                  <a:ext uri="{FF2B5EF4-FFF2-40B4-BE49-F238E27FC236}">
                    <a16:creationId xmlns:a16="http://schemas.microsoft.com/office/drawing/2014/main" id="{9E2EC630-3D88-B46F-AABE-6B609360CDF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07" name="Group 1606">
                <a:extLst>
                  <a:ext uri="{FF2B5EF4-FFF2-40B4-BE49-F238E27FC236}">
                    <a16:creationId xmlns:a16="http://schemas.microsoft.com/office/drawing/2014/main" id="{A13E5B87-FC8C-8F8B-2860-2F31371E92CB}"/>
                  </a:ext>
                </a:extLst>
              </p:cNvPr>
              <p:cNvGrpSpPr/>
              <p:nvPr/>
            </p:nvGrpSpPr>
            <p:grpSpPr>
              <a:xfrm>
                <a:off x="3967162" y="4130677"/>
                <a:ext cx="2177954" cy="203200"/>
                <a:chOff x="4411662" y="1266827"/>
                <a:chExt cx="2177954" cy="203200"/>
              </a:xfrm>
              <a:solidFill>
                <a:schemeClr val="tx1"/>
              </a:solidFill>
            </p:grpSpPr>
            <p:sp>
              <p:nvSpPr>
                <p:cNvPr id="1617" name="Rectangle: Rounded Corners 1616">
                  <a:extLst>
                    <a:ext uri="{FF2B5EF4-FFF2-40B4-BE49-F238E27FC236}">
                      <a16:creationId xmlns:a16="http://schemas.microsoft.com/office/drawing/2014/main" id="{F8528D39-9C66-A2B9-D11F-5EA1820E4D8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8" name="Rectangle: Rounded Corners 1617">
                  <a:extLst>
                    <a:ext uri="{FF2B5EF4-FFF2-40B4-BE49-F238E27FC236}">
                      <a16:creationId xmlns:a16="http://schemas.microsoft.com/office/drawing/2014/main" id="{EAF80A02-8A3F-79BF-4ECE-12D14154B9B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9" name="Rectangle: Rounded Corners 1618">
                  <a:extLst>
                    <a:ext uri="{FF2B5EF4-FFF2-40B4-BE49-F238E27FC236}">
                      <a16:creationId xmlns:a16="http://schemas.microsoft.com/office/drawing/2014/main" id="{9F38699E-1416-865D-C2CB-296A9E97608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0" name="Rectangle: Rounded Corners 1619">
                  <a:extLst>
                    <a:ext uri="{FF2B5EF4-FFF2-40B4-BE49-F238E27FC236}">
                      <a16:creationId xmlns:a16="http://schemas.microsoft.com/office/drawing/2014/main" id="{0251FA66-57D2-2072-E5BE-1E219B53769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1" name="Rectangle: Rounded Corners 1620">
                  <a:extLst>
                    <a:ext uri="{FF2B5EF4-FFF2-40B4-BE49-F238E27FC236}">
                      <a16:creationId xmlns:a16="http://schemas.microsoft.com/office/drawing/2014/main" id="{A82A7433-5BC9-1468-35B7-132F735D27B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2" name="Rectangle: Rounded Corners 1621">
                  <a:extLst>
                    <a:ext uri="{FF2B5EF4-FFF2-40B4-BE49-F238E27FC236}">
                      <a16:creationId xmlns:a16="http://schemas.microsoft.com/office/drawing/2014/main" id="{95FE33A8-4E09-7D17-478C-7891E0ADD76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3" name="Rectangle: Rounded Corners 1622">
                  <a:extLst>
                    <a:ext uri="{FF2B5EF4-FFF2-40B4-BE49-F238E27FC236}">
                      <a16:creationId xmlns:a16="http://schemas.microsoft.com/office/drawing/2014/main" id="{8597DBF7-1215-1988-41B6-BF95A91EF24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4" name="Rectangle: Rounded Corners 1623">
                  <a:extLst>
                    <a:ext uri="{FF2B5EF4-FFF2-40B4-BE49-F238E27FC236}">
                      <a16:creationId xmlns:a16="http://schemas.microsoft.com/office/drawing/2014/main" id="{3C586B7C-4D73-09DE-CA87-4E8BA6C76A9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08" name="Group 1607">
                <a:extLst>
                  <a:ext uri="{FF2B5EF4-FFF2-40B4-BE49-F238E27FC236}">
                    <a16:creationId xmlns:a16="http://schemas.microsoft.com/office/drawing/2014/main" id="{255FA811-375A-0351-F2CA-5DEEDC1C0D23}"/>
                  </a:ext>
                </a:extLst>
              </p:cNvPr>
              <p:cNvGrpSpPr/>
              <p:nvPr/>
            </p:nvGrpSpPr>
            <p:grpSpPr>
              <a:xfrm>
                <a:off x="3967163" y="5983284"/>
                <a:ext cx="2177954" cy="203200"/>
                <a:chOff x="4411662" y="1266827"/>
                <a:chExt cx="2177954" cy="203200"/>
              </a:xfrm>
              <a:solidFill>
                <a:schemeClr val="tx1"/>
              </a:solidFill>
            </p:grpSpPr>
            <p:sp>
              <p:nvSpPr>
                <p:cNvPr id="1609" name="Rectangle: Rounded Corners 1608">
                  <a:extLst>
                    <a:ext uri="{FF2B5EF4-FFF2-40B4-BE49-F238E27FC236}">
                      <a16:creationId xmlns:a16="http://schemas.microsoft.com/office/drawing/2014/main" id="{19589CD3-D72F-B260-79E0-331FA0C5FCD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0" name="Rectangle: Rounded Corners 1609">
                  <a:extLst>
                    <a:ext uri="{FF2B5EF4-FFF2-40B4-BE49-F238E27FC236}">
                      <a16:creationId xmlns:a16="http://schemas.microsoft.com/office/drawing/2014/main" id="{427DD7EE-6708-1DA8-729A-C2A76BC1DAA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1" name="Rectangle: Rounded Corners 1610">
                  <a:extLst>
                    <a:ext uri="{FF2B5EF4-FFF2-40B4-BE49-F238E27FC236}">
                      <a16:creationId xmlns:a16="http://schemas.microsoft.com/office/drawing/2014/main" id="{217A65C6-C63C-CB0D-294E-17AA02080DA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2" name="Rectangle: Rounded Corners 1611">
                  <a:extLst>
                    <a:ext uri="{FF2B5EF4-FFF2-40B4-BE49-F238E27FC236}">
                      <a16:creationId xmlns:a16="http://schemas.microsoft.com/office/drawing/2014/main" id="{3A03E8C4-AC0F-28D1-84C4-E23C7163D19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3" name="Rectangle: Rounded Corners 1612">
                  <a:extLst>
                    <a:ext uri="{FF2B5EF4-FFF2-40B4-BE49-F238E27FC236}">
                      <a16:creationId xmlns:a16="http://schemas.microsoft.com/office/drawing/2014/main" id="{338DC98D-17C7-D493-F659-6F53109A13B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4" name="Rectangle: Rounded Corners 1613">
                  <a:extLst>
                    <a:ext uri="{FF2B5EF4-FFF2-40B4-BE49-F238E27FC236}">
                      <a16:creationId xmlns:a16="http://schemas.microsoft.com/office/drawing/2014/main" id="{0DA1CD51-D387-9DBE-D375-84E10C7E668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5" name="Rectangle: Rounded Corners 1614">
                  <a:extLst>
                    <a:ext uri="{FF2B5EF4-FFF2-40B4-BE49-F238E27FC236}">
                      <a16:creationId xmlns:a16="http://schemas.microsoft.com/office/drawing/2014/main" id="{434D32DE-DACE-8B48-AB06-8E924774900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6" name="Rectangle: Rounded Corners 1615">
                  <a:extLst>
                    <a:ext uri="{FF2B5EF4-FFF2-40B4-BE49-F238E27FC236}">
                      <a16:creationId xmlns:a16="http://schemas.microsoft.com/office/drawing/2014/main" id="{2B847BD1-D018-8ECC-32E2-42EBEB9C0BA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6" name="Group 1545">
              <a:extLst>
                <a:ext uri="{FF2B5EF4-FFF2-40B4-BE49-F238E27FC236}">
                  <a16:creationId xmlns:a16="http://schemas.microsoft.com/office/drawing/2014/main" id="{7F59131A-98F2-9F4D-EE9B-A7A586A6ED9B}"/>
                </a:ext>
              </a:extLst>
            </p:cNvPr>
            <p:cNvGrpSpPr/>
            <p:nvPr/>
          </p:nvGrpSpPr>
          <p:grpSpPr>
            <a:xfrm>
              <a:off x="20295621" y="4130677"/>
              <a:ext cx="2324893" cy="2055807"/>
              <a:chOff x="3967162" y="4130677"/>
              <a:chExt cx="2324893" cy="2055807"/>
            </a:xfrm>
          </p:grpSpPr>
          <p:sp>
            <p:nvSpPr>
              <p:cNvPr id="1587" name="Rectangle: Rounded Corners 1586">
                <a:extLst>
                  <a:ext uri="{FF2B5EF4-FFF2-40B4-BE49-F238E27FC236}">
                    <a16:creationId xmlns:a16="http://schemas.microsoft.com/office/drawing/2014/main" id="{94D08CA1-41DA-9764-8C91-39CE058D1B5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88" name="Group 1587">
                <a:extLst>
                  <a:ext uri="{FF2B5EF4-FFF2-40B4-BE49-F238E27FC236}">
                    <a16:creationId xmlns:a16="http://schemas.microsoft.com/office/drawing/2014/main" id="{C8FE3B59-F63F-624E-515C-D26FAFC6038D}"/>
                  </a:ext>
                </a:extLst>
              </p:cNvPr>
              <p:cNvGrpSpPr/>
              <p:nvPr/>
            </p:nvGrpSpPr>
            <p:grpSpPr>
              <a:xfrm>
                <a:off x="3967162" y="4130677"/>
                <a:ext cx="2177954" cy="203200"/>
                <a:chOff x="4411662" y="1266827"/>
                <a:chExt cx="2177954" cy="203200"/>
              </a:xfrm>
              <a:solidFill>
                <a:schemeClr val="tx1"/>
              </a:solidFill>
            </p:grpSpPr>
            <p:sp>
              <p:nvSpPr>
                <p:cNvPr id="1598" name="Rectangle: Rounded Corners 1597">
                  <a:extLst>
                    <a:ext uri="{FF2B5EF4-FFF2-40B4-BE49-F238E27FC236}">
                      <a16:creationId xmlns:a16="http://schemas.microsoft.com/office/drawing/2014/main" id="{EAEB8233-DC10-7C69-70FE-66573947C15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9" name="Rectangle: Rounded Corners 1598">
                  <a:extLst>
                    <a:ext uri="{FF2B5EF4-FFF2-40B4-BE49-F238E27FC236}">
                      <a16:creationId xmlns:a16="http://schemas.microsoft.com/office/drawing/2014/main" id="{8E0CEB3B-14BA-8413-BFE2-9AE4E4A6062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0" name="Rectangle: Rounded Corners 1599">
                  <a:extLst>
                    <a:ext uri="{FF2B5EF4-FFF2-40B4-BE49-F238E27FC236}">
                      <a16:creationId xmlns:a16="http://schemas.microsoft.com/office/drawing/2014/main" id="{33B05512-AD9B-E9E6-9A69-0505DA29564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1" name="Rectangle: Rounded Corners 1600">
                  <a:extLst>
                    <a:ext uri="{FF2B5EF4-FFF2-40B4-BE49-F238E27FC236}">
                      <a16:creationId xmlns:a16="http://schemas.microsoft.com/office/drawing/2014/main" id="{083E6D8A-0F82-3091-E22C-C562E09BCE1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2" name="Rectangle: Rounded Corners 1601">
                  <a:extLst>
                    <a:ext uri="{FF2B5EF4-FFF2-40B4-BE49-F238E27FC236}">
                      <a16:creationId xmlns:a16="http://schemas.microsoft.com/office/drawing/2014/main" id="{8A885BE9-4BA9-7F43-9633-33CB89CEAD3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3" name="Rectangle: Rounded Corners 1602">
                  <a:extLst>
                    <a:ext uri="{FF2B5EF4-FFF2-40B4-BE49-F238E27FC236}">
                      <a16:creationId xmlns:a16="http://schemas.microsoft.com/office/drawing/2014/main" id="{A7AD19E6-B61E-2437-3ED5-7BE487D5051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4" name="Rectangle: Rounded Corners 1603">
                  <a:extLst>
                    <a:ext uri="{FF2B5EF4-FFF2-40B4-BE49-F238E27FC236}">
                      <a16:creationId xmlns:a16="http://schemas.microsoft.com/office/drawing/2014/main" id="{FB62DBD0-EB73-2623-DCD5-4A928DC23BE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5" name="Rectangle: Rounded Corners 1604">
                  <a:extLst>
                    <a:ext uri="{FF2B5EF4-FFF2-40B4-BE49-F238E27FC236}">
                      <a16:creationId xmlns:a16="http://schemas.microsoft.com/office/drawing/2014/main" id="{99402871-4DF0-1034-E349-5642C201163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89" name="Group 1588">
                <a:extLst>
                  <a:ext uri="{FF2B5EF4-FFF2-40B4-BE49-F238E27FC236}">
                    <a16:creationId xmlns:a16="http://schemas.microsoft.com/office/drawing/2014/main" id="{561C0FD1-A4D6-8F9F-D9F1-B54B0A0AA2CD}"/>
                  </a:ext>
                </a:extLst>
              </p:cNvPr>
              <p:cNvGrpSpPr/>
              <p:nvPr/>
            </p:nvGrpSpPr>
            <p:grpSpPr>
              <a:xfrm>
                <a:off x="3967163" y="5983284"/>
                <a:ext cx="2177954" cy="203200"/>
                <a:chOff x="4411662" y="1266827"/>
                <a:chExt cx="2177954" cy="203200"/>
              </a:xfrm>
              <a:solidFill>
                <a:schemeClr val="tx1"/>
              </a:solidFill>
            </p:grpSpPr>
            <p:sp>
              <p:nvSpPr>
                <p:cNvPr id="1590" name="Rectangle: Rounded Corners 1589">
                  <a:extLst>
                    <a:ext uri="{FF2B5EF4-FFF2-40B4-BE49-F238E27FC236}">
                      <a16:creationId xmlns:a16="http://schemas.microsoft.com/office/drawing/2014/main" id="{3D61AC50-3CAB-595A-A93C-4918908316D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1" name="Rectangle: Rounded Corners 1590">
                  <a:extLst>
                    <a:ext uri="{FF2B5EF4-FFF2-40B4-BE49-F238E27FC236}">
                      <a16:creationId xmlns:a16="http://schemas.microsoft.com/office/drawing/2014/main" id="{3F183E33-0D74-C7D4-2202-62E201AA2E2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2" name="Rectangle: Rounded Corners 1591">
                  <a:extLst>
                    <a:ext uri="{FF2B5EF4-FFF2-40B4-BE49-F238E27FC236}">
                      <a16:creationId xmlns:a16="http://schemas.microsoft.com/office/drawing/2014/main" id="{2A0A2E16-1317-72CB-0029-F21FFAC4575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3" name="Rectangle: Rounded Corners 1592">
                  <a:extLst>
                    <a:ext uri="{FF2B5EF4-FFF2-40B4-BE49-F238E27FC236}">
                      <a16:creationId xmlns:a16="http://schemas.microsoft.com/office/drawing/2014/main" id="{65B06958-A004-8083-DE96-642320A2B1E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4" name="Rectangle: Rounded Corners 1593">
                  <a:extLst>
                    <a:ext uri="{FF2B5EF4-FFF2-40B4-BE49-F238E27FC236}">
                      <a16:creationId xmlns:a16="http://schemas.microsoft.com/office/drawing/2014/main" id="{90CAB2BF-7FED-6161-393C-997B0788DE9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5" name="Rectangle: Rounded Corners 1594">
                  <a:extLst>
                    <a:ext uri="{FF2B5EF4-FFF2-40B4-BE49-F238E27FC236}">
                      <a16:creationId xmlns:a16="http://schemas.microsoft.com/office/drawing/2014/main" id="{48D387BC-7243-0CDD-D94C-AB662564008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6" name="Rectangle: Rounded Corners 1595">
                  <a:extLst>
                    <a:ext uri="{FF2B5EF4-FFF2-40B4-BE49-F238E27FC236}">
                      <a16:creationId xmlns:a16="http://schemas.microsoft.com/office/drawing/2014/main" id="{2A0240D7-6FAE-721E-747F-E7AC3BAEC0C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7" name="Rectangle: Rounded Corners 1596">
                  <a:extLst>
                    <a:ext uri="{FF2B5EF4-FFF2-40B4-BE49-F238E27FC236}">
                      <a16:creationId xmlns:a16="http://schemas.microsoft.com/office/drawing/2014/main" id="{5FA276ED-36B0-6F44-52DE-3DAD7E94AD5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7" name="Group 1546">
              <a:extLst>
                <a:ext uri="{FF2B5EF4-FFF2-40B4-BE49-F238E27FC236}">
                  <a16:creationId xmlns:a16="http://schemas.microsoft.com/office/drawing/2014/main" id="{8B719670-DD66-927D-F4F3-469BCE985EE8}"/>
                </a:ext>
              </a:extLst>
            </p:cNvPr>
            <p:cNvGrpSpPr/>
            <p:nvPr/>
          </p:nvGrpSpPr>
          <p:grpSpPr>
            <a:xfrm>
              <a:off x="22628258" y="4130677"/>
              <a:ext cx="2324893" cy="2055807"/>
              <a:chOff x="3967162" y="4130677"/>
              <a:chExt cx="2324893" cy="2055807"/>
            </a:xfrm>
          </p:grpSpPr>
          <p:sp>
            <p:nvSpPr>
              <p:cNvPr id="1568" name="Rectangle: Rounded Corners 1567">
                <a:extLst>
                  <a:ext uri="{FF2B5EF4-FFF2-40B4-BE49-F238E27FC236}">
                    <a16:creationId xmlns:a16="http://schemas.microsoft.com/office/drawing/2014/main" id="{66162926-D0FD-2A8B-B94A-8877376D1EC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69" name="Group 1568">
                <a:extLst>
                  <a:ext uri="{FF2B5EF4-FFF2-40B4-BE49-F238E27FC236}">
                    <a16:creationId xmlns:a16="http://schemas.microsoft.com/office/drawing/2014/main" id="{FB3C54F2-EFB9-5667-B9A4-89876C488657}"/>
                  </a:ext>
                </a:extLst>
              </p:cNvPr>
              <p:cNvGrpSpPr/>
              <p:nvPr/>
            </p:nvGrpSpPr>
            <p:grpSpPr>
              <a:xfrm>
                <a:off x="3967162" y="4130677"/>
                <a:ext cx="2177954" cy="203200"/>
                <a:chOff x="4411662" y="1266827"/>
                <a:chExt cx="2177954" cy="203200"/>
              </a:xfrm>
              <a:solidFill>
                <a:schemeClr val="tx1"/>
              </a:solidFill>
            </p:grpSpPr>
            <p:sp>
              <p:nvSpPr>
                <p:cNvPr id="1579" name="Rectangle: Rounded Corners 1578">
                  <a:extLst>
                    <a:ext uri="{FF2B5EF4-FFF2-40B4-BE49-F238E27FC236}">
                      <a16:creationId xmlns:a16="http://schemas.microsoft.com/office/drawing/2014/main" id="{A622B08F-D4C9-DB81-553B-92C981297A6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0" name="Rectangle: Rounded Corners 1579">
                  <a:extLst>
                    <a:ext uri="{FF2B5EF4-FFF2-40B4-BE49-F238E27FC236}">
                      <a16:creationId xmlns:a16="http://schemas.microsoft.com/office/drawing/2014/main" id="{DFDB4E80-A7CF-4DF5-1FE3-4E55072575B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1" name="Rectangle: Rounded Corners 1580">
                  <a:extLst>
                    <a:ext uri="{FF2B5EF4-FFF2-40B4-BE49-F238E27FC236}">
                      <a16:creationId xmlns:a16="http://schemas.microsoft.com/office/drawing/2014/main" id="{57841F1D-C423-B5E5-3D83-FDF0C33E15C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2" name="Rectangle: Rounded Corners 1581">
                  <a:extLst>
                    <a:ext uri="{FF2B5EF4-FFF2-40B4-BE49-F238E27FC236}">
                      <a16:creationId xmlns:a16="http://schemas.microsoft.com/office/drawing/2014/main" id="{359765F6-B519-CA4B-4E04-CA15696DF79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3" name="Rectangle: Rounded Corners 1582">
                  <a:extLst>
                    <a:ext uri="{FF2B5EF4-FFF2-40B4-BE49-F238E27FC236}">
                      <a16:creationId xmlns:a16="http://schemas.microsoft.com/office/drawing/2014/main" id="{571237BF-8861-638C-C891-70B7B3A743A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4" name="Rectangle: Rounded Corners 1583">
                  <a:extLst>
                    <a:ext uri="{FF2B5EF4-FFF2-40B4-BE49-F238E27FC236}">
                      <a16:creationId xmlns:a16="http://schemas.microsoft.com/office/drawing/2014/main" id="{C513A594-2958-BFF4-81D4-3B9E35C76CA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5" name="Rectangle: Rounded Corners 1584">
                  <a:extLst>
                    <a:ext uri="{FF2B5EF4-FFF2-40B4-BE49-F238E27FC236}">
                      <a16:creationId xmlns:a16="http://schemas.microsoft.com/office/drawing/2014/main" id="{FD7DF128-06D3-8947-13C9-0AB9CC3AA1F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6" name="Rectangle: Rounded Corners 1585">
                  <a:extLst>
                    <a:ext uri="{FF2B5EF4-FFF2-40B4-BE49-F238E27FC236}">
                      <a16:creationId xmlns:a16="http://schemas.microsoft.com/office/drawing/2014/main" id="{06EB19C3-2AC2-EFF5-2513-2A5B255B7B8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70" name="Group 1569">
                <a:extLst>
                  <a:ext uri="{FF2B5EF4-FFF2-40B4-BE49-F238E27FC236}">
                    <a16:creationId xmlns:a16="http://schemas.microsoft.com/office/drawing/2014/main" id="{C0399B42-C44D-D700-E6DC-6A8DBBD3EF68}"/>
                  </a:ext>
                </a:extLst>
              </p:cNvPr>
              <p:cNvGrpSpPr/>
              <p:nvPr/>
            </p:nvGrpSpPr>
            <p:grpSpPr>
              <a:xfrm>
                <a:off x="3967163" y="5983284"/>
                <a:ext cx="2177954" cy="203200"/>
                <a:chOff x="4411662" y="1266827"/>
                <a:chExt cx="2177954" cy="203200"/>
              </a:xfrm>
              <a:solidFill>
                <a:schemeClr val="tx1"/>
              </a:solidFill>
            </p:grpSpPr>
            <p:sp>
              <p:nvSpPr>
                <p:cNvPr id="1571" name="Rectangle: Rounded Corners 1570">
                  <a:extLst>
                    <a:ext uri="{FF2B5EF4-FFF2-40B4-BE49-F238E27FC236}">
                      <a16:creationId xmlns:a16="http://schemas.microsoft.com/office/drawing/2014/main" id="{A81830EE-8055-9664-21F6-EACD06ED4C1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2" name="Rectangle: Rounded Corners 1571">
                  <a:extLst>
                    <a:ext uri="{FF2B5EF4-FFF2-40B4-BE49-F238E27FC236}">
                      <a16:creationId xmlns:a16="http://schemas.microsoft.com/office/drawing/2014/main" id="{07B8E3F3-5746-BCDC-194B-8730C7472B4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3" name="Rectangle: Rounded Corners 1572">
                  <a:extLst>
                    <a:ext uri="{FF2B5EF4-FFF2-40B4-BE49-F238E27FC236}">
                      <a16:creationId xmlns:a16="http://schemas.microsoft.com/office/drawing/2014/main" id="{82B2DD17-8C42-EFF8-5C23-C13A4410286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4" name="Rectangle: Rounded Corners 1573">
                  <a:extLst>
                    <a:ext uri="{FF2B5EF4-FFF2-40B4-BE49-F238E27FC236}">
                      <a16:creationId xmlns:a16="http://schemas.microsoft.com/office/drawing/2014/main" id="{94384388-020F-6EF6-96B5-CB25FA4460F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5" name="Rectangle: Rounded Corners 1574">
                  <a:extLst>
                    <a:ext uri="{FF2B5EF4-FFF2-40B4-BE49-F238E27FC236}">
                      <a16:creationId xmlns:a16="http://schemas.microsoft.com/office/drawing/2014/main" id="{E2956637-7E44-4C76-3A8C-3F5EC4CE4C3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6" name="Rectangle: Rounded Corners 1575">
                  <a:extLst>
                    <a:ext uri="{FF2B5EF4-FFF2-40B4-BE49-F238E27FC236}">
                      <a16:creationId xmlns:a16="http://schemas.microsoft.com/office/drawing/2014/main" id="{1491F4E0-8502-0262-06D1-CADCA362C8E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7" name="Rectangle: Rounded Corners 1576">
                  <a:extLst>
                    <a:ext uri="{FF2B5EF4-FFF2-40B4-BE49-F238E27FC236}">
                      <a16:creationId xmlns:a16="http://schemas.microsoft.com/office/drawing/2014/main" id="{A7F08F41-36AF-9DE9-8545-226C887B6C8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8" name="Rectangle: Rounded Corners 1577">
                  <a:extLst>
                    <a:ext uri="{FF2B5EF4-FFF2-40B4-BE49-F238E27FC236}">
                      <a16:creationId xmlns:a16="http://schemas.microsoft.com/office/drawing/2014/main" id="{528CD2BC-2907-A7E1-80C7-742AAF07AF0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8" name="Group 1547">
              <a:extLst>
                <a:ext uri="{FF2B5EF4-FFF2-40B4-BE49-F238E27FC236}">
                  <a16:creationId xmlns:a16="http://schemas.microsoft.com/office/drawing/2014/main" id="{F0D8E14D-3AD7-FC0C-535D-512BBB2E1FD8}"/>
                </a:ext>
              </a:extLst>
            </p:cNvPr>
            <p:cNvGrpSpPr/>
            <p:nvPr/>
          </p:nvGrpSpPr>
          <p:grpSpPr>
            <a:xfrm>
              <a:off x="24960895" y="4130677"/>
              <a:ext cx="2324893" cy="2055807"/>
              <a:chOff x="3967162" y="4130677"/>
              <a:chExt cx="2324893" cy="2055807"/>
            </a:xfrm>
          </p:grpSpPr>
          <p:sp>
            <p:nvSpPr>
              <p:cNvPr id="1549" name="Rectangle: Rounded Corners 1548">
                <a:extLst>
                  <a:ext uri="{FF2B5EF4-FFF2-40B4-BE49-F238E27FC236}">
                    <a16:creationId xmlns:a16="http://schemas.microsoft.com/office/drawing/2014/main" id="{91C10164-DF73-7D24-F418-156A65B37DD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50" name="Group 1549">
                <a:extLst>
                  <a:ext uri="{FF2B5EF4-FFF2-40B4-BE49-F238E27FC236}">
                    <a16:creationId xmlns:a16="http://schemas.microsoft.com/office/drawing/2014/main" id="{82B7D463-763B-22EC-A757-E6E683A54FD1}"/>
                  </a:ext>
                </a:extLst>
              </p:cNvPr>
              <p:cNvGrpSpPr/>
              <p:nvPr/>
            </p:nvGrpSpPr>
            <p:grpSpPr>
              <a:xfrm>
                <a:off x="3967162" y="4130677"/>
                <a:ext cx="2177954" cy="203200"/>
                <a:chOff x="4411662" y="1266827"/>
                <a:chExt cx="2177954" cy="203200"/>
              </a:xfrm>
              <a:solidFill>
                <a:schemeClr val="tx1"/>
              </a:solidFill>
            </p:grpSpPr>
            <p:sp>
              <p:nvSpPr>
                <p:cNvPr id="1560" name="Rectangle: Rounded Corners 1559">
                  <a:extLst>
                    <a:ext uri="{FF2B5EF4-FFF2-40B4-BE49-F238E27FC236}">
                      <a16:creationId xmlns:a16="http://schemas.microsoft.com/office/drawing/2014/main" id="{30D66BFD-B7A5-06A4-5CAE-62C1C9AA0C5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1" name="Rectangle: Rounded Corners 1560">
                  <a:extLst>
                    <a:ext uri="{FF2B5EF4-FFF2-40B4-BE49-F238E27FC236}">
                      <a16:creationId xmlns:a16="http://schemas.microsoft.com/office/drawing/2014/main" id="{541564BE-315E-45AA-AF34-71C8D8B5463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2" name="Rectangle: Rounded Corners 1561">
                  <a:extLst>
                    <a:ext uri="{FF2B5EF4-FFF2-40B4-BE49-F238E27FC236}">
                      <a16:creationId xmlns:a16="http://schemas.microsoft.com/office/drawing/2014/main" id="{85242431-3A15-9E02-FB6B-3B9F20ACDF7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3" name="Rectangle: Rounded Corners 1562">
                  <a:extLst>
                    <a:ext uri="{FF2B5EF4-FFF2-40B4-BE49-F238E27FC236}">
                      <a16:creationId xmlns:a16="http://schemas.microsoft.com/office/drawing/2014/main" id="{0E6B7F7E-3256-A7F4-610E-61609FC18CF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4" name="Rectangle: Rounded Corners 1563">
                  <a:extLst>
                    <a:ext uri="{FF2B5EF4-FFF2-40B4-BE49-F238E27FC236}">
                      <a16:creationId xmlns:a16="http://schemas.microsoft.com/office/drawing/2014/main" id="{B2B3E5C9-96BB-D4FF-59F1-A11A2620C2C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5" name="Rectangle: Rounded Corners 1564">
                  <a:extLst>
                    <a:ext uri="{FF2B5EF4-FFF2-40B4-BE49-F238E27FC236}">
                      <a16:creationId xmlns:a16="http://schemas.microsoft.com/office/drawing/2014/main" id="{E3340373-EBEC-1D0B-A21D-E7B5142C37C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6" name="Rectangle: Rounded Corners 1565">
                  <a:extLst>
                    <a:ext uri="{FF2B5EF4-FFF2-40B4-BE49-F238E27FC236}">
                      <a16:creationId xmlns:a16="http://schemas.microsoft.com/office/drawing/2014/main" id="{13489F6D-4A6D-7A16-A3EA-82F0FAA0EEA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7" name="Rectangle: Rounded Corners 1566">
                  <a:extLst>
                    <a:ext uri="{FF2B5EF4-FFF2-40B4-BE49-F238E27FC236}">
                      <a16:creationId xmlns:a16="http://schemas.microsoft.com/office/drawing/2014/main" id="{BB3ADF1F-AC5A-C9ED-3D7B-72066366AA7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51" name="Group 1550">
                <a:extLst>
                  <a:ext uri="{FF2B5EF4-FFF2-40B4-BE49-F238E27FC236}">
                    <a16:creationId xmlns:a16="http://schemas.microsoft.com/office/drawing/2014/main" id="{4141252B-E498-7191-8CB8-D2E347B5DFE1}"/>
                  </a:ext>
                </a:extLst>
              </p:cNvPr>
              <p:cNvGrpSpPr/>
              <p:nvPr/>
            </p:nvGrpSpPr>
            <p:grpSpPr>
              <a:xfrm>
                <a:off x="3967163" y="5983284"/>
                <a:ext cx="2177954" cy="203200"/>
                <a:chOff x="4411662" y="1266827"/>
                <a:chExt cx="2177954" cy="203200"/>
              </a:xfrm>
              <a:solidFill>
                <a:schemeClr val="tx1"/>
              </a:solidFill>
            </p:grpSpPr>
            <p:sp>
              <p:nvSpPr>
                <p:cNvPr id="1552" name="Rectangle: Rounded Corners 1551">
                  <a:extLst>
                    <a:ext uri="{FF2B5EF4-FFF2-40B4-BE49-F238E27FC236}">
                      <a16:creationId xmlns:a16="http://schemas.microsoft.com/office/drawing/2014/main" id="{642B067B-47F8-9434-14DA-9AA1AE61C33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3" name="Rectangle: Rounded Corners 1552">
                  <a:extLst>
                    <a:ext uri="{FF2B5EF4-FFF2-40B4-BE49-F238E27FC236}">
                      <a16:creationId xmlns:a16="http://schemas.microsoft.com/office/drawing/2014/main" id="{A1E3DF43-856D-1DA2-2228-952F74EBAAD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4" name="Rectangle: Rounded Corners 1553">
                  <a:extLst>
                    <a:ext uri="{FF2B5EF4-FFF2-40B4-BE49-F238E27FC236}">
                      <a16:creationId xmlns:a16="http://schemas.microsoft.com/office/drawing/2014/main" id="{940835EA-B1F7-AF6F-AA69-E612C9E3489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5" name="Rectangle: Rounded Corners 1554">
                  <a:extLst>
                    <a:ext uri="{FF2B5EF4-FFF2-40B4-BE49-F238E27FC236}">
                      <a16:creationId xmlns:a16="http://schemas.microsoft.com/office/drawing/2014/main" id="{1AE54487-7EC5-C74A-8936-146032A3066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6" name="Rectangle: Rounded Corners 1555">
                  <a:extLst>
                    <a:ext uri="{FF2B5EF4-FFF2-40B4-BE49-F238E27FC236}">
                      <a16:creationId xmlns:a16="http://schemas.microsoft.com/office/drawing/2014/main" id="{881C81DB-F929-2220-C17A-3F6CEF96A41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7" name="Rectangle: Rounded Corners 1556">
                  <a:extLst>
                    <a:ext uri="{FF2B5EF4-FFF2-40B4-BE49-F238E27FC236}">
                      <a16:creationId xmlns:a16="http://schemas.microsoft.com/office/drawing/2014/main" id="{0AFA42CA-28BA-48DA-CBC8-1F39AC07B33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8" name="Rectangle: Rounded Corners 1557">
                  <a:extLst>
                    <a:ext uri="{FF2B5EF4-FFF2-40B4-BE49-F238E27FC236}">
                      <a16:creationId xmlns:a16="http://schemas.microsoft.com/office/drawing/2014/main" id="{94CBCFF1-ABB0-8355-4DF8-B1D5B9D218C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9" name="Rectangle: Rounded Corners 1558">
                  <a:extLst>
                    <a:ext uri="{FF2B5EF4-FFF2-40B4-BE49-F238E27FC236}">
                      <a16:creationId xmlns:a16="http://schemas.microsoft.com/office/drawing/2014/main" id="{6DB7A38E-9C0F-C69A-3D00-961628AF78E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335" name="Group 1334">
            <a:extLst>
              <a:ext uri="{FF2B5EF4-FFF2-40B4-BE49-F238E27FC236}">
                <a16:creationId xmlns:a16="http://schemas.microsoft.com/office/drawing/2014/main" id="{B522915A-A14B-B50A-A95C-9A50F0F0580E}"/>
              </a:ext>
            </a:extLst>
          </p:cNvPr>
          <p:cNvGrpSpPr/>
          <p:nvPr/>
        </p:nvGrpSpPr>
        <p:grpSpPr>
          <a:xfrm>
            <a:off x="12379778" y="2311649"/>
            <a:ext cx="13102977" cy="1243880"/>
            <a:chOff x="3628570" y="4023519"/>
            <a:chExt cx="23905029" cy="2269331"/>
          </a:xfrm>
        </p:grpSpPr>
        <p:sp>
          <p:nvSpPr>
            <p:cNvPr id="1336" name="Rectangle 1335">
              <a:extLst>
                <a:ext uri="{FF2B5EF4-FFF2-40B4-BE49-F238E27FC236}">
                  <a16:creationId xmlns:a16="http://schemas.microsoft.com/office/drawing/2014/main" id="{A58B5CAD-1602-32F3-D2D9-1C9B3EC73D6A}"/>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37" name="Group 1336">
              <a:extLst>
                <a:ext uri="{FF2B5EF4-FFF2-40B4-BE49-F238E27FC236}">
                  <a16:creationId xmlns:a16="http://schemas.microsoft.com/office/drawing/2014/main" id="{16149F4F-505A-2BD9-C958-D89E7FBF3100}"/>
                </a:ext>
              </a:extLst>
            </p:cNvPr>
            <p:cNvGrpSpPr/>
            <p:nvPr/>
          </p:nvGrpSpPr>
          <p:grpSpPr>
            <a:xfrm>
              <a:off x="3967162" y="4130677"/>
              <a:ext cx="2324893" cy="2055807"/>
              <a:chOff x="3967162" y="4130677"/>
              <a:chExt cx="2324893" cy="2055807"/>
            </a:xfrm>
          </p:grpSpPr>
          <p:sp>
            <p:nvSpPr>
              <p:cNvPr id="1518" name="Rectangle: Rounded Corners 1517">
                <a:extLst>
                  <a:ext uri="{FF2B5EF4-FFF2-40B4-BE49-F238E27FC236}">
                    <a16:creationId xmlns:a16="http://schemas.microsoft.com/office/drawing/2014/main" id="{4CB7ECF6-77EB-A11C-774D-9CFDA5A3111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19" name="Group 1518">
                <a:extLst>
                  <a:ext uri="{FF2B5EF4-FFF2-40B4-BE49-F238E27FC236}">
                    <a16:creationId xmlns:a16="http://schemas.microsoft.com/office/drawing/2014/main" id="{DF9F21A4-C5D8-5495-29A4-97437E159B46}"/>
                  </a:ext>
                </a:extLst>
              </p:cNvPr>
              <p:cNvGrpSpPr/>
              <p:nvPr/>
            </p:nvGrpSpPr>
            <p:grpSpPr>
              <a:xfrm>
                <a:off x="3967162" y="4130677"/>
                <a:ext cx="2177954" cy="203200"/>
                <a:chOff x="4411662" y="1266827"/>
                <a:chExt cx="2177954" cy="203200"/>
              </a:xfrm>
              <a:solidFill>
                <a:schemeClr val="tx1"/>
              </a:solidFill>
            </p:grpSpPr>
            <p:sp>
              <p:nvSpPr>
                <p:cNvPr id="1529" name="Rectangle: Rounded Corners 1528">
                  <a:extLst>
                    <a:ext uri="{FF2B5EF4-FFF2-40B4-BE49-F238E27FC236}">
                      <a16:creationId xmlns:a16="http://schemas.microsoft.com/office/drawing/2014/main" id="{F06EDD70-01F4-2FD8-8936-E4288384D8F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0" name="Rectangle: Rounded Corners 1529">
                  <a:extLst>
                    <a:ext uri="{FF2B5EF4-FFF2-40B4-BE49-F238E27FC236}">
                      <a16:creationId xmlns:a16="http://schemas.microsoft.com/office/drawing/2014/main" id="{F7A08760-2291-DE0C-4F02-A32AFB408D9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1" name="Rectangle: Rounded Corners 1530">
                  <a:extLst>
                    <a:ext uri="{FF2B5EF4-FFF2-40B4-BE49-F238E27FC236}">
                      <a16:creationId xmlns:a16="http://schemas.microsoft.com/office/drawing/2014/main" id="{F2396788-3F7C-917B-84CA-1429A166532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2" name="Rectangle: Rounded Corners 1531">
                  <a:extLst>
                    <a:ext uri="{FF2B5EF4-FFF2-40B4-BE49-F238E27FC236}">
                      <a16:creationId xmlns:a16="http://schemas.microsoft.com/office/drawing/2014/main" id="{D8484523-69C5-6AE2-B106-C739484EFD0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3" name="Rectangle: Rounded Corners 1532">
                  <a:extLst>
                    <a:ext uri="{FF2B5EF4-FFF2-40B4-BE49-F238E27FC236}">
                      <a16:creationId xmlns:a16="http://schemas.microsoft.com/office/drawing/2014/main" id="{53C6173B-D413-B5DA-A9ED-55CBA96D8C3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4" name="Rectangle: Rounded Corners 1533">
                  <a:extLst>
                    <a:ext uri="{FF2B5EF4-FFF2-40B4-BE49-F238E27FC236}">
                      <a16:creationId xmlns:a16="http://schemas.microsoft.com/office/drawing/2014/main" id="{C5544C89-5833-8539-AFF7-1C995585E14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5" name="Rectangle: Rounded Corners 1534">
                  <a:extLst>
                    <a:ext uri="{FF2B5EF4-FFF2-40B4-BE49-F238E27FC236}">
                      <a16:creationId xmlns:a16="http://schemas.microsoft.com/office/drawing/2014/main" id="{A132AABB-90C1-20C8-6238-60BD6F435E9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6" name="Rectangle: Rounded Corners 1535">
                  <a:extLst>
                    <a:ext uri="{FF2B5EF4-FFF2-40B4-BE49-F238E27FC236}">
                      <a16:creationId xmlns:a16="http://schemas.microsoft.com/office/drawing/2014/main" id="{6652A157-FEA2-451D-7215-08022FA89C6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20" name="Group 1519">
                <a:extLst>
                  <a:ext uri="{FF2B5EF4-FFF2-40B4-BE49-F238E27FC236}">
                    <a16:creationId xmlns:a16="http://schemas.microsoft.com/office/drawing/2014/main" id="{5FA80780-F48D-7D43-2E2A-0D149BBEA5E0}"/>
                  </a:ext>
                </a:extLst>
              </p:cNvPr>
              <p:cNvGrpSpPr/>
              <p:nvPr/>
            </p:nvGrpSpPr>
            <p:grpSpPr>
              <a:xfrm>
                <a:off x="3967163" y="5983284"/>
                <a:ext cx="2177954" cy="203200"/>
                <a:chOff x="4411662" y="1266827"/>
                <a:chExt cx="2177954" cy="203200"/>
              </a:xfrm>
              <a:solidFill>
                <a:schemeClr val="tx1"/>
              </a:solidFill>
            </p:grpSpPr>
            <p:sp>
              <p:nvSpPr>
                <p:cNvPr id="1521" name="Rectangle: Rounded Corners 1520">
                  <a:extLst>
                    <a:ext uri="{FF2B5EF4-FFF2-40B4-BE49-F238E27FC236}">
                      <a16:creationId xmlns:a16="http://schemas.microsoft.com/office/drawing/2014/main" id="{4C2CE273-D845-1534-A3B2-94D52D0E526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2" name="Rectangle: Rounded Corners 1521">
                  <a:extLst>
                    <a:ext uri="{FF2B5EF4-FFF2-40B4-BE49-F238E27FC236}">
                      <a16:creationId xmlns:a16="http://schemas.microsoft.com/office/drawing/2014/main" id="{2051860E-168A-0608-F8E2-C52AC3FAAD7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3" name="Rectangle: Rounded Corners 1522">
                  <a:extLst>
                    <a:ext uri="{FF2B5EF4-FFF2-40B4-BE49-F238E27FC236}">
                      <a16:creationId xmlns:a16="http://schemas.microsoft.com/office/drawing/2014/main" id="{E0FEC730-D875-6274-A2EE-292F6EF0B32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4" name="Rectangle: Rounded Corners 1523">
                  <a:extLst>
                    <a:ext uri="{FF2B5EF4-FFF2-40B4-BE49-F238E27FC236}">
                      <a16:creationId xmlns:a16="http://schemas.microsoft.com/office/drawing/2014/main" id="{BD7C9785-C4AB-0E59-E9E9-2072F90092C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5" name="Rectangle: Rounded Corners 1524">
                  <a:extLst>
                    <a:ext uri="{FF2B5EF4-FFF2-40B4-BE49-F238E27FC236}">
                      <a16:creationId xmlns:a16="http://schemas.microsoft.com/office/drawing/2014/main" id="{90D146B2-4598-AE5E-2D89-90A07749ED5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6" name="Rectangle: Rounded Corners 1525">
                  <a:extLst>
                    <a:ext uri="{FF2B5EF4-FFF2-40B4-BE49-F238E27FC236}">
                      <a16:creationId xmlns:a16="http://schemas.microsoft.com/office/drawing/2014/main" id="{0607FCEE-A7DC-12A4-6EC7-DAB1E5CC3D6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7" name="Rectangle: Rounded Corners 1526">
                  <a:extLst>
                    <a:ext uri="{FF2B5EF4-FFF2-40B4-BE49-F238E27FC236}">
                      <a16:creationId xmlns:a16="http://schemas.microsoft.com/office/drawing/2014/main" id="{EBDDAA10-A71F-CA36-5F9E-2F02C360831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8" name="Rectangle: Rounded Corners 1527">
                  <a:extLst>
                    <a:ext uri="{FF2B5EF4-FFF2-40B4-BE49-F238E27FC236}">
                      <a16:creationId xmlns:a16="http://schemas.microsoft.com/office/drawing/2014/main" id="{BF212CF0-6834-78BE-2939-BC43D7C80F2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38" name="Group 1337">
              <a:extLst>
                <a:ext uri="{FF2B5EF4-FFF2-40B4-BE49-F238E27FC236}">
                  <a16:creationId xmlns:a16="http://schemas.microsoft.com/office/drawing/2014/main" id="{D77BD3BB-BE3C-52FA-AB47-30E6B2AFD186}"/>
                </a:ext>
              </a:extLst>
            </p:cNvPr>
            <p:cNvGrpSpPr/>
            <p:nvPr/>
          </p:nvGrpSpPr>
          <p:grpSpPr>
            <a:xfrm>
              <a:off x="6299799" y="4130677"/>
              <a:ext cx="2324893" cy="2055807"/>
              <a:chOff x="3967162" y="4130677"/>
              <a:chExt cx="2324893" cy="2055807"/>
            </a:xfrm>
          </p:grpSpPr>
          <p:sp>
            <p:nvSpPr>
              <p:cNvPr id="1499" name="Rectangle: Rounded Corners 1498">
                <a:extLst>
                  <a:ext uri="{FF2B5EF4-FFF2-40B4-BE49-F238E27FC236}">
                    <a16:creationId xmlns:a16="http://schemas.microsoft.com/office/drawing/2014/main" id="{345DC742-EBFE-C189-8A05-94B3EE011649}"/>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00" name="Group 1499">
                <a:extLst>
                  <a:ext uri="{FF2B5EF4-FFF2-40B4-BE49-F238E27FC236}">
                    <a16:creationId xmlns:a16="http://schemas.microsoft.com/office/drawing/2014/main" id="{A9F41B17-C8E2-0513-7E50-DD91576F1A45}"/>
                  </a:ext>
                </a:extLst>
              </p:cNvPr>
              <p:cNvGrpSpPr/>
              <p:nvPr/>
            </p:nvGrpSpPr>
            <p:grpSpPr>
              <a:xfrm>
                <a:off x="3967162" y="4130677"/>
                <a:ext cx="2177954" cy="203200"/>
                <a:chOff x="4411662" y="1266827"/>
                <a:chExt cx="2177954" cy="203200"/>
              </a:xfrm>
              <a:solidFill>
                <a:schemeClr val="tx1"/>
              </a:solidFill>
            </p:grpSpPr>
            <p:sp>
              <p:nvSpPr>
                <p:cNvPr id="1510" name="Rectangle: Rounded Corners 1509">
                  <a:extLst>
                    <a:ext uri="{FF2B5EF4-FFF2-40B4-BE49-F238E27FC236}">
                      <a16:creationId xmlns:a16="http://schemas.microsoft.com/office/drawing/2014/main" id="{241EEA06-800D-19D7-C216-5040EA23EAB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1" name="Rectangle: Rounded Corners 1510">
                  <a:extLst>
                    <a:ext uri="{FF2B5EF4-FFF2-40B4-BE49-F238E27FC236}">
                      <a16:creationId xmlns:a16="http://schemas.microsoft.com/office/drawing/2014/main" id="{070BF6E2-D8C6-6015-B9FB-85F1CDF3AE6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2" name="Rectangle: Rounded Corners 1511">
                  <a:extLst>
                    <a:ext uri="{FF2B5EF4-FFF2-40B4-BE49-F238E27FC236}">
                      <a16:creationId xmlns:a16="http://schemas.microsoft.com/office/drawing/2014/main" id="{5B16F755-2094-424E-391C-A36A600BA89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3" name="Rectangle: Rounded Corners 1512">
                  <a:extLst>
                    <a:ext uri="{FF2B5EF4-FFF2-40B4-BE49-F238E27FC236}">
                      <a16:creationId xmlns:a16="http://schemas.microsoft.com/office/drawing/2014/main" id="{9289E6EF-9F17-B630-CC90-443BE6DB2EF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4" name="Rectangle: Rounded Corners 1513">
                  <a:extLst>
                    <a:ext uri="{FF2B5EF4-FFF2-40B4-BE49-F238E27FC236}">
                      <a16:creationId xmlns:a16="http://schemas.microsoft.com/office/drawing/2014/main" id="{9071A51D-405E-EEB5-2F66-EEAD23833F4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5" name="Rectangle: Rounded Corners 1514">
                  <a:extLst>
                    <a:ext uri="{FF2B5EF4-FFF2-40B4-BE49-F238E27FC236}">
                      <a16:creationId xmlns:a16="http://schemas.microsoft.com/office/drawing/2014/main" id="{B8D9A73E-2418-7D77-A89A-E7DFB43096A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6" name="Rectangle: Rounded Corners 1515">
                  <a:extLst>
                    <a:ext uri="{FF2B5EF4-FFF2-40B4-BE49-F238E27FC236}">
                      <a16:creationId xmlns:a16="http://schemas.microsoft.com/office/drawing/2014/main" id="{1E820BD3-E227-E926-FCCF-EF4E66A1C13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7" name="Rectangle: Rounded Corners 1516">
                  <a:extLst>
                    <a:ext uri="{FF2B5EF4-FFF2-40B4-BE49-F238E27FC236}">
                      <a16:creationId xmlns:a16="http://schemas.microsoft.com/office/drawing/2014/main" id="{0554F2EC-A8AE-5382-DC1D-C83F753440A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01" name="Group 1500">
                <a:extLst>
                  <a:ext uri="{FF2B5EF4-FFF2-40B4-BE49-F238E27FC236}">
                    <a16:creationId xmlns:a16="http://schemas.microsoft.com/office/drawing/2014/main" id="{00E3434B-4F48-6BB6-8E06-5E5D001F7969}"/>
                  </a:ext>
                </a:extLst>
              </p:cNvPr>
              <p:cNvGrpSpPr/>
              <p:nvPr/>
            </p:nvGrpSpPr>
            <p:grpSpPr>
              <a:xfrm>
                <a:off x="3967163" y="5983284"/>
                <a:ext cx="2177954" cy="203200"/>
                <a:chOff x="4411662" y="1266827"/>
                <a:chExt cx="2177954" cy="203200"/>
              </a:xfrm>
              <a:solidFill>
                <a:schemeClr val="tx1"/>
              </a:solidFill>
            </p:grpSpPr>
            <p:sp>
              <p:nvSpPr>
                <p:cNvPr id="1502" name="Rectangle: Rounded Corners 1501">
                  <a:extLst>
                    <a:ext uri="{FF2B5EF4-FFF2-40B4-BE49-F238E27FC236}">
                      <a16:creationId xmlns:a16="http://schemas.microsoft.com/office/drawing/2014/main" id="{CF63725E-19C3-3C93-2939-FE694DF5408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3" name="Rectangle: Rounded Corners 1502">
                  <a:extLst>
                    <a:ext uri="{FF2B5EF4-FFF2-40B4-BE49-F238E27FC236}">
                      <a16:creationId xmlns:a16="http://schemas.microsoft.com/office/drawing/2014/main" id="{5C7F8725-752B-295E-8B2B-CCBC2C47663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4" name="Rectangle: Rounded Corners 1503">
                  <a:extLst>
                    <a:ext uri="{FF2B5EF4-FFF2-40B4-BE49-F238E27FC236}">
                      <a16:creationId xmlns:a16="http://schemas.microsoft.com/office/drawing/2014/main" id="{1B30C5AB-9336-8C95-BC18-3A348E3C25C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5" name="Rectangle: Rounded Corners 1504">
                  <a:extLst>
                    <a:ext uri="{FF2B5EF4-FFF2-40B4-BE49-F238E27FC236}">
                      <a16:creationId xmlns:a16="http://schemas.microsoft.com/office/drawing/2014/main" id="{4DCB7364-0653-A1AA-37D3-AC7D936E7AC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6" name="Rectangle: Rounded Corners 1505">
                  <a:extLst>
                    <a:ext uri="{FF2B5EF4-FFF2-40B4-BE49-F238E27FC236}">
                      <a16:creationId xmlns:a16="http://schemas.microsoft.com/office/drawing/2014/main" id="{EED41A3D-B567-0195-6F0D-E3892C1381A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7" name="Rectangle: Rounded Corners 1506">
                  <a:extLst>
                    <a:ext uri="{FF2B5EF4-FFF2-40B4-BE49-F238E27FC236}">
                      <a16:creationId xmlns:a16="http://schemas.microsoft.com/office/drawing/2014/main" id="{B05A45C2-CB7D-A66B-4A27-6648EFC0B7F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8" name="Rectangle: Rounded Corners 1507">
                  <a:extLst>
                    <a:ext uri="{FF2B5EF4-FFF2-40B4-BE49-F238E27FC236}">
                      <a16:creationId xmlns:a16="http://schemas.microsoft.com/office/drawing/2014/main" id="{E157D7B5-7A89-678E-60AD-AB9932AED32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9" name="Rectangle: Rounded Corners 1508">
                  <a:extLst>
                    <a:ext uri="{FF2B5EF4-FFF2-40B4-BE49-F238E27FC236}">
                      <a16:creationId xmlns:a16="http://schemas.microsoft.com/office/drawing/2014/main" id="{1078E9DB-4FFA-5E24-C481-39A55A1C36F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39" name="Group 1338">
              <a:extLst>
                <a:ext uri="{FF2B5EF4-FFF2-40B4-BE49-F238E27FC236}">
                  <a16:creationId xmlns:a16="http://schemas.microsoft.com/office/drawing/2014/main" id="{912AC6F8-76B7-42E7-D514-50FBC3550E70}"/>
                </a:ext>
              </a:extLst>
            </p:cNvPr>
            <p:cNvGrpSpPr/>
            <p:nvPr/>
          </p:nvGrpSpPr>
          <p:grpSpPr>
            <a:xfrm>
              <a:off x="8632436" y="4130677"/>
              <a:ext cx="2324893" cy="2055807"/>
              <a:chOff x="3967162" y="4130677"/>
              <a:chExt cx="2324893" cy="2055807"/>
            </a:xfrm>
          </p:grpSpPr>
          <p:sp>
            <p:nvSpPr>
              <p:cNvPr id="1480" name="Rectangle: Rounded Corners 1479">
                <a:extLst>
                  <a:ext uri="{FF2B5EF4-FFF2-40B4-BE49-F238E27FC236}">
                    <a16:creationId xmlns:a16="http://schemas.microsoft.com/office/drawing/2014/main" id="{CFCE8611-070A-E743-B6A0-3461E214EE0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81" name="Group 1480">
                <a:extLst>
                  <a:ext uri="{FF2B5EF4-FFF2-40B4-BE49-F238E27FC236}">
                    <a16:creationId xmlns:a16="http://schemas.microsoft.com/office/drawing/2014/main" id="{68F97D8D-0325-64E0-F055-F7DCCBDA0922}"/>
                  </a:ext>
                </a:extLst>
              </p:cNvPr>
              <p:cNvGrpSpPr/>
              <p:nvPr/>
            </p:nvGrpSpPr>
            <p:grpSpPr>
              <a:xfrm>
                <a:off x="3967162" y="4130677"/>
                <a:ext cx="2177954" cy="203200"/>
                <a:chOff x="4411662" y="1266827"/>
                <a:chExt cx="2177954" cy="203200"/>
              </a:xfrm>
              <a:solidFill>
                <a:schemeClr val="tx1"/>
              </a:solidFill>
            </p:grpSpPr>
            <p:sp>
              <p:nvSpPr>
                <p:cNvPr id="1491" name="Rectangle: Rounded Corners 1490">
                  <a:extLst>
                    <a:ext uri="{FF2B5EF4-FFF2-40B4-BE49-F238E27FC236}">
                      <a16:creationId xmlns:a16="http://schemas.microsoft.com/office/drawing/2014/main" id="{2802F3FA-0E51-6BB4-B5FD-4CA921A3276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2" name="Rectangle: Rounded Corners 1491">
                  <a:extLst>
                    <a:ext uri="{FF2B5EF4-FFF2-40B4-BE49-F238E27FC236}">
                      <a16:creationId xmlns:a16="http://schemas.microsoft.com/office/drawing/2014/main" id="{2CBABBC1-EEF0-446A-7F78-1EEC11BD0F5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3" name="Rectangle: Rounded Corners 1492">
                  <a:extLst>
                    <a:ext uri="{FF2B5EF4-FFF2-40B4-BE49-F238E27FC236}">
                      <a16:creationId xmlns:a16="http://schemas.microsoft.com/office/drawing/2014/main" id="{6058D8EE-42D1-3905-0DA4-D57190A918B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4" name="Rectangle: Rounded Corners 1493">
                  <a:extLst>
                    <a:ext uri="{FF2B5EF4-FFF2-40B4-BE49-F238E27FC236}">
                      <a16:creationId xmlns:a16="http://schemas.microsoft.com/office/drawing/2014/main" id="{DF2CD166-E312-A551-FD19-592A0CBEBAC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5" name="Rectangle: Rounded Corners 1494">
                  <a:extLst>
                    <a:ext uri="{FF2B5EF4-FFF2-40B4-BE49-F238E27FC236}">
                      <a16:creationId xmlns:a16="http://schemas.microsoft.com/office/drawing/2014/main" id="{3F859B6B-42DF-3E70-2908-244DAF6957C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6" name="Rectangle: Rounded Corners 1495">
                  <a:extLst>
                    <a:ext uri="{FF2B5EF4-FFF2-40B4-BE49-F238E27FC236}">
                      <a16:creationId xmlns:a16="http://schemas.microsoft.com/office/drawing/2014/main" id="{FC4D0302-25C4-CA9E-1171-FA57B28E9E2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7" name="Rectangle: Rounded Corners 1496">
                  <a:extLst>
                    <a:ext uri="{FF2B5EF4-FFF2-40B4-BE49-F238E27FC236}">
                      <a16:creationId xmlns:a16="http://schemas.microsoft.com/office/drawing/2014/main" id="{9625EDF0-E20F-7A5A-9CDE-9251776B1F8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8" name="Rectangle: Rounded Corners 1497">
                  <a:extLst>
                    <a:ext uri="{FF2B5EF4-FFF2-40B4-BE49-F238E27FC236}">
                      <a16:creationId xmlns:a16="http://schemas.microsoft.com/office/drawing/2014/main" id="{08AFDC74-990F-944A-723A-187C2D971D7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82" name="Group 1481">
                <a:extLst>
                  <a:ext uri="{FF2B5EF4-FFF2-40B4-BE49-F238E27FC236}">
                    <a16:creationId xmlns:a16="http://schemas.microsoft.com/office/drawing/2014/main" id="{067EE10A-95C4-7E2A-C0EF-965EA51FF1A4}"/>
                  </a:ext>
                </a:extLst>
              </p:cNvPr>
              <p:cNvGrpSpPr/>
              <p:nvPr/>
            </p:nvGrpSpPr>
            <p:grpSpPr>
              <a:xfrm>
                <a:off x="3967163" y="5983284"/>
                <a:ext cx="2177954" cy="203200"/>
                <a:chOff x="4411662" y="1266827"/>
                <a:chExt cx="2177954" cy="203200"/>
              </a:xfrm>
              <a:solidFill>
                <a:schemeClr val="tx1"/>
              </a:solidFill>
            </p:grpSpPr>
            <p:sp>
              <p:nvSpPr>
                <p:cNvPr id="1483" name="Rectangle: Rounded Corners 1482">
                  <a:extLst>
                    <a:ext uri="{FF2B5EF4-FFF2-40B4-BE49-F238E27FC236}">
                      <a16:creationId xmlns:a16="http://schemas.microsoft.com/office/drawing/2014/main" id="{D2A82C63-92D9-7EF0-660C-53F83874773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4" name="Rectangle: Rounded Corners 1483">
                  <a:extLst>
                    <a:ext uri="{FF2B5EF4-FFF2-40B4-BE49-F238E27FC236}">
                      <a16:creationId xmlns:a16="http://schemas.microsoft.com/office/drawing/2014/main" id="{B95677C3-CB7C-5B13-A789-B6D4FEAFDA9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5" name="Rectangle: Rounded Corners 1484">
                  <a:extLst>
                    <a:ext uri="{FF2B5EF4-FFF2-40B4-BE49-F238E27FC236}">
                      <a16:creationId xmlns:a16="http://schemas.microsoft.com/office/drawing/2014/main" id="{4B140B4A-579A-834F-4EAE-F65BBB9BA7B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6" name="Rectangle: Rounded Corners 1485">
                  <a:extLst>
                    <a:ext uri="{FF2B5EF4-FFF2-40B4-BE49-F238E27FC236}">
                      <a16:creationId xmlns:a16="http://schemas.microsoft.com/office/drawing/2014/main" id="{F20C8E0C-208D-C808-E8F7-F2335EB3D05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7" name="Rectangle: Rounded Corners 1486">
                  <a:extLst>
                    <a:ext uri="{FF2B5EF4-FFF2-40B4-BE49-F238E27FC236}">
                      <a16:creationId xmlns:a16="http://schemas.microsoft.com/office/drawing/2014/main" id="{FC97F56D-D16E-7C50-3C43-65A252A6695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8" name="Rectangle: Rounded Corners 1487">
                  <a:extLst>
                    <a:ext uri="{FF2B5EF4-FFF2-40B4-BE49-F238E27FC236}">
                      <a16:creationId xmlns:a16="http://schemas.microsoft.com/office/drawing/2014/main" id="{6037F864-EABC-3404-C94D-3A5E847C415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9" name="Rectangle: Rounded Corners 1488">
                  <a:extLst>
                    <a:ext uri="{FF2B5EF4-FFF2-40B4-BE49-F238E27FC236}">
                      <a16:creationId xmlns:a16="http://schemas.microsoft.com/office/drawing/2014/main" id="{297E2F36-F50B-04AF-4EB3-97EAC5E8670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0" name="Rectangle: Rounded Corners 1489">
                  <a:extLst>
                    <a:ext uri="{FF2B5EF4-FFF2-40B4-BE49-F238E27FC236}">
                      <a16:creationId xmlns:a16="http://schemas.microsoft.com/office/drawing/2014/main" id="{0F7025F7-86B5-C810-2182-5792EEAF34B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0" name="Group 1339">
              <a:extLst>
                <a:ext uri="{FF2B5EF4-FFF2-40B4-BE49-F238E27FC236}">
                  <a16:creationId xmlns:a16="http://schemas.microsoft.com/office/drawing/2014/main" id="{38FC1A9A-F514-77E4-10EE-73EB09FB5D97}"/>
                </a:ext>
              </a:extLst>
            </p:cNvPr>
            <p:cNvGrpSpPr/>
            <p:nvPr/>
          </p:nvGrpSpPr>
          <p:grpSpPr>
            <a:xfrm>
              <a:off x="10965073" y="4130677"/>
              <a:ext cx="2324893" cy="2055807"/>
              <a:chOff x="3967162" y="4130677"/>
              <a:chExt cx="2324893" cy="2055807"/>
            </a:xfrm>
          </p:grpSpPr>
          <p:sp>
            <p:nvSpPr>
              <p:cNvPr id="1461" name="Rectangle: Rounded Corners 1460">
                <a:extLst>
                  <a:ext uri="{FF2B5EF4-FFF2-40B4-BE49-F238E27FC236}">
                    <a16:creationId xmlns:a16="http://schemas.microsoft.com/office/drawing/2014/main" id="{A9919E1E-7ED2-BB87-718F-64DD35677BF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62" name="Group 1461">
                <a:extLst>
                  <a:ext uri="{FF2B5EF4-FFF2-40B4-BE49-F238E27FC236}">
                    <a16:creationId xmlns:a16="http://schemas.microsoft.com/office/drawing/2014/main" id="{721D6C91-A9A3-9C12-D8CF-43F735621A6F}"/>
                  </a:ext>
                </a:extLst>
              </p:cNvPr>
              <p:cNvGrpSpPr/>
              <p:nvPr/>
            </p:nvGrpSpPr>
            <p:grpSpPr>
              <a:xfrm>
                <a:off x="3967162" y="4130677"/>
                <a:ext cx="2177954" cy="203200"/>
                <a:chOff x="4411662" y="1266827"/>
                <a:chExt cx="2177954" cy="203200"/>
              </a:xfrm>
              <a:solidFill>
                <a:schemeClr val="tx1"/>
              </a:solidFill>
            </p:grpSpPr>
            <p:sp>
              <p:nvSpPr>
                <p:cNvPr id="1472" name="Rectangle: Rounded Corners 1471">
                  <a:extLst>
                    <a:ext uri="{FF2B5EF4-FFF2-40B4-BE49-F238E27FC236}">
                      <a16:creationId xmlns:a16="http://schemas.microsoft.com/office/drawing/2014/main" id="{401FF817-CAED-8A58-1033-F6414612F21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3" name="Rectangle: Rounded Corners 1472">
                  <a:extLst>
                    <a:ext uri="{FF2B5EF4-FFF2-40B4-BE49-F238E27FC236}">
                      <a16:creationId xmlns:a16="http://schemas.microsoft.com/office/drawing/2014/main" id="{1458E400-ADB2-A070-FFED-A4FCBBABB9B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4" name="Rectangle: Rounded Corners 1473">
                  <a:extLst>
                    <a:ext uri="{FF2B5EF4-FFF2-40B4-BE49-F238E27FC236}">
                      <a16:creationId xmlns:a16="http://schemas.microsoft.com/office/drawing/2014/main" id="{486819AB-E1BF-9300-92D3-4479ACBD84A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5" name="Rectangle: Rounded Corners 1474">
                  <a:extLst>
                    <a:ext uri="{FF2B5EF4-FFF2-40B4-BE49-F238E27FC236}">
                      <a16:creationId xmlns:a16="http://schemas.microsoft.com/office/drawing/2014/main" id="{D265F4C0-F605-879E-3D86-4A58757BD51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6" name="Rectangle: Rounded Corners 1475">
                  <a:extLst>
                    <a:ext uri="{FF2B5EF4-FFF2-40B4-BE49-F238E27FC236}">
                      <a16:creationId xmlns:a16="http://schemas.microsoft.com/office/drawing/2014/main" id="{A070B3D2-EF48-D7B2-57F2-FA6B7782BD3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7" name="Rectangle: Rounded Corners 1476">
                  <a:extLst>
                    <a:ext uri="{FF2B5EF4-FFF2-40B4-BE49-F238E27FC236}">
                      <a16:creationId xmlns:a16="http://schemas.microsoft.com/office/drawing/2014/main" id="{62FB6472-7843-F361-8447-EE330104080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8" name="Rectangle: Rounded Corners 1477">
                  <a:extLst>
                    <a:ext uri="{FF2B5EF4-FFF2-40B4-BE49-F238E27FC236}">
                      <a16:creationId xmlns:a16="http://schemas.microsoft.com/office/drawing/2014/main" id="{A05D251A-759C-45C1-8743-C74B75EA1A1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9" name="Rectangle: Rounded Corners 1478">
                  <a:extLst>
                    <a:ext uri="{FF2B5EF4-FFF2-40B4-BE49-F238E27FC236}">
                      <a16:creationId xmlns:a16="http://schemas.microsoft.com/office/drawing/2014/main" id="{048F7C2E-5A21-78BD-2844-03900097CAB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63" name="Group 1462">
                <a:extLst>
                  <a:ext uri="{FF2B5EF4-FFF2-40B4-BE49-F238E27FC236}">
                    <a16:creationId xmlns:a16="http://schemas.microsoft.com/office/drawing/2014/main" id="{7DB46F19-8F6E-E3D5-920D-5CEAB5219C38}"/>
                  </a:ext>
                </a:extLst>
              </p:cNvPr>
              <p:cNvGrpSpPr/>
              <p:nvPr/>
            </p:nvGrpSpPr>
            <p:grpSpPr>
              <a:xfrm>
                <a:off x="3967163" y="5983284"/>
                <a:ext cx="2177954" cy="203200"/>
                <a:chOff x="4411662" y="1266827"/>
                <a:chExt cx="2177954" cy="203200"/>
              </a:xfrm>
              <a:solidFill>
                <a:schemeClr val="tx1"/>
              </a:solidFill>
            </p:grpSpPr>
            <p:sp>
              <p:nvSpPr>
                <p:cNvPr id="1464" name="Rectangle: Rounded Corners 1463">
                  <a:extLst>
                    <a:ext uri="{FF2B5EF4-FFF2-40B4-BE49-F238E27FC236}">
                      <a16:creationId xmlns:a16="http://schemas.microsoft.com/office/drawing/2014/main" id="{8C7856EF-23FC-3C59-AD35-DF32ECCF229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5" name="Rectangle: Rounded Corners 1464">
                  <a:extLst>
                    <a:ext uri="{FF2B5EF4-FFF2-40B4-BE49-F238E27FC236}">
                      <a16:creationId xmlns:a16="http://schemas.microsoft.com/office/drawing/2014/main" id="{5684B06A-04DB-BF08-01A0-7FA61EE3D0C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6" name="Rectangle: Rounded Corners 1465">
                  <a:extLst>
                    <a:ext uri="{FF2B5EF4-FFF2-40B4-BE49-F238E27FC236}">
                      <a16:creationId xmlns:a16="http://schemas.microsoft.com/office/drawing/2014/main" id="{57A8E79B-F57A-E227-86CE-030BA2C5172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7" name="Rectangle: Rounded Corners 1466">
                  <a:extLst>
                    <a:ext uri="{FF2B5EF4-FFF2-40B4-BE49-F238E27FC236}">
                      <a16:creationId xmlns:a16="http://schemas.microsoft.com/office/drawing/2014/main" id="{658C940E-822D-7250-6D2D-9CCF60F17FC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8" name="Rectangle: Rounded Corners 1467">
                  <a:extLst>
                    <a:ext uri="{FF2B5EF4-FFF2-40B4-BE49-F238E27FC236}">
                      <a16:creationId xmlns:a16="http://schemas.microsoft.com/office/drawing/2014/main" id="{904E52B1-39CC-CA4C-78F6-485021848CD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9" name="Rectangle: Rounded Corners 1468">
                  <a:extLst>
                    <a:ext uri="{FF2B5EF4-FFF2-40B4-BE49-F238E27FC236}">
                      <a16:creationId xmlns:a16="http://schemas.microsoft.com/office/drawing/2014/main" id="{D9644322-800A-30A0-59D1-1631690B12B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0" name="Rectangle: Rounded Corners 1469">
                  <a:extLst>
                    <a:ext uri="{FF2B5EF4-FFF2-40B4-BE49-F238E27FC236}">
                      <a16:creationId xmlns:a16="http://schemas.microsoft.com/office/drawing/2014/main" id="{0452ED5F-FDA9-DD43-1538-5A5B07DB0B0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1" name="Rectangle: Rounded Corners 1470">
                  <a:extLst>
                    <a:ext uri="{FF2B5EF4-FFF2-40B4-BE49-F238E27FC236}">
                      <a16:creationId xmlns:a16="http://schemas.microsoft.com/office/drawing/2014/main" id="{68EEA8E2-6ED2-C44B-61E9-753A53E291D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1" name="Group 1340">
              <a:extLst>
                <a:ext uri="{FF2B5EF4-FFF2-40B4-BE49-F238E27FC236}">
                  <a16:creationId xmlns:a16="http://schemas.microsoft.com/office/drawing/2014/main" id="{1E4A06B7-D4CD-2DC8-CC06-B8887BCA59E2}"/>
                </a:ext>
              </a:extLst>
            </p:cNvPr>
            <p:cNvGrpSpPr/>
            <p:nvPr/>
          </p:nvGrpSpPr>
          <p:grpSpPr>
            <a:xfrm>
              <a:off x="13297710" y="4130677"/>
              <a:ext cx="2324893" cy="2055807"/>
              <a:chOff x="3967162" y="4130677"/>
              <a:chExt cx="2324893" cy="2055807"/>
            </a:xfrm>
          </p:grpSpPr>
          <p:sp>
            <p:nvSpPr>
              <p:cNvPr id="1442" name="Rectangle: Rounded Corners 1441">
                <a:extLst>
                  <a:ext uri="{FF2B5EF4-FFF2-40B4-BE49-F238E27FC236}">
                    <a16:creationId xmlns:a16="http://schemas.microsoft.com/office/drawing/2014/main" id="{6F5EEBB9-688C-BF35-486D-0EFD8405A5C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43" name="Group 1442">
                <a:extLst>
                  <a:ext uri="{FF2B5EF4-FFF2-40B4-BE49-F238E27FC236}">
                    <a16:creationId xmlns:a16="http://schemas.microsoft.com/office/drawing/2014/main" id="{02677149-5529-96A2-7C8E-C3B390DDCB0E}"/>
                  </a:ext>
                </a:extLst>
              </p:cNvPr>
              <p:cNvGrpSpPr/>
              <p:nvPr/>
            </p:nvGrpSpPr>
            <p:grpSpPr>
              <a:xfrm>
                <a:off x="3967162" y="4130677"/>
                <a:ext cx="2177954" cy="203200"/>
                <a:chOff x="4411662" y="1266827"/>
                <a:chExt cx="2177954" cy="203200"/>
              </a:xfrm>
              <a:solidFill>
                <a:schemeClr val="tx1"/>
              </a:solidFill>
            </p:grpSpPr>
            <p:sp>
              <p:nvSpPr>
                <p:cNvPr id="1453" name="Rectangle: Rounded Corners 1452">
                  <a:extLst>
                    <a:ext uri="{FF2B5EF4-FFF2-40B4-BE49-F238E27FC236}">
                      <a16:creationId xmlns:a16="http://schemas.microsoft.com/office/drawing/2014/main" id="{D449B243-752C-5D51-25D1-9FA03EA282F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4" name="Rectangle: Rounded Corners 1453">
                  <a:extLst>
                    <a:ext uri="{FF2B5EF4-FFF2-40B4-BE49-F238E27FC236}">
                      <a16:creationId xmlns:a16="http://schemas.microsoft.com/office/drawing/2014/main" id="{62F6584A-D39D-6B82-0C00-DEFFF73C749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5" name="Rectangle: Rounded Corners 1454">
                  <a:extLst>
                    <a:ext uri="{FF2B5EF4-FFF2-40B4-BE49-F238E27FC236}">
                      <a16:creationId xmlns:a16="http://schemas.microsoft.com/office/drawing/2014/main" id="{243E980E-FD14-D3E7-FFB5-DD7C8ED890B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6" name="Rectangle: Rounded Corners 1455">
                  <a:extLst>
                    <a:ext uri="{FF2B5EF4-FFF2-40B4-BE49-F238E27FC236}">
                      <a16:creationId xmlns:a16="http://schemas.microsoft.com/office/drawing/2014/main" id="{0A9475F8-7A9E-591F-0934-D07762A0F43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7" name="Rectangle: Rounded Corners 1456">
                  <a:extLst>
                    <a:ext uri="{FF2B5EF4-FFF2-40B4-BE49-F238E27FC236}">
                      <a16:creationId xmlns:a16="http://schemas.microsoft.com/office/drawing/2014/main" id="{DF45D6DD-A50D-13ED-71F2-F9FB2D38DA1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8" name="Rectangle: Rounded Corners 1457">
                  <a:extLst>
                    <a:ext uri="{FF2B5EF4-FFF2-40B4-BE49-F238E27FC236}">
                      <a16:creationId xmlns:a16="http://schemas.microsoft.com/office/drawing/2014/main" id="{9E8015DC-1901-AD79-7C5E-481800DCA06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9" name="Rectangle: Rounded Corners 1458">
                  <a:extLst>
                    <a:ext uri="{FF2B5EF4-FFF2-40B4-BE49-F238E27FC236}">
                      <a16:creationId xmlns:a16="http://schemas.microsoft.com/office/drawing/2014/main" id="{98394F84-34BF-E613-AC6F-01FB210B016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0" name="Rectangle: Rounded Corners 1459">
                  <a:extLst>
                    <a:ext uri="{FF2B5EF4-FFF2-40B4-BE49-F238E27FC236}">
                      <a16:creationId xmlns:a16="http://schemas.microsoft.com/office/drawing/2014/main" id="{78E90EE1-2518-925E-24D8-DC129BEEC2B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44" name="Group 1443">
                <a:extLst>
                  <a:ext uri="{FF2B5EF4-FFF2-40B4-BE49-F238E27FC236}">
                    <a16:creationId xmlns:a16="http://schemas.microsoft.com/office/drawing/2014/main" id="{46371566-B221-8BCA-4FAA-81C32AFA9D70}"/>
                  </a:ext>
                </a:extLst>
              </p:cNvPr>
              <p:cNvGrpSpPr/>
              <p:nvPr/>
            </p:nvGrpSpPr>
            <p:grpSpPr>
              <a:xfrm>
                <a:off x="3967163" y="5983284"/>
                <a:ext cx="2177954" cy="203200"/>
                <a:chOff x="4411662" y="1266827"/>
                <a:chExt cx="2177954" cy="203200"/>
              </a:xfrm>
              <a:solidFill>
                <a:schemeClr val="tx1"/>
              </a:solidFill>
            </p:grpSpPr>
            <p:sp>
              <p:nvSpPr>
                <p:cNvPr id="1445" name="Rectangle: Rounded Corners 1444">
                  <a:extLst>
                    <a:ext uri="{FF2B5EF4-FFF2-40B4-BE49-F238E27FC236}">
                      <a16:creationId xmlns:a16="http://schemas.microsoft.com/office/drawing/2014/main" id="{4C2E5DC9-2667-EC93-C558-ADDA05EB9BB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6" name="Rectangle: Rounded Corners 1445">
                  <a:extLst>
                    <a:ext uri="{FF2B5EF4-FFF2-40B4-BE49-F238E27FC236}">
                      <a16:creationId xmlns:a16="http://schemas.microsoft.com/office/drawing/2014/main" id="{6C2D64D7-11F3-7BD1-2D96-3BC60985E3E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7" name="Rectangle: Rounded Corners 1446">
                  <a:extLst>
                    <a:ext uri="{FF2B5EF4-FFF2-40B4-BE49-F238E27FC236}">
                      <a16:creationId xmlns:a16="http://schemas.microsoft.com/office/drawing/2014/main" id="{6FAA10CD-A0E9-0359-A961-1C35E6294AC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8" name="Rectangle: Rounded Corners 1447">
                  <a:extLst>
                    <a:ext uri="{FF2B5EF4-FFF2-40B4-BE49-F238E27FC236}">
                      <a16:creationId xmlns:a16="http://schemas.microsoft.com/office/drawing/2014/main" id="{C5ABFB08-05BA-D665-A695-06B60A05936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9" name="Rectangle: Rounded Corners 1448">
                  <a:extLst>
                    <a:ext uri="{FF2B5EF4-FFF2-40B4-BE49-F238E27FC236}">
                      <a16:creationId xmlns:a16="http://schemas.microsoft.com/office/drawing/2014/main" id="{38334469-65AE-C649-31F3-C590ED5DF14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0" name="Rectangle: Rounded Corners 1449">
                  <a:extLst>
                    <a:ext uri="{FF2B5EF4-FFF2-40B4-BE49-F238E27FC236}">
                      <a16:creationId xmlns:a16="http://schemas.microsoft.com/office/drawing/2014/main" id="{3635D4A2-6787-27E8-7E99-562AC591003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1" name="Rectangle: Rounded Corners 1450">
                  <a:extLst>
                    <a:ext uri="{FF2B5EF4-FFF2-40B4-BE49-F238E27FC236}">
                      <a16:creationId xmlns:a16="http://schemas.microsoft.com/office/drawing/2014/main" id="{A92D885D-76B6-F4F1-B190-D9BB1F3F6E6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2" name="Rectangle: Rounded Corners 1451">
                  <a:extLst>
                    <a:ext uri="{FF2B5EF4-FFF2-40B4-BE49-F238E27FC236}">
                      <a16:creationId xmlns:a16="http://schemas.microsoft.com/office/drawing/2014/main" id="{F89C50DE-C7FA-F6D5-C8CD-80CEEF18209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2" name="Group 1341">
              <a:extLst>
                <a:ext uri="{FF2B5EF4-FFF2-40B4-BE49-F238E27FC236}">
                  <a16:creationId xmlns:a16="http://schemas.microsoft.com/office/drawing/2014/main" id="{54C6EC65-49AD-F9A5-9F43-F860A0981275}"/>
                </a:ext>
              </a:extLst>
            </p:cNvPr>
            <p:cNvGrpSpPr/>
            <p:nvPr/>
          </p:nvGrpSpPr>
          <p:grpSpPr>
            <a:xfrm>
              <a:off x="15630347" y="4130677"/>
              <a:ext cx="2324893" cy="2055807"/>
              <a:chOff x="3967162" y="4130677"/>
              <a:chExt cx="2324893" cy="2055807"/>
            </a:xfrm>
          </p:grpSpPr>
          <p:sp>
            <p:nvSpPr>
              <p:cNvPr id="1423" name="Rectangle: Rounded Corners 1422">
                <a:extLst>
                  <a:ext uri="{FF2B5EF4-FFF2-40B4-BE49-F238E27FC236}">
                    <a16:creationId xmlns:a16="http://schemas.microsoft.com/office/drawing/2014/main" id="{01202602-B748-21B2-DCFE-1DA1623719E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24" name="Group 1423">
                <a:extLst>
                  <a:ext uri="{FF2B5EF4-FFF2-40B4-BE49-F238E27FC236}">
                    <a16:creationId xmlns:a16="http://schemas.microsoft.com/office/drawing/2014/main" id="{17DFE8AA-1D6C-91C3-7524-45121CE9D8BE}"/>
                  </a:ext>
                </a:extLst>
              </p:cNvPr>
              <p:cNvGrpSpPr/>
              <p:nvPr/>
            </p:nvGrpSpPr>
            <p:grpSpPr>
              <a:xfrm>
                <a:off x="3967162" y="4130677"/>
                <a:ext cx="2177954" cy="203200"/>
                <a:chOff x="4411662" y="1266827"/>
                <a:chExt cx="2177954" cy="203200"/>
              </a:xfrm>
              <a:solidFill>
                <a:schemeClr val="tx1"/>
              </a:solidFill>
            </p:grpSpPr>
            <p:sp>
              <p:nvSpPr>
                <p:cNvPr id="1434" name="Rectangle: Rounded Corners 1433">
                  <a:extLst>
                    <a:ext uri="{FF2B5EF4-FFF2-40B4-BE49-F238E27FC236}">
                      <a16:creationId xmlns:a16="http://schemas.microsoft.com/office/drawing/2014/main" id="{CC860F04-7514-0522-CC81-7E2EC130780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5" name="Rectangle: Rounded Corners 1434">
                  <a:extLst>
                    <a:ext uri="{FF2B5EF4-FFF2-40B4-BE49-F238E27FC236}">
                      <a16:creationId xmlns:a16="http://schemas.microsoft.com/office/drawing/2014/main" id="{C5715303-A07D-A484-4432-32249867046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6" name="Rectangle: Rounded Corners 1435">
                  <a:extLst>
                    <a:ext uri="{FF2B5EF4-FFF2-40B4-BE49-F238E27FC236}">
                      <a16:creationId xmlns:a16="http://schemas.microsoft.com/office/drawing/2014/main" id="{89472206-AAAA-5F8C-12D6-789512B2227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7" name="Rectangle: Rounded Corners 1436">
                  <a:extLst>
                    <a:ext uri="{FF2B5EF4-FFF2-40B4-BE49-F238E27FC236}">
                      <a16:creationId xmlns:a16="http://schemas.microsoft.com/office/drawing/2014/main" id="{BE9A45CE-C842-61CA-3C94-6FC694EA439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8" name="Rectangle: Rounded Corners 1437">
                  <a:extLst>
                    <a:ext uri="{FF2B5EF4-FFF2-40B4-BE49-F238E27FC236}">
                      <a16:creationId xmlns:a16="http://schemas.microsoft.com/office/drawing/2014/main" id="{8E3A18EA-2F73-8E4F-28B4-966FCC7A43B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9" name="Rectangle: Rounded Corners 1438">
                  <a:extLst>
                    <a:ext uri="{FF2B5EF4-FFF2-40B4-BE49-F238E27FC236}">
                      <a16:creationId xmlns:a16="http://schemas.microsoft.com/office/drawing/2014/main" id="{35C5A75A-ED08-42F1-FA32-C0982B49746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0" name="Rectangle: Rounded Corners 1439">
                  <a:extLst>
                    <a:ext uri="{FF2B5EF4-FFF2-40B4-BE49-F238E27FC236}">
                      <a16:creationId xmlns:a16="http://schemas.microsoft.com/office/drawing/2014/main" id="{76D3BF44-2F0F-6F40-6629-6F1D987CFDB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1" name="Rectangle: Rounded Corners 1440">
                  <a:extLst>
                    <a:ext uri="{FF2B5EF4-FFF2-40B4-BE49-F238E27FC236}">
                      <a16:creationId xmlns:a16="http://schemas.microsoft.com/office/drawing/2014/main" id="{6F70CE61-7E1B-5D88-76D8-1314D4D42CD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25" name="Group 1424">
                <a:extLst>
                  <a:ext uri="{FF2B5EF4-FFF2-40B4-BE49-F238E27FC236}">
                    <a16:creationId xmlns:a16="http://schemas.microsoft.com/office/drawing/2014/main" id="{DB6AA502-28BB-4609-331F-27B5876BC2C0}"/>
                  </a:ext>
                </a:extLst>
              </p:cNvPr>
              <p:cNvGrpSpPr/>
              <p:nvPr/>
            </p:nvGrpSpPr>
            <p:grpSpPr>
              <a:xfrm>
                <a:off x="3967163" y="5983284"/>
                <a:ext cx="2177954" cy="203200"/>
                <a:chOff x="4411662" y="1266827"/>
                <a:chExt cx="2177954" cy="203200"/>
              </a:xfrm>
              <a:solidFill>
                <a:schemeClr val="tx1"/>
              </a:solidFill>
            </p:grpSpPr>
            <p:sp>
              <p:nvSpPr>
                <p:cNvPr id="1426" name="Rectangle: Rounded Corners 1425">
                  <a:extLst>
                    <a:ext uri="{FF2B5EF4-FFF2-40B4-BE49-F238E27FC236}">
                      <a16:creationId xmlns:a16="http://schemas.microsoft.com/office/drawing/2014/main" id="{2E7D7491-2591-EB54-4EEB-7B965EA3CE3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7" name="Rectangle: Rounded Corners 1426">
                  <a:extLst>
                    <a:ext uri="{FF2B5EF4-FFF2-40B4-BE49-F238E27FC236}">
                      <a16:creationId xmlns:a16="http://schemas.microsoft.com/office/drawing/2014/main" id="{522E520A-8D54-E9B2-B356-D4766D7F5AA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8" name="Rectangle: Rounded Corners 1427">
                  <a:extLst>
                    <a:ext uri="{FF2B5EF4-FFF2-40B4-BE49-F238E27FC236}">
                      <a16:creationId xmlns:a16="http://schemas.microsoft.com/office/drawing/2014/main" id="{C02694FA-7A36-FD1F-3232-DD978387DE8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9" name="Rectangle: Rounded Corners 1428">
                  <a:extLst>
                    <a:ext uri="{FF2B5EF4-FFF2-40B4-BE49-F238E27FC236}">
                      <a16:creationId xmlns:a16="http://schemas.microsoft.com/office/drawing/2014/main" id="{B45179C5-D77C-F56B-0B89-565BE2824F2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0" name="Rectangle: Rounded Corners 1429">
                  <a:extLst>
                    <a:ext uri="{FF2B5EF4-FFF2-40B4-BE49-F238E27FC236}">
                      <a16:creationId xmlns:a16="http://schemas.microsoft.com/office/drawing/2014/main" id="{CC108EEA-77CD-1E3E-8065-6FB091601AA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1" name="Rectangle: Rounded Corners 1430">
                  <a:extLst>
                    <a:ext uri="{FF2B5EF4-FFF2-40B4-BE49-F238E27FC236}">
                      <a16:creationId xmlns:a16="http://schemas.microsoft.com/office/drawing/2014/main" id="{AD28EE83-D4EB-FA75-7C90-F7F35EEA56C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2" name="Rectangle: Rounded Corners 1431">
                  <a:extLst>
                    <a:ext uri="{FF2B5EF4-FFF2-40B4-BE49-F238E27FC236}">
                      <a16:creationId xmlns:a16="http://schemas.microsoft.com/office/drawing/2014/main" id="{F8399A08-0222-9471-D2CF-9AE0A76BE42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3" name="Rectangle: Rounded Corners 1432">
                  <a:extLst>
                    <a:ext uri="{FF2B5EF4-FFF2-40B4-BE49-F238E27FC236}">
                      <a16:creationId xmlns:a16="http://schemas.microsoft.com/office/drawing/2014/main" id="{FCB7A715-421C-B19F-25E6-CD939261985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3" name="Group 1342">
              <a:extLst>
                <a:ext uri="{FF2B5EF4-FFF2-40B4-BE49-F238E27FC236}">
                  <a16:creationId xmlns:a16="http://schemas.microsoft.com/office/drawing/2014/main" id="{5EA2E1F3-63ED-93A7-97CF-A73E78D8E0FB}"/>
                </a:ext>
              </a:extLst>
            </p:cNvPr>
            <p:cNvGrpSpPr/>
            <p:nvPr/>
          </p:nvGrpSpPr>
          <p:grpSpPr>
            <a:xfrm>
              <a:off x="17962984" y="4130677"/>
              <a:ext cx="2324893" cy="2055807"/>
              <a:chOff x="3967162" y="4130677"/>
              <a:chExt cx="2324893" cy="2055807"/>
            </a:xfrm>
          </p:grpSpPr>
          <p:sp>
            <p:nvSpPr>
              <p:cNvPr id="1404" name="Rectangle: Rounded Corners 1403">
                <a:extLst>
                  <a:ext uri="{FF2B5EF4-FFF2-40B4-BE49-F238E27FC236}">
                    <a16:creationId xmlns:a16="http://schemas.microsoft.com/office/drawing/2014/main" id="{73CCE667-F20C-FCD0-EDD8-5361A97846D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05" name="Group 1404">
                <a:extLst>
                  <a:ext uri="{FF2B5EF4-FFF2-40B4-BE49-F238E27FC236}">
                    <a16:creationId xmlns:a16="http://schemas.microsoft.com/office/drawing/2014/main" id="{8BE2B8CB-D5C3-99BD-7CA6-07542F62E185}"/>
                  </a:ext>
                </a:extLst>
              </p:cNvPr>
              <p:cNvGrpSpPr/>
              <p:nvPr/>
            </p:nvGrpSpPr>
            <p:grpSpPr>
              <a:xfrm>
                <a:off x="3967162" y="4130677"/>
                <a:ext cx="2177954" cy="203200"/>
                <a:chOff x="4411662" y="1266827"/>
                <a:chExt cx="2177954" cy="203200"/>
              </a:xfrm>
              <a:solidFill>
                <a:schemeClr val="tx1"/>
              </a:solidFill>
            </p:grpSpPr>
            <p:sp>
              <p:nvSpPr>
                <p:cNvPr id="1415" name="Rectangle: Rounded Corners 1414">
                  <a:extLst>
                    <a:ext uri="{FF2B5EF4-FFF2-40B4-BE49-F238E27FC236}">
                      <a16:creationId xmlns:a16="http://schemas.microsoft.com/office/drawing/2014/main" id="{BDBBB820-E1E8-BB88-FC7D-74C89E71573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6" name="Rectangle: Rounded Corners 1415">
                  <a:extLst>
                    <a:ext uri="{FF2B5EF4-FFF2-40B4-BE49-F238E27FC236}">
                      <a16:creationId xmlns:a16="http://schemas.microsoft.com/office/drawing/2014/main" id="{DE86FF1B-4EED-863C-ACF3-2ADBD274474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7" name="Rectangle: Rounded Corners 1416">
                  <a:extLst>
                    <a:ext uri="{FF2B5EF4-FFF2-40B4-BE49-F238E27FC236}">
                      <a16:creationId xmlns:a16="http://schemas.microsoft.com/office/drawing/2014/main" id="{C4975830-FBE5-3DC6-8336-6CA13A8F11A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8" name="Rectangle: Rounded Corners 1417">
                  <a:extLst>
                    <a:ext uri="{FF2B5EF4-FFF2-40B4-BE49-F238E27FC236}">
                      <a16:creationId xmlns:a16="http://schemas.microsoft.com/office/drawing/2014/main" id="{7E34EB79-08E8-11EE-63DC-EEF265796B1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9" name="Rectangle: Rounded Corners 1418">
                  <a:extLst>
                    <a:ext uri="{FF2B5EF4-FFF2-40B4-BE49-F238E27FC236}">
                      <a16:creationId xmlns:a16="http://schemas.microsoft.com/office/drawing/2014/main" id="{37C3DB91-A399-FC33-C531-74A52D6EDA4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0" name="Rectangle: Rounded Corners 1419">
                  <a:extLst>
                    <a:ext uri="{FF2B5EF4-FFF2-40B4-BE49-F238E27FC236}">
                      <a16:creationId xmlns:a16="http://schemas.microsoft.com/office/drawing/2014/main" id="{8327E08F-EE25-46C1-937E-DCD20D930DE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1" name="Rectangle: Rounded Corners 1420">
                  <a:extLst>
                    <a:ext uri="{FF2B5EF4-FFF2-40B4-BE49-F238E27FC236}">
                      <a16:creationId xmlns:a16="http://schemas.microsoft.com/office/drawing/2014/main" id="{8565C71A-E40E-A462-7953-3D180A742BF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2" name="Rectangle: Rounded Corners 1421">
                  <a:extLst>
                    <a:ext uri="{FF2B5EF4-FFF2-40B4-BE49-F238E27FC236}">
                      <a16:creationId xmlns:a16="http://schemas.microsoft.com/office/drawing/2014/main" id="{5A10F01F-939D-792D-AB9A-F6AF7A16839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06" name="Group 1405">
                <a:extLst>
                  <a:ext uri="{FF2B5EF4-FFF2-40B4-BE49-F238E27FC236}">
                    <a16:creationId xmlns:a16="http://schemas.microsoft.com/office/drawing/2014/main" id="{8EF2969B-5C9D-F1CD-D4F4-D33E93B5B02A}"/>
                  </a:ext>
                </a:extLst>
              </p:cNvPr>
              <p:cNvGrpSpPr/>
              <p:nvPr/>
            </p:nvGrpSpPr>
            <p:grpSpPr>
              <a:xfrm>
                <a:off x="3967163" y="5983284"/>
                <a:ext cx="2177954" cy="203200"/>
                <a:chOff x="4411662" y="1266827"/>
                <a:chExt cx="2177954" cy="203200"/>
              </a:xfrm>
              <a:solidFill>
                <a:schemeClr val="tx1"/>
              </a:solidFill>
            </p:grpSpPr>
            <p:sp>
              <p:nvSpPr>
                <p:cNvPr id="1407" name="Rectangle: Rounded Corners 1406">
                  <a:extLst>
                    <a:ext uri="{FF2B5EF4-FFF2-40B4-BE49-F238E27FC236}">
                      <a16:creationId xmlns:a16="http://schemas.microsoft.com/office/drawing/2014/main" id="{9659F972-00B7-088D-E09B-9F54CF4BBCB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8" name="Rectangle: Rounded Corners 1407">
                  <a:extLst>
                    <a:ext uri="{FF2B5EF4-FFF2-40B4-BE49-F238E27FC236}">
                      <a16:creationId xmlns:a16="http://schemas.microsoft.com/office/drawing/2014/main" id="{EA913C0A-77C3-B9C7-F4E6-57931019966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9" name="Rectangle: Rounded Corners 1408">
                  <a:extLst>
                    <a:ext uri="{FF2B5EF4-FFF2-40B4-BE49-F238E27FC236}">
                      <a16:creationId xmlns:a16="http://schemas.microsoft.com/office/drawing/2014/main" id="{15BA52A8-4C62-1B93-6269-5E97A53D6D8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0" name="Rectangle: Rounded Corners 1409">
                  <a:extLst>
                    <a:ext uri="{FF2B5EF4-FFF2-40B4-BE49-F238E27FC236}">
                      <a16:creationId xmlns:a16="http://schemas.microsoft.com/office/drawing/2014/main" id="{691C9512-FA2C-20A1-0871-3D661B040CA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1" name="Rectangle: Rounded Corners 1410">
                  <a:extLst>
                    <a:ext uri="{FF2B5EF4-FFF2-40B4-BE49-F238E27FC236}">
                      <a16:creationId xmlns:a16="http://schemas.microsoft.com/office/drawing/2014/main" id="{8E820E84-3B5D-7C74-E9DC-0F901C03A23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2" name="Rectangle: Rounded Corners 1411">
                  <a:extLst>
                    <a:ext uri="{FF2B5EF4-FFF2-40B4-BE49-F238E27FC236}">
                      <a16:creationId xmlns:a16="http://schemas.microsoft.com/office/drawing/2014/main" id="{7B066DA7-29D6-19E8-F1EC-B4173249431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3" name="Rectangle: Rounded Corners 1412">
                  <a:extLst>
                    <a:ext uri="{FF2B5EF4-FFF2-40B4-BE49-F238E27FC236}">
                      <a16:creationId xmlns:a16="http://schemas.microsoft.com/office/drawing/2014/main" id="{B92D4069-87C0-EA2C-1243-3CB29B2F949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4" name="Rectangle: Rounded Corners 1413">
                  <a:extLst>
                    <a:ext uri="{FF2B5EF4-FFF2-40B4-BE49-F238E27FC236}">
                      <a16:creationId xmlns:a16="http://schemas.microsoft.com/office/drawing/2014/main" id="{DEDE7CD6-BD67-311F-53C7-6DC4F890F61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4" name="Group 1343">
              <a:extLst>
                <a:ext uri="{FF2B5EF4-FFF2-40B4-BE49-F238E27FC236}">
                  <a16:creationId xmlns:a16="http://schemas.microsoft.com/office/drawing/2014/main" id="{5246B873-39F8-7B8C-9E91-45A26D901175}"/>
                </a:ext>
              </a:extLst>
            </p:cNvPr>
            <p:cNvGrpSpPr/>
            <p:nvPr/>
          </p:nvGrpSpPr>
          <p:grpSpPr>
            <a:xfrm>
              <a:off x="20295621" y="4130677"/>
              <a:ext cx="2324893" cy="2055807"/>
              <a:chOff x="3967162" y="4130677"/>
              <a:chExt cx="2324893" cy="2055807"/>
            </a:xfrm>
          </p:grpSpPr>
          <p:sp>
            <p:nvSpPr>
              <p:cNvPr id="1385" name="Rectangle: Rounded Corners 1384">
                <a:extLst>
                  <a:ext uri="{FF2B5EF4-FFF2-40B4-BE49-F238E27FC236}">
                    <a16:creationId xmlns:a16="http://schemas.microsoft.com/office/drawing/2014/main" id="{E6589B6F-3212-F12E-3996-E7CDD62CD67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86" name="Group 1385">
                <a:extLst>
                  <a:ext uri="{FF2B5EF4-FFF2-40B4-BE49-F238E27FC236}">
                    <a16:creationId xmlns:a16="http://schemas.microsoft.com/office/drawing/2014/main" id="{875B49CF-116F-CE78-4E6E-E69571586324}"/>
                  </a:ext>
                </a:extLst>
              </p:cNvPr>
              <p:cNvGrpSpPr/>
              <p:nvPr/>
            </p:nvGrpSpPr>
            <p:grpSpPr>
              <a:xfrm>
                <a:off x="3967162" y="4130677"/>
                <a:ext cx="2177954" cy="203200"/>
                <a:chOff x="4411662" y="1266827"/>
                <a:chExt cx="2177954" cy="203200"/>
              </a:xfrm>
              <a:solidFill>
                <a:schemeClr val="tx1"/>
              </a:solidFill>
            </p:grpSpPr>
            <p:sp>
              <p:nvSpPr>
                <p:cNvPr id="1396" name="Rectangle: Rounded Corners 1395">
                  <a:extLst>
                    <a:ext uri="{FF2B5EF4-FFF2-40B4-BE49-F238E27FC236}">
                      <a16:creationId xmlns:a16="http://schemas.microsoft.com/office/drawing/2014/main" id="{6F0E4BF3-3285-DB80-D5D4-53FA8D89BF2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7" name="Rectangle: Rounded Corners 1396">
                  <a:extLst>
                    <a:ext uri="{FF2B5EF4-FFF2-40B4-BE49-F238E27FC236}">
                      <a16:creationId xmlns:a16="http://schemas.microsoft.com/office/drawing/2014/main" id="{CBD6CFAA-3DB7-7D5D-DF03-743632CF592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8" name="Rectangle: Rounded Corners 1397">
                  <a:extLst>
                    <a:ext uri="{FF2B5EF4-FFF2-40B4-BE49-F238E27FC236}">
                      <a16:creationId xmlns:a16="http://schemas.microsoft.com/office/drawing/2014/main" id="{289C88AF-1626-3683-CBC0-D3E6DEF4CCC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9" name="Rectangle: Rounded Corners 1398">
                  <a:extLst>
                    <a:ext uri="{FF2B5EF4-FFF2-40B4-BE49-F238E27FC236}">
                      <a16:creationId xmlns:a16="http://schemas.microsoft.com/office/drawing/2014/main" id="{768D038B-3D49-3AD7-D01B-09265C3748F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0" name="Rectangle: Rounded Corners 1399">
                  <a:extLst>
                    <a:ext uri="{FF2B5EF4-FFF2-40B4-BE49-F238E27FC236}">
                      <a16:creationId xmlns:a16="http://schemas.microsoft.com/office/drawing/2014/main" id="{254D36E1-5CA2-A62E-8845-31A690AB327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1" name="Rectangle: Rounded Corners 1400">
                  <a:extLst>
                    <a:ext uri="{FF2B5EF4-FFF2-40B4-BE49-F238E27FC236}">
                      <a16:creationId xmlns:a16="http://schemas.microsoft.com/office/drawing/2014/main" id="{61239FBC-E087-11AF-CC7C-7EEE5617831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2" name="Rectangle: Rounded Corners 1401">
                  <a:extLst>
                    <a:ext uri="{FF2B5EF4-FFF2-40B4-BE49-F238E27FC236}">
                      <a16:creationId xmlns:a16="http://schemas.microsoft.com/office/drawing/2014/main" id="{60BD1978-EE65-677F-2BF3-4F2E21360AD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3" name="Rectangle: Rounded Corners 1402">
                  <a:extLst>
                    <a:ext uri="{FF2B5EF4-FFF2-40B4-BE49-F238E27FC236}">
                      <a16:creationId xmlns:a16="http://schemas.microsoft.com/office/drawing/2014/main" id="{860A6FFC-5B1B-8426-81EF-65E89AE2919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87" name="Group 1386">
                <a:extLst>
                  <a:ext uri="{FF2B5EF4-FFF2-40B4-BE49-F238E27FC236}">
                    <a16:creationId xmlns:a16="http://schemas.microsoft.com/office/drawing/2014/main" id="{1E306A9E-D202-C042-6DB1-FEB6C023761E}"/>
                  </a:ext>
                </a:extLst>
              </p:cNvPr>
              <p:cNvGrpSpPr/>
              <p:nvPr/>
            </p:nvGrpSpPr>
            <p:grpSpPr>
              <a:xfrm>
                <a:off x="3967163" y="5983284"/>
                <a:ext cx="2177954" cy="203200"/>
                <a:chOff x="4411662" y="1266827"/>
                <a:chExt cx="2177954" cy="203200"/>
              </a:xfrm>
              <a:solidFill>
                <a:schemeClr val="tx1"/>
              </a:solidFill>
            </p:grpSpPr>
            <p:sp>
              <p:nvSpPr>
                <p:cNvPr id="1388" name="Rectangle: Rounded Corners 1387">
                  <a:extLst>
                    <a:ext uri="{FF2B5EF4-FFF2-40B4-BE49-F238E27FC236}">
                      <a16:creationId xmlns:a16="http://schemas.microsoft.com/office/drawing/2014/main" id="{82CE0C32-0F97-DB60-37B3-B0BC7782CDC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9" name="Rectangle: Rounded Corners 1388">
                  <a:extLst>
                    <a:ext uri="{FF2B5EF4-FFF2-40B4-BE49-F238E27FC236}">
                      <a16:creationId xmlns:a16="http://schemas.microsoft.com/office/drawing/2014/main" id="{4A0F769E-B5EB-8CEA-42BF-CE1770DB2F1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0" name="Rectangle: Rounded Corners 1389">
                  <a:extLst>
                    <a:ext uri="{FF2B5EF4-FFF2-40B4-BE49-F238E27FC236}">
                      <a16:creationId xmlns:a16="http://schemas.microsoft.com/office/drawing/2014/main" id="{620F5E2B-62A9-FE25-ED3C-F5BD6BFD9F9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1" name="Rectangle: Rounded Corners 1390">
                  <a:extLst>
                    <a:ext uri="{FF2B5EF4-FFF2-40B4-BE49-F238E27FC236}">
                      <a16:creationId xmlns:a16="http://schemas.microsoft.com/office/drawing/2014/main" id="{AED5F0B0-2EEB-67FE-8481-ADEE982456D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2" name="Rectangle: Rounded Corners 1391">
                  <a:extLst>
                    <a:ext uri="{FF2B5EF4-FFF2-40B4-BE49-F238E27FC236}">
                      <a16:creationId xmlns:a16="http://schemas.microsoft.com/office/drawing/2014/main" id="{2EC248C9-E59F-4583-6BE3-8F6F0C84CC1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3" name="Rectangle: Rounded Corners 1392">
                  <a:extLst>
                    <a:ext uri="{FF2B5EF4-FFF2-40B4-BE49-F238E27FC236}">
                      <a16:creationId xmlns:a16="http://schemas.microsoft.com/office/drawing/2014/main" id="{6AFB05AC-92DF-774A-F87E-3BE4A2A2932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4" name="Rectangle: Rounded Corners 1393">
                  <a:extLst>
                    <a:ext uri="{FF2B5EF4-FFF2-40B4-BE49-F238E27FC236}">
                      <a16:creationId xmlns:a16="http://schemas.microsoft.com/office/drawing/2014/main" id="{CD6A895B-4AA2-9309-5F60-B183AD11183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5" name="Rectangle: Rounded Corners 1394">
                  <a:extLst>
                    <a:ext uri="{FF2B5EF4-FFF2-40B4-BE49-F238E27FC236}">
                      <a16:creationId xmlns:a16="http://schemas.microsoft.com/office/drawing/2014/main" id="{138F5A55-806D-A781-F8BC-2E6AB76282F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5" name="Group 1344">
              <a:extLst>
                <a:ext uri="{FF2B5EF4-FFF2-40B4-BE49-F238E27FC236}">
                  <a16:creationId xmlns:a16="http://schemas.microsoft.com/office/drawing/2014/main" id="{93DB69BD-D2CE-ABA4-B462-3537CBFD4B87}"/>
                </a:ext>
              </a:extLst>
            </p:cNvPr>
            <p:cNvGrpSpPr/>
            <p:nvPr/>
          </p:nvGrpSpPr>
          <p:grpSpPr>
            <a:xfrm>
              <a:off x="22628258" y="4130677"/>
              <a:ext cx="2324893" cy="2055807"/>
              <a:chOff x="3967162" y="4130677"/>
              <a:chExt cx="2324893" cy="2055807"/>
            </a:xfrm>
          </p:grpSpPr>
          <p:sp>
            <p:nvSpPr>
              <p:cNvPr id="1366" name="Rectangle: Rounded Corners 1365">
                <a:extLst>
                  <a:ext uri="{FF2B5EF4-FFF2-40B4-BE49-F238E27FC236}">
                    <a16:creationId xmlns:a16="http://schemas.microsoft.com/office/drawing/2014/main" id="{DE69EAA8-3BC7-2170-2A06-82855BA4E6A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67" name="Group 1366">
                <a:extLst>
                  <a:ext uri="{FF2B5EF4-FFF2-40B4-BE49-F238E27FC236}">
                    <a16:creationId xmlns:a16="http://schemas.microsoft.com/office/drawing/2014/main" id="{77070FA2-9C03-BC35-28E6-F334BD5554BA}"/>
                  </a:ext>
                </a:extLst>
              </p:cNvPr>
              <p:cNvGrpSpPr/>
              <p:nvPr/>
            </p:nvGrpSpPr>
            <p:grpSpPr>
              <a:xfrm>
                <a:off x="3967162" y="4130677"/>
                <a:ext cx="2177954" cy="203200"/>
                <a:chOff x="4411662" y="1266827"/>
                <a:chExt cx="2177954" cy="203200"/>
              </a:xfrm>
              <a:solidFill>
                <a:schemeClr val="tx1"/>
              </a:solidFill>
            </p:grpSpPr>
            <p:sp>
              <p:nvSpPr>
                <p:cNvPr id="1377" name="Rectangle: Rounded Corners 1376">
                  <a:extLst>
                    <a:ext uri="{FF2B5EF4-FFF2-40B4-BE49-F238E27FC236}">
                      <a16:creationId xmlns:a16="http://schemas.microsoft.com/office/drawing/2014/main" id="{5CE51CFB-9924-CDEA-835B-93BA38A28E7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8" name="Rectangle: Rounded Corners 1377">
                  <a:extLst>
                    <a:ext uri="{FF2B5EF4-FFF2-40B4-BE49-F238E27FC236}">
                      <a16:creationId xmlns:a16="http://schemas.microsoft.com/office/drawing/2014/main" id="{70DCEF5F-BF07-68A0-1570-F0B5171F6A1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9" name="Rectangle: Rounded Corners 1378">
                  <a:extLst>
                    <a:ext uri="{FF2B5EF4-FFF2-40B4-BE49-F238E27FC236}">
                      <a16:creationId xmlns:a16="http://schemas.microsoft.com/office/drawing/2014/main" id="{676734A9-7D12-A885-9C0A-FF70F08C738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0" name="Rectangle: Rounded Corners 1379">
                  <a:extLst>
                    <a:ext uri="{FF2B5EF4-FFF2-40B4-BE49-F238E27FC236}">
                      <a16:creationId xmlns:a16="http://schemas.microsoft.com/office/drawing/2014/main" id="{CF5C49D9-6954-62A8-299F-8DD08C377D2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1" name="Rectangle: Rounded Corners 1380">
                  <a:extLst>
                    <a:ext uri="{FF2B5EF4-FFF2-40B4-BE49-F238E27FC236}">
                      <a16:creationId xmlns:a16="http://schemas.microsoft.com/office/drawing/2014/main" id="{0D8B5D53-04C9-EC86-A443-7E48906D88D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2" name="Rectangle: Rounded Corners 1381">
                  <a:extLst>
                    <a:ext uri="{FF2B5EF4-FFF2-40B4-BE49-F238E27FC236}">
                      <a16:creationId xmlns:a16="http://schemas.microsoft.com/office/drawing/2014/main" id="{6E335F95-D9F2-ED9D-BA1C-E0DAEBAF81A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3" name="Rectangle: Rounded Corners 1382">
                  <a:extLst>
                    <a:ext uri="{FF2B5EF4-FFF2-40B4-BE49-F238E27FC236}">
                      <a16:creationId xmlns:a16="http://schemas.microsoft.com/office/drawing/2014/main" id="{A625F19A-0EA8-0FA6-1BA8-9436A013144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4" name="Rectangle: Rounded Corners 1383">
                  <a:extLst>
                    <a:ext uri="{FF2B5EF4-FFF2-40B4-BE49-F238E27FC236}">
                      <a16:creationId xmlns:a16="http://schemas.microsoft.com/office/drawing/2014/main" id="{FA000F71-1373-E32C-DC16-28977A476D6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68" name="Group 1367">
                <a:extLst>
                  <a:ext uri="{FF2B5EF4-FFF2-40B4-BE49-F238E27FC236}">
                    <a16:creationId xmlns:a16="http://schemas.microsoft.com/office/drawing/2014/main" id="{1FFB5162-2337-BD4E-6E9A-E378227AAF41}"/>
                  </a:ext>
                </a:extLst>
              </p:cNvPr>
              <p:cNvGrpSpPr/>
              <p:nvPr/>
            </p:nvGrpSpPr>
            <p:grpSpPr>
              <a:xfrm>
                <a:off x="3967163" y="5983284"/>
                <a:ext cx="2177954" cy="203200"/>
                <a:chOff x="4411662" y="1266827"/>
                <a:chExt cx="2177954" cy="203200"/>
              </a:xfrm>
              <a:solidFill>
                <a:schemeClr val="tx1"/>
              </a:solidFill>
            </p:grpSpPr>
            <p:sp>
              <p:nvSpPr>
                <p:cNvPr id="1369" name="Rectangle: Rounded Corners 1368">
                  <a:extLst>
                    <a:ext uri="{FF2B5EF4-FFF2-40B4-BE49-F238E27FC236}">
                      <a16:creationId xmlns:a16="http://schemas.microsoft.com/office/drawing/2014/main" id="{3B44D615-FB08-6F94-8203-EFBA33246C7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0" name="Rectangle: Rounded Corners 1369">
                  <a:extLst>
                    <a:ext uri="{FF2B5EF4-FFF2-40B4-BE49-F238E27FC236}">
                      <a16:creationId xmlns:a16="http://schemas.microsoft.com/office/drawing/2014/main" id="{D8A867AE-D173-C29E-9B1C-992A47014C3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1" name="Rectangle: Rounded Corners 1370">
                  <a:extLst>
                    <a:ext uri="{FF2B5EF4-FFF2-40B4-BE49-F238E27FC236}">
                      <a16:creationId xmlns:a16="http://schemas.microsoft.com/office/drawing/2014/main" id="{BB857D55-79CC-0F5F-70D8-46080348DCA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2" name="Rectangle: Rounded Corners 1371">
                  <a:extLst>
                    <a:ext uri="{FF2B5EF4-FFF2-40B4-BE49-F238E27FC236}">
                      <a16:creationId xmlns:a16="http://schemas.microsoft.com/office/drawing/2014/main" id="{3E33F74F-055B-EFA2-8E59-1553B36E682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3" name="Rectangle: Rounded Corners 1372">
                  <a:extLst>
                    <a:ext uri="{FF2B5EF4-FFF2-40B4-BE49-F238E27FC236}">
                      <a16:creationId xmlns:a16="http://schemas.microsoft.com/office/drawing/2014/main" id="{82418F88-88BD-0C9A-4EB7-C7084D5F742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4" name="Rectangle: Rounded Corners 1373">
                  <a:extLst>
                    <a:ext uri="{FF2B5EF4-FFF2-40B4-BE49-F238E27FC236}">
                      <a16:creationId xmlns:a16="http://schemas.microsoft.com/office/drawing/2014/main" id="{F02D20CD-0FFC-0A04-361D-DF7EA65CC16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5" name="Rectangle: Rounded Corners 1374">
                  <a:extLst>
                    <a:ext uri="{FF2B5EF4-FFF2-40B4-BE49-F238E27FC236}">
                      <a16:creationId xmlns:a16="http://schemas.microsoft.com/office/drawing/2014/main" id="{0307416B-58B7-2FCA-11A5-06C28987266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6" name="Rectangle: Rounded Corners 1375">
                  <a:extLst>
                    <a:ext uri="{FF2B5EF4-FFF2-40B4-BE49-F238E27FC236}">
                      <a16:creationId xmlns:a16="http://schemas.microsoft.com/office/drawing/2014/main" id="{C150C44D-D6B7-3450-34EB-A45E8CCC5AB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6" name="Group 1345">
              <a:extLst>
                <a:ext uri="{FF2B5EF4-FFF2-40B4-BE49-F238E27FC236}">
                  <a16:creationId xmlns:a16="http://schemas.microsoft.com/office/drawing/2014/main" id="{5055A9DE-80A5-4A8F-274C-77BBE533AC0A}"/>
                </a:ext>
              </a:extLst>
            </p:cNvPr>
            <p:cNvGrpSpPr/>
            <p:nvPr/>
          </p:nvGrpSpPr>
          <p:grpSpPr>
            <a:xfrm>
              <a:off x="24960895" y="4130677"/>
              <a:ext cx="2324893" cy="2055807"/>
              <a:chOff x="3967162" y="4130677"/>
              <a:chExt cx="2324893" cy="2055807"/>
            </a:xfrm>
          </p:grpSpPr>
          <p:sp>
            <p:nvSpPr>
              <p:cNvPr id="1347" name="Rectangle: Rounded Corners 1346">
                <a:extLst>
                  <a:ext uri="{FF2B5EF4-FFF2-40B4-BE49-F238E27FC236}">
                    <a16:creationId xmlns:a16="http://schemas.microsoft.com/office/drawing/2014/main" id="{EAE0A449-8709-FC2F-FD61-F3F10E67EB3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48" name="Group 1347">
                <a:extLst>
                  <a:ext uri="{FF2B5EF4-FFF2-40B4-BE49-F238E27FC236}">
                    <a16:creationId xmlns:a16="http://schemas.microsoft.com/office/drawing/2014/main" id="{9E1F7551-806D-117D-B0F2-E2F11142DCC3}"/>
                  </a:ext>
                </a:extLst>
              </p:cNvPr>
              <p:cNvGrpSpPr/>
              <p:nvPr/>
            </p:nvGrpSpPr>
            <p:grpSpPr>
              <a:xfrm>
                <a:off x="3967162" y="4130677"/>
                <a:ext cx="2177954" cy="203200"/>
                <a:chOff x="4411662" y="1266827"/>
                <a:chExt cx="2177954" cy="203200"/>
              </a:xfrm>
              <a:solidFill>
                <a:schemeClr val="tx1"/>
              </a:solidFill>
            </p:grpSpPr>
            <p:sp>
              <p:nvSpPr>
                <p:cNvPr id="1358" name="Rectangle: Rounded Corners 1357">
                  <a:extLst>
                    <a:ext uri="{FF2B5EF4-FFF2-40B4-BE49-F238E27FC236}">
                      <a16:creationId xmlns:a16="http://schemas.microsoft.com/office/drawing/2014/main" id="{A98F44D7-47EA-845C-21D6-1E2E19E49FB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9" name="Rectangle: Rounded Corners 1358">
                  <a:extLst>
                    <a:ext uri="{FF2B5EF4-FFF2-40B4-BE49-F238E27FC236}">
                      <a16:creationId xmlns:a16="http://schemas.microsoft.com/office/drawing/2014/main" id="{94EFC7DC-790B-5FDB-2557-B239672F833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0" name="Rectangle: Rounded Corners 1359">
                  <a:extLst>
                    <a:ext uri="{FF2B5EF4-FFF2-40B4-BE49-F238E27FC236}">
                      <a16:creationId xmlns:a16="http://schemas.microsoft.com/office/drawing/2014/main" id="{EE5F279C-542B-800D-1519-BD14D0B1CE5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1" name="Rectangle: Rounded Corners 1360">
                  <a:extLst>
                    <a:ext uri="{FF2B5EF4-FFF2-40B4-BE49-F238E27FC236}">
                      <a16:creationId xmlns:a16="http://schemas.microsoft.com/office/drawing/2014/main" id="{A7BFEF42-82DA-580A-3A6D-D57E1701A66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2" name="Rectangle: Rounded Corners 1361">
                  <a:extLst>
                    <a:ext uri="{FF2B5EF4-FFF2-40B4-BE49-F238E27FC236}">
                      <a16:creationId xmlns:a16="http://schemas.microsoft.com/office/drawing/2014/main" id="{4377E3F7-6C16-0C92-19EF-BDD8A2340D8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3" name="Rectangle: Rounded Corners 1362">
                  <a:extLst>
                    <a:ext uri="{FF2B5EF4-FFF2-40B4-BE49-F238E27FC236}">
                      <a16:creationId xmlns:a16="http://schemas.microsoft.com/office/drawing/2014/main" id="{E13D5D9C-E3D1-4E6D-C581-8D913979592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4" name="Rectangle: Rounded Corners 1363">
                  <a:extLst>
                    <a:ext uri="{FF2B5EF4-FFF2-40B4-BE49-F238E27FC236}">
                      <a16:creationId xmlns:a16="http://schemas.microsoft.com/office/drawing/2014/main" id="{50071973-E791-D99D-459D-9C846794383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5" name="Rectangle: Rounded Corners 1364">
                  <a:extLst>
                    <a:ext uri="{FF2B5EF4-FFF2-40B4-BE49-F238E27FC236}">
                      <a16:creationId xmlns:a16="http://schemas.microsoft.com/office/drawing/2014/main" id="{BAEC46F0-9D2E-FB59-4855-503991EAA8C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49" name="Group 1348">
                <a:extLst>
                  <a:ext uri="{FF2B5EF4-FFF2-40B4-BE49-F238E27FC236}">
                    <a16:creationId xmlns:a16="http://schemas.microsoft.com/office/drawing/2014/main" id="{5C7B500F-968A-D104-0EEF-F4A0842F13C2}"/>
                  </a:ext>
                </a:extLst>
              </p:cNvPr>
              <p:cNvGrpSpPr/>
              <p:nvPr/>
            </p:nvGrpSpPr>
            <p:grpSpPr>
              <a:xfrm>
                <a:off x="3967163" y="5983284"/>
                <a:ext cx="2177954" cy="203200"/>
                <a:chOff x="4411662" y="1266827"/>
                <a:chExt cx="2177954" cy="203200"/>
              </a:xfrm>
              <a:solidFill>
                <a:schemeClr val="tx1"/>
              </a:solidFill>
            </p:grpSpPr>
            <p:sp>
              <p:nvSpPr>
                <p:cNvPr id="1350" name="Rectangle: Rounded Corners 1349">
                  <a:extLst>
                    <a:ext uri="{FF2B5EF4-FFF2-40B4-BE49-F238E27FC236}">
                      <a16:creationId xmlns:a16="http://schemas.microsoft.com/office/drawing/2014/main" id="{366AC09C-1B26-F798-E136-8E6D3B9F003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1" name="Rectangle: Rounded Corners 1350">
                  <a:extLst>
                    <a:ext uri="{FF2B5EF4-FFF2-40B4-BE49-F238E27FC236}">
                      <a16:creationId xmlns:a16="http://schemas.microsoft.com/office/drawing/2014/main" id="{E53E7923-D993-7781-A04C-BFF9A9F712A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2" name="Rectangle: Rounded Corners 1351">
                  <a:extLst>
                    <a:ext uri="{FF2B5EF4-FFF2-40B4-BE49-F238E27FC236}">
                      <a16:creationId xmlns:a16="http://schemas.microsoft.com/office/drawing/2014/main" id="{822912D8-4DCD-32AE-52BC-9ADAC396B79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3" name="Rectangle: Rounded Corners 1352">
                  <a:extLst>
                    <a:ext uri="{FF2B5EF4-FFF2-40B4-BE49-F238E27FC236}">
                      <a16:creationId xmlns:a16="http://schemas.microsoft.com/office/drawing/2014/main" id="{90685191-DBB4-EF92-D26B-280799EDB91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4" name="Rectangle: Rounded Corners 1353">
                  <a:extLst>
                    <a:ext uri="{FF2B5EF4-FFF2-40B4-BE49-F238E27FC236}">
                      <a16:creationId xmlns:a16="http://schemas.microsoft.com/office/drawing/2014/main" id="{76AE9215-641D-B98D-F45C-A57EB4AD59C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5" name="Rectangle: Rounded Corners 1354">
                  <a:extLst>
                    <a:ext uri="{FF2B5EF4-FFF2-40B4-BE49-F238E27FC236}">
                      <a16:creationId xmlns:a16="http://schemas.microsoft.com/office/drawing/2014/main" id="{BF03338F-343C-2D67-D3BE-1D7FD8C48B6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6" name="Rectangle: Rounded Corners 1355">
                  <a:extLst>
                    <a:ext uri="{FF2B5EF4-FFF2-40B4-BE49-F238E27FC236}">
                      <a16:creationId xmlns:a16="http://schemas.microsoft.com/office/drawing/2014/main" id="{4F8E78A8-C462-8639-5DCD-522A25E9DF5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7" name="Rectangle: Rounded Corners 1356">
                  <a:extLst>
                    <a:ext uri="{FF2B5EF4-FFF2-40B4-BE49-F238E27FC236}">
                      <a16:creationId xmlns:a16="http://schemas.microsoft.com/office/drawing/2014/main" id="{7F9E2A14-093D-7C5F-AD1C-E16B0D566F2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133" name="Group 1132">
            <a:extLst>
              <a:ext uri="{FF2B5EF4-FFF2-40B4-BE49-F238E27FC236}">
                <a16:creationId xmlns:a16="http://schemas.microsoft.com/office/drawing/2014/main" id="{E978A14E-ED2C-7661-65BF-E710416B8128}"/>
              </a:ext>
            </a:extLst>
          </p:cNvPr>
          <p:cNvGrpSpPr/>
          <p:nvPr/>
        </p:nvGrpSpPr>
        <p:grpSpPr>
          <a:xfrm>
            <a:off x="12313103" y="1375713"/>
            <a:ext cx="13102977" cy="1243880"/>
            <a:chOff x="3628570" y="4023519"/>
            <a:chExt cx="23905029" cy="2269331"/>
          </a:xfrm>
        </p:grpSpPr>
        <p:sp>
          <p:nvSpPr>
            <p:cNvPr id="1134" name="Rectangle 1133">
              <a:extLst>
                <a:ext uri="{FF2B5EF4-FFF2-40B4-BE49-F238E27FC236}">
                  <a16:creationId xmlns:a16="http://schemas.microsoft.com/office/drawing/2014/main" id="{62280CD9-F2FC-E5EA-E372-FEBBF38D1068}"/>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35" name="Group 1134">
              <a:extLst>
                <a:ext uri="{FF2B5EF4-FFF2-40B4-BE49-F238E27FC236}">
                  <a16:creationId xmlns:a16="http://schemas.microsoft.com/office/drawing/2014/main" id="{0C7492EC-7C57-A6D3-E1BD-E9F90BCE62D1}"/>
                </a:ext>
              </a:extLst>
            </p:cNvPr>
            <p:cNvGrpSpPr/>
            <p:nvPr/>
          </p:nvGrpSpPr>
          <p:grpSpPr>
            <a:xfrm>
              <a:off x="3967162" y="4130677"/>
              <a:ext cx="2324893" cy="2055807"/>
              <a:chOff x="3967162" y="4130677"/>
              <a:chExt cx="2324893" cy="2055807"/>
            </a:xfrm>
          </p:grpSpPr>
          <p:sp>
            <p:nvSpPr>
              <p:cNvPr id="1316" name="Rectangle: Rounded Corners 1315">
                <a:extLst>
                  <a:ext uri="{FF2B5EF4-FFF2-40B4-BE49-F238E27FC236}">
                    <a16:creationId xmlns:a16="http://schemas.microsoft.com/office/drawing/2014/main" id="{7EB18732-B890-7B0D-11E6-6381FEE866F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17" name="Group 1316">
                <a:extLst>
                  <a:ext uri="{FF2B5EF4-FFF2-40B4-BE49-F238E27FC236}">
                    <a16:creationId xmlns:a16="http://schemas.microsoft.com/office/drawing/2014/main" id="{71036842-2B09-ACF0-7D85-F0219828A05F}"/>
                  </a:ext>
                </a:extLst>
              </p:cNvPr>
              <p:cNvGrpSpPr/>
              <p:nvPr/>
            </p:nvGrpSpPr>
            <p:grpSpPr>
              <a:xfrm>
                <a:off x="3967162" y="4130677"/>
                <a:ext cx="2177954" cy="203200"/>
                <a:chOff x="4411662" y="1266827"/>
                <a:chExt cx="2177954" cy="203200"/>
              </a:xfrm>
              <a:solidFill>
                <a:schemeClr val="tx1"/>
              </a:solidFill>
            </p:grpSpPr>
            <p:sp>
              <p:nvSpPr>
                <p:cNvPr id="1327" name="Rectangle: Rounded Corners 1326">
                  <a:extLst>
                    <a:ext uri="{FF2B5EF4-FFF2-40B4-BE49-F238E27FC236}">
                      <a16:creationId xmlns:a16="http://schemas.microsoft.com/office/drawing/2014/main" id="{7C1AA1F5-AE01-9613-4FB5-B04AB4DE60D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8" name="Rectangle: Rounded Corners 1327">
                  <a:extLst>
                    <a:ext uri="{FF2B5EF4-FFF2-40B4-BE49-F238E27FC236}">
                      <a16:creationId xmlns:a16="http://schemas.microsoft.com/office/drawing/2014/main" id="{4A6F24D5-5252-FB6F-29DB-AD6A367D601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9" name="Rectangle: Rounded Corners 1328">
                  <a:extLst>
                    <a:ext uri="{FF2B5EF4-FFF2-40B4-BE49-F238E27FC236}">
                      <a16:creationId xmlns:a16="http://schemas.microsoft.com/office/drawing/2014/main" id="{4BD5AB20-C5D0-1165-3AD0-DF3C7FD5449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0" name="Rectangle: Rounded Corners 1329">
                  <a:extLst>
                    <a:ext uri="{FF2B5EF4-FFF2-40B4-BE49-F238E27FC236}">
                      <a16:creationId xmlns:a16="http://schemas.microsoft.com/office/drawing/2014/main" id="{5660CD2E-2B39-3B6D-8EEF-AE77A6754B1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1" name="Rectangle: Rounded Corners 1330">
                  <a:extLst>
                    <a:ext uri="{FF2B5EF4-FFF2-40B4-BE49-F238E27FC236}">
                      <a16:creationId xmlns:a16="http://schemas.microsoft.com/office/drawing/2014/main" id="{913218FB-8D52-E7C8-EBCE-FA2648D4FBA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2" name="Rectangle: Rounded Corners 1331">
                  <a:extLst>
                    <a:ext uri="{FF2B5EF4-FFF2-40B4-BE49-F238E27FC236}">
                      <a16:creationId xmlns:a16="http://schemas.microsoft.com/office/drawing/2014/main" id="{E7F302F9-2053-67B7-1CA1-B3B207E54BB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3" name="Rectangle: Rounded Corners 1332">
                  <a:extLst>
                    <a:ext uri="{FF2B5EF4-FFF2-40B4-BE49-F238E27FC236}">
                      <a16:creationId xmlns:a16="http://schemas.microsoft.com/office/drawing/2014/main" id="{0480AF25-92B7-2870-A125-8575FC4821B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4" name="Rectangle: Rounded Corners 1333">
                  <a:extLst>
                    <a:ext uri="{FF2B5EF4-FFF2-40B4-BE49-F238E27FC236}">
                      <a16:creationId xmlns:a16="http://schemas.microsoft.com/office/drawing/2014/main" id="{9EFD8ABA-C133-933B-913E-3AB8CC309CA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18" name="Group 1317">
                <a:extLst>
                  <a:ext uri="{FF2B5EF4-FFF2-40B4-BE49-F238E27FC236}">
                    <a16:creationId xmlns:a16="http://schemas.microsoft.com/office/drawing/2014/main" id="{0EF57F80-FCB8-4200-E1F8-06570BA121D1}"/>
                  </a:ext>
                </a:extLst>
              </p:cNvPr>
              <p:cNvGrpSpPr/>
              <p:nvPr/>
            </p:nvGrpSpPr>
            <p:grpSpPr>
              <a:xfrm>
                <a:off x="3967163" y="5983284"/>
                <a:ext cx="2177954" cy="203200"/>
                <a:chOff x="4411662" y="1266827"/>
                <a:chExt cx="2177954" cy="203200"/>
              </a:xfrm>
              <a:solidFill>
                <a:schemeClr val="tx1"/>
              </a:solidFill>
            </p:grpSpPr>
            <p:sp>
              <p:nvSpPr>
                <p:cNvPr id="1319" name="Rectangle: Rounded Corners 1318">
                  <a:extLst>
                    <a:ext uri="{FF2B5EF4-FFF2-40B4-BE49-F238E27FC236}">
                      <a16:creationId xmlns:a16="http://schemas.microsoft.com/office/drawing/2014/main" id="{63D04DE0-4452-BBA1-CD31-775B5844BAD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0" name="Rectangle: Rounded Corners 1319">
                  <a:extLst>
                    <a:ext uri="{FF2B5EF4-FFF2-40B4-BE49-F238E27FC236}">
                      <a16:creationId xmlns:a16="http://schemas.microsoft.com/office/drawing/2014/main" id="{B0C9B9E2-BBFD-FD5D-0254-1D1B9EB369F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1" name="Rectangle: Rounded Corners 1320">
                  <a:extLst>
                    <a:ext uri="{FF2B5EF4-FFF2-40B4-BE49-F238E27FC236}">
                      <a16:creationId xmlns:a16="http://schemas.microsoft.com/office/drawing/2014/main" id="{CC99C78B-EC19-10DD-8904-D8D188C88FF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2" name="Rectangle: Rounded Corners 1321">
                  <a:extLst>
                    <a:ext uri="{FF2B5EF4-FFF2-40B4-BE49-F238E27FC236}">
                      <a16:creationId xmlns:a16="http://schemas.microsoft.com/office/drawing/2014/main" id="{2185E72D-963F-979F-2895-CD2BB61BE5F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3" name="Rectangle: Rounded Corners 1322">
                  <a:extLst>
                    <a:ext uri="{FF2B5EF4-FFF2-40B4-BE49-F238E27FC236}">
                      <a16:creationId xmlns:a16="http://schemas.microsoft.com/office/drawing/2014/main" id="{6A9DAD33-4ED4-2D96-BD49-7C3EC012790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4" name="Rectangle: Rounded Corners 1323">
                  <a:extLst>
                    <a:ext uri="{FF2B5EF4-FFF2-40B4-BE49-F238E27FC236}">
                      <a16:creationId xmlns:a16="http://schemas.microsoft.com/office/drawing/2014/main" id="{DCEE10C6-706F-9A87-F350-BA504DCB682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5" name="Rectangle: Rounded Corners 1324">
                  <a:extLst>
                    <a:ext uri="{FF2B5EF4-FFF2-40B4-BE49-F238E27FC236}">
                      <a16:creationId xmlns:a16="http://schemas.microsoft.com/office/drawing/2014/main" id="{BF5CB1EC-3401-14F0-64CC-B4F05673522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6" name="Rectangle: Rounded Corners 1325">
                  <a:extLst>
                    <a:ext uri="{FF2B5EF4-FFF2-40B4-BE49-F238E27FC236}">
                      <a16:creationId xmlns:a16="http://schemas.microsoft.com/office/drawing/2014/main" id="{6573D044-E85B-8F29-44BF-334169B25B1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6" name="Group 1135">
              <a:extLst>
                <a:ext uri="{FF2B5EF4-FFF2-40B4-BE49-F238E27FC236}">
                  <a16:creationId xmlns:a16="http://schemas.microsoft.com/office/drawing/2014/main" id="{502FCFDB-9BF6-D82C-16CB-1F6D1EC38204}"/>
                </a:ext>
              </a:extLst>
            </p:cNvPr>
            <p:cNvGrpSpPr/>
            <p:nvPr/>
          </p:nvGrpSpPr>
          <p:grpSpPr>
            <a:xfrm>
              <a:off x="6299799" y="4130677"/>
              <a:ext cx="2324893" cy="2055807"/>
              <a:chOff x="3967162" y="4130677"/>
              <a:chExt cx="2324893" cy="2055807"/>
            </a:xfrm>
          </p:grpSpPr>
          <p:sp>
            <p:nvSpPr>
              <p:cNvPr id="1297" name="Rectangle: Rounded Corners 1296">
                <a:extLst>
                  <a:ext uri="{FF2B5EF4-FFF2-40B4-BE49-F238E27FC236}">
                    <a16:creationId xmlns:a16="http://schemas.microsoft.com/office/drawing/2014/main" id="{85828F4B-F89A-7B84-3309-756BBA82DC5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98" name="Group 1297">
                <a:extLst>
                  <a:ext uri="{FF2B5EF4-FFF2-40B4-BE49-F238E27FC236}">
                    <a16:creationId xmlns:a16="http://schemas.microsoft.com/office/drawing/2014/main" id="{80B0368E-16C4-7018-ABA4-4066CDF268C2}"/>
                  </a:ext>
                </a:extLst>
              </p:cNvPr>
              <p:cNvGrpSpPr/>
              <p:nvPr/>
            </p:nvGrpSpPr>
            <p:grpSpPr>
              <a:xfrm>
                <a:off x="3967162" y="4130677"/>
                <a:ext cx="2177954" cy="203200"/>
                <a:chOff x="4411662" y="1266827"/>
                <a:chExt cx="2177954" cy="203200"/>
              </a:xfrm>
              <a:solidFill>
                <a:schemeClr val="tx1"/>
              </a:solidFill>
            </p:grpSpPr>
            <p:sp>
              <p:nvSpPr>
                <p:cNvPr id="1308" name="Rectangle: Rounded Corners 1307">
                  <a:extLst>
                    <a:ext uri="{FF2B5EF4-FFF2-40B4-BE49-F238E27FC236}">
                      <a16:creationId xmlns:a16="http://schemas.microsoft.com/office/drawing/2014/main" id="{7080EF8C-1505-A262-A4B4-D7237634088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9" name="Rectangle: Rounded Corners 1308">
                  <a:extLst>
                    <a:ext uri="{FF2B5EF4-FFF2-40B4-BE49-F238E27FC236}">
                      <a16:creationId xmlns:a16="http://schemas.microsoft.com/office/drawing/2014/main" id="{8620401E-A1BC-FA20-D5C2-31BC03E4F92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0" name="Rectangle: Rounded Corners 1309">
                  <a:extLst>
                    <a:ext uri="{FF2B5EF4-FFF2-40B4-BE49-F238E27FC236}">
                      <a16:creationId xmlns:a16="http://schemas.microsoft.com/office/drawing/2014/main" id="{5DEB2496-900C-6C1E-9F1C-E98A6EEF769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1" name="Rectangle: Rounded Corners 1310">
                  <a:extLst>
                    <a:ext uri="{FF2B5EF4-FFF2-40B4-BE49-F238E27FC236}">
                      <a16:creationId xmlns:a16="http://schemas.microsoft.com/office/drawing/2014/main" id="{6CD70AFA-A6D0-2EA1-32B0-46BFA6347A4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2" name="Rectangle: Rounded Corners 1311">
                  <a:extLst>
                    <a:ext uri="{FF2B5EF4-FFF2-40B4-BE49-F238E27FC236}">
                      <a16:creationId xmlns:a16="http://schemas.microsoft.com/office/drawing/2014/main" id="{BD4439F5-743F-EB84-CE27-96BF424C2B5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3" name="Rectangle: Rounded Corners 1312">
                  <a:extLst>
                    <a:ext uri="{FF2B5EF4-FFF2-40B4-BE49-F238E27FC236}">
                      <a16:creationId xmlns:a16="http://schemas.microsoft.com/office/drawing/2014/main" id="{A157B423-1F7F-B276-1DF5-01924A0FFE6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4" name="Rectangle: Rounded Corners 1313">
                  <a:extLst>
                    <a:ext uri="{FF2B5EF4-FFF2-40B4-BE49-F238E27FC236}">
                      <a16:creationId xmlns:a16="http://schemas.microsoft.com/office/drawing/2014/main" id="{86CBBE6E-EC80-E9C9-C8F8-ABF972F2DF6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5" name="Rectangle: Rounded Corners 1314">
                  <a:extLst>
                    <a:ext uri="{FF2B5EF4-FFF2-40B4-BE49-F238E27FC236}">
                      <a16:creationId xmlns:a16="http://schemas.microsoft.com/office/drawing/2014/main" id="{E5CF5A19-C414-D3C4-8114-C686FE0E28D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99" name="Group 1298">
                <a:extLst>
                  <a:ext uri="{FF2B5EF4-FFF2-40B4-BE49-F238E27FC236}">
                    <a16:creationId xmlns:a16="http://schemas.microsoft.com/office/drawing/2014/main" id="{588C2FF1-F75A-DB09-83DC-22E0DB104AEA}"/>
                  </a:ext>
                </a:extLst>
              </p:cNvPr>
              <p:cNvGrpSpPr/>
              <p:nvPr/>
            </p:nvGrpSpPr>
            <p:grpSpPr>
              <a:xfrm>
                <a:off x="3967163" y="5983284"/>
                <a:ext cx="2177954" cy="203200"/>
                <a:chOff x="4411662" y="1266827"/>
                <a:chExt cx="2177954" cy="203200"/>
              </a:xfrm>
              <a:solidFill>
                <a:schemeClr val="tx1"/>
              </a:solidFill>
            </p:grpSpPr>
            <p:sp>
              <p:nvSpPr>
                <p:cNvPr id="1300" name="Rectangle: Rounded Corners 1299">
                  <a:extLst>
                    <a:ext uri="{FF2B5EF4-FFF2-40B4-BE49-F238E27FC236}">
                      <a16:creationId xmlns:a16="http://schemas.microsoft.com/office/drawing/2014/main" id="{C8875D0D-D605-2BB6-412C-413EC7B3CCF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1" name="Rectangle: Rounded Corners 1300">
                  <a:extLst>
                    <a:ext uri="{FF2B5EF4-FFF2-40B4-BE49-F238E27FC236}">
                      <a16:creationId xmlns:a16="http://schemas.microsoft.com/office/drawing/2014/main" id="{C8C4808E-FAD3-8742-2FF9-2DA5C447883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2" name="Rectangle: Rounded Corners 1301">
                  <a:extLst>
                    <a:ext uri="{FF2B5EF4-FFF2-40B4-BE49-F238E27FC236}">
                      <a16:creationId xmlns:a16="http://schemas.microsoft.com/office/drawing/2014/main" id="{94CB4AAF-0B31-D583-5D7E-00C24C1ED84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3" name="Rectangle: Rounded Corners 1302">
                  <a:extLst>
                    <a:ext uri="{FF2B5EF4-FFF2-40B4-BE49-F238E27FC236}">
                      <a16:creationId xmlns:a16="http://schemas.microsoft.com/office/drawing/2014/main" id="{35FB8327-18F4-1098-A39A-530AEFACF19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4" name="Rectangle: Rounded Corners 1303">
                  <a:extLst>
                    <a:ext uri="{FF2B5EF4-FFF2-40B4-BE49-F238E27FC236}">
                      <a16:creationId xmlns:a16="http://schemas.microsoft.com/office/drawing/2014/main" id="{0CDE7161-488C-C11B-1C2C-AFB03344E01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5" name="Rectangle: Rounded Corners 1304">
                  <a:extLst>
                    <a:ext uri="{FF2B5EF4-FFF2-40B4-BE49-F238E27FC236}">
                      <a16:creationId xmlns:a16="http://schemas.microsoft.com/office/drawing/2014/main" id="{B6437504-2286-226B-9303-4414C7A59A4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6" name="Rectangle: Rounded Corners 1305">
                  <a:extLst>
                    <a:ext uri="{FF2B5EF4-FFF2-40B4-BE49-F238E27FC236}">
                      <a16:creationId xmlns:a16="http://schemas.microsoft.com/office/drawing/2014/main" id="{EF0CDAC6-3164-E4A3-7F6D-DE4A2022AFD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7" name="Rectangle: Rounded Corners 1306">
                  <a:extLst>
                    <a:ext uri="{FF2B5EF4-FFF2-40B4-BE49-F238E27FC236}">
                      <a16:creationId xmlns:a16="http://schemas.microsoft.com/office/drawing/2014/main" id="{5A0B9D88-8711-BDCB-3640-066E8B46781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7" name="Group 1136">
              <a:extLst>
                <a:ext uri="{FF2B5EF4-FFF2-40B4-BE49-F238E27FC236}">
                  <a16:creationId xmlns:a16="http://schemas.microsoft.com/office/drawing/2014/main" id="{E93C367D-12F1-7CB2-FF8E-27697B130989}"/>
                </a:ext>
              </a:extLst>
            </p:cNvPr>
            <p:cNvGrpSpPr/>
            <p:nvPr/>
          </p:nvGrpSpPr>
          <p:grpSpPr>
            <a:xfrm>
              <a:off x="8632436" y="4130677"/>
              <a:ext cx="2324893" cy="2055807"/>
              <a:chOff x="3967162" y="4130677"/>
              <a:chExt cx="2324893" cy="2055807"/>
            </a:xfrm>
          </p:grpSpPr>
          <p:sp>
            <p:nvSpPr>
              <p:cNvPr id="1278" name="Rectangle: Rounded Corners 1277">
                <a:extLst>
                  <a:ext uri="{FF2B5EF4-FFF2-40B4-BE49-F238E27FC236}">
                    <a16:creationId xmlns:a16="http://schemas.microsoft.com/office/drawing/2014/main" id="{2171B045-18C3-5B16-255D-3DFB7DE830AB}"/>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79" name="Group 1278">
                <a:extLst>
                  <a:ext uri="{FF2B5EF4-FFF2-40B4-BE49-F238E27FC236}">
                    <a16:creationId xmlns:a16="http://schemas.microsoft.com/office/drawing/2014/main" id="{A77B9F91-0E55-C6ED-AE7E-05A069C22282}"/>
                  </a:ext>
                </a:extLst>
              </p:cNvPr>
              <p:cNvGrpSpPr/>
              <p:nvPr/>
            </p:nvGrpSpPr>
            <p:grpSpPr>
              <a:xfrm>
                <a:off x="3967162" y="4130677"/>
                <a:ext cx="2177954" cy="203200"/>
                <a:chOff x="4411662" y="1266827"/>
                <a:chExt cx="2177954" cy="203200"/>
              </a:xfrm>
              <a:solidFill>
                <a:schemeClr val="tx1"/>
              </a:solidFill>
            </p:grpSpPr>
            <p:sp>
              <p:nvSpPr>
                <p:cNvPr id="1289" name="Rectangle: Rounded Corners 1288">
                  <a:extLst>
                    <a:ext uri="{FF2B5EF4-FFF2-40B4-BE49-F238E27FC236}">
                      <a16:creationId xmlns:a16="http://schemas.microsoft.com/office/drawing/2014/main" id="{02ACDE51-3A67-A6A2-EE27-403C7D79D3A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0" name="Rectangle: Rounded Corners 1289">
                  <a:extLst>
                    <a:ext uri="{FF2B5EF4-FFF2-40B4-BE49-F238E27FC236}">
                      <a16:creationId xmlns:a16="http://schemas.microsoft.com/office/drawing/2014/main" id="{8C4D124D-D5D8-514E-BA20-531C23E596E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1" name="Rectangle: Rounded Corners 1290">
                  <a:extLst>
                    <a:ext uri="{FF2B5EF4-FFF2-40B4-BE49-F238E27FC236}">
                      <a16:creationId xmlns:a16="http://schemas.microsoft.com/office/drawing/2014/main" id="{1EF2E5FC-BC59-07FF-EB6B-BD466390A1A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2" name="Rectangle: Rounded Corners 1291">
                  <a:extLst>
                    <a:ext uri="{FF2B5EF4-FFF2-40B4-BE49-F238E27FC236}">
                      <a16:creationId xmlns:a16="http://schemas.microsoft.com/office/drawing/2014/main" id="{D97E3F05-B404-2F6A-BA32-8EB81698F7F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3" name="Rectangle: Rounded Corners 1292">
                  <a:extLst>
                    <a:ext uri="{FF2B5EF4-FFF2-40B4-BE49-F238E27FC236}">
                      <a16:creationId xmlns:a16="http://schemas.microsoft.com/office/drawing/2014/main" id="{79CDF13C-9846-D0AB-1C31-136305D0B49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4" name="Rectangle: Rounded Corners 1293">
                  <a:extLst>
                    <a:ext uri="{FF2B5EF4-FFF2-40B4-BE49-F238E27FC236}">
                      <a16:creationId xmlns:a16="http://schemas.microsoft.com/office/drawing/2014/main" id="{E0B66A63-A8DD-11C0-AC6C-6D2AB67D4BB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5" name="Rectangle: Rounded Corners 1294">
                  <a:extLst>
                    <a:ext uri="{FF2B5EF4-FFF2-40B4-BE49-F238E27FC236}">
                      <a16:creationId xmlns:a16="http://schemas.microsoft.com/office/drawing/2014/main" id="{376492D9-43C6-13F7-711C-45673031E03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6" name="Rectangle: Rounded Corners 1295">
                  <a:extLst>
                    <a:ext uri="{FF2B5EF4-FFF2-40B4-BE49-F238E27FC236}">
                      <a16:creationId xmlns:a16="http://schemas.microsoft.com/office/drawing/2014/main" id="{D16AAF47-E8FC-A561-E2A9-EF7DCD9B2B6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80" name="Group 1279">
                <a:extLst>
                  <a:ext uri="{FF2B5EF4-FFF2-40B4-BE49-F238E27FC236}">
                    <a16:creationId xmlns:a16="http://schemas.microsoft.com/office/drawing/2014/main" id="{2B363807-28E7-F381-5FB5-9199E92890CC}"/>
                  </a:ext>
                </a:extLst>
              </p:cNvPr>
              <p:cNvGrpSpPr/>
              <p:nvPr/>
            </p:nvGrpSpPr>
            <p:grpSpPr>
              <a:xfrm>
                <a:off x="3967163" y="5983284"/>
                <a:ext cx="2177954" cy="203200"/>
                <a:chOff x="4411662" y="1266827"/>
                <a:chExt cx="2177954" cy="203200"/>
              </a:xfrm>
              <a:solidFill>
                <a:schemeClr val="tx1"/>
              </a:solidFill>
            </p:grpSpPr>
            <p:sp>
              <p:nvSpPr>
                <p:cNvPr id="1281" name="Rectangle: Rounded Corners 1280">
                  <a:extLst>
                    <a:ext uri="{FF2B5EF4-FFF2-40B4-BE49-F238E27FC236}">
                      <a16:creationId xmlns:a16="http://schemas.microsoft.com/office/drawing/2014/main" id="{30E064DB-4158-5A57-0C26-79C8C7EC687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2" name="Rectangle: Rounded Corners 1281">
                  <a:extLst>
                    <a:ext uri="{FF2B5EF4-FFF2-40B4-BE49-F238E27FC236}">
                      <a16:creationId xmlns:a16="http://schemas.microsoft.com/office/drawing/2014/main" id="{8F9FA49C-9B14-9866-9CD3-025B520D667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3" name="Rectangle: Rounded Corners 1282">
                  <a:extLst>
                    <a:ext uri="{FF2B5EF4-FFF2-40B4-BE49-F238E27FC236}">
                      <a16:creationId xmlns:a16="http://schemas.microsoft.com/office/drawing/2014/main" id="{85A5B79B-B5B4-3145-B52C-DA234C15BE0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4" name="Rectangle: Rounded Corners 1283">
                  <a:extLst>
                    <a:ext uri="{FF2B5EF4-FFF2-40B4-BE49-F238E27FC236}">
                      <a16:creationId xmlns:a16="http://schemas.microsoft.com/office/drawing/2014/main" id="{5196D69B-C54A-ED35-954F-73FF155A7E9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5" name="Rectangle: Rounded Corners 1284">
                  <a:extLst>
                    <a:ext uri="{FF2B5EF4-FFF2-40B4-BE49-F238E27FC236}">
                      <a16:creationId xmlns:a16="http://schemas.microsoft.com/office/drawing/2014/main" id="{CA516444-387E-B91E-4F60-2D3DBE92413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6" name="Rectangle: Rounded Corners 1285">
                  <a:extLst>
                    <a:ext uri="{FF2B5EF4-FFF2-40B4-BE49-F238E27FC236}">
                      <a16:creationId xmlns:a16="http://schemas.microsoft.com/office/drawing/2014/main" id="{CC00ECD2-7066-0BB2-AB9A-234D5B9AA7A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7" name="Rectangle: Rounded Corners 1286">
                  <a:extLst>
                    <a:ext uri="{FF2B5EF4-FFF2-40B4-BE49-F238E27FC236}">
                      <a16:creationId xmlns:a16="http://schemas.microsoft.com/office/drawing/2014/main" id="{C4C1E707-8D65-CF5C-BD2D-7B3080A7A20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8" name="Rectangle: Rounded Corners 1287">
                  <a:extLst>
                    <a:ext uri="{FF2B5EF4-FFF2-40B4-BE49-F238E27FC236}">
                      <a16:creationId xmlns:a16="http://schemas.microsoft.com/office/drawing/2014/main" id="{3746BF1F-8366-50A3-6914-12B6FBD5DC5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8" name="Group 1137">
              <a:extLst>
                <a:ext uri="{FF2B5EF4-FFF2-40B4-BE49-F238E27FC236}">
                  <a16:creationId xmlns:a16="http://schemas.microsoft.com/office/drawing/2014/main" id="{B6B111F2-8D19-C103-AB36-DCB3B78AAD56}"/>
                </a:ext>
              </a:extLst>
            </p:cNvPr>
            <p:cNvGrpSpPr/>
            <p:nvPr/>
          </p:nvGrpSpPr>
          <p:grpSpPr>
            <a:xfrm>
              <a:off x="10965073" y="4130677"/>
              <a:ext cx="2324893" cy="2055807"/>
              <a:chOff x="3967162" y="4130677"/>
              <a:chExt cx="2324893" cy="2055807"/>
            </a:xfrm>
          </p:grpSpPr>
          <p:sp>
            <p:nvSpPr>
              <p:cNvPr id="1259" name="Rectangle: Rounded Corners 1258">
                <a:extLst>
                  <a:ext uri="{FF2B5EF4-FFF2-40B4-BE49-F238E27FC236}">
                    <a16:creationId xmlns:a16="http://schemas.microsoft.com/office/drawing/2014/main" id="{61D3156E-2801-A080-DEBF-7AB26C555AB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60" name="Group 1259">
                <a:extLst>
                  <a:ext uri="{FF2B5EF4-FFF2-40B4-BE49-F238E27FC236}">
                    <a16:creationId xmlns:a16="http://schemas.microsoft.com/office/drawing/2014/main" id="{BC191E7F-BA8D-DCC6-E91A-19A0A031EE13}"/>
                  </a:ext>
                </a:extLst>
              </p:cNvPr>
              <p:cNvGrpSpPr/>
              <p:nvPr/>
            </p:nvGrpSpPr>
            <p:grpSpPr>
              <a:xfrm>
                <a:off x="3967162" y="4130677"/>
                <a:ext cx="2177954" cy="203200"/>
                <a:chOff x="4411662" y="1266827"/>
                <a:chExt cx="2177954" cy="203200"/>
              </a:xfrm>
              <a:solidFill>
                <a:schemeClr val="tx1"/>
              </a:solidFill>
            </p:grpSpPr>
            <p:sp>
              <p:nvSpPr>
                <p:cNvPr id="1270" name="Rectangle: Rounded Corners 1269">
                  <a:extLst>
                    <a:ext uri="{FF2B5EF4-FFF2-40B4-BE49-F238E27FC236}">
                      <a16:creationId xmlns:a16="http://schemas.microsoft.com/office/drawing/2014/main" id="{9A1268F6-1075-A24A-3256-68B5B4209DB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1" name="Rectangle: Rounded Corners 1270">
                  <a:extLst>
                    <a:ext uri="{FF2B5EF4-FFF2-40B4-BE49-F238E27FC236}">
                      <a16:creationId xmlns:a16="http://schemas.microsoft.com/office/drawing/2014/main" id="{3C7B9E55-40AD-74A8-70D5-C78755A8353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2" name="Rectangle: Rounded Corners 1271">
                  <a:extLst>
                    <a:ext uri="{FF2B5EF4-FFF2-40B4-BE49-F238E27FC236}">
                      <a16:creationId xmlns:a16="http://schemas.microsoft.com/office/drawing/2014/main" id="{E5C13A04-F66D-4055-341F-03AB1D915F7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3" name="Rectangle: Rounded Corners 1272">
                  <a:extLst>
                    <a:ext uri="{FF2B5EF4-FFF2-40B4-BE49-F238E27FC236}">
                      <a16:creationId xmlns:a16="http://schemas.microsoft.com/office/drawing/2014/main" id="{B20065B4-0E78-7CC4-3B7D-846F979E304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4" name="Rectangle: Rounded Corners 1273">
                  <a:extLst>
                    <a:ext uri="{FF2B5EF4-FFF2-40B4-BE49-F238E27FC236}">
                      <a16:creationId xmlns:a16="http://schemas.microsoft.com/office/drawing/2014/main" id="{EACEA1F5-2D9D-F580-50E4-010494EBA2D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5" name="Rectangle: Rounded Corners 1274">
                  <a:extLst>
                    <a:ext uri="{FF2B5EF4-FFF2-40B4-BE49-F238E27FC236}">
                      <a16:creationId xmlns:a16="http://schemas.microsoft.com/office/drawing/2014/main" id="{A89C2918-3B58-7BB1-97BA-2A31545B68C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6" name="Rectangle: Rounded Corners 1275">
                  <a:extLst>
                    <a:ext uri="{FF2B5EF4-FFF2-40B4-BE49-F238E27FC236}">
                      <a16:creationId xmlns:a16="http://schemas.microsoft.com/office/drawing/2014/main" id="{131E83CA-2B78-BBBD-8D99-AC36B0347C0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7" name="Rectangle: Rounded Corners 1276">
                  <a:extLst>
                    <a:ext uri="{FF2B5EF4-FFF2-40B4-BE49-F238E27FC236}">
                      <a16:creationId xmlns:a16="http://schemas.microsoft.com/office/drawing/2014/main" id="{C3526CF9-A283-12EF-1D24-8BBC06B0871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61" name="Group 1260">
                <a:extLst>
                  <a:ext uri="{FF2B5EF4-FFF2-40B4-BE49-F238E27FC236}">
                    <a16:creationId xmlns:a16="http://schemas.microsoft.com/office/drawing/2014/main" id="{79C3B78E-4B13-A3A8-F97A-202FEAAC0BEF}"/>
                  </a:ext>
                </a:extLst>
              </p:cNvPr>
              <p:cNvGrpSpPr/>
              <p:nvPr/>
            </p:nvGrpSpPr>
            <p:grpSpPr>
              <a:xfrm>
                <a:off x="3967163" y="5983284"/>
                <a:ext cx="2177954" cy="203200"/>
                <a:chOff x="4411662" y="1266827"/>
                <a:chExt cx="2177954" cy="203200"/>
              </a:xfrm>
              <a:solidFill>
                <a:schemeClr val="tx1"/>
              </a:solidFill>
            </p:grpSpPr>
            <p:sp>
              <p:nvSpPr>
                <p:cNvPr id="1262" name="Rectangle: Rounded Corners 1261">
                  <a:extLst>
                    <a:ext uri="{FF2B5EF4-FFF2-40B4-BE49-F238E27FC236}">
                      <a16:creationId xmlns:a16="http://schemas.microsoft.com/office/drawing/2014/main" id="{5FFE83AB-DDF1-68AC-D775-990407CFF71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3" name="Rectangle: Rounded Corners 1262">
                  <a:extLst>
                    <a:ext uri="{FF2B5EF4-FFF2-40B4-BE49-F238E27FC236}">
                      <a16:creationId xmlns:a16="http://schemas.microsoft.com/office/drawing/2014/main" id="{E2C35CAF-681E-3A14-81D0-02F13EF012D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4" name="Rectangle: Rounded Corners 1263">
                  <a:extLst>
                    <a:ext uri="{FF2B5EF4-FFF2-40B4-BE49-F238E27FC236}">
                      <a16:creationId xmlns:a16="http://schemas.microsoft.com/office/drawing/2014/main" id="{78420E8B-A2D3-9F48-CAC2-0F34C747CF5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5" name="Rectangle: Rounded Corners 1264">
                  <a:extLst>
                    <a:ext uri="{FF2B5EF4-FFF2-40B4-BE49-F238E27FC236}">
                      <a16:creationId xmlns:a16="http://schemas.microsoft.com/office/drawing/2014/main" id="{D65F8F20-1B19-0D59-A06B-D8F6456E18D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6" name="Rectangle: Rounded Corners 1265">
                  <a:extLst>
                    <a:ext uri="{FF2B5EF4-FFF2-40B4-BE49-F238E27FC236}">
                      <a16:creationId xmlns:a16="http://schemas.microsoft.com/office/drawing/2014/main" id="{3E836963-2369-4312-D39C-67EF11DAB2C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7" name="Rectangle: Rounded Corners 1266">
                  <a:extLst>
                    <a:ext uri="{FF2B5EF4-FFF2-40B4-BE49-F238E27FC236}">
                      <a16:creationId xmlns:a16="http://schemas.microsoft.com/office/drawing/2014/main" id="{63C5D2FB-A487-BCA8-AF5C-F9C918B995B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8" name="Rectangle: Rounded Corners 1267">
                  <a:extLst>
                    <a:ext uri="{FF2B5EF4-FFF2-40B4-BE49-F238E27FC236}">
                      <a16:creationId xmlns:a16="http://schemas.microsoft.com/office/drawing/2014/main" id="{6962BE36-7A41-0A21-5576-47617CBA91B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9" name="Rectangle: Rounded Corners 1268">
                  <a:extLst>
                    <a:ext uri="{FF2B5EF4-FFF2-40B4-BE49-F238E27FC236}">
                      <a16:creationId xmlns:a16="http://schemas.microsoft.com/office/drawing/2014/main" id="{FDEB324E-948C-E367-7F6D-8B17DBDE5D8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9" name="Group 1138">
              <a:extLst>
                <a:ext uri="{FF2B5EF4-FFF2-40B4-BE49-F238E27FC236}">
                  <a16:creationId xmlns:a16="http://schemas.microsoft.com/office/drawing/2014/main" id="{B0645C6F-0D9F-306A-3E6E-D07759DEAFE3}"/>
                </a:ext>
              </a:extLst>
            </p:cNvPr>
            <p:cNvGrpSpPr/>
            <p:nvPr/>
          </p:nvGrpSpPr>
          <p:grpSpPr>
            <a:xfrm>
              <a:off x="13297710" y="4130677"/>
              <a:ext cx="2324893" cy="2055807"/>
              <a:chOff x="3967162" y="4130677"/>
              <a:chExt cx="2324893" cy="2055807"/>
            </a:xfrm>
          </p:grpSpPr>
          <p:sp>
            <p:nvSpPr>
              <p:cNvPr id="1240" name="Rectangle: Rounded Corners 1239">
                <a:extLst>
                  <a:ext uri="{FF2B5EF4-FFF2-40B4-BE49-F238E27FC236}">
                    <a16:creationId xmlns:a16="http://schemas.microsoft.com/office/drawing/2014/main" id="{17C2A2C1-D20B-573E-8750-044070E1E69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41" name="Group 1240">
                <a:extLst>
                  <a:ext uri="{FF2B5EF4-FFF2-40B4-BE49-F238E27FC236}">
                    <a16:creationId xmlns:a16="http://schemas.microsoft.com/office/drawing/2014/main" id="{67031173-F8B2-D147-9392-51DB7E6A5256}"/>
                  </a:ext>
                </a:extLst>
              </p:cNvPr>
              <p:cNvGrpSpPr/>
              <p:nvPr/>
            </p:nvGrpSpPr>
            <p:grpSpPr>
              <a:xfrm>
                <a:off x="3967162" y="4130677"/>
                <a:ext cx="2177954" cy="203200"/>
                <a:chOff x="4411662" y="1266827"/>
                <a:chExt cx="2177954" cy="203200"/>
              </a:xfrm>
              <a:solidFill>
                <a:schemeClr val="tx1"/>
              </a:solidFill>
            </p:grpSpPr>
            <p:sp>
              <p:nvSpPr>
                <p:cNvPr id="1251" name="Rectangle: Rounded Corners 1250">
                  <a:extLst>
                    <a:ext uri="{FF2B5EF4-FFF2-40B4-BE49-F238E27FC236}">
                      <a16:creationId xmlns:a16="http://schemas.microsoft.com/office/drawing/2014/main" id="{97ECF61F-AB0C-1B8A-2EA3-0FBC5D442F3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2" name="Rectangle: Rounded Corners 1251">
                  <a:extLst>
                    <a:ext uri="{FF2B5EF4-FFF2-40B4-BE49-F238E27FC236}">
                      <a16:creationId xmlns:a16="http://schemas.microsoft.com/office/drawing/2014/main" id="{C52902C3-D616-2877-51BC-B3061C038AB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3" name="Rectangle: Rounded Corners 1252">
                  <a:extLst>
                    <a:ext uri="{FF2B5EF4-FFF2-40B4-BE49-F238E27FC236}">
                      <a16:creationId xmlns:a16="http://schemas.microsoft.com/office/drawing/2014/main" id="{DF72352C-C69C-34A6-EB27-FEFA3BE28DF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4" name="Rectangle: Rounded Corners 1253">
                  <a:extLst>
                    <a:ext uri="{FF2B5EF4-FFF2-40B4-BE49-F238E27FC236}">
                      <a16:creationId xmlns:a16="http://schemas.microsoft.com/office/drawing/2014/main" id="{542E4099-DB53-73C9-0899-E0EC3AA823D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5" name="Rectangle: Rounded Corners 1254">
                  <a:extLst>
                    <a:ext uri="{FF2B5EF4-FFF2-40B4-BE49-F238E27FC236}">
                      <a16:creationId xmlns:a16="http://schemas.microsoft.com/office/drawing/2014/main" id="{68B4B325-461C-C7C7-06A0-97916D270A2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6" name="Rectangle: Rounded Corners 1255">
                  <a:extLst>
                    <a:ext uri="{FF2B5EF4-FFF2-40B4-BE49-F238E27FC236}">
                      <a16:creationId xmlns:a16="http://schemas.microsoft.com/office/drawing/2014/main" id="{2ACC376D-112E-7377-B2EF-71228A4F403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7" name="Rectangle: Rounded Corners 1256">
                  <a:extLst>
                    <a:ext uri="{FF2B5EF4-FFF2-40B4-BE49-F238E27FC236}">
                      <a16:creationId xmlns:a16="http://schemas.microsoft.com/office/drawing/2014/main" id="{6DD305E6-D23E-06EA-FAA8-0D146B27DAF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8" name="Rectangle: Rounded Corners 1257">
                  <a:extLst>
                    <a:ext uri="{FF2B5EF4-FFF2-40B4-BE49-F238E27FC236}">
                      <a16:creationId xmlns:a16="http://schemas.microsoft.com/office/drawing/2014/main" id="{EFF72F39-9DFE-770C-3519-FBF8323E238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42" name="Group 1241">
                <a:extLst>
                  <a:ext uri="{FF2B5EF4-FFF2-40B4-BE49-F238E27FC236}">
                    <a16:creationId xmlns:a16="http://schemas.microsoft.com/office/drawing/2014/main" id="{C3A0474D-94CD-1CCA-E5DD-E37EA0A55AD9}"/>
                  </a:ext>
                </a:extLst>
              </p:cNvPr>
              <p:cNvGrpSpPr/>
              <p:nvPr/>
            </p:nvGrpSpPr>
            <p:grpSpPr>
              <a:xfrm>
                <a:off x="3967163" y="5983284"/>
                <a:ext cx="2177954" cy="203200"/>
                <a:chOff x="4411662" y="1266827"/>
                <a:chExt cx="2177954" cy="203200"/>
              </a:xfrm>
              <a:solidFill>
                <a:schemeClr val="tx1"/>
              </a:solidFill>
            </p:grpSpPr>
            <p:sp>
              <p:nvSpPr>
                <p:cNvPr id="1243" name="Rectangle: Rounded Corners 1242">
                  <a:extLst>
                    <a:ext uri="{FF2B5EF4-FFF2-40B4-BE49-F238E27FC236}">
                      <a16:creationId xmlns:a16="http://schemas.microsoft.com/office/drawing/2014/main" id="{B83FC943-A34F-3B67-6BAD-CF4FC5D3CB2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4" name="Rectangle: Rounded Corners 1243">
                  <a:extLst>
                    <a:ext uri="{FF2B5EF4-FFF2-40B4-BE49-F238E27FC236}">
                      <a16:creationId xmlns:a16="http://schemas.microsoft.com/office/drawing/2014/main" id="{C7650AC3-AF2A-86CE-5E2E-9660042D767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5" name="Rectangle: Rounded Corners 1244">
                  <a:extLst>
                    <a:ext uri="{FF2B5EF4-FFF2-40B4-BE49-F238E27FC236}">
                      <a16:creationId xmlns:a16="http://schemas.microsoft.com/office/drawing/2014/main" id="{12CF6900-BF71-57B5-A1EC-42D4E2C2216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6" name="Rectangle: Rounded Corners 1245">
                  <a:extLst>
                    <a:ext uri="{FF2B5EF4-FFF2-40B4-BE49-F238E27FC236}">
                      <a16:creationId xmlns:a16="http://schemas.microsoft.com/office/drawing/2014/main" id="{77FA099E-B84C-2110-B180-CEC29C45A10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7" name="Rectangle: Rounded Corners 1246">
                  <a:extLst>
                    <a:ext uri="{FF2B5EF4-FFF2-40B4-BE49-F238E27FC236}">
                      <a16:creationId xmlns:a16="http://schemas.microsoft.com/office/drawing/2014/main" id="{C820DE93-D3BE-05EE-1E42-FD947BC5BEF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8" name="Rectangle: Rounded Corners 1247">
                  <a:extLst>
                    <a:ext uri="{FF2B5EF4-FFF2-40B4-BE49-F238E27FC236}">
                      <a16:creationId xmlns:a16="http://schemas.microsoft.com/office/drawing/2014/main" id="{FE0D1113-2975-09F3-8194-191ACFB31F2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9" name="Rectangle: Rounded Corners 1248">
                  <a:extLst>
                    <a:ext uri="{FF2B5EF4-FFF2-40B4-BE49-F238E27FC236}">
                      <a16:creationId xmlns:a16="http://schemas.microsoft.com/office/drawing/2014/main" id="{66CAAB8B-03ED-BC8D-74CA-E42AE9A7C7E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0" name="Rectangle: Rounded Corners 1249">
                  <a:extLst>
                    <a:ext uri="{FF2B5EF4-FFF2-40B4-BE49-F238E27FC236}">
                      <a16:creationId xmlns:a16="http://schemas.microsoft.com/office/drawing/2014/main" id="{6E0DBC9B-B854-329B-690C-2E3CC098B6D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0" name="Group 1139">
              <a:extLst>
                <a:ext uri="{FF2B5EF4-FFF2-40B4-BE49-F238E27FC236}">
                  <a16:creationId xmlns:a16="http://schemas.microsoft.com/office/drawing/2014/main" id="{B085052A-B23D-EDE0-118E-ADB31A2AD350}"/>
                </a:ext>
              </a:extLst>
            </p:cNvPr>
            <p:cNvGrpSpPr/>
            <p:nvPr/>
          </p:nvGrpSpPr>
          <p:grpSpPr>
            <a:xfrm>
              <a:off x="15630347" y="4130677"/>
              <a:ext cx="2324893" cy="2055807"/>
              <a:chOff x="3967162" y="4130677"/>
              <a:chExt cx="2324893" cy="2055807"/>
            </a:xfrm>
          </p:grpSpPr>
          <p:sp>
            <p:nvSpPr>
              <p:cNvPr id="1221" name="Rectangle: Rounded Corners 1220">
                <a:extLst>
                  <a:ext uri="{FF2B5EF4-FFF2-40B4-BE49-F238E27FC236}">
                    <a16:creationId xmlns:a16="http://schemas.microsoft.com/office/drawing/2014/main" id="{07E3A4EA-96B1-69DB-8D15-B8BE38E796B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22" name="Group 1221">
                <a:extLst>
                  <a:ext uri="{FF2B5EF4-FFF2-40B4-BE49-F238E27FC236}">
                    <a16:creationId xmlns:a16="http://schemas.microsoft.com/office/drawing/2014/main" id="{E8B17891-E0F3-53CD-B70B-91615BCC05F5}"/>
                  </a:ext>
                </a:extLst>
              </p:cNvPr>
              <p:cNvGrpSpPr/>
              <p:nvPr/>
            </p:nvGrpSpPr>
            <p:grpSpPr>
              <a:xfrm>
                <a:off x="3967162" y="4130677"/>
                <a:ext cx="2177954" cy="203200"/>
                <a:chOff x="4411662" y="1266827"/>
                <a:chExt cx="2177954" cy="203200"/>
              </a:xfrm>
              <a:solidFill>
                <a:schemeClr val="tx1"/>
              </a:solidFill>
            </p:grpSpPr>
            <p:sp>
              <p:nvSpPr>
                <p:cNvPr id="1232" name="Rectangle: Rounded Corners 1231">
                  <a:extLst>
                    <a:ext uri="{FF2B5EF4-FFF2-40B4-BE49-F238E27FC236}">
                      <a16:creationId xmlns:a16="http://schemas.microsoft.com/office/drawing/2014/main" id="{86DBE0F5-D27E-7C6E-EF63-2FD69F9855A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3" name="Rectangle: Rounded Corners 1232">
                  <a:extLst>
                    <a:ext uri="{FF2B5EF4-FFF2-40B4-BE49-F238E27FC236}">
                      <a16:creationId xmlns:a16="http://schemas.microsoft.com/office/drawing/2014/main" id="{932930C5-DFEE-E7FE-0F19-16C329116FF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4" name="Rectangle: Rounded Corners 1233">
                  <a:extLst>
                    <a:ext uri="{FF2B5EF4-FFF2-40B4-BE49-F238E27FC236}">
                      <a16:creationId xmlns:a16="http://schemas.microsoft.com/office/drawing/2014/main" id="{1DC4DBC4-56B5-81C7-8965-637132F9D56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5" name="Rectangle: Rounded Corners 1234">
                  <a:extLst>
                    <a:ext uri="{FF2B5EF4-FFF2-40B4-BE49-F238E27FC236}">
                      <a16:creationId xmlns:a16="http://schemas.microsoft.com/office/drawing/2014/main" id="{3DCF90C5-C76B-71C8-F047-AE998D34B1D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6" name="Rectangle: Rounded Corners 1235">
                  <a:extLst>
                    <a:ext uri="{FF2B5EF4-FFF2-40B4-BE49-F238E27FC236}">
                      <a16:creationId xmlns:a16="http://schemas.microsoft.com/office/drawing/2014/main" id="{5BC35706-E9A8-E85D-5ECF-AF6EBDC155F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7" name="Rectangle: Rounded Corners 1236">
                  <a:extLst>
                    <a:ext uri="{FF2B5EF4-FFF2-40B4-BE49-F238E27FC236}">
                      <a16:creationId xmlns:a16="http://schemas.microsoft.com/office/drawing/2014/main" id="{7CFA756C-4AA9-CDE1-D81E-CAFA40E9EBE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8" name="Rectangle: Rounded Corners 1237">
                  <a:extLst>
                    <a:ext uri="{FF2B5EF4-FFF2-40B4-BE49-F238E27FC236}">
                      <a16:creationId xmlns:a16="http://schemas.microsoft.com/office/drawing/2014/main" id="{7832F286-DD0E-71FB-CD2E-CD827C650DB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9" name="Rectangle: Rounded Corners 1238">
                  <a:extLst>
                    <a:ext uri="{FF2B5EF4-FFF2-40B4-BE49-F238E27FC236}">
                      <a16:creationId xmlns:a16="http://schemas.microsoft.com/office/drawing/2014/main" id="{D1117E58-499D-5F61-054B-5BA30438D90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23" name="Group 1222">
                <a:extLst>
                  <a:ext uri="{FF2B5EF4-FFF2-40B4-BE49-F238E27FC236}">
                    <a16:creationId xmlns:a16="http://schemas.microsoft.com/office/drawing/2014/main" id="{EE5AEACE-FEED-6EAE-3C37-F03D0E4FE4B7}"/>
                  </a:ext>
                </a:extLst>
              </p:cNvPr>
              <p:cNvGrpSpPr/>
              <p:nvPr/>
            </p:nvGrpSpPr>
            <p:grpSpPr>
              <a:xfrm>
                <a:off x="3967163" y="5983284"/>
                <a:ext cx="2177954" cy="203200"/>
                <a:chOff x="4411662" y="1266827"/>
                <a:chExt cx="2177954" cy="203200"/>
              </a:xfrm>
              <a:solidFill>
                <a:schemeClr val="tx1"/>
              </a:solidFill>
            </p:grpSpPr>
            <p:sp>
              <p:nvSpPr>
                <p:cNvPr id="1224" name="Rectangle: Rounded Corners 1223">
                  <a:extLst>
                    <a:ext uri="{FF2B5EF4-FFF2-40B4-BE49-F238E27FC236}">
                      <a16:creationId xmlns:a16="http://schemas.microsoft.com/office/drawing/2014/main" id="{48DAD47A-955E-289D-EF19-E778D2EF399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5" name="Rectangle: Rounded Corners 1224">
                  <a:extLst>
                    <a:ext uri="{FF2B5EF4-FFF2-40B4-BE49-F238E27FC236}">
                      <a16:creationId xmlns:a16="http://schemas.microsoft.com/office/drawing/2014/main" id="{72F4A5E5-B2D9-48A9-4EBD-B359DB2F6B9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6" name="Rectangle: Rounded Corners 1225">
                  <a:extLst>
                    <a:ext uri="{FF2B5EF4-FFF2-40B4-BE49-F238E27FC236}">
                      <a16:creationId xmlns:a16="http://schemas.microsoft.com/office/drawing/2014/main" id="{5F197068-F64F-3CB2-7CA1-561BCCDA075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7" name="Rectangle: Rounded Corners 1226">
                  <a:extLst>
                    <a:ext uri="{FF2B5EF4-FFF2-40B4-BE49-F238E27FC236}">
                      <a16:creationId xmlns:a16="http://schemas.microsoft.com/office/drawing/2014/main" id="{49A48A83-EB39-B07B-B683-3AB8F4F486A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8" name="Rectangle: Rounded Corners 1227">
                  <a:extLst>
                    <a:ext uri="{FF2B5EF4-FFF2-40B4-BE49-F238E27FC236}">
                      <a16:creationId xmlns:a16="http://schemas.microsoft.com/office/drawing/2014/main" id="{94462998-AF8C-0425-7AE8-BCA41C73563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9" name="Rectangle: Rounded Corners 1228">
                  <a:extLst>
                    <a:ext uri="{FF2B5EF4-FFF2-40B4-BE49-F238E27FC236}">
                      <a16:creationId xmlns:a16="http://schemas.microsoft.com/office/drawing/2014/main" id="{5AFFD90E-1557-E3E2-FB4C-9922AD59605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0" name="Rectangle: Rounded Corners 1229">
                  <a:extLst>
                    <a:ext uri="{FF2B5EF4-FFF2-40B4-BE49-F238E27FC236}">
                      <a16:creationId xmlns:a16="http://schemas.microsoft.com/office/drawing/2014/main" id="{C3D57A5B-66DD-0C02-1C6E-63E2C0E051C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1" name="Rectangle: Rounded Corners 1230">
                  <a:extLst>
                    <a:ext uri="{FF2B5EF4-FFF2-40B4-BE49-F238E27FC236}">
                      <a16:creationId xmlns:a16="http://schemas.microsoft.com/office/drawing/2014/main" id="{AC8DCA97-A29F-6ABF-6CBA-92C30EB1547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1" name="Group 1140">
              <a:extLst>
                <a:ext uri="{FF2B5EF4-FFF2-40B4-BE49-F238E27FC236}">
                  <a16:creationId xmlns:a16="http://schemas.microsoft.com/office/drawing/2014/main" id="{150139FF-0217-E71E-04C5-C0AEF0FFB92B}"/>
                </a:ext>
              </a:extLst>
            </p:cNvPr>
            <p:cNvGrpSpPr/>
            <p:nvPr/>
          </p:nvGrpSpPr>
          <p:grpSpPr>
            <a:xfrm>
              <a:off x="17962984" y="4130677"/>
              <a:ext cx="2324893" cy="2055807"/>
              <a:chOff x="3967162" y="4130677"/>
              <a:chExt cx="2324893" cy="2055807"/>
            </a:xfrm>
          </p:grpSpPr>
          <p:sp>
            <p:nvSpPr>
              <p:cNvPr id="1202" name="Rectangle: Rounded Corners 1201">
                <a:extLst>
                  <a:ext uri="{FF2B5EF4-FFF2-40B4-BE49-F238E27FC236}">
                    <a16:creationId xmlns:a16="http://schemas.microsoft.com/office/drawing/2014/main" id="{A2AC003B-C2E3-6787-3838-75A83F0EC41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03" name="Group 1202">
                <a:extLst>
                  <a:ext uri="{FF2B5EF4-FFF2-40B4-BE49-F238E27FC236}">
                    <a16:creationId xmlns:a16="http://schemas.microsoft.com/office/drawing/2014/main" id="{4020DC0F-FE4C-FE60-B9CF-BDF5AA3A6247}"/>
                  </a:ext>
                </a:extLst>
              </p:cNvPr>
              <p:cNvGrpSpPr/>
              <p:nvPr/>
            </p:nvGrpSpPr>
            <p:grpSpPr>
              <a:xfrm>
                <a:off x="3967162" y="4130677"/>
                <a:ext cx="2177954" cy="203200"/>
                <a:chOff x="4411662" y="1266827"/>
                <a:chExt cx="2177954" cy="203200"/>
              </a:xfrm>
              <a:solidFill>
                <a:schemeClr val="tx1"/>
              </a:solidFill>
            </p:grpSpPr>
            <p:sp>
              <p:nvSpPr>
                <p:cNvPr id="1213" name="Rectangle: Rounded Corners 1212">
                  <a:extLst>
                    <a:ext uri="{FF2B5EF4-FFF2-40B4-BE49-F238E27FC236}">
                      <a16:creationId xmlns:a16="http://schemas.microsoft.com/office/drawing/2014/main" id="{87FB5CB3-CE0B-2545-47E4-8C0CCD2338A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4" name="Rectangle: Rounded Corners 1213">
                  <a:extLst>
                    <a:ext uri="{FF2B5EF4-FFF2-40B4-BE49-F238E27FC236}">
                      <a16:creationId xmlns:a16="http://schemas.microsoft.com/office/drawing/2014/main" id="{7C043072-4C8C-345B-57FA-8CC89F82C66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5" name="Rectangle: Rounded Corners 1214">
                  <a:extLst>
                    <a:ext uri="{FF2B5EF4-FFF2-40B4-BE49-F238E27FC236}">
                      <a16:creationId xmlns:a16="http://schemas.microsoft.com/office/drawing/2014/main" id="{704DC87E-0E37-BDA5-85B2-A193D9A4605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6" name="Rectangle: Rounded Corners 1215">
                  <a:extLst>
                    <a:ext uri="{FF2B5EF4-FFF2-40B4-BE49-F238E27FC236}">
                      <a16:creationId xmlns:a16="http://schemas.microsoft.com/office/drawing/2014/main" id="{0588864C-B921-289E-AD93-2A193C4A189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7" name="Rectangle: Rounded Corners 1216">
                  <a:extLst>
                    <a:ext uri="{FF2B5EF4-FFF2-40B4-BE49-F238E27FC236}">
                      <a16:creationId xmlns:a16="http://schemas.microsoft.com/office/drawing/2014/main" id="{6E480A2C-C2F0-3A80-E31F-1CB3760B00B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8" name="Rectangle: Rounded Corners 1217">
                  <a:extLst>
                    <a:ext uri="{FF2B5EF4-FFF2-40B4-BE49-F238E27FC236}">
                      <a16:creationId xmlns:a16="http://schemas.microsoft.com/office/drawing/2014/main" id="{E7E71215-D8F9-13E6-C637-EBCDB0C17DC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9" name="Rectangle: Rounded Corners 1218">
                  <a:extLst>
                    <a:ext uri="{FF2B5EF4-FFF2-40B4-BE49-F238E27FC236}">
                      <a16:creationId xmlns:a16="http://schemas.microsoft.com/office/drawing/2014/main" id="{AC4031D6-AD74-B730-9D16-4ED1B1F558D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0" name="Rectangle: Rounded Corners 1219">
                  <a:extLst>
                    <a:ext uri="{FF2B5EF4-FFF2-40B4-BE49-F238E27FC236}">
                      <a16:creationId xmlns:a16="http://schemas.microsoft.com/office/drawing/2014/main" id="{FE850FAD-F65E-F40B-8D98-485CE69ABDC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04" name="Group 1203">
                <a:extLst>
                  <a:ext uri="{FF2B5EF4-FFF2-40B4-BE49-F238E27FC236}">
                    <a16:creationId xmlns:a16="http://schemas.microsoft.com/office/drawing/2014/main" id="{34A702A1-B3A2-21F1-A2E8-E099F91030E9}"/>
                  </a:ext>
                </a:extLst>
              </p:cNvPr>
              <p:cNvGrpSpPr/>
              <p:nvPr/>
            </p:nvGrpSpPr>
            <p:grpSpPr>
              <a:xfrm>
                <a:off x="3967163" y="5983284"/>
                <a:ext cx="2177954" cy="203200"/>
                <a:chOff x="4411662" y="1266827"/>
                <a:chExt cx="2177954" cy="203200"/>
              </a:xfrm>
              <a:solidFill>
                <a:schemeClr val="tx1"/>
              </a:solidFill>
            </p:grpSpPr>
            <p:sp>
              <p:nvSpPr>
                <p:cNvPr id="1205" name="Rectangle: Rounded Corners 1204">
                  <a:extLst>
                    <a:ext uri="{FF2B5EF4-FFF2-40B4-BE49-F238E27FC236}">
                      <a16:creationId xmlns:a16="http://schemas.microsoft.com/office/drawing/2014/main" id="{4F355EA6-6145-F035-FAB2-00CB5D9D22F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6" name="Rectangle: Rounded Corners 1205">
                  <a:extLst>
                    <a:ext uri="{FF2B5EF4-FFF2-40B4-BE49-F238E27FC236}">
                      <a16:creationId xmlns:a16="http://schemas.microsoft.com/office/drawing/2014/main" id="{3A59CEA3-5E53-D9D2-461A-7192D558B0D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7" name="Rectangle: Rounded Corners 1206">
                  <a:extLst>
                    <a:ext uri="{FF2B5EF4-FFF2-40B4-BE49-F238E27FC236}">
                      <a16:creationId xmlns:a16="http://schemas.microsoft.com/office/drawing/2014/main" id="{54F7F280-2458-9476-272B-BBCD5CDD11D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8" name="Rectangle: Rounded Corners 1207">
                  <a:extLst>
                    <a:ext uri="{FF2B5EF4-FFF2-40B4-BE49-F238E27FC236}">
                      <a16:creationId xmlns:a16="http://schemas.microsoft.com/office/drawing/2014/main" id="{E6E46226-5FE5-C3E1-3A84-DADFAA0F89D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9" name="Rectangle: Rounded Corners 1208">
                  <a:extLst>
                    <a:ext uri="{FF2B5EF4-FFF2-40B4-BE49-F238E27FC236}">
                      <a16:creationId xmlns:a16="http://schemas.microsoft.com/office/drawing/2014/main" id="{791D5766-AF13-CE07-086F-D7C1BEEC0BC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0" name="Rectangle: Rounded Corners 1209">
                  <a:extLst>
                    <a:ext uri="{FF2B5EF4-FFF2-40B4-BE49-F238E27FC236}">
                      <a16:creationId xmlns:a16="http://schemas.microsoft.com/office/drawing/2014/main" id="{E6EAD6E4-2527-9D67-773D-C9AF644860C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1" name="Rectangle: Rounded Corners 1210">
                  <a:extLst>
                    <a:ext uri="{FF2B5EF4-FFF2-40B4-BE49-F238E27FC236}">
                      <a16:creationId xmlns:a16="http://schemas.microsoft.com/office/drawing/2014/main" id="{E65DA8A7-ABCC-CD7A-0912-313FA92D715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2" name="Rectangle: Rounded Corners 1211">
                  <a:extLst>
                    <a:ext uri="{FF2B5EF4-FFF2-40B4-BE49-F238E27FC236}">
                      <a16:creationId xmlns:a16="http://schemas.microsoft.com/office/drawing/2014/main" id="{7FD74B52-4CBD-B421-6222-63071D8C8C1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2" name="Group 1141">
              <a:extLst>
                <a:ext uri="{FF2B5EF4-FFF2-40B4-BE49-F238E27FC236}">
                  <a16:creationId xmlns:a16="http://schemas.microsoft.com/office/drawing/2014/main" id="{1A0A647B-4365-89A6-F874-5347A2B0D385}"/>
                </a:ext>
              </a:extLst>
            </p:cNvPr>
            <p:cNvGrpSpPr/>
            <p:nvPr/>
          </p:nvGrpSpPr>
          <p:grpSpPr>
            <a:xfrm>
              <a:off x="20295621" y="4130677"/>
              <a:ext cx="2324893" cy="2055807"/>
              <a:chOff x="3967162" y="4130677"/>
              <a:chExt cx="2324893" cy="2055807"/>
            </a:xfrm>
          </p:grpSpPr>
          <p:sp>
            <p:nvSpPr>
              <p:cNvPr id="1183" name="Rectangle: Rounded Corners 1182">
                <a:extLst>
                  <a:ext uri="{FF2B5EF4-FFF2-40B4-BE49-F238E27FC236}">
                    <a16:creationId xmlns:a16="http://schemas.microsoft.com/office/drawing/2014/main" id="{3FA84AC4-F5E6-9AF6-9690-7705BA10F87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84" name="Group 1183">
                <a:extLst>
                  <a:ext uri="{FF2B5EF4-FFF2-40B4-BE49-F238E27FC236}">
                    <a16:creationId xmlns:a16="http://schemas.microsoft.com/office/drawing/2014/main" id="{EFEC84C5-57B4-2ADB-4462-0A1B64C007C2}"/>
                  </a:ext>
                </a:extLst>
              </p:cNvPr>
              <p:cNvGrpSpPr/>
              <p:nvPr/>
            </p:nvGrpSpPr>
            <p:grpSpPr>
              <a:xfrm>
                <a:off x="3967162" y="4130677"/>
                <a:ext cx="2177954" cy="203200"/>
                <a:chOff x="4411662" y="1266827"/>
                <a:chExt cx="2177954" cy="203200"/>
              </a:xfrm>
              <a:solidFill>
                <a:schemeClr val="tx1"/>
              </a:solidFill>
            </p:grpSpPr>
            <p:sp>
              <p:nvSpPr>
                <p:cNvPr id="1194" name="Rectangle: Rounded Corners 1193">
                  <a:extLst>
                    <a:ext uri="{FF2B5EF4-FFF2-40B4-BE49-F238E27FC236}">
                      <a16:creationId xmlns:a16="http://schemas.microsoft.com/office/drawing/2014/main" id="{261781C4-4280-13FB-6552-D523342AA0D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5" name="Rectangle: Rounded Corners 1194">
                  <a:extLst>
                    <a:ext uri="{FF2B5EF4-FFF2-40B4-BE49-F238E27FC236}">
                      <a16:creationId xmlns:a16="http://schemas.microsoft.com/office/drawing/2014/main" id="{B6B3D309-01CF-C4CF-F81D-0BC4E4D9832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6" name="Rectangle: Rounded Corners 1195">
                  <a:extLst>
                    <a:ext uri="{FF2B5EF4-FFF2-40B4-BE49-F238E27FC236}">
                      <a16:creationId xmlns:a16="http://schemas.microsoft.com/office/drawing/2014/main" id="{00DFFBD8-9002-2B34-EC3C-19009CF02E0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7" name="Rectangle: Rounded Corners 1196">
                  <a:extLst>
                    <a:ext uri="{FF2B5EF4-FFF2-40B4-BE49-F238E27FC236}">
                      <a16:creationId xmlns:a16="http://schemas.microsoft.com/office/drawing/2014/main" id="{3E3A53E6-7FC0-F339-254C-383963DF6C2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8" name="Rectangle: Rounded Corners 1197">
                  <a:extLst>
                    <a:ext uri="{FF2B5EF4-FFF2-40B4-BE49-F238E27FC236}">
                      <a16:creationId xmlns:a16="http://schemas.microsoft.com/office/drawing/2014/main" id="{09E48298-93D5-3469-C395-C5FE0BCB7FB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9" name="Rectangle: Rounded Corners 1198">
                  <a:extLst>
                    <a:ext uri="{FF2B5EF4-FFF2-40B4-BE49-F238E27FC236}">
                      <a16:creationId xmlns:a16="http://schemas.microsoft.com/office/drawing/2014/main" id="{3E29CB1D-D0EB-9642-4CCC-A3D1BB82FF4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0" name="Rectangle: Rounded Corners 1199">
                  <a:extLst>
                    <a:ext uri="{FF2B5EF4-FFF2-40B4-BE49-F238E27FC236}">
                      <a16:creationId xmlns:a16="http://schemas.microsoft.com/office/drawing/2014/main" id="{C2D70B97-E3ED-27B8-1C80-C370E74F02B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1" name="Rectangle: Rounded Corners 1200">
                  <a:extLst>
                    <a:ext uri="{FF2B5EF4-FFF2-40B4-BE49-F238E27FC236}">
                      <a16:creationId xmlns:a16="http://schemas.microsoft.com/office/drawing/2014/main" id="{313E9B7F-0172-64E0-00A1-BD8CEC44CCB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85" name="Group 1184">
                <a:extLst>
                  <a:ext uri="{FF2B5EF4-FFF2-40B4-BE49-F238E27FC236}">
                    <a16:creationId xmlns:a16="http://schemas.microsoft.com/office/drawing/2014/main" id="{09CBFCBA-812D-682D-EE21-AFA5673AAB58}"/>
                  </a:ext>
                </a:extLst>
              </p:cNvPr>
              <p:cNvGrpSpPr/>
              <p:nvPr/>
            </p:nvGrpSpPr>
            <p:grpSpPr>
              <a:xfrm>
                <a:off x="3967163" y="5983284"/>
                <a:ext cx="2177954" cy="203200"/>
                <a:chOff x="4411662" y="1266827"/>
                <a:chExt cx="2177954" cy="203200"/>
              </a:xfrm>
              <a:solidFill>
                <a:schemeClr val="tx1"/>
              </a:solidFill>
            </p:grpSpPr>
            <p:sp>
              <p:nvSpPr>
                <p:cNvPr id="1186" name="Rectangle: Rounded Corners 1185">
                  <a:extLst>
                    <a:ext uri="{FF2B5EF4-FFF2-40B4-BE49-F238E27FC236}">
                      <a16:creationId xmlns:a16="http://schemas.microsoft.com/office/drawing/2014/main" id="{183E0C4A-3DC8-1722-B3A8-05325F11FC6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7" name="Rectangle: Rounded Corners 1186">
                  <a:extLst>
                    <a:ext uri="{FF2B5EF4-FFF2-40B4-BE49-F238E27FC236}">
                      <a16:creationId xmlns:a16="http://schemas.microsoft.com/office/drawing/2014/main" id="{156E3729-6A0C-9875-D60C-CA71114BA2E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8" name="Rectangle: Rounded Corners 1187">
                  <a:extLst>
                    <a:ext uri="{FF2B5EF4-FFF2-40B4-BE49-F238E27FC236}">
                      <a16:creationId xmlns:a16="http://schemas.microsoft.com/office/drawing/2014/main" id="{BBFDCA4E-1974-A378-4EC5-10DDB54F05B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9" name="Rectangle: Rounded Corners 1188">
                  <a:extLst>
                    <a:ext uri="{FF2B5EF4-FFF2-40B4-BE49-F238E27FC236}">
                      <a16:creationId xmlns:a16="http://schemas.microsoft.com/office/drawing/2014/main" id="{61FF9B54-2FE6-D510-D15F-514DBD16EFB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0" name="Rectangle: Rounded Corners 1189">
                  <a:extLst>
                    <a:ext uri="{FF2B5EF4-FFF2-40B4-BE49-F238E27FC236}">
                      <a16:creationId xmlns:a16="http://schemas.microsoft.com/office/drawing/2014/main" id="{2A3FE6A0-FA07-BB5D-47D1-BD34D561144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1" name="Rectangle: Rounded Corners 1190">
                  <a:extLst>
                    <a:ext uri="{FF2B5EF4-FFF2-40B4-BE49-F238E27FC236}">
                      <a16:creationId xmlns:a16="http://schemas.microsoft.com/office/drawing/2014/main" id="{07CD84CB-AC0E-3C65-567A-C0CB10FA801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2" name="Rectangle: Rounded Corners 1191">
                  <a:extLst>
                    <a:ext uri="{FF2B5EF4-FFF2-40B4-BE49-F238E27FC236}">
                      <a16:creationId xmlns:a16="http://schemas.microsoft.com/office/drawing/2014/main" id="{D40149A9-1331-237C-6550-D48ED0D5462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3" name="Rectangle: Rounded Corners 1192">
                  <a:extLst>
                    <a:ext uri="{FF2B5EF4-FFF2-40B4-BE49-F238E27FC236}">
                      <a16:creationId xmlns:a16="http://schemas.microsoft.com/office/drawing/2014/main" id="{57003AE2-743B-B3E1-E409-0678DA056D1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3" name="Group 1142">
              <a:extLst>
                <a:ext uri="{FF2B5EF4-FFF2-40B4-BE49-F238E27FC236}">
                  <a16:creationId xmlns:a16="http://schemas.microsoft.com/office/drawing/2014/main" id="{9099599D-F234-F7DE-36E0-11EE1FB13734}"/>
                </a:ext>
              </a:extLst>
            </p:cNvPr>
            <p:cNvGrpSpPr/>
            <p:nvPr/>
          </p:nvGrpSpPr>
          <p:grpSpPr>
            <a:xfrm>
              <a:off x="22628258" y="4130677"/>
              <a:ext cx="2324893" cy="2055807"/>
              <a:chOff x="3967162" y="4130677"/>
              <a:chExt cx="2324893" cy="2055807"/>
            </a:xfrm>
          </p:grpSpPr>
          <p:sp>
            <p:nvSpPr>
              <p:cNvPr id="1164" name="Rectangle: Rounded Corners 1163">
                <a:extLst>
                  <a:ext uri="{FF2B5EF4-FFF2-40B4-BE49-F238E27FC236}">
                    <a16:creationId xmlns:a16="http://schemas.microsoft.com/office/drawing/2014/main" id="{226273D5-E943-BD03-E7AD-563D4A05098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5" name="Group 1164">
                <a:extLst>
                  <a:ext uri="{FF2B5EF4-FFF2-40B4-BE49-F238E27FC236}">
                    <a16:creationId xmlns:a16="http://schemas.microsoft.com/office/drawing/2014/main" id="{26397F43-017E-1B6B-D151-1EEB347B9127}"/>
                  </a:ext>
                </a:extLst>
              </p:cNvPr>
              <p:cNvGrpSpPr/>
              <p:nvPr/>
            </p:nvGrpSpPr>
            <p:grpSpPr>
              <a:xfrm>
                <a:off x="3967162" y="4130677"/>
                <a:ext cx="2177954" cy="203200"/>
                <a:chOff x="4411662" y="1266827"/>
                <a:chExt cx="2177954" cy="203200"/>
              </a:xfrm>
              <a:solidFill>
                <a:schemeClr val="tx1"/>
              </a:solidFill>
            </p:grpSpPr>
            <p:sp>
              <p:nvSpPr>
                <p:cNvPr id="1175" name="Rectangle: Rounded Corners 1174">
                  <a:extLst>
                    <a:ext uri="{FF2B5EF4-FFF2-40B4-BE49-F238E27FC236}">
                      <a16:creationId xmlns:a16="http://schemas.microsoft.com/office/drawing/2014/main" id="{76011998-8B4B-F78A-98E4-941B1632943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6" name="Rectangle: Rounded Corners 1175">
                  <a:extLst>
                    <a:ext uri="{FF2B5EF4-FFF2-40B4-BE49-F238E27FC236}">
                      <a16:creationId xmlns:a16="http://schemas.microsoft.com/office/drawing/2014/main" id="{37F617F2-4FEB-1CE0-CF6B-D524480D6CC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7" name="Rectangle: Rounded Corners 1176">
                  <a:extLst>
                    <a:ext uri="{FF2B5EF4-FFF2-40B4-BE49-F238E27FC236}">
                      <a16:creationId xmlns:a16="http://schemas.microsoft.com/office/drawing/2014/main" id="{C69CF293-9EA7-7FC2-42AE-10351FCA714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8" name="Rectangle: Rounded Corners 1177">
                  <a:extLst>
                    <a:ext uri="{FF2B5EF4-FFF2-40B4-BE49-F238E27FC236}">
                      <a16:creationId xmlns:a16="http://schemas.microsoft.com/office/drawing/2014/main" id="{E8D2AC3D-854E-E22E-FFFE-69AEA96C377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9" name="Rectangle: Rounded Corners 1178">
                  <a:extLst>
                    <a:ext uri="{FF2B5EF4-FFF2-40B4-BE49-F238E27FC236}">
                      <a16:creationId xmlns:a16="http://schemas.microsoft.com/office/drawing/2014/main" id="{613E62E7-A36B-66E5-0CAE-596B40CC2E7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0" name="Rectangle: Rounded Corners 1179">
                  <a:extLst>
                    <a:ext uri="{FF2B5EF4-FFF2-40B4-BE49-F238E27FC236}">
                      <a16:creationId xmlns:a16="http://schemas.microsoft.com/office/drawing/2014/main" id="{60E40212-F716-69E6-1728-C214FA9DC1A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1" name="Rectangle: Rounded Corners 1180">
                  <a:extLst>
                    <a:ext uri="{FF2B5EF4-FFF2-40B4-BE49-F238E27FC236}">
                      <a16:creationId xmlns:a16="http://schemas.microsoft.com/office/drawing/2014/main" id="{1DD5D535-979B-86A6-15F9-183DFE783CA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2" name="Rectangle: Rounded Corners 1181">
                  <a:extLst>
                    <a:ext uri="{FF2B5EF4-FFF2-40B4-BE49-F238E27FC236}">
                      <a16:creationId xmlns:a16="http://schemas.microsoft.com/office/drawing/2014/main" id="{7960CDAD-8FA9-E683-9356-A80C23C2C34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66" name="Group 1165">
                <a:extLst>
                  <a:ext uri="{FF2B5EF4-FFF2-40B4-BE49-F238E27FC236}">
                    <a16:creationId xmlns:a16="http://schemas.microsoft.com/office/drawing/2014/main" id="{FCA05CC5-9521-D2D1-DB2F-6912B1FF4F48}"/>
                  </a:ext>
                </a:extLst>
              </p:cNvPr>
              <p:cNvGrpSpPr/>
              <p:nvPr/>
            </p:nvGrpSpPr>
            <p:grpSpPr>
              <a:xfrm>
                <a:off x="3967163" y="5983284"/>
                <a:ext cx="2177954" cy="203200"/>
                <a:chOff x="4411662" y="1266827"/>
                <a:chExt cx="2177954" cy="203200"/>
              </a:xfrm>
              <a:solidFill>
                <a:schemeClr val="tx1"/>
              </a:solidFill>
            </p:grpSpPr>
            <p:sp>
              <p:nvSpPr>
                <p:cNvPr id="1167" name="Rectangle: Rounded Corners 1166">
                  <a:extLst>
                    <a:ext uri="{FF2B5EF4-FFF2-40B4-BE49-F238E27FC236}">
                      <a16:creationId xmlns:a16="http://schemas.microsoft.com/office/drawing/2014/main" id="{FCEA1680-F27E-CB39-2281-BEF598D865B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8" name="Rectangle: Rounded Corners 1167">
                  <a:extLst>
                    <a:ext uri="{FF2B5EF4-FFF2-40B4-BE49-F238E27FC236}">
                      <a16:creationId xmlns:a16="http://schemas.microsoft.com/office/drawing/2014/main" id="{DAC3E1B1-C257-5E8A-03E6-68660E4F6C1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9" name="Rectangle: Rounded Corners 1168">
                  <a:extLst>
                    <a:ext uri="{FF2B5EF4-FFF2-40B4-BE49-F238E27FC236}">
                      <a16:creationId xmlns:a16="http://schemas.microsoft.com/office/drawing/2014/main" id="{B96F1672-7F5B-A384-3823-EEC2DB9E308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0" name="Rectangle: Rounded Corners 1169">
                  <a:extLst>
                    <a:ext uri="{FF2B5EF4-FFF2-40B4-BE49-F238E27FC236}">
                      <a16:creationId xmlns:a16="http://schemas.microsoft.com/office/drawing/2014/main" id="{68F2BF72-A843-D45B-4023-AE9436F31F5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1" name="Rectangle: Rounded Corners 1170">
                  <a:extLst>
                    <a:ext uri="{FF2B5EF4-FFF2-40B4-BE49-F238E27FC236}">
                      <a16:creationId xmlns:a16="http://schemas.microsoft.com/office/drawing/2014/main" id="{E80594D9-C8BE-CC52-A44E-2AC15676220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2" name="Rectangle: Rounded Corners 1171">
                  <a:extLst>
                    <a:ext uri="{FF2B5EF4-FFF2-40B4-BE49-F238E27FC236}">
                      <a16:creationId xmlns:a16="http://schemas.microsoft.com/office/drawing/2014/main" id="{711F8584-F130-E426-8898-3B72ACEA638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3" name="Rectangle: Rounded Corners 1172">
                  <a:extLst>
                    <a:ext uri="{FF2B5EF4-FFF2-40B4-BE49-F238E27FC236}">
                      <a16:creationId xmlns:a16="http://schemas.microsoft.com/office/drawing/2014/main" id="{F445A42A-F0E8-1D45-197D-0BB3966998D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4" name="Rectangle: Rounded Corners 1173">
                  <a:extLst>
                    <a:ext uri="{FF2B5EF4-FFF2-40B4-BE49-F238E27FC236}">
                      <a16:creationId xmlns:a16="http://schemas.microsoft.com/office/drawing/2014/main" id="{E0ABD142-C8BD-B7C0-4034-3963F95F2DA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4" name="Group 1143">
              <a:extLst>
                <a:ext uri="{FF2B5EF4-FFF2-40B4-BE49-F238E27FC236}">
                  <a16:creationId xmlns:a16="http://schemas.microsoft.com/office/drawing/2014/main" id="{54A49587-E0CD-21D3-EF8F-6BCA5D925EE0}"/>
                </a:ext>
              </a:extLst>
            </p:cNvPr>
            <p:cNvGrpSpPr/>
            <p:nvPr/>
          </p:nvGrpSpPr>
          <p:grpSpPr>
            <a:xfrm>
              <a:off x="24960895" y="4130677"/>
              <a:ext cx="2324893" cy="2055807"/>
              <a:chOff x="3967162" y="4130677"/>
              <a:chExt cx="2324893" cy="2055807"/>
            </a:xfrm>
          </p:grpSpPr>
          <p:sp>
            <p:nvSpPr>
              <p:cNvPr id="1145" name="Rectangle: Rounded Corners 1144">
                <a:extLst>
                  <a:ext uri="{FF2B5EF4-FFF2-40B4-BE49-F238E27FC236}">
                    <a16:creationId xmlns:a16="http://schemas.microsoft.com/office/drawing/2014/main" id="{76301123-E102-F621-DF1C-D2A35D732AD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46" name="Group 1145">
                <a:extLst>
                  <a:ext uri="{FF2B5EF4-FFF2-40B4-BE49-F238E27FC236}">
                    <a16:creationId xmlns:a16="http://schemas.microsoft.com/office/drawing/2014/main" id="{9D742D28-8EBB-ECA8-E7C0-137A0EECC177}"/>
                  </a:ext>
                </a:extLst>
              </p:cNvPr>
              <p:cNvGrpSpPr/>
              <p:nvPr/>
            </p:nvGrpSpPr>
            <p:grpSpPr>
              <a:xfrm>
                <a:off x="3967162" y="4130677"/>
                <a:ext cx="2177954" cy="203200"/>
                <a:chOff x="4411662" y="1266827"/>
                <a:chExt cx="2177954" cy="203200"/>
              </a:xfrm>
              <a:solidFill>
                <a:schemeClr val="tx1"/>
              </a:solidFill>
            </p:grpSpPr>
            <p:sp>
              <p:nvSpPr>
                <p:cNvPr id="1156" name="Rectangle: Rounded Corners 1155">
                  <a:extLst>
                    <a:ext uri="{FF2B5EF4-FFF2-40B4-BE49-F238E27FC236}">
                      <a16:creationId xmlns:a16="http://schemas.microsoft.com/office/drawing/2014/main" id="{B0F2BA9F-294C-8AE3-9469-3355B530422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7" name="Rectangle: Rounded Corners 1156">
                  <a:extLst>
                    <a:ext uri="{FF2B5EF4-FFF2-40B4-BE49-F238E27FC236}">
                      <a16:creationId xmlns:a16="http://schemas.microsoft.com/office/drawing/2014/main" id="{726AD4D8-0941-D356-017E-4D116457619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8" name="Rectangle: Rounded Corners 1157">
                  <a:extLst>
                    <a:ext uri="{FF2B5EF4-FFF2-40B4-BE49-F238E27FC236}">
                      <a16:creationId xmlns:a16="http://schemas.microsoft.com/office/drawing/2014/main" id="{9A113598-5981-1CFA-D8E1-C4B5AB2F1D3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9" name="Rectangle: Rounded Corners 1158">
                  <a:extLst>
                    <a:ext uri="{FF2B5EF4-FFF2-40B4-BE49-F238E27FC236}">
                      <a16:creationId xmlns:a16="http://schemas.microsoft.com/office/drawing/2014/main" id="{9B4E7201-9C8E-BC3C-717E-D819B4B5A48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0" name="Rectangle: Rounded Corners 1159">
                  <a:extLst>
                    <a:ext uri="{FF2B5EF4-FFF2-40B4-BE49-F238E27FC236}">
                      <a16:creationId xmlns:a16="http://schemas.microsoft.com/office/drawing/2014/main" id="{7767E2A2-CE0C-C8CA-F4D9-6EFC3B20A79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1" name="Rectangle: Rounded Corners 1160">
                  <a:extLst>
                    <a:ext uri="{FF2B5EF4-FFF2-40B4-BE49-F238E27FC236}">
                      <a16:creationId xmlns:a16="http://schemas.microsoft.com/office/drawing/2014/main" id="{5D23AACF-AB03-03ED-5FB2-D577BADF6FB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2" name="Rectangle: Rounded Corners 1161">
                  <a:extLst>
                    <a:ext uri="{FF2B5EF4-FFF2-40B4-BE49-F238E27FC236}">
                      <a16:creationId xmlns:a16="http://schemas.microsoft.com/office/drawing/2014/main" id="{2281F06D-8583-1554-858A-5F4547453A3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3" name="Rectangle: Rounded Corners 1162">
                  <a:extLst>
                    <a:ext uri="{FF2B5EF4-FFF2-40B4-BE49-F238E27FC236}">
                      <a16:creationId xmlns:a16="http://schemas.microsoft.com/office/drawing/2014/main" id="{CB30E37C-178E-A61A-2211-E5DF5D04F60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47" name="Group 1146">
                <a:extLst>
                  <a:ext uri="{FF2B5EF4-FFF2-40B4-BE49-F238E27FC236}">
                    <a16:creationId xmlns:a16="http://schemas.microsoft.com/office/drawing/2014/main" id="{5D55C947-A67F-1238-C185-5C415E409013}"/>
                  </a:ext>
                </a:extLst>
              </p:cNvPr>
              <p:cNvGrpSpPr/>
              <p:nvPr/>
            </p:nvGrpSpPr>
            <p:grpSpPr>
              <a:xfrm>
                <a:off x="3967163" y="5983284"/>
                <a:ext cx="2177954" cy="203200"/>
                <a:chOff x="4411662" y="1266827"/>
                <a:chExt cx="2177954" cy="203200"/>
              </a:xfrm>
              <a:solidFill>
                <a:schemeClr val="tx1"/>
              </a:solidFill>
            </p:grpSpPr>
            <p:sp>
              <p:nvSpPr>
                <p:cNvPr id="1148" name="Rectangle: Rounded Corners 1147">
                  <a:extLst>
                    <a:ext uri="{FF2B5EF4-FFF2-40B4-BE49-F238E27FC236}">
                      <a16:creationId xmlns:a16="http://schemas.microsoft.com/office/drawing/2014/main" id="{F0F06ACF-3AA1-CD3D-2397-43B9312EB42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49" name="Rectangle: Rounded Corners 1148">
                  <a:extLst>
                    <a:ext uri="{FF2B5EF4-FFF2-40B4-BE49-F238E27FC236}">
                      <a16:creationId xmlns:a16="http://schemas.microsoft.com/office/drawing/2014/main" id="{5F75B0A5-4D4E-137E-4A7D-42496B4A290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0" name="Rectangle: Rounded Corners 1149">
                  <a:extLst>
                    <a:ext uri="{FF2B5EF4-FFF2-40B4-BE49-F238E27FC236}">
                      <a16:creationId xmlns:a16="http://schemas.microsoft.com/office/drawing/2014/main" id="{9EBFCE27-3E69-F033-8D2D-6B9E908D155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1" name="Rectangle: Rounded Corners 1150">
                  <a:extLst>
                    <a:ext uri="{FF2B5EF4-FFF2-40B4-BE49-F238E27FC236}">
                      <a16:creationId xmlns:a16="http://schemas.microsoft.com/office/drawing/2014/main" id="{781B675E-D7C9-45D3-F454-B7FCEEE37CF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2" name="Rectangle: Rounded Corners 1151">
                  <a:extLst>
                    <a:ext uri="{FF2B5EF4-FFF2-40B4-BE49-F238E27FC236}">
                      <a16:creationId xmlns:a16="http://schemas.microsoft.com/office/drawing/2014/main" id="{7175F22C-A1CE-D343-3B0F-09CA95726F0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3" name="Rectangle: Rounded Corners 1152">
                  <a:extLst>
                    <a:ext uri="{FF2B5EF4-FFF2-40B4-BE49-F238E27FC236}">
                      <a16:creationId xmlns:a16="http://schemas.microsoft.com/office/drawing/2014/main" id="{7E2A2B3D-CE89-27D7-440C-B6C1FDEF767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4" name="Rectangle: Rounded Corners 1153">
                  <a:extLst>
                    <a:ext uri="{FF2B5EF4-FFF2-40B4-BE49-F238E27FC236}">
                      <a16:creationId xmlns:a16="http://schemas.microsoft.com/office/drawing/2014/main" id="{815CBC41-76F9-A44F-1F67-DFC1499A637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5" name="Rectangle: Rounded Corners 1154">
                  <a:extLst>
                    <a:ext uri="{FF2B5EF4-FFF2-40B4-BE49-F238E27FC236}">
                      <a16:creationId xmlns:a16="http://schemas.microsoft.com/office/drawing/2014/main" id="{0B9817C6-C68C-B022-814F-4F53D032703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234" name="Group 233">
            <a:extLst>
              <a:ext uri="{FF2B5EF4-FFF2-40B4-BE49-F238E27FC236}">
                <a16:creationId xmlns:a16="http://schemas.microsoft.com/office/drawing/2014/main" id="{424FC4F0-18D2-A7CD-29D8-AF46B045BD6D}"/>
              </a:ext>
            </a:extLst>
          </p:cNvPr>
          <p:cNvGrpSpPr/>
          <p:nvPr/>
        </p:nvGrpSpPr>
        <p:grpSpPr>
          <a:xfrm>
            <a:off x="-478972" y="439777"/>
            <a:ext cx="13102977" cy="1243880"/>
            <a:chOff x="3628570" y="4023519"/>
            <a:chExt cx="23905029" cy="2269331"/>
          </a:xfrm>
        </p:grpSpPr>
        <p:sp>
          <p:nvSpPr>
            <p:cNvPr id="30" name="Rectangle 29">
              <a:extLst>
                <a:ext uri="{FF2B5EF4-FFF2-40B4-BE49-F238E27FC236}">
                  <a16:creationId xmlns:a16="http://schemas.microsoft.com/office/drawing/2014/main" id="{AD4FB2A1-B3C9-71ED-B379-983A4A7613C3}"/>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612A9838-C15E-1DE7-6097-C9C6F4E847CB}"/>
                </a:ext>
              </a:extLst>
            </p:cNvPr>
            <p:cNvGrpSpPr/>
            <p:nvPr/>
          </p:nvGrpSpPr>
          <p:grpSpPr>
            <a:xfrm>
              <a:off x="3967162" y="4130677"/>
              <a:ext cx="2324893" cy="2055807"/>
              <a:chOff x="3967162" y="4130677"/>
              <a:chExt cx="2324893" cy="2055807"/>
            </a:xfrm>
          </p:grpSpPr>
          <p:sp>
            <p:nvSpPr>
              <p:cNvPr id="32" name="Rectangle: Rounded Corners 31">
                <a:extLst>
                  <a:ext uri="{FF2B5EF4-FFF2-40B4-BE49-F238E27FC236}">
                    <a16:creationId xmlns:a16="http://schemas.microsoft.com/office/drawing/2014/main" id="{8E28043D-CF43-D6A3-9C4F-6DBBDC2FE16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3BF9F007-84E2-5CCA-6B64-98D595DB045C}"/>
                  </a:ext>
                </a:extLst>
              </p:cNvPr>
              <p:cNvGrpSpPr/>
              <p:nvPr/>
            </p:nvGrpSpPr>
            <p:grpSpPr>
              <a:xfrm>
                <a:off x="3967162" y="4130677"/>
                <a:ext cx="2177954" cy="203200"/>
                <a:chOff x="4411662" y="1266827"/>
                <a:chExt cx="2177954" cy="203200"/>
              </a:xfrm>
              <a:solidFill>
                <a:schemeClr val="tx1"/>
              </a:solidFill>
            </p:grpSpPr>
            <p:sp>
              <p:nvSpPr>
                <p:cNvPr id="44" name="Rectangle: Rounded Corners 43">
                  <a:extLst>
                    <a:ext uri="{FF2B5EF4-FFF2-40B4-BE49-F238E27FC236}">
                      <a16:creationId xmlns:a16="http://schemas.microsoft.com/office/drawing/2014/main" id="{DF47D0DD-603A-0829-DAFB-25DCAB68282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Rounded Corners 44">
                  <a:extLst>
                    <a:ext uri="{FF2B5EF4-FFF2-40B4-BE49-F238E27FC236}">
                      <a16:creationId xmlns:a16="http://schemas.microsoft.com/office/drawing/2014/main" id="{D971C30D-33E8-B5E2-E803-2929675EB8D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Rounded Corners 45">
                  <a:extLst>
                    <a:ext uri="{FF2B5EF4-FFF2-40B4-BE49-F238E27FC236}">
                      <a16:creationId xmlns:a16="http://schemas.microsoft.com/office/drawing/2014/main" id="{AF82DDE1-B1E1-C5C2-49F7-20144F9F65D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Rounded Corners 46">
                  <a:extLst>
                    <a:ext uri="{FF2B5EF4-FFF2-40B4-BE49-F238E27FC236}">
                      <a16:creationId xmlns:a16="http://schemas.microsoft.com/office/drawing/2014/main" id="{1C9A2296-319B-7ADA-A959-20A723DC528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Rounded Corners 47">
                  <a:extLst>
                    <a:ext uri="{FF2B5EF4-FFF2-40B4-BE49-F238E27FC236}">
                      <a16:creationId xmlns:a16="http://schemas.microsoft.com/office/drawing/2014/main" id="{6484C9AA-FCEB-C857-95BA-BE2B5696EDD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Rounded Corners 48">
                  <a:extLst>
                    <a:ext uri="{FF2B5EF4-FFF2-40B4-BE49-F238E27FC236}">
                      <a16:creationId xmlns:a16="http://schemas.microsoft.com/office/drawing/2014/main" id="{D5EF765A-83BF-F44B-1E9E-A46C594C899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Rounded Corners 49">
                  <a:extLst>
                    <a:ext uri="{FF2B5EF4-FFF2-40B4-BE49-F238E27FC236}">
                      <a16:creationId xmlns:a16="http://schemas.microsoft.com/office/drawing/2014/main" id="{BF6F79E5-A5DC-E452-EB4D-DDCBC6FCCAB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Rounded Corners 51">
                  <a:extLst>
                    <a:ext uri="{FF2B5EF4-FFF2-40B4-BE49-F238E27FC236}">
                      <a16:creationId xmlns:a16="http://schemas.microsoft.com/office/drawing/2014/main" id="{EE1B297D-34C8-6983-CAD7-A0B7E0F3182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 name="Group 33">
                <a:extLst>
                  <a:ext uri="{FF2B5EF4-FFF2-40B4-BE49-F238E27FC236}">
                    <a16:creationId xmlns:a16="http://schemas.microsoft.com/office/drawing/2014/main" id="{DEE3486F-D8AD-6413-34A6-88BEAC3038ED}"/>
                  </a:ext>
                </a:extLst>
              </p:cNvPr>
              <p:cNvGrpSpPr/>
              <p:nvPr/>
            </p:nvGrpSpPr>
            <p:grpSpPr>
              <a:xfrm>
                <a:off x="3967163" y="5983284"/>
                <a:ext cx="2177954" cy="203200"/>
                <a:chOff x="4411662" y="1266827"/>
                <a:chExt cx="2177954" cy="203200"/>
              </a:xfrm>
              <a:solidFill>
                <a:schemeClr val="tx1"/>
              </a:solidFill>
            </p:grpSpPr>
            <p:sp>
              <p:nvSpPr>
                <p:cNvPr id="35" name="Rectangle: Rounded Corners 34">
                  <a:extLst>
                    <a:ext uri="{FF2B5EF4-FFF2-40B4-BE49-F238E27FC236}">
                      <a16:creationId xmlns:a16="http://schemas.microsoft.com/office/drawing/2014/main" id="{87064B40-B753-8D7B-3E93-8FB7F4E26DA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748BB0F5-BDC6-5A8C-1AD1-F17E5A68248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5625DC90-2BE3-917B-24F2-7B45ABAB6ED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21F706EE-073B-35DF-D78C-5EA9A6A5C9E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Rounded Corners 38">
                  <a:extLst>
                    <a:ext uri="{FF2B5EF4-FFF2-40B4-BE49-F238E27FC236}">
                      <a16:creationId xmlns:a16="http://schemas.microsoft.com/office/drawing/2014/main" id="{51BE860F-BE78-74A3-DC89-02313F84259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Rounded Corners 39">
                  <a:extLst>
                    <a:ext uri="{FF2B5EF4-FFF2-40B4-BE49-F238E27FC236}">
                      <a16:creationId xmlns:a16="http://schemas.microsoft.com/office/drawing/2014/main" id="{CEC13565-CF01-3ADA-A87E-DD6214D7404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Rounded Corners 40">
                  <a:extLst>
                    <a:ext uri="{FF2B5EF4-FFF2-40B4-BE49-F238E27FC236}">
                      <a16:creationId xmlns:a16="http://schemas.microsoft.com/office/drawing/2014/main" id="{C9CFDBAE-2F69-3165-CBC0-3E23440E74F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Rounded Corners 42">
                  <a:extLst>
                    <a:ext uri="{FF2B5EF4-FFF2-40B4-BE49-F238E27FC236}">
                      <a16:creationId xmlns:a16="http://schemas.microsoft.com/office/drawing/2014/main" id="{E9D66B34-519D-06F0-0250-70334C5E3B1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4" name="Group 53">
              <a:extLst>
                <a:ext uri="{FF2B5EF4-FFF2-40B4-BE49-F238E27FC236}">
                  <a16:creationId xmlns:a16="http://schemas.microsoft.com/office/drawing/2014/main" id="{BF78A44F-B238-10AA-2211-654F5CF97C76}"/>
                </a:ext>
              </a:extLst>
            </p:cNvPr>
            <p:cNvGrpSpPr/>
            <p:nvPr/>
          </p:nvGrpSpPr>
          <p:grpSpPr>
            <a:xfrm>
              <a:off x="6299799" y="4130677"/>
              <a:ext cx="2324893" cy="2055807"/>
              <a:chOff x="3967162" y="4130677"/>
              <a:chExt cx="2324893" cy="2055807"/>
            </a:xfrm>
          </p:grpSpPr>
          <p:sp>
            <p:nvSpPr>
              <p:cNvPr id="55" name="Rectangle: Rounded Corners 54">
                <a:extLst>
                  <a:ext uri="{FF2B5EF4-FFF2-40B4-BE49-F238E27FC236}">
                    <a16:creationId xmlns:a16="http://schemas.microsoft.com/office/drawing/2014/main" id="{F3A0061C-9561-9B46-3E30-DD0BF17D96E9}"/>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 name="Group 55">
                <a:extLst>
                  <a:ext uri="{FF2B5EF4-FFF2-40B4-BE49-F238E27FC236}">
                    <a16:creationId xmlns:a16="http://schemas.microsoft.com/office/drawing/2014/main" id="{61A68365-7324-4682-E1BE-9A2792FB96E1}"/>
                  </a:ext>
                </a:extLst>
              </p:cNvPr>
              <p:cNvGrpSpPr/>
              <p:nvPr/>
            </p:nvGrpSpPr>
            <p:grpSpPr>
              <a:xfrm>
                <a:off x="3967162" y="4130677"/>
                <a:ext cx="2177954" cy="203200"/>
                <a:chOff x="4411662" y="1266827"/>
                <a:chExt cx="2177954" cy="203200"/>
              </a:xfrm>
              <a:solidFill>
                <a:schemeClr val="tx1"/>
              </a:solidFill>
            </p:grpSpPr>
            <p:sp>
              <p:nvSpPr>
                <p:cNvPr id="66" name="Rectangle: Rounded Corners 65">
                  <a:extLst>
                    <a:ext uri="{FF2B5EF4-FFF2-40B4-BE49-F238E27FC236}">
                      <a16:creationId xmlns:a16="http://schemas.microsoft.com/office/drawing/2014/main" id="{F9BBA1C0-F987-E9C9-304D-07AA2F8F305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Rounded Corners 66">
                  <a:extLst>
                    <a:ext uri="{FF2B5EF4-FFF2-40B4-BE49-F238E27FC236}">
                      <a16:creationId xmlns:a16="http://schemas.microsoft.com/office/drawing/2014/main" id="{248AC9EC-0868-926A-2C1C-05CDDABCB2E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Rectangle: Rounded Corners 67">
                  <a:extLst>
                    <a:ext uri="{FF2B5EF4-FFF2-40B4-BE49-F238E27FC236}">
                      <a16:creationId xmlns:a16="http://schemas.microsoft.com/office/drawing/2014/main" id="{13331F0C-603A-97DB-5A36-D78F63BAAE4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ectangle: Rounded Corners 68">
                  <a:extLst>
                    <a:ext uri="{FF2B5EF4-FFF2-40B4-BE49-F238E27FC236}">
                      <a16:creationId xmlns:a16="http://schemas.microsoft.com/office/drawing/2014/main" id="{5EA1A643-EBCE-5A95-F4C1-C01715EA2D5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Rectangle: Rounded Corners 69">
                  <a:extLst>
                    <a:ext uri="{FF2B5EF4-FFF2-40B4-BE49-F238E27FC236}">
                      <a16:creationId xmlns:a16="http://schemas.microsoft.com/office/drawing/2014/main" id="{FE41F81E-1A46-A91F-F594-BEA263CBAA5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Rectangle: Rounded Corners 70">
                  <a:extLst>
                    <a:ext uri="{FF2B5EF4-FFF2-40B4-BE49-F238E27FC236}">
                      <a16:creationId xmlns:a16="http://schemas.microsoft.com/office/drawing/2014/main" id="{3B696A68-D6F0-1097-780B-EBC3633276B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Rectangle: Rounded Corners 71">
                  <a:extLst>
                    <a:ext uri="{FF2B5EF4-FFF2-40B4-BE49-F238E27FC236}">
                      <a16:creationId xmlns:a16="http://schemas.microsoft.com/office/drawing/2014/main" id="{7579BA3F-9BAC-F330-50BF-66BAC78F6D2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Rounded Corners 72">
                  <a:extLst>
                    <a:ext uri="{FF2B5EF4-FFF2-40B4-BE49-F238E27FC236}">
                      <a16:creationId xmlns:a16="http://schemas.microsoft.com/office/drawing/2014/main" id="{30BFC9FB-AA72-6637-4FA8-016945B0DC0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7" name="Group 56">
                <a:extLst>
                  <a:ext uri="{FF2B5EF4-FFF2-40B4-BE49-F238E27FC236}">
                    <a16:creationId xmlns:a16="http://schemas.microsoft.com/office/drawing/2014/main" id="{CE7C90A5-AC3F-0FF1-8D4D-7CCD102F1D45}"/>
                  </a:ext>
                </a:extLst>
              </p:cNvPr>
              <p:cNvGrpSpPr/>
              <p:nvPr/>
            </p:nvGrpSpPr>
            <p:grpSpPr>
              <a:xfrm>
                <a:off x="3967163" y="5983284"/>
                <a:ext cx="2177954" cy="203200"/>
                <a:chOff x="4411662" y="1266827"/>
                <a:chExt cx="2177954" cy="203200"/>
              </a:xfrm>
              <a:solidFill>
                <a:schemeClr val="tx1"/>
              </a:solidFill>
            </p:grpSpPr>
            <p:sp>
              <p:nvSpPr>
                <p:cNvPr id="58" name="Rectangle: Rounded Corners 57">
                  <a:extLst>
                    <a:ext uri="{FF2B5EF4-FFF2-40B4-BE49-F238E27FC236}">
                      <a16:creationId xmlns:a16="http://schemas.microsoft.com/office/drawing/2014/main" id="{CE075E4D-0A12-A578-BF5D-263313BE903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Rounded Corners 58">
                  <a:extLst>
                    <a:ext uri="{FF2B5EF4-FFF2-40B4-BE49-F238E27FC236}">
                      <a16:creationId xmlns:a16="http://schemas.microsoft.com/office/drawing/2014/main" id="{D7E29274-5B95-1993-B735-9EBC326CF2B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Rectangle: Rounded Corners 59">
                  <a:extLst>
                    <a:ext uri="{FF2B5EF4-FFF2-40B4-BE49-F238E27FC236}">
                      <a16:creationId xmlns:a16="http://schemas.microsoft.com/office/drawing/2014/main" id="{FCF5A234-CEFB-F40C-57CD-B7C365EC8D7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Rounded Corners 60">
                  <a:extLst>
                    <a:ext uri="{FF2B5EF4-FFF2-40B4-BE49-F238E27FC236}">
                      <a16:creationId xmlns:a16="http://schemas.microsoft.com/office/drawing/2014/main" id="{4BE46C6F-34A7-5215-E37A-68AF32D3131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Rounded Corners 61">
                  <a:extLst>
                    <a:ext uri="{FF2B5EF4-FFF2-40B4-BE49-F238E27FC236}">
                      <a16:creationId xmlns:a16="http://schemas.microsoft.com/office/drawing/2014/main" id="{E0DD8770-330E-18B6-BC8A-A6606A4E7C4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ectangle: Rounded Corners 62">
                  <a:extLst>
                    <a:ext uri="{FF2B5EF4-FFF2-40B4-BE49-F238E27FC236}">
                      <a16:creationId xmlns:a16="http://schemas.microsoft.com/office/drawing/2014/main" id="{B8A6CF56-B393-7B41-E39F-05DED981B9F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Rectangle: Rounded Corners 63">
                  <a:extLst>
                    <a:ext uri="{FF2B5EF4-FFF2-40B4-BE49-F238E27FC236}">
                      <a16:creationId xmlns:a16="http://schemas.microsoft.com/office/drawing/2014/main" id="{41D6827E-689B-9988-FAE9-BE88D2E543B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Rectangle: Rounded Corners 64">
                  <a:extLst>
                    <a:ext uri="{FF2B5EF4-FFF2-40B4-BE49-F238E27FC236}">
                      <a16:creationId xmlns:a16="http://schemas.microsoft.com/office/drawing/2014/main" id="{E31F0503-7665-544F-097F-FA2FBEE95D9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74" name="Group 73">
              <a:extLst>
                <a:ext uri="{FF2B5EF4-FFF2-40B4-BE49-F238E27FC236}">
                  <a16:creationId xmlns:a16="http://schemas.microsoft.com/office/drawing/2014/main" id="{6D3245CC-19E6-9F83-49F5-EB0C5B81B0FE}"/>
                </a:ext>
              </a:extLst>
            </p:cNvPr>
            <p:cNvGrpSpPr/>
            <p:nvPr/>
          </p:nvGrpSpPr>
          <p:grpSpPr>
            <a:xfrm>
              <a:off x="8632436" y="4130677"/>
              <a:ext cx="2324893" cy="2055807"/>
              <a:chOff x="3967162" y="4130677"/>
              <a:chExt cx="2324893" cy="2055807"/>
            </a:xfrm>
          </p:grpSpPr>
          <p:sp>
            <p:nvSpPr>
              <p:cNvPr id="75" name="Rectangle: Rounded Corners 74">
                <a:extLst>
                  <a:ext uri="{FF2B5EF4-FFF2-40B4-BE49-F238E27FC236}">
                    <a16:creationId xmlns:a16="http://schemas.microsoft.com/office/drawing/2014/main" id="{39A4AED4-EFB2-8C11-FDC8-FD7F1B95682E}"/>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6" name="Group 75">
                <a:extLst>
                  <a:ext uri="{FF2B5EF4-FFF2-40B4-BE49-F238E27FC236}">
                    <a16:creationId xmlns:a16="http://schemas.microsoft.com/office/drawing/2014/main" id="{C0058311-79A9-3605-B18F-5DF983752FF9}"/>
                  </a:ext>
                </a:extLst>
              </p:cNvPr>
              <p:cNvGrpSpPr/>
              <p:nvPr/>
            </p:nvGrpSpPr>
            <p:grpSpPr>
              <a:xfrm>
                <a:off x="3967162" y="4130677"/>
                <a:ext cx="2177954" cy="203200"/>
                <a:chOff x="4411662" y="1266827"/>
                <a:chExt cx="2177954" cy="203200"/>
              </a:xfrm>
              <a:solidFill>
                <a:schemeClr val="tx1"/>
              </a:solidFill>
            </p:grpSpPr>
            <p:sp>
              <p:nvSpPr>
                <p:cNvPr id="86" name="Rectangle: Rounded Corners 85">
                  <a:extLst>
                    <a:ext uri="{FF2B5EF4-FFF2-40B4-BE49-F238E27FC236}">
                      <a16:creationId xmlns:a16="http://schemas.microsoft.com/office/drawing/2014/main" id="{3934FA83-66E8-985A-23BC-7D13B0EB338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Rounded Corners 86">
                  <a:extLst>
                    <a:ext uri="{FF2B5EF4-FFF2-40B4-BE49-F238E27FC236}">
                      <a16:creationId xmlns:a16="http://schemas.microsoft.com/office/drawing/2014/main" id="{DFF540CF-7BC5-12E9-69BA-37395F35670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Rounded Corners 87">
                  <a:extLst>
                    <a:ext uri="{FF2B5EF4-FFF2-40B4-BE49-F238E27FC236}">
                      <a16:creationId xmlns:a16="http://schemas.microsoft.com/office/drawing/2014/main" id="{7BEC6C0A-955D-C454-4896-59C6F5F5413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Rounded Corners 88">
                  <a:extLst>
                    <a:ext uri="{FF2B5EF4-FFF2-40B4-BE49-F238E27FC236}">
                      <a16:creationId xmlns:a16="http://schemas.microsoft.com/office/drawing/2014/main" id="{1C8CDDE4-892A-C32B-0728-D7CB416F31C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Rectangle: Rounded Corners 89">
                  <a:extLst>
                    <a:ext uri="{FF2B5EF4-FFF2-40B4-BE49-F238E27FC236}">
                      <a16:creationId xmlns:a16="http://schemas.microsoft.com/office/drawing/2014/main" id="{E65E28AF-B95D-4D18-70FA-7309E317871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Rectangle: Rounded Corners 90">
                  <a:extLst>
                    <a:ext uri="{FF2B5EF4-FFF2-40B4-BE49-F238E27FC236}">
                      <a16:creationId xmlns:a16="http://schemas.microsoft.com/office/drawing/2014/main" id="{113413B8-AE0C-D44E-D657-437A7DA608F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Rounded Corners 91">
                  <a:extLst>
                    <a:ext uri="{FF2B5EF4-FFF2-40B4-BE49-F238E27FC236}">
                      <a16:creationId xmlns:a16="http://schemas.microsoft.com/office/drawing/2014/main" id="{0A006CD4-55EF-7C9C-45C4-F58C4604312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Rounded Corners 92">
                  <a:extLst>
                    <a:ext uri="{FF2B5EF4-FFF2-40B4-BE49-F238E27FC236}">
                      <a16:creationId xmlns:a16="http://schemas.microsoft.com/office/drawing/2014/main" id="{CC2CA0F9-BFF4-D75B-448A-9327AEB2D18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7" name="Group 76">
                <a:extLst>
                  <a:ext uri="{FF2B5EF4-FFF2-40B4-BE49-F238E27FC236}">
                    <a16:creationId xmlns:a16="http://schemas.microsoft.com/office/drawing/2014/main" id="{A786699A-74F4-4A3C-AC7A-11A83160ADB1}"/>
                  </a:ext>
                </a:extLst>
              </p:cNvPr>
              <p:cNvGrpSpPr/>
              <p:nvPr/>
            </p:nvGrpSpPr>
            <p:grpSpPr>
              <a:xfrm>
                <a:off x="3967163" y="5983284"/>
                <a:ext cx="2177954" cy="203200"/>
                <a:chOff x="4411662" y="1266827"/>
                <a:chExt cx="2177954" cy="203200"/>
              </a:xfrm>
              <a:solidFill>
                <a:schemeClr val="tx1"/>
              </a:solidFill>
            </p:grpSpPr>
            <p:sp>
              <p:nvSpPr>
                <p:cNvPr id="78" name="Rectangle: Rounded Corners 77">
                  <a:extLst>
                    <a:ext uri="{FF2B5EF4-FFF2-40B4-BE49-F238E27FC236}">
                      <a16:creationId xmlns:a16="http://schemas.microsoft.com/office/drawing/2014/main" id="{A393FB69-F079-C273-98AF-061F5C08A95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Rounded Corners 78">
                  <a:extLst>
                    <a:ext uri="{FF2B5EF4-FFF2-40B4-BE49-F238E27FC236}">
                      <a16:creationId xmlns:a16="http://schemas.microsoft.com/office/drawing/2014/main" id="{A05B7D51-9AC0-D01C-A262-9FF766A9686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Rounded Corners 79">
                  <a:extLst>
                    <a:ext uri="{FF2B5EF4-FFF2-40B4-BE49-F238E27FC236}">
                      <a16:creationId xmlns:a16="http://schemas.microsoft.com/office/drawing/2014/main" id="{76F9D04D-FDD4-4F41-FFFD-1FAE1F312C4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Rounded Corners 80">
                  <a:extLst>
                    <a:ext uri="{FF2B5EF4-FFF2-40B4-BE49-F238E27FC236}">
                      <a16:creationId xmlns:a16="http://schemas.microsoft.com/office/drawing/2014/main" id="{52B65287-8767-1F6D-EC54-9037F817F1F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Rounded Corners 81">
                  <a:extLst>
                    <a:ext uri="{FF2B5EF4-FFF2-40B4-BE49-F238E27FC236}">
                      <a16:creationId xmlns:a16="http://schemas.microsoft.com/office/drawing/2014/main" id="{0E47B0DF-483E-EC86-E0A2-9B1A241AC51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Rounded Corners 82">
                  <a:extLst>
                    <a:ext uri="{FF2B5EF4-FFF2-40B4-BE49-F238E27FC236}">
                      <a16:creationId xmlns:a16="http://schemas.microsoft.com/office/drawing/2014/main" id="{3D526DAD-F9F7-3BF5-F4A1-0FC619B8682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ectangle: Rounded Corners 83">
                  <a:extLst>
                    <a:ext uri="{FF2B5EF4-FFF2-40B4-BE49-F238E27FC236}">
                      <a16:creationId xmlns:a16="http://schemas.microsoft.com/office/drawing/2014/main" id="{BA9DD1B4-D933-1226-DC60-12B1675A5FC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Rounded Corners 84">
                  <a:extLst>
                    <a:ext uri="{FF2B5EF4-FFF2-40B4-BE49-F238E27FC236}">
                      <a16:creationId xmlns:a16="http://schemas.microsoft.com/office/drawing/2014/main" id="{2C0A5CDC-238D-64FD-A66F-7DDD2BFD8EA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4" name="Group 93">
              <a:extLst>
                <a:ext uri="{FF2B5EF4-FFF2-40B4-BE49-F238E27FC236}">
                  <a16:creationId xmlns:a16="http://schemas.microsoft.com/office/drawing/2014/main" id="{3AB2611B-C445-7402-3349-76864C226053}"/>
                </a:ext>
              </a:extLst>
            </p:cNvPr>
            <p:cNvGrpSpPr/>
            <p:nvPr/>
          </p:nvGrpSpPr>
          <p:grpSpPr>
            <a:xfrm>
              <a:off x="10965073" y="4130677"/>
              <a:ext cx="2324893" cy="2055807"/>
              <a:chOff x="3967162" y="4130677"/>
              <a:chExt cx="2324893" cy="2055807"/>
            </a:xfrm>
          </p:grpSpPr>
          <p:sp>
            <p:nvSpPr>
              <p:cNvPr id="95" name="Rectangle: Rounded Corners 94">
                <a:extLst>
                  <a:ext uri="{FF2B5EF4-FFF2-40B4-BE49-F238E27FC236}">
                    <a16:creationId xmlns:a16="http://schemas.microsoft.com/office/drawing/2014/main" id="{CD798DDE-2A0A-213A-4B16-AF0DF922AC3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6" name="Group 95">
                <a:extLst>
                  <a:ext uri="{FF2B5EF4-FFF2-40B4-BE49-F238E27FC236}">
                    <a16:creationId xmlns:a16="http://schemas.microsoft.com/office/drawing/2014/main" id="{C3186FD8-29CD-B851-B0AD-364400BC8F6C}"/>
                  </a:ext>
                </a:extLst>
              </p:cNvPr>
              <p:cNvGrpSpPr/>
              <p:nvPr/>
            </p:nvGrpSpPr>
            <p:grpSpPr>
              <a:xfrm>
                <a:off x="3967162" y="4130677"/>
                <a:ext cx="2177954" cy="203200"/>
                <a:chOff x="4411662" y="1266827"/>
                <a:chExt cx="2177954" cy="203200"/>
              </a:xfrm>
              <a:solidFill>
                <a:schemeClr val="tx1"/>
              </a:solidFill>
            </p:grpSpPr>
            <p:sp>
              <p:nvSpPr>
                <p:cNvPr id="106" name="Rectangle: Rounded Corners 105">
                  <a:extLst>
                    <a:ext uri="{FF2B5EF4-FFF2-40B4-BE49-F238E27FC236}">
                      <a16:creationId xmlns:a16="http://schemas.microsoft.com/office/drawing/2014/main" id="{B035FB53-7073-DC21-69A0-F5B610C3D47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Rectangle: Rounded Corners 106">
                  <a:extLst>
                    <a:ext uri="{FF2B5EF4-FFF2-40B4-BE49-F238E27FC236}">
                      <a16:creationId xmlns:a16="http://schemas.microsoft.com/office/drawing/2014/main" id="{27342D67-A5F3-8CB2-5DEC-28FD80625FC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 name="Rectangle: Rounded Corners 107">
                  <a:extLst>
                    <a:ext uri="{FF2B5EF4-FFF2-40B4-BE49-F238E27FC236}">
                      <a16:creationId xmlns:a16="http://schemas.microsoft.com/office/drawing/2014/main" id="{34D8C085-E7CF-DB36-25E7-8528C413F19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Rectangle: Rounded Corners 108">
                  <a:extLst>
                    <a:ext uri="{FF2B5EF4-FFF2-40B4-BE49-F238E27FC236}">
                      <a16:creationId xmlns:a16="http://schemas.microsoft.com/office/drawing/2014/main" id="{F1F961DF-7638-92C6-7336-4551E396FA6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Rectangle: Rounded Corners 109">
                  <a:extLst>
                    <a:ext uri="{FF2B5EF4-FFF2-40B4-BE49-F238E27FC236}">
                      <a16:creationId xmlns:a16="http://schemas.microsoft.com/office/drawing/2014/main" id="{976B82CF-C3C4-CA61-34B4-F9D89BEA78A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Rectangle: Rounded Corners 110">
                  <a:extLst>
                    <a:ext uri="{FF2B5EF4-FFF2-40B4-BE49-F238E27FC236}">
                      <a16:creationId xmlns:a16="http://schemas.microsoft.com/office/drawing/2014/main" id="{C0B1EE41-12B1-9BF2-1043-5405789E610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Rectangle: Rounded Corners 111">
                  <a:extLst>
                    <a:ext uri="{FF2B5EF4-FFF2-40B4-BE49-F238E27FC236}">
                      <a16:creationId xmlns:a16="http://schemas.microsoft.com/office/drawing/2014/main" id="{B4F4CF9D-D6F2-D986-DF0B-06E465ACB30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Rectangle: Rounded Corners 112">
                  <a:extLst>
                    <a:ext uri="{FF2B5EF4-FFF2-40B4-BE49-F238E27FC236}">
                      <a16:creationId xmlns:a16="http://schemas.microsoft.com/office/drawing/2014/main" id="{BBFE4474-15B6-999D-3644-153D12F0AF9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97" name="Group 96">
                <a:extLst>
                  <a:ext uri="{FF2B5EF4-FFF2-40B4-BE49-F238E27FC236}">
                    <a16:creationId xmlns:a16="http://schemas.microsoft.com/office/drawing/2014/main" id="{EAC47816-6E8D-9FBC-D98E-81E0FC1C8E11}"/>
                  </a:ext>
                </a:extLst>
              </p:cNvPr>
              <p:cNvGrpSpPr/>
              <p:nvPr/>
            </p:nvGrpSpPr>
            <p:grpSpPr>
              <a:xfrm>
                <a:off x="3967163" y="5983284"/>
                <a:ext cx="2177954" cy="203200"/>
                <a:chOff x="4411662" y="1266827"/>
                <a:chExt cx="2177954" cy="203200"/>
              </a:xfrm>
              <a:solidFill>
                <a:schemeClr val="tx1"/>
              </a:solidFill>
            </p:grpSpPr>
            <p:sp>
              <p:nvSpPr>
                <p:cNvPr id="98" name="Rectangle: Rounded Corners 97">
                  <a:extLst>
                    <a:ext uri="{FF2B5EF4-FFF2-40B4-BE49-F238E27FC236}">
                      <a16:creationId xmlns:a16="http://schemas.microsoft.com/office/drawing/2014/main" id="{10B1E582-3E3D-2CE8-8FC7-F7BF5F9973E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Rounded Corners 98">
                  <a:extLst>
                    <a:ext uri="{FF2B5EF4-FFF2-40B4-BE49-F238E27FC236}">
                      <a16:creationId xmlns:a16="http://schemas.microsoft.com/office/drawing/2014/main" id="{CC445D13-EC84-0756-1FE2-18A267E8AFC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Rounded Corners 99">
                  <a:extLst>
                    <a:ext uri="{FF2B5EF4-FFF2-40B4-BE49-F238E27FC236}">
                      <a16:creationId xmlns:a16="http://schemas.microsoft.com/office/drawing/2014/main" id="{20F21CCC-5F87-3EE3-9ABA-B1386862ADF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Rectangle: Rounded Corners 100">
                  <a:extLst>
                    <a:ext uri="{FF2B5EF4-FFF2-40B4-BE49-F238E27FC236}">
                      <a16:creationId xmlns:a16="http://schemas.microsoft.com/office/drawing/2014/main" id="{B3E6E32C-11F6-2947-AB66-944FA91D002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Rounded Corners 101">
                  <a:extLst>
                    <a:ext uri="{FF2B5EF4-FFF2-40B4-BE49-F238E27FC236}">
                      <a16:creationId xmlns:a16="http://schemas.microsoft.com/office/drawing/2014/main" id="{11C436AD-D942-1DAE-F7C4-826A1B17463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Rectangle: Rounded Corners 102">
                  <a:extLst>
                    <a:ext uri="{FF2B5EF4-FFF2-40B4-BE49-F238E27FC236}">
                      <a16:creationId xmlns:a16="http://schemas.microsoft.com/office/drawing/2014/main" id="{13DC6B3F-3F46-199E-5D0F-1191D87CD2D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Rectangle: Rounded Corners 103">
                  <a:extLst>
                    <a:ext uri="{FF2B5EF4-FFF2-40B4-BE49-F238E27FC236}">
                      <a16:creationId xmlns:a16="http://schemas.microsoft.com/office/drawing/2014/main" id="{A0BF0D6E-806B-0145-F2CC-F6B5D7687DB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Rectangle: Rounded Corners 104">
                  <a:extLst>
                    <a:ext uri="{FF2B5EF4-FFF2-40B4-BE49-F238E27FC236}">
                      <a16:creationId xmlns:a16="http://schemas.microsoft.com/office/drawing/2014/main" id="{F592E2DD-0BC1-1AC3-D59D-12F876DC24C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 name="Group 113">
              <a:extLst>
                <a:ext uri="{FF2B5EF4-FFF2-40B4-BE49-F238E27FC236}">
                  <a16:creationId xmlns:a16="http://schemas.microsoft.com/office/drawing/2014/main" id="{5E7F157B-E9B7-EB08-0E5C-44AD635A3BCA}"/>
                </a:ext>
              </a:extLst>
            </p:cNvPr>
            <p:cNvGrpSpPr/>
            <p:nvPr/>
          </p:nvGrpSpPr>
          <p:grpSpPr>
            <a:xfrm>
              <a:off x="13297710" y="4130677"/>
              <a:ext cx="2324893" cy="2055807"/>
              <a:chOff x="3967162" y="4130677"/>
              <a:chExt cx="2324893" cy="2055807"/>
            </a:xfrm>
          </p:grpSpPr>
          <p:sp>
            <p:nvSpPr>
              <p:cNvPr id="115" name="Rectangle: Rounded Corners 114">
                <a:extLst>
                  <a:ext uri="{FF2B5EF4-FFF2-40B4-BE49-F238E27FC236}">
                    <a16:creationId xmlns:a16="http://schemas.microsoft.com/office/drawing/2014/main" id="{EE846D3A-0FB2-F40E-D567-F81EA6884EF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0E242D41-0EEF-FA78-4998-B7190DA3A348}"/>
                  </a:ext>
                </a:extLst>
              </p:cNvPr>
              <p:cNvGrpSpPr/>
              <p:nvPr/>
            </p:nvGrpSpPr>
            <p:grpSpPr>
              <a:xfrm>
                <a:off x="3967162" y="4130677"/>
                <a:ext cx="2177954" cy="203200"/>
                <a:chOff x="4411662" y="1266827"/>
                <a:chExt cx="2177954" cy="203200"/>
              </a:xfrm>
              <a:solidFill>
                <a:schemeClr val="tx1"/>
              </a:solidFill>
            </p:grpSpPr>
            <p:sp>
              <p:nvSpPr>
                <p:cNvPr id="126" name="Rectangle: Rounded Corners 125">
                  <a:extLst>
                    <a:ext uri="{FF2B5EF4-FFF2-40B4-BE49-F238E27FC236}">
                      <a16:creationId xmlns:a16="http://schemas.microsoft.com/office/drawing/2014/main" id="{935D554B-A03F-3C02-5DB5-F046C2A76CF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Rectangle: Rounded Corners 126">
                  <a:extLst>
                    <a:ext uri="{FF2B5EF4-FFF2-40B4-BE49-F238E27FC236}">
                      <a16:creationId xmlns:a16="http://schemas.microsoft.com/office/drawing/2014/main" id="{A30D327D-5599-A337-4602-A7BF9BCCE8F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Rectangle: Rounded Corners 127">
                  <a:extLst>
                    <a:ext uri="{FF2B5EF4-FFF2-40B4-BE49-F238E27FC236}">
                      <a16:creationId xmlns:a16="http://schemas.microsoft.com/office/drawing/2014/main" id="{6A159A13-C860-8062-B4F5-4E3D9A79EDB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Rectangle: Rounded Corners 128">
                  <a:extLst>
                    <a:ext uri="{FF2B5EF4-FFF2-40B4-BE49-F238E27FC236}">
                      <a16:creationId xmlns:a16="http://schemas.microsoft.com/office/drawing/2014/main" id="{541FFD35-98F5-22CF-355E-22F1BFA9995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Rectangle: Rounded Corners 129">
                  <a:extLst>
                    <a:ext uri="{FF2B5EF4-FFF2-40B4-BE49-F238E27FC236}">
                      <a16:creationId xmlns:a16="http://schemas.microsoft.com/office/drawing/2014/main" id="{FE8BAF69-93D4-03F6-540E-A4EDFB2A745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Rectangle: Rounded Corners 130">
                  <a:extLst>
                    <a:ext uri="{FF2B5EF4-FFF2-40B4-BE49-F238E27FC236}">
                      <a16:creationId xmlns:a16="http://schemas.microsoft.com/office/drawing/2014/main" id="{42AB3BDC-8B6B-4C71-6919-F25F42E5941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Rectangle: Rounded Corners 131">
                  <a:extLst>
                    <a:ext uri="{FF2B5EF4-FFF2-40B4-BE49-F238E27FC236}">
                      <a16:creationId xmlns:a16="http://schemas.microsoft.com/office/drawing/2014/main" id="{79CE1EC2-C5F7-EE75-9E1B-700328643CA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Rectangle: Rounded Corners 132">
                  <a:extLst>
                    <a:ext uri="{FF2B5EF4-FFF2-40B4-BE49-F238E27FC236}">
                      <a16:creationId xmlns:a16="http://schemas.microsoft.com/office/drawing/2014/main" id="{78F971D8-7225-98B0-2C92-9463641D41A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7" name="Group 116">
                <a:extLst>
                  <a:ext uri="{FF2B5EF4-FFF2-40B4-BE49-F238E27FC236}">
                    <a16:creationId xmlns:a16="http://schemas.microsoft.com/office/drawing/2014/main" id="{163CF869-8716-0412-99BE-EA6ADF6096A9}"/>
                  </a:ext>
                </a:extLst>
              </p:cNvPr>
              <p:cNvGrpSpPr/>
              <p:nvPr/>
            </p:nvGrpSpPr>
            <p:grpSpPr>
              <a:xfrm>
                <a:off x="3967163" y="5983284"/>
                <a:ext cx="2177954" cy="203200"/>
                <a:chOff x="4411662" y="1266827"/>
                <a:chExt cx="2177954" cy="203200"/>
              </a:xfrm>
              <a:solidFill>
                <a:schemeClr val="tx1"/>
              </a:solidFill>
            </p:grpSpPr>
            <p:sp>
              <p:nvSpPr>
                <p:cNvPr id="118" name="Rectangle: Rounded Corners 117">
                  <a:extLst>
                    <a:ext uri="{FF2B5EF4-FFF2-40B4-BE49-F238E27FC236}">
                      <a16:creationId xmlns:a16="http://schemas.microsoft.com/office/drawing/2014/main" id="{5A53DF51-5775-3E16-D2D8-BEC143380FB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Rectangle: Rounded Corners 118">
                  <a:extLst>
                    <a:ext uri="{FF2B5EF4-FFF2-40B4-BE49-F238E27FC236}">
                      <a16:creationId xmlns:a16="http://schemas.microsoft.com/office/drawing/2014/main" id="{B54CAF68-56AA-42C4-8357-0428CB731F5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Rectangle: Rounded Corners 119">
                  <a:extLst>
                    <a:ext uri="{FF2B5EF4-FFF2-40B4-BE49-F238E27FC236}">
                      <a16:creationId xmlns:a16="http://schemas.microsoft.com/office/drawing/2014/main" id="{36431CDB-799A-0C3C-D7A5-E7046F069A4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Rounded Corners 120">
                  <a:extLst>
                    <a:ext uri="{FF2B5EF4-FFF2-40B4-BE49-F238E27FC236}">
                      <a16:creationId xmlns:a16="http://schemas.microsoft.com/office/drawing/2014/main" id="{5D36A630-0CB3-0F20-922C-9C7C52BF8AD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Rectangle: Rounded Corners 121">
                  <a:extLst>
                    <a:ext uri="{FF2B5EF4-FFF2-40B4-BE49-F238E27FC236}">
                      <a16:creationId xmlns:a16="http://schemas.microsoft.com/office/drawing/2014/main" id="{5A1438E2-D718-3EDD-9D69-F9C9B9BA87C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Rounded Corners 122">
                  <a:extLst>
                    <a:ext uri="{FF2B5EF4-FFF2-40B4-BE49-F238E27FC236}">
                      <a16:creationId xmlns:a16="http://schemas.microsoft.com/office/drawing/2014/main" id="{A6C868CC-2E2C-1EB3-8E9D-DDA69AFA5B4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Rounded Corners 123">
                  <a:extLst>
                    <a:ext uri="{FF2B5EF4-FFF2-40B4-BE49-F238E27FC236}">
                      <a16:creationId xmlns:a16="http://schemas.microsoft.com/office/drawing/2014/main" id="{12913752-20FA-03CE-546F-6827985155E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Rectangle: Rounded Corners 124">
                  <a:extLst>
                    <a:ext uri="{FF2B5EF4-FFF2-40B4-BE49-F238E27FC236}">
                      <a16:creationId xmlns:a16="http://schemas.microsoft.com/office/drawing/2014/main" id="{F05F978D-B56F-EF42-F478-F8168898B71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 name="Group 133">
              <a:extLst>
                <a:ext uri="{FF2B5EF4-FFF2-40B4-BE49-F238E27FC236}">
                  <a16:creationId xmlns:a16="http://schemas.microsoft.com/office/drawing/2014/main" id="{65EEB24E-66BD-3A00-0C95-57EA0AC81473}"/>
                </a:ext>
              </a:extLst>
            </p:cNvPr>
            <p:cNvGrpSpPr/>
            <p:nvPr/>
          </p:nvGrpSpPr>
          <p:grpSpPr>
            <a:xfrm>
              <a:off x="15630347" y="4130677"/>
              <a:ext cx="2324893" cy="2055807"/>
              <a:chOff x="3967162" y="4130677"/>
              <a:chExt cx="2324893" cy="2055807"/>
            </a:xfrm>
          </p:grpSpPr>
          <p:sp>
            <p:nvSpPr>
              <p:cNvPr id="135" name="Rectangle: Rounded Corners 134">
                <a:extLst>
                  <a:ext uri="{FF2B5EF4-FFF2-40B4-BE49-F238E27FC236}">
                    <a16:creationId xmlns:a16="http://schemas.microsoft.com/office/drawing/2014/main" id="{14725EB7-5F6D-5E0C-74FC-A56636876AE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6" name="Group 135">
                <a:extLst>
                  <a:ext uri="{FF2B5EF4-FFF2-40B4-BE49-F238E27FC236}">
                    <a16:creationId xmlns:a16="http://schemas.microsoft.com/office/drawing/2014/main" id="{4EDBDFD2-1BCE-E220-EE23-E5759913F016}"/>
                  </a:ext>
                </a:extLst>
              </p:cNvPr>
              <p:cNvGrpSpPr/>
              <p:nvPr/>
            </p:nvGrpSpPr>
            <p:grpSpPr>
              <a:xfrm>
                <a:off x="3967162" y="4130677"/>
                <a:ext cx="2177954" cy="203200"/>
                <a:chOff x="4411662" y="1266827"/>
                <a:chExt cx="2177954" cy="203200"/>
              </a:xfrm>
              <a:solidFill>
                <a:schemeClr val="tx1"/>
              </a:solidFill>
            </p:grpSpPr>
            <p:sp>
              <p:nvSpPr>
                <p:cNvPr id="146" name="Rectangle: Rounded Corners 145">
                  <a:extLst>
                    <a:ext uri="{FF2B5EF4-FFF2-40B4-BE49-F238E27FC236}">
                      <a16:creationId xmlns:a16="http://schemas.microsoft.com/office/drawing/2014/main" id="{40138E39-DD10-AEBE-A353-7D1FEF81844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Rectangle: Rounded Corners 146">
                  <a:extLst>
                    <a:ext uri="{FF2B5EF4-FFF2-40B4-BE49-F238E27FC236}">
                      <a16:creationId xmlns:a16="http://schemas.microsoft.com/office/drawing/2014/main" id="{5B1619C4-2B9E-FA83-AC61-337A3173DD3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Rectangle: Rounded Corners 147">
                  <a:extLst>
                    <a:ext uri="{FF2B5EF4-FFF2-40B4-BE49-F238E27FC236}">
                      <a16:creationId xmlns:a16="http://schemas.microsoft.com/office/drawing/2014/main" id="{B8F9A9C4-2665-00DB-6520-163FDA5B0DA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Rectangle: Rounded Corners 148">
                  <a:extLst>
                    <a:ext uri="{FF2B5EF4-FFF2-40B4-BE49-F238E27FC236}">
                      <a16:creationId xmlns:a16="http://schemas.microsoft.com/office/drawing/2014/main" id="{0038931D-9F31-5C70-B958-5EE68593D0F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Rectangle: Rounded Corners 149">
                  <a:extLst>
                    <a:ext uri="{FF2B5EF4-FFF2-40B4-BE49-F238E27FC236}">
                      <a16:creationId xmlns:a16="http://schemas.microsoft.com/office/drawing/2014/main" id="{873D539C-022E-1367-45BF-02B51D90D8B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Rectangle: Rounded Corners 150">
                  <a:extLst>
                    <a:ext uri="{FF2B5EF4-FFF2-40B4-BE49-F238E27FC236}">
                      <a16:creationId xmlns:a16="http://schemas.microsoft.com/office/drawing/2014/main" id="{672B35F8-B58D-0642-11EE-C6D54248192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Rectangle: Rounded Corners 151">
                  <a:extLst>
                    <a:ext uri="{FF2B5EF4-FFF2-40B4-BE49-F238E27FC236}">
                      <a16:creationId xmlns:a16="http://schemas.microsoft.com/office/drawing/2014/main" id="{333AAF74-2AC9-513C-D87E-5A1A6362DF6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Rectangle: Rounded Corners 152">
                  <a:extLst>
                    <a:ext uri="{FF2B5EF4-FFF2-40B4-BE49-F238E27FC236}">
                      <a16:creationId xmlns:a16="http://schemas.microsoft.com/office/drawing/2014/main" id="{D749CA86-0AFC-CFBC-DB67-B32C1AABAFD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7" name="Group 136">
                <a:extLst>
                  <a:ext uri="{FF2B5EF4-FFF2-40B4-BE49-F238E27FC236}">
                    <a16:creationId xmlns:a16="http://schemas.microsoft.com/office/drawing/2014/main" id="{127AFE42-92A9-86AD-91C7-D8A8D551A5D7}"/>
                  </a:ext>
                </a:extLst>
              </p:cNvPr>
              <p:cNvGrpSpPr/>
              <p:nvPr/>
            </p:nvGrpSpPr>
            <p:grpSpPr>
              <a:xfrm>
                <a:off x="3967163" y="5983284"/>
                <a:ext cx="2177954" cy="203200"/>
                <a:chOff x="4411662" y="1266827"/>
                <a:chExt cx="2177954" cy="203200"/>
              </a:xfrm>
              <a:solidFill>
                <a:schemeClr val="tx1"/>
              </a:solidFill>
            </p:grpSpPr>
            <p:sp>
              <p:nvSpPr>
                <p:cNvPr id="138" name="Rectangle: Rounded Corners 137">
                  <a:extLst>
                    <a:ext uri="{FF2B5EF4-FFF2-40B4-BE49-F238E27FC236}">
                      <a16:creationId xmlns:a16="http://schemas.microsoft.com/office/drawing/2014/main" id="{AF98213E-5E2E-A12A-824F-BD52923036C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Rectangle: Rounded Corners 138">
                  <a:extLst>
                    <a:ext uri="{FF2B5EF4-FFF2-40B4-BE49-F238E27FC236}">
                      <a16:creationId xmlns:a16="http://schemas.microsoft.com/office/drawing/2014/main" id="{7CF4025F-B683-5586-DE35-170C76F16F7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Rounded Corners 139">
                  <a:extLst>
                    <a:ext uri="{FF2B5EF4-FFF2-40B4-BE49-F238E27FC236}">
                      <a16:creationId xmlns:a16="http://schemas.microsoft.com/office/drawing/2014/main" id="{3CEA637C-5129-61E4-55C4-50F46F0B2D5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Rectangle: Rounded Corners 140">
                  <a:extLst>
                    <a:ext uri="{FF2B5EF4-FFF2-40B4-BE49-F238E27FC236}">
                      <a16:creationId xmlns:a16="http://schemas.microsoft.com/office/drawing/2014/main" id="{012AE3B0-CEBE-DF17-BC3C-EF9EBA6239E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Rounded Corners 141">
                  <a:extLst>
                    <a:ext uri="{FF2B5EF4-FFF2-40B4-BE49-F238E27FC236}">
                      <a16:creationId xmlns:a16="http://schemas.microsoft.com/office/drawing/2014/main" id="{771F21F3-A2E8-4DEA-5D6D-21E28F81F88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Rectangle: Rounded Corners 142">
                  <a:extLst>
                    <a:ext uri="{FF2B5EF4-FFF2-40B4-BE49-F238E27FC236}">
                      <a16:creationId xmlns:a16="http://schemas.microsoft.com/office/drawing/2014/main" id="{F9B7186A-21C6-85C6-6839-6D78DA93D75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Rectangle: Rounded Corners 143">
                  <a:extLst>
                    <a:ext uri="{FF2B5EF4-FFF2-40B4-BE49-F238E27FC236}">
                      <a16:creationId xmlns:a16="http://schemas.microsoft.com/office/drawing/2014/main" id="{598EABC4-F336-341E-DA94-FBC71F69B71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Rectangle: Rounded Corners 144">
                  <a:extLst>
                    <a:ext uri="{FF2B5EF4-FFF2-40B4-BE49-F238E27FC236}">
                      <a16:creationId xmlns:a16="http://schemas.microsoft.com/office/drawing/2014/main" id="{9D81DB5B-3348-19FB-6859-4146DFD2461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 name="Group 153">
              <a:extLst>
                <a:ext uri="{FF2B5EF4-FFF2-40B4-BE49-F238E27FC236}">
                  <a16:creationId xmlns:a16="http://schemas.microsoft.com/office/drawing/2014/main" id="{4ED35D60-58CD-0B23-B89B-ED6327445471}"/>
                </a:ext>
              </a:extLst>
            </p:cNvPr>
            <p:cNvGrpSpPr/>
            <p:nvPr/>
          </p:nvGrpSpPr>
          <p:grpSpPr>
            <a:xfrm>
              <a:off x="17962984" y="4130677"/>
              <a:ext cx="2324893" cy="2055807"/>
              <a:chOff x="3967162" y="4130677"/>
              <a:chExt cx="2324893" cy="2055807"/>
            </a:xfrm>
          </p:grpSpPr>
          <p:sp>
            <p:nvSpPr>
              <p:cNvPr id="155" name="Rectangle: Rounded Corners 154">
                <a:extLst>
                  <a:ext uri="{FF2B5EF4-FFF2-40B4-BE49-F238E27FC236}">
                    <a16:creationId xmlns:a16="http://schemas.microsoft.com/office/drawing/2014/main" id="{D68E2907-A742-C533-9941-3F722507528B}"/>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6" name="Group 155">
                <a:extLst>
                  <a:ext uri="{FF2B5EF4-FFF2-40B4-BE49-F238E27FC236}">
                    <a16:creationId xmlns:a16="http://schemas.microsoft.com/office/drawing/2014/main" id="{1F3AC0CD-393F-9B32-2FA2-EF59D07CF408}"/>
                  </a:ext>
                </a:extLst>
              </p:cNvPr>
              <p:cNvGrpSpPr/>
              <p:nvPr/>
            </p:nvGrpSpPr>
            <p:grpSpPr>
              <a:xfrm>
                <a:off x="3967162" y="4130677"/>
                <a:ext cx="2177954" cy="203200"/>
                <a:chOff x="4411662" y="1266827"/>
                <a:chExt cx="2177954" cy="203200"/>
              </a:xfrm>
              <a:solidFill>
                <a:schemeClr val="tx1"/>
              </a:solidFill>
            </p:grpSpPr>
            <p:sp>
              <p:nvSpPr>
                <p:cNvPr id="166" name="Rectangle: Rounded Corners 165">
                  <a:extLst>
                    <a:ext uri="{FF2B5EF4-FFF2-40B4-BE49-F238E27FC236}">
                      <a16:creationId xmlns:a16="http://schemas.microsoft.com/office/drawing/2014/main" id="{2FF48E9B-BE20-0487-251D-E3F8E188D65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Rectangle: Rounded Corners 166">
                  <a:extLst>
                    <a:ext uri="{FF2B5EF4-FFF2-40B4-BE49-F238E27FC236}">
                      <a16:creationId xmlns:a16="http://schemas.microsoft.com/office/drawing/2014/main" id="{A5DE3497-73BF-A465-1692-8C5D092E4EE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Rectangle: Rounded Corners 167">
                  <a:extLst>
                    <a:ext uri="{FF2B5EF4-FFF2-40B4-BE49-F238E27FC236}">
                      <a16:creationId xmlns:a16="http://schemas.microsoft.com/office/drawing/2014/main" id="{3F1A0EE4-17D5-D8CD-D9B6-17955FA3A40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Rectangle: Rounded Corners 168">
                  <a:extLst>
                    <a:ext uri="{FF2B5EF4-FFF2-40B4-BE49-F238E27FC236}">
                      <a16:creationId xmlns:a16="http://schemas.microsoft.com/office/drawing/2014/main" id="{8F196557-B874-672E-1F98-E37D561E510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Rectangle: Rounded Corners 169">
                  <a:extLst>
                    <a:ext uri="{FF2B5EF4-FFF2-40B4-BE49-F238E27FC236}">
                      <a16:creationId xmlns:a16="http://schemas.microsoft.com/office/drawing/2014/main" id="{CEF4921E-E3D5-3801-91AB-D544B1D9D4F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Rectangle: Rounded Corners 170">
                  <a:extLst>
                    <a:ext uri="{FF2B5EF4-FFF2-40B4-BE49-F238E27FC236}">
                      <a16:creationId xmlns:a16="http://schemas.microsoft.com/office/drawing/2014/main" id="{8DFB2BF4-E015-8C9B-AA15-AD177061909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Rectangle: Rounded Corners 171">
                  <a:extLst>
                    <a:ext uri="{FF2B5EF4-FFF2-40B4-BE49-F238E27FC236}">
                      <a16:creationId xmlns:a16="http://schemas.microsoft.com/office/drawing/2014/main" id="{26E37420-F403-FA36-8AC1-B8D1A2982B1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Rectangle: Rounded Corners 172">
                  <a:extLst>
                    <a:ext uri="{FF2B5EF4-FFF2-40B4-BE49-F238E27FC236}">
                      <a16:creationId xmlns:a16="http://schemas.microsoft.com/office/drawing/2014/main" id="{FD5693A9-6948-801C-9EA7-51B40108CCA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7" name="Group 156">
                <a:extLst>
                  <a:ext uri="{FF2B5EF4-FFF2-40B4-BE49-F238E27FC236}">
                    <a16:creationId xmlns:a16="http://schemas.microsoft.com/office/drawing/2014/main" id="{F2FF87D7-A761-95DF-3E5F-34C618906A8B}"/>
                  </a:ext>
                </a:extLst>
              </p:cNvPr>
              <p:cNvGrpSpPr/>
              <p:nvPr/>
            </p:nvGrpSpPr>
            <p:grpSpPr>
              <a:xfrm>
                <a:off x="3967163" y="5983284"/>
                <a:ext cx="2177954" cy="203200"/>
                <a:chOff x="4411662" y="1266827"/>
                <a:chExt cx="2177954" cy="203200"/>
              </a:xfrm>
              <a:solidFill>
                <a:schemeClr val="tx1"/>
              </a:solidFill>
            </p:grpSpPr>
            <p:sp>
              <p:nvSpPr>
                <p:cNvPr id="158" name="Rectangle: Rounded Corners 157">
                  <a:extLst>
                    <a:ext uri="{FF2B5EF4-FFF2-40B4-BE49-F238E27FC236}">
                      <a16:creationId xmlns:a16="http://schemas.microsoft.com/office/drawing/2014/main" id="{F5E171C4-2BAF-AE5D-7685-A7CFD901ACC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Rectangle: Rounded Corners 158">
                  <a:extLst>
                    <a:ext uri="{FF2B5EF4-FFF2-40B4-BE49-F238E27FC236}">
                      <a16:creationId xmlns:a16="http://schemas.microsoft.com/office/drawing/2014/main" id="{40B12E20-D791-811A-8044-4C866E0D468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Rectangle: Rounded Corners 159">
                  <a:extLst>
                    <a:ext uri="{FF2B5EF4-FFF2-40B4-BE49-F238E27FC236}">
                      <a16:creationId xmlns:a16="http://schemas.microsoft.com/office/drawing/2014/main" id="{7EE66CCC-C15D-925F-1AF2-9AC67977DD1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Rectangle: Rounded Corners 160">
                  <a:extLst>
                    <a:ext uri="{FF2B5EF4-FFF2-40B4-BE49-F238E27FC236}">
                      <a16:creationId xmlns:a16="http://schemas.microsoft.com/office/drawing/2014/main" id="{722C2551-5992-11C7-4E1C-35DEA000085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Rectangle: Rounded Corners 161">
                  <a:extLst>
                    <a:ext uri="{FF2B5EF4-FFF2-40B4-BE49-F238E27FC236}">
                      <a16:creationId xmlns:a16="http://schemas.microsoft.com/office/drawing/2014/main" id="{3481C9CA-8FB0-8218-F4A8-92011E521E0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Rounded Corners 162">
                  <a:extLst>
                    <a:ext uri="{FF2B5EF4-FFF2-40B4-BE49-F238E27FC236}">
                      <a16:creationId xmlns:a16="http://schemas.microsoft.com/office/drawing/2014/main" id="{DD5647A6-02F3-76AF-60B7-5AA1D734A0A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Rectangle: Rounded Corners 163">
                  <a:extLst>
                    <a:ext uri="{FF2B5EF4-FFF2-40B4-BE49-F238E27FC236}">
                      <a16:creationId xmlns:a16="http://schemas.microsoft.com/office/drawing/2014/main" id="{AA949DC7-43F5-7BF3-23D0-B9A568A5C86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Rectangle: Rounded Corners 164">
                  <a:extLst>
                    <a:ext uri="{FF2B5EF4-FFF2-40B4-BE49-F238E27FC236}">
                      <a16:creationId xmlns:a16="http://schemas.microsoft.com/office/drawing/2014/main" id="{AC7A0B0A-75EA-D688-63B0-B0A5CA98F0A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 name="Group 173">
              <a:extLst>
                <a:ext uri="{FF2B5EF4-FFF2-40B4-BE49-F238E27FC236}">
                  <a16:creationId xmlns:a16="http://schemas.microsoft.com/office/drawing/2014/main" id="{FA3E7858-5341-71C6-0340-9D0595F3F480}"/>
                </a:ext>
              </a:extLst>
            </p:cNvPr>
            <p:cNvGrpSpPr/>
            <p:nvPr/>
          </p:nvGrpSpPr>
          <p:grpSpPr>
            <a:xfrm>
              <a:off x="20295621" y="4130677"/>
              <a:ext cx="2324893" cy="2055807"/>
              <a:chOff x="3967162" y="4130677"/>
              <a:chExt cx="2324893" cy="2055807"/>
            </a:xfrm>
          </p:grpSpPr>
          <p:sp>
            <p:nvSpPr>
              <p:cNvPr id="175" name="Rectangle: Rounded Corners 174">
                <a:extLst>
                  <a:ext uri="{FF2B5EF4-FFF2-40B4-BE49-F238E27FC236}">
                    <a16:creationId xmlns:a16="http://schemas.microsoft.com/office/drawing/2014/main" id="{75D0086F-3228-D81F-55F0-389E3DC58A8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6" name="Group 175">
                <a:extLst>
                  <a:ext uri="{FF2B5EF4-FFF2-40B4-BE49-F238E27FC236}">
                    <a16:creationId xmlns:a16="http://schemas.microsoft.com/office/drawing/2014/main" id="{BA44C102-F33E-A9AE-5392-DD3F1E6FF8A9}"/>
                  </a:ext>
                </a:extLst>
              </p:cNvPr>
              <p:cNvGrpSpPr/>
              <p:nvPr/>
            </p:nvGrpSpPr>
            <p:grpSpPr>
              <a:xfrm>
                <a:off x="3967162" y="4130677"/>
                <a:ext cx="2177954" cy="203200"/>
                <a:chOff x="4411662" y="1266827"/>
                <a:chExt cx="2177954" cy="203200"/>
              </a:xfrm>
              <a:solidFill>
                <a:schemeClr val="tx1"/>
              </a:solidFill>
            </p:grpSpPr>
            <p:sp>
              <p:nvSpPr>
                <p:cNvPr id="186" name="Rectangle: Rounded Corners 185">
                  <a:extLst>
                    <a:ext uri="{FF2B5EF4-FFF2-40B4-BE49-F238E27FC236}">
                      <a16:creationId xmlns:a16="http://schemas.microsoft.com/office/drawing/2014/main" id="{F3684284-2F80-B024-AD8F-6DBF4DDFBD7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Rectangle: Rounded Corners 186">
                  <a:extLst>
                    <a:ext uri="{FF2B5EF4-FFF2-40B4-BE49-F238E27FC236}">
                      <a16:creationId xmlns:a16="http://schemas.microsoft.com/office/drawing/2014/main" id="{59F5F940-51A6-63FA-F966-DDDF4AA0061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Rectangle: Rounded Corners 187">
                  <a:extLst>
                    <a:ext uri="{FF2B5EF4-FFF2-40B4-BE49-F238E27FC236}">
                      <a16:creationId xmlns:a16="http://schemas.microsoft.com/office/drawing/2014/main" id="{EA804139-629A-D444-E634-2D9681EFB69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Rectangle: Rounded Corners 188">
                  <a:extLst>
                    <a:ext uri="{FF2B5EF4-FFF2-40B4-BE49-F238E27FC236}">
                      <a16:creationId xmlns:a16="http://schemas.microsoft.com/office/drawing/2014/main" id="{06393EA1-E844-1F07-73E1-ED2C921A260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Rectangle: Rounded Corners 189">
                  <a:extLst>
                    <a:ext uri="{FF2B5EF4-FFF2-40B4-BE49-F238E27FC236}">
                      <a16:creationId xmlns:a16="http://schemas.microsoft.com/office/drawing/2014/main" id="{6CB5415D-507B-3796-F70C-35AB1BC7D64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Rectangle: Rounded Corners 190">
                  <a:extLst>
                    <a:ext uri="{FF2B5EF4-FFF2-40B4-BE49-F238E27FC236}">
                      <a16:creationId xmlns:a16="http://schemas.microsoft.com/office/drawing/2014/main" id="{D416788B-67F1-8895-EE2F-7E89EBF1404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Rectangle: Rounded Corners 191">
                  <a:extLst>
                    <a:ext uri="{FF2B5EF4-FFF2-40B4-BE49-F238E27FC236}">
                      <a16:creationId xmlns:a16="http://schemas.microsoft.com/office/drawing/2014/main" id="{B24715AD-6361-F1F5-7ED8-75B1EAF2B72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Rectangle: Rounded Corners 192">
                  <a:extLst>
                    <a:ext uri="{FF2B5EF4-FFF2-40B4-BE49-F238E27FC236}">
                      <a16:creationId xmlns:a16="http://schemas.microsoft.com/office/drawing/2014/main" id="{28C95125-E481-8DF0-1DFB-8F9A19F6FEB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7" name="Group 176">
                <a:extLst>
                  <a:ext uri="{FF2B5EF4-FFF2-40B4-BE49-F238E27FC236}">
                    <a16:creationId xmlns:a16="http://schemas.microsoft.com/office/drawing/2014/main" id="{775550C8-E5AD-2FD1-D6D7-03B76E48ED1D}"/>
                  </a:ext>
                </a:extLst>
              </p:cNvPr>
              <p:cNvGrpSpPr/>
              <p:nvPr/>
            </p:nvGrpSpPr>
            <p:grpSpPr>
              <a:xfrm>
                <a:off x="3967163" y="5983284"/>
                <a:ext cx="2177954" cy="203200"/>
                <a:chOff x="4411662" y="1266827"/>
                <a:chExt cx="2177954" cy="203200"/>
              </a:xfrm>
              <a:solidFill>
                <a:schemeClr val="tx1"/>
              </a:solidFill>
            </p:grpSpPr>
            <p:sp>
              <p:nvSpPr>
                <p:cNvPr id="178" name="Rectangle: Rounded Corners 177">
                  <a:extLst>
                    <a:ext uri="{FF2B5EF4-FFF2-40B4-BE49-F238E27FC236}">
                      <a16:creationId xmlns:a16="http://schemas.microsoft.com/office/drawing/2014/main" id="{2B50A939-7465-A37F-FCF3-03C6D6470FF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Rectangle: Rounded Corners 178">
                  <a:extLst>
                    <a:ext uri="{FF2B5EF4-FFF2-40B4-BE49-F238E27FC236}">
                      <a16:creationId xmlns:a16="http://schemas.microsoft.com/office/drawing/2014/main" id="{FA973A8C-5934-21AA-BB9B-B40F068E2B1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Rounded Corners 179">
                  <a:extLst>
                    <a:ext uri="{FF2B5EF4-FFF2-40B4-BE49-F238E27FC236}">
                      <a16:creationId xmlns:a16="http://schemas.microsoft.com/office/drawing/2014/main" id="{16E8FFF0-2C71-71BC-957E-145E3642CB8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 name="Rectangle: Rounded Corners 180">
                  <a:extLst>
                    <a:ext uri="{FF2B5EF4-FFF2-40B4-BE49-F238E27FC236}">
                      <a16:creationId xmlns:a16="http://schemas.microsoft.com/office/drawing/2014/main" id="{19B6AD3D-DC00-348D-A2D2-E7A5C310E71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Rectangle: Rounded Corners 181">
                  <a:extLst>
                    <a:ext uri="{FF2B5EF4-FFF2-40B4-BE49-F238E27FC236}">
                      <a16:creationId xmlns:a16="http://schemas.microsoft.com/office/drawing/2014/main" id="{4EF46DAF-2B9D-C957-3E6F-5AD6320A398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Rectangle: Rounded Corners 182">
                  <a:extLst>
                    <a:ext uri="{FF2B5EF4-FFF2-40B4-BE49-F238E27FC236}">
                      <a16:creationId xmlns:a16="http://schemas.microsoft.com/office/drawing/2014/main" id="{59B89EED-CE70-939E-41EB-4B0407A39B8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Rectangle: Rounded Corners 183">
                  <a:extLst>
                    <a:ext uri="{FF2B5EF4-FFF2-40B4-BE49-F238E27FC236}">
                      <a16:creationId xmlns:a16="http://schemas.microsoft.com/office/drawing/2014/main" id="{6BB2341A-2E6E-BB7C-830E-09D45571CE5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Rectangle: Rounded Corners 184">
                  <a:extLst>
                    <a:ext uri="{FF2B5EF4-FFF2-40B4-BE49-F238E27FC236}">
                      <a16:creationId xmlns:a16="http://schemas.microsoft.com/office/drawing/2014/main" id="{00526923-FC3E-B7FE-E6F1-0EAE88B23D1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 name="Group 193">
              <a:extLst>
                <a:ext uri="{FF2B5EF4-FFF2-40B4-BE49-F238E27FC236}">
                  <a16:creationId xmlns:a16="http://schemas.microsoft.com/office/drawing/2014/main" id="{8D0FD114-3EAD-D118-C9AE-DA06A002B74B}"/>
                </a:ext>
              </a:extLst>
            </p:cNvPr>
            <p:cNvGrpSpPr/>
            <p:nvPr/>
          </p:nvGrpSpPr>
          <p:grpSpPr>
            <a:xfrm>
              <a:off x="22628258" y="4130677"/>
              <a:ext cx="2324893" cy="2055807"/>
              <a:chOff x="3967162" y="4130677"/>
              <a:chExt cx="2324893" cy="2055807"/>
            </a:xfrm>
          </p:grpSpPr>
          <p:sp>
            <p:nvSpPr>
              <p:cNvPr id="195" name="Rectangle: Rounded Corners 194">
                <a:extLst>
                  <a:ext uri="{FF2B5EF4-FFF2-40B4-BE49-F238E27FC236}">
                    <a16:creationId xmlns:a16="http://schemas.microsoft.com/office/drawing/2014/main" id="{B2E932B5-C7CC-5A7E-45E8-F72CD66E765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6" name="Group 195">
                <a:extLst>
                  <a:ext uri="{FF2B5EF4-FFF2-40B4-BE49-F238E27FC236}">
                    <a16:creationId xmlns:a16="http://schemas.microsoft.com/office/drawing/2014/main" id="{B16E07F8-8A71-AB1F-3FE9-B2BFBF710DA6}"/>
                  </a:ext>
                </a:extLst>
              </p:cNvPr>
              <p:cNvGrpSpPr/>
              <p:nvPr/>
            </p:nvGrpSpPr>
            <p:grpSpPr>
              <a:xfrm>
                <a:off x="3967162" y="4130677"/>
                <a:ext cx="2177954" cy="203200"/>
                <a:chOff x="4411662" y="1266827"/>
                <a:chExt cx="2177954" cy="203200"/>
              </a:xfrm>
              <a:solidFill>
                <a:schemeClr val="tx1"/>
              </a:solidFill>
            </p:grpSpPr>
            <p:sp>
              <p:nvSpPr>
                <p:cNvPr id="206" name="Rectangle: Rounded Corners 205">
                  <a:extLst>
                    <a:ext uri="{FF2B5EF4-FFF2-40B4-BE49-F238E27FC236}">
                      <a16:creationId xmlns:a16="http://schemas.microsoft.com/office/drawing/2014/main" id="{98F36D52-42BF-4860-A16F-E8E955B3F81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Rectangle: Rounded Corners 206">
                  <a:extLst>
                    <a:ext uri="{FF2B5EF4-FFF2-40B4-BE49-F238E27FC236}">
                      <a16:creationId xmlns:a16="http://schemas.microsoft.com/office/drawing/2014/main" id="{AA873494-E005-8E61-DAB7-95D266AEE72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Rectangle: Rounded Corners 207">
                  <a:extLst>
                    <a:ext uri="{FF2B5EF4-FFF2-40B4-BE49-F238E27FC236}">
                      <a16:creationId xmlns:a16="http://schemas.microsoft.com/office/drawing/2014/main" id="{8C3EDF3C-A066-912E-97FB-13E0E1511B9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Rectangle: Rounded Corners 208">
                  <a:extLst>
                    <a:ext uri="{FF2B5EF4-FFF2-40B4-BE49-F238E27FC236}">
                      <a16:creationId xmlns:a16="http://schemas.microsoft.com/office/drawing/2014/main" id="{EB798FE0-B45F-2DCF-277F-865C446DD52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 name="Rectangle: Rounded Corners 209">
                  <a:extLst>
                    <a:ext uri="{FF2B5EF4-FFF2-40B4-BE49-F238E27FC236}">
                      <a16:creationId xmlns:a16="http://schemas.microsoft.com/office/drawing/2014/main" id="{93F9101E-8E5B-F2B4-37ED-14273058F87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 name="Rectangle: Rounded Corners 210">
                  <a:extLst>
                    <a:ext uri="{FF2B5EF4-FFF2-40B4-BE49-F238E27FC236}">
                      <a16:creationId xmlns:a16="http://schemas.microsoft.com/office/drawing/2014/main" id="{772D6E23-B143-A4B2-1609-36014C344F0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 name="Rectangle: Rounded Corners 211">
                  <a:extLst>
                    <a:ext uri="{FF2B5EF4-FFF2-40B4-BE49-F238E27FC236}">
                      <a16:creationId xmlns:a16="http://schemas.microsoft.com/office/drawing/2014/main" id="{ED3C720C-5524-DB9F-DC7E-CB1797128CD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 name="Rectangle: Rounded Corners 212">
                  <a:extLst>
                    <a:ext uri="{FF2B5EF4-FFF2-40B4-BE49-F238E27FC236}">
                      <a16:creationId xmlns:a16="http://schemas.microsoft.com/office/drawing/2014/main" id="{A42B493D-AA78-F920-B6FF-F6E01720786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7" name="Group 196">
                <a:extLst>
                  <a:ext uri="{FF2B5EF4-FFF2-40B4-BE49-F238E27FC236}">
                    <a16:creationId xmlns:a16="http://schemas.microsoft.com/office/drawing/2014/main" id="{76E59E87-D8F1-2842-9ADD-70C67340CD23}"/>
                  </a:ext>
                </a:extLst>
              </p:cNvPr>
              <p:cNvGrpSpPr/>
              <p:nvPr/>
            </p:nvGrpSpPr>
            <p:grpSpPr>
              <a:xfrm>
                <a:off x="3967163" y="5983284"/>
                <a:ext cx="2177954" cy="203200"/>
                <a:chOff x="4411662" y="1266827"/>
                <a:chExt cx="2177954" cy="203200"/>
              </a:xfrm>
              <a:solidFill>
                <a:schemeClr val="tx1"/>
              </a:solidFill>
            </p:grpSpPr>
            <p:sp>
              <p:nvSpPr>
                <p:cNvPr id="198" name="Rectangle: Rounded Corners 197">
                  <a:extLst>
                    <a:ext uri="{FF2B5EF4-FFF2-40B4-BE49-F238E27FC236}">
                      <a16:creationId xmlns:a16="http://schemas.microsoft.com/office/drawing/2014/main" id="{E8F1B3F1-B4BC-1718-B287-BAACC5ECD99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Rectangle: Rounded Corners 198">
                  <a:extLst>
                    <a:ext uri="{FF2B5EF4-FFF2-40B4-BE49-F238E27FC236}">
                      <a16:creationId xmlns:a16="http://schemas.microsoft.com/office/drawing/2014/main" id="{48DE61A5-A864-DA8E-7D6A-5DB83809F63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Rectangle: Rounded Corners 199">
                  <a:extLst>
                    <a:ext uri="{FF2B5EF4-FFF2-40B4-BE49-F238E27FC236}">
                      <a16:creationId xmlns:a16="http://schemas.microsoft.com/office/drawing/2014/main" id="{F37C6F9F-75B9-099C-4D6C-05934886D8E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Rectangle: Rounded Corners 200">
                  <a:extLst>
                    <a:ext uri="{FF2B5EF4-FFF2-40B4-BE49-F238E27FC236}">
                      <a16:creationId xmlns:a16="http://schemas.microsoft.com/office/drawing/2014/main" id="{876D5E45-E16C-667D-621B-0A3A834758A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Rectangle: Rounded Corners 201">
                  <a:extLst>
                    <a:ext uri="{FF2B5EF4-FFF2-40B4-BE49-F238E27FC236}">
                      <a16:creationId xmlns:a16="http://schemas.microsoft.com/office/drawing/2014/main" id="{2823C49B-4EDD-2072-965C-977E1FB919D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 name="Rectangle: Rounded Corners 202">
                  <a:extLst>
                    <a:ext uri="{FF2B5EF4-FFF2-40B4-BE49-F238E27FC236}">
                      <a16:creationId xmlns:a16="http://schemas.microsoft.com/office/drawing/2014/main" id="{E135C689-30B5-DE12-FE8D-C5BCBA546FF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Rectangle: Rounded Corners 203">
                  <a:extLst>
                    <a:ext uri="{FF2B5EF4-FFF2-40B4-BE49-F238E27FC236}">
                      <a16:creationId xmlns:a16="http://schemas.microsoft.com/office/drawing/2014/main" id="{33B3DA99-88DE-95C2-12EB-E51B9EA09F8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Rectangle: Rounded Corners 204">
                  <a:extLst>
                    <a:ext uri="{FF2B5EF4-FFF2-40B4-BE49-F238E27FC236}">
                      <a16:creationId xmlns:a16="http://schemas.microsoft.com/office/drawing/2014/main" id="{23B74E85-AA78-F42F-473F-E7E949762A1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4" name="Group 213">
              <a:extLst>
                <a:ext uri="{FF2B5EF4-FFF2-40B4-BE49-F238E27FC236}">
                  <a16:creationId xmlns:a16="http://schemas.microsoft.com/office/drawing/2014/main" id="{FDC52019-A3ED-AEC9-425D-FEABCAC7B518}"/>
                </a:ext>
              </a:extLst>
            </p:cNvPr>
            <p:cNvGrpSpPr/>
            <p:nvPr/>
          </p:nvGrpSpPr>
          <p:grpSpPr>
            <a:xfrm>
              <a:off x="24960895" y="4130677"/>
              <a:ext cx="2324893" cy="2055807"/>
              <a:chOff x="3967162" y="4130677"/>
              <a:chExt cx="2324893" cy="2055807"/>
            </a:xfrm>
          </p:grpSpPr>
          <p:sp>
            <p:nvSpPr>
              <p:cNvPr id="215" name="Rectangle: Rounded Corners 214">
                <a:extLst>
                  <a:ext uri="{FF2B5EF4-FFF2-40B4-BE49-F238E27FC236}">
                    <a16:creationId xmlns:a16="http://schemas.microsoft.com/office/drawing/2014/main" id="{AFB1AA15-4227-3304-5055-19DFD98ED2F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6" name="Group 215">
                <a:extLst>
                  <a:ext uri="{FF2B5EF4-FFF2-40B4-BE49-F238E27FC236}">
                    <a16:creationId xmlns:a16="http://schemas.microsoft.com/office/drawing/2014/main" id="{05407924-3156-1C72-7D57-7FD844BC8063}"/>
                  </a:ext>
                </a:extLst>
              </p:cNvPr>
              <p:cNvGrpSpPr/>
              <p:nvPr/>
            </p:nvGrpSpPr>
            <p:grpSpPr>
              <a:xfrm>
                <a:off x="3967162" y="4130677"/>
                <a:ext cx="2177954" cy="203200"/>
                <a:chOff x="4411662" y="1266827"/>
                <a:chExt cx="2177954" cy="203200"/>
              </a:xfrm>
              <a:solidFill>
                <a:schemeClr val="tx1"/>
              </a:solidFill>
            </p:grpSpPr>
            <p:sp>
              <p:nvSpPr>
                <p:cNvPr id="226" name="Rectangle: Rounded Corners 225">
                  <a:extLst>
                    <a:ext uri="{FF2B5EF4-FFF2-40B4-BE49-F238E27FC236}">
                      <a16:creationId xmlns:a16="http://schemas.microsoft.com/office/drawing/2014/main" id="{5184689B-DE88-9DFF-52AE-699613BD1E4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Rectangle: Rounded Corners 226">
                  <a:extLst>
                    <a:ext uri="{FF2B5EF4-FFF2-40B4-BE49-F238E27FC236}">
                      <a16:creationId xmlns:a16="http://schemas.microsoft.com/office/drawing/2014/main" id="{750AC500-59ED-AF78-BCAF-F9A0F9D01B5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Rectangle: Rounded Corners 227">
                  <a:extLst>
                    <a:ext uri="{FF2B5EF4-FFF2-40B4-BE49-F238E27FC236}">
                      <a16:creationId xmlns:a16="http://schemas.microsoft.com/office/drawing/2014/main" id="{34F3DE08-0942-43C9-1B2F-0DAD96B2E0D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Rounded Corners 228">
                  <a:extLst>
                    <a:ext uri="{FF2B5EF4-FFF2-40B4-BE49-F238E27FC236}">
                      <a16:creationId xmlns:a16="http://schemas.microsoft.com/office/drawing/2014/main" id="{2C2EB48D-332C-9E48-E390-16C14EA4EB7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Rectangle: Rounded Corners 229">
                  <a:extLst>
                    <a:ext uri="{FF2B5EF4-FFF2-40B4-BE49-F238E27FC236}">
                      <a16:creationId xmlns:a16="http://schemas.microsoft.com/office/drawing/2014/main" id="{72556478-5763-2AF3-EA99-2E5DB83E61F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Rectangle: Rounded Corners 230">
                  <a:extLst>
                    <a:ext uri="{FF2B5EF4-FFF2-40B4-BE49-F238E27FC236}">
                      <a16:creationId xmlns:a16="http://schemas.microsoft.com/office/drawing/2014/main" id="{46FDFCFF-3463-257E-FA3E-C749C2FC949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Rectangle: Rounded Corners 231">
                  <a:extLst>
                    <a:ext uri="{FF2B5EF4-FFF2-40B4-BE49-F238E27FC236}">
                      <a16:creationId xmlns:a16="http://schemas.microsoft.com/office/drawing/2014/main" id="{669390F1-1BFC-2A4C-AF9F-2E8771F4567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Rectangle: Rounded Corners 232">
                  <a:extLst>
                    <a:ext uri="{FF2B5EF4-FFF2-40B4-BE49-F238E27FC236}">
                      <a16:creationId xmlns:a16="http://schemas.microsoft.com/office/drawing/2014/main" id="{F4FFD485-47B0-CF10-08EF-7DF697A6450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7" name="Group 216">
                <a:extLst>
                  <a:ext uri="{FF2B5EF4-FFF2-40B4-BE49-F238E27FC236}">
                    <a16:creationId xmlns:a16="http://schemas.microsoft.com/office/drawing/2014/main" id="{88977575-89FE-8101-A472-B4C458CFE1A0}"/>
                  </a:ext>
                </a:extLst>
              </p:cNvPr>
              <p:cNvGrpSpPr/>
              <p:nvPr/>
            </p:nvGrpSpPr>
            <p:grpSpPr>
              <a:xfrm>
                <a:off x="3967163" y="5983284"/>
                <a:ext cx="2177954" cy="203200"/>
                <a:chOff x="4411662" y="1266827"/>
                <a:chExt cx="2177954" cy="203200"/>
              </a:xfrm>
              <a:solidFill>
                <a:schemeClr val="tx1"/>
              </a:solidFill>
            </p:grpSpPr>
            <p:sp>
              <p:nvSpPr>
                <p:cNvPr id="218" name="Rectangle: Rounded Corners 217">
                  <a:extLst>
                    <a:ext uri="{FF2B5EF4-FFF2-40B4-BE49-F238E27FC236}">
                      <a16:creationId xmlns:a16="http://schemas.microsoft.com/office/drawing/2014/main" id="{184FE6D3-9805-12EF-AA29-C8CEE8F9D51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Rectangle: Rounded Corners 218">
                  <a:extLst>
                    <a:ext uri="{FF2B5EF4-FFF2-40B4-BE49-F238E27FC236}">
                      <a16:creationId xmlns:a16="http://schemas.microsoft.com/office/drawing/2014/main" id="{38C54774-8061-14D4-5A2A-5A98F6A7544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Rectangle: Rounded Corners 219">
                  <a:extLst>
                    <a:ext uri="{FF2B5EF4-FFF2-40B4-BE49-F238E27FC236}">
                      <a16:creationId xmlns:a16="http://schemas.microsoft.com/office/drawing/2014/main" id="{606D83FA-D70B-F942-5271-235B8C460CE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1" name="Rectangle: Rounded Corners 220">
                  <a:extLst>
                    <a:ext uri="{FF2B5EF4-FFF2-40B4-BE49-F238E27FC236}">
                      <a16:creationId xmlns:a16="http://schemas.microsoft.com/office/drawing/2014/main" id="{4619C56E-70BE-73BD-1A8B-7EADEA19DE5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Rectangle: Rounded Corners 221">
                  <a:extLst>
                    <a:ext uri="{FF2B5EF4-FFF2-40B4-BE49-F238E27FC236}">
                      <a16:creationId xmlns:a16="http://schemas.microsoft.com/office/drawing/2014/main" id="{5C369212-4D50-7246-CFFD-D84F74B774D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Rectangle: Rounded Corners 222">
                  <a:extLst>
                    <a:ext uri="{FF2B5EF4-FFF2-40B4-BE49-F238E27FC236}">
                      <a16:creationId xmlns:a16="http://schemas.microsoft.com/office/drawing/2014/main" id="{BFFD4108-1E21-714B-4A28-9C57DD54E36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Rectangle: Rounded Corners 223">
                  <a:extLst>
                    <a:ext uri="{FF2B5EF4-FFF2-40B4-BE49-F238E27FC236}">
                      <a16:creationId xmlns:a16="http://schemas.microsoft.com/office/drawing/2014/main" id="{F8AF8C25-2848-C2D0-7BE3-62D8B3E7C71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Rectangle: Rounded Corners 224">
                  <a:extLst>
                    <a:ext uri="{FF2B5EF4-FFF2-40B4-BE49-F238E27FC236}">
                      <a16:creationId xmlns:a16="http://schemas.microsoft.com/office/drawing/2014/main" id="{326A4C8E-3ACF-95F7-C9C4-7572EA63338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EBDF335-AC0D-0560-56B0-E53897EC344F}"/>
                  </a:ext>
                </a:extLst>
              </p:cNvPr>
              <p:cNvSpPr txBox="1"/>
              <p:nvPr/>
            </p:nvSpPr>
            <p:spPr>
              <a:xfrm>
                <a:off x="6304636" y="4663745"/>
                <a:ext cx="2484847"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𝑥</m:t>
                      </m:r>
                      <m:d>
                        <m:dPr>
                          <m:ctrlP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𝑡</m:t>
                          </m:r>
                        </m:e>
                      </m:d>
                    </m:oMath>
                  </m:oMathPara>
                </a14:m>
                <a:endParaRPr kumimoji="0" lang="en-US" sz="8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DEBDF335-AC0D-0560-56B0-E53897EC344F}"/>
                  </a:ext>
                </a:extLst>
              </p:cNvPr>
              <p:cNvSpPr txBox="1">
                <a:spLocks noRot="1" noChangeAspect="1" noMove="1" noResize="1" noEditPoints="1" noAdjustHandles="1" noChangeArrowheads="1" noChangeShapeType="1" noTextEdit="1"/>
              </p:cNvSpPr>
              <p:nvPr/>
            </p:nvSpPr>
            <p:spPr>
              <a:xfrm>
                <a:off x="6304636" y="4663745"/>
                <a:ext cx="2484847" cy="1446550"/>
              </a:xfrm>
              <a:prstGeom prst="rect">
                <a:avLst/>
              </a:prstGeom>
              <a:blipFill>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210A0D49-9474-6A81-2BD9-9FD596B4AC67}"/>
              </a:ext>
            </a:extLst>
          </p:cNvPr>
          <p:cNvSpPr>
            <a:spLocks noGrp="1"/>
          </p:cNvSpPr>
          <p:nvPr>
            <p:ph type="ftr" sz="quarter" idx="11"/>
          </p:nvPr>
        </p:nvSpPr>
        <p:spPr/>
        <p:txBody>
          <a:bodyPr/>
          <a:lstStyle/>
          <a:p>
            <a:r>
              <a:rPr lang="en-US"/>
              <a:t>Christine Aidala - University of Michigan</a:t>
            </a:r>
            <a:endParaRPr lang="en-US" dirty="0"/>
          </a:p>
        </p:txBody>
      </p:sp>
      <p:sp>
        <p:nvSpPr>
          <p:cNvPr id="6" name="Slide Number Placeholder 5">
            <a:extLst>
              <a:ext uri="{FF2B5EF4-FFF2-40B4-BE49-F238E27FC236}">
                <a16:creationId xmlns:a16="http://schemas.microsoft.com/office/drawing/2014/main" id="{E69D20FB-7095-6BA0-4C5D-09AC16DF5547}"/>
              </a:ext>
            </a:extLst>
          </p:cNvPr>
          <p:cNvSpPr>
            <a:spLocks noGrp="1"/>
          </p:cNvSpPr>
          <p:nvPr>
            <p:ph type="sldNum" sz="quarter" idx="12"/>
          </p:nvPr>
        </p:nvSpPr>
        <p:spPr/>
        <p:txBody>
          <a:bodyPr/>
          <a:lstStyle/>
          <a:p>
            <a:fld id="{F47845EA-7733-40EE-B074-20032348B727}" type="slidenum">
              <a:rPr lang="en-US" smtClean="0"/>
              <a:t>94</a:t>
            </a:fld>
            <a:endParaRPr lang="en-US"/>
          </a:p>
        </p:txBody>
      </p:sp>
    </p:spTree>
    <p:extLst>
      <p:ext uri="{BB962C8B-B14F-4D97-AF65-F5344CB8AC3E}">
        <p14:creationId xmlns:p14="http://schemas.microsoft.com/office/powerpoint/2010/main" val="315428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375E-6 -3.7037E-6 L -1.04336 -3.7037E-6 L -1.04336 -0.12268 " pathEditMode="relative" rAng="0" ptsTypes="AAA">
                                      <p:cBhvr>
                                        <p:cTn id="6" dur="2000" fill="hold"/>
                                        <p:tgtEl>
                                          <p:spTgt spid="1133"/>
                                        </p:tgtEl>
                                        <p:attrNameLst>
                                          <p:attrName>ppt_x</p:attrName>
                                          <p:attrName>ppt_y</p:attrName>
                                        </p:attrNameLst>
                                      </p:cBhvr>
                                      <p:rCtr x="-52174" y="-6134"/>
                                    </p:animMotion>
                                  </p:childTnLst>
                                </p:cTn>
                              </p:par>
                              <p:par>
                                <p:cTn id="7" presetID="0" presetClass="path" presetSubtype="0" accel="50000" decel="50000" fill="hold" nodeType="withEffect">
                                  <p:stCondLst>
                                    <p:cond delay="0"/>
                                  </p:stCondLst>
                                  <p:childTnLst>
                                    <p:animMotion origin="layout" path="M -4.375E-6 2.22222E-6 L -1.04335 2.22222E-6 L -1.04335 -0.24584 " pathEditMode="relative" rAng="0" ptsTypes="AAA">
                                      <p:cBhvr>
                                        <p:cTn id="8" dur="2000" fill="hold"/>
                                        <p:tgtEl>
                                          <p:spTgt spid="1335"/>
                                        </p:tgtEl>
                                        <p:attrNameLst>
                                          <p:attrName>ppt_x</p:attrName>
                                          <p:attrName>ppt_y</p:attrName>
                                        </p:attrNameLst>
                                      </p:cBhvr>
                                      <p:rCtr x="-52174" y="-12292"/>
                                    </p:animMotion>
                                  </p:childTnLst>
                                </p:cTn>
                              </p:par>
                              <p:par>
                                <p:cTn id="9" presetID="0" presetClass="path" presetSubtype="0" accel="50000" decel="50000" fill="hold" nodeType="withEffect">
                                  <p:stCondLst>
                                    <p:cond delay="0"/>
                                  </p:stCondLst>
                                  <p:childTnLst>
                                    <p:animMotion origin="layout" path="M -3.125E-6 -3.7037E-7 L -1.04336 -3.7037E-7 L -1.04336 -0.37176 " pathEditMode="relative" rAng="0" ptsTypes="AAA">
                                      <p:cBhvr>
                                        <p:cTn id="10" dur="2000" fill="hold"/>
                                        <p:tgtEl>
                                          <p:spTgt spid="1537"/>
                                        </p:tgtEl>
                                        <p:attrNameLst>
                                          <p:attrName>ppt_x</p:attrName>
                                          <p:attrName>ppt_y</p:attrName>
                                        </p:attrNameLst>
                                      </p:cBhvr>
                                      <p:rCtr x="-52174" y="-18588"/>
                                    </p:animMotion>
                                  </p:childTnLst>
                                </p:cTn>
                              </p:par>
                              <p:par>
                                <p:cTn id="11" presetID="0" presetClass="path" presetSubtype="0" accel="50000" decel="50000" fill="hold" nodeType="withEffect">
                                  <p:stCondLst>
                                    <p:cond delay="0"/>
                                  </p:stCondLst>
                                  <p:childTnLst>
                                    <p:animMotion origin="layout" path="M -1.875E-6 -4.44444E-6 L -1.04336 -4.44444E-6 L -1.04336 -0.4993 " pathEditMode="relative" rAng="0" ptsTypes="AAA">
                                      <p:cBhvr>
                                        <p:cTn id="12" dur="2000" fill="hold"/>
                                        <p:tgtEl>
                                          <p:spTgt spid="1739"/>
                                        </p:tgtEl>
                                        <p:attrNameLst>
                                          <p:attrName>ppt_x</p:attrName>
                                          <p:attrName>ppt_y</p:attrName>
                                        </p:attrNameLst>
                                      </p:cBhvr>
                                      <p:rCtr x="-52174" y="-24977"/>
                                    </p:animMotion>
                                  </p:childTnLst>
                                </p:cTn>
                              </p:par>
                              <p:par>
                                <p:cTn id="13" presetID="0" presetClass="path" presetSubtype="0" accel="50000" decel="50000" fill="hold" nodeType="withEffect">
                                  <p:stCondLst>
                                    <p:cond delay="0"/>
                                  </p:stCondLst>
                                  <p:childTnLst>
                                    <p:animMotion origin="layout" path="M -6.25E-7 2.96296E-6 L -1.04336 2.96296E-6 L -1.04336 -0.62084 " pathEditMode="relative" rAng="0" ptsTypes="AAA">
                                      <p:cBhvr>
                                        <p:cTn id="14" dur="2000" fill="hold"/>
                                        <p:tgtEl>
                                          <p:spTgt spid="1941"/>
                                        </p:tgtEl>
                                        <p:attrNameLst>
                                          <p:attrName>ppt_x</p:attrName>
                                          <p:attrName>ppt_y</p:attrName>
                                        </p:attrNameLst>
                                      </p:cBhvr>
                                      <p:rCtr x="-52174" y="-3104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F579-4907-E001-DD66-D7311F6BD4E6}"/>
            </a:ext>
          </a:extLst>
        </p:cNvPr>
        <p:cNvGrpSpPr/>
        <p:nvPr/>
      </p:nvGrpSpPr>
      <p:grpSpPr>
        <a:xfrm>
          <a:off x="0" y="0"/>
          <a:ext cx="0" cy="0"/>
          <a:chOff x="0" y="0"/>
          <a:chExt cx="0" cy="0"/>
        </a:xfrm>
      </p:grpSpPr>
      <p:sp>
        <p:nvSpPr>
          <p:cNvPr id="237" name="Rectangle: Rounded Corners 236">
            <a:extLst>
              <a:ext uri="{FF2B5EF4-FFF2-40B4-BE49-F238E27FC236}">
                <a16:creationId xmlns:a16="http://schemas.microsoft.com/office/drawing/2014/main" id="{50CB8970-AD23-86DA-B256-99F5672F7D8D}"/>
              </a:ext>
            </a:extLst>
          </p:cNvPr>
          <p:cNvSpPr/>
          <p:nvPr/>
        </p:nvSpPr>
        <p:spPr>
          <a:xfrm>
            <a:off x="1071880" y="2609850"/>
            <a:ext cx="3834592" cy="2699710"/>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4" name="Freeform: Shape 253">
            <a:extLst>
              <a:ext uri="{FF2B5EF4-FFF2-40B4-BE49-F238E27FC236}">
                <a16:creationId xmlns:a16="http://schemas.microsoft.com/office/drawing/2014/main" id="{00802102-E1E7-AC5D-B759-FFC309D51D15}"/>
              </a:ext>
            </a:extLst>
          </p:cNvPr>
          <p:cNvSpPr/>
          <p:nvPr/>
        </p:nvSpPr>
        <p:spPr>
          <a:xfrm>
            <a:off x="1064382" y="3489329"/>
            <a:ext cx="3606460" cy="1820232"/>
          </a:xfrm>
          <a:custGeom>
            <a:avLst/>
            <a:gdLst>
              <a:gd name="connsiteX0" fmla="*/ 0 w 3054177"/>
              <a:gd name="connsiteY0" fmla="*/ 0 h 1541487"/>
              <a:gd name="connsiteX1" fmla="*/ 2197 w 3054177"/>
              <a:gd name="connsiteY1" fmla="*/ 4311 h 1541487"/>
              <a:gd name="connsiteX2" fmla="*/ 19238 w 3054177"/>
              <a:gd name="connsiteY2" fmla="*/ 23553 h 1541487"/>
              <a:gd name="connsiteX3" fmla="*/ 133538 w 3054177"/>
              <a:gd name="connsiteY3" fmla="*/ 93403 h 1541487"/>
              <a:gd name="connsiteX4" fmla="*/ 228788 w 3054177"/>
              <a:gd name="connsiteY4" fmla="*/ 182303 h 1541487"/>
              <a:gd name="connsiteX5" fmla="*/ 349438 w 3054177"/>
              <a:gd name="connsiteY5" fmla="*/ 233103 h 1541487"/>
              <a:gd name="connsiteX6" fmla="*/ 482788 w 3054177"/>
              <a:gd name="connsiteY6" fmla="*/ 277553 h 1541487"/>
              <a:gd name="connsiteX7" fmla="*/ 597088 w 3054177"/>
              <a:gd name="connsiteY7" fmla="*/ 366453 h 1541487"/>
              <a:gd name="connsiteX8" fmla="*/ 711388 w 3054177"/>
              <a:gd name="connsiteY8" fmla="*/ 436303 h 1541487"/>
              <a:gd name="connsiteX9" fmla="*/ 838388 w 3054177"/>
              <a:gd name="connsiteY9" fmla="*/ 480753 h 1541487"/>
              <a:gd name="connsiteX10" fmla="*/ 978088 w 3054177"/>
              <a:gd name="connsiteY10" fmla="*/ 544253 h 1541487"/>
              <a:gd name="connsiteX11" fmla="*/ 1079688 w 3054177"/>
              <a:gd name="connsiteY11" fmla="*/ 626803 h 1541487"/>
              <a:gd name="connsiteX12" fmla="*/ 1206688 w 3054177"/>
              <a:gd name="connsiteY12" fmla="*/ 703003 h 1541487"/>
              <a:gd name="connsiteX13" fmla="*/ 1320988 w 3054177"/>
              <a:gd name="connsiteY13" fmla="*/ 747453 h 1541487"/>
              <a:gd name="connsiteX14" fmla="*/ 1479738 w 3054177"/>
              <a:gd name="connsiteY14" fmla="*/ 817303 h 1541487"/>
              <a:gd name="connsiteX15" fmla="*/ 1619438 w 3054177"/>
              <a:gd name="connsiteY15" fmla="*/ 893503 h 1541487"/>
              <a:gd name="connsiteX16" fmla="*/ 1721038 w 3054177"/>
              <a:gd name="connsiteY16" fmla="*/ 963353 h 1541487"/>
              <a:gd name="connsiteX17" fmla="*/ 1841688 w 3054177"/>
              <a:gd name="connsiteY17" fmla="*/ 982403 h 1541487"/>
              <a:gd name="connsiteX18" fmla="*/ 1943288 w 3054177"/>
              <a:gd name="connsiteY18" fmla="*/ 1020503 h 1541487"/>
              <a:gd name="connsiteX19" fmla="*/ 2032188 w 3054177"/>
              <a:gd name="connsiteY19" fmla="*/ 1077653 h 1541487"/>
              <a:gd name="connsiteX20" fmla="*/ 2178238 w 3054177"/>
              <a:gd name="connsiteY20" fmla="*/ 1166553 h 1541487"/>
              <a:gd name="connsiteX21" fmla="*/ 2254438 w 3054177"/>
              <a:gd name="connsiteY21" fmla="*/ 1191953 h 1541487"/>
              <a:gd name="connsiteX22" fmla="*/ 2343338 w 3054177"/>
              <a:gd name="connsiteY22" fmla="*/ 1236403 h 1541487"/>
              <a:gd name="connsiteX23" fmla="*/ 2406838 w 3054177"/>
              <a:gd name="connsiteY23" fmla="*/ 1274503 h 1541487"/>
              <a:gd name="connsiteX24" fmla="*/ 2546538 w 3054177"/>
              <a:gd name="connsiteY24" fmla="*/ 1331653 h 1541487"/>
              <a:gd name="connsiteX25" fmla="*/ 2654488 w 3054177"/>
              <a:gd name="connsiteY25" fmla="*/ 1369753 h 1541487"/>
              <a:gd name="connsiteX26" fmla="*/ 2800538 w 3054177"/>
              <a:gd name="connsiteY26" fmla="*/ 1458653 h 1541487"/>
              <a:gd name="connsiteX27" fmla="*/ 2984688 w 3054177"/>
              <a:gd name="connsiteY27" fmla="*/ 1522153 h 1541487"/>
              <a:gd name="connsiteX28" fmla="*/ 3035488 w 3054177"/>
              <a:gd name="connsiteY28" fmla="*/ 1535647 h 1541487"/>
              <a:gd name="connsiteX29" fmla="*/ 3054177 w 3054177"/>
              <a:gd name="connsiteY29" fmla="*/ 1541487 h 1541487"/>
              <a:gd name="connsiteX30" fmla="*/ 168819 w 3054177"/>
              <a:gd name="connsiteY30" fmla="*/ 1541487 h 1541487"/>
              <a:gd name="connsiteX31" fmla="*/ 0 w 3054177"/>
              <a:gd name="connsiteY31" fmla="*/ 1372668 h 154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54177" h="1541487">
                <a:moveTo>
                  <a:pt x="0" y="0"/>
                </a:moveTo>
                <a:lnTo>
                  <a:pt x="2197" y="4311"/>
                </a:lnTo>
                <a:cubicBezTo>
                  <a:pt x="8109" y="14061"/>
                  <a:pt x="13814" y="21040"/>
                  <a:pt x="19238" y="23553"/>
                </a:cubicBezTo>
                <a:cubicBezTo>
                  <a:pt x="62630" y="43661"/>
                  <a:pt x="98613" y="66945"/>
                  <a:pt x="133538" y="93403"/>
                </a:cubicBezTo>
                <a:cubicBezTo>
                  <a:pt x="168463" y="119861"/>
                  <a:pt x="192805" y="159020"/>
                  <a:pt x="228788" y="182303"/>
                </a:cubicBezTo>
                <a:cubicBezTo>
                  <a:pt x="264771" y="205586"/>
                  <a:pt x="307105" y="217228"/>
                  <a:pt x="349438" y="233103"/>
                </a:cubicBezTo>
                <a:cubicBezTo>
                  <a:pt x="391771" y="248978"/>
                  <a:pt x="441513" y="255328"/>
                  <a:pt x="482788" y="277553"/>
                </a:cubicBezTo>
                <a:cubicBezTo>
                  <a:pt x="524063" y="299778"/>
                  <a:pt x="558988" y="339995"/>
                  <a:pt x="597088" y="366453"/>
                </a:cubicBezTo>
                <a:cubicBezTo>
                  <a:pt x="635188" y="392911"/>
                  <a:pt x="671171" y="417253"/>
                  <a:pt x="711388" y="436303"/>
                </a:cubicBezTo>
                <a:cubicBezTo>
                  <a:pt x="751605" y="455353"/>
                  <a:pt x="793938" y="462761"/>
                  <a:pt x="838388" y="480753"/>
                </a:cubicBezTo>
                <a:cubicBezTo>
                  <a:pt x="882838" y="498745"/>
                  <a:pt x="937871" y="519911"/>
                  <a:pt x="978088" y="544253"/>
                </a:cubicBezTo>
                <a:cubicBezTo>
                  <a:pt x="1018305" y="568595"/>
                  <a:pt x="1041588" y="600345"/>
                  <a:pt x="1079688" y="626803"/>
                </a:cubicBezTo>
                <a:cubicBezTo>
                  <a:pt x="1117788" y="653261"/>
                  <a:pt x="1166471" y="682895"/>
                  <a:pt x="1206688" y="703003"/>
                </a:cubicBezTo>
                <a:cubicBezTo>
                  <a:pt x="1246905" y="723111"/>
                  <a:pt x="1275480" y="728403"/>
                  <a:pt x="1320988" y="747453"/>
                </a:cubicBezTo>
                <a:cubicBezTo>
                  <a:pt x="1366496" y="766503"/>
                  <a:pt x="1429996" y="792961"/>
                  <a:pt x="1479738" y="817303"/>
                </a:cubicBezTo>
                <a:cubicBezTo>
                  <a:pt x="1529480" y="841645"/>
                  <a:pt x="1579221" y="869161"/>
                  <a:pt x="1619438" y="893503"/>
                </a:cubicBezTo>
                <a:cubicBezTo>
                  <a:pt x="1659655" y="917845"/>
                  <a:pt x="1683996" y="948536"/>
                  <a:pt x="1721038" y="963353"/>
                </a:cubicBezTo>
                <a:cubicBezTo>
                  <a:pt x="1758080" y="978170"/>
                  <a:pt x="1804646" y="972878"/>
                  <a:pt x="1841688" y="982403"/>
                </a:cubicBezTo>
                <a:cubicBezTo>
                  <a:pt x="1878730" y="991928"/>
                  <a:pt x="1911538" y="1004628"/>
                  <a:pt x="1943288" y="1020503"/>
                </a:cubicBezTo>
                <a:cubicBezTo>
                  <a:pt x="1975038" y="1036378"/>
                  <a:pt x="2032188" y="1077653"/>
                  <a:pt x="2032188" y="1077653"/>
                </a:cubicBezTo>
                <a:cubicBezTo>
                  <a:pt x="2071346" y="1101995"/>
                  <a:pt x="2141196" y="1147503"/>
                  <a:pt x="2178238" y="1166553"/>
                </a:cubicBezTo>
                <a:cubicBezTo>
                  <a:pt x="2215280" y="1185603"/>
                  <a:pt x="2226921" y="1180311"/>
                  <a:pt x="2254438" y="1191953"/>
                </a:cubicBezTo>
                <a:cubicBezTo>
                  <a:pt x="2281955" y="1203595"/>
                  <a:pt x="2317938" y="1222645"/>
                  <a:pt x="2343338" y="1236403"/>
                </a:cubicBezTo>
                <a:cubicBezTo>
                  <a:pt x="2368738" y="1250161"/>
                  <a:pt x="2372971" y="1258628"/>
                  <a:pt x="2406838" y="1274503"/>
                </a:cubicBezTo>
                <a:cubicBezTo>
                  <a:pt x="2440705" y="1290378"/>
                  <a:pt x="2505263" y="1315778"/>
                  <a:pt x="2546538" y="1331653"/>
                </a:cubicBezTo>
                <a:cubicBezTo>
                  <a:pt x="2587813" y="1347528"/>
                  <a:pt x="2612155" y="1348586"/>
                  <a:pt x="2654488" y="1369753"/>
                </a:cubicBezTo>
                <a:cubicBezTo>
                  <a:pt x="2696821" y="1390920"/>
                  <a:pt x="2745505" y="1433253"/>
                  <a:pt x="2800538" y="1458653"/>
                </a:cubicBezTo>
                <a:cubicBezTo>
                  <a:pt x="2855571" y="1484053"/>
                  <a:pt x="2939180" y="1507336"/>
                  <a:pt x="2984688" y="1522153"/>
                </a:cubicBezTo>
                <a:cubicBezTo>
                  <a:pt x="3007442" y="1529562"/>
                  <a:pt x="3022524" y="1532737"/>
                  <a:pt x="3035488" y="1535647"/>
                </a:cubicBezTo>
                <a:lnTo>
                  <a:pt x="3054177" y="1541487"/>
                </a:lnTo>
                <a:lnTo>
                  <a:pt x="168819" y="1541487"/>
                </a:lnTo>
                <a:cubicBezTo>
                  <a:pt x="75583" y="1541487"/>
                  <a:pt x="0" y="1465904"/>
                  <a:pt x="0" y="1372668"/>
                </a:cubicBezTo>
                <a:close/>
              </a:path>
            </a:pathLst>
          </a:custGeom>
          <a:solidFill>
            <a:srgbClr val="548235">
              <a:alpha val="50196"/>
            </a:srgbClr>
          </a:solidFill>
          <a:ln w="28575">
            <a:solidFill>
              <a:srgbClr val="111B0B">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0" name="Freeform: Shape 249">
            <a:extLst>
              <a:ext uri="{FF2B5EF4-FFF2-40B4-BE49-F238E27FC236}">
                <a16:creationId xmlns:a16="http://schemas.microsoft.com/office/drawing/2014/main" id="{782517C0-2148-E6A8-2E0E-EDBCFC1BC1D7}"/>
              </a:ext>
            </a:extLst>
          </p:cNvPr>
          <p:cNvSpPr/>
          <p:nvPr/>
        </p:nvSpPr>
        <p:spPr>
          <a:xfrm>
            <a:off x="2091864" y="3090145"/>
            <a:ext cx="1387181" cy="1309299"/>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solidFill>
            <a:srgbClr val="A5A5A5">
              <a:alpha val="50196"/>
            </a:srgbClr>
          </a:solidFill>
          <a:ln w="28575">
            <a:solidFill>
              <a:srgbClr val="434343">
                <a:alpha val="30196"/>
              </a:srgb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1" name="Straight Arrow Connector 260">
            <a:extLst>
              <a:ext uri="{FF2B5EF4-FFF2-40B4-BE49-F238E27FC236}">
                <a16:creationId xmlns:a16="http://schemas.microsoft.com/office/drawing/2014/main" id="{060CECD1-0707-AED1-598D-4C60DA086635}"/>
              </a:ext>
            </a:extLst>
          </p:cNvPr>
          <p:cNvCxnSpPr/>
          <p:nvPr/>
        </p:nvCxnSpPr>
        <p:spPr>
          <a:xfrm>
            <a:off x="10715625" y="219075"/>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61080F3D-8862-FE27-A446-C1402AA069E3}"/>
                  </a:ext>
                </a:extLst>
              </p:cNvPr>
              <p:cNvSpPr txBox="1"/>
              <p:nvPr/>
            </p:nvSpPr>
            <p:spPr>
              <a:xfrm>
                <a:off x="11676446" y="13570"/>
                <a:ext cx="3345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𝑡</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262" name="TextBox 261">
                <a:extLst>
                  <a:ext uri="{FF2B5EF4-FFF2-40B4-BE49-F238E27FC236}">
                    <a16:creationId xmlns:a16="http://schemas.microsoft.com/office/drawing/2014/main" id="{61080F3D-8862-FE27-A446-C1402AA069E3}"/>
                  </a:ext>
                </a:extLst>
              </p:cNvPr>
              <p:cNvSpPr txBox="1">
                <a:spLocks noRot="1" noChangeAspect="1" noMove="1" noResize="1" noEditPoints="1" noAdjustHandles="1" noChangeArrowheads="1" noChangeShapeType="1" noTextEdit="1"/>
              </p:cNvSpPr>
              <p:nvPr/>
            </p:nvSpPr>
            <p:spPr>
              <a:xfrm>
                <a:off x="11676446" y="13570"/>
                <a:ext cx="334579" cy="369332"/>
              </a:xfrm>
              <a:prstGeom prst="rect">
                <a:avLst/>
              </a:prstGeom>
              <a:blipFill>
                <a:blip r:embed="rId2"/>
                <a:stretch>
                  <a:fillRect/>
                </a:stretch>
              </a:blipFill>
            </p:spPr>
            <p:txBody>
              <a:bodyPr/>
              <a:lstStyle/>
              <a:p>
                <a:r>
                  <a:rPr lang="en-US">
                    <a:noFill/>
                  </a:rPr>
                  <a:t> </a:t>
                </a:r>
              </a:p>
            </p:txBody>
          </p:sp>
        </mc:Fallback>
      </mc:AlternateContent>
      <p:grpSp>
        <p:nvGrpSpPr>
          <p:cNvPr id="1941" name="Group 1940">
            <a:extLst>
              <a:ext uri="{FF2B5EF4-FFF2-40B4-BE49-F238E27FC236}">
                <a16:creationId xmlns:a16="http://schemas.microsoft.com/office/drawing/2014/main" id="{2F4B43EA-9B92-971A-C6E9-01A4CD4AD19A}"/>
              </a:ext>
            </a:extLst>
          </p:cNvPr>
          <p:cNvGrpSpPr/>
          <p:nvPr/>
        </p:nvGrpSpPr>
        <p:grpSpPr>
          <a:xfrm>
            <a:off x="-145597" y="820777"/>
            <a:ext cx="13102977" cy="1243880"/>
            <a:chOff x="3628570" y="4023519"/>
            <a:chExt cx="23905029" cy="2269331"/>
          </a:xfrm>
        </p:grpSpPr>
        <p:sp>
          <p:nvSpPr>
            <p:cNvPr id="1942" name="Rectangle 1941">
              <a:extLst>
                <a:ext uri="{FF2B5EF4-FFF2-40B4-BE49-F238E27FC236}">
                  <a16:creationId xmlns:a16="http://schemas.microsoft.com/office/drawing/2014/main" id="{8CB981D9-7DA0-DFDE-BD19-A1F5A32E5A9D}"/>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43" name="Group 1942">
              <a:extLst>
                <a:ext uri="{FF2B5EF4-FFF2-40B4-BE49-F238E27FC236}">
                  <a16:creationId xmlns:a16="http://schemas.microsoft.com/office/drawing/2014/main" id="{245E0E94-962E-7DEC-DDE0-99F01A4F3EA7}"/>
                </a:ext>
              </a:extLst>
            </p:cNvPr>
            <p:cNvGrpSpPr/>
            <p:nvPr/>
          </p:nvGrpSpPr>
          <p:grpSpPr>
            <a:xfrm>
              <a:off x="3967162" y="4130677"/>
              <a:ext cx="2324893" cy="2055807"/>
              <a:chOff x="3967162" y="4130677"/>
              <a:chExt cx="2324893" cy="2055807"/>
            </a:xfrm>
          </p:grpSpPr>
          <p:sp>
            <p:nvSpPr>
              <p:cNvPr id="2124" name="Rectangle: Rounded Corners 2123">
                <a:extLst>
                  <a:ext uri="{FF2B5EF4-FFF2-40B4-BE49-F238E27FC236}">
                    <a16:creationId xmlns:a16="http://schemas.microsoft.com/office/drawing/2014/main" id="{689B5C08-5F9D-FE58-5EE0-25CBBA030A9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25" name="Group 2124">
                <a:extLst>
                  <a:ext uri="{FF2B5EF4-FFF2-40B4-BE49-F238E27FC236}">
                    <a16:creationId xmlns:a16="http://schemas.microsoft.com/office/drawing/2014/main" id="{EE70F01B-8396-41A5-C21C-98945605A532}"/>
                  </a:ext>
                </a:extLst>
              </p:cNvPr>
              <p:cNvGrpSpPr/>
              <p:nvPr/>
            </p:nvGrpSpPr>
            <p:grpSpPr>
              <a:xfrm>
                <a:off x="3967162" y="4130677"/>
                <a:ext cx="2177954" cy="203200"/>
                <a:chOff x="4411662" y="1266827"/>
                <a:chExt cx="2177954" cy="203200"/>
              </a:xfrm>
              <a:solidFill>
                <a:schemeClr val="tx1"/>
              </a:solidFill>
            </p:grpSpPr>
            <p:sp>
              <p:nvSpPr>
                <p:cNvPr id="2135" name="Rectangle: Rounded Corners 2134">
                  <a:extLst>
                    <a:ext uri="{FF2B5EF4-FFF2-40B4-BE49-F238E27FC236}">
                      <a16:creationId xmlns:a16="http://schemas.microsoft.com/office/drawing/2014/main" id="{D7DB333B-3FBD-4C44-8026-3047747CCB0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6" name="Rectangle: Rounded Corners 2135">
                  <a:extLst>
                    <a:ext uri="{FF2B5EF4-FFF2-40B4-BE49-F238E27FC236}">
                      <a16:creationId xmlns:a16="http://schemas.microsoft.com/office/drawing/2014/main" id="{C2CBD118-F1C4-AE06-F034-460780E5394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7" name="Rectangle: Rounded Corners 2136">
                  <a:extLst>
                    <a:ext uri="{FF2B5EF4-FFF2-40B4-BE49-F238E27FC236}">
                      <a16:creationId xmlns:a16="http://schemas.microsoft.com/office/drawing/2014/main" id="{CD1F0F46-3DEA-2DA2-8480-6DF98097FC7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8" name="Rectangle: Rounded Corners 2137">
                  <a:extLst>
                    <a:ext uri="{FF2B5EF4-FFF2-40B4-BE49-F238E27FC236}">
                      <a16:creationId xmlns:a16="http://schemas.microsoft.com/office/drawing/2014/main" id="{98C03170-561F-860D-A34B-9C041E7C077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9" name="Rectangle: Rounded Corners 2138">
                  <a:extLst>
                    <a:ext uri="{FF2B5EF4-FFF2-40B4-BE49-F238E27FC236}">
                      <a16:creationId xmlns:a16="http://schemas.microsoft.com/office/drawing/2014/main" id="{21A264B3-7D6F-F6C9-DF65-E542332A626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0" name="Rectangle: Rounded Corners 2139">
                  <a:extLst>
                    <a:ext uri="{FF2B5EF4-FFF2-40B4-BE49-F238E27FC236}">
                      <a16:creationId xmlns:a16="http://schemas.microsoft.com/office/drawing/2014/main" id="{8B7A256F-D017-945A-9B42-B29E0913D52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1" name="Rectangle: Rounded Corners 2140">
                  <a:extLst>
                    <a:ext uri="{FF2B5EF4-FFF2-40B4-BE49-F238E27FC236}">
                      <a16:creationId xmlns:a16="http://schemas.microsoft.com/office/drawing/2014/main" id="{B253840C-4743-F12F-A3A0-C9F9BE24323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2" name="Rectangle: Rounded Corners 2141">
                  <a:extLst>
                    <a:ext uri="{FF2B5EF4-FFF2-40B4-BE49-F238E27FC236}">
                      <a16:creationId xmlns:a16="http://schemas.microsoft.com/office/drawing/2014/main" id="{A3DF46AD-91B6-4F56-BDAC-D6903B6D41B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26" name="Group 2125">
                <a:extLst>
                  <a:ext uri="{FF2B5EF4-FFF2-40B4-BE49-F238E27FC236}">
                    <a16:creationId xmlns:a16="http://schemas.microsoft.com/office/drawing/2014/main" id="{53E0C841-703B-D263-C480-5C66CFD1EA85}"/>
                  </a:ext>
                </a:extLst>
              </p:cNvPr>
              <p:cNvGrpSpPr/>
              <p:nvPr/>
            </p:nvGrpSpPr>
            <p:grpSpPr>
              <a:xfrm>
                <a:off x="3967163" y="5983284"/>
                <a:ext cx="2177954" cy="203200"/>
                <a:chOff x="4411662" y="1266827"/>
                <a:chExt cx="2177954" cy="203200"/>
              </a:xfrm>
              <a:solidFill>
                <a:schemeClr val="tx1"/>
              </a:solidFill>
            </p:grpSpPr>
            <p:sp>
              <p:nvSpPr>
                <p:cNvPr id="2127" name="Rectangle: Rounded Corners 2126">
                  <a:extLst>
                    <a:ext uri="{FF2B5EF4-FFF2-40B4-BE49-F238E27FC236}">
                      <a16:creationId xmlns:a16="http://schemas.microsoft.com/office/drawing/2014/main" id="{ABB60EDD-A81B-7581-11CB-5B28B779FC9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8" name="Rectangle: Rounded Corners 2127">
                  <a:extLst>
                    <a:ext uri="{FF2B5EF4-FFF2-40B4-BE49-F238E27FC236}">
                      <a16:creationId xmlns:a16="http://schemas.microsoft.com/office/drawing/2014/main" id="{7DEEDDCB-EB19-6B5C-E71F-69A1F9F3BD1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9" name="Rectangle: Rounded Corners 2128">
                  <a:extLst>
                    <a:ext uri="{FF2B5EF4-FFF2-40B4-BE49-F238E27FC236}">
                      <a16:creationId xmlns:a16="http://schemas.microsoft.com/office/drawing/2014/main" id="{E644CEFD-F645-DC47-255F-D3227D6C8C8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0" name="Rectangle: Rounded Corners 2129">
                  <a:extLst>
                    <a:ext uri="{FF2B5EF4-FFF2-40B4-BE49-F238E27FC236}">
                      <a16:creationId xmlns:a16="http://schemas.microsoft.com/office/drawing/2014/main" id="{63D5FC85-0619-E306-E789-94655119ECC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1" name="Rectangle: Rounded Corners 2130">
                  <a:extLst>
                    <a:ext uri="{FF2B5EF4-FFF2-40B4-BE49-F238E27FC236}">
                      <a16:creationId xmlns:a16="http://schemas.microsoft.com/office/drawing/2014/main" id="{5453E2E6-5732-8E09-A339-41C8BE18DCB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2" name="Rectangle: Rounded Corners 2131">
                  <a:extLst>
                    <a:ext uri="{FF2B5EF4-FFF2-40B4-BE49-F238E27FC236}">
                      <a16:creationId xmlns:a16="http://schemas.microsoft.com/office/drawing/2014/main" id="{3E86EDA8-A4B6-AB82-1101-7A3AD812E67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3" name="Rectangle: Rounded Corners 2132">
                  <a:extLst>
                    <a:ext uri="{FF2B5EF4-FFF2-40B4-BE49-F238E27FC236}">
                      <a16:creationId xmlns:a16="http://schemas.microsoft.com/office/drawing/2014/main" id="{5790DC6A-21F6-60D4-76E4-F4A9762DBDB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4" name="Rectangle: Rounded Corners 2133">
                  <a:extLst>
                    <a:ext uri="{FF2B5EF4-FFF2-40B4-BE49-F238E27FC236}">
                      <a16:creationId xmlns:a16="http://schemas.microsoft.com/office/drawing/2014/main" id="{786AEC35-54BF-2C59-348E-2241257E24D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4" name="Group 1943">
              <a:extLst>
                <a:ext uri="{FF2B5EF4-FFF2-40B4-BE49-F238E27FC236}">
                  <a16:creationId xmlns:a16="http://schemas.microsoft.com/office/drawing/2014/main" id="{C4F2ADDA-4C94-3426-CB89-B27E03541340}"/>
                </a:ext>
              </a:extLst>
            </p:cNvPr>
            <p:cNvGrpSpPr/>
            <p:nvPr/>
          </p:nvGrpSpPr>
          <p:grpSpPr>
            <a:xfrm>
              <a:off x="6299799" y="4130677"/>
              <a:ext cx="2324893" cy="2055807"/>
              <a:chOff x="3967162" y="4130677"/>
              <a:chExt cx="2324893" cy="2055807"/>
            </a:xfrm>
          </p:grpSpPr>
          <p:sp>
            <p:nvSpPr>
              <p:cNvPr id="2105" name="Rectangle: Rounded Corners 2104">
                <a:extLst>
                  <a:ext uri="{FF2B5EF4-FFF2-40B4-BE49-F238E27FC236}">
                    <a16:creationId xmlns:a16="http://schemas.microsoft.com/office/drawing/2014/main" id="{1F724157-E851-DD57-2BF9-DEE1BEEE3FD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06" name="Group 2105">
                <a:extLst>
                  <a:ext uri="{FF2B5EF4-FFF2-40B4-BE49-F238E27FC236}">
                    <a16:creationId xmlns:a16="http://schemas.microsoft.com/office/drawing/2014/main" id="{E7B20A09-1E29-7AF1-E713-18FB1D17E60B}"/>
                  </a:ext>
                </a:extLst>
              </p:cNvPr>
              <p:cNvGrpSpPr/>
              <p:nvPr/>
            </p:nvGrpSpPr>
            <p:grpSpPr>
              <a:xfrm>
                <a:off x="3967162" y="4130677"/>
                <a:ext cx="2177954" cy="203200"/>
                <a:chOff x="4411662" y="1266827"/>
                <a:chExt cx="2177954" cy="203200"/>
              </a:xfrm>
              <a:solidFill>
                <a:schemeClr val="tx1"/>
              </a:solidFill>
            </p:grpSpPr>
            <p:sp>
              <p:nvSpPr>
                <p:cNvPr id="2116" name="Rectangle: Rounded Corners 2115">
                  <a:extLst>
                    <a:ext uri="{FF2B5EF4-FFF2-40B4-BE49-F238E27FC236}">
                      <a16:creationId xmlns:a16="http://schemas.microsoft.com/office/drawing/2014/main" id="{03BC8108-F1E9-81D9-0B97-37303BB3443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7" name="Rectangle: Rounded Corners 2116">
                  <a:extLst>
                    <a:ext uri="{FF2B5EF4-FFF2-40B4-BE49-F238E27FC236}">
                      <a16:creationId xmlns:a16="http://schemas.microsoft.com/office/drawing/2014/main" id="{6D2A60B2-641B-8D0A-77B0-CB380754D2E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8" name="Rectangle: Rounded Corners 2117">
                  <a:extLst>
                    <a:ext uri="{FF2B5EF4-FFF2-40B4-BE49-F238E27FC236}">
                      <a16:creationId xmlns:a16="http://schemas.microsoft.com/office/drawing/2014/main" id="{A780222F-1CC6-A317-B2E5-352809BC719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9" name="Rectangle: Rounded Corners 2118">
                  <a:extLst>
                    <a:ext uri="{FF2B5EF4-FFF2-40B4-BE49-F238E27FC236}">
                      <a16:creationId xmlns:a16="http://schemas.microsoft.com/office/drawing/2014/main" id="{623D1523-4386-9B8C-D364-082F696DD5E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0" name="Rectangle: Rounded Corners 2119">
                  <a:extLst>
                    <a:ext uri="{FF2B5EF4-FFF2-40B4-BE49-F238E27FC236}">
                      <a16:creationId xmlns:a16="http://schemas.microsoft.com/office/drawing/2014/main" id="{62C7A2D0-B503-930E-5212-D8CBF563EE6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1" name="Rectangle: Rounded Corners 2120">
                  <a:extLst>
                    <a:ext uri="{FF2B5EF4-FFF2-40B4-BE49-F238E27FC236}">
                      <a16:creationId xmlns:a16="http://schemas.microsoft.com/office/drawing/2014/main" id="{64D45725-2A95-1A06-68A5-7D8611BA147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2" name="Rectangle: Rounded Corners 2121">
                  <a:extLst>
                    <a:ext uri="{FF2B5EF4-FFF2-40B4-BE49-F238E27FC236}">
                      <a16:creationId xmlns:a16="http://schemas.microsoft.com/office/drawing/2014/main" id="{302E50C4-D9DB-0BAE-1C16-AC58BD4333E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3" name="Rectangle: Rounded Corners 2122">
                  <a:extLst>
                    <a:ext uri="{FF2B5EF4-FFF2-40B4-BE49-F238E27FC236}">
                      <a16:creationId xmlns:a16="http://schemas.microsoft.com/office/drawing/2014/main" id="{7A08C322-C333-A833-0DF5-E57104FCB9C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07" name="Group 2106">
                <a:extLst>
                  <a:ext uri="{FF2B5EF4-FFF2-40B4-BE49-F238E27FC236}">
                    <a16:creationId xmlns:a16="http://schemas.microsoft.com/office/drawing/2014/main" id="{79B8E513-B376-BDA4-6F47-C9F1637BC2FD}"/>
                  </a:ext>
                </a:extLst>
              </p:cNvPr>
              <p:cNvGrpSpPr/>
              <p:nvPr/>
            </p:nvGrpSpPr>
            <p:grpSpPr>
              <a:xfrm>
                <a:off x="3967163" y="5983284"/>
                <a:ext cx="2177954" cy="203200"/>
                <a:chOff x="4411662" y="1266827"/>
                <a:chExt cx="2177954" cy="203200"/>
              </a:xfrm>
              <a:solidFill>
                <a:schemeClr val="tx1"/>
              </a:solidFill>
            </p:grpSpPr>
            <p:sp>
              <p:nvSpPr>
                <p:cNvPr id="2108" name="Rectangle: Rounded Corners 2107">
                  <a:extLst>
                    <a:ext uri="{FF2B5EF4-FFF2-40B4-BE49-F238E27FC236}">
                      <a16:creationId xmlns:a16="http://schemas.microsoft.com/office/drawing/2014/main" id="{D816D35B-18B8-2A64-F800-97D3B9CC1A8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9" name="Rectangle: Rounded Corners 2108">
                  <a:extLst>
                    <a:ext uri="{FF2B5EF4-FFF2-40B4-BE49-F238E27FC236}">
                      <a16:creationId xmlns:a16="http://schemas.microsoft.com/office/drawing/2014/main" id="{17560979-846D-CEA3-5E0C-90D1E8E6A07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0" name="Rectangle: Rounded Corners 2109">
                  <a:extLst>
                    <a:ext uri="{FF2B5EF4-FFF2-40B4-BE49-F238E27FC236}">
                      <a16:creationId xmlns:a16="http://schemas.microsoft.com/office/drawing/2014/main" id="{3109D33D-61A0-B696-71B5-33FBD2A5C6F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1" name="Rectangle: Rounded Corners 2110">
                  <a:extLst>
                    <a:ext uri="{FF2B5EF4-FFF2-40B4-BE49-F238E27FC236}">
                      <a16:creationId xmlns:a16="http://schemas.microsoft.com/office/drawing/2014/main" id="{33100A36-2DD2-C1F3-7D1F-D67B3C81E49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2" name="Rectangle: Rounded Corners 2111">
                  <a:extLst>
                    <a:ext uri="{FF2B5EF4-FFF2-40B4-BE49-F238E27FC236}">
                      <a16:creationId xmlns:a16="http://schemas.microsoft.com/office/drawing/2014/main" id="{E1405762-31EE-B33B-07FB-9B7E46BD480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3" name="Rectangle: Rounded Corners 2112">
                  <a:extLst>
                    <a:ext uri="{FF2B5EF4-FFF2-40B4-BE49-F238E27FC236}">
                      <a16:creationId xmlns:a16="http://schemas.microsoft.com/office/drawing/2014/main" id="{928B243F-2B3D-2C9D-7DF4-F0CBBE96045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4" name="Rectangle: Rounded Corners 2113">
                  <a:extLst>
                    <a:ext uri="{FF2B5EF4-FFF2-40B4-BE49-F238E27FC236}">
                      <a16:creationId xmlns:a16="http://schemas.microsoft.com/office/drawing/2014/main" id="{151506C1-DBCF-C8C7-EEDC-5FE5203F287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5" name="Rectangle: Rounded Corners 2114">
                  <a:extLst>
                    <a:ext uri="{FF2B5EF4-FFF2-40B4-BE49-F238E27FC236}">
                      <a16:creationId xmlns:a16="http://schemas.microsoft.com/office/drawing/2014/main" id="{62983863-D938-89E5-C227-311B6AE7FE6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5" name="Group 1944">
              <a:extLst>
                <a:ext uri="{FF2B5EF4-FFF2-40B4-BE49-F238E27FC236}">
                  <a16:creationId xmlns:a16="http://schemas.microsoft.com/office/drawing/2014/main" id="{BD3F1330-934D-E9BF-D593-16AE0840DD45}"/>
                </a:ext>
              </a:extLst>
            </p:cNvPr>
            <p:cNvGrpSpPr/>
            <p:nvPr/>
          </p:nvGrpSpPr>
          <p:grpSpPr>
            <a:xfrm>
              <a:off x="8632436" y="4130677"/>
              <a:ext cx="2324893" cy="2055807"/>
              <a:chOff x="3967162" y="4130677"/>
              <a:chExt cx="2324893" cy="2055807"/>
            </a:xfrm>
          </p:grpSpPr>
          <p:sp>
            <p:nvSpPr>
              <p:cNvPr id="2086" name="Rectangle: Rounded Corners 2085">
                <a:extLst>
                  <a:ext uri="{FF2B5EF4-FFF2-40B4-BE49-F238E27FC236}">
                    <a16:creationId xmlns:a16="http://schemas.microsoft.com/office/drawing/2014/main" id="{55007933-3CB8-80F3-DF86-731A32A81A3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87" name="Group 2086">
                <a:extLst>
                  <a:ext uri="{FF2B5EF4-FFF2-40B4-BE49-F238E27FC236}">
                    <a16:creationId xmlns:a16="http://schemas.microsoft.com/office/drawing/2014/main" id="{F7E2D25C-5FFC-3CD2-A98A-BC83C60A1134}"/>
                  </a:ext>
                </a:extLst>
              </p:cNvPr>
              <p:cNvGrpSpPr/>
              <p:nvPr/>
            </p:nvGrpSpPr>
            <p:grpSpPr>
              <a:xfrm>
                <a:off x="3967162" y="4130677"/>
                <a:ext cx="2177954" cy="203200"/>
                <a:chOff x="4411662" y="1266827"/>
                <a:chExt cx="2177954" cy="203200"/>
              </a:xfrm>
              <a:solidFill>
                <a:schemeClr val="tx1"/>
              </a:solidFill>
            </p:grpSpPr>
            <p:sp>
              <p:nvSpPr>
                <p:cNvPr id="2097" name="Rectangle: Rounded Corners 2096">
                  <a:extLst>
                    <a:ext uri="{FF2B5EF4-FFF2-40B4-BE49-F238E27FC236}">
                      <a16:creationId xmlns:a16="http://schemas.microsoft.com/office/drawing/2014/main" id="{ED29AB5A-5CD9-C1B0-F954-6193DFAC718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8" name="Rectangle: Rounded Corners 2097">
                  <a:extLst>
                    <a:ext uri="{FF2B5EF4-FFF2-40B4-BE49-F238E27FC236}">
                      <a16:creationId xmlns:a16="http://schemas.microsoft.com/office/drawing/2014/main" id="{4A5BD36A-3A54-8AC8-45B0-F8F7B834A9F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9" name="Rectangle: Rounded Corners 2098">
                  <a:extLst>
                    <a:ext uri="{FF2B5EF4-FFF2-40B4-BE49-F238E27FC236}">
                      <a16:creationId xmlns:a16="http://schemas.microsoft.com/office/drawing/2014/main" id="{DF114554-C91E-A1E4-9542-667BF4EEDC8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0" name="Rectangle: Rounded Corners 2099">
                  <a:extLst>
                    <a:ext uri="{FF2B5EF4-FFF2-40B4-BE49-F238E27FC236}">
                      <a16:creationId xmlns:a16="http://schemas.microsoft.com/office/drawing/2014/main" id="{766A2FBE-ACD0-A639-D313-3605B19D6D2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1" name="Rectangle: Rounded Corners 2100">
                  <a:extLst>
                    <a:ext uri="{FF2B5EF4-FFF2-40B4-BE49-F238E27FC236}">
                      <a16:creationId xmlns:a16="http://schemas.microsoft.com/office/drawing/2014/main" id="{83503C86-0C5A-B8D1-D5BE-D796CDF8464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2" name="Rectangle: Rounded Corners 2101">
                  <a:extLst>
                    <a:ext uri="{FF2B5EF4-FFF2-40B4-BE49-F238E27FC236}">
                      <a16:creationId xmlns:a16="http://schemas.microsoft.com/office/drawing/2014/main" id="{AA01B4B3-1DA1-9EC3-9040-E0A4D88AD7F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3" name="Rectangle: Rounded Corners 2102">
                  <a:extLst>
                    <a:ext uri="{FF2B5EF4-FFF2-40B4-BE49-F238E27FC236}">
                      <a16:creationId xmlns:a16="http://schemas.microsoft.com/office/drawing/2014/main" id="{AB7E6BFF-FB98-F5A8-73B1-A71CBA9346E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4" name="Rectangle: Rounded Corners 2103">
                  <a:extLst>
                    <a:ext uri="{FF2B5EF4-FFF2-40B4-BE49-F238E27FC236}">
                      <a16:creationId xmlns:a16="http://schemas.microsoft.com/office/drawing/2014/main" id="{ABB21F8A-AC6A-FD67-A284-B9697A98AAE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88" name="Group 2087">
                <a:extLst>
                  <a:ext uri="{FF2B5EF4-FFF2-40B4-BE49-F238E27FC236}">
                    <a16:creationId xmlns:a16="http://schemas.microsoft.com/office/drawing/2014/main" id="{03DB8464-113B-E363-A08C-9CEA024DD41D}"/>
                  </a:ext>
                </a:extLst>
              </p:cNvPr>
              <p:cNvGrpSpPr/>
              <p:nvPr/>
            </p:nvGrpSpPr>
            <p:grpSpPr>
              <a:xfrm>
                <a:off x="3967163" y="5983284"/>
                <a:ext cx="2177954" cy="203200"/>
                <a:chOff x="4411662" y="1266827"/>
                <a:chExt cx="2177954" cy="203200"/>
              </a:xfrm>
              <a:solidFill>
                <a:schemeClr val="tx1"/>
              </a:solidFill>
            </p:grpSpPr>
            <p:sp>
              <p:nvSpPr>
                <p:cNvPr id="2089" name="Rectangle: Rounded Corners 2088">
                  <a:extLst>
                    <a:ext uri="{FF2B5EF4-FFF2-40B4-BE49-F238E27FC236}">
                      <a16:creationId xmlns:a16="http://schemas.microsoft.com/office/drawing/2014/main" id="{47CF018B-D489-8626-C338-7A10624C72A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0" name="Rectangle: Rounded Corners 2089">
                  <a:extLst>
                    <a:ext uri="{FF2B5EF4-FFF2-40B4-BE49-F238E27FC236}">
                      <a16:creationId xmlns:a16="http://schemas.microsoft.com/office/drawing/2014/main" id="{4CAF951E-52D4-3A9C-44E6-814A4461085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1" name="Rectangle: Rounded Corners 2090">
                  <a:extLst>
                    <a:ext uri="{FF2B5EF4-FFF2-40B4-BE49-F238E27FC236}">
                      <a16:creationId xmlns:a16="http://schemas.microsoft.com/office/drawing/2014/main" id="{2A607001-F225-99A6-DFE6-AD357B3F56B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2" name="Rectangle: Rounded Corners 2091">
                  <a:extLst>
                    <a:ext uri="{FF2B5EF4-FFF2-40B4-BE49-F238E27FC236}">
                      <a16:creationId xmlns:a16="http://schemas.microsoft.com/office/drawing/2014/main" id="{6D7A5F91-EE61-D552-3BF7-22510FDEAD5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3" name="Rectangle: Rounded Corners 2092">
                  <a:extLst>
                    <a:ext uri="{FF2B5EF4-FFF2-40B4-BE49-F238E27FC236}">
                      <a16:creationId xmlns:a16="http://schemas.microsoft.com/office/drawing/2014/main" id="{D5B1E342-9457-E2E4-1129-9F1244262B6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4" name="Rectangle: Rounded Corners 2093">
                  <a:extLst>
                    <a:ext uri="{FF2B5EF4-FFF2-40B4-BE49-F238E27FC236}">
                      <a16:creationId xmlns:a16="http://schemas.microsoft.com/office/drawing/2014/main" id="{75FF10E5-99FF-FE07-9D3A-B415DE5AC8A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5" name="Rectangle: Rounded Corners 2094">
                  <a:extLst>
                    <a:ext uri="{FF2B5EF4-FFF2-40B4-BE49-F238E27FC236}">
                      <a16:creationId xmlns:a16="http://schemas.microsoft.com/office/drawing/2014/main" id="{A9EB7B3E-8FFB-2B4C-6527-D9D91768982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6" name="Rectangle: Rounded Corners 2095">
                  <a:extLst>
                    <a:ext uri="{FF2B5EF4-FFF2-40B4-BE49-F238E27FC236}">
                      <a16:creationId xmlns:a16="http://schemas.microsoft.com/office/drawing/2014/main" id="{F45CC29A-4D34-4C73-30E8-03BCC16A010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6" name="Group 1945">
              <a:extLst>
                <a:ext uri="{FF2B5EF4-FFF2-40B4-BE49-F238E27FC236}">
                  <a16:creationId xmlns:a16="http://schemas.microsoft.com/office/drawing/2014/main" id="{2639400C-865E-DB01-E796-5046483E77BA}"/>
                </a:ext>
              </a:extLst>
            </p:cNvPr>
            <p:cNvGrpSpPr/>
            <p:nvPr/>
          </p:nvGrpSpPr>
          <p:grpSpPr>
            <a:xfrm>
              <a:off x="10965073" y="4130677"/>
              <a:ext cx="2324893" cy="2055807"/>
              <a:chOff x="3967162" y="4130677"/>
              <a:chExt cx="2324893" cy="2055807"/>
            </a:xfrm>
          </p:grpSpPr>
          <p:sp>
            <p:nvSpPr>
              <p:cNvPr id="2067" name="Rectangle: Rounded Corners 2066">
                <a:extLst>
                  <a:ext uri="{FF2B5EF4-FFF2-40B4-BE49-F238E27FC236}">
                    <a16:creationId xmlns:a16="http://schemas.microsoft.com/office/drawing/2014/main" id="{616F53F5-74B3-3B58-0BC4-6E61FC21F48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68" name="Group 2067">
                <a:extLst>
                  <a:ext uri="{FF2B5EF4-FFF2-40B4-BE49-F238E27FC236}">
                    <a16:creationId xmlns:a16="http://schemas.microsoft.com/office/drawing/2014/main" id="{FE18E943-DC61-44B2-2F5F-A752A263D4FA}"/>
                  </a:ext>
                </a:extLst>
              </p:cNvPr>
              <p:cNvGrpSpPr/>
              <p:nvPr/>
            </p:nvGrpSpPr>
            <p:grpSpPr>
              <a:xfrm>
                <a:off x="3967162" y="4130677"/>
                <a:ext cx="2177954" cy="203200"/>
                <a:chOff x="4411662" y="1266827"/>
                <a:chExt cx="2177954" cy="203200"/>
              </a:xfrm>
              <a:solidFill>
                <a:schemeClr val="tx1"/>
              </a:solidFill>
            </p:grpSpPr>
            <p:sp>
              <p:nvSpPr>
                <p:cNvPr id="2078" name="Rectangle: Rounded Corners 2077">
                  <a:extLst>
                    <a:ext uri="{FF2B5EF4-FFF2-40B4-BE49-F238E27FC236}">
                      <a16:creationId xmlns:a16="http://schemas.microsoft.com/office/drawing/2014/main" id="{71CA247D-834E-BCEF-1853-1DCA0992D0E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9" name="Rectangle: Rounded Corners 2078">
                  <a:extLst>
                    <a:ext uri="{FF2B5EF4-FFF2-40B4-BE49-F238E27FC236}">
                      <a16:creationId xmlns:a16="http://schemas.microsoft.com/office/drawing/2014/main" id="{E01C3E3D-BE32-3272-81C0-0F952A7E326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0" name="Rectangle: Rounded Corners 2079">
                  <a:extLst>
                    <a:ext uri="{FF2B5EF4-FFF2-40B4-BE49-F238E27FC236}">
                      <a16:creationId xmlns:a16="http://schemas.microsoft.com/office/drawing/2014/main" id="{004395A5-6094-9C5A-88FE-F643D248B4B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1" name="Rectangle: Rounded Corners 2080">
                  <a:extLst>
                    <a:ext uri="{FF2B5EF4-FFF2-40B4-BE49-F238E27FC236}">
                      <a16:creationId xmlns:a16="http://schemas.microsoft.com/office/drawing/2014/main" id="{573A9591-01D1-6138-70A3-63EF6B042D0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2" name="Rectangle: Rounded Corners 2081">
                  <a:extLst>
                    <a:ext uri="{FF2B5EF4-FFF2-40B4-BE49-F238E27FC236}">
                      <a16:creationId xmlns:a16="http://schemas.microsoft.com/office/drawing/2014/main" id="{AB339920-0E8C-3D2D-0FBE-073035833C7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3" name="Rectangle: Rounded Corners 2082">
                  <a:extLst>
                    <a:ext uri="{FF2B5EF4-FFF2-40B4-BE49-F238E27FC236}">
                      <a16:creationId xmlns:a16="http://schemas.microsoft.com/office/drawing/2014/main" id="{86242D61-7B2C-EF38-BDA9-C5571971F3A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4" name="Rectangle: Rounded Corners 2083">
                  <a:extLst>
                    <a:ext uri="{FF2B5EF4-FFF2-40B4-BE49-F238E27FC236}">
                      <a16:creationId xmlns:a16="http://schemas.microsoft.com/office/drawing/2014/main" id="{A1947968-1F08-5D20-E2DF-72651A1752B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5" name="Rectangle: Rounded Corners 2084">
                  <a:extLst>
                    <a:ext uri="{FF2B5EF4-FFF2-40B4-BE49-F238E27FC236}">
                      <a16:creationId xmlns:a16="http://schemas.microsoft.com/office/drawing/2014/main" id="{EECA3102-8C5A-2D44-5C75-613931B637F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69" name="Group 2068">
                <a:extLst>
                  <a:ext uri="{FF2B5EF4-FFF2-40B4-BE49-F238E27FC236}">
                    <a16:creationId xmlns:a16="http://schemas.microsoft.com/office/drawing/2014/main" id="{933D947A-DE8F-6294-7687-6B6F600C5734}"/>
                  </a:ext>
                </a:extLst>
              </p:cNvPr>
              <p:cNvGrpSpPr/>
              <p:nvPr/>
            </p:nvGrpSpPr>
            <p:grpSpPr>
              <a:xfrm>
                <a:off x="3967163" y="5983284"/>
                <a:ext cx="2177954" cy="203200"/>
                <a:chOff x="4411662" y="1266827"/>
                <a:chExt cx="2177954" cy="203200"/>
              </a:xfrm>
              <a:solidFill>
                <a:schemeClr val="tx1"/>
              </a:solidFill>
            </p:grpSpPr>
            <p:sp>
              <p:nvSpPr>
                <p:cNvPr id="2070" name="Rectangle: Rounded Corners 2069">
                  <a:extLst>
                    <a:ext uri="{FF2B5EF4-FFF2-40B4-BE49-F238E27FC236}">
                      <a16:creationId xmlns:a16="http://schemas.microsoft.com/office/drawing/2014/main" id="{AF668052-25D5-3D01-E6A7-227F53AED67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1" name="Rectangle: Rounded Corners 2070">
                  <a:extLst>
                    <a:ext uri="{FF2B5EF4-FFF2-40B4-BE49-F238E27FC236}">
                      <a16:creationId xmlns:a16="http://schemas.microsoft.com/office/drawing/2014/main" id="{26E62677-B2EB-76FF-E90C-054C11F02A2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2" name="Rectangle: Rounded Corners 2071">
                  <a:extLst>
                    <a:ext uri="{FF2B5EF4-FFF2-40B4-BE49-F238E27FC236}">
                      <a16:creationId xmlns:a16="http://schemas.microsoft.com/office/drawing/2014/main" id="{3E52DD17-4B80-C48E-35EB-D7AC06821E7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3" name="Rectangle: Rounded Corners 2072">
                  <a:extLst>
                    <a:ext uri="{FF2B5EF4-FFF2-40B4-BE49-F238E27FC236}">
                      <a16:creationId xmlns:a16="http://schemas.microsoft.com/office/drawing/2014/main" id="{2E67A22C-EF6F-C0A5-BACC-3D5B1DF2B05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4" name="Rectangle: Rounded Corners 2073">
                  <a:extLst>
                    <a:ext uri="{FF2B5EF4-FFF2-40B4-BE49-F238E27FC236}">
                      <a16:creationId xmlns:a16="http://schemas.microsoft.com/office/drawing/2014/main" id="{58A35D83-D7D2-48CE-E351-66298CE24E6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5" name="Rectangle: Rounded Corners 2074">
                  <a:extLst>
                    <a:ext uri="{FF2B5EF4-FFF2-40B4-BE49-F238E27FC236}">
                      <a16:creationId xmlns:a16="http://schemas.microsoft.com/office/drawing/2014/main" id="{C148FB3F-45DD-1048-7A1E-C978075D806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6" name="Rectangle: Rounded Corners 2075">
                  <a:extLst>
                    <a:ext uri="{FF2B5EF4-FFF2-40B4-BE49-F238E27FC236}">
                      <a16:creationId xmlns:a16="http://schemas.microsoft.com/office/drawing/2014/main" id="{DFB83844-8936-F981-E8D6-39FA1928DBA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7" name="Rectangle: Rounded Corners 2076">
                  <a:extLst>
                    <a:ext uri="{FF2B5EF4-FFF2-40B4-BE49-F238E27FC236}">
                      <a16:creationId xmlns:a16="http://schemas.microsoft.com/office/drawing/2014/main" id="{E108D4C6-DB23-0C7E-8D2D-2C98A8729E1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7" name="Group 1946">
              <a:extLst>
                <a:ext uri="{FF2B5EF4-FFF2-40B4-BE49-F238E27FC236}">
                  <a16:creationId xmlns:a16="http://schemas.microsoft.com/office/drawing/2014/main" id="{B55041EE-1B55-F81D-31FB-B9B10EEBC883}"/>
                </a:ext>
              </a:extLst>
            </p:cNvPr>
            <p:cNvGrpSpPr/>
            <p:nvPr/>
          </p:nvGrpSpPr>
          <p:grpSpPr>
            <a:xfrm>
              <a:off x="13297710" y="4130677"/>
              <a:ext cx="2324893" cy="2055807"/>
              <a:chOff x="3967162" y="4130677"/>
              <a:chExt cx="2324893" cy="2055807"/>
            </a:xfrm>
          </p:grpSpPr>
          <p:sp>
            <p:nvSpPr>
              <p:cNvPr id="2048" name="Rectangle: Rounded Corners 2047">
                <a:extLst>
                  <a:ext uri="{FF2B5EF4-FFF2-40B4-BE49-F238E27FC236}">
                    <a16:creationId xmlns:a16="http://schemas.microsoft.com/office/drawing/2014/main" id="{C1CDE525-F69C-B659-29A3-B403495725F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49" name="Group 2048">
                <a:extLst>
                  <a:ext uri="{FF2B5EF4-FFF2-40B4-BE49-F238E27FC236}">
                    <a16:creationId xmlns:a16="http://schemas.microsoft.com/office/drawing/2014/main" id="{A130D7BC-EAEF-0A17-9460-F254C65DD69A}"/>
                  </a:ext>
                </a:extLst>
              </p:cNvPr>
              <p:cNvGrpSpPr/>
              <p:nvPr/>
            </p:nvGrpSpPr>
            <p:grpSpPr>
              <a:xfrm>
                <a:off x="3967162" y="4130677"/>
                <a:ext cx="2177954" cy="203200"/>
                <a:chOff x="4411662" y="1266827"/>
                <a:chExt cx="2177954" cy="203200"/>
              </a:xfrm>
              <a:solidFill>
                <a:schemeClr val="tx1"/>
              </a:solidFill>
            </p:grpSpPr>
            <p:sp>
              <p:nvSpPr>
                <p:cNvPr id="2059" name="Rectangle: Rounded Corners 2058">
                  <a:extLst>
                    <a:ext uri="{FF2B5EF4-FFF2-40B4-BE49-F238E27FC236}">
                      <a16:creationId xmlns:a16="http://schemas.microsoft.com/office/drawing/2014/main" id="{0E5317A6-A10E-E16D-6100-6139351ED25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0" name="Rectangle: Rounded Corners 2059">
                  <a:extLst>
                    <a:ext uri="{FF2B5EF4-FFF2-40B4-BE49-F238E27FC236}">
                      <a16:creationId xmlns:a16="http://schemas.microsoft.com/office/drawing/2014/main" id="{77A30C3E-A8EE-4061-158D-FA3EAB0EB44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1" name="Rectangle: Rounded Corners 2060">
                  <a:extLst>
                    <a:ext uri="{FF2B5EF4-FFF2-40B4-BE49-F238E27FC236}">
                      <a16:creationId xmlns:a16="http://schemas.microsoft.com/office/drawing/2014/main" id="{504AF1FD-CBD2-1F48-410D-D81595FEE1E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2" name="Rectangle: Rounded Corners 2061">
                  <a:extLst>
                    <a:ext uri="{FF2B5EF4-FFF2-40B4-BE49-F238E27FC236}">
                      <a16:creationId xmlns:a16="http://schemas.microsoft.com/office/drawing/2014/main" id="{B0FD4DAD-B528-A511-5881-A1F6C60B672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3" name="Rectangle: Rounded Corners 2062">
                  <a:extLst>
                    <a:ext uri="{FF2B5EF4-FFF2-40B4-BE49-F238E27FC236}">
                      <a16:creationId xmlns:a16="http://schemas.microsoft.com/office/drawing/2014/main" id="{26727306-4A41-6608-E2AE-A56D4453578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4" name="Rectangle: Rounded Corners 2063">
                  <a:extLst>
                    <a:ext uri="{FF2B5EF4-FFF2-40B4-BE49-F238E27FC236}">
                      <a16:creationId xmlns:a16="http://schemas.microsoft.com/office/drawing/2014/main" id="{A0D8F304-984D-1BEB-B889-2C4DABF30D3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5" name="Rectangle: Rounded Corners 2064">
                  <a:extLst>
                    <a:ext uri="{FF2B5EF4-FFF2-40B4-BE49-F238E27FC236}">
                      <a16:creationId xmlns:a16="http://schemas.microsoft.com/office/drawing/2014/main" id="{524859EE-B5ED-644A-89C9-F788C2C548F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6" name="Rectangle: Rounded Corners 2065">
                  <a:extLst>
                    <a:ext uri="{FF2B5EF4-FFF2-40B4-BE49-F238E27FC236}">
                      <a16:creationId xmlns:a16="http://schemas.microsoft.com/office/drawing/2014/main" id="{D85BC3B5-6726-B270-73D1-99CABCD0AFE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50" name="Group 2049">
                <a:extLst>
                  <a:ext uri="{FF2B5EF4-FFF2-40B4-BE49-F238E27FC236}">
                    <a16:creationId xmlns:a16="http://schemas.microsoft.com/office/drawing/2014/main" id="{C29B173F-E1A5-887E-EE7E-E46D722E7866}"/>
                  </a:ext>
                </a:extLst>
              </p:cNvPr>
              <p:cNvGrpSpPr/>
              <p:nvPr/>
            </p:nvGrpSpPr>
            <p:grpSpPr>
              <a:xfrm>
                <a:off x="3967163" y="5983284"/>
                <a:ext cx="2177954" cy="203200"/>
                <a:chOff x="4411662" y="1266827"/>
                <a:chExt cx="2177954" cy="203200"/>
              </a:xfrm>
              <a:solidFill>
                <a:schemeClr val="tx1"/>
              </a:solidFill>
            </p:grpSpPr>
            <p:sp>
              <p:nvSpPr>
                <p:cNvPr id="2051" name="Rectangle: Rounded Corners 2050">
                  <a:extLst>
                    <a:ext uri="{FF2B5EF4-FFF2-40B4-BE49-F238E27FC236}">
                      <a16:creationId xmlns:a16="http://schemas.microsoft.com/office/drawing/2014/main" id="{11987946-92DC-4058-8B4A-7FF022F5663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2" name="Rectangle: Rounded Corners 2051">
                  <a:extLst>
                    <a:ext uri="{FF2B5EF4-FFF2-40B4-BE49-F238E27FC236}">
                      <a16:creationId xmlns:a16="http://schemas.microsoft.com/office/drawing/2014/main" id="{A51FC9C0-C35E-E50F-1F21-90CC956AE26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3" name="Rectangle: Rounded Corners 2052">
                  <a:extLst>
                    <a:ext uri="{FF2B5EF4-FFF2-40B4-BE49-F238E27FC236}">
                      <a16:creationId xmlns:a16="http://schemas.microsoft.com/office/drawing/2014/main" id="{A5340612-3476-1617-B162-3F947640D4B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4" name="Rectangle: Rounded Corners 2053">
                  <a:extLst>
                    <a:ext uri="{FF2B5EF4-FFF2-40B4-BE49-F238E27FC236}">
                      <a16:creationId xmlns:a16="http://schemas.microsoft.com/office/drawing/2014/main" id="{391FA90B-24E6-7D19-5684-EADC94406F6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5" name="Rectangle: Rounded Corners 2054">
                  <a:extLst>
                    <a:ext uri="{FF2B5EF4-FFF2-40B4-BE49-F238E27FC236}">
                      <a16:creationId xmlns:a16="http://schemas.microsoft.com/office/drawing/2014/main" id="{D81E0902-3691-98A8-C539-FCF188AF8F5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6" name="Rectangle: Rounded Corners 2055">
                  <a:extLst>
                    <a:ext uri="{FF2B5EF4-FFF2-40B4-BE49-F238E27FC236}">
                      <a16:creationId xmlns:a16="http://schemas.microsoft.com/office/drawing/2014/main" id="{47085C11-E2C7-1C44-A263-016E5E5524F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7" name="Rectangle: Rounded Corners 2056">
                  <a:extLst>
                    <a:ext uri="{FF2B5EF4-FFF2-40B4-BE49-F238E27FC236}">
                      <a16:creationId xmlns:a16="http://schemas.microsoft.com/office/drawing/2014/main" id="{E9EFEAD9-5E99-507A-2FA8-7D53B63EE4C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8" name="Rectangle: Rounded Corners 2057">
                  <a:extLst>
                    <a:ext uri="{FF2B5EF4-FFF2-40B4-BE49-F238E27FC236}">
                      <a16:creationId xmlns:a16="http://schemas.microsoft.com/office/drawing/2014/main" id="{A2FEE6BD-E52D-BD33-0712-58CA2C1E83E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8" name="Group 1947">
              <a:extLst>
                <a:ext uri="{FF2B5EF4-FFF2-40B4-BE49-F238E27FC236}">
                  <a16:creationId xmlns:a16="http://schemas.microsoft.com/office/drawing/2014/main" id="{3BB8F8DC-D390-9AD1-F219-ED0116ECEF0A}"/>
                </a:ext>
              </a:extLst>
            </p:cNvPr>
            <p:cNvGrpSpPr/>
            <p:nvPr/>
          </p:nvGrpSpPr>
          <p:grpSpPr>
            <a:xfrm>
              <a:off x="15630347" y="4130677"/>
              <a:ext cx="2324893" cy="2055807"/>
              <a:chOff x="3967162" y="4130677"/>
              <a:chExt cx="2324893" cy="2055807"/>
            </a:xfrm>
          </p:grpSpPr>
          <p:sp>
            <p:nvSpPr>
              <p:cNvPr id="2029" name="Rectangle: Rounded Corners 2028">
                <a:extLst>
                  <a:ext uri="{FF2B5EF4-FFF2-40B4-BE49-F238E27FC236}">
                    <a16:creationId xmlns:a16="http://schemas.microsoft.com/office/drawing/2014/main" id="{A8D150B4-735D-7DEC-7134-17682584F52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30" name="Group 2029">
                <a:extLst>
                  <a:ext uri="{FF2B5EF4-FFF2-40B4-BE49-F238E27FC236}">
                    <a16:creationId xmlns:a16="http://schemas.microsoft.com/office/drawing/2014/main" id="{F46B5A75-9B05-71A4-1CA1-D71DC1647D1B}"/>
                  </a:ext>
                </a:extLst>
              </p:cNvPr>
              <p:cNvGrpSpPr/>
              <p:nvPr/>
            </p:nvGrpSpPr>
            <p:grpSpPr>
              <a:xfrm>
                <a:off x="3967162" y="4130677"/>
                <a:ext cx="2177954" cy="203200"/>
                <a:chOff x="4411662" y="1266827"/>
                <a:chExt cx="2177954" cy="203200"/>
              </a:xfrm>
              <a:solidFill>
                <a:schemeClr val="tx1"/>
              </a:solidFill>
            </p:grpSpPr>
            <p:sp>
              <p:nvSpPr>
                <p:cNvPr id="2040" name="Rectangle: Rounded Corners 2039">
                  <a:extLst>
                    <a:ext uri="{FF2B5EF4-FFF2-40B4-BE49-F238E27FC236}">
                      <a16:creationId xmlns:a16="http://schemas.microsoft.com/office/drawing/2014/main" id="{FBD404FC-F32F-568B-53FB-1B6C957A48C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1" name="Rectangle: Rounded Corners 2040">
                  <a:extLst>
                    <a:ext uri="{FF2B5EF4-FFF2-40B4-BE49-F238E27FC236}">
                      <a16:creationId xmlns:a16="http://schemas.microsoft.com/office/drawing/2014/main" id="{923E0EB6-FCC4-49E9-61D2-933B4DF65B3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2" name="Rectangle: Rounded Corners 2041">
                  <a:extLst>
                    <a:ext uri="{FF2B5EF4-FFF2-40B4-BE49-F238E27FC236}">
                      <a16:creationId xmlns:a16="http://schemas.microsoft.com/office/drawing/2014/main" id="{447302C0-8994-2C06-AC47-012F8C72DC4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3" name="Rectangle: Rounded Corners 2042">
                  <a:extLst>
                    <a:ext uri="{FF2B5EF4-FFF2-40B4-BE49-F238E27FC236}">
                      <a16:creationId xmlns:a16="http://schemas.microsoft.com/office/drawing/2014/main" id="{B22FED1A-B438-BBE7-9BD0-F31C483B984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4" name="Rectangle: Rounded Corners 2043">
                  <a:extLst>
                    <a:ext uri="{FF2B5EF4-FFF2-40B4-BE49-F238E27FC236}">
                      <a16:creationId xmlns:a16="http://schemas.microsoft.com/office/drawing/2014/main" id="{83ADB42F-D139-5A1B-4B05-E02A8A3605C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5" name="Rectangle: Rounded Corners 2044">
                  <a:extLst>
                    <a:ext uri="{FF2B5EF4-FFF2-40B4-BE49-F238E27FC236}">
                      <a16:creationId xmlns:a16="http://schemas.microsoft.com/office/drawing/2014/main" id="{F970AB74-B4E4-5095-5B52-FC4F5032BAB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6" name="Rectangle: Rounded Corners 2045">
                  <a:extLst>
                    <a:ext uri="{FF2B5EF4-FFF2-40B4-BE49-F238E27FC236}">
                      <a16:creationId xmlns:a16="http://schemas.microsoft.com/office/drawing/2014/main" id="{F8A5B9D5-650E-77E7-79F8-14EA4C3AB39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7" name="Rectangle: Rounded Corners 2046">
                  <a:extLst>
                    <a:ext uri="{FF2B5EF4-FFF2-40B4-BE49-F238E27FC236}">
                      <a16:creationId xmlns:a16="http://schemas.microsoft.com/office/drawing/2014/main" id="{DF910F7F-9C1B-AB8C-A9DA-045605CF3B0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31" name="Group 2030">
                <a:extLst>
                  <a:ext uri="{FF2B5EF4-FFF2-40B4-BE49-F238E27FC236}">
                    <a16:creationId xmlns:a16="http://schemas.microsoft.com/office/drawing/2014/main" id="{5EB72DEA-1E91-EA3C-EEA9-B294DCA58190}"/>
                  </a:ext>
                </a:extLst>
              </p:cNvPr>
              <p:cNvGrpSpPr/>
              <p:nvPr/>
            </p:nvGrpSpPr>
            <p:grpSpPr>
              <a:xfrm>
                <a:off x="3967163" y="5983284"/>
                <a:ext cx="2177954" cy="203200"/>
                <a:chOff x="4411662" y="1266827"/>
                <a:chExt cx="2177954" cy="203200"/>
              </a:xfrm>
              <a:solidFill>
                <a:schemeClr val="tx1"/>
              </a:solidFill>
            </p:grpSpPr>
            <p:sp>
              <p:nvSpPr>
                <p:cNvPr id="2032" name="Rectangle: Rounded Corners 2031">
                  <a:extLst>
                    <a:ext uri="{FF2B5EF4-FFF2-40B4-BE49-F238E27FC236}">
                      <a16:creationId xmlns:a16="http://schemas.microsoft.com/office/drawing/2014/main" id="{4049BA8C-33AF-0AF7-A59D-D6447604BEE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3" name="Rectangle: Rounded Corners 2032">
                  <a:extLst>
                    <a:ext uri="{FF2B5EF4-FFF2-40B4-BE49-F238E27FC236}">
                      <a16:creationId xmlns:a16="http://schemas.microsoft.com/office/drawing/2014/main" id="{0A20730B-AFBB-0B7E-58BC-F0A13E6A77B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4" name="Rectangle: Rounded Corners 2033">
                  <a:extLst>
                    <a:ext uri="{FF2B5EF4-FFF2-40B4-BE49-F238E27FC236}">
                      <a16:creationId xmlns:a16="http://schemas.microsoft.com/office/drawing/2014/main" id="{96296046-4B82-4490-A375-2BEC89C186D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5" name="Rectangle: Rounded Corners 2034">
                  <a:extLst>
                    <a:ext uri="{FF2B5EF4-FFF2-40B4-BE49-F238E27FC236}">
                      <a16:creationId xmlns:a16="http://schemas.microsoft.com/office/drawing/2014/main" id="{1C629D8F-A4C9-7DEA-95C0-D9D1321EFF8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6" name="Rectangle: Rounded Corners 2035">
                  <a:extLst>
                    <a:ext uri="{FF2B5EF4-FFF2-40B4-BE49-F238E27FC236}">
                      <a16:creationId xmlns:a16="http://schemas.microsoft.com/office/drawing/2014/main" id="{7C5DCC49-888F-2C8F-ABC7-DF80B5F2D0F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7" name="Rectangle: Rounded Corners 2036">
                  <a:extLst>
                    <a:ext uri="{FF2B5EF4-FFF2-40B4-BE49-F238E27FC236}">
                      <a16:creationId xmlns:a16="http://schemas.microsoft.com/office/drawing/2014/main" id="{71B20756-9591-9AEA-B236-D0BA7E3709B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8" name="Rectangle: Rounded Corners 2037">
                  <a:extLst>
                    <a:ext uri="{FF2B5EF4-FFF2-40B4-BE49-F238E27FC236}">
                      <a16:creationId xmlns:a16="http://schemas.microsoft.com/office/drawing/2014/main" id="{12029EB7-063E-5056-970C-0B406CC997F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9" name="Rectangle: Rounded Corners 2038">
                  <a:extLst>
                    <a:ext uri="{FF2B5EF4-FFF2-40B4-BE49-F238E27FC236}">
                      <a16:creationId xmlns:a16="http://schemas.microsoft.com/office/drawing/2014/main" id="{C14AD8DE-72B1-15A7-8F80-3F49718B08D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9" name="Group 1948">
              <a:extLst>
                <a:ext uri="{FF2B5EF4-FFF2-40B4-BE49-F238E27FC236}">
                  <a16:creationId xmlns:a16="http://schemas.microsoft.com/office/drawing/2014/main" id="{11EE9377-3335-4245-483E-613F01733E4C}"/>
                </a:ext>
              </a:extLst>
            </p:cNvPr>
            <p:cNvGrpSpPr/>
            <p:nvPr/>
          </p:nvGrpSpPr>
          <p:grpSpPr>
            <a:xfrm>
              <a:off x="17962984" y="4130677"/>
              <a:ext cx="2324893" cy="2055807"/>
              <a:chOff x="3967162" y="4130677"/>
              <a:chExt cx="2324893" cy="2055807"/>
            </a:xfrm>
          </p:grpSpPr>
          <p:sp>
            <p:nvSpPr>
              <p:cNvPr id="2010" name="Rectangle: Rounded Corners 2009">
                <a:extLst>
                  <a:ext uri="{FF2B5EF4-FFF2-40B4-BE49-F238E27FC236}">
                    <a16:creationId xmlns:a16="http://schemas.microsoft.com/office/drawing/2014/main" id="{CDA91C07-AAB6-7506-1484-2FB8E435687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011" name="Group 2010">
                <a:extLst>
                  <a:ext uri="{FF2B5EF4-FFF2-40B4-BE49-F238E27FC236}">
                    <a16:creationId xmlns:a16="http://schemas.microsoft.com/office/drawing/2014/main" id="{A5F1E4CD-1E5A-29A6-E89B-240899C273CE}"/>
                  </a:ext>
                </a:extLst>
              </p:cNvPr>
              <p:cNvGrpSpPr/>
              <p:nvPr/>
            </p:nvGrpSpPr>
            <p:grpSpPr>
              <a:xfrm>
                <a:off x="3967162" y="4130677"/>
                <a:ext cx="2177954" cy="203200"/>
                <a:chOff x="4411662" y="1266827"/>
                <a:chExt cx="2177954" cy="203200"/>
              </a:xfrm>
              <a:solidFill>
                <a:schemeClr val="tx1"/>
              </a:solidFill>
            </p:grpSpPr>
            <p:sp>
              <p:nvSpPr>
                <p:cNvPr id="2021" name="Rectangle: Rounded Corners 2020">
                  <a:extLst>
                    <a:ext uri="{FF2B5EF4-FFF2-40B4-BE49-F238E27FC236}">
                      <a16:creationId xmlns:a16="http://schemas.microsoft.com/office/drawing/2014/main" id="{B2552814-9815-9A07-8521-F333C3FD902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2" name="Rectangle: Rounded Corners 2021">
                  <a:extLst>
                    <a:ext uri="{FF2B5EF4-FFF2-40B4-BE49-F238E27FC236}">
                      <a16:creationId xmlns:a16="http://schemas.microsoft.com/office/drawing/2014/main" id="{9ABFAAEA-CFDE-FD8B-2C69-089023F1FF3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3" name="Rectangle: Rounded Corners 2022">
                  <a:extLst>
                    <a:ext uri="{FF2B5EF4-FFF2-40B4-BE49-F238E27FC236}">
                      <a16:creationId xmlns:a16="http://schemas.microsoft.com/office/drawing/2014/main" id="{538BE1D1-F88E-9AD0-FBE3-4EB2F1B7525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4" name="Rectangle: Rounded Corners 2023">
                  <a:extLst>
                    <a:ext uri="{FF2B5EF4-FFF2-40B4-BE49-F238E27FC236}">
                      <a16:creationId xmlns:a16="http://schemas.microsoft.com/office/drawing/2014/main" id="{04CF2B3C-20A2-0C69-01BA-B77D9ABAB51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5" name="Rectangle: Rounded Corners 2024">
                  <a:extLst>
                    <a:ext uri="{FF2B5EF4-FFF2-40B4-BE49-F238E27FC236}">
                      <a16:creationId xmlns:a16="http://schemas.microsoft.com/office/drawing/2014/main" id="{F7425B5B-6DB0-A3BF-C8E2-D731B6509E2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6" name="Rectangle: Rounded Corners 2025">
                  <a:extLst>
                    <a:ext uri="{FF2B5EF4-FFF2-40B4-BE49-F238E27FC236}">
                      <a16:creationId xmlns:a16="http://schemas.microsoft.com/office/drawing/2014/main" id="{440B24D2-6689-12C3-2D1B-9CF98435077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7" name="Rectangle: Rounded Corners 2026">
                  <a:extLst>
                    <a:ext uri="{FF2B5EF4-FFF2-40B4-BE49-F238E27FC236}">
                      <a16:creationId xmlns:a16="http://schemas.microsoft.com/office/drawing/2014/main" id="{D1BC06E8-9CC2-9791-2618-B1A55B9F6FE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8" name="Rectangle: Rounded Corners 2027">
                  <a:extLst>
                    <a:ext uri="{FF2B5EF4-FFF2-40B4-BE49-F238E27FC236}">
                      <a16:creationId xmlns:a16="http://schemas.microsoft.com/office/drawing/2014/main" id="{2FAC1C67-7F1C-A331-C07E-ECDE3146448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012" name="Group 2011">
                <a:extLst>
                  <a:ext uri="{FF2B5EF4-FFF2-40B4-BE49-F238E27FC236}">
                    <a16:creationId xmlns:a16="http://schemas.microsoft.com/office/drawing/2014/main" id="{2B960D7F-8E41-5BAA-68DB-00E7DC9894C2}"/>
                  </a:ext>
                </a:extLst>
              </p:cNvPr>
              <p:cNvGrpSpPr/>
              <p:nvPr/>
            </p:nvGrpSpPr>
            <p:grpSpPr>
              <a:xfrm>
                <a:off x="3967163" y="5983284"/>
                <a:ext cx="2177954" cy="203200"/>
                <a:chOff x="4411662" y="1266827"/>
                <a:chExt cx="2177954" cy="203200"/>
              </a:xfrm>
              <a:solidFill>
                <a:schemeClr val="tx1"/>
              </a:solidFill>
            </p:grpSpPr>
            <p:sp>
              <p:nvSpPr>
                <p:cNvPr id="2013" name="Rectangle: Rounded Corners 2012">
                  <a:extLst>
                    <a:ext uri="{FF2B5EF4-FFF2-40B4-BE49-F238E27FC236}">
                      <a16:creationId xmlns:a16="http://schemas.microsoft.com/office/drawing/2014/main" id="{06D6229D-351C-0C76-88D8-582AD91B016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4" name="Rectangle: Rounded Corners 2013">
                  <a:extLst>
                    <a:ext uri="{FF2B5EF4-FFF2-40B4-BE49-F238E27FC236}">
                      <a16:creationId xmlns:a16="http://schemas.microsoft.com/office/drawing/2014/main" id="{63CCD58B-0B78-85E2-242D-233DF923AE8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5" name="Rectangle: Rounded Corners 2014">
                  <a:extLst>
                    <a:ext uri="{FF2B5EF4-FFF2-40B4-BE49-F238E27FC236}">
                      <a16:creationId xmlns:a16="http://schemas.microsoft.com/office/drawing/2014/main" id="{A59E97AC-5AF8-8396-2827-1DD546913E1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6" name="Rectangle: Rounded Corners 2015">
                  <a:extLst>
                    <a:ext uri="{FF2B5EF4-FFF2-40B4-BE49-F238E27FC236}">
                      <a16:creationId xmlns:a16="http://schemas.microsoft.com/office/drawing/2014/main" id="{1C33B137-94A0-1BE4-E007-583F256413F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7" name="Rectangle: Rounded Corners 2016">
                  <a:extLst>
                    <a:ext uri="{FF2B5EF4-FFF2-40B4-BE49-F238E27FC236}">
                      <a16:creationId xmlns:a16="http://schemas.microsoft.com/office/drawing/2014/main" id="{DB625B2E-41EE-7197-E82C-6A7A35F1C89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8" name="Rectangle: Rounded Corners 2017">
                  <a:extLst>
                    <a:ext uri="{FF2B5EF4-FFF2-40B4-BE49-F238E27FC236}">
                      <a16:creationId xmlns:a16="http://schemas.microsoft.com/office/drawing/2014/main" id="{859843F5-EB21-6E45-979E-7D865F213A4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9" name="Rectangle: Rounded Corners 2018">
                  <a:extLst>
                    <a:ext uri="{FF2B5EF4-FFF2-40B4-BE49-F238E27FC236}">
                      <a16:creationId xmlns:a16="http://schemas.microsoft.com/office/drawing/2014/main" id="{27107F82-979B-7AA8-EC61-CBDB78F9E04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0" name="Rectangle: Rounded Corners 2019">
                  <a:extLst>
                    <a:ext uri="{FF2B5EF4-FFF2-40B4-BE49-F238E27FC236}">
                      <a16:creationId xmlns:a16="http://schemas.microsoft.com/office/drawing/2014/main" id="{3C897AC0-7E83-1FB9-CC24-1C32296B060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50" name="Group 1949">
              <a:extLst>
                <a:ext uri="{FF2B5EF4-FFF2-40B4-BE49-F238E27FC236}">
                  <a16:creationId xmlns:a16="http://schemas.microsoft.com/office/drawing/2014/main" id="{F8B235AB-E7DE-7B73-CA4E-8E75D4AC0588}"/>
                </a:ext>
              </a:extLst>
            </p:cNvPr>
            <p:cNvGrpSpPr/>
            <p:nvPr/>
          </p:nvGrpSpPr>
          <p:grpSpPr>
            <a:xfrm>
              <a:off x="20295621" y="4130677"/>
              <a:ext cx="2324893" cy="2055807"/>
              <a:chOff x="3967162" y="4130677"/>
              <a:chExt cx="2324893" cy="2055807"/>
            </a:xfrm>
          </p:grpSpPr>
          <p:sp>
            <p:nvSpPr>
              <p:cNvPr id="1991" name="Rectangle: Rounded Corners 1990">
                <a:extLst>
                  <a:ext uri="{FF2B5EF4-FFF2-40B4-BE49-F238E27FC236}">
                    <a16:creationId xmlns:a16="http://schemas.microsoft.com/office/drawing/2014/main" id="{9336AEA8-9CDE-3BCC-52F3-8AEC91769A99}"/>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92" name="Group 1991">
                <a:extLst>
                  <a:ext uri="{FF2B5EF4-FFF2-40B4-BE49-F238E27FC236}">
                    <a16:creationId xmlns:a16="http://schemas.microsoft.com/office/drawing/2014/main" id="{8794AD02-A411-769D-B0FA-C41C5C79F6B7}"/>
                  </a:ext>
                </a:extLst>
              </p:cNvPr>
              <p:cNvGrpSpPr/>
              <p:nvPr/>
            </p:nvGrpSpPr>
            <p:grpSpPr>
              <a:xfrm>
                <a:off x="3967162" y="4130677"/>
                <a:ext cx="2177954" cy="203200"/>
                <a:chOff x="4411662" y="1266827"/>
                <a:chExt cx="2177954" cy="203200"/>
              </a:xfrm>
              <a:solidFill>
                <a:schemeClr val="tx1"/>
              </a:solidFill>
            </p:grpSpPr>
            <p:sp>
              <p:nvSpPr>
                <p:cNvPr id="2002" name="Rectangle: Rounded Corners 2001">
                  <a:extLst>
                    <a:ext uri="{FF2B5EF4-FFF2-40B4-BE49-F238E27FC236}">
                      <a16:creationId xmlns:a16="http://schemas.microsoft.com/office/drawing/2014/main" id="{6FE42FD4-E997-2D6C-88A2-CAA91176F9D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3" name="Rectangle: Rounded Corners 2002">
                  <a:extLst>
                    <a:ext uri="{FF2B5EF4-FFF2-40B4-BE49-F238E27FC236}">
                      <a16:creationId xmlns:a16="http://schemas.microsoft.com/office/drawing/2014/main" id="{1F3D9C96-9019-B1B0-8AEA-E628912817C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4" name="Rectangle: Rounded Corners 2003">
                  <a:extLst>
                    <a:ext uri="{FF2B5EF4-FFF2-40B4-BE49-F238E27FC236}">
                      <a16:creationId xmlns:a16="http://schemas.microsoft.com/office/drawing/2014/main" id="{767223A3-BAF5-0998-8539-C67FA0F1AF4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5" name="Rectangle: Rounded Corners 2004">
                  <a:extLst>
                    <a:ext uri="{FF2B5EF4-FFF2-40B4-BE49-F238E27FC236}">
                      <a16:creationId xmlns:a16="http://schemas.microsoft.com/office/drawing/2014/main" id="{0857473C-3F69-C5F4-F3BA-8566D6B8B7F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6" name="Rectangle: Rounded Corners 2005">
                  <a:extLst>
                    <a:ext uri="{FF2B5EF4-FFF2-40B4-BE49-F238E27FC236}">
                      <a16:creationId xmlns:a16="http://schemas.microsoft.com/office/drawing/2014/main" id="{74B5D61A-A232-69DC-C342-53BDCB78AAB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7" name="Rectangle: Rounded Corners 2006">
                  <a:extLst>
                    <a:ext uri="{FF2B5EF4-FFF2-40B4-BE49-F238E27FC236}">
                      <a16:creationId xmlns:a16="http://schemas.microsoft.com/office/drawing/2014/main" id="{51673142-65D9-3513-5607-E5A27FFB487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8" name="Rectangle: Rounded Corners 2007">
                  <a:extLst>
                    <a:ext uri="{FF2B5EF4-FFF2-40B4-BE49-F238E27FC236}">
                      <a16:creationId xmlns:a16="http://schemas.microsoft.com/office/drawing/2014/main" id="{FFE44006-ADAA-EDB3-1F09-BA2CFD24500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9" name="Rectangle: Rounded Corners 2008">
                  <a:extLst>
                    <a:ext uri="{FF2B5EF4-FFF2-40B4-BE49-F238E27FC236}">
                      <a16:creationId xmlns:a16="http://schemas.microsoft.com/office/drawing/2014/main" id="{6E6C77DD-80BB-21B5-7984-822B045CA8A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93" name="Group 1992">
                <a:extLst>
                  <a:ext uri="{FF2B5EF4-FFF2-40B4-BE49-F238E27FC236}">
                    <a16:creationId xmlns:a16="http://schemas.microsoft.com/office/drawing/2014/main" id="{1A16E45A-4A50-8046-753F-DB92B8D613AD}"/>
                  </a:ext>
                </a:extLst>
              </p:cNvPr>
              <p:cNvGrpSpPr/>
              <p:nvPr/>
            </p:nvGrpSpPr>
            <p:grpSpPr>
              <a:xfrm>
                <a:off x="3967163" y="5983284"/>
                <a:ext cx="2177954" cy="203200"/>
                <a:chOff x="4411662" y="1266827"/>
                <a:chExt cx="2177954" cy="203200"/>
              </a:xfrm>
              <a:solidFill>
                <a:schemeClr val="tx1"/>
              </a:solidFill>
            </p:grpSpPr>
            <p:sp>
              <p:nvSpPr>
                <p:cNvPr id="1994" name="Rectangle: Rounded Corners 1993">
                  <a:extLst>
                    <a:ext uri="{FF2B5EF4-FFF2-40B4-BE49-F238E27FC236}">
                      <a16:creationId xmlns:a16="http://schemas.microsoft.com/office/drawing/2014/main" id="{A88320A8-065E-4AD6-1CCB-9D66E4BA374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5" name="Rectangle: Rounded Corners 1994">
                  <a:extLst>
                    <a:ext uri="{FF2B5EF4-FFF2-40B4-BE49-F238E27FC236}">
                      <a16:creationId xmlns:a16="http://schemas.microsoft.com/office/drawing/2014/main" id="{096902DE-E370-75A9-B051-7E2D7C885C3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6" name="Rectangle: Rounded Corners 1995">
                  <a:extLst>
                    <a:ext uri="{FF2B5EF4-FFF2-40B4-BE49-F238E27FC236}">
                      <a16:creationId xmlns:a16="http://schemas.microsoft.com/office/drawing/2014/main" id="{55FD1924-7091-8CAC-A047-41A2A064364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7" name="Rectangle: Rounded Corners 1996">
                  <a:extLst>
                    <a:ext uri="{FF2B5EF4-FFF2-40B4-BE49-F238E27FC236}">
                      <a16:creationId xmlns:a16="http://schemas.microsoft.com/office/drawing/2014/main" id="{F9D00600-0BE2-FC1C-6631-8D02964D7EB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8" name="Rectangle: Rounded Corners 1997">
                  <a:extLst>
                    <a:ext uri="{FF2B5EF4-FFF2-40B4-BE49-F238E27FC236}">
                      <a16:creationId xmlns:a16="http://schemas.microsoft.com/office/drawing/2014/main" id="{CB6D0AC8-56DB-0D49-7876-14C06105772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9" name="Rectangle: Rounded Corners 1998">
                  <a:extLst>
                    <a:ext uri="{FF2B5EF4-FFF2-40B4-BE49-F238E27FC236}">
                      <a16:creationId xmlns:a16="http://schemas.microsoft.com/office/drawing/2014/main" id="{1B832D16-A7FF-F1BA-3593-D9292CC9E96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0" name="Rectangle: Rounded Corners 1999">
                  <a:extLst>
                    <a:ext uri="{FF2B5EF4-FFF2-40B4-BE49-F238E27FC236}">
                      <a16:creationId xmlns:a16="http://schemas.microsoft.com/office/drawing/2014/main" id="{543E1B4F-D155-83D0-8323-5D3ADF9AF4A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1" name="Rectangle: Rounded Corners 2000">
                  <a:extLst>
                    <a:ext uri="{FF2B5EF4-FFF2-40B4-BE49-F238E27FC236}">
                      <a16:creationId xmlns:a16="http://schemas.microsoft.com/office/drawing/2014/main" id="{26765BE4-8429-3480-FD62-FC8F4A123BE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51" name="Group 1950">
              <a:extLst>
                <a:ext uri="{FF2B5EF4-FFF2-40B4-BE49-F238E27FC236}">
                  <a16:creationId xmlns:a16="http://schemas.microsoft.com/office/drawing/2014/main" id="{E784DFC0-D683-A3FC-D3F6-8FB49622CE87}"/>
                </a:ext>
              </a:extLst>
            </p:cNvPr>
            <p:cNvGrpSpPr/>
            <p:nvPr/>
          </p:nvGrpSpPr>
          <p:grpSpPr>
            <a:xfrm>
              <a:off x="22628258" y="4130677"/>
              <a:ext cx="2324893" cy="2055807"/>
              <a:chOff x="3967162" y="4130677"/>
              <a:chExt cx="2324893" cy="2055807"/>
            </a:xfrm>
          </p:grpSpPr>
          <p:sp>
            <p:nvSpPr>
              <p:cNvPr id="1972" name="Rectangle: Rounded Corners 1971">
                <a:extLst>
                  <a:ext uri="{FF2B5EF4-FFF2-40B4-BE49-F238E27FC236}">
                    <a16:creationId xmlns:a16="http://schemas.microsoft.com/office/drawing/2014/main" id="{2EA18FE3-F47E-6D61-FB0B-A49370D5DA6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73" name="Group 1972">
                <a:extLst>
                  <a:ext uri="{FF2B5EF4-FFF2-40B4-BE49-F238E27FC236}">
                    <a16:creationId xmlns:a16="http://schemas.microsoft.com/office/drawing/2014/main" id="{003209A0-3133-9A98-8567-225409FBE0AA}"/>
                  </a:ext>
                </a:extLst>
              </p:cNvPr>
              <p:cNvGrpSpPr/>
              <p:nvPr/>
            </p:nvGrpSpPr>
            <p:grpSpPr>
              <a:xfrm>
                <a:off x="3967162" y="4130677"/>
                <a:ext cx="2177954" cy="203200"/>
                <a:chOff x="4411662" y="1266827"/>
                <a:chExt cx="2177954" cy="203200"/>
              </a:xfrm>
              <a:solidFill>
                <a:schemeClr val="tx1"/>
              </a:solidFill>
            </p:grpSpPr>
            <p:sp>
              <p:nvSpPr>
                <p:cNvPr id="1983" name="Rectangle: Rounded Corners 1982">
                  <a:extLst>
                    <a:ext uri="{FF2B5EF4-FFF2-40B4-BE49-F238E27FC236}">
                      <a16:creationId xmlns:a16="http://schemas.microsoft.com/office/drawing/2014/main" id="{0A8C4B89-24DC-D5A4-F351-34A8635FDF0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4" name="Rectangle: Rounded Corners 1983">
                  <a:extLst>
                    <a:ext uri="{FF2B5EF4-FFF2-40B4-BE49-F238E27FC236}">
                      <a16:creationId xmlns:a16="http://schemas.microsoft.com/office/drawing/2014/main" id="{FA10A0EE-B101-2437-A9DD-A3C09A28745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5" name="Rectangle: Rounded Corners 1984">
                  <a:extLst>
                    <a:ext uri="{FF2B5EF4-FFF2-40B4-BE49-F238E27FC236}">
                      <a16:creationId xmlns:a16="http://schemas.microsoft.com/office/drawing/2014/main" id="{415E012C-92BE-192E-61E7-12695FF8DA2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6" name="Rectangle: Rounded Corners 1985">
                  <a:extLst>
                    <a:ext uri="{FF2B5EF4-FFF2-40B4-BE49-F238E27FC236}">
                      <a16:creationId xmlns:a16="http://schemas.microsoft.com/office/drawing/2014/main" id="{8E5BEFB4-3023-9BE2-80D9-25FDD2E3766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7" name="Rectangle: Rounded Corners 1986">
                  <a:extLst>
                    <a:ext uri="{FF2B5EF4-FFF2-40B4-BE49-F238E27FC236}">
                      <a16:creationId xmlns:a16="http://schemas.microsoft.com/office/drawing/2014/main" id="{88AA2ABA-F57E-DAC0-EE63-76B1B2F6E6A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8" name="Rectangle: Rounded Corners 1987">
                  <a:extLst>
                    <a:ext uri="{FF2B5EF4-FFF2-40B4-BE49-F238E27FC236}">
                      <a16:creationId xmlns:a16="http://schemas.microsoft.com/office/drawing/2014/main" id="{B9BF51A0-2FF0-15D9-E22E-6915D0AB046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9" name="Rectangle: Rounded Corners 1988">
                  <a:extLst>
                    <a:ext uri="{FF2B5EF4-FFF2-40B4-BE49-F238E27FC236}">
                      <a16:creationId xmlns:a16="http://schemas.microsoft.com/office/drawing/2014/main" id="{D2EDDAAA-BD43-C5B8-9A9A-41370BDB7E1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0" name="Rectangle: Rounded Corners 1989">
                  <a:extLst>
                    <a:ext uri="{FF2B5EF4-FFF2-40B4-BE49-F238E27FC236}">
                      <a16:creationId xmlns:a16="http://schemas.microsoft.com/office/drawing/2014/main" id="{C6F347FB-5ADD-1341-E38D-1FA446B10C7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74" name="Group 1973">
                <a:extLst>
                  <a:ext uri="{FF2B5EF4-FFF2-40B4-BE49-F238E27FC236}">
                    <a16:creationId xmlns:a16="http://schemas.microsoft.com/office/drawing/2014/main" id="{28EC8316-43FB-919A-067A-8144961C2FE0}"/>
                  </a:ext>
                </a:extLst>
              </p:cNvPr>
              <p:cNvGrpSpPr/>
              <p:nvPr/>
            </p:nvGrpSpPr>
            <p:grpSpPr>
              <a:xfrm>
                <a:off x="3967163" y="5983284"/>
                <a:ext cx="2177954" cy="203200"/>
                <a:chOff x="4411662" y="1266827"/>
                <a:chExt cx="2177954" cy="203200"/>
              </a:xfrm>
              <a:solidFill>
                <a:schemeClr val="tx1"/>
              </a:solidFill>
            </p:grpSpPr>
            <p:sp>
              <p:nvSpPr>
                <p:cNvPr id="1975" name="Rectangle: Rounded Corners 1974">
                  <a:extLst>
                    <a:ext uri="{FF2B5EF4-FFF2-40B4-BE49-F238E27FC236}">
                      <a16:creationId xmlns:a16="http://schemas.microsoft.com/office/drawing/2014/main" id="{59F74E26-CAF3-9793-24A3-66CB177C1AE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6" name="Rectangle: Rounded Corners 1975">
                  <a:extLst>
                    <a:ext uri="{FF2B5EF4-FFF2-40B4-BE49-F238E27FC236}">
                      <a16:creationId xmlns:a16="http://schemas.microsoft.com/office/drawing/2014/main" id="{7758EA55-4C14-78B0-FC43-FD46CABFA6A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7" name="Rectangle: Rounded Corners 1976">
                  <a:extLst>
                    <a:ext uri="{FF2B5EF4-FFF2-40B4-BE49-F238E27FC236}">
                      <a16:creationId xmlns:a16="http://schemas.microsoft.com/office/drawing/2014/main" id="{9457CCC8-BFB5-1624-4EEE-74EEA0617EA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8" name="Rectangle: Rounded Corners 1977">
                  <a:extLst>
                    <a:ext uri="{FF2B5EF4-FFF2-40B4-BE49-F238E27FC236}">
                      <a16:creationId xmlns:a16="http://schemas.microsoft.com/office/drawing/2014/main" id="{66A79B27-667A-7850-AE6D-0148388CC6D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9" name="Rectangle: Rounded Corners 1978">
                  <a:extLst>
                    <a:ext uri="{FF2B5EF4-FFF2-40B4-BE49-F238E27FC236}">
                      <a16:creationId xmlns:a16="http://schemas.microsoft.com/office/drawing/2014/main" id="{9E4695B5-D57E-A9C2-CE9C-258DCD7CAF3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0" name="Rectangle: Rounded Corners 1979">
                  <a:extLst>
                    <a:ext uri="{FF2B5EF4-FFF2-40B4-BE49-F238E27FC236}">
                      <a16:creationId xmlns:a16="http://schemas.microsoft.com/office/drawing/2014/main" id="{3ACCE3A3-2B18-2587-EC8B-0F0414950B2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1" name="Rectangle: Rounded Corners 1980">
                  <a:extLst>
                    <a:ext uri="{FF2B5EF4-FFF2-40B4-BE49-F238E27FC236}">
                      <a16:creationId xmlns:a16="http://schemas.microsoft.com/office/drawing/2014/main" id="{17EF4767-DBB4-93DB-CE46-DCF8EF97752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2" name="Rectangle: Rounded Corners 1981">
                  <a:extLst>
                    <a:ext uri="{FF2B5EF4-FFF2-40B4-BE49-F238E27FC236}">
                      <a16:creationId xmlns:a16="http://schemas.microsoft.com/office/drawing/2014/main" id="{AF2F6080-B37E-EDDE-AEAA-D98C951C471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52" name="Group 1951">
              <a:extLst>
                <a:ext uri="{FF2B5EF4-FFF2-40B4-BE49-F238E27FC236}">
                  <a16:creationId xmlns:a16="http://schemas.microsoft.com/office/drawing/2014/main" id="{8770225D-BDE9-CED5-8DD3-E5E1C4FD3383}"/>
                </a:ext>
              </a:extLst>
            </p:cNvPr>
            <p:cNvGrpSpPr/>
            <p:nvPr/>
          </p:nvGrpSpPr>
          <p:grpSpPr>
            <a:xfrm>
              <a:off x="24960895" y="4130677"/>
              <a:ext cx="2324893" cy="2055807"/>
              <a:chOff x="3967162" y="4130677"/>
              <a:chExt cx="2324893" cy="2055807"/>
            </a:xfrm>
          </p:grpSpPr>
          <p:sp>
            <p:nvSpPr>
              <p:cNvPr id="1953" name="Rectangle: Rounded Corners 1952">
                <a:extLst>
                  <a:ext uri="{FF2B5EF4-FFF2-40B4-BE49-F238E27FC236}">
                    <a16:creationId xmlns:a16="http://schemas.microsoft.com/office/drawing/2014/main" id="{39062C1A-7270-1BF5-6BB6-35114E4A7C0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54" name="Group 1953">
                <a:extLst>
                  <a:ext uri="{FF2B5EF4-FFF2-40B4-BE49-F238E27FC236}">
                    <a16:creationId xmlns:a16="http://schemas.microsoft.com/office/drawing/2014/main" id="{970A7FCB-4E00-A879-D83C-1AC9545E6440}"/>
                  </a:ext>
                </a:extLst>
              </p:cNvPr>
              <p:cNvGrpSpPr/>
              <p:nvPr/>
            </p:nvGrpSpPr>
            <p:grpSpPr>
              <a:xfrm>
                <a:off x="3967162" y="4130677"/>
                <a:ext cx="2177954" cy="203200"/>
                <a:chOff x="4411662" y="1266827"/>
                <a:chExt cx="2177954" cy="203200"/>
              </a:xfrm>
              <a:solidFill>
                <a:schemeClr val="tx1"/>
              </a:solidFill>
            </p:grpSpPr>
            <p:sp>
              <p:nvSpPr>
                <p:cNvPr id="1964" name="Rectangle: Rounded Corners 1963">
                  <a:extLst>
                    <a:ext uri="{FF2B5EF4-FFF2-40B4-BE49-F238E27FC236}">
                      <a16:creationId xmlns:a16="http://schemas.microsoft.com/office/drawing/2014/main" id="{F8617CFC-16E7-7585-A141-62AD0058E8E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5" name="Rectangle: Rounded Corners 1964">
                  <a:extLst>
                    <a:ext uri="{FF2B5EF4-FFF2-40B4-BE49-F238E27FC236}">
                      <a16:creationId xmlns:a16="http://schemas.microsoft.com/office/drawing/2014/main" id="{0B06CB65-8A1E-C383-8B0C-70023249D02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6" name="Rectangle: Rounded Corners 1965">
                  <a:extLst>
                    <a:ext uri="{FF2B5EF4-FFF2-40B4-BE49-F238E27FC236}">
                      <a16:creationId xmlns:a16="http://schemas.microsoft.com/office/drawing/2014/main" id="{80AC4AD7-FEF6-94BA-4568-CD0B97D52C9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7" name="Rectangle: Rounded Corners 1966">
                  <a:extLst>
                    <a:ext uri="{FF2B5EF4-FFF2-40B4-BE49-F238E27FC236}">
                      <a16:creationId xmlns:a16="http://schemas.microsoft.com/office/drawing/2014/main" id="{33EC877B-B844-92A1-5D74-6CC7C790D8C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8" name="Rectangle: Rounded Corners 1967">
                  <a:extLst>
                    <a:ext uri="{FF2B5EF4-FFF2-40B4-BE49-F238E27FC236}">
                      <a16:creationId xmlns:a16="http://schemas.microsoft.com/office/drawing/2014/main" id="{0AEDF2A7-B3CF-6D58-833C-2E002349C22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9" name="Rectangle: Rounded Corners 1968">
                  <a:extLst>
                    <a:ext uri="{FF2B5EF4-FFF2-40B4-BE49-F238E27FC236}">
                      <a16:creationId xmlns:a16="http://schemas.microsoft.com/office/drawing/2014/main" id="{54D17E14-9205-3CB2-A449-DBC9437959E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0" name="Rectangle: Rounded Corners 1969">
                  <a:extLst>
                    <a:ext uri="{FF2B5EF4-FFF2-40B4-BE49-F238E27FC236}">
                      <a16:creationId xmlns:a16="http://schemas.microsoft.com/office/drawing/2014/main" id="{F05CAB10-3C23-C83B-E527-0EFEBAEE892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71" name="Rectangle: Rounded Corners 1970">
                  <a:extLst>
                    <a:ext uri="{FF2B5EF4-FFF2-40B4-BE49-F238E27FC236}">
                      <a16:creationId xmlns:a16="http://schemas.microsoft.com/office/drawing/2014/main" id="{82464415-2BB9-3109-1322-C24CD4E2982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55" name="Group 1954">
                <a:extLst>
                  <a:ext uri="{FF2B5EF4-FFF2-40B4-BE49-F238E27FC236}">
                    <a16:creationId xmlns:a16="http://schemas.microsoft.com/office/drawing/2014/main" id="{F268CE5A-561F-FEBD-9E14-05FD6B44F42B}"/>
                  </a:ext>
                </a:extLst>
              </p:cNvPr>
              <p:cNvGrpSpPr/>
              <p:nvPr/>
            </p:nvGrpSpPr>
            <p:grpSpPr>
              <a:xfrm>
                <a:off x="3967163" y="5983284"/>
                <a:ext cx="2177954" cy="203200"/>
                <a:chOff x="4411662" y="1266827"/>
                <a:chExt cx="2177954" cy="203200"/>
              </a:xfrm>
              <a:solidFill>
                <a:schemeClr val="tx1"/>
              </a:solidFill>
            </p:grpSpPr>
            <p:sp>
              <p:nvSpPr>
                <p:cNvPr id="1956" name="Rectangle: Rounded Corners 1955">
                  <a:extLst>
                    <a:ext uri="{FF2B5EF4-FFF2-40B4-BE49-F238E27FC236}">
                      <a16:creationId xmlns:a16="http://schemas.microsoft.com/office/drawing/2014/main" id="{C1C4C6E9-2741-FF5B-D974-C3A3F8FFEAF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7" name="Rectangle: Rounded Corners 1956">
                  <a:extLst>
                    <a:ext uri="{FF2B5EF4-FFF2-40B4-BE49-F238E27FC236}">
                      <a16:creationId xmlns:a16="http://schemas.microsoft.com/office/drawing/2014/main" id="{0374D70A-3454-C274-DF3C-83446B700A1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8" name="Rectangle: Rounded Corners 1957">
                  <a:extLst>
                    <a:ext uri="{FF2B5EF4-FFF2-40B4-BE49-F238E27FC236}">
                      <a16:creationId xmlns:a16="http://schemas.microsoft.com/office/drawing/2014/main" id="{5C2E1CFB-B9DA-3816-F341-D5EF01F1F6F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9" name="Rectangle: Rounded Corners 1958">
                  <a:extLst>
                    <a:ext uri="{FF2B5EF4-FFF2-40B4-BE49-F238E27FC236}">
                      <a16:creationId xmlns:a16="http://schemas.microsoft.com/office/drawing/2014/main" id="{9CB9FEE9-D97B-6830-F9BF-673C098A0E5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0" name="Rectangle: Rounded Corners 1959">
                  <a:extLst>
                    <a:ext uri="{FF2B5EF4-FFF2-40B4-BE49-F238E27FC236}">
                      <a16:creationId xmlns:a16="http://schemas.microsoft.com/office/drawing/2014/main" id="{76CFD69F-637F-E1D4-A60E-30CCCF91B49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1" name="Rectangle: Rounded Corners 1960">
                  <a:extLst>
                    <a:ext uri="{FF2B5EF4-FFF2-40B4-BE49-F238E27FC236}">
                      <a16:creationId xmlns:a16="http://schemas.microsoft.com/office/drawing/2014/main" id="{730FC247-9937-7891-8102-4B281E60BBC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2" name="Rectangle: Rounded Corners 1961">
                  <a:extLst>
                    <a:ext uri="{FF2B5EF4-FFF2-40B4-BE49-F238E27FC236}">
                      <a16:creationId xmlns:a16="http://schemas.microsoft.com/office/drawing/2014/main" id="{FE824054-0926-A266-3814-D48B80DD889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63" name="Rectangle: Rounded Corners 1962">
                  <a:extLst>
                    <a:ext uri="{FF2B5EF4-FFF2-40B4-BE49-F238E27FC236}">
                      <a16:creationId xmlns:a16="http://schemas.microsoft.com/office/drawing/2014/main" id="{267A7137-B2F8-4097-A0C0-37F425DE567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739" name="Group 1738">
            <a:extLst>
              <a:ext uri="{FF2B5EF4-FFF2-40B4-BE49-F238E27FC236}">
                <a16:creationId xmlns:a16="http://schemas.microsoft.com/office/drawing/2014/main" id="{E495440B-9628-E2A4-C623-313DEA663D11}"/>
              </a:ext>
            </a:extLst>
          </p:cNvPr>
          <p:cNvGrpSpPr/>
          <p:nvPr/>
        </p:nvGrpSpPr>
        <p:grpSpPr>
          <a:xfrm>
            <a:off x="-212272" y="744577"/>
            <a:ext cx="13102977" cy="1243880"/>
            <a:chOff x="3628570" y="4023519"/>
            <a:chExt cx="23905029" cy="2269331"/>
          </a:xfrm>
        </p:grpSpPr>
        <p:sp>
          <p:nvSpPr>
            <p:cNvPr id="1740" name="Rectangle 1739">
              <a:extLst>
                <a:ext uri="{FF2B5EF4-FFF2-40B4-BE49-F238E27FC236}">
                  <a16:creationId xmlns:a16="http://schemas.microsoft.com/office/drawing/2014/main" id="{CB29350F-3C1F-502D-AE34-A2E9BE2E6109}"/>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41" name="Group 1740">
              <a:extLst>
                <a:ext uri="{FF2B5EF4-FFF2-40B4-BE49-F238E27FC236}">
                  <a16:creationId xmlns:a16="http://schemas.microsoft.com/office/drawing/2014/main" id="{983AE082-CD7A-EC07-9A76-F3CE7EB66BCA}"/>
                </a:ext>
              </a:extLst>
            </p:cNvPr>
            <p:cNvGrpSpPr/>
            <p:nvPr/>
          </p:nvGrpSpPr>
          <p:grpSpPr>
            <a:xfrm>
              <a:off x="3967162" y="4130677"/>
              <a:ext cx="2324893" cy="2055807"/>
              <a:chOff x="3967162" y="4130677"/>
              <a:chExt cx="2324893" cy="2055807"/>
            </a:xfrm>
          </p:grpSpPr>
          <p:sp>
            <p:nvSpPr>
              <p:cNvPr id="1922" name="Rectangle: Rounded Corners 1921">
                <a:extLst>
                  <a:ext uri="{FF2B5EF4-FFF2-40B4-BE49-F238E27FC236}">
                    <a16:creationId xmlns:a16="http://schemas.microsoft.com/office/drawing/2014/main" id="{D8066DB9-BF6B-307C-31D6-F4C70ECD41B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23" name="Group 1922">
                <a:extLst>
                  <a:ext uri="{FF2B5EF4-FFF2-40B4-BE49-F238E27FC236}">
                    <a16:creationId xmlns:a16="http://schemas.microsoft.com/office/drawing/2014/main" id="{8A2752A1-2D60-5E7E-5A07-C5CC065DD724}"/>
                  </a:ext>
                </a:extLst>
              </p:cNvPr>
              <p:cNvGrpSpPr/>
              <p:nvPr/>
            </p:nvGrpSpPr>
            <p:grpSpPr>
              <a:xfrm>
                <a:off x="3967162" y="4130677"/>
                <a:ext cx="2177954" cy="203200"/>
                <a:chOff x="4411662" y="1266827"/>
                <a:chExt cx="2177954" cy="203200"/>
              </a:xfrm>
              <a:solidFill>
                <a:schemeClr val="tx1"/>
              </a:solidFill>
            </p:grpSpPr>
            <p:sp>
              <p:nvSpPr>
                <p:cNvPr id="1933" name="Rectangle: Rounded Corners 1932">
                  <a:extLst>
                    <a:ext uri="{FF2B5EF4-FFF2-40B4-BE49-F238E27FC236}">
                      <a16:creationId xmlns:a16="http://schemas.microsoft.com/office/drawing/2014/main" id="{96A5F8BA-5142-13B3-87DE-CC354504472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4" name="Rectangle: Rounded Corners 1933">
                  <a:extLst>
                    <a:ext uri="{FF2B5EF4-FFF2-40B4-BE49-F238E27FC236}">
                      <a16:creationId xmlns:a16="http://schemas.microsoft.com/office/drawing/2014/main" id="{C66F8C57-CB8A-58C3-4646-32E596290F8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5" name="Rectangle: Rounded Corners 1934">
                  <a:extLst>
                    <a:ext uri="{FF2B5EF4-FFF2-40B4-BE49-F238E27FC236}">
                      <a16:creationId xmlns:a16="http://schemas.microsoft.com/office/drawing/2014/main" id="{80C9194C-228D-15D9-F7A2-CEF8D675B01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6" name="Rectangle: Rounded Corners 1935">
                  <a:extLst>
                    <a:ext uri="{FF2B5EF4-FFF2-40B4-BE49-F238E27FC236}">
                      <a16:creationId xmlns:a16="http://schemas.microsoft.com/office/drawing/2014/main" id="{97421F42-ED79-95F6-028F-E2D18B1D4CA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7" name="Rectangle: Rounded Corners 1936">
                  <a:extLst>
                    <a:ext uri="{FF2B5EF4-FFF2-40B4-BE49-F238E27FC236}">
                      <a16:creationId xmlns:a16="http://schemas.microsoft.com/office/drawing/2014/main" id="{DA0FCC3C-4D9B-A64D-D820-F1F68024456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8" name="Rectangle: Rounded Corners 1937">
                  <a:extLst>
                    <a:ext uri="{FF2B5EF4-FFF2-40B4-BE49-F238E27FC236}">
                      <a16:creationId xmlns:a16="http://schemas.microsoft.com/office/drawing/2014/main" id="{2B4AB3AC-1629-68F6-F813-8BAE99BD353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9" name="Rectangle: Rounded Corners 1938">
                  <a:extLst>
                    <a:ext uri="{FF2B5EF4-FFF2-40B4-BE49-F238E27FC236}">
                      <a16:creationId xmlns:a16="http://schemas.microsoft.com/office/drawing/2014/main" id="{5057107C-8F75-0617-96DF-1DEF1032DCC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0" name="Rectangle: Rounded Corners 1939">
                  <a:extLst>
                    <a:ext uri="{FF2B5EF4-FFF2-40B4-BE49-F238E27FC236}">
                      <a16:creationId xmlns:a16="http://schemas.microsoft.com/office/drawing/2014/main" id="{EF9F9EB8-287C-AF9D-9460-CCFAEE53F7B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24" name="Group 1923">
                <a:extLst>
                  <a:ext uri="{FF2B5EF4-FFF2-40B4-BE49-F238E27FC236}">
                    <a16:creationId xmlns:a16="http://schemas.microsoft.com/office/drawing/2014/main" id="{15606901-8E7D-6310-9841-F5479D790840}"/>
                  </a:ext>
                </a:extLst>
              </p:cNvPr>
              <p:cNvGrpSpPr/>
              <p:nvPr/>
            </p:nvGrpSpPr>
            <p:grpSpPr>
              <a:xfrm>
                <a:off x="3967163" y="5983284"/>
                <a:ext cx="2177954" cy="203200"/>
                <a:chOff x="4411662" y="1266827"/>
                <a:chExt cx="2177954" cy="203200"/>
              </a:xfrm>
              <a:solidFill>
                <a:schemeClr val="tx1"/>
              </a:solidFill>
            </p:grpSpPr>
            <p:sp>
              <p:nvSpPr>
                <p:cNvPr id="1925" name="Rectangle: Rounded Corners 1924">
                  <a:extLst>
                    <a:ext uri="{FF2B5EF4-FFF2-40B4-BE49-F238E27FC236}">
                      <a16:creationId xmlns:a16="http://schemas.microsoft.com/office/drawing/2014/main" id="{29C6FB2F-FAE3-4E6B-7786-F331DCA9F7E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6" name="Rectangle: Rounded Corners 1925">
                  <a:extLst>
                    <a:ext uri="{FF2B5EF4-FFF2-40B4-BE49-F238E27FC236}">
                      <a16:creationId xmlns:a16="http://schemas.microsoft.com/office/drawing/2014/main" id="{114304EE-7F39-7F7E-3CAD-D679784022F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7" name="Rectangle: Rounded Corners 1926">
                  <a:extLst>
                    <a:ext uri="{FF2B5EF4-FFF2-40B4-BE49-F238E27FC236}">
                      <a16:creationId xmlns:a16="http://schemas.microsoft.com/office/drawing/2014/main" id="{4B55D9D1-9C9B-4B68-C628-16C8B916988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8" name="Rectangle: Rounded Corners 1927">
                  <a:extLst>
                    <a:ext uri="{FF2B5EF4-FFF2-40B4-BE49-F238E27FC236}">
                      <a16:creationId xmlns:a16="http://schemas.microsoft.com/office/drawing/2014/main" id="{B6258411-C061-F9A0-9ECD-F08FBB1051F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9" name="Rectangle: Rounded Corners 1928">
                  <a:extLst>
                    <a:ext uri="{FF2B5EF4-FFF2-40B4-BE49-F238E27FC236}">
                      <a16:creationId xmlns:a16="http://schemas.microsoft.com/office/drawing/2014/main" id="{88EC9FFD-3B4D-1305-5117-4FC0AE8057B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0" name="Rectangle: Rounded Corners 1929">
                  <a:extLst>
                    <a:ext uri="{FF2B5EF4-FFF2-40B4-BE49-F238E27FC236}">
                      <a16:creationId xmlns:a16="http://schemas.microsoft.com/office/drawing/2014/main" id="{EC4939C8-034A-6227-C50B-3D526CB1780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1" name="Rectangle: Rounded Corners 1930">
                  <a:extLst>
                    <a:ext uri="{FF2B5EF4-FFF2-40B4-BE49-F238E27FC236}">
                      <a16:creationId xmlns:a16="http://schemas.microsoft.com/office/drawing/2014/main" id="{3FD0F0F9-1CF8-CBAD-DDEE-0FD00AE79E6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2" name="Rectangle: Rounded Corners 1931">
                  <a:extLst>
                    <a:ext uri="{FF2B5EF4-FFF2-40B4-BE49-F238E27FC236}">
                      <a16:creationId xmlns:a16="http://schemas.microsoft.com/office/drawing/2014/main" id="{60E008BB-0250-17ED-7974-661504EA634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2" name="Group 1741">
              <a:extLst>
                <a:ext uri="{FF2B5EF4-FFF2-40B4-BE49-F238E27FC236}">
                  <a16:creationId xmlns:a16="http://schemas.microsoft.com/office/drawing/2014/main" id="{31B7C4DF-CD29-CE56-5BDB-0E7F27A80174}"/>
                </a:ext>
              </a:extLst>
            </p:cNvPr>
            <p:cNvGrpSpPr/>
            <p:nvPr/>
          </p:nvGrpSpPr>
          <p:grpSpPr>
            <a:xfrm>
              <a:off x="6299799" y="4130677"/>
              <a:ext cx="2324893" cy="2055807"/>
              <a:chOff x="3967162" y="4130677"/>
              <a:chExt cx="2324893" cy="2055807"/>
            </a:xfrm>
          </p:grpSpPr>
          <p:sp>
            <p:nvSpPr>
              <p:cNvPr id="1903" name="Rectangle: Rounded Corners 1902">
                <a:extLst>
                  <a:ext uri="{FF2B5EF4-FFF2-40B4-BE49-F238E27FC236}">
                    <a16:creationId xmlns:a16="http://schemas.microsoft.com/office/drawing/2014/main" id="{B3D2EE76-E25C-08E0-C54E-F27CF1BF628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04" name="Group 1903">
                <a:extLst>
                  <a:ext uri="{FF2B5EF4-FFF2-40B4-BE49-F238E27FC236}">
                    <a16:creationId xmlns:a16="http://schemas.microsoft.com/office/drawing/2014/main" id="{5DE8808D-5567-311D-BD63-5EBFFB67BC89}"/>
                  </a:ext>
                </a:extLst>
              </p:cNvPr>
              <p:cNvGrpSpPr/>
              <p:nvPr/>
            </p:nvGrpSpPr>
            <p:grpSpPr>
              <a:xfrm>
                <a:off x="3967162" y="4130677"/>
                <a:ext cx="2177954" cy="203200"/>
                <a:chOff x="4411662" y="1266827"/>
                <a:chExt cx="2177954" cy="203200"/>
              </a:xfrm>
              <a:solidFill>
                <a:schemeClr val="tx1"/>
              </a:solidFill>
            </p:grpSpPr>
            <p:sp>
              <p:nvSpPr>
                <p:cNvPr id="1914" name="Rectangle: Rounded Corners 1913">
                  <a:extLst>
                    <a:ext uri="{FF2B5EF4-FFF2-40B4-BE49-F238E27FC236}">
                      <a16:creationId xmlns:a16="http://schemas.microsoft.com/office/drawing/2014/main" id="{3507D687-E762-17DB-1170-ECE83A02799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5" name="Rectangle: Rounded Corners 1914">
                  <a:extLst>
                    <a:ext uri="{FF2B5EF4-FFF2-40B4-BE49-F238E27FC236}">
                      <a16:creationId xmlns:a16="http://schemas.microsoft.com/office/drawing/2014/main" id="{A32F82EB-EA2A-DE66-61F0-7936FFF1FC1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6" name="Rectangle: Rounded Corners 1915">
                  <a:extLst>
                    <a:ext uri="{FF2B5EF4-FFF2-40B4-BE49-F238E27FC236}">
                      <a16:creationId xmlns:a16="http://schemas.microsoft.com/office/drawing/2014/main" id="{90D84287-9F6F-2326-A462-49BC79EF42D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7" name="Rectangle: Rounded Corners 1916">
                  <a:extLst>
                    <a:ext uri="{FF2B5EF4-FFF2-40B4-BE49-F238E27FC236}">
                      <a16:creationId xmlns:a16="http://schemas.microsoft.com/office/drawing/2014/main" id="{C12A404D-FA2B-1574-6B7A-7B547F8C0D4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8" name="Rectangle: Rounded Corners 1917">
                  <a:extLst>
                    <a:ext uri="{FF2B5EF4-FFF2-40B4-BE49-F238E27FC236}">
                      <a16:creationId xmlns:a16="http://schemas.microsoft.com/office/drawing/2014/main" id="{AED0BB04-8301-7509-5A41-27E0C03C634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9" name="Rectangle: Rounded Corners 1918">
                  <a:extLst>
                    <a:ext uri="{FF2B5EF4-FFF2-40B4-BE49-F238E27FC236}">
                      <a16:creationId xmlns:a16="http://schemas.microsoft.com/office/drawing/2014/main" id="{EF6FD8B0-D53F-84E4-EEFF-8983A2A7208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0" name="Rectangle: Rounded Corners 1919">
                  <a:extLst>
                    <a:ext uri="{FF2B5EF4-FFF2-40B4-BE49-F238E27FC236}">
                      <a16:creationId xmlns:a16="http://schemas.microsoft.com/office/drawing/2014/main" id="{95788D01-B791-E0A6-2364-8C437B0DBDE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1" name="Rectangle: Rounded Corners 1920">
                  <a:extLst>
                    <a:ext uri="{FF2B5EF4-FFF2-40B4-BE49-F238E27FC236}">
                      <a16:creationId xmlns:a16="http://schemas.microsoft.com/office/drawing/2014/main" id="{2F28CE58-12F7-E53B-E89B-BBBDF9EDC83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05" name="Group 1904">
                <a:extLst>
                  <a:ext uri="{FF2B5EF4-FFF2-40B4-BE49-F238E27FC236}">
                    <a16:creationId xmlns:a16="http://schemas.microsoft.com/office/drawing/2014/main" id="{BC303492-D3CD-1C0F-F37E-40173F1D00DA}"/>
                  </a:ext>
                </a:extLst>
              </p:cNvPr>
              <p:cNvGrpSpPr/>
              <p:nvPr/>
            </p:nvGrpSpPr>
            <p:grpSpPr>
              <a:xfrm>
                <a:off x="3967163" y="5983284"/>
                <a:ext cx="2177954" cy="203200"/>
                <a:chOff x="4411662" y="1266827"/>
                <a:chExt cx="2177954" cy="203200"/>
              </a:xfrm>
              <a:solidFill>
                <a:schemeClr val="tx1"/>
              </a:solidFill>
            </p:grpSpPr>
            <p:sp>
              <p:nvSpPr>
                <p:cNvPr id="1906" name="Rectangle: Rounded Corners 1905">
                  <a:extLst>
                    <a:ext uri="{FF2B5EF4-FFF2-40B4-BE49-F238E27FC236}">
                      <a16:creationId xmlns:a16="http://schemas.microsoft.com/office/drawing/2014/main" id="{4636C7DC-313D-4101-A8F5-F84A266B0F2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7" name="Rectangle: Rounded Corners 1906">
                  <a:extLst>
                    <a:ext uri="{FF2B5EF4-FFF2-40B4-BE49-F238E27FC236}">
                      <a16:creationId xmlns:a16="http://schemas.microsoft.com/office/drawing/2014/main" id="{219819EB-F898-530A-CB51-F7C28CDDA94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8" name="Rectangle: Rounded Corners 1907">
                  <a:extLst>
                    <a:ext uri="{FF2B5EF4-FFF2-40B4-BE49-F238E27FC236}">
                      <a16:creationId xmlns:a16="http://schemas.microsoft.com/office/drawing/2014/main" id="{F6C2946D-BCC3-F380-DA9B-72FDAB89A47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9" name="Rectangle: Rounded Corners 1908">
                  <a:extLst>
                    <a:ext uri="{FF2B5EF4-FFF2-40B4-BE49-F238E27FC236}">
                      <a16:creationId xmlns:a16="http://schemas.microsoft.com/office/drawing/2014/main" id="{5A508F54-D5C2-544A-8279-AB260E59E77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0" name="Rectangle: Rounded Corners 1909">
                  <a:extLst>
                    <a:ext uri="{FF2B5EF4-FFF2-40B4-BE49-F238E27FC236}">
                      <a16:creationId xmlns:a16="http://schemas.microsoft.com/office/drawing/2014/main" id="{2757529A-8A30-E50F-B1D8-755F0C807D3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1" name="Rectangle: Rounded Corners 1910">
                  <a:extLst>
                    <a:ext uri="{FF2B5EF4-FFF2-40B4-BE49-F238E27FC236}">
                      <a16:creationId xmlns:a16="http://schemas.microsoft.com/office/drawing/2014/main" id="{25037A29-DDE4-6933-75C9-5126B6DF62F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2" name="Rectangle: Rounded Corners 1911">
                  <a:extLst>
                    <a:ext uri="{FF2B5EF4-FFF2-40B4-BE49-F238E27FC236}">
                      <a16:creationId xmlns:a16="http://schemas.microsoft.com/office/drawing/2014/main" id="{2FE08B7E-FFF8-FFA4-5AEB-151CD0066E7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3" name="Rectangle: Rounded Corners 1912">
                  <a:extLst>
                    <a:ext uri="{FF2B5EF4-FFF2-40B4-BE49-F238E27FC236}">
                      <a16:creationId xmlns:a16="http://schemas.microsoft.com/office/drawing/2014/main" id="{4BFADBE4-E192-3280-A917-6741CF63C2D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3" name="Group 1742">
              <a:extLst>
                <a:ext uri="{FF2B5EF4-FFF2-40B4-BE49-F238E27FC236}">
                  <a16:creationId xmlns:a16="http://schemas.microsoft.com/office/drawing/2014/main" id="{770D4196-27E0-409A-4919-539840A2B66F}"/>
                </a:ext>
              </a:extLst>
            </p:cNvPr>
            <p:cNvGrpSpPr/>
            <p:nvPr/>
          </p:nvGrpSpPr>
          <p:grpSpPr>
            <a:xfrm>
              <a:off x="8632436" y="4130677"/>
              <a:ext cx="2324893" cy="2055807"/>
              <a:chOff x="3967162" y="4130677"/>
              <a:chExt cx="2324893" cy="2055807"/>
            </a:xfrm>
          </p:grpSpPr>
          <p:sp>
            <p:nvSpPr>
              <p:cNvPr id="1884" name="Rectangle: Rounded Corners 1883">
                <a:extLst>
                  <a:ext uri="{FF2B5EF4-FFF2-40B4-BE49-F238E27FC236}">
                    <a16:creationId xmlns:a16="http://schemas.microsoft.com/office/drawing/2014/main" id="{7137111D-3C21-9EE2-6D60-FD5B2EE6910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85" name="Group 1884">
                <a:extLst>
                  <a:ext uri="{FF2B5EF4-FFF2-40B4-BE49-F238E27FC236}">
                    <a16:creationId xmlns:a16="http://schemas.microsoft.com/office/drawing/2014/main" id="{B83D2F90-A94E-AFA5-B1D6-7BBA32F45E59}"/>
                  </a:ext>
                </a:extLst>
              </p:cNvPr>
              <p:cNvGrpSpPr/>
              <p:nvPr/>
            </p:nvGrpSpPr>
            <p:grpSpPr>
              <a:xfrm>
                <a:off x="3967162" y="4130677"/>
                <a:ext cx="2177954" cy="203200"/>
                <a:chOff x="4411662" y="1266827"/>
                <a:chExt cx="2177954" cy="203200"/>
              </a:xfrm>
              <a:solidFill>
                <a:schemeClr val="tx1"/>
              </a:solidFill>
            </p:grpSpPr>
            <p:sp>
              <p:nvSpPr>
                <p:cNvPr id="1895" name="Rectangle: Rounded Corners 1894">
                  <a:extLst>
                    <a:ext uri="{FF2B5EF4-FFF2-40B4-BE49-F238E27FC236}">
                      <a16:creationId xmlns:a16="http://schemas.microsoft.com/office/drawing/2014/main" id="{70DE62FD-AEDB-992A-912E-996C3236975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6" name="Rectangle: Rounded Corners 1895">
                  <a:extLst>
                    <a:ext uri="{FF2B5EF4-FFF2-40B4-BE49-F238E27FC236}">
                      <a16:creationId xmlns:a16="http://schemas.microsoft.com/office/drawing/2014/main" id="{9F4548F6-9C33-98F3-F421-F92BB01A564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7" name="Rectangle: Rounded Corners 1896">
                  <a:extLst>
                    <a:ext uri="{FF2B5EF4-FFF2-40B4-BE49-F238E27FC236}">
                      <a16:creationId xmlns:a16="http://schemas.microsoft.com/office/drawing/2014/main" id="{87D4E682-A444-240E-54F8-A01C55829FF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8" name="Rectangle: Rounded Corners 1897">
                  <a:extLst>
                    <a:ext uri="{FF2B5EF4-FFF2-40B4-BE49-F238E27FC236}">
                      <a16:creationId xmlns:a16="http://schemas.microsoft.com/office/drawing/2014/main" id="{8F0E32C6-4ED9-4FE5-AE32-C34F28C0BCB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9" name="Rectangle: Rounded Corners 1898">
                  <a:extLst>
                    <a:ext uri="{FF2B5EF4-FFF2-40B4-BE49-F238E27FC236}">
                      <a16:creationId xmlns:a16="http://schemas.microsoft.com/office/drawing/2014/main" id="{01008E2F-12F7-EEA0-5001-0D605CF5166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0" name="Rectangle: Rounded Corners 1899">
                  <a:extLst>
                    <a:ext uri="{FF2B5EF4-FFF2-40B4-BE49-F238E27FC236}">
                      <a16:creationId xmlns:a16="http://schemas.microsoft.com/office/drawing/2014/main" id="{D239827B-B36E-86D3-9229-3C0EC5D0FA0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1" name="Rectangle: Rounded Corners 1900">
                  <a:extLst>
                    <a:ext uri="{FF2B5EF4-FFF2-40B4-BE49-F238E27FC236}">
                      <a16:creationId xmlns:a16="http://schemas.microsoft.com/office/drawing/2014/main" id="{3D4E5E68-AA74-B591-3C10-19AE2EAF8E5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2" name="Rectangle: Rounded Corners 1901">
                  <a:extLst>
                    <a:ext uri="{FF2B5EF4-FFF2-40B4-BE49-F238E27FC236}">
                      <a16:creationId xmlns:a16="http://schemas.microsoft.com/office/drawing/2014/main" id="{20E8EC4C-902B-FDB7-47E3-2C4B2B851CB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86" name="Group 1885">
                <a:extLst>
                  <a:ext uri="{FF2B5EF4-FFF2-40B4-BE49-F238E27FC236}">
                    <a16:creationId xmlns:a16="http://schemas.microsoft.com/office/drawing/2014/main" id="{AF9C3DE6-51FA-A492-9D23-8571D612383D}"/>
                  </a:ext>
                </a:extLst>
              </p:cNvPr>
              <p:cNvGrpSpPr/>
              <p:nvPr/>
            </p:nvGrpSpPr>
            <p:grpSpPr>
              <a:xfrm>
                <a:off x="3967163" y="5983284"/>
                <a:ext cx="2177954" cy="203200"/>
                <a:chOff x="4411662" y="1266827"/>
                <a:chExt cx="2177954" cy="203200"/>
              </a:xfrm>
              <a:solidFill>
                <a:schemeClr val="tx1"/>
              </a:solidFill>
            </p:grpSpPr>
            <p:sp>
              <p:nvSpPr>
                <p:cNvPr id="1887" name="Rectangle: Rounded Corners 1886">
                  <a:extLst>
                    <a:ext uri="{FF2B5EF4-FFF2-40B4-BE49-F238E27FC236}">
                      <a16:creationId xmlns:a16="http://schemas.microsoft.com/office/drawing/2014/main" id="{3DE69B17-CE58-71FB-141E-AE04D76C106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8" name="Rectangle: Rounded Corners 1887">
                  <a:extLst>
                    <a:ext uri="{FF2B5EF4-FFF2-40B4-BE49-F238E27FC236}">
                      <a16:creationId xmlns:a16="http://schemas.microsoft.com/office/drawing/2014/main" id="{FECA30B5-C595-5BA1-A2F3-C83E684A444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9" name="Rectangle: Rounded Corners 1888">
                  <a:extLst>
                    <a:ext uri="{FF2B5EF4-FFF2-40B4-BE49-F238E27FC236}">
                      <a16:creationId xmlns:a16="http://schemas.microsoft.com/office/drawing/2014/main" id="{5FE53B67-78C8-0E1D-64AB-11DF98D0C60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0" name="Rectangle: Rounded Corners 1889">
                  <a:extLst>
                    <a:ext uri="{FF2B5EF4-FFF2-40B4-BE49-F238E27FC236}">
                      <a16:creationId xmlns:a16="http://schemas.microsoft.com/office/drawing/2014/main" id="{DF821ED3-7BF7-BC62-CC7F-E0D02777628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1" name="Rectangle: Rounded Corners 1890">
                  <a:extLst>
                    <a:ext uri="{FF2B5EF4-FFF2-40B4-BE49-F238E27FC236}">
                      <a16:creationId xmlns:a16="http://schemas.microsoft.com/office/drawing/2014/main" id="{4DC0998B-D679-A56D-6FB6-DF9E1C416A5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2" name="Rectangle: Rounded Corners 1891">
                  <a:extLst>
                    <a:ext uri="{FF2B5EF4-FFF2-40B4-BE49-F238E27FC236}">
                      <a16:creationId xmlns:a16="http://schemas.microsoft.com/office/drawing/2014/main" id="{D9A10971-30AD-CEA5-53CA-37B7DC19456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3" name="Rectangle: Rounded Corners 1892">
                  <a:extLst>
                    <a:ext uri="{FF2B5EF4-FFF2-40B4-BE49-F238E27FC236}">
                      <a16:creationId xmlns:a16="http://schemas.microsoft.com/office/drawing/2014/main" id="{4A42773A-37F9-C7E1-BCE6-C10FB2292F0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4" name="Rectangle: Rounded Corners 1893">
                  <a:extLst>
                    <a:ext uri="{FF2B5EF4-FFF2-40B4-BE49-F238E27FC236}">
                      <a16:creationId xmlns:a16="http://schemas.microsoft.com/office/drawing/2014/main" id="{0645D2B5-A740-1B6C-F553-0946377621E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4" name="Group 1743">
              <a:extLst>
                <a:ext uri="{FF2B5EF4-FFF2-40B4-BE49-F238E27FC236}">
                  <a16:creationId xmlns:a16="http://schemas.microsoft.com/office/drawing/2014/main" id="{727EB7F2-017A-0746-8CA1-E83EA3065289}"/>
                </a:ext>
              </a:extLst>
            </p:cNvPr>
            <p:cNvGrpSpPr/>
            <p:nvPr/>
          </p:nvGrpSpPr>
          <p:grpSpPr>
            <a:xfrm>
              <a:off x="10965073" y="4130677"/>
              <a:ext cx="2324893" cy="2055807"/>
              <a:chOff x="3967162" y="4130677"/>
              <a:chExt cx="2324893" cy="2055807"/>
            </a:xfrm>
          </p:grpSpPr>
          <p:sp>
            <p:nvSpPr>
              <p:cNvPr id="1865" name="Rectangle: Rounded Corners 1864">
                <a:extLst>
                  <a:ext uri="{FF2B5EF4-FFF2-40B4-BE49-F238E27FC236}">
                    <a16:creationId xmlns:a16="http://schemas.microsoft.com/office/drawing/2014/main" id="{EC2AAC2C-0308-AFB2-FF83-10DB7B2B2C5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66" name="Group 1865">
                <a:extLst>
                  <a:ext uri="{FF2B5EF4-FFF2-40B4-BE49-F238E27FC236}">
                    <a16:creationId xmlns:a16="http://schemas.microsoft.com/office/drawing/2014/main" id="{056E3976-2566-8E74-258D-BBD31D2F1848}"/>
                  </a:ext>
                </a:extLst>
              </p:cNvPr>
              <p:cNvGrpSpPr/>
              <p:nvPr/>
            </p:nvGrpSpPr>
            <p:grpSpPr>
              <a:xfrm>
                <a:off x="3967162" y="4130677"/>
                <a:ext cx="2177954" cy="203200"/>
                <a:chOff x="4411662" y="1266827"/>
                <a:chExt cx="2177954" cy="203200"/>
              </a:xfrm>
              <a:solidFill>
                <a:schemeClr val="tx1"/>
              </a:solidFill>
            </p:grpSpPr>
            <p:sp>
              <p:nvSpPr>
                <p:cNvPr id="1876" name="Rectangle: Rounded Corners 1875">
                  <a:extLst>
                    <a:ext uri="{FF2B5EF4-FFF2-40B4-BE49-F238E27FC236}">
                      <a16:creationId xmlns:a16="http://schemas.microsoft.com/office/drawing/2014/main" id="{007B127E-F618-1DAF-8A25-07EB0DE4A0F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7" name="Rectangle: Rounded Corners 1876">
                  <a:extLst>
                    <a:ext uri="{FF2B5EF4-FFF2-40B4-BE49-F238E27FC236}">
                      <a16:creationId xmlns:a16="http://schemas.microsoft.com/office/drawing/2014/main" id="{A4C85A89-6E1C-915E-637D-D6CD5E84C63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8" name="Rectangle: Rounded Corners 1877">
                  <a:extLst>
                    <a:ext uri="{FF2B5EF4-FFF2-40B4-BE49-F238E27FC236}">
                      <a16:creationId xmlns:a16="http://schemas.microsoft.com/office/drawing/2014/main" id="{A273DDFF-91AC-8C2C-F480-625D241E869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9" name="Rectangle: Rounded Corners 1878">
                  <a:extLst>
                    <a:ext uri="{FF2B5EF4-FFF2-40B4-BE49-F238E27FC236}">
                      <a16:creationId xmlns:a16="http://schemas.microsoft.com/office/drawing/2014/main" id="{5084CE7A-92F0-E90E-FE05-078D5C0EC82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0" name="Rectangle: Rounded Corners 1879">
                  <a:extLst>
                    <a:ext uri="{FF2B5EF4-FFF2-40B4-BE49-F238E27FC236}">
                      <a16:creationId xmlns:a16="http://schemas.microsoft.com/office/drawing/2014/main" id="{0EC24ECF-373B-9160-7DD2-EDF0541EB44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1" name="Rectangle: Rounded Corners 1880">
                  <a:extLst>
                    <a:ext uri="{FF2B5EF4-FFF2-40B4-BE49-F238E27FC236}">
                      <a16:creationId xmlns:a16="http://schemas.microsoft.com/office/drawing/2014/main" id="{544A173E-5D6C-459E-FE4F-E819DB546B7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2" name="Rectangle: Rounded Corners 1881">
                  <a:extLst>
                    <a:ext uri="{FF2B5EF4-FFF2-40B4-BE49-F238E27FC236}">
                      <a16:creationId xmlns:a16="http://schemas.microsoft.com/office/drawing/2014/main" id="{3FF9A0C0-56C5-3B70-E438-7088F19764F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3" name="Rectangle: Rounded Corners 1882">
                  <a:extLst>
                    <a:ext uri="{FF2B5EF4-FFF2-40B4-BE49-F238E27FC236}">
                      <a16:creationId xmlns:a16="http://schemas.microsoft.com/office/drawing/2014/main" id="{479BE84C-2053-ABF2-C014-A9D5167EBD7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67" name="Group 1866">
                <a:extLst>
                  <a:ext uri="{FF2B5EF4-FFF2-40B4-BE49-F238E27FC236}">
                    <a16:creationId xmlns:a16="http://schemas.microsoft.com/office/drawing/2014/main" id="{99D13E0D-29F2-A3C6-365D-AB56009B2169}"/>
                  </a:ext>
                </a:extLst>
              </p:cNvPr>
              <p:cNvGrpSpPr/>
              <p:nvPr/>
            </p:nvGrpSpPr>
            <p:grpSpPr>
              <a:xfrm>
                <a:off x="3967163" y="5983284"/>
                <a:ext cx="2177954" cy="203200"/>
                <a:chOff x="4411662" y="1266827"/>
                <a:chExt cx="2177954" cy="203200"/>
              </a:xfrm>
              <a:solidFill>
                <a:schemeClr val="tx1"/>
              </a:solidFill>
            </p:grpSpPr>
            <p:sp>
              <p:nvSpPr>
                <p:cNvPr id="1868" name="Rectangle: Rounded Corners 1867">
                  <a:extLst>
                    <a:ext uri="{FF2B5EF4-FFF2-40B4-BE49-F238E27FC236}">
                      <a16:creationId xmlns:a16="http://schemas.microsoft.com/office/drawing/2014/main" id="{B5496C85-D3B8-1EB0-1EA2-CB29F83DC70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9" name="Rectangle: Rounded Corners 1868">
                  <a:extLst>
                    <a:ext uri="{FF2B5EF4-FFF2-40B4-BE49-F238E27FC236}">
                      <a16:creationId xmlns:a16="http://schemas.microsoft.com/office/drawing/2014/main" id="{A0FB6A23-784B-ADB1-5335-050EE8118C2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0" name="Rectangle: Rounded Corners 1869">
                  <a:extLst>
                    <a:ext uri="{FF2B5EF4-FFF2-40B4-BE49-F238E27FC236}">
                      <a16:creationId xmlns:a16="http://schemas.microsoft.com/office/drawing/2014/main" id="{05E8C1AE-5FBC-FD20-A150-8EA7423ED20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1" name="Rectangle: Rounded Corners 1870">
                  <a:extLst>
                    <a:ext uri="{FF2B5EF4-FFF2-40B4-BE49-F238E27FC236}">
                      <a16:creationId xmlns:a16="http://schemas.microsoft.com/office/drawing/2014/main" id="{7EAAECC4-0FF8-ABE7-7FFB-E32A19308E2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2" name="Rectangle: Rounded Corners 1871">
                  <a:extLst>
                    <a:ext uri="{FF2B5EF4-FFF2-40B4-BE49-F238E27FC236}">
                      <a16:creationId xmlns:a16="http://schemas.microsoft.com/office/drawing/2014/main" id="{4607C70F-8CCC-B5FE-68D6-1B6D90D28C2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3" name="Rectangle: Rounded Corners 1872">
                  <a:extLst>
                    <a:ext uri="{FF2B5EF4-FFF2-40B4-BE49-F238E27FC236}">
                      <a16:creationId xmlns:a16="http://schemas.microsoft.com/office/drawing/2014/main" id="{66396C46-82A4-4EE9-C9C3-BC756129DE3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4" name="Rectangle: Rounded Corners 1873">
                  <a:extLst>
                    <a:ext uri="{FF2B5EF4-FFF2-40B4-BE49-F238E27FC236}">
                      <a16:creationId xmlns:a16="http://schemas.microsoft.com/office/drawing/2014/main" id="{E7E84EB7-1DD5-7375-42ED-DD0A74459D0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5" name="Rectangle: Rounded Corners 1874">
                  <a:extLst>
                    <a:ext uri="{FF2B5EF4-FFF2-40B4-BE49-F238E27FC236}">
                      <a16:creationId xmlns:a16="http://schemas.microsoft.com/office/drawing/2014/main" id="{88283490-4DA0-96F5-B1C4-51EA5B321CD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5" name="Group 1744">
              <a:extLst>
                <a:ext uri="{FF2B5EF4-FFF2-40B4-BE49-F238E27FC236}">
                  <a16:creationId xmlns:a16="http://schemas.microsoft.com/office/drawing/2014/main" id="{6BA0BA1D-BC9B-B7D3-3FA7-909E1421EB8E}"/>
                </a:ext>
              </a:extLst>
            </p:cNvPr>
            <p:cNvGrpSpPr/>
            <p:nvPr/>
          </p:nvGrpSpPr>
          <p:grpSpPr>
            <a:xfrm>
              <a:off x="13297710" y="4130677"/>
              <a:ext cx="2324893" cy="2055807"/>
              <a:chOff x="3967162" y="4130677"/>
              <a:chExt cx="2324893" cy="2055807"/>
            </a:xfrm>
          </p:grpSpPr>
          <p:sp>
            <p:nvSpPr>
              <p:cNvPr id="1846" name="Rectangle: Rounded Corners 1845">
                <a:extLst>
                  <a:ext uri="{FF2B5EF4-FFF2-40B4-BE49-F238E27FC236}">
                    <a16:creationId xmlns:a16="http://schemas.microsoft.com/office/drawing/2014/main" id="{3864F656-5BDC-5E27-0B6F-F671A10EA8BE}"/>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47" name="Group 1846">
                <a:extLst>
                  <a:ext uri="{FF2B5EF4-FFF2-40B4-BE49-F238E27FC236}">
                    <a16:creationId xmlns:a16="http://schemas.microsoft.com/office/drawing/2014/main" id="{4E159941-2980-82C4-73D6-12DAA76733C9}"/>
                  </a:ext>
                </a:extLst>
              </p:cNvPr>
              <p:cNvGrpSpPr/>
              <p:nvPr/>
            </p:nvGrpSpPr>
            <p:grpSpPr>
              <a:xfrm>
                <a:off x="3967162" y="4130677"/>
                <a:ext cx="2177954" cy="203200"/>
                <a:chOff x="4411662" y="1266827"/>
                <a:chExt cx="2177954" cy="203200"/>
              </a:xfrm>
              <a:solidFill>
                <a:schemeClr val="tx1"/>
              </a:solidFill>
            </p:grpSpPr>
            <p:sp>
              <p:nvSpPr>
                <p:cNvPr id="1857" name="Rectangle: Rounded Corners 1856">
                  <a:extLst>
                    <a:ext uri="{FF2B5EF4-FFF2-40B4-BE49-F238E27FC236}">
                      <a16:creationId xmlns:a16="http://schemas.microsoft.com/office/drawing/2014/main" id="{5D2569F2-FBAF-3AC4-E98E-C8749E984F2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8" name="Rectangle: Rounded Corners 1857">
                  <a:extLst>
                    <a:ext uri="{FF2B5EF4-FFF2-40B4-BE49-F238E27FC236}">
                      <a16:creationId xmlns:a16="http://schemas.microsoft.com/office/drawing/2014/main" id="{5A345DB4-B7AD-224C-D472-21792BF266A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9" name="Rectangle: Rounded Corners 1858">
                  <a:extLst>
                    <a:ext uri="{FF2B5EF4-FFF2-40B4-BE49-F238E27FC236}">
                      <a16:creationId xmlns:a16="http://schemas.microsoft.com/office/drawing/2014/main" id="{75F3CB94-EA94-CB3D-0507-A37D9CD4A6B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0" name="Rectangle: Rounded Corners 1859">
                  <a:extLst>
                    <a:ext uri="{FF2B5EF4-FFF2-40B4-BE49-F238E27FC236}">
                      <a16:creationId xmlns:a16="http://schemas.microsoft.com/office/drawing/2014/main" id="{C4DAE969-2CDA-29E1-E583-B2038B73E59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1" name="Rectangle: Rounded Corners 1860">
                  <a:extLst>
                    <a:ext uri="{FF2B5EF4-FFF2-40B4-BE49-F238E27FC236}">
                      <a16:creationId xmlns:a16="http://schemas.microsoft.com/office/drawing/2014/main" id="{560EF945-7FC9-7BBF-7F4D-437F1736961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2" name="Rectangle: Rounded Corners 1861">
                  <a:extLst>
                    <a:ext uri="{FF2B5EF4-FFF2-40B4-BE49-F238E27FC236}">
                      <a16:creationId xmlns:a16="http://schemas.microsoft.com/office/drawing/2014/main" id="{41D24097-6F1C-667A-FDE5-EA0B3B0B802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3" name="Rectangle: Rounded Corners 1862">
                  <a:extLst>
                    <a:ext uri="{FF2B5EF4-FFF2-40B4-BE49-F238E27FC236}">
                      <a16:creationId xmlns:a16="http://schemas.microsoft.com/office/drawing/2014/main" id="{2A256F47-2A9E-D9DE-9881-A58DD42A9B4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64" name="Rectangle: Rounded Corners 1863">
                  <a:extLst>
                    <a:ext uri="{FF2B5EF4-FFF2-40B4-BE49-F238E27FC236}">
                      <a16:creationId xmlns:a16="http://schemas.microsoft.com/office/drawing/2014/main" id="{F02A1F50-9F40-44F0-15EF-31A27FEBAFA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48" name="Group 1847">
                <a:extLst>
                  <a:ext uri="{FF2B5EF4-FFF2-40B4-BE49-F238E27FC236}">
                    <a16:creationId xmlns:a16="http://schemas.microsoft.com/office/drawing/2014/main" id="{4BBFA183-F59B-F858-4433-F873798BA7C1}"/>
                  </a:ext>
                </a:extLst>
              </p:cNvPr>
              <p:cNvGrpSpPr/>
              <p:nvPr/>
            </p:nvGrpSpPr>
            <p:grpSpPr>
              <a:xfrm>
                <a:off x="3967163" y="5983284"/>
                <a:ext cx="2177954" cy="203200"/>
                <a:chOff x="4411662" y="1266827"/>
                <a:chExt cx="2177954" cy="203200"/>
              </a:xfrm>
              <a:solidFill>
                <a:schemeClr val="tx1"/>
              </a:solidFill>
            </p:grpSpPr>
            <p:sp>
              <p:nvSpPr>
                <p:cNvPr id="1849" name="Rectangle: Rounded Corners 1848">
                  <a:extLst>
                    <a:ext uri="{FF2B5EF4-FFF2-40B4-BE49-F238E27FC236}">
                      <a16:creationId xmlns:a16="http://schemas.microsoft.com/office/drawing/2014/main" id="{51C24299-E6E8-8AAA-E89B-A407787B53B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0" name="Rectangle: Rounded Corners 1849">
                  <a:extLst>
                    <a:ext uri="{FF2B5EF4-FFF2-40B4-BE49-F238E27FC236}">
                      <a16:creationId xmlns:a16="http://schemas.microsoft.com/office/drawing/2014/main" id="{45104D34-BD25-B5D4-1DAB-D94774FA3F2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1" name="Rectangle: Rounded Corners 1850">
                  <a:extLst>
                    <a:ext uri="{FF2B5EF4-FFF2-40B4-BE49-F238E27FC236}">
                      <a16:creationId xmlns:a16="http://schemas.microsoft.com/office/drawing/2014/main" id="{FFA7DCD0-0488-617A-195F-BBB0E72B7C9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2" name="Rectangle: Rounded Corners 1851">
                  <a:extLst>
                    <a:ext uri="{FF2B5EF4-FFF2-40B4-BE49-F238E27FC236}">
                      <a16:creationId xmlns:a16="http://schemas.microsoft.com/office/drawing/2014/main" id="{B10B062A-DA20-F123-F315-5503B2B6BA6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3" name="Rectangle: Rounded Corners 1852">
                  <a:extLst>
                    <a:ext uri="{FF2B5EF4-FFF2-40B4-BE49-F238E27FC236}">
                      <a16:creationId xmlns:a16="http://schemas.microsoft.com/office/drawing/2014/main" id="{0724948C-F315-7EB6-48F1-4D9BF9DAE84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4" name="Rectangle: Rounded Corners 1853">
                  <a:extLst>
                    <a:ext uri="{FF2B5EF4-FFF2-40B4-BE49-F238E27FC236}">
                      <a16:creationId xmlns:a16="http://schemas.microsoft.com/office/drawing/2014/main" id="{DB8114B3-1882-EEC2-DF9B-E4736FCCB47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5" name="Rectangle: Rounded Corners 1854">
                  <a:extLst>
                    <a:ext uri="{FF2B5EF4-FFF2-40B4-BE49-F238E27FC236}">
                      <a16:creationId xmlns:a16="http://schemas.microsoft.com/office/drawing/2014/main" id="{AD3FDD28-B789-B9C8-B84D-418AA3DBE6F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6" name="Rectangle: Rounded Corners 1855">
                  <a:extLst>
                    <a:ext uri="{FF2B5EF4-FFF2-40B4-BE49-F238E27FC236}">
                      <a16:creationId xmlns:a16="http://schemas.microsoft.com/office/drawing/2014/main" id="{45A4CF2D-C619-ED48-30A4-34BA817BA31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6" name="Group 1745">
              <a:extLst>
                <a:ext uri="{FF2B5EF4-FFF2-40B4-BE49-F238E27FC236}">
                  <a16:creationId xmlns:a16="http://schemas.microsoft.com/office/drawing/2014/main" id="{16E7311D-3F52-0967-40D3-8C3CF0601559}"/>
                </a:ext>
              </a:extLst>
            </p:cNvPr>
            <p:cNvGrpSpPr/>
            <p:nvPr/>
          </p:nvGrpSpPr>
          <p:grpSpPr>
            <a:xfrm>
              <a:off x="15630347" y="4130677"/>
              <a:ext cx="2324893" cy="2055807"/>
              <a:chOff x="3967162" y="4130677"/>
              <a:chExt cx="2324893" cy="2055807"/>
            </a:xfrm>
          </p:grpSpPr>
          <p:sp>
            <p:nvSpPr>
              <p:cNvPr id="1827" name="Rectangle: Rounded Corners 1826">
                <a:extLst>
                  <a:ext uri="{FF2B5EF4-FFF2-40B4-BE49-F238E27FC236}">
                    <a16:creationId xmlns:a16="http://schemas.microsoft.com/office/drawing/2014/main" id="{71DB787D-9DFE-F59A-7E27-414AE2B791E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28" name="Group 1827">
                <a:extLst>
                  <a:ext uri="{FF2B5EF4-FFF2-40B4-BE49-F238E27FC236}">
                    <a16:creationId xmlns:a16="http://schemas.microsoft.com/office/drawing/2014/main" id="{BF75C20F-5C82-1505-E429-00D2BDF18FEA}"/>
                  </a:ext>
                </a:extLst>
              </p:cNvPr>
              <p:cNvGrpSpPr/>
              <p:nvPr/>
            </p:nvGrpSpPr>
            <p:grpSpPr>
              <a:xfrm>
                <a:off x="3967162" y="4130677"/>
                <a:ext cx="2177954" cy="203200"/>
                <a:chOff x="4411662" y="1266827"/>
                <a:chExt cx="2177954" cy="203200"/>
              </a:xfrm>
              <a:solidFill>
                <a:schemeClr val="tx1"/>
              </a:solidFill>
            </p:grpSpPr>
            <p:sp>
              <p:nvSpPr>
                <p:cNvPr id="1838" name="Rectangle: Rounded Corners 1837">
                  <a:extLst>
                    <a:ext uri="{FF2B5EF4-FFF2-40B4-BE49-F238E27FC236}">
                      <a16:creationId xmlns:a16="http://schemas.microsoft.com/office/drawing/2014/main" id="{2E0F6273-74C1-CDD7-7822-A0F52C126D5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9" name="Rectangle: Rounded Corners 1838">
                  <a:extLst>
                    <a:ext uri="{FF2B5EF4-FFF2-40B4-BE49-F238E27FC236}">
                      <a16:creationId xmlns:a16="http://schemas.microsoft.com/office/drawing/2014/main" id="{FB53356F-D98F-1137-A122-D4869E1D6B8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0" name="Rectangle: Rounded Corners 1839">
                  <a:extLst>
                    <a:ext uri="{FF2B5EF4-FFF2-40B4-BE49-F238E27FC236}">
                      <a16:creationId xmlns:a16="http://schemas.microsoft.com/office/drawing/2014/main" id="{D1B0C296-DD68-7482-BF75-CCA8AB2EB3F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1" name="Rectangle: Rounded Corners 1840">
                  <a:extLst>
                    <a:ext uri="{FF2B5EF4-FFF2-40B4-BE49-F238E27FC236}">
                      <a16:creationId xmlns:a16="http://schemas.microsoft.com/office/drawing/2014/main" id="{EC092C15-E490-DFDC-69EE-7AB9A9C567C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2" name="Rectangle: Rounded Corners 1841">
                  <a:extLst>
                    <a:ext uri="{FF2B5EF4-FFF2-40B4-BE49-F238E27FC236}">
                      <a16:creationId xmlns:a16="http://schemas.microsoft.com/office/drawing/2014/main" id="{A963B03A-BEFB-6408-CCE1-A57BC540364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3" name="Rectangle: Rounded Corners 1842">
                  <a:extLst>
                    <a:ext uri="{FF2B5EF4-FFF2-40B4-BE49-F238E27FC236}">
                      <a16:creationId xmlns:a16="http://schemas.microsoft.com/office/drawing/2014/main" id="{2AE5E4B0-892E-1576-5CE7-46AEA781F44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4" name="Rectangle: Rounded Corners 1843">
                  <a:extLst>
                    <a:ext uri="{FF2B5EF4-FFF2-40B4-BE49-F238E27FC236}">
                      <a16:creationId xmlns:a16="http://schemas.microsoft.com/office/drawing/2014/main" id="{A5C1D491-29E2-90FB-C324-17B258E21DC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5" name="Rectangle: Rounded Corners 1844">
                  <a:extLst>
                    <a:ext uri="{FF2B5EF4-FFF2-40B4-BE49-F238E27FC236}">
                      <a16:creationId xmlns:a16="http://schemas.microsoft.com/office/drawing/2014/main" id="{6A091216-3092-003F-1B4F-2730CB5DE90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29" name="Group 1828">
                <a:extLst>
                  <a:ext uri="{FF2B5EF4-FFF2-40B4-BE49-F238E27FC236}">
                    <a16:creationId xmlns:a16="http://schemas.microsoft.com/office/drawing/2014/main" id="{DAED956A-25D3-955F-FFD5-FC65828C3D45}"/>
                  </a:ext>
                </a:extLst>
              </p:cNvPr>
              <p:cNvGrpSpPr/>
              <p:nvPr/>
            </p:nvGrpSpPr>
            <p:grpSpPr>
              <a:xfrm>
                <a:off x="3967163" y="5983284"/>
                <a:ext cx="2177954" cy="203200"/>
                <a:chOff x="4411662" y="1266827"/>
                <a:chExt cx="2177954" cy="203200"/>
              </a:xfrm>
              <a:solidFill>
                <a:schemeClr val="tx1"/>
              </a:solidFill>
            </p:grpSpPr>
            <p:sp>
              <p:nvSpPr>
                <p:cNvPr id="1830" name="Rectangle: Rounded Corners 1829">
                  <a:extLst>
                    <a:ext uri="{FF2B5EF4-FFF2-40B4-BE49-F238E27FC236}">
                      <a16:creationId xmlns:a16="http://schemas.microsoft.com/office/drawing/2014/main" id="{3C602BE7-17C2-0A2B-190F-61F7D147F59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1" name="Rectangle: Rounded Corners 1830">
                  <a:extLst>
                    <a:ext uri="{FF2B5EF4-FFF2-40B4-BE49-F238E27FC236}">
                      <a16:creationId xmlns:a16="http://schemas.microsoft.com/office/drawing/2014/main" id="{A53F7FB9-4B81-30B2-62C6-337ED927242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2" name="Rectangle: Rounded Corners 1831">
                  <a:extLst>
                    <a:ext uri="{FF2B5EF4-FFF2-40B4-BE49-F238E27FC236}">
                      <a16:creationId xmlns:a16="http://schemas.microsoft.com/office/drawing/2014/main" id="{579F1CB9-0A10-CE24-4CC6-8F78669CA14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3" name="Rectangle: Rounded Corners 1832">
                  <a:extLst>
                    <a:ext uri="{FF2B5EF4-FFF2-40B4-BE49-F238E27FC236}">
                      <a16:creationId xmlns:a16="http://schemas.microsoft.com/office/drawing/2014/main" id="{DA47ABF0-4A8D-B23A-9726-B49FD358969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4" name="Rectangle: Rounded Corners 1833">
                  <a:extLst>
                    <a:ext uri="{FF2B5EF4-FFF2-40B4-BE49-F238E27FC236}">
                      <a16:creationId xmlns:a16="http://schemas.microsoft.com/office/drawing/2014/main" id="{AE74654B-0AC0-3E4D-FDB6-70D20BA478A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5" name="Rectangle: Rounded Corners 1834">
                  <a:extLst>
                    <a:ext uri="{FF2B5EF4-FFF2-40B4-BE49-F238E27FC236}">
                      <a16:creationId xmlns:a16="http://schemas.microsoft.com/office/drawing/2014/main" id="{39A06866-59EE-374D-5C1F-8EB901EBC78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6" name="Rectangle: Rounded Corners 1835">
                  <a:extLst>
                    <a:ext uri="{FF2B5EF4-FFF2-40B4-BE49-F238E27FC236}">
                      <a16:creationId xmlns:a16="http://schemas.microsoft.com/office/drawing/2014/main" id="{B19D9B10-14A6-86D5-184A-589BDC3FF85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7" name="Rectangle: Rounded Corners 1836">
                  <a:extLst>
                    <a:ext uri="{FF2B5EF4-FFF2-40B4-BE49-F238E27FC236}">
                      <a16:creationId xmlns:a16="http://schemas.microsoft.com/office/drawing/2014/main" id="{28B0AD2F-4454-40E5-A9FB-D4152F786D4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7" name="Group 1746">
              <a:extLst>
                <a:ext uri="{FF2B5EF4-FFF2-40B4-BE49-F238E27FC236}">
                  <a16:creationId xmlns:a16="http://schemas.microsoft.com/office/drawing/2014/main" id="{909B15D4-118B-6983-E4ED-434E5DCC6C61}"/>
                </a:ext>
              </a:extLst>
            </p:cNvPr>
            <p:cNvGrpSpPr/>
            <p:nvPr/>
          </p:nvGrpSpPr>
          <p:grpSpPr>
            <a:xfrm>
              <a:off x="17962984" y="4130677"/>
              <a:ext cx="2324893" cy="2055807"/>
              <a:chOff x="3967162" y="4130677"/>
              <a:chExt cx="2324893" cy="2055807"/>
            </a:xfrm>
          </p:grpSpPr>
          <p:sp>
            <p:nvSpPr>
              <p:cNvPr id="1808" name="Rectangle: Rounded Corners 1807">
                <a:extLst>
                  <a:ext uri="{FF2B5EF4-FFF2-40B4-BE49-F238E27FC236}">
                    <a16:creationId xmlns:a16="http://schemas.microsoft.com/office/drawing/2014/main" id="{950489F0-C223-D448-0D84-8A5AE1C8B23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09" name="Group 1808">
                <a:extLst>
                  <a:ext uri="{FF2B5EF4-FFF2-40B4-BE49-F238E27FC236}">
                    <a16:creationId xmlns:a16="http://schemas.microsoft.com/office/drawing/2014/main" id="{87C2F6EF-AF70-03D3-ED44-772B3631B79E}"/>
                  </a:ext>
                </a:extLst>
              </p:cNvPr>
              <p:cNvGrpSpPr/>
              <p:nvPr/>
            </p:nvGrpSpPr>
            <p:grpSpPr>
              <a:xfrm>
                <a:off x="3967162" y="4130677"/>
                <a:ext cx="2177954" cy="203200"/>
                <a:chOff x="4411662" y="1266827"/>
                <a:chExt cx="2177954" cy="203200"/>
              </a:xfrm>
              <a:solidFill>
                <a:schemeClr val="tx1"/>
              </a:solidFill>
            </p:grpSpPr>
            <p:sp>
              <p:nvSpPr>
                <p:cNvPr id="1819" name="Rectangle: Rounded Corners 1818">
                  <a:extLst>
                    <a:ext uri="{FF2B5EF4-FFF2-40B4-BE49-F238E27FC236}">
                      <a16:creationId xmlns:a16="http://schemas.microsoft.com/office/drawing/2014/main" id="{035FFC1C-2C7A-A0D5-16FE-58501BC45DD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0" name="Rectangle: Rounded Corners 1819">
                  <a:extLst>
                    <a:ext uri="{FF2B5EF4-FFF2-40B4-BE49-F238E27FC236}">
                      <a16:creationId xmlns:a16="http://schemas.microsoft.com/office/drawing/2014/main" id="{CF7372D0-C50D-BEE5-2BA4-9A63DE5A8B0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1" name="Rectangle: Rounded Corners 1820">
                  <a:extLst>
                    <a:ext uri="{FF2B5EF4-FFF2-40B4-BE49-F238E27FC236}">
                      <a16:creationId xmlns:a16="http://schemas.microsoft.com/office/drawing/2014/main" id="{753022CF-8A15-2FEB-7F24-61BDD997951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2" name="Rectangle: Rounded Corners 1821">
                  <a:extLst>
                    <a:ext uri="{FF2B5EF4-FFF2-40B4-BE49-F238E27FC236}">
                      <a16:creationId xmlns:a16="http://schemas.microsoft.com/office/drawing/2014/main" id="{CAF8A53F-CBC9-CB22-0A25-01E18DBB531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3" name="Rectangle: Rounded Corners 1822">
                  <a:extLst>
                    <a:ext uri="{FF2B5EF4-FFF2-40B4-BE49-F238E27FC236}">
                      <a16:creationId xmlns:a16="http://schemas.microsoft.com/office/drawing/2014/main" id="{4C059007-3DB7-006E-8069-5AD8381BD1D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4" name="Rectangle: Rounded Corners 1823">
                  <a:extLst>
                    <a:ext uri="{FF2B5EF4-FFF2-40B4-BE49-F238E27FC236}">
                      <a16:creationId xmlns:a16="http://schemas.microsoft.com/office/drawing/2014/main" id="{9ABCA2B4-2D7D-6D3D-1D1C-00CA606B216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5" name="Rectangle: Rounded Corners 1824">
                  <a:extLst>
                    <a:ext uri="{FF2B5EF4-FFF2-40B4-BE49-F238E27FC236}">
                      <a16:creationId xmlns:a16="http://schemas.microsoft.com/office/drawing/2014/main" id="{09553E68-8586-FCB0-6BAA-F9132999A8D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6" name="Rectangle: Rounded Corners 1825">
                  <a:extLst>
                    <a:ext uri="{FF2B5EF4-FFF2-40B4-BE49-F238E27FC236}">
                      <a16:creationId xmlns:a16="http://schemas.microsoft.com/office/drawing/2014/main" id="{3E6924BE-1FC9-4EDB-685A-477B3D0C306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810" name="Group 1809">
                <a:extLst>
                  <a:ext uri="{FF2B5EF4-FFF2-40B4-BE49-F238E27FC236}">
                    <a16:creationId xmlns:a16="http://schemas.microsoft.com/office/drawing/2014/main" id="{0F6EF6E1-4849-A096-33F6-FBE583451029}"/>
                  </a:ext>
                </a:extLst>
              </p:cNvPr>
              <p:cNvGrpSpPr/>
              <p:nvPr/>
            </p:nvGrpSpPr>
            <p:grpSpPr>
              <a:xfrm>
                <a:off x="3967163" y="5983284"/>
                <a:ext cx="2177954" cy="203200"/>
                <a:chOff x="4411662" y="1266827"/>
                <a:chExt cx="2177954" cy="203200"/>
              </a:xfrm>
              <a:solidFill>
                <a:schemeClr val="tx1"/>
              </a:solidFill>
            </p:grpSpPr>
            <p:sp>
              <p:nvSpPr>
                <p:cNvPr id="1811" name="Rectangle: Rounded Corners 1810">
                  <a:extLst>
                    <a:ext uri="{FF2B5EF4-FFF2-40B4-BE49-F238E27FC236}">
                      <a16:creationId xmlns:a16="http://schemas.microsoft.com/office/drawing/2014/main" id="{92C0CEC3-EAC3-368A-E743-A7C6CE36CE2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2" name="Rectangle: Rounded Corners 1811">
                  <a:extLst>
                    <a:ext uri="{FF2B5EF4-FFF2-40B4-BE49-F238E27FC236}">
                      <a16:creationId xmlns:a16="http://schemas.microsoft.com/office/drawing/2014/main" id="{B8C8F159-3CF9-559D-52C9-2BFCF725273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3" name="Rectangle: Rounded Corners 1812">
                  <a:extLst>
                    <a:ext uri="{FF2B5EF4-FFF2-40B4-BE49-F238E27FC236}">
                      <a16:creationId xmlns:a16="http://schemas.microsoft.com/office/drawing/2014/main" id="{63374E15-BF0A-E4AF-2B62-B9E9DCD42F7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4" name="Rectangle: Rounded Corners 1813">
                  <a:extLst>
                    <a:ext uri="{FF2B5EF4-FFF2-40B4-BE49-F238E27FC236}">
                      <a16:creationId xmlns:a16="http://schemas.microsoft.com/office/drawing/2014/main" id="{BF5FCA35-2950-1425-BA94-3CC1F01EA61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5" name="Rectangle: Rounded Corners 1814">
                  <a:extLst>
                    <a:ext uri="{FF2B5EF4-FFF2-40B4-BE49-F238E27FC236}">
                      <a16:creationId xmlns:a16="http://schemas.microsoft.com/office/drawing/2014/main" id="{6E36FDBD-E6B4-50F2-9139-FA66F494E7C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6" name="Rectangle: Rounded Corners 1815">
                  <a:extLst>
                    <a:ext uri="{FF2B5EF4-FFF2-40B4-BE49-F238E27FC236}">
                      <a16:creationId xmlns:a16="http://schemas.microsoft.com/office/drawing/2014/main" id="{39F15053-9878-0276-410C-D73EEEC0519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7" name="Rectangle: Rounded Corners 1816">
                  <a:extLst>
                    <a:ext uri="{FF2B5EF4-FFF2-40B4-BE49-F238E27FC236}">
                      <a16:creationId xmlns:a16="http://schemas.microsoft.com/office/drawing/2014/main" id="{9F8E7DBF-3B64-32AD-CCE7-B9566F0D103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8" name="Rectangle: Rounded Corners 1817">
                  <a:extLst>
                    <a:ext uri="{FF2B5EF4-FFF2-40B4-BE49-F238E27FC236}">
                      <a16:creationId xmlns:a16="http://schemas.microsoft.com/office/drawing/2014/main" id="{052A9827-436C-72E3-0A9C-C25BFE84612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8" name="Group 1747">
              <a:extLst>
                <a:ext uri="{FF2B5EF4-FFF2-40B4-BE49-F238E27FC236}">
                  <a16:creationId xmlns:a16="http://schemas.microsoft.com/office/drawing/2014/main" id="{D89D77C5-D510-6906-C663-3A46E7AD8988}"/>
                </a:ext>
              </a:extLst>
            </p:cNvPr>
            <p:cNvGrpSpPr/>
            <p:nvPr/>
          </p:nvGrpSpPr>
          <p:grpSpPr>
            <a:xfrm>
              <a:off x="20295621" y="4130677"/>
              <a:ext cx="2324893" cy="2055807"/>
              <a:chOff x="3967162" y="4130677"/>
              <a:chExt cx="2324893" cy="2055807"/>
            </a:xfrm>
          </p:grpSpPr>
          <p:sp>
            <p:nvSpPr>
              <p:cNvPr id="1789" name="Rectangle: Rounded Corners 1788">
                <a:extLst>
                  <a:ext uri="{FF2B5EF4-FFF2-40B4-BE49-F238E27FC236}">
                    <a16:creationId xmlns:a16="http://schemas.microsoft.com/office/drawing/2014/main" id="{8BA7F50C-A412-BF9D-53B5-0EDECCB0D35B}"/>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90" name="Group 1789">
                <a:extLst>
                  <a:ext uri="{FF2B5EF4-FFF2-40B4-BE49-F238E27FC236}">
                    <a16:creationId xmlns:a16="http://schemas.microsoft.com/office/drawing/2014/main" id="{1EC63B78-9E9D-FDAA-C15B-D144F657EAA5}"/>
                  </a:ext>
                </a:extLst>
              </p:cNvPr>
              <p:cNvGrpSpPr/>
              <p:nvPr/>
            </p:nvGrpSpPr>
            <p:grpSpPr>
              <a:xfrm>
                <a:off x="3967162" y="4130677"/>
                <a:ext cx="2177954" cy="203200"/>
                <a:chOff x="4411662" y="1266827"/>
                <a:chExt cx="2177954" cy="203200"/>
              </a:xfrm>
              <a:solidFill>
                <a:schemeClr val="tx1"/>
              </a:solidFill>
            </p:grpSpPr>
            <p:sp>
              <p:nvSpPr>
                <p:cNvPr id="1800" name="Rectangle: Rounded Corners 1799">
                  <a:extLst>
                    <a:ext uri="{FF2B5EF4-FFF2-40B4-BE49-F238E27FC236}">
                      <a16:creationId xmlns:a16="http://schemas.microsoft.com/office/drawing/2014/main" id="{57E87FA0-66CA-959A-41F2-7DA3EFE9734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1" name="Rectangle: Rounded Corners 1800">
                  <a:extLst>
                    <a:ext uri="{FF2B5EF4-FFF2-40B4-BE49-F238E27FC236}">
                      <a16:creationId xmlns:a16="http://schemas.microsoft.com/office/drawing/2014/main" id="{B0D2529C-069B-B4FB-FF1B-CD2A475DAA2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2" name="Rectangle: Rounded Corners 1801">
                  <a:extLst>
                    <a:ext uri="{FF2B5EF4-FFF2-40B4-BE49-F238E27FC236}">
                      <a16:creationId xmlns:a16="http://schemas.microsoft.com/office/drawing/2014/main" id="{BF346A8B-E31B-2805-D620-9714A3A887E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3" name="Rectangle: Rounded Corners 1802">
                  <a:extLst>
                    <a:ext uri="{FF2B5EF4-FFF2-40B4-BE49-F238E27FC236}">
                      <a16:creationId xmlns:a16="http://schemas.microsoft.com/office/drawing/2014/main" id="{CA4A322B-18F1-433E-B124-0501352F427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4" name="Rectangle: Rounded Corners 1803">
                  <a:extLst>
                    <a:ext uri="{FF2B5EF4-FFF2-40B4-BE49-F238E27FC236}">
                      <a16:creationId xmlns:a16="http://schemas.microsoft.com/office/drawing/2014/main" id="{9B5F4BA2-C1B1-F12C-98C3-652016CDF0A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5" name="Rectangle: Rounded Corners 1804">
                  <a:extLst>
                    <a:ext uri="{FF2B5EF4-FFF2-40B4-BE49-F238E27FC236}">
                      <a16:creationId xmlns:a16="http://schemas.microsoft.com/office/drawing/2014/main" id="{555A3801-DB76-DAB4-74FC-90C386CF769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6" name="Rectangle: Rounded Corners 1805">
                  <a:extLst>
                    <a:ext uri="{FF2B5EF4-FFF2-40B4-BE49-F238E27FC236}">
                      <a16:creationId xmlns:a16="http://schemas.microsoft.com/office/drawing/2014/main" id="{74B2093D-ACB8-D60B-531C-0BE94A767BC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7" name="Rectangle: Rounded Corners 1806">
                  <a:extLst>
                    <a:ext uri="{FF2B5EF4-FFF2-40B4-BE49-F238E27FC236}">
                      <a16:creationId xmlns:a16="http://schemas.microsoft.com/office/drawing/2014/main" id="{C11E09AD-8EDC-E72E-39B2-6C916F82A25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91" name="Group 1790">
                <a:extLst>
                  <a:ext uri="{FF2B5EF4-FFF2-40B4-BE49-F238E27FC236}">
                    <a16:creationId xmlns:a16="http://schemas.microsoft.com/office/drawing/2014/main" id="{C1A4F8AE-E816-6563-6C88-71D477DEF271}"/>
                  </a:ext>
                </a:extLst>
              </p:cNvPr>
              <p:cNvGrpSpPr/>
              <p:nvPr/>
            </p:nvGrpSpPr>
            <p:grpSpPr>
              <a:xfrm>
                <a:off x="3967163" y="5983284"/>
                <a:ext cx="2177954" cy="203200"/>
                <a:chOff x="4411662" y="1266827"/>
                <a:chExt cx="2177954" cy="203200"/>
              </a:xfrm>
              <a:solidFill>
                <a:schemeClr val="tx1"/>
              </a:solidFill>
            </p:grpSpPr>
            <p:sp>
              <p:nvSpPr>
                <p:cNvPr id="1792" name="Rectangle: Rounded Corners 1791">
                  <a:extLst>
                    <a:ext uri="{FF2B5EF4-FFF2-40B4-BE49-F238E27FC236}">
                      <a16:creationId xmlns:a16="http://schemas.microsoft.com/office/drawing/2014/main" id="{FD7083DD-58DF-0DA8-CB74-A9749E90B99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3" name="Rectangle: Rounded Corners 1792">
                  <a:extLst>
                    <a:ext uri="{FF2B5EF4-FFF2-40B4-BE49-F238E27FC236}">
                      <a16:creationId xmlns:a16="http://schemas.microsoft.com/office/drawing/2014/main" id="{D331C4C2-76A6-DA71-D993-FBB0ADA705C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4" name="Rectangle: Rounded Corners 1793">
                  <a:extLst>
                    <a:ext uri="{FF2B5EF4-FFF2-40B4-BE49-F238E27FC236}">
                      <a16:creationId xmlns:a16="http://schemas.microsoft.com/office/drawing/2014/main" id="{F9A428F6-096C-6FBC-54A2-C4008DEE8A2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5" name="Rectangle: Rounded Corners 1794">
                  <a:extLst>
                    <a:ext uri="{FF2B5EF4-FFF2-40B4-BE49-F238E27FC236}">
                      <a16:creationId xmlns:a16="http://schemas.microsoft.com/office/drawing/2014/main" id="{45EB712A-1EB3-288E-EB6B-EE88D343193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6" name="Rectangle: Rounded Corners 1795">
                  <a:extLst>
                    <a:ext uri="{FF2B5EF4-FFF2-40B4-BE49-F238E27FC236}">
                      <a16:creationId xmlns:a16="http://schemas.microsoft.com/office/drawing/2014/main" id="{97413F62-40E3-A5D7-7DAF-3FCB44888A9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7" name="Rectangle: Rounded Corners 1796">
                  <a:extLst>
                    <a:ext uri="{FF2B5EF4-FFF2-40B4-BE49-F238E27FC236}">
                      <a16:creationId xmlns:a16="http://schemas.microsoft.com/office/drawing/2014/main" id="{A1508798-3948-48E3-D135-84FB2FCC10E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8" name="Rectangle: Rounded Corners 1797">
                  <a:extLst>
                    <a:ext uri="{FF2B5EF4-FFF2-40B4-BE49-F238E27FC236}">
                      <a16:creationId xmlns:a16="http://schemas.microsoft.com/office/drawing/2014/main" id="{472425D4-72D1-DB8B-F53E-19BFD83496B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9" name="Rectangle: Rounded Corners 1798">
                  <a:extLst>
                    <a:ext uri="{FF2B5EF4-FFF2-40B4-BE49-F238E27FC236}">
                      <a16:creationId xmlns:a16="http://schemas.microsoft.com/office/drawing/2014/main" id="{18971BBB-F8E8-CB82-C9BD-BD455FE1B4A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9" name="Group 1748">
              <a:extLst>
                <a:ext uri="{FF2B5EF4-FFF2-40B4-BE49-F238E27FC236}">
                  <a16:creationId xmlns:a16="http://schemas.microsoft.com/office/drawing/2014/main" id="{FD309308-ACBE-9013-C141-C2D9CEC41A22}"/>
                </a:ext>
              </a:extLst>
            </p:cNvPr>
            <p:cNvGrpSpPr/>
            <p:nvPr/>
          </p:nvGrpSpPr>
          <p:grpSpPr>
            <a:xfrm>
              <a:off x="22628258" y="4130677"/>
              <a:ext cx="2324893" cy="2055807"/>
              <a:chOff x="3967162" y="4130677"/>
              <a:chExt cx="2324893" cy="2055807"/>
            </a:xfrm>
          </p:grpSpPr>
          <p:sp>
            <p:nvSpPr>
              <p:cNvPr id="1770" name="Rectangle: Rounded Corners 1769">
                <a:extLst>
                  <a:ext uri="{FF2B5EF4-FFF2-40B4-BE49-F238E27FC236}">
                    <a16:creationId xmlns:a16="http://schemas.microsoft.com/office/drawing/2014/main" id="{FFD9DF31-B096-C706-ABDC-75FFD9ABFE40}"/>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71" name="Group 1770">
                <a:extLst>
                  <a:ext uri="{FF2B5EF4-FFF2-40B4-BE49-F238E27FC236}">
                    <a16:creationId xmlns:a16="http://schemas.microsoft.com/office/drawing/2014/main" id="{80A80122-B92E-E765-5281-6617558DC4A2}"/>
                  </a:ext>
                </a:extLst>
              </p:cNvPr>
              <p:cNvGrpSpPr/>
              <p:nvPr/>
            </p:nvGrpSpPr>
            <p:grpSpPr>
              <a:xfrm>
                <a:off x="3967162" y="4130677"/>
                <a:ext cx="2177954" cy="203200"/>
                <a:chOff x="4411662" y="1266827"/>
                <a:chExt cx="2177954" cy="203200"/>
              </a:xfrm>
              <a:solidFill>
                <a:schemeClr val="tx1"/>
              </a:solidFill>
            </p:grpSpPr>
            <p:sp>
              <p:nvSpPr>
                <p:cNvPr id="1781" name="Rectangle: Rounded Corners 1780">
                  <a:extLst>
                    <a:ext uri="{FF2B5EF4-FFF2-40B4-BE49-F238E27FC236}">
                      <a16:creationId xmlns:a16="http://schemas.microsoft.com/office/drawing/2014/main" id="{65B321E6-ED87-6F74-4CD1-56FD5820686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2" name="Rectangle: Rounded Corners 1781">
                  <a:extLst>
                    <a:ext uri="{FF2B5EF4-FFF2-40B4-BE49-F238E27FC236}">
                      <a16:creationId xmlns:a16="http://schemas.microsoft.com/office/drawing/2014/main" id="{30E68CC5-0248-8C8C-1522-FA7742B35D4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3" name="Rectangle: Rounded Corners 1782">
                  <a:extLst>
                    <a:ext uri="{FF2B5EF4-FFF2-40B4-BE49-F238E27FC236}">
                      <a16:creationId xmlns:a16="http://schemas.microsoft.com/office/drawing/2014/main" id="{67FD21D0-A153-1ABE-2276-BD7381FF52E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4" name="Rectangle: Rounded Corners 1783">
                  <a:extLst>
                    <a:ext uri="{FF2B5EF4-FFF2-40B4-BE49-F238E27FC236}">
                      <a16:creationId xmlns:a16="http://schemas.microsoft.com/office/drawing/2014/main" id="{EA01B60B-061F-4376-3EF1-CC02B498906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5" name="Rectangle: Rounded Corners 1784">
                  <a:extLst>
                    <a:ext uri="{FF2B5EF4-FFF2-40B4-BE49-F238E27FC236}">
                      <a16:creationId xmlns:a16="http://schemas.microsoft.com/office/drawing/2014/main" id="{90136AA3-7211-9F7E-EB04-F71C420CDB5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6" name="Rectangle: Rounded Corners 1785">
                  <a:extLst>
                    <a:ext uri="{FF2B5EF4-FFF2-40B4-BE49-F238E27FC236}">
                      <a16:creationId xmlns:a16="http://schemas.microsoft.com/office/drawing/2014/main" id="{11F68254-AFA2-0BAC-67DA-2B0A2C6AB4A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7" name="Rectangle: Rounded Corners 1786">
                  <a:extLst>
                    <a:ext uri="{FF2B5EF4-FFF2-40B4-BE49-F238E27FC236}">
                      <a16:creationId xmlns:a16="http://schemas.microsoft.com/office/drawing/2014/main" id="{6DD7DD0E-385D-52E0-7BAA-C77ACDB334B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8" name="Rectangle: Rounded Corners 1787">
                  <a:extLst>
                    <a:ext uri="{FF2B5EF4-FFF2-40B4-BE49-F238E27FC236}">
                      <a16:creationId xmlns:a16="http://schemas.microsoft.com/office/drawing/2014/main" id="{386B974B-8C36-9FDF-BBC6-9919CA125C7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72" name="Group 1771">
                <a:extLst>
                  <a:ext uri="{FF2B5EF4-FFF2-40B4-BE49-F238E27FC236}">
                    <a16:creationId xmlns:a16="http://schemas.microsoft.com/office/drawing/2014/main" id="{3F29FDD9-49DD-D2DA-C1D0-53B318B622CF}"/>
                  </a:ext>
                </a:extLst>
              </p:cNvPr>
              <p:cNvGrpSpPr/>
              <p:nvPr/>
            </p:nvGrpSpPr>
            <p:grpSpPr>
              <a:xfrm>
                <a:off x="3967163" y="5983284"/>
                <a:ext cx="2177954" cy="203200"/>
                <a:chOff x="4411662" y="1266827"/>
                <a:chExt cx="2177954" cy="203200"/>
              </a:xfrm>
              <a:solidFill>
                <a:schemeClr val="tx1"/>
              </a:solidFill>
            </p:grpSpPr>
            <p:sp>
              <p:nvSpPr>
                <p:cNvPr id="1773" name="Rectangle: Rounded Corners 1772">
                  <a:extLst>
                    <a:ext uri="{FF2B5EF4-FFF2-40B4-BE49-F238E27FC236}">
                      <a16:creationId xmlns:a16="http://schemas.microsoft.com/office/drawing/2014/main" id="{71B05CD5-86F1-E718-6871-65EC8824295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4" name="Rectangle: Rounded Corners 1773">
                  <a:extLst>
                    <a:ext uri="{FF2B5EF4-FFF2-40B4-BE49-F238E27FC236}">
                      <a16:creationId xmlns:a16="http://schemas.microsoft.com/office/drawing/2014/main" id="{423474F1-4E7A-15B1-3054-5E417789483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5" name="Rectangle: Rounded Corners 1774">
                  <a:extLst>
                    <a:ext uri="{FF2B5EF4-FFF2-40B4-BE49-F238E27FC236}">
                      <a16:creationId xmlns:a16="http://schemas.microsoft.com/office/drawing/2014/main" id="{5690C1FD-33C5-3152-8437-3752B30D98D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6" name="Rectangle: Rounded Corners 1775">
                  <a:extLst>
                    <a:ext uri="{FF2B5EF4-FFF2-40B4-BE49-F238E27FC236}">
                      <a16:creationId xmlns:a16="http://schemas.microsoft.com/office/drawing/2014/main" id="{539D0D98-1F67-42A1-947C-4DF849BD1D7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7" name="Rectangle: Rounded Corners 1776">
                  <a:extLst>
                    <a:ext uri="{FF2B5EF4-FFF2-40B4-BE49-F238E27FC236}">
                      <a16:creationId xmlns:a16="http://schemas.microsoft.com/office/drawing/2014/main" id="{29B21214-B5F3-232A-64E7-282B70AAE43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8" name="Rectangle: Rounded Corners 1777">
                  <a:extLst>
                    <a:ext uri="{FF2B5EF4-FFF2-40B4-BE49-F238E27FC236}">
                      <a16:creationId xmlns:a16="http://schemas.microsoft.com/office/drawing/2014/main" id="{F9046444-3A76-F41C-E8D8-0907EC80AC0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9" name="Rectangle: Rounded Corners 1778">
                  <a:extLst>
                    <a:ext uri="{FF2B5EF4-FFF2-40B4-BE49-F238E27FC236}">
                      <a16:creationId xmlns:a16="http://schemas.microsoft.com/office/drawing/2014/main" id="{598F4B88-A925-C44C-F97F-BE86F79815A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0" name="Rectangle: Rounded Corners 1779">
                  <a:extLst>
                    <a:ext uri="{FF2B5EF4-FFF2-40B4-BE49-F238E27FC236}">
                      <a16:creationId xmlns:a16="http://schemas.microsoft.com/office/drawing/2014/main" id="{50CC1D97-333D-0785-E7D2-E6FF693353B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50" name="Group 1749">
              <a:extLst>
                <a:ext uri="{FF2B5EF4-FFF2-40B4-BE49-F238E27FC236}">
                  <a16:creationId xmlns:a16="http://schemas.microsoft.com/office/drawing/2014/main" id="{C1DE3F6D-1B1A-BC36-ACE9-0C15318B3D04}"/>
                </a:ext>
              </a:extLst>
            </p:cNvPr>
            <p:cNvGrpSpPr/>
            <p:nvPr/>
          </p:nvGrpSpPr>
          <p:grpSpPr>
            <a:xfrm>
              <a:off x="24960895" y="4130677"/>
              <a:ext cx="2324893" cy="2055807"/>
              <a:chOff x="3967162" y="4130677"/>
              <a:chExt cx="2324893" cy="2055807"/>
            </a:xfrm>
          </p:grpSpPr>
          <p:sp>
            <p:nvSpPr>
              <p:cNvPr id="1751" name="Rectangle: Rounded Corners 1750">
                <a:extLst>
                  <a:ext uri="{FF2B5EF4-FFF2-40B4-BE49-F238E27FC236}">
                    <a16:creationId xmlns:a16="http://schemas.microsoft.com/office/drawing/2014/main" id="{BC2F8CDA-B122-70C8-E3E3-2786E8AF710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52" name="Group 1751">
                <a:extLst>
                  <a:ext uri="{FF2B5EF4-FFF2-40B4-BE49-F238E27FC236}">
                    <a16:creationId xmlns:a16="http://schemas.microsoft.com/office/drawing/2014/main" id="{62A7C307-577B-AF1F-8A44-CA4943128A77}"/>
                  </a:ext>
                </a:extLst>
              </p:cNvPr>
              <p:cNvGrpSpPr/>
              <p:nvPr/>
            </p:nvGrpSpPr>
            <p:grpSpPr>
              <a:xfrm>
                <a:off x="3967162" y="4130677"/>
                <a:ext cx="2177954" cy="203200"/>
                <a:chOff x="4411662" y="1266827"/>
                <a:chExt cx="2177954" cy="203200"/>
              </a:xfrm>
              <a:solidFill>
                <a:schemeClr val="tx1"/>
              </a:solidFill>
            </p:grpSpPr>
            <p:sp>
              <p:nvSpPr>
                <p:cNvPr id="1762" name="Rectangle: Rounded Corners 1761">
                  <a:extLst>
                    <a:ext uri="{FF2B5EF4-FFF2-40B4-BE49-F238E27FC236}">
                      <a16:creationId xmlns:a16="http://schemas.microsoft.com/office/drawing/2014/main" id="{650465AE-7EE5-2246-F7B8-FA3418334B4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3" name="Rectangle: Rounded Corners 1762">
                  <a:extLst>
                    <a:ext uri="{FF2B5EF4-FFF2-40B4-BE49-F238E27FC236}">
                      <a16:creationId xmlns:a16="http://schemas.microsoft.com/office/drawing/2014/main" id="{E1A1F9D4-D678-5DB2-EA27-570EC13A982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4" name="Rectangle: Rounded Corners 1763">
                  <a:extLst>
                    <a:ext uri="{FF2B5EF4-FFF2-40B4-BE49-F238E27FC236}">
                      <a16:creationId xmlns:a16="http://schemas.microsoft.com/office/drawing/2014/main" id="{9D9D014C-FD1E-1D92-D3C4-4F635BC321C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5" name="Rectangle: Rounded Corners 1764">
                  <a:extLst>
                    <a:ext uri="{FF2B5EF4-FFF2-40B4-BE49-F238E27FC236}">
                      <a16:creationId xmlns:a16="http://schemas.microsoft.com/office/drawing/2014/main" id="{E5443D2B-5A63-977C-1B9D-3C6E8B8E539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6" name="Rectangle: Rounded Corners 1765">
                  <a:extLst>
                    <a:ext uri="{FF2B5EF4-FFF2-40B4-BE49-F238E27FC236}">
                      <a16:creationId xmlns:a16="http://schemas.microsoft.com/office/drawing/2014/main" id="{97BF60A2-4F2F-2BAB-A4D8-23A0241E509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7" name="Rectangle: Rounded Corners 1766">
                  <a:extLst>
                    <a:ext uri="{FF2B5EF4-FFF2-40B4-BE49-F238E27FC236}">
                      <a16:creationId xmlns:a16="http://schemas.microsoft.com/office/drawing/2014/main" id="{77FDA745-71FF-201B-6FD3-D31DAB47836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8" name="Rectangle: Rounded Corners 1767">
                  <a:extLst>
                    <a:ext uri="{FF2B5EF4-FFF2-40B4-BE49-F238E27FC236}">
                      <a16:creationId xmlns:a16="http://schemas.microsoft.com/office/drawing/2014/main" id="{6FD0CD66-9C6A-8ED7-3F9E-67A5025F75A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9" name="Rectangle: Rounded Corners 1768">
                  <a:extLst>
                    <a:ext uri="{FF2B5EF4-FFF2-40B4-BE49-F238E27FC236}">
                      <a16:creationId xmlns:a16="http://schemas.microsoft.com/office/drawing/2014/main" id="{C6368998-7640-3406-80D9-34C0BA07BC7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53" name="Group 1752">
                <a:extLst>
                  <a:ext uri="{FF2B5EF4-FFF2-40B4-BE49-F238E27FC236}">
                    <a16:creationId xmlns:a16="http://schemas.microsoft.com/office/drawing/2014/main" id="{79B135FD-933F-D3EF-E7FC-5F412F512F2C}"/>
                  </a:ext>
                </a:extLst>
              </p:cNvPr>
              <p:cNvGrpSpPr/>
              <p:nvPr/>
            </p:nvGrpSpPr>
            <p:grpSpPr>
              <a:xfrm>
                <a:off x="3967163" y="5983284"/>
                <a:ext cx="2177954" cy="203200"/>
                <a:chOff x="4411662" y="1266827"/>
                <a:chExt cx="2177954" cy="203200"/>
              </a:xfrm>
              <a:solidFill>
                <a:schemeClr val="tx1"/>
              </a:solidFill>
            </p:grpSpPr>
            <p:sp>
              <p:nvSpPr>
                <p:cNvPr id="1754" name="Rectangle: Rounded Corners 1753">
                  <a:extLst>
                    <a:ext uri="{FF2B5EF4-FFF2-40B4-BE49-F238E27FC236}">
                      <a16:creationId xmlns:a16="http://schemas.microsoft.com/office/drawing/2014/main" id="{4CEE23FF-C6ED-5C2A-7112-EB372C0171F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5" name="Rectangle: Rounded Corners 1754">
                  <a:extLst>
                    <a:ext uri="{FF2B5EF4-FFF2-40B4-BE49-F238E27FC236}">
                      <a16:creationId xmlns:a16="http://schemas.microsoft.com/office/drawing/2014/main" id="{6D37DE61-4C03-F5CF-E14B-3E3EA102510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6" name="Rectangle: Rounded Corners 1755">
                  <a:extLst>
                    <a:ext uri="{FF2B5EF4-FFF2-40B4-BE49-F238E27FC236}">
                      <a16:creationId xmlns:a16="http://schemas.microsoft.com/office/drawing/2014/main" id="{3817BE3A-7389-A79D-CB0C-C2FB35D3150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7" name="Rectangle: Rounded Corners 1756">
                  <a:extLst>
                    <a:ext uri="{FF2B5EF4-FFF2-40B4-BE49-F238E27FC236}">
                      <a16:creationId xmlns:a16="http://schemas.microsoft.com/office/drawing/2014/main" id="{F8D188D2-053C-BD33-6808-FAE08B156D3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8" name="Rectangle: Rounded Corners 1757">
                  <a:extLst>
                    <a:ext uri="{FF2B5EF4-FFF2-40B4-BE49-F238E27FC236}">
                      <a16:creationId xmlns:a16="http://schemas.microsoft.com/office/drawing/2014/main" id="{63EF5E11-6F96-9599-08FA-38512B8DD46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9" name="Rectangle: Rounded Corners 1758">
                  <a:extLst>
                    <a:ext uri="{FF2B5EF4-FFF2-40B4-BE49-F238E27FC236}">
                      <a16:creationId xmlns:a16="http://schemas.microsoft.com/office/drawing/2014/main" id="{4370D524-F118-474C-8732-B0ABCD4C6B3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0" name="Rectangle: Rounded Corners 1759">
                  <a:extLst>
                    <a:ext uri="{FF2B5EF4-FFF2-40B4-BE49-F238E27FC236}">
                      <a16:creationId xmlns:a16="http://schemas.microsoft.com/office/drawing/2014/main" id="{3B8DB02F-89EC-87A9-EAF2-714EE473932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1" name="Rectangle: Rounded Corners 1760">
                  <a:extLst>
                    <a:ext uri="{FF2B5EF4-FFF2-40B4-BE49-F238E27FC236}">
                      <a16:creationId xmlns:a16="http://schemas.microsoft.com/office/drawing/2014/main" id="{8330FCB2-E398-554D-09F8-E5401320079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537" name="Group 1536">
            <a:extLst>
              <a:ext uri="{FF2B5EF4-FFF2-40B4-BE49-F238E27FC236}">
                <a16:creationId xmlns:a16="http://schemas.microsoft.com/office/drawing/2014/main" id="{828558E9-8366-4277-E4D4-D42BB55C3160}"/>
              </a:ext>
            </a:extLst>
          </p:cNvPr>
          <p:cNvGrpSpPr/>
          <p:nvPr/>
        </p:nvGrpSpPr>
        <p:grpSpPr>
          <a:xfrm>
            <a:off x="-278947" y="668377"/>
            <a:ext cx="13102977" cy="1243880"/>
            <a:chOff x="3628570" y="4023519"/>
            <a:chExt cx="23905029" cy="2269331"/>
          </a:xfrm>
        </p:grpSpPr>
        <p:sp>
          <p:nvSpPr>
            <p:cNvPr id="1538" name="Rectangle 1537">
              <a:extLst>
                <a:ext uri="{FF2B5EF4-FFF2-40B4-BE49-F238E27FC236}">
                  <a16:creationId xmlns:a16="http://schemas.microsoft.com/office/drawing/2014/main" id="{BB42BA0E-2D73-70BE-47D0-32C2B7826D05}"/>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39" name="Group 1538">
              <a:extLst>
                <a:ext uri="{FF2B5EF4-FFF2-40B4-BE49-F238E27FC236}">
                  <a16:creationId xmlns:a16="http://schemas.microsoft.com/office/drawing/2014/main" id="{54219A93-6368-CAA2-4F9C-81807226A80F}"/>
                </a:ext>
              </a:extLst>
            </p:cNvPr>
            <p:cNvGrpSpPr/>
            <p:nvPr/>
          </p:nvGrpSpPr>
          <p:grpSpPr>
            <a:xfrm>
              <a:off x="3967162" y="4130677"/>
              <a:ext cx="2324893" cy="2055807"/>
              <a:chOff x="3967162" y="4130677"/>
              <a:chExt cx="2324893" cy="2055807"/>
            </a:xfrm>
          </p:grpSpPr>
          <p:sp>
            <p:nvSpPr>
              <p:cNvPr id="1720" name="Rectangle: Rounded Corners 1719">
                <a:extLst>
                  <a:ext uri="{FF2B5EF4-FFF2-40B4-BE49-F238E27FC236}">
                    <a16:creationId xmlns:a16="http://schemas.microsoft.com/office/drawing/2014/main" id="{A67A166E-6C08-D4CD-D851-09288332006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21" name="Group 1720">
                <a:extLst>
                  <a:ext uri="{FF2B5EF4-FFF2-40B4-BE49-F238E27FC236}">
                    <a16:creationId xmlns:a16="http://schemas.microsoft.com/office/drawing/2014/main" id="{9DD2666A-D2D2-B12A-DF09-33B2EEC26195}"/>
                  </a:ext>
                </a:extLst>
              </p:cNvPr>
              <p:cNvGrpSpPr/>
              <p:nvPr/>
            </p:nvGrpSpPr>
            <p:grpSpPr>
              <a:xfrm>
                <a:off x="3967162" y="4130677"/>
                <a:ext cx="2177954" cy="203200"/>
                <a:chOff x="4411662" y="1266827"/>
                <a:chExt cx="2177954" cy="203200"/>
              </a:xfrm>
              <a:solidFill>
                <a:schemeClr val="tx1"/>
              </a:solidFill>
            </p:grpSpPr>
            <p:sp>
              <p:nvSpPr>
                <p:cNvPr id="1731" name="Rectangle: Rounded Corners 1730">
                  <a:extLst>
                    <a:ext uri="{FF2B5EF4-FFF2-40B4-BE49-F238E27FC236}">
                      <a16:creationId xmlns:a16="http://schemas.microsoft.com/office/drawing/2014/main" id="{BC492810-4F0C-92DE-C29C-873137E7FCF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2" name="Rectangle: Rounded Corners 1731">
                  <a:extLst>
                    <a:ext uri="{FF2B5EF4-FFF2-40B4-BE49-F238E27FC236}">
                      <a16:creationId xmlns:a16="http://schemas.microsoft.com/office/drawing/2014/main" id="{BBE43C80-97D0-4FC2-C193-71EACEDB0E8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3" name="Rectangle: Rounded Corners 1732">
                  <a:extLst>
                    <a:ext uri="{FF2B5EF4-FFF2-40B4-BE49-F238E27FC236}">
                      <a16:creationId xmlns:a16="http://schemas.microsoft.com/office/drawing/2014/main" id="{6F88AE89-1DC1-CB69-BECD-12D3D4176C0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4" name="Rectangle: Rounded Corners 1733">
                  <a:extLst>
                    <a:ext uri="{FF2B5EF4-FFF2-40B4-BE49-F238E27FC236}">
                      <a16:creationId xmlns:a16="http://schemas.microsoft.com/office/drawing/2014/main" id="{26E49922-2233-F638-9A50-A9C13FE006E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5" name="Rectangle: Rounded Corners 1734">
                  <a:extLst>
                    <a:ext uri="{FF2B5EF4-FFF2-40B4-BE49-F238E27FC236}">
                      <a16:creationId xmlns:a16="http://schemas.microsoft.com/office/drawing/2014/main" id="{B024394C-BAA3-B688-B2D3-5B55852525F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6" name="Rectangle: Rounded Corners 1735">
                  <a:extLst>
                    <a:ext uri="{FF2B5EF4-FFF2-40B4-BE49-F238E27FC236}">
                      <a16:creationId xmlns:a16="http://schemas.microsoft.com/office/drawing/2014/main" id="{51894894-D7BE-99E4-6174-41A6D49A401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7" name="Rectangle: Rounded Corners 1736">
                  <a:extLst>
                    <a:ext uri="{FF2B5EF4-FFF2-40B4-BE49-F238E27FC236}">
                      <a16:creationId xmlns:a16="http://schemas.microsoft.com/office/drawing/2014/main" id="{06A25729-1AFB-3934-4020-B1941E79CB3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8" name="Rectangle: Rounded Corners 1737">
                  <a:extLst>
                    <a:ext uri="{FF2B5EF4-FFF2-40B4-BE49-F238E27FC236}">
                      <a16:creationId xmlns:a16="http://schemas.microsoft.com/office/drawing/2014/main" id="{480C85E0-4030-FEBE-78AB-FEECF701A67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22" name="Group 1721">
                <a:extLst>
                  <a:ext uri="{FF2B5EF4-FFF2-40B4-BE49-F238E27FC236}">
                    <a16:creationId xmlns:a16="http://schemas.microsoft.com/office/drawing/2014/main" id="{AA887804-8075-0FB0-27C1-0292CF5B945C}"/>
                  </a:ext>
                </a:extLst>
              </p:cNvPr>
              <p:cNvGrpSpPr/>
              <p:nvPr/>
            </p:nvGrpSpPr>
            <p:grpSpPr>
              <a:xfrm>
                <a:off x="3967163" y="5983284"/>
                <a:ext cx="2177954" cy="203200"/>
                <a:chOff x="4411662" y="1266827"/>
                <a:chExt cx="2177954" cy="203200"/>
              </a:xfrm>
              <a:solidFill>
                <a:schemeClr val="tx1"/>
              </a:solidFill>
            </p:grpSpPr>
            <p:sp>
              <p:nvSpPr>
                <p:cNvPr id="1723" name="Rectangle: Rounded Corners 1722">
                  <a:extLst>
                    <a:ext uri="{FF2B5EF4-FFF2-40B4-BE49-F238E27FC236}">
                      <a16:creationId xmlns:a16="http://schemas.microsoft.com/office/drawing/2014/main" id="{8BC32693-505C-0B1D-7509-7BF35E76A1A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4" name="Rectangle: Rounded Corners 1723">
                  <a:extLst>
                    <a:ext uri="{FF2B5EF4-FFF2-40B4-BE49-F238E27FC236}">
                      <a16:creationId xmlns:a16="http://schemas.microsoft.com/office/drawing/2014/main" id="{90C4B1B9-D6D0-7B84-55E0-307C3E1FB92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5" name="Rectangle: Rounded Corners 1724">
                  <a:extLst>
                    <a:ext uri="{FF2B5EF4-FFF2-40B4-BE49-F238E27FC236}">
                      <a16:creationId xmlns:a16="http://schemas.microsoft.com/office/drawing/2014/main" id="{09F73530-11D8-BE46-6664-E3C9B2B1107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6" name="Rectangle: Rounded Corners 1725">
                  <a:extLst>
                    <a:ext uri="{FF2B5EF4-FFF2-40B4-BE49-F238E27FC236}">
                      <a16:creationId xmlns:a16="http://schemas.microsoft.com/office/drawing/2014/main" id="{43D13108-0D78-90AF-0B59-8C80241D884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7" name="Rectangle: Rounded Corners 1726">
                  <a:extLst>
                    <a:ext uri="{FF2B5EF4-FFF2-40B4-BE49-F238E27FC236}">
                      <a16:creationId xmlns:a16="http://schemas.microsoft.com/office/drawing/2014/main" id="{36069DF0-6ED6-0694-F553-25DF19B840C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8" name="Rectangle: Rounded Corners 1727">
                  <a:extLst>
                    <a:ext uri="{FF2B5EF4-FFF2-40B4-BE49-F238E27FC236}">
                      <a16:creationId xmlns:a16="http://schemas.microsoft.com/office/drawing/2014/main" id="{CAAE19ED-A61C-DCED-C3CC-6D6F0157C6F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9" name="Rectangle: Rounded Corners 1728">
                  <a:extLst>
                    <a:ext uri="{FF2B5EF4-FFF2-40B4-BE49-F238E27FC236}">
                      <a16:creationId xmlns:a16="http://schemas.microsoft.com/office/drawing/2014/main" id="{13173855-EB59-E232-07C1-4DD58CBB660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0" name="Rectangle: Rounded Corners 1729">
                  <a:extLst>
                    <a:ext uri="{FF2B5EF4-FFF2-40B4-BE49-F238E27FC236}">
                      <a16:creationId xmlns:a16="http://schemas.microsoft.com/office/drawing/2014/main" id="{7CB5F5BA-FDF8-AD91-1F1F-51FC373699C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0" name="Group 1539">
              <a:extLst>
                <a:ext uri="{FF2B5EF4-FFF2-40B4-BE49-F238E27FC236}">
                  <a16:creationId xmlns:a16="http://schemas.microsoft.com/office/drawing/2014/main" id="{05E4503C-A525-F9B5-5283-EB4D1AB65287}"/>
                </a:ext>
              </a:extLst>
            </p:cNvPr>
            <p:cNvGrpSpPr/>
            <p:nvPr/>
          </p:nvGrpSpPr>
          <p:grpSpPr>
            <a:xfrm>
              <a:off x="6299799" y="4130677"/>
              <a:ext cx="2324893" cy="2055807"/>
              <a:chOff x="3967162" y="4130677"/>
              <a:chExt cx="2324893" cy="2055807"/>
            </a:xfrm>
          </p:grpSpPr>
          <p:sp>
            <p:nvSpPr>
              <p:cNvPr id="1701" name="Rectangle: Rounded Corners 1700">
                <a:extLst>
                  <a:ext uri="{FF2B5EF4-FFF2-40B4-BE49-F238E27FC236}">
                    <a16:creationId xmlns:a16="http://schemas.microsoft.com/office/drawing/2014/main" id="{44A9A73B-680F-2572-52CF-4DD28678181B}"/>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02" name="Group 1701">
                <a:extLst>
                  <a:ext uri="{FF2B5EF4-FFF2-40B4-BE49-F238E27FC236}">
                    <a16:creationId xmlns:a16="http://schemas.microsoft.com/office/drawing/2014/main" id="{3F882A50-22FB-E1E0-3874-B7B763AD9A7C}"/>
                  </a:ext>
                </a:extLst>
              </p:cNvPr>
              <p:cNvGrpSpPr/>
              <p:nvPr/>
            </p:nvGrpSpPr>
            <p:grpSpPr>
              <a:xfrm>
                <a:off x="3967162" y="4130677"/>
                <a:ext cx="2177954" cy="203200"/>
                <a:chOff x="4411662" y="1266827"/>
                <a:chExt cx="2177954" cy="203200"/>
              </a:xfrm>
              <a:solidFill>
                <a:schemeClr val="tx1"/>
              </a:solidFill>
            </p:grpSpPr>
            <p:sp>
              <p:nvSpPr>
                <p:cNvPr id="1712" name="Rectangle: Rounded Corners 1711">
                  <a:extLst>
                    <a:ext uri="{FF2B5EF4-FFF2-40B4-BE49-F238E27FC236}">
                      <a16:creationId xmlns:a16="http://schemas.microsoft.com/office/drawing/2014/main" id="{9969C80D-361D-3F8E-3E43-9FE54A3E7EC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3" name="Rectangle: Rounded Corners 1712">
                  <a:extLst>
                    <a:ext uri="{FF2B5EF4-FFF2-40B4-BE49-F238E27FC236}">
                      <a16:creationId xmlns:a16="http://schemas.microsoft.com/office/drawing/2014/main" id="{5E39B88F-AE15-72BE-BEB6-DF336DE10CA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4" name="Rectangle: Rounded Corners 1713">
                  <a:extLst>
                    <a:ext uri="{FF2B5EF4-FFF2-40B4-BE49-F238E27FC236}">
                      <a16:creationId xmlns:a16="http://schemas.microsoft.com/office/drawing/2014/main" id="{A658DA52-44F8-F6AE-D821-52AED0526BC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5" name="Rectangle: Rounded Corners 1714">
                  <a:extLst>
                    <a:ext uri="{FF2B5EF4-FFF2-40B4-BE49-F238E27FC236}">
                      <a16:creationId xmlns:a16="http://schemas.microsoft.com/office/drawing/2014/main" id="{0038D4C2-1924-E9CD-EF81-BAF1161C3A8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6" name="Rectangle: Rounded Corners 1715">
                  <a:extLst>
                    <a:ext uri="{FF2B5EF4-FFF2-40B4-BE49-F238E27FC236}">
                      <a16:creationId xmlns:a16="http://schemas.microsoft.com/office/drawing/2014/main" id="{767757C4-863D-E682-B787-D2B9104300D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7" name="Rectangle: Rounded Corners 1716">
                  <a:extLst>
                    <a:ext uri="{FF2B5EF4-FFF2-40B4-BE49-F238E27FC236}">
                      <a16:creationId xmlns:a16="http://schemas.microsoft.com/office/drawing/2014/main" id="{5AA8F420-BF2F-EE5D-A33A-01A04A6826E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8" name="Rectangle: Rounded Corners 1717">
                  <a:extLst>
                    <a:ext uri="{FF2B5EF4-FFF2-40B4-BE49-F238E27FC236}">
                      <a16:creationId xmlns:a16="http://schemas.microsoft.com/office/drawing/2014/main" id="{871FF4FB-E4B7-1B03-25CE-C2ACD6E9D64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9" name="Rectangle: Rounded Corners 1718">
                  <a:extLst>
                    <a:ext uri="{FF2B5EF4-FFF2-40B4-BE49-F238E27FC236}">
                      <a16:creationId xmlns:a16="http://schemas.microsoft.com/office/drawing/2014/main" id="{34FA0C0F-2214-A67E-9A3B-C952776B6C7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03" name="Group 1702">
                <a:extLst>
                  <a:ext uri="{FF2B5EF4-FFF2-40B4-BE49-F238E27FC236}">
                    <a16:creationId xmlns:a16="http://schemas.microsoft.com/office/drawing/2014/main" id="{E59FC111-7C76-4D8A-1CAD-4A48A9AAF50D}"/>
                  </a:ext>
                </a:extLst>
              </p:cNvPr>
              <p:cNvGrpSpPr/>
              <p:nvPr/>
            </p:nvGrpSpPr>
            <p:grpSpPr>
              <a:xfrm>
                <a:off x="3967163" y="5983284"/>
                <a:ext cx="2177954" cy="203200"/>
                <a:chOff x="4411662" y="1266827"/>
                <a:chExt cx="2177954" cy="203200"/>
              </a:xfrm>
              <a:solidFill>
                <a:schemeClr val="tx1"/>
              </a:solidFill>
            </p:grpSpPr>
            <p:sp>
              <p:nvSpPr>
                <p:cNvPr id="1704" name="Rectangle: Rounded Corners 1703">
                  <a:extLst>
                    <a:ext uri="{FF2B5EF4-FFF2-40B4-BE49-F238E27FC236}">
                      <a16:creationId xmlns:a16="http://schemas.microsoft.com/office/drawing/2014/main" id="{BEB36BE5-7290-9C1F-4B66-3AD6DAAB661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5" name="Rectangle: Rounded Corners 1704">
                  <a:extLst>
                    <a:ext uri="{FF2B5EF4-FFF2-40B4-BE49-F238E27FC236}">
                      <a16:creationId xmlns:a16="http://schemas.microsoft.com/office/drawing/2014/main" id="{55211ABE-7071-E6CC-F399-62BF9287319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6" name="Rectangle: Rounded Corners 1705">
                  <a:extLst>
                    <a:ext uri="{FF2B5EF4-FFF2-40B4-BE49-F238E27FC236}">
                      <a16:creationId xmlns:a16="http://schemas.microsoft.com/office/drawing/2014/main" id="{1BF15637-1946-B35F-AE92-D926CC044A2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7" name="Rectangle: Rounded Corners 1706">
                  <a:extLst>
                    <a:ext uri="{FF2B5EF4-FFF2-40B4-BE49-F238E27FC236}">
                      <a16:creationId xmlns:a16="http://schemas.microsoft.com/office/drawing/2014/main" id="{5781EA60-7B31-8360-40A4-BAB4DE6336C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8" name="Rectangle: Rounded Corners 1707">
                  <a:extLst>
                    <a:ext uri="{FF2B5EF4-FFF2-40B4-BE49-F238E27FC236}">
                      <a16:creationId xmlns:a16="http://schemas.microsoft.com/office/drawing/2014/main" id="{E2AD1D3A-A3C7-0275-3632-BEFE2AC999C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9" name="Rectangle: Rounded Corners 1708">
                  <a:extLst>
                    <a:ext uri="{FF2B5EF4-FFF2-40B4-BE49-F238E27FC236}">
                      <a16:creationId xmlns:a16="http://schemas.microsoft.com/office/drawing/2014/main" id="{4838DE5E-11DF-3C09-07F9-EAF5677A1E6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0" name="Rectangle: Rounded Corners 1709">
                  <a:extLst>
                    <a:ext uri="{FF2B5EF4-FFF2-40B4-BE49-F238E27FC236}">
                      <a16:creationId xmlns:a16="http://schemas.microsoft.com/office/drawing/2014/main" id="{2E0EBF61-FC09-4C00-ED83-E4CB3D62E77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1" name="Rectangle: Rounded Corners 1710">
                  <a:extLst>
                    <a:ext uri="{FF2B5EF4-FFF2-40B4-BE49-F238E27FC236}">
                      <a16:creationId xmlns:a16="http://schemas.microsoft.com/office/drawing/2014/main" id="{E6235534-D87F-3FC8-2672-912B35BF1D1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1" name="Group 1540">
              <a:extLst>
                <a:ext uri="{FF2B5EF4-FFF2-40B4-BE49-F238E27FC236}">
                  <a16:creationId xmlns:a16="http://schemas.microsoft.com/office/drawing/2014/main" id="{94168385-4A5D-5D12-714D-76BB953B3331}"/>
                </a:ext>
              </a:extLst>
            </p:cNvPr>
            <p:cNvGrpSpPr/>
            <p:nvPr/>
          </p:nvGrpSpPr>
          <p:grpSpPr>
            <a:xfrm>
              <a:off x="8632436" y="4130677"/>
              <a:ext cx="2324893" cy="2055807"/>
              <a:chOff x="3967162" y="4130677"/>
              <a:chExt cx="2324893" cy="2055807"/>
            </a:xfrm>
          </p:grpSpPr>
          <p:sp>
            <p:nvSpPr>
              <p:cNvPr id="1682" name="Rectangle: Rounded Corners 1681">
                <a:extLst>
                  <a:ext uri="{FF2B5EF4-FFF2-40B4-BE49-F238E27FC236}">
                    <a16:creationId xmlns:a16="http://schemas.microsoft.com/office/drawing/2014/main" id="{80912CA9-E667-E99F-3D23-13F19131142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83" name="Group 1682">
                <a:extLst>
                  <a:ext uri="{FF2B5EF4-FFF2-40B4-BE49-F238E27FC236}">
                    <a16:creationId xmlns:a16="http://schemas.microsoft.com/office/drawing/2014/main" id="{0B581FCA-663F-B413-AD14-852785421465}"/>
                  </a:ext>
                </a:extLst>
              </p:cNvPr>
              <p:cNvGrpSpPr/>
              <p:nvPr/>
            </p:nvGrpSpPr>
            <p:grpSpPr>
              <a:xfrm>
                <a:off x="3967162" y="4130677"/>
                <a:ext cx="2177954" cy="203200"/>
                <a:chOff x="4411662" y="1266827"/>
                <a:chExt cx="2177954" cy="203200"/>
              </a:xfrm>
              <a:solidFill>
                <a:schemeClr val="tx1"/>
              </a:solidFill>
            </p:grpSpPr>
            <p:sp>
              <p:nvSpPr>
                <p:cNvPr id="1693" name="Rectangle: Rounded Corners 1692">
                  <a:extLst>
                    <a:ext uri="{FF2B5EF4-FFF2-40B4-BE49-F238E27FC236}">
                      <a16:creationId xmlns:a16="http://schemas.microsoft.com/office/drawing/2014/main" id="{8AF1735B-386D-BF63-8E9D-633A24A4C60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4" name="Rectangle: Rounded Corners 1693">
                  <a:extLst>
                    <a:ext uri="{FF2B5EF4-FFF2-40B4-BE49-F238E27FC236}">
                      <a16:creationId xmlns:a16="http://schemas.microsoft.com/office/drawing/2014/main" id="{973321C8-21FC-FA6F-4FE4-E10E4A9E9CD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5" name="Rectangle: Rounded Corners 1694">
                  <a:extLst>
                    <a:ext uri="{FF2B5EF4-FFF2-40B4-BE49-F238E27FC236}">
                      <a16:creationId xmlns:a16="http://schemas.microsoft.com/office/drawing/2014/main" id="{326F84ED-A1D4-CA18-00B7-C9268CFC65A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6" name="Rectangle: Rounded Corners 1695">
                  <a:extLst>
                    <a:ext uri="{FF2B5EF4-FFF2-40B4-BE49-F238E27FC236}">
                      <a16:creationId xmlns:a16="http://schemas.microsoft.com/office/drawing/2014/main" id="{DBB9DCE0-2C6C-477E-E779-E54A03C3D19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7" name="Rectangle: Rounded Corners 1696">
                  <a:extLst>
                    <a:ext uri="{FF2B5EF4-FFF2-40B4-BE49-F238E27FC236}">
                      <a16:creationId xmlns:a16="http://schemas.microsoft.com/office/drawing/2014/main" id="{B210AE5E-24F4-2CFB-9EE1-0DD959FB7CF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8" name="Rectangle: Rounded Corners 1697">
                  <a:extLst>
                    <a:ext uri="{FF2B5EF4-FFF2-40B4-BE49-F238E27FC236}">
                      <a16:creationId xmlns:a16="http://schemas.microsoft.com/office/drawing/2014/main" id="{BFC62131-2F34-33B1-52D8-4FA3C4EA759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9" name="Rectangle: Rounded Corners 1698">
                  <a:extLst>
                    <a:ext uri="{FF2B5EF4-FFF2-40B4-BE49-F238E27FC236}">
                      <a16:creationId xmlns:a16="http://schemas.microsoft.com/office/drawing/2014/main" id="{694ACB1A-5EEF-E59A-AE01-4F19BA4D734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0" name="Rectangle: Rounded Corners 1699">
                  <a:extLst>
                    <a:ext uri="{FF2B5EF4-FFF2-40B4-BE49-F238E27FC236}">
                      <a16:creationId xmlns:a16="http://schemas.microsoft.com/office/drawing/2014/main" id="{A6BCFDC6-A2A3-95D7-BF92-F942FED4AFC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84" name="Group 1683">
                <a:extLst>
                  <a:ext uri="{FF2B5EF4-FFF2-40B4-BE49-F238E27FC236}">
                    <a16:creationId xmlns:a16="http://schemas.microsoft.com/office/drawing/2014/main" id="{7B811B24-8318-DF23-63C3-21D53C2AA10F}"/>
                  </a:ext>
                </a:extLst>
              </p:cNvPr>
              <p:cNvGrpSpPr/>
              <p:nvPr/>
            </p:nvGrpSpPr>
            <p:grpSpPr>
              <a:xfrm>
                <a:off x="3967163" y="5983284"/>
                <a:ext cx="2177954" cy="203200"/>
                <a:chOff x="4411662" y="1266827"/>
                <a:chExt cx="2177954" cy="203200"/>
              </a:xfrm>
              <a:solidFill>
                <a:schemeClr val="tx1"/>
              </a:solidFill>
            </p:grpSpPr>
            <p:sp>
              <p:nvSpPr>
                <p:cNvPr id="1685" name="Rectangle: Rounded Corners 1684">
                  <a:extLst>
                    <a:ext uri="{FF2B5EF4-FFF2-40B4-BE49-F238E27FC236}">
                      <a16:creationId xmlns:a16="http://schemas.microsoft.com/office/drawing/2014/main" id="{67A5C2E2-2361-C570-2BC6-28926BE51E7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6" name="Rectangle: Rounded Corners 1685">
                  <a:extLst>
                    <a:ext uri="{FF2B5EF4-FFF2-40B4-BE49-F238E27FC236}">
                      <a16:creationId xmlns:a16="http://schemas.microsoft.com/office/drawing/2014/main" id="{F04624CC-563A-0548-A469-B048D899D49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7" name="Rectangle: Rounded Corners 1686">
                  <a:extLst>
                    <a:ext uri="{FF2B5EF4-FFF2-40B4-BE49-F238E27FC236}">
                      <a16:creationId xmlns:a16="http://schemas.microsoft.com/office/drawing/2014/main" id="{78EA4B9A-6884-A3FF-CDA1-68C84833FCB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8" name="Rectangle: Rounded Corners 1687">
                  <a:extLst>
                    <a:ext uri="{FF2B5EF4-FFF2-40B4-BE49-F238E27FC236}">
                      <a16:creationId xmlns:a16="http://schemas.microsoft.com/office/drawing/2014/main" id="{5E5D9AAF-759D-8708-A8D1-A6D69B59181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9" name="Rectangle: Rounded Corners 1688">
                  <a:extLst>
                    <a:ext uri="{FF2B5EF4-FFF2-40B4-BE49-F238E27FC236}">
                      <a16:creationId xmlns:a16="http://schemas.microsoft.com/office/drawing/2014/main" id="{0D9A7F3D-04FF-4D41-F254-7B4CFD51364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0" name="Rectangle: Rounded Corners 1689">
                  <a:extLst>
                    <a:ext uri="{FF2B5EF4-FFF2-40B4-BE49-F238E27FC236}">
                      <a16:creationId xmlns:a16="http://schemas.microsoft.com/office/drawing/2014/main" id="{5517F7BA-2763-3095-3473-3F5EE9ED8C7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1" name="Rectangle: Rounded Corners 1690">
                  <a:extLst>
                    <a:ext uri="{FF2B5EF4-FFF2-40B4-BE49-F238E27FC236}">
                      <a16:creationId xmlns:a16="http://schemas.microsoft.com/office/drawing/2014/main" id="{6511919D-1756-EE6E-74C2-ED8768D4F1D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2" name="Rectangle: Rounded Corners 1691">
                  <a:extLst>
                    <a:ext uri="{FF2B5EF4-FFF2-40B4-BE49-F238E27FC236}">
                      <a16:creationId xmlns:a16="http://schemas.microsoft.com/office/drawing/2014/main" id="{D0A57E5D-BF1C-0228-70D5-7E41A965CF5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2" name="Group 1541">
              <a:extLst>
                <a:ext uri="{FF2B5EF4-FFF2-40B4-BE49-F238E27FC236}">
                  <a16:creationId xmlns:a16="http://schemas.microsoft.com/office/drawing/2014/main" id="{729E8B0F-9A6B-AD71-F764-F539D32B1552}"/>
                </a:ext>
              </a:extLst>
            </p:cNvPr>
            <p:cNvGrpSpPr/>
            <p:nvPr/>
          </p:nvGrpSpPr>
          <p:grpSpPr>
            <a:xfrm>
              <a:off x="10965073" y="4130677"/>
              <a:ext cx="2324893" cy="2055807"/>
              <a:chOff x="3967162" y="4130677"/>
              <a:chExt cx="2324893" cy="2055807"/>
            </a:xfrm>
          </p:grpSpPr>
          <p:sp>
            <p:nvSpPr>
              <p:cNvPr id="1663" name="Rectangle: Rounded Corners 1662">
                <a:extLst>
                  <a:ext uri="{FF2B5EF4-FFF2-40B4-BE49-F238E27FC236}">
                    <a16:creationId xmlns:a16="http://schemas.microsoft.com/office/drawing/2014/main" id="{3FCDAB70-D0FF-9A7F-9E5E-7105216DBEE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64" name="Group 1663">
                <a:extLst>
                  <a:ext uri="{FF2B5EF4-FFF2-40B4-BE49-F238E27FC236}">
                    <a16:creationId xmlns:a16="http://schemas.microsoft.com/office/drawing/2014/main" id="{DA7B1CAC-C2BE-96DC-61A7-F48CA82AB556}"/>
                  </a:ext>
                </a:extLst>
              </p:cNvPr>
              <p:cNvGrpSpPr/>
              <p:nvPr/>
            </p:nvGrpSpPr>
            <p:grpSpPr>
              <a:xfrm>
                <a:off x="3967162" y="4130677"/>
                <a:ext cx="2177954" cy="203200"/>
                <a:chOff x="4411662" y="1266827"/>
                <a:chExt cx="2177954" cy="203200"/>
              </a:xfrm>
              <a:solidFill>
                <a:schemeClr val="tx1"/>
              </a:solidFill>
            </p:grpSpPr>
            <p:sp>
              <p:nvSpPr>
                <p:cNvPr id="1674" name="Rectangle: Rounded Corners 1673">
                  <a:extLst>
                    <a:ext uri="{FF2B5EF4-FFF2-40B4-BE49-F238E27FC236}">
                      <a16:creationId xmlns:a16="http://schemas.microsoft.com/office/drawing/2014/main" id="{112E771D-6945-A32D-109B-15860DA3469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5" name="Rectangle: Rounded Corners 1674">
                  <a:extLst>
                    <a:ext uri="{FF2B5EF4-FFF2-40B4-BE49-F238E27FC236}">
                      <a16:creationId xmlns:a16="http://schemas.microsoft.com/office/drawing/2014/main" id="{5950DFEC-E2FC-CADD-1EB7-752B2A64439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6" name="Rectangle: Rounded Corners 1675">
                  <a:extLst>
                    <a:ext uri="{FF2B5EF4-FFF2-40B4-BE49-F238E27FC236}">
                      <a16:creationId xmlns:a16="http://schemas.microsoft.com/office/drawing/2014/main" id="{08DE5D3F-DC03-EBC2-A36D-5403B18EDCB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7" name="Rectangle: Rounded Corners 1676">
                  <a:extLst>
                    <a:ext uri="{FF2B5EF4-FFF2-40B4-BE49-F238E27FC236}">
                      <a16:creationId xmlns:a16="http://schemas.microsoft.com/office/drawing/2014/main" id="{69963887-884E-44F4-5B03-F5A77FACECC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8" name="Rectangle: Rounded Corners 1677">
                  <a:extLst>
                    <a:ext uri="{FF2B5EF4-FFF2-40B4-BE49-F238E27FC236}">
                      <a16:creationId xmlns:a16="http://schemas.microsoft.com/office/drawing/2014/main" id="{7F12B740-0388-111C-D81E-B5F342D28BD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9" name="Rectangle: Rounded Corners 1678">
                  <a:extLst>
                    <a:ext uri="{FF2B5EF4-FFF2-40B4-BE49-F238E27FC236}">
                      <a16:creationId xmlns:a16="http://schemas.microsoft.com/office/drawing/2014/main" id="{EAFAA02D-CEA1-5C67-5581-AD2B96AAE94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0" name="Rectangle: Rounded Corners 1679">
                  <a:extLst>
                    <a:ext uri="{FF2B5EF4-FFF2-40B4-BE49-F238E27FC236}">
                      <a16:creationId xmlns:a16="http://schemas.microsoft.com/office/drawing/2014/main" id="{4C9D0B1B-30C4-A473-CE30-782637BD672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1" name="Rectangle: Rounded Corners 1680">
                  <a:extLst>
                    <a:ext uri="{FF2B5EF4-FFF2-40B4-BE49-F238E27FC236}">
                      <a16:creationId xmlns:a16="http://schemas.microsoft.com/office/drawing/2014/main" id="{246E9430-F636-BEA0-4C0A-0E525982E58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65" name="Group 1664">
                <a:extLst>
                  <a:ext uri="{FF2B5EF4-FFF2-40B4-BE49-F238E27FC236}">
                    <a16:creationId xmlns:a16="http://schemas.microsoft.com/office/drawing/2014/main" id="{7372ACBC-DC38-9949-CD28-6E6D2A9EFFE5}"/>
                  </a:ext>
                </a:extLst>
              </p:cNvPr>
              <p:cNvGrpSpPr/>
              <p:nvPr/>
            </p:nvGrpSpPr>
            <p:grpSpPr>
              <a:xfrm>
                <a:off x="3967163" y="5983284"/>
                <a:ext cx="2177954" cy="203200"/>
                <a:chOff x="4411662" y="1266827"/>
                <a:chExt cx="2177954" cy="203200"/>
              </a:xfrm>
              <a:solidFill>
                <a:schemeClr val="tx1"/>
              </a:solidFill>
            </p:grpSpPr>
            <p:sp>
              <p:nvSpPr>
                <p:cNvPr id="1666" name="Rectangle: Rounded Corners 1665">
                  <a:extLst>
                    <a:ext uri="{FF2B5EF4-FFF2-40B4-BE49-F238E27FC236}">
                      <a16:creationId xmlns:a16="http://schemas.microsoft.com/office/drawing/2014/main" id="{9AAAFF37-D88B-A3EF-06E7-04374D4EEE7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7" name="Rectangle: Rounded Corners 1666">
                  <a:extLst>
                    <a:ext uri="{FF2B5EF4-FFF2-40B4-BE49-F238E27FC236}">
                      <a16:creationId xmlns:a16="http://schemas.microsoft.com/office/drawing/2014/main" id="{FFBB5E1F-2F5A-992B-596E-88A76103A82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8" name="Rectangle: Rounded Corners 1667">
                  <a:extLst>
                    <a:ext uri="{FF2B5EF4-FFF2-40B4-BE49-F238E27FC236}">
                      <a16:creationId xmlns:a16="http://schemas.microsoft.com/office/drawing/2014/main" id="{B5F13A68-00EC-6423-E7CB-2A6259353BF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9" name="Rectangle: Rounded Corners 1668">
                  <a:extLst>
                    <a:ext uri="{FF2B5EF4-FFF2-40B4-BE49-F238E27FC236}">
                      <a16:creationId xmlns:a16="http://schemas.microsoft.com/office/drawing/2014/main" id="{77668513-01B0-AAD1-C721-2D7436D80D4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0" name="Rectangle: Rounded Corners 1669">
                  <a:extLst>
                    <a:ext uri="{FF2B5EF4-FFF2-40B4-BE49-F238E27FC236}">
                      <a16:creationId xmlns:a16="http://schemas.microsoft.com/office/drawing/2014/main" id="{0B8DABFA-1D5C-5771-264C-E0397969FBD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1" name="Rectangle: Rounded Corners 1670">
                  <a:extLst>
                    <a:ext uri="{FF2B5EF4-FFF2-40B4-BE49-F238E27FC236}">
                      <a16:creationId xmlns:a16="http://schemas.microsoft.com/office/drawing/2014/main" id="{034A9D35-4961-7DC6-80D4-FECBC4E0D15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2" name="Rectangle: Rounded Corners 1671">
                  <a:extLst>
                    <a:ext uri="{FF2B5EF4-FFF2-40B4-BE49-F238E27FC236}">
                      <a16:creationId xmlns:a16="http://schemas.microsoft.com/office/drawing/2014/main" id="{142DA324-07F4-0ADD-57F5-901A913638E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3" name="Rectangle: Rounded Corners 1672">
                  <a:extLst>
                    <a:ext uri="{FF2B5EF4-FFF2-40B4-BE49-F238E27FC236}">
                      <a16:creationId xmlns:a16="http://schemas.microsoft.com/office/drawing/2014/main" id="{6D480DEB-CEC9-A764-4325-71C656769B2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3" name="Group 1542">
              <a:extLst>
                <a:ext uri="{FF2B5EF4-FFF2-40B4-BE49-F238E27FC236}">
                  <a16:creationId xmlns:a16="http://schemas.microsoft.com/office/drawing/2014/main" id="{92149025-1B53-9D93-5349-359483C4E415}"/>
                </a:ext>
              </a:extLst>
            </p:cNvPr>
            <p:cNvGrpSpPr/>
            <p:nvPr/>
          </p:nvGrpSpPr>
          <p:grpSpPr>
            <a:xfrm>
              <a:off x="13297710" y="4130677"/>
              <a:ext cx="2324893" cy="2055807"/>
              <a:chOff x="3967162" y="4130677"/>
              <a:chExt cx="2324893" cy="2055807"/>
            </a:xfrm>
          </p:grpSpPr>
          <p:sp>
            <p:nvSpPr>
              <p:cNvPr id="1644" name="Rectangle: Rounded Corners 1643">
                <a:extLst>
                  <a:ext uri="{FF2B5EF4-FFF2-40B4-BE49-F238E27FC236}">
                    <a16:creationId xmlns:a16="http://schemas.microsoft.com/office/drawing/2014/main" id="{26E6A2AB-B997-A538-BB3C-7188DDD8B94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45" name="Group 1644">
                <a:extLst>
                  <a:ext uri="{FF2B5EF4-FFF2-40B4-BE49-F238E27FC236}">
                    <a16:creationId xmlns:a16="http://schemas.microsoft.com/office/drawing/2014/main" id="{A62EDF48-9E75-72A1-9B9D-D9A49AECD201}"/>
                  </a:ext>
                </a:extLst>
              </p:cNvPr>
              <p:cNvGrpSpPr/>
              <p:nvPr/>
            </p:nvGrpSpPr>
            <p:grpSpPr>
              <a:xfrm>
                <a:off x="3967162" y="4130677"/>
                <a:ext cx="2177954" cy="203200"/>
                <a:chOff x="4411662" y="1266827"/>
                <a:chExt cx="2177954" cy="203200"/>
              </a:xfrm>
              <a:solidFill>
                <a:schemeClr val="tx1"/>
              </a:solidFill>
            </p:grpSpPr>
            <p:sp>
              <p:nvSpPr>
                <p:cNvPr id="1655" name="Rectangle: Rounded Corners 1654">
                  <a:extLst>
                    <a:ext uri="{FF2B5EF4-FFF2-40B4-BE49-F238E27FC236}">
                      <a16:creationId xmlns:a16="http://schemas.microsoft.com/office/drawing/2014/main" id="{DBEA5E19-7A20-7751-7FEC-FD22900A928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6" name="Rectangle: Rounded Corners 1655">
                  <a:extLst>
                    <a:ext uri="{FF2B5EF4-FFF2-40B4-BE49-F238E27FC236}">
                      <a16:creationId xmlns:a16="http://schemas.microsoft.com/office/drawing/2014/main" id="{37997716-6678-5552-74CD-505CDADDBCF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7" name="Rectangle: Rounded Corners 1656">
                  <a:extLst>
                    <a:ext uri="{FF2B5EF4-FFF2-40B4-BE49-F238E27FC236}">
                      <a16:creationId xmlns:a16="http://schemas.microsoft.com/office/drawing/2014/main" id="{2DC5328A-2CC0-597D-F29F-AEB71D0315E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8" name="Rectangle: Rounded Corners 1657">
                  <a:extLst>
                    <a:ext uri="{FF2B5EF4-FFF2-40B4-BE49-F238E27FC236}">
                      <a16:creationId xmlns:a16="http://schemas.microsoft.com/office/drawing/2014/main" id="{1DB6C7F8-80EE-8C1A-82EC-65ED3795259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9" name="Rectangle: Rounded Corners 1658">
                  <a:extLst>
                    <a:ext uri="{FF2B5EF4-FFF2-40B4-BE49-F238E27FC236}">
                      <a16:creationId xmlns:a16="http://schemas.microsoft.com/office/drawing/2014/main" id="{54271028-68A8-42F0-07B9-5308F531477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0" name="Rectangle: Rounded Corners 1659">
                  <a:extLst>
                    <a:ext uri="{FF2B5EF4-FFF2-40B4-BE49-F238E27FC236}">
                      <a16:creationId xmlns:a16="http://schemas.microsoft.com/office/drawing/2014/main" id="{9DA67FA4-8AFD-994D-4980-FD411016A4A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1" name="Rectangle: Rounded Corners 1660">
                  <a:extLst>
                    <a:ext uri="{FF2B5EF4-FFF2-40B4-BE49-F238E27FC236}">
                      <a16:creationId xmlns:a16="http://schemas.microsoft.com/office/drawing/2014/main" id="{31C35B0B-46B0-E15F-5D45-54246FDA4EC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2" name="Rectangle: Rounded Corners 1661">
                  <a:extLst>
                    <a:ext uri="{FF2B5EF4-FFF2-40B4-BE49-F238E27FC236}">
                      <a16:creationId xmlns:a16="http://schemas.microsoft.com/office/drawing/2014/main" id="{1E1E297B-7A05-53E6-BF24-CEDC36B9EAE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46" name="Group 1645">
                <a:extLst>
                  <a:ext uri="{FF2B5EF4-FFF2-40B4-BE49-F238E27FC236}">
                    <a16:creationId xmlns:a16="http://schemas.microsoft.com/office/drawing/2014/main" id="{B3B9E9A9-54D3-4BD7-EFDE-8D85072CFD02}"/>
                  </a:ext>
                </a:extLst>
              </p:cNvPr>
              <p:cNvGrpSpPr/>
              <p:nvPr/>
            </p:nvGrpSpPr>
            <p:grpSpPr>
              <a:xfrm>
                <a:off x="3967163" y="5983284"/>
                <a:ext cx="2177954" cy="203200"/>
                <a:chOff x="4411662" y="1266827"/>
                <a:chExt cx="2177954" cy="203200"/>
              </a:xfrm>
              <a:solidFill>
                <a:schemeClr val="tx1"/>
              </a:solidFill>
            </p:grpSpPr>
            <p:sp>
              <p:nvSpPr>
                <p:cNvPr id="1647" name="Rectangle: Rounded Corners 1646">
                  <a:extLst>
                    <a:ext uri="{FF2B5EF4-FFF2-40B4-BE49-F238E27FC236}">
                      <a16:creationId xmlns:a16="http://schemas.microsoft.com/office/drawing/2014/main" id="{FF8B11C9-A833-7700-D16A-41FA688CADF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8" name="Rectangle: Rounded Corners 1647">
                  <a:extLst>
                    <a:ext uri="{FF2B5EF4-FFF2-40B4-BE49-F238E27FC236}">
                      <a16:creationId xmlns:a16="http://schemas.microsoft.com/office/drawing/2014/main" id="{61E6C11A-29FC-7E85-949F-E26E089DBE2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9" name="Rectangle: Rounded Corners 1648">
                  <a:extLst>
                    <a:ext uri="{FF2B5EF4-FFF2-40B4-BE49-F238E27FC236}">
                      <a16:creationId xmlns:a16="http://schemas.microsoft.com/office/drawing/2014/main" id="{45AAAD76-D935-8502-4831-C8BEA9218D0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0" name="Rectangle: Rounded Corners 1649">
                  <a:extLst>
                    <a:ext uri="{FF2B5EF4-FFF2-40B4-BE49-F238E27FC236}">
                      <a16:creationId xmlns:a16="http://schemas.microsoft.com/office/drawing/2014/main" id="{215E0FD4-3BCF-FCB3-C71D-572CB342A11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1" name="Rectangle: Rounded Corners 1650">
                  <a:extLst>
                    <a:ext uri="{FF2B5EF4-FFF2-40B4-BE49-F238E27FC236}">
                      <a16:creationId xmlns:a16="http://schemas.microsoft.com/office/drawing/2014/main" id="{F6D2B5CC-8F3E-7D40-3AA5-B08F2DCD3FD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2" name="Rectangle: Rounded Corners 1651">
                  <a:extLst>
                    <a:ext uri="{FF2B5EF4-FFF2-40B4-BE49-F238E27FC236}">
                      <a16:creationId xmlns:a16="http://schemas.microsoft.com/office/drawing/2014/main" id="{6E31F454-3091-8B24-6FF9-9FCDAAE9205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3" name="Rectangle: Rounded Corners 1652">
                  <a:extLst>
                    <a:ext uri="{FF2B5EF4-FFF2-40B4-BE49-F238E27FC236}">
                      <a16:creationId xmlns:a16="http://schemas.microsoft.com/office/drawing/2014/main" id="{8A6780D5-E95D-E40E-71C0-5B750E308BF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4" name="Rectangle: Rounded Corners 1653">
                  <a:extLst>
                    <a:ext uri="{FF2B5EF4-FFF2-40B4-BE49-F238E27FC236}">
                      <a16:creationId xmlns:a16="http://schemas.microsoft.com/office/drawing/2014/main" id="{AC0DA8D6-9F3A-E98E-8403-1EBAA1F1817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4" name="Group 1543">
              <a:extLst>
                <a:ext uri="{FF2B5EF4-FFF2-40B4-BE49-F238E27FC236}">
                  <a16:creationId xmlns:a16="http://schemas.microsoft.com/office/drawing/2014/main" id="{B0D92878-AB2A-6915-EDEE-E852313A0D29}"/>
                </a:ext>
              </a:extLst>
            </p:cNvPr>
            <p:cNvGrpSpPr/>
            <p:nvPr/>
          </p:nvGrpSpPr>
          <p:grpSpPr>
            <a:xfrm>
              <a:off x="15630347" y="4130677"/>
              <a:ext cx="2324893" cy="2055807"/>
              <a:chOff x="3967162" y="4130677"/>
              <a:chExt cx="2324893" cy="2055807"/>
            </a:xfrm>
          </p:grpSpPr>
          <p:sp>
            <p:nvSpPr>
              <p:cNvPr id="1625" name="Rectangle: Rounded Corners 1624">
                <a:extLst>
                  <a:ext uri="{FF2B5EF4-FFF2-40B4-BE49-F238E27FC236}">
                    <a16:creationId xmlns:a16="http://schemas.microsoft.com/office/drawing/2014/main" id="{EE85A514-CE66-D614-EE65-FFAF0957406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6" name="Group 1625">
                <a:extLst>
                  <a:ext uri="{FF2B5EF4-FFF2-40B4-BE49-F238E27FC236}">
                    <a16:creationId xmlns:a16="http://schemas.microsoft.com/office/drawing/2014/main" id="{5C9028D6-F78F-811A-F34C-AA8CA1C5FB77}"/>
                  </a:ext>
                </a:extLst>
              </p:cNvPr>
              <p:cNvGrpSpPr/>
              <p:nvPr/>
            </p:nvGrpSpPr>
            <p:grpSpPr>
              <a:xfrm>
                <a:off x="3967162" y="4130677"/>
                <a:ext cx="2177954" cy="203200"/>
                <a:chOff x="4411662" y="1266827"/>
                <a:chExt cx="2177954" cy="203200"/>
              </a:xfrm>
              <a:solidFill>
                <a:schemeClr val="tx1"/>
              </a:solidFill>
            </p:grpSpPr>
            <p:sp>
              <p:nvSpPr>
                <p:cNvPr id="1636" name="Rectangle: Rounded Corners 1635">
                  <a:extLst>
                    <a:ext uri="{FF2B5EF4-FFF2-40B4-BE49-F238E27FC236}">
                      <a16:creationId xmlns:a16="http://schemas.microsoft.com/office/drawing/2014/main" id="{6A9B40BE-14C5-1CD0-C2EE-837E2C928A2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7" name="Rectangle: Rounded Corners 1636">
                  <a:extLst>
                    <a:ext uri="{FF2B5EF4-FFF2-40B4-BE49-F238E27FC236}">
                      <a16:creationId xmlns:a16="http://schemas.microsoft.com/office/drawing/2014/main" id="{113AB839-B69C-3F07-D3ED-793F7CABF8C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8" name="Rectangle: Rounded Corners 1637">
                  <a:extLst>
                    <a:ext uri="{FF2B5EF4-FFF2-40B4-BE49-F238E27FC236}">
                      <a16:creationId xmlns:a16="http://schemas.microsoft.com/office/drawing/2014/main" id="{AE0596E8-507E-B50F-105A-E7ED81E599F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9" name="Rectangle: Rounded Corners 1638">
                  <a:extLst>
                    <a:ext uri="{FF2B5EF4-FFF2-40B4-BE49-F238E27FC236}">
                      <a16:creationId xmlns:a16="http://schemas.microsoft.com/office/drawing/2014/main" id="{85E4CB08-ED28-72F8-8A32-04CB61170BC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0" name="Rectangle: Rounded Corners 1639">
                  <a:extLst>
                    <a:ext uri="{FF2B5EF4-FFF2-40B4-BE49-F238E27FC236}">
                      <a16:creationId xmlns:a16="http://schemas.microsoft.com/office/drawing/2014/main" id="{8A08A614-B4BE-4CE0-1D88-32AC135E301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1" name="Rectangle: Rounded Corners 1640">
                  <a:extLst>
                    <a:ext uri="{FF2B5EF4-FFF2-40B4-BE49-F238E27FC236}">
                      <a16:creationId xmlns:a16="http://schemas.microsoft.com/office/drawing/2014/main" id="{368D3B4D-A019-16F4-8EB1-A864DD841BB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2" name="Rectangle: Rounded Corners 1641">
                  <a:extLst>
                    <a:ext uri="{FF2B5EF4-FFF2-40B4-BE49-F238E27FC236}">
                      <a16:creationId xmlns:a16="http://schemas.microsoft.com/office/drawing/2014/main" id="{419EDBC8-CFD9-94D4-150C-F71A7F9991B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3" name="Rectangle: Rounded Corners 1642">
                  <a:extLst>
                    <a:ext uri="{FF2B5EF4-FFF2-40B4-BE49-F238E27FC236}">
                      <a16:creationId xmlns:a16="http://schemas.microsoft.com/office/drawing/2014/main" id="{DD5E59E1-C9D4-0970-5208-400F771658E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27" name="Group 1626">
                <a:extLst>
                  <a:ext uri="{FF2B5EF4-FFF2-40B4-BE49-F238E27FC236}">
                    <a16:creationId xmlns:a16="http://schemas.microsoft.com/office/drawing/2014/main" id="{8328DDF4-CBB4-A437-9642-DE666AAEE925}"/>
                  </a:ext>
                </a:extLst>
              </p:cNvPr>
              <p:cNvGrpSpPr/>
              <p:nvPr/>
            </p:nvGrpSpPr>
            <p:grpSpPr>
              <a:xfrm>
                <a:off x="3967163" y="5983284"/>
                <a:ext cx="2177954" cy="203200"/>
                <a:chOff x="4411662" y="1266827"/>
                <a:chExt cx="2177954" cy="203200"/>
              </a:xfrm>
              <a:solidFill>
                <a:schemeClr val="tx1"/>
              </a:solidFill>
            </p:grpSpPr>
            <p:sp>
              <p:nvSpPr>
                <p:cNvPr id="1628" name="Rectangle: Rounded Corners 1627">
                  <a:extLst>
                    <a:ext uri="{FF2B5EF4-FFF2-40B4-BE49-F238E27FC236}">
                      <a16:creationId xmlns:a16="http://schemas.microsoft.com/office/drawing/2014/main" id="{298DF737-2293-0905-62E0-49A1033081C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9" name="Rectangle: Rounded Corners 1628">
                  <a:extLst>
                    <a:ext uri="{FF2B5EF4-FFF2-40B4-BE49-F238E27FC236}">
                      <a16:creationId xmlns:a16="http://schemas.microsoft.com/office/drawing/2014/main" id="{095DD64F-BFB1-5E67-B8B5-EEE134BE33E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0" name="Rectangle: Rounded Corners 1629">
                  <a:extLst>
                    <a:ext uri="{FF2B5EF4-FFF2-40B4-BE49-F238E27FC236}">
                      <a16:creationId xmlns:a16="http://schemas.microsoft.com/office/drawing/2014/main" id="{F54932B8-B0DF-A2CE-E5F0-E87D7EBC2C4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1" name="Rectangle: Rounded Corners 1630">
                  <a:extLst>
                    <a:ext uri="{FF2B5EF4-FFF2-40B4-BE49-F238E27FC236}">
                      <a16:creationId xmlns:a16="http://schemas.microsoft.com/office/drawing/2014/main" id="{B18DFD01-65E3-7233-C778-B9BBBDE0A2D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2" name="Rectangle: Rounded Corners 1631">
                  <a:extLst>
                    <a:ext uri="{FF2B5EF4-FFF2-40B4-BE49-F238E27FC236}">
                      <a16:creationId xmlns:a16="http://schemas.microsoft.com/office/drawing/2014/main" id="{72C6DF38-788C-D444-7E33-3823BC19635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3" name="Rectangle: Rounded Corners 1632">
                  <a:extLst>
                    <a:ext uri="{FF2B5EF4-FFF2-40B4-BE49-F238E27FC236}">
                      <a16:creationId xmlns:a16="http://schemas.microsoft.com/office/drawing/2014/main" id="{60289784-8880-CB37-C5C8-4E99379578A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4" name="Rectangle: Rounded Corners 1633">
                  <a:extLst>
                    <a:ext uri="{FF2B5EF4-FFF2-40B4-BE49-F238E27FC236}">
                      <a16:creationId xmlns:a16="http://schemas.microsoft.com/office/drawing/2014/main" id="{2AD69BA9-39E6-7874-22CB-B9682200807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5" name="Rectangle: Rounded Corners 1634">
                  <a:extLst>
                    <a:ext uri="{FF2B5EF4-FFF2-40B4-BE49-F238E27FC236}">
                      <a16:creationId xmlns:a16="http://schemas.microsoft.com/office/drawing/2014/main" id="{DC492CD9-CC55-14E9-57F5-A43CA9A7A43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5" name="Group 1544">
              <a:extLst>
                <a:ext uri="{FF2B5EF4-FFF2-40B4-BE49-F238E27FC236}">
                  <a16:creationId xmlns:a16="http://schemas.microsoft.com/office/drawing/2014/main" id="{8A5DFB48-A847-D64D-36CF-03D3D492CAD0}"/>
                </a:ext>
              </a:extLst>
            </p:cNvPr>
            <p:cNvGrpSpPr/>
            <p:nvPr/>
          </p:nvGrpSpPr>
          <p:grpSpPr>
            <a:xfrm>
              <a:off x="17962984" y="4130677"/>
              <a:ext cx="2324893" cy="2055807"/>
              <a:chOff x="3967162" y="4130677"/>
              <a:chExt cx="2324893" cy="2055807"/>
            </a:xfrm>
          </p:grpSpPr>
          <p:sp>
            <p:nvSpPr>
              <p:cNvPr id="1606" name="Rectangle: Rounded Corners 1605">
                <a:extLst>
                  <a:ext uri="{FF2B5EF4-FFF2-40B4-BE49-F238E27FC236}">
                    <a16:creationId xmlns:a16="http://schemas.microsoft.com/office/drawing/2014/main" id="{EEBCE266-C995-BB0B-F85B-8437EC0B50F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07" name="Group 1606">
                <a:extLst>
                  <a:ext uri="{FF2B5EF4-FFF2-40B4-BE49-F238E27FC236}">
                    <a16:creationId xmlns:a16="http://schemas.microsoft.com/office/drawing/2014/main" id="{E124A51A-554E-D9CB-8941-C1C84187399C}"/>
                  </a:ext>
                </a:extLst>
              </p:cNvPr>
              <p:cNvGrpSpPr/>
              <p:nvPr/>
            </p:nvGrpSpPr>
            <p:grpSpPr>
              <a:xfrm>
                <a:off x="3967162" y="4130677"/>
                <a:ext cx="2177954" cy="203200"/>
                <a:chOff x="4411662" y="1266827"/>
                <a:chExt cx="2177954" cy="203200"/>
              </a:xfrm>
              <a:solidFill>
                <a:schemeClr val="tx1"/>
              </a:solidFill>
            </p:grpSpPr>
            <p:sp>
              <p:nvSpPr>
                <p:cNvPr id="1617" name="Rectangle: Rounded Corners 1616">
                  <a:extLst>
                    <a:ext uri="{FF2B5EF4-FFF2-40B4-BE49-F238E27FC236}">
                      <a16:creationId xmlns:a16="http://schemas.microsoft.com/office/drawing/2014/main" id="{DEFED19F-6D2D-C9C8-06C5-A3D16B0CE70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8" name="Rectangle: Rounded Corners 1617">
                  <a:extLst>
                    <a:ext uri="{FF2B5EF4-FFF2-40B4-BE49-F238E27FC236}">
                      <a16:creationId xmlns:a16="http://schemas.microsoft.com/office/drawing/2014/main" id="{0DD4D230-760B-4A7C-CF5D-963595ACF36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9" name="Rectangle: Rounded Corners 1618">
                  <a:extLst>
                    <a:ext uri="{FF2B5EF4-FFF2-40B4-BE49-F238E27FC236}">
                      <a16:creationId xmlns:a16="http://schemas.microsoft.com/office/drawing/2014/main" id="{361F597C-BEAA-2910-C48A-57492203D27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0" name="Rectangle: Rounded Corners 1619">
                  <a:extLst>
                    <a:ext uri="{FF2B5EF4-FFF2-40B4-BE49-F238E27FC236}">
                      <a16:creationId xmlns:a16="http://schemas.microsoft.com/office/drawing/2014/main" id="{E6317226-37C7-353B-7AA5-A1D323B710D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1" name="Rectangle: Rounded Corners 1620">
                  <a:extLst>
                    <a:ext uri="{FF2B5EF4-FFF2-40B4-BE49-F238E27FC236}">
                      <a16:creationId xmlns:a16="http://schemas.microsoft.com/office/drawing/2014/main" id="{DC9FB639-FA81-FDD6-F91B-F79D56A0779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2" name="Rectangle: Rounded Corners 1621">
                  <a:extLst>
                    <a:ext uri="{FF2B5EF4-FFF2-40B4-BE49-F238E27FC236}">
                      <a16:creationId xmlns:a16="http://schemas.microsoft.com/office/drawing/2014/main" id="{B05080FB-7EB8-7725-18FD-A9B5D5E798A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3" name="Rectangle: Rounded Corners 1622">
                  <a:extLst>
                    <a:ext uri="{FF2B5EF4-FFF2-40B4-BE49-F238E27FC236}">
                      <a16:creationId xmlns:a16="http://schemas.microsoft.com/office/drawing/2014/main" id="{4FC29EEF-2CAC-0E00-53E9-39E2A8B6533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4" name="Rectangle: Rounded Corners 1623">
                  <a:extLst>
                    <a:ext uri="{FF2B5EF4-FFF2-40B4-BE49-F238E27FC236}">
                      <a16:creationId xmlns:a16="http://schemas.microsoft.com/office/drawing/2014/main" id="{286048EF-05B3-2D3D-07C6-8707E45C00A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608" name="Group 1607">
                <a:extLst>
                  <a:ext uri="{FF2B5EF4-FFF2-40B4-BE49-F238E27FC236}">
                    <a16:creationId xmlns:a16="http://schemas.microsoft.com/office/drawing/2014/main" id="{AC861D02-7B37-54F5-8A83-DEF498294454}"/>
                  </a:ext>
                </a:extLst>
              </p:cNvPr>
              <p:cNvGrpSpPr/>
              <p:nvPr/>
            </p:nvGrpSpPr>
            <p:grpSpPr>
              <a:xfrm>
                <a:off x="3967163" y="5983284"/>
                <a:ext cx="2177954" cy="203200"/>
                <a:chOff x="4411662" y="1266827"/>
                <a:chExt cx="2177954" cy="203200"/>
              </a:xfrm>
              <a:solidFill>
                <a:schemeClr val="tx1"/>
              </a:solidFill>
            </p:grpSpPr>
            <p:sp>
              <p:nvSpPr>
                <p:cNvPr id="1609" name="Rectangle: Rounded Corners 1608">
                  <a:extLst>
                    <a:ext uri="{FF2B5EF4-FFF2-40B4-BE49-F238E27FC236}">
                      <a16:creationId xmlns:a16="http://schemas.microsoft.com/office/drawing/2014/main" id="{174CA93A-4B66-977D-945B-6776A10315A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0" name="Rectangle: Rounded Corners 1609">
                  <a:extLst>
                    <a:ext uri="{FF2B5EF4-FFF2-40B4-BE49-F238E27FC236}">
                      <a16:creationId xmlns:a16="http://schemas.microsoft.com/office/drawing/2014/main" id="{FAA2AAE2-D952-1582-8C3D-003724FC46C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1" name="Rectangle: Rounded Corners 1610">
                  <a:extLst>
                    <a:ext uri="{FF2B5EF4-FFF2-40B4-BE49-F238E27FC236}">
                      <a16:creationId xmlns:a16="http://schemas.microsoft.com/office/drawing/2014/main" id="{DA493AD6-08EA-79AA-C4DF-749511947EB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2" name="Rectangle: Rounded Corners 1611">
                  <a:extLst>
                    <a:ext uri="{FF2B5EF4-FFF2-40B4-BE49-F238E27FC236}">
                      <a16:creationId xmlns:a16="http://schemas.microsoft.com/office/drawing/2014/main" id="{F7B1FB35-90AD-98AB-71EC-50CF5D2550C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3" name="Rectangle: Rounded Corners 1612">
                  <a:extLst>
                    <a:ext uri="{FF2B5EF4-FFF2-40B4-BE49-F238E27FC236}">
                      <a16:creationId xmlns:a16="http://schemas.microsoft.com/office/drawing/2014/main" id="{CF428F19-F640-45C4-7F9D-0BD5397EAD4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4" name="Rectangle: Rounded Corners 1613">
                  <a:extLst>
                    <a:ext uri="{FF2B5EF4-FFF2-40B4-BE49-F238E27FC236}">
                      <a16:creationId xmlns:a16="http://schemas.microsoft.com/office/drawing/2014/main" id="{2B7725F7-73E9-BD83-D1AE-13985B99C1F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5" name="Rectangle: Rounded Corners 1614">
                  <a:extLst>
                    <a:ext uri="{FF2B5EF4-FFF2-40B4-BE49-F238E27FC236}">
                      <a16:creationId xmlns:a16="http://schemas.microsoft.com/office/drawing/2014/main" id="{855BE42F-484F-5746-1A95-699CBA1F7C9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6" name="Rectangle: Rounded Corners 1615">
                  <a:extLst>
                    <a:ext uri="{FF2B5EF4-FFF2-40B4-BE49-F238E27FC236}">
                      <a16:creationId xmlns:a16="http://schemas.microsoft.com/office/drawing/2014/main" id="{48CF7C17-06AF-F396-C325-F9CFD4EA402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6" name="Group 1545">
              <a:extLst>
                <a:ext uri="{FF2B5EF4-FFF2-40B4-BE49-F238E27FC236}">
                  <a16:creationId xmlns:a16="http://schemas.microsoft.com/office/drawing/2014/main" id="{396C02D8-E54F-2684-1AC8-16E9884E8482}"/>
                </a:ext>
              </a:extLst>
            </p:cNvPr>
            <p:cNvGrpSpPr/>
            <p:nvPr/>
          </p:nvGrpSpPr>
          <p:grpSpPr>
            <a:xfrm>
              <a:off x="20295621" y="4130677"/>
              <a:ext cx="2324893" cy="2055807"/>
              <a:chOff x="3967162" y="4130677"/>
              <a:chExt cx="2324893" cy="2055807"/>
            </a:xfrm>
          </p:grpSpPr>
          <p:sp>
            <p:nvSpPr>
              <p:cNvPr id="1587" name="Rectangle: Rounded Corners 1586">
                <a:extLst>
                  <a:ext uri="{FF2B5EF4-FFF2-40B4-BE49-F238E27FC236}">
                    <a16:creationId xmlns:a16="http://schemas.microsoft.com/office/drawing/2014/main" id="{196D94EF-1650-07D3-4982-0522C4CB4F1E}"/>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88" name="Group 1587">
                <a:extLst>
                  <a:ext uri="{FF2B5EF4-FFF2-40B4-BE49-F238E27FC236}">
                    <a16:creationId xmlns:a16="http://schemas.microsoft.com/office/drawing/2014/main" id="{C6CF3D26-8299-7C69-A75B-7F28D2417ACE}"/>
                  </a:ext>
                </a:extLst>
              </p:cNvPr>
              <p:cNvGrpSpPr/>
              <p:nvPr/>
            </p:nvGrpSpPr>
            <p:grpSpPr>
              <a:xfrm>
                <a:off x="3967162" y="4130677"/>
                <a:ext cx="2177954" cy="203200"/>
                <a:chOff x="4411662" y="1266827"/>
                <a:chExt cx="2177954" cy="203200"/>
              </a:xfrm>
              <a:solidFill>
                <a:schemeClr val="tx1"/>
              </a:solidFill>
            </p:grpSpPr>
            <p:sp>
              <p:nvSpPr>
                <p:cNvPr id="1598" name="Rectangle: Rounded Corners 1597">
                  <a:extLst>
                    <a:ext uri="{FF2B5EF4-FFF2-40B4-BE49-F238E27FC236}">
                      <a16:creationId xmlns:a16="http://schemas.microsoft.com/office/drawing/2014/main" id="{14640D5A-4AA9-49CA-5E43-316BD7F9948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9" name="Rectangle: Rounded Corners 1598">
                  <a:extLst>
                    <a:ext uri="{FF2B5EF4-FFF2-40B4-BE49-F238E27FC236}">
                      <a16:creationId xmlns:a16="http://schemas.microsoft.com/office/drawing/2014/main" id="{5DE899BF-51D0-DDA6-0451-43BB5A72980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0" name="Rectangle: Rounded Corners 1599">
                  <a:extLst>
                    <a:ext uri="{FF2B5EF4-FFF2-40B4-BE49-F238E27FC236}">
                      <a16:creationId xmlns:a16="http://schemas.microsoft.com/office/drawing/2014/main" id="{E54CE55E-1EFF-6765-140A-850C121AB2E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1" name="Rectangle: Rounded Corners 1600">
                  <a:extLst>
                    <a:ext uri="{FF2B5EF4-FFF2-40B4-BE49-F238E27FC236}">
                      <a16:creationId xmlns:a16="http://schemas.microsoft.com/office/drawing/2014/main" id="{70B7B92D-4643-7D96-7A51-EA3AD39DA2B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2" name="Rectangle: Rounded Corners 1601">
                  <a:extLst>
                    <a:ext uri="{FF2B5EF4-FFF2-40B4-BE49-F238E27FC236}">
                      <a16:creationId xmlns:a16="http://schemas.microsoft.com/office/drawing/2014/main" id="{972C4D82-EA10-3A26-2A8A-D265715FB15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3" name="Rectangle: Rounded Corners 1602">
                  <a:extLst>
                    <a:ext uri="{FF2B5EF4-FFF2-40B4-BE49-F238E27FC236}">
                      <a16:creationId xmlns:a16="http://schemas.microsoft.com/office/drawing/2014/main" id="{6F9D1595-A093-41E0-7AD7-9E942B1180F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4" name="Rectangle: Rounded Corners 1603">
                  <a:extLst>
                    <a:ext uri="{FF2B5EF4-FFF2-40B4-BE49-F238E27FC236}">
                      <a16:creationId xmlns:a16="http://schemas.microsoft.com/office/drawing/2014/main" id="{13C8AE5A-F697-F69E-C465-9AA2E4CF872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5" name="Rectangle: Rounded Corners 1604">
                  <a:extLst>
                    <a:ext uri="{FF2B5EF4-FFF2-40B4-BE49-F238E27FC236}">
                      <a16:creationId xmlns:a16="http://schemas.microsoft.com/office/drawing/2014/main" id="{F82D05C0-C8E2-C929-BDA0-0CFE6E10FFA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89" name="Group 1588">
                <a:extLst>
                  <a:ext uri="{FF2B5EF4-FFF2-40B4-BE49-F238E27FC236}">
                    <a16:creationId xmlns:a16="http://schemas.microsoft.com/office/drawing/2014/main" id="{42534FF8-743A-C9E9-567A-547232C51C6C}"/>
                  </a:ext>
                </a:extLst>
              </p:cNvPr>
              <p:cNvGrpSpPr/>
              <p:nvPr/>
            </p:nvGrpSpPr>
            <p:grpSpPr>
              <a:xfrm>
                <a:off x="3967163" y="5983284"/>
                <a:ext cx="2177954" cy="203200"/>
                <a:chOff x="4411662" y="1266827"/>
                <a:chExt cx="2177954" cy="203200"/>
              </a:xfrm>
              <a:solidFill>
                <a:schemeClr val="tx1"/>
              </a:solidFill>
            </p:grpSpPr>
            <p:sp>
              <p:nvSpPr>
                <p:cNvPr id="1590" name="Rectangle: Rounded Corners 1589">
                  <a:extLst>
                    <a:ext uri="{FF2B5EF4-FFF2-40B4-BE49-F238E27FC236}">
                      <a16:creationId xmlns:a16="http://schemas.microsoft.com/office/drawing/2014/main" id="{1CE1A90E-72C6-E18B-5D65-D3AFC51DA0E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1" name="Rectangle: Rounded Corners 1590">
                  <a:extLst>
                    <a:ext uri="{FF2B5EF4-FFF2-40B4-BE49-F238E27FC236}">
                      <a16:creationId xmlns:a16="http://schemas.microsoft.com/office/drawing/2014/main" id="{64091C8D-1BE2-4F0A-F39E-F57B02CAE08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2" name="Rectangle: Rounded Corners 1591">
                  <a:extLst>
                    <a:ext uri="{FF2B5EF4-FFF2-40B4-BE49-F238E27FC236}">
                      <a16:creationId xmlns:a16="http://schemas.microsoft.com/office/drawing/2014/main" id="{D248C705-8A49-2286-C0BD-813B8CC139B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3" name="Rectangle: Rounded Corners 1592">
                  <a:extLst>
                    <a:ext uri="{FF2B5EF4-FFF2-40B4-BE49-F238E27FC236}">
                      <a16:creationId xmlns:a16="http://schemas.microsoft.com/office/drawing/2014/main" id="{BFD4D4DD-CF2F-FA5D-97BC-E0102BF9266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4" name="Rectangle: Rounded Corners 1593">
                  <a:extLst>
                    <a:ext uri="{FF2B5EF4-FFF2-40B4-BE49-F238E27FC236}">
                      <a16:creationId xmlns:a16="http://schemas.microsoft.com/office/drawing/2014/main" id="{F5CEB1A4-D634-9BD1-6633-BE0D1C654EF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5" name="Rectangle: Rounded Corners 1594">
                  <a:extLst>
                    <a:ext uri="{FF2B5EF4-FFF2-40B4-BE49-F238E27FC236}">
                      <a16:creationId xmlns:a16="http://schemas.microsoft.com/office/drawing/2014/main" id="{6EC53EB9-1BD0-DCC5-E10C-27B5F422DB9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6" name="Rectangle: Rounded Corners 1595">
                  <a:extLst>
                    <a:ext uri="{FF2B5EF4-FFF2-40B4-BE49-F238E27FC236}">
                      <a16:creationId xmlns:a16="http://schemas.microsoft.com/office/drawing/2014/main" id="{9EA3B1F6-5B37-C57E-CCE6-8F42A3F70DF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7" name="Rectangle: Rounded Corners 1596">
                  <a:extLst>
                    <a:ext uri="{FF2B5EF4-FFF2-40B4-BE49-F238E27FC236}">
                      <a16:creationId xmlns:a16="http://schemas.microsoft.com/office/drawing/2014/main" id="{92DFC21B-7379-8BE2-4F6E-2D5651D3902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7" name="Group 1546">
              <a:extLst>
                <a:ext uri="{FF2B5EF4-FFF2-40B4-BE49-F238E27FC236}">
                  <a16:creationId xmlns:a16="http://schemas.microsoft.com/office/drawing/2014/main" id="{2D881268-1A03-26FA-5335-27CEEAE0F8A9}"/>
                </a:ext>
              </a:extLst>
            </p:cNvPr>
            <p:cNvGrpSpPr/>
            <p:nvPr/>
          </p:nvGrpSpPr>
          <p:grpSpPr>
            <a:xfrm>
              <a:off x="22628258" y="4130677"/>
              <a:ext cx="2324893" cy="2055807"/>
              <a:chOff x="3967162" y="4130677"/>
              <a:chExt cx="2324893" cy="2055807"/>
            </a:xfrm>
          </p:grpSpPr>
          <p:sp>
            <p:nvSpPr>
              <p:cNvPr id="1568" name="Rectangle: Rounded Corners 1567">
                <a:extLst>
                  <a:ext uri="{FF2B5EF4-FFF2-40B4-BE49-F238E27FC236}">
                    <a16:creationId xmlns:a16="http://schemas.microsoft.com/office/drawing/2014/main" id="{0D3F0BD3-B860-AA14-738B-8278B604E02E}"/>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69" name="Group 1568">
                <a:extLst>
                  <a:ext uri="{FF2B5EF4-FFF2-40B4-BE49-F238E27FC236}">
                    <a16:creationId xmlns:a16="http://schemas.microsoft.com/office/drawing/2014/main" id="{FF27B4BD-2681-46F7-96FC-3D21EF684A38}"/>
                  </a:ext>
                </a:extLst>
              </p:cNvPr>
              <p:cNvGrpSpPr/>
              <p:nvPr/>
            </p:nvGrpSpPr>
            <p:grpSpPr>
              <a:xfrm>
                <a:off x="3967162" y="4130677"/>
                <a:ext cx="2177954" cy="203200"/>
                <a:chOff x="4411662" y="1266827"/>
                <a:chExt cx="2177954" cy="203200"/>
              </a:xfrm>
              <a:solidFill>
                <a:schemeClr val="tx1"/>
              </a:solidFill>
            </p:grpSpPr>
            <p:sp>
              <p:nvSpPr>
                <p:cNvPr id="1579" name="Rectangle: Rounded Corners 1578">
                  <a:extLst>
                    <a:ext uri="{FF2B5EF4-FFF2-40B4-BE49-F238E27FC236}">
                      <a16:creationId xmlns:a16="http://schemas.microsoft.com/office/drawing/2014/main" id="{69FD7865-8F06-626B-D769-15B0BBC3A4D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0" name="Rectangle: Rounded Corners 1579">
                  <a:extLst>
                    <a:ext uri="{FF2B5EF4-FFF2-40B4-BE49-F238E27FC236}">
                      <a16:creationId xmlns:a16="http://schemas.microsoft.com/office/drawing/2014/main" id="{49B49111-2ECE-FDCD-D462-82AF79ABC48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1" name="Rectangle: Rounded Corners 1580">
                  <a:extLst>
                    <a:ext uri="{FF2B5EF4-FFF2-40B4-BE49-F238E27FC236}">
                      <a16:creationId xmlns:a16="http://schemas.microsoft.com/office/drawing/2014/main" id="{075A7712-25D9-7E58-9CA2-BE7B3403370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2" name="Rectangle: Rounded Corners 1581">
                  <a:extLst>
                    <a:ext uri="{FF2B5EF4-FFF2-40B4-BE49-F238E27FC236}">
                      <a16:creationId xmlns:a16="http://schemas.microsoft.com/office/drawing/2014/main" id="{18CCED18-BA9B-42C2-CE09-8B147D85215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3" name="Rectangle: Rounded Corners 1582">
                  <a:extLst>
                    <a:ext uri="{FF2B5EF4-FFF2-40B4-BE49-F238E27FC236}">
                      <a16:creationId xmlns:a16="http://schemas.microsoft.com/office/drawing/2014/main" id="{1C4DEB10-3485-E8B7-3AF7-290B64F05C0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4" name="Rectangle: Rounded Corners 1583">
                  <a:extLst>
                    <a:ext uri="{FF2B5EF4-FFF2-40B4-BE49-F238E27FC236}">
                      <a16:creationId xmlns:a16="http://schemas.microsoft.com/office/drawing/2014/main" id="{669890F6-40B3-AC61-FBA2-A66D5C89F87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5" name="Rectangle: Rounded Corners 1584">
                  <a:extLst>
                    <a:ext uri="{FF2B5EF4-FFF2-40B4-BE49-F238E27FC236}">
                      <a16:creationId xmlns:a16="http://schemas.microsoft.com/office/drawing/2014/main" id="{8707BE9B-0B45-F452-8A8A-30F57D6A5A2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6" name="Rectangle: Rounded Corners 1585">
                  <a:extLst>
                    <a:ext uri="{FF2B5EF4-FFF2-40B4-BE49-F238E27FC236}">
                      <a16:creationId xmlns:a16="http://schemas.microsoft.com/office/drawing/2014/main" id="{D6DD5B83-9971-D56E-DC40-65134711D42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70" name="Group 1569">
                <a:extLst>
                  <a:ext uri="{FF2B5EF4-FFF2-40B4-BE49-F238E27FC236}">
                    <a16:creationId xmlns:a16="http://schemas.microsoft.com/office/drawing/2014/main" id="{6505B598-C421-6F42-5755-A5A4FFF3330D}"/>
                  </a:ext>
                </a:extLst>
              </p:cNvPr>
              <p:cNvGrpSpPr/>
              <p:nvPr/>
            </p:nvGrpSpPr>
            <p:grpSpPr>
              <a:xfrm>
                <a:off x="3967163" y="5983284"/>
                <a:ext cx="2177954" cy="203200"/>
                <a:chOff x="4411662" y="1266827"/>
                <a:chExt cx="2177954" cy="203200"/>
              </a:xfrm>
              <a:solidFill>
                <a:schemeClr val="tx1"/>
              </a:solidFill>
            </p:grpSpPr>
            <p:sp>
              <p:nvSpPr>
                <p:cNvPr id="1571" name="Rectangle: Rounded Corners 1570">
                  <a:extLst>
                    <a:ext uri="{FF2B5EF4-FFF2-40B4-BE49-F238E27FC236}">
                      <a16:creationId xmlns:a16="http://schemas.microsoft.com/office/drawing/2014/main" id="{1F980281-41A8-2EBA-541F-57ECAA5E845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2" name="Rectangle: Rounded Corners 1571">
                  <a:extLst>
                    <a:ext uri="{FF2B5EF4-FFF2-40B4-BE49-F238E27FC236}">
                      <a16:creationId xmlns:a16="http://schemas.microsoft.com/office/drawing/2014/main" id="{479EB63E-CE95-FF79-C915-304475E6AD0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3" name="Rectangle: Rounded Corners 1572">
                  <a:extLst>
                    <a:ext uri="{FF2B5EF4-FFF2-40B4-BE49-F238E27FC236}">
                      <a16:creationId xmlns:a16="http://schemas.microsoft.com/office/drawing/2014/main" id="{4AA17CFD-03B0-DD2C-0E9D-E31DACED6AE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4" name="Rectangle: Rounded Corners 1573">
                  <a:extLst>
                    <a:ext uri="{FF2B5EF4-FFF2-40B4-BE49-F238E27FC236}">
                      <a16:creationId xmlns:a16="http://schemas.microsoft.com/office/drawing/2014/main" id="{F45868D9-E591-4989-4E2F-09F56F81E89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5" name="Rectangle: Rounded Corners 1574">
                  <a:extLst>
                    <a:ext uri="{FF2B5EF4-FFF2-40B4-BE49-F238E27FC236}">
                      <a16:creationId xmlns:a16="http://schemas.microsoft.com/office/drawing/2014/main" id="{E685ABF9-1558-D986-95CF-9A465959AF7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6" name="Rectangle: Rounded Corners 1575">
                  <a:extLst>
                    <a:ext uri="{FF2B5EF4-FFF2-40B4-BE49-F238E27FC236}">
                      <a16:creationId xmlns:a16="http://schemas.microsoft.com/office/drawing/2014/main" id="{696A89D1-1CAF-F4A6-665A-6EDAA8491A1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7" name="Rectangle: Rounded Corners 1576">
                  <a:extLst>
                    <a:ext uri="{FF2B5EF4-FFF2-40B4-BE49-F238E27FC236}">
                      <a16:creationId xmlns:a16="http://schemas.microsoft.com/office/drawing/2014/main" id="{CC326657-AE18-63E8-1117-4D346F471C5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8" name="Rectangle: Rounded Corners 1577">
                  <a:extLst>
                    <a:ext uri="{FF2B5EF4-FFF2-40B4-BE49-F238E27FC236}">
                      <a16:creationId xmlns:a16="http://schemas.microsoft.com/office/drawing/2014/main" id="{71B9841D-DDDB-D460-440D-EAFE7D351F6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8" name="Group 1547">
              <a:extLst>
                <a:ext uri="{FF2B5EF4-FFF2-40B4-BE49-F238E27FC236}">
                  <a16:creationId xmlns:a16="http://schemas.microsoft.com/office/drawing/2014/main" id="{57930469-2E6E-5DB2-F8ED-089639D27BE7}"/>
                </a:ext>
              </a:extLst>
            </p:cNvPr>
            <p:cNvGrpSpPr/>
            <p:nvPr/>
          </p:nvGrpSpPr>
          <p:grpSpPr>
            <a:xfrm>
              <a:off x="24960895" y="4130677"/>
              <a:ext cx="2324893" cy="2055807"/>
              <a:chOff x="3967162" y="4130677"/>
              <a:chExt cx="2324893" cy="2055807"/>
            </a:xfrm>
          </p:grpSpPr>
          <p:sp>
            <p:nvSpPr>
              <p:cNvPr id="1549" name="Rectangle: Rounded Corners 1548">
                <a:extLst>
                  <a:ext uri="{FF2B5EF4-FFF2-40B4-BE49-F238E27FC236}">
                    <a16:creationId xmlns:a16="http://schemas.microsoft.com/office/drawing/2014/main" id="{B11226D7-AA84-2B3A-8CBF-CFFA8DE431B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50" name="Group 1549">
                <a:extLst>
                  <a:ext uri="{FF2B5EF4-FFF2-40B4-BE49-F238E27FC236}">
                    <a16:creationId xmlns:a16="http://schemas.microsoft.com/office/drawing/2014/main" id="{1D4BFED0-0E0A-CA87-AD4F-6E88D8464BB6}"/>
                  </a:ext>
                </a:extLst>
              </p:cNvPr>
              <p:cNvGrpSpPr/>
              <p:nvPr/>
            </p:nvGrpSpPr>
            <p:grpSpPr>
              <a:xfrm>
                <a:off x="3967162" y="4130677"/>
                <a:ext cx="2177954" cy="203200"/>
                <a:chOff x="4411662" y="1266827"/>
                <a:chExt cx="2177954" cy="203200"/>
              </a:xfrm>
              <a:solidFill>
                <a:schemeClr val="tx1"/>
              </a:solidFill>
            </p:grpSpPr>
            <p:sp>
              <p:nvSpPr>
                <p:cNvPr id="1560" name="Rectangle: Rounded Corners 1559">
                  <a:extLst>
                    <a:ext uri="{FF2B5EF4-FFF2-40B4-BE49-F238E27FC236}">
                      <a16:creationId xmlns:a16="http://schemas.microsoft.com/office/drawing/2014/main" id="{416EFD7B-E4C6-A03A-1C88-F33D2DF288B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1" name="Rectangle: Rounded Corners 1560">
                  <a:extLst>
                    <a:ext uri="{FF2B5EF4-FFF2-40B4-BE49-F238E27FC236}">
                      <a16:creationId xmlns:a16="http://schemas.microsoft.com/office/drawing/2014/main" id="{028AC93F-E402-54B7-5177-A36D553E00F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2" name="Rectangle: Rounded Corners 1561">
                  <a:extLst>
                    <a:ext uri="{FF2B5EF4-FFF2-40B4-BE49-F238E27FC236}">
                      <a16:creationId xmlns:a16="http://schemas.microsoft.com/office/drawing/2014/main" id="{2C537BBB-9407-D364-BF70-4AC874460B2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3" name="Rectangle: Rounded Corners 1562">
                  <a:extLst>
                    <a:ext uri="{FF2B5EF4-FFF2-40B4-BE49-F238E27FC236}">
                      <a16:creationId xmlns:a16="http://schemas.microsoft.com/office/drawing/2014/main" id="{D1A4C02A-FC2D-4C21-C2E6-E8FDEEE6528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4" name="Rectangle: Rounded Corners 1563">
                  <a:extLst>
                    <a:ext uri="{FF2B5EF4-FFF2-40B4-BE49-F238E27FC236}">
                      <a16:creationId xmlns:a16="http://schemas.microsoft.com/office/drawing/2014/main" id="{2B7022CD-2844-B28C-1D6B-DB4B541320B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5" name="Rectangle: Rounded Corners 1564">
                  <a:extLst>
                    <a:ext uri="{FF2B5EF4-FFF2-40B4-BE49-F238E27FC236}">
                      <a16:creationId xmlns:a16="http://schemas.microsoft.com/office/drawing/2014/main" id="{25474D06-3B98-CFC3-0336-1EEAB554F28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6" name="Rectangle: Rounded Corners 1565">
                  <a:extLst>
                    <a:ext uri="{FF2B5EF4-FFF2-40B4-BE49-F238E27FC236}">
                      <a16:creationId xmlns:a16="http://schemas.microsoft.com/office/drawing/2014/main" id="{1103BA5A-A4C0-880C-5ED7-44E434E1A80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7" name="Rectangle: Rounded Corners 1566">
                  <a:extLst>
                    <a:ext uri="{FF2B5EF4-FFF2-40B4-BE49-F238E27FC236}">
                      <a16:creationId xmlns:a16="http://schemas.microsoft.com/office/drawing/2014/main" id="{C0D7329D-40D0-5C29-E739-A68999E80FA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51" name="Group 1550">
                <a:extLst>
                  <a:ext uri="{FF2B5EF4-FFF2-40B4-BE49-F238E27FC236}">
                    <a16:creationId xmlns:a16="http://schemas.microsoft.com/office/drawing/2014/main" id="{5C1F0F75-E901-EB61-A8BF-2684F93C0E1C}"/>
                  </a:ext>
                </a:extLst>
              </p:cNvPr>
              <p:cNvGrpSpPr/>
              <p:nvPr/>
            </p:nvGrpSpPr>
            <p:grpSpPr>
              <a:xfrm>
                <a:off x="3967163" y="5983284"/>
                <a:ext cx="2177954" cy="203200"/>
                <a:chOff x="4411662" y="1266827"/>
                <a:chExt cx="2177954" cy="203200"/>
              </a:xfrm>
              <a:solidFill>
                <a:schemeClr val="tx1"/>
              </a:solidFill>
            </p:grpSpPr>
            <p:sp>
              <p:nvSpPr>
                <p:cNvPr id="1552" name="Rectangle: Rounded Corners 1551">
                  <a:extLst>
                    <a:ext uri="{FF2B5EF4-FFF2-40B4-BE49-F238E27FC236}">
                      <a16:creationId xmlns:a16="http://schemas.microsoft.com/office/drawing/2014/main" id="{688AB870-23C0-72F4-E29F-FF1C63BB8A5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3" name="Rectangle: Rounded Corners 1552">
                  <a:extLst>
                    <a:ext uri="{FF2B5EF4-FFF2-40B4-BE49-F238E27FC236}">
                      <a16:creationId xmlns:a16="http://schemas.microsoft.com/office/drawing/2014/main" id="{0D8053B6-E5AA-9F02-23EC-2BA4C5F9BA3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4" name="Rectangle: Rounded Corners 1553">
                  <a:extLst>
                    <a:ext uri="{FF2B5EF4-FFF2-40B4-BE49-F238E27FC236}">
                      <a16:creationId xmlns:a16="http://schemas.microsoft.com/office/drawing/2014/main" id="{1A5E42F6-1063-4047-13B9-D3DFC052CB4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5" name="Rectangle: Rounded Corners 1554">
                  <a:extLst>
                    <a:ext uri="{FF2B5EF4-FFF2-40B4-BE49-F238E27FC236}">
                      <a16:creationId xmlns:a16="http://schemas.microsoft.com/office/drawing/2014/main" id="{4F0DA763-1718-2F17-E23F-6DA52EADA73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6" name="Rectangle: Rounded Corners 1555">
                  <a:extLst>
                    <a:ext uri="{FF2B5EF4-FFF2-40B4-BE49-F238E27FC236}">
                      <a16:creationId xmlns:a16="http://schemas.microsoft.com/office/drawing/2014/main" id="{1F8FC3C1-4E8E-46C9-3584-37F7E4C0BD2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7" name="Rectangle: Rounded Corners 1556">
                  <a:extLst>
                    <a:ext uri="{FF2B5EF4-FFF2-40B4-BE49-F238E27FC236}">
                      <a16:creationId xmlns:a16="http://schemas.microsoft.com/office/drawing/2014/main" id="{BBC1B63B-8A61-06E3-2360-A64037AB930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8" name="Rectangle: Rounded Corners 1557">
                  <a:extLst>
                    <a:ext uri="{FF2B5EF4-FFF2-40B4-BE49-F238E27FC236}">
                      <a16:creationId xmlns:a16="http://schemas.microsoft.com/office/drawing/2014/main" id="{8ED4D720-6629-A414-FD3F-51067FD54A7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59" name="Rectangle: Rounded Corners 1558">
                  <a:extLst>
                    <a:ext uri="{FF2B5EF4-FFF2-40B4-BE49-F238E27FC236}">
                      <a16:creationId xmlns:a16="http://schemas.microsoft.com/office/drawing/2014/main" id="{6E473F6A-81E0-755A-666A-69B8AA90564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335" name="Group 1334">
            <a:extLst>
              <a:ext uri="{FF2B5EF4-FFF2-40B4-BE49-F238E27FC236}">
                <a16:creationId xmlns:a16="http://schemas.microsoft.com/office/drawing/2014/main" id="{B6C9A757-AB97-EF16-47F1-C710BA5F8BE0}"/>
              </a:ext>
            </a:extLst>
          </p:cNvPr>
          <p:cNvGrpSpPr/>
          <p:nvPr/>
        </p:nvGrpSpPr>
        <p:grpSpPr>
          <a:xfrm>
            <a:off x="-345622" y="592177"/>
            <a:ext cx="13102977" cy="1243880"/>
            <a:chOff x="3628570" y="4023519"/>
            <a:chExt cx="23905029" cy="2269331"/>
          </a:xfrm>
        </p:grpSpPr>
        <p:sp>
          <p:nvSpPr>
            <p:cNvPr id="1336" name="Rectangle 1335">
              <a:extLst>
                <a:ext uri="{FF2B5EF4-FFF2-40B4-BE49-F238E27FC236}">
                  <a16:creationId xmlns:a16="http://schemas.microsoft.com/office/drawing/2014/main" id="{2524D3B7-5784-E06F-5A47-ED7DB7740E87}"/>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37" name="Group 1336">
              <a:extLst>
                <a:ext uri="{FF2B5EF4-FFF2-40B4-BE49-F238E27FC236}">
                  <a16:creationId xmlns:a16="http://schemas.microsoft.com/office/drawing/2014/main" id="{8AE778A0-4D61-1546-F926-963ED31EBDA6}"/>
                </a:ext>
              </a:extLst>
            </p:cNvPr>
            <p:cNvGrpSpPr/>
            <p:nvPr/>
          </p:nvGrpSpPr>
          <p:grpSpPr>
            <a:xfrm>
              <a:off x="3967162" y="4130677"/>
              <a:ext cx="2324893" cy="2055807"/>
              <a:chOff x="3967162" y="4130677"/>
              <a:chExt cx="2324893" cy="2055807"/>
            </a:xfrm>
          </p:grpSpPr>
          <p:sp>
            <p:nvSpPr>
              <p:cNvPr id="1518" name="Rectangle: Rounded Corners 1517">
                <a:extLst>
                  <a:ext uri="{FF2B5EF4-FFF2-40B4-BE49-F238E27FC236}">
                    <a16:creationId xmlns:a16="http://schemas.microsoft.com/office/drawing/2014/main" id="{BB5F5A17-19B5-0DE9-02E2-F42C2B4535D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19" name="Group 1518">
                <a:extLst>
                  <a:ext uri="{FF2B5EF4-FFF2-40B4-BE49-F238E27FC236}">
                    <a16:creationId xmlns:a16="http://schemas.microsoft.com/office/drawing/2014/main" id="{63F74821-0562-14FD-D41E-0F72C748337F}"/>
                  </a:ext>
                </a:extLst>
              </p:cNvPr>
              <p:cNvGrpSpPr/>
              <p:nvPr/>
            </p:nvGrpSpPr>
            <p:grpSpPr>
              <a:xfrm>
                <a:off x="3967162" y="4130677"/>
                <a:ext cx="2177954" cy="203200"/>
                <a:chOff x="4411662" y="1266827"/>
                <a:chExt cx="2177954" cy="203200"/>
              </a:xfrm>
              <a:solidFill>
                <a:schemeClr val="tx1"/>
              </a:solidFill>
            </p:grpSpPr>
            <p:sp>
              <p:nvSpPr>
                <p:cNvPr id="1529" name="Rectangle: Rounded Corners 1528">
                  <a:extLst>
                    <a:ext uri="{FF2B5EF4-FFF2-40B4-BE49-F238E27FC236}">
                      <a16:creationId xmlns:a16="http://schemas.microsoft.com/office/drawing/2014/main" id="{F3AE5046-A2C1-2BD3-A570-BCFDE1D073A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0" name="Rectangle: Rounded Corners 1529">
                  <a:extLst>
                    <a:ext uri="{FF2B5EF4-FFF2-40B4-BE49-F238E27FC236}">
                      <a16:creationId xmlns:a16="http://schemas.microsoft.com/office/drawing/2014/main" id="{5993B553-6A95-1BA0-2786-6C2E52985D5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1" name="Rectangle: Rounded Corners 1530">
                  <a:extLst>
                    <a:ext uri="{FF2B5EF4-FFF2-40B4-BE49-F238E27FC236}">
                      <a16:creationId xmlns:a16="http://schemas.microsoft.com/office/drawing/2014/main" id="{7C9A7AE0-0DB6-AE4A-7EE1-45D09040264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2" name="Rectangle: Rounded Corners 1531">
                  <a:extLst>
                    <a:ext uri="{FF2B5EF4-FFF2-40B4-BE49-F238E27FC236}">
                      <a16:creationId xmlns:a16="http://schemas.microsoft.com/office/drawing/2014/main" id="{37F43A63-D028-88EA-32DF-63EFC516BCE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3" name="Rectangle: Rounded Corners 1532">
                  <a:extLst>
                    <a:ext uri="{FF2B5EF4-FFF2-40B4-BE49-F238E27FC236}">
                      <a16:creationId xmlns:a16="http://schemas.microsoft.com/office/drawing/2014/main" id="{F736AA6B-14B4-AABF-13CC-34DD5BD05FD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4" name="Rectangle: Rounded Corners 1533">
                  <a:extLst>
                    <a:ext uri="{FF2B5EF4-FFF2-40B4-BE49-F238E27FC236}">
                      <a16:creationId xmlns:a16="http://schemas.microsoft.com/office/drawing/2014/main" id="{18337B35-FB52-52F6-CC1E-815AF8B2DF5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5" name="Rectangle: Rounded Corners 1534">
                  <a:extLst>
                    <a:ext uri="{FF2B5EF4-FFF2-40B4-BE49-F238E27FC236}">
                      <a16:creationId xmlns:a16="http://schemas.microsoft.com/office/drawing/2014/main" id="{BE3F99CB-F545-1C2D-6066-172B866169F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6" name="Rectangle: Rounded Corners 1535">
                  <a:extLst>
                    <a:ext uri="{FF2B5EF4-FFF2-40B4-BE49-F238E27FC236}">
                      <a16:creationId xmlns:a16="http://schemas.microsoft.com/office/drawing/2014/main" id="{575D8F48-C55F-6CEA-0034-99543D175CD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20" name="Group 1519">
                <a:extLst>
                  <a:ext uri="{FF2B5EF4-FFF2-40B4-BE49-F238E27FC236}">
                    <a16:creationId xmlns:a16="http://schemas.microsoft.com/office/drawing/2014/main" id="{7CFC4978-5663-D433-7969-2C056042605E}"/>
                  </a:ext>
                </a:extLst>
              </p:cNvPr>
              <p:cNvGrpSpPr/>
              <p:nvPr/>
            </p:nvGrpSpPr>
            <p:grpSpPr>
              <a:xfrm>
                <a:off x="3967163" y="5983284"/>
                <a:ext cx="2177954" cy="203200"/>
                <a:chOff x="4411662" y="1266827"/>
                <a:chExt cx="2177954" cy="203200"/>
              </a:xfrm>
              <a:solidFill>
                <a:schemeClr val="tx1"/>
              </a:solidFill>
            </p:grpSpPr>
            <p:sp>
              <p:nvSpPr>
                <p:cNvPr id="1521" name="Rectangle: Rounded Corners 1520">
                  <a:extLst>
                    <a:ext uri="{FF2B5EF4-FFF2-40B4-BE49-F238E27FC236}">
                      <a16:creationId xmlns:a16="http://schemas.microsoft.com/office/drawing/2014/main" id="{38094AD4-5ACE-B532-1577-26EFBCE67FF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2" name="Rectangle: Rounded Corners 1521">
                  <a:extLst>
                    <a:ext uri="{FF2B5EF4-FFF2-40B4-BE49-F238E27FC236}">
                      <a16:creationId xmlns:a16="http://schemas.microsoft.com/office/drawing/2014/main" id="{672978D0-FCA7-DA11-71ED-0F1A7EBDF2A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3" name="Rectangle: Rounded Corners 1522">
                  <a:extLst>
                    <a:ext uri="{FF2B5EF4-FFF2-40B4-BE49-F238E27FC236}">
                      <a16:creationId xmlns:a16="http://schemas.microsoft.com/office/drawing/2014/main" id="{B74D2970-3A85-03DC-24D4-D8A2F60B25D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4" name="Rectangle: Rounded Corners 1523">
                  <a:extLst>
                    <a:ext uri="{FF2B5EF4-FFF2-40B4-BE49-F238E27FC236}">
                      <a16:creationId xmlns:a16="http://schemas.microsoft.com/office/drawing/2014/main" id="{401A417F-AF5E-9B20-1CBA-349E2EE4DE6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5" name="Rectangle: Rounded Corners 1524">
                  <a:extLst>
                    <a:ext uri="{FF2B5EF4-FFF2-40B4-BE49-F238E27FC236}">
                      <a16:creationId xmlns:a16="http://schemas.microsoft.com/office/drawing/2014/main" id="{EC434A9E-F414-FA54-735B-1AFF010388A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6" name="Rectangle: Rounded Corners 1525">
                  <a:extLst>
                    <a:ext uri="{FF2B5EF4-FFF2-40B4-BE49-F238E27FC236}">
                      <a16:creationId xmlns:a16="http://schemas.microsoft.com/office/drawing/2014/main" id="{8712B8AD-960E-68E6-58E8-234D2644E9C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7" name="Rectangle: Rounded Corners 1526">
                  <a:extLst>
                    <a:ext uri="{FF2B5EF4-FFF2-40B4-BE49-F238E27FC236}">
                      <a16:creationId xmlns:a16="http://schemas.microsoft.com/office/drawing/2014/main" id="{58AFC383-C43B-B6D0-6388-FCD676E461E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8" name="Rectangle: Rounded Corners 1527">
                  <a:extLst>
                    <a:ext uri="{FF2B5EF4-FFF2-40B4-BE49-F238E27FC236}">
                      <a16:creationId xmlns:a16="http://schemas.microsoft.com/office/drawing/2014/main" id="{C137C95B-C30C-A090-3EF9-2C2D00FDBEF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38" name="Group 1337">
              <a:extLst>
                <a:ext uri="{FF2B5EF4-FFF2-40B4-BE49-F238E27FC236}">
                  <a16:creationId xmlns:a16="http://schemas.microsoft.com/office/drawing/2014/main" id="{DAB7258D-5DC9-1A79-E35A-1C371CA21057}"/>
                </a:ext>
              </a:extLst>
            </p:cNvPr>
            <p:cNvGrpSpPr/>
            <p:nvPr/>
          </p:nvGrpSpPr>
          <p:grpSpPr>
            <a:xfrm>
              <a:off x="6299799" y="4130677"/>
              <a:ext cx="2324893" cy="2055807"/>
              <a:chOff x="3967162" y="4130677"/>
              <a:chExt cx="2324893" cy="2055807"/>
            </a:xfrm>
          </p:grpSpPr>
          <p:sp>
            <p:nvSpPr>
              <p:cNvPr id="1499" name="Rectangle: Rounded Corners 1498">
                <a:extLst>
                  <a:ext uri="{FF2B5EF4-FFF2-40B4-BE49-F238E27FC236}">
                    <a16:creationId xmlns:a16="http://schemas.microsoft.com/office/drawing/2014/main" id="{73DC0F96-8884-23E3-5757-C3031489887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00" name="Group 1499">
                <a:extLst>
                  <a:ext uri="{FF2B5EF4-FFF2-40B4-BE49-F238E27FC236}">
                    <a16:creationId xmlns:a16="http://schemas.microsoft.com/office/drawing/2014/main" id="{8AC780BB-95F7-9F43-949E-721744F72CE4}"/>
                  </a:ext>
                </a:extLst>
              </p:cNvPr>
              <p:cNvGrpSpPr/>
              <p:nvPr/>
            </p:nvGrpSpPr>
            <p:grpSpPr>
              <a:xfrm>
                <a:off x="3967162" y="4130677"/>
                <a:ext cx="2177954" cy="203200"/>
                <a:chOff x="4411662" y="1266827"/>
                <a:chExt cx="2177954" cy="203200"/>
              </a:xfrm>
              <a:solidFill>
                <a:schemeClr val="tx1"/>
              </a:solidFill>
            </p:grpSpPr>
            <p:sp>
              <p:nvSpPr>
                <p:cNvPr id="1510" name="Rectangle: Rounded Corners 1509">
                  <a:extLst>
                    <a:ext uri="{FF2B5EF4-FFF2-40B4-BE49-F238E27FC236}">
                      <a16:creationId xmlns:a16="http://schemas.microsoft.com/office/drawing/2014/main" id="{4A705CFF-DA2F-46D6-4B99-3AB9106B561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1" name="Rectangle: Rounded Corners 1510">
                  <a:extLst>
                    <a:ext uri="{FF2B5EF4-FFF2-40B4-BE49-F238E27FC236}">
                      <a16:creationId xmlns:a16="http://schemas.microsoft.com/office/drawing/2014/main" id="{EAA19CF3-6066-6B52-DE65-B0968321DED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2" name="Rectangle: Rounded Corners 1511">
                  <a:extLst>
                    <a:ext uri="{FF2B5EF4-FFF2-40B4-BE49-F238E27FC236}">
                      <a16:creationId xmlns:a16="http://schemas.microsoft.com/office/drawing/2014/main" id="{8A02BAFD-45D1-4DE6-CFEF-9B4FCE2A82D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3" name="Rectangle: Rounded Corners 1512">
                  <a:extLst>
                    <a:ext uri="{FF2B5EF4-FFF2-40B4-BE49-F238E27FC236}">
                      <a16:creationId xmlns:a16="http://schemas.microsoft.com/office/drawing/2014/main" id="{80746421-9F6E-2D36-7094-EE24D4CF4D7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4" name="Rectangle: Rounded Corners 1513">
                  <a:extLst>
                    <a:ext uri="{FF2B5EF4-FFF2-40B4-BE49-F238E27FC236}">
                      <a16:creationId xmlns:a16="http://schemas.microsoft.com/office/drawing/2014/main" id="{12A70339-AD9A-6BE1-D681-690759EC2C3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5" name="Rectangle: Rounded Corners 1514">
                  <a:extLst>
                    <a:ext uri="{FF2B5EF4-FFF2-40B4-BE49-F238E27FC236}">
                      <a16:creationId xmlns:a16="http://schemas.microsoft.com/office/drawing/2014/main" id="{D1CC7DE4-FD44-FC44-B561-2B014E0754C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6" name="Rectangle: Rounded Corners 1515">
                  <a:extLst>
                    <a:ext uri="{FF2B5EF4-FFF2-40B4-BE49-F238E27FC236}">
                      <a16:creationId xmlns:a16="http://schemas.microsoft.com/office/drawing/2014/main" id="{3BF38C02-4511-7775-55FB-768BEAA5156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7" name="Rectangle: Rounded Corners 1516">
                  <a:extLst>
                    <a:ext uri="{FF2B5EF4-FFF2-40B4-BE49-F238E27FC236}">
                      <a16:creationId xmlns:a16="http://schemas.microsoft.com/office/drawing/2014/main" id="{411DC091-9C1B-4B4A-5991-AD9B4AE422A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01" name="Group 1500">
                <a:extLst>
                  <a:ext uri="{FF2B5EF4-FFF2-40B4-BE49-F238E27FC236}">
                    <a16:creationId xmlns:a16="http://schemas.microsoft.com/office/drawing/2014/main" id="{17163CD3-206C-710A-C15D-6FB26377B09E}"/>
                  </a:ext>
                </a:extLst>
              </p:cNvPr>
              <p:cNvGrpSpPr/>
              <p:nvPr/>
            </p:nvGrpSpPr>
            <p:grpSpPr>
              <a:xfrm>
                <a:off x="3967163" y="5983284"/>
                <a:ext cx="2177954" cy="203200"/>
                <a:chOff x="4411662" y="1266827"/>
                <a:chExt cx="2177954" cy="203200"/>
              </a:xfrm>
              <a:solidFill>
                <a:schemeClr val="tx1"/>
              </a:solidFill>
            </p:grpSpPr>
            <p:sp>
              <p:nvSpPr>
                <p:cNvPr id="1502" name="Rectangle: Rounded Corners 1501">
                  <a:extLst>
                    <a:ext uri="{FF2B5EF4-FFF2-40B4-BE49-F238E27FC236}">
                      <a16:creationId xmlns:a16="http://schemas.microsoft.com/office/drawing/2014/main" id="{6786C61A-BD00-629A-11BF-EE726FCAFEE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3" name="Rectangle: Rounded Corners 1502">
                  <a:extLst>
                    <a:ext uri="{FF2B5EF4-FFF2-40B4-BE49-F238E27FC236}">
                      <a16:creationId xmlns:a16="http://schemas.microsoft.com/office/drawing/2014/main" id="{9BD58FA3-B9BB-4070-81A1-E42B57824E6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4" name="Rectangle: Rounded Corners 1503">
                  <a:extLst>
                    <a:ext uri="{FF2B5EF4-FFF2-40B4-BE49-F238E27FC236}">
                      <a16:creationId xmlns:a16="http://schemas.microsoft.com/office/drawing/2014/main" id="{D924D6F0-14ED-07A7-D36C-05BC5EFD639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5" name="Rectangle: Rounded Corners 1504">
                  <a:extLst>
                    <a:ext uri="{FF2B5EF4-FFF2-40B4-BE49-F238E27FC236}">
                      <a16:creationId xmlns:a16="http://schemas.microsoft.com/office/drawing/2014/main" id="{F25BF1F5-324F-F1D6-C180-FC1BD65EB89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6" name="Rectangle: Rounded Corners 1505">
                  <a:extLst>
                    <a:ext uri="{FF2B5EF4-FFF2-40B4-BE49-F238E27FC236}">
                      <a16:creationId xmlns:a16="http://schemas.microsoft.com/office/drawing/2014/main" id="{5E242AC1-ADA1-7656-49BC-B5A78CCA811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7" name="Rectangle: Rounded Corners 1506">
                  <a:extLst>
                    <a:ext uri="{FF2B5EF4-FFF2-40B4-BE49-F238E27FC236}">
                      <a16:creationId xmlns:a16="http://schemas.microsoft.com/office/drawing/2014/main" id="{911A8750-6CF6-5098-9579-739BDF7742F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8" name="Rectangle: Rounded Corners 1507">
                  <a:extLst>
                    <a:ext uri="{FF2B5EF4-FFF2-40B4-BE49-F238E27FC236}">
                      <a16:creationId xmlns:a16="http://schemas.microsoft.com/office/drawing/2014/main" id="{D69A0CE8-5B7D-2C1E-1999-8EC4A551D22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9" name="Rectangle: Rounded Corners 1508">
                  <a:extLst>
                    <a:ext uri="{FF2B5EF4-FFF2-40B4-BE49-F238E27FC236}">
                      <a16:creationId xmlns:a16="http://schemas.microsoft.com/office/drawing/2014/main" id="{D961B61C-CAD9-3CA0-BE53-B7FC4B13BBA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39" name="Group 1338">
              <a:extLst>
                <a:ext uri="{FF2B5EF4-FFF2-40B4-BE49-F238E27FC236}">
                  <a16:creationId xmlns:a16="http://schemas.microsoft.com/office/drawing/2014/main" id="{BFE46B84-2B11-1545-5FF4-E68923D42873}"/>
                </a:ext>
              </a:extLst>
            </p:cNvPr>
            <p:cNvGrpSpPr/>
            <p:nvPr/>
          </p:nvGrpSpPr>
          <p:grpSpPr>
            <a:xfrm>
              <a:off x="8632436" y="4130677"/>
              <a:ext cx="2324893" cy="2055807"/>
              <a:chOff x="3967162" y="4130677"/>
              <a:chExt cx="2324893" cy="2055807"/>
            </a:xfrm>
          </p:grpSpPr>
          <p:sp>
            <p:nvSpPr>
              <p:cNvPr id="1480" name="Rectangle: Rounded Corners 1479">
                <a:extLst>
                  <a:ext uri="{FF2B5EF4-FFF2-40B4-BE49-F238E27FC236}">
                    <a16:creationId xmlns:a16="http://schemas.microsoft.com/office/drawing/2014/main" id="{B7C5A016-38CE-52DF-A544-3906F386802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81" name="Group 1480">
                <a:extLst>
                  <a:ext uri="{FF2B5EF4-FFF2-40B4-BE49-F238E27FC236}">
                    <a16:creationId xmlns:a16="http://schemas.microsoft.com/office/drawing/2014/main" id="{12AA27D6-244A-A0B4-6DF4-EAAD7CED4FAF}"/>
                  </a:ext>
                </a:extLst>
              </p:cNvPr>
              <p:cNvGrpSpPr/>
              <p:nvPr/>
            </p:nvGrpSpPr>
            <p:grpSpPr>
              <a:xfrm>
                <a:off x="3967162" y="4130677"/>
                <a:ext cx="2177954" cy="203200"/>
                <a:chOff x="4411662" y="1266827"/>
                <a:chExt cx="2177954" cy="203200"/>
              </a:xfrm>
              <a:solidFill>
                <a:schemeClr val="tx1"/>
              </a:solidFill>
            </p:grpSpPr>
            <p:sp>
              <p:nvSpPr>
                <p:cNvPr id="1491" name="Rectangle: Rounded Corners 1490">
                  <a:extLst>
                    <a:ext uri="{FF2B5EF4-FFF2-40B4-BE49-F238E27FC236}">
                      <a16:creationId xmlns:a16="http://schemas.microsoft.com/office/drawing/2014/main" id="{91C2D500-1769-844A-E5BB-DAA228DEB47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2" name="Rectangle: Rounded Corners 1491">
                  <a:extLst>
                    <a:ext uri="{FF2B5EF4-FFF2-40B4-BE49-F238E27FC236}">
                      <a16:creationId xmlns:a16="http://schemas.microsoft.com/office/drawing/2014/main" id="{DBE5EE5B-2E0C-E7A4-F8C1-157DA97632C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3" name="Rectangle: Rounded Corners 1492">
                  <a:extLst>
                    <a:ext uri="{FF2B5EF4-FFF2-40B4-BE49-F238E27FC236}">
                      <a16:creationId xmlns:a16="http://schemas.microsoft.com/office/drawing/2014/main" id="{F9A5CF13-1BC4-0641-769E-6E8393573C6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4" name="Rectangle: Rounded Corners 1493">
                  <a:extLst>
                    <a:ext uri="{FF2B5EF4-FFF2-40B4-BE49-F238E27FC236}">
                      <a16:creationId xmlns:a16="http://schemas.microsoft.com/office/drawing/2014/main" id="{3A98D0C7-9AD5-B144-6F22-C7B737F322B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5" name="Rectangle: Rounded Corners 1494">
                  <a:extLst>
                    <a:ext uri="{FF2B5EF4-FFF2-40B4-BE49-F238E27FC236}">
                      <a16:creationId xmlns:a16="http://schemas.microsoft.com/office/drawing/2014/main" id="{5C41FB95-B77F-FAF2-30D1-D1EE49EC20D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6" name="Rectangle: Rounded Corners 1495">
                  <a:extLst>
                    <a:ext uri="{FF2B5EF4-FFF2-40B4-BE49-F238E27FC236}">
                      <a16:creationId xmlns:a16="http://schemas.microsoft.com/office/drawing/2014/main" id="{82ABF176-837C-8BAD-EE5D-C18466061E3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7" name="Rectangle: Rounded Corners 1496">
                  <a:extLst>
                    <a:ext uri="{FF2B5EF4-FFF2-40B4-BE49-F238E27FC236}">
                      <a16:creationId xmlns:a16="http://schemas.microsoft.com/office/drawing/2014/main" id="{D736FCE2-E528-9986-9238-37E1A7E6E7E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8" name="Rectangle: Rounded Corners 1497">
                  <a:extLst>
                    <a:ext uri="{FF2B5EF4-FFF2-40B4-BE49-F238E27FC236}">
                      <a16:creationId xmlns:a16="http://schemas.microsoft.com/office/drawing/2014/main" id="{D7B4FB3B-C9CB-31F7-46F8-D1F2261B437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82" name="Group 1481">
                <a:extLst>
                  <a:ext uri="{FF2B5EF4-FFF2-40B4-BE49-F238E27FC236}">
                    <a16:creationId xmlns:a16="http://schemas.microsoft.com/office/drawing/2014/main" id="{300FCFE2-1CAC-411B-EE66-2C5CFC63E0BA}"/>
                  </a:ext>
                </a:extLst>
              </p:cNvPr>
              <p:cNvGrpSpPr/>
              <p:nvPr/>
            </p:nvGrpSpPr>
            <p:grpSpPr>
              <a:xfrm>
                <a:off x="3967163" y="5983284"/>
                <a:ext cx="2177954" cy="203200"/>
                <a:chOff x="4411662" y="1266827"/>
                <a:chExt cx="2177954" cy="203200"/>
              </a:xfrm>
              <a:solidFill>
                <a:schemeClr val="tx1"/>
              </a:solidFill>
            </p:grpSpPr>
            <p:sp>
              <p:nvSpPr>
                <p:cNvPr id="1483" name="Rectangle: Rounded Corners 1482">
                  <a:extLst>
                    <a:ext uri="{FF2B5EF4-FFF2-40B4-BE49-F238E27FC236}">
                      <a16:creationId xmlns:a16="http://schemas.microsoft.com/office/drawing/2014/main" id="{836D9043-B654-B8AB-35EE-B061E59673B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4" name="Rectangle: Rounded Corners 1483">
                  <a:extLst>
                    <a:ext uri="{FF2B5EF4-FFF2-40B4-BE49-F238E27FC236}">
                      <a16:creationId xmlns:a16="http://schemas.microsoft.com/office/drawing/2014/main" id="{D0E71B46-1C6F-D183-5E48-120E16B3902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5" name="Rectangle: Rounded Corners 1484">
                  <a:extLst>
                    <a:ext uri="{FF2B5EF4-FFF2-40B4-BE49-F238E27FC236}">
                      <a16:creationId xmlns:a16="http://schemas.microsoft.com/office/drawing/2014/main" id="{54E865FB-5B4B-8648-B9A1-567DDDF1EB1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6" name="Rectangle: Rounded Corners 1485">
                  <a:extLst>
                    <a:ext uri="{FF2B5EF4-FFF2-40B4-BE49-F238E27FC236}">
                      <a16:creationId xmlns:a16="http://schemas.microsoft.com/office/drawing/2014/main" id="{B26F9C2D-433E-7AF1-47D6-55DEF7466A3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7" name="Rectangle: Rounded Corners 1486">
                  <a:extLst>
                    <a:ext uri="{FF2B5EF4-FFF2-40B4-BE49-F238E27FC236}">
                      <a16:creationId xmlns:a16="http://schemas.microsoft.com/office/drawing/2014/main" id="{785DECAC-64CB-9CAB-C185-7118F8B9AB3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8" name="Rectangle: Rounded Corners 1487">
                  <a:extLst>
                    <a:ext uri="{FF2B5EF4-FFF2-40B4-BE49-F238E27FC236}">
                      <a16:creationId xmlns:a16="http://schemas.microsoft.com/office/drawing/2014/main" id="{6E77EF73-BADF-BDFE-44DF-9DC4CD244C1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9" name="Rectangle: Rounded Corners 1488">
                  <a:extLst>
                    <a:ext uri="{FF2B5EF4-FFF2-40B4-BE49-F238E27FC236}">
                      <a16:creationId xmlns:a16="http://schemas.microsoft.com/office/drawing/2014/main" id="{DF93560A-34BA-0DFA-E6C8-09E5AF11028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0" name="Rectangle: Rounded Corners 1489">
                  <a:extLst>
                    <a:ext uri="{FF2B5EF4-FFF2-40B4-BE49-F238E27FC236}">
                      <a16:creationId xmlns:a16="http://schemas.microsoft.com/office/drawing/2014/main" id="{58EBC9E0-BF15-C79D-883B-9FE32F47771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0" name="Group 1339">
              <a:extLst>
                <a:ext uri="{FF2B5EF4-FFF2-40B4-BE49-F238E27FC236}">
                  <a16:creationId xmlns:a16="http://schemas.microsoft.com/office/drawing/2014/main" id="{00A239AD-37CB-0941-D138-A4FE94F26A78}"/>
                </a:ext>
              </a:extLst>
            </p:cNvPr>
            <p:cNvGrpSpPr/>
            <p:nvPr/>
          </p:nvGrpSpPr>
          <p:grpSpPr>
            <a:xfrm>
              <a:off x="10965073" y="4130677"/>
              <a:ext cx="2324893" cy="2055807"/>
              <a:chOff x="3967162" y="4130677"/>
              <a:chExt cx="2324893" cy="2055807"/>
            </a:xfrm>
          </p:grpSpPr>
          <p:sp>
            <p:nvSpPr>
              <p:cNvPr id="1461" name="Rectangle: Rounded Corners 1460">
                <a:extLst>
                  <a:ext uri="{FF2B5EF4-FFF2-40B4-BE49-F238E27FC236}">
                    <a16:creationId xmlns:a16="http://schemas.microsoft.com/office/drawing/2014/main" id="{159BFDFC-DB85-569E-C6A2-6246866C4A8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62" name="Group 1461">
                <a:extLst>
                  <a:ext uri="{FF2B5EF4-FFF2-40B4-BE49-F238E27FC236}">
                    <a16:creationId xmlns:a16="http://schemas.microsoft.com/office/drawing/2014/main" id="{F0E9DB84-A46E-947A-3954-8F179C0DD2EB}"/>
                  </a:ext>
                </a:extLst>
              </p:cNvPr>
              <p:cNvGrpSpPr/>
              <p:nvPr/>
            </p:nvGrpSpPr>
            <p:grpSpPr>
              <a:xfrm>
                <a:off x="3967162" y="4130677"/>
                <a:ext cx="2177954" cy="203200"/>
                <a:chOff x="4411662" y="1266827"/>
                <a:chExt cx="2177954" cy="203200"/>
              </a:xfrm>
              <a:solidFill>
                <a:schemeClr val="tx1"/>
              </a:solidFill>
            </p:grpSpPr>
            <p:sp>
              <p:nvSpPr>
                <p:cNvPr id="1472" name="Rectangle: Rounded Corners 1471">
                  <a:extLst>
                    <a:ext uri="{FF2B5EF4-FFF2-40B4-BE49-F238E27FC236}">
                      <a16:creationId xmlns:a16="http://schemas.microsoft.com/office/drawing/2014/main" id="{42DBAF7D-86E9-C51E-2556-7670BD7314E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3" name="Rectangle: Rounded Corners 1472">
                  <a:extLst>
                    <a:ext uri="{FF2B5EF4-FFF2-40B4-BE49-F238E27FC236}">
                      <a16:creationId xmlns:a16="http://schemas.microsoft.com/office/drawing/2014/main" id="{FB37C727-C446-0B9B-4D6E-D012590CCBA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4" name="Rectangle: Rounded Corners 1473">
                  <a:extLst>
                    <a:ext uri="{FF2B5EF4-FFF2-40B4-BE49-F238E27FC236}">
                      <a16:creationId xmlns:a16="http://schemas.microsoft.com/office/drawing/2014/main" id="{D01C4D8E-967D-66FF-4819-7A2FC91A8AF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5" name="Rectangle: Rounded Corners 1474">
                  <a:extLst>
                    <a:ext uri="{FF2B5EF4-FFF2-40B4-BE49-F238E27FC236}">
                      <a16:creationId xmlns:a16="http://schemas.microsoft.com/office/drawing/2014/main" id="{B05DCCCD-3242-9437-E61E-BD691E90E08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6" name="Rectangle: Rounded Corners 1475">
                  <a:extLst>
                    <a:ext uri="{FF2B5EF4-FFF2-40B4-BE49-F238E27FC236}">
                      <a16:creationId xmlns:a16="http://schemas.microsoft.com/office/drawing/2014/main" id="{4187D6AA-80B9-2F44-6DA1-01F06B0E8E2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7" name="Rectangle: Rounded Corners 1476">
                  <a:extLst>
                    <a:ext uri="{FF2B5EF4-FFF2-40B4-BE49-F238E27FC236}">
                      <a16:creationId xmlns:a16="http://schemas.microsoft.com/office/drawing/2014/main" id="{046E2940-5A73-2FC5-A5E5-B78F619A84B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8" name="Rectangle: Rounded Corners 1477">
                  <a:extLst>
                    <a:ext uri="{FF2B5EF4-FFF2-40B4-BE49-F238E27FC236}">
                      <a16:creationId xmlns:a16="http://schemas.microsoft.com/office/drawing/2014/main" id="{6431522D-0F02-3749-BB65-4BA500C5F98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9" name="Rectangle: Rounded Corners 1478">
                  <a:extLst>
                    <a:ext uri="{FF2B5EF4-FFF2-40B4-BE49-F238E27FC236}">
                      <a16:creationId xmlns:a16="http://schemas.microsoft.com/office/drawing/2014/main" id="{52B60DB9-373D-81E9-ABF6-D14BAFEB0CE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63" name="Group 1462">
                <a:extLst>
                  <a:ext uri="{FF2B5EF4-FFF2-40B4-BE49-F238E27FC236}">
                    <a16:creationId xmlns:a16="http://schemas.microsoft.com/office/drawing/2014/main" id="{C77C5C2A-CA19-68D8-F977-E92B4DC8BC7D}"/>
                  </a:ext>
                </a:extLst>
              </p:cNvPr>
              <p:cNvGrpSpPr/>
              <p:nvPr/>
            </p:nvGrpSpPr>
            <p:grpSpPr>
              <a:xfrm>
                <a:off x="3967163" y="5983284"/>
                <a:ext cx="2177954" cy="203200"/>
                <a:chOff x="4411662" y="1266827"/>
                <a:chExt cx="2177954" cy="203200"/>
              </a:xfrm>
              <a:solidFill>
                <a:schemeClr val="tx1"/>
              </a:solidFill>
            </p:grpSpPr>
            <p:sp>
              <p:nvSpPr>
                <p:cNvPr id="1464" name="Rectangle: Rounded Corners 1463">
                  <a:extLst>
                    <a:ext uri="{FF2B5EF4-FFF2-40B4-BE49-F238E27FC236}">
                      <a16:creationId xmlns:a16="http://schemas.microsoft.com/office/drawing/2014/main" id="{DA55273B-897B-A202-0C65-2EA1BBFED95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5" name="Rectangle: Rounded Corners 1464">
                  <a:extLst>
                    <a:ext uri="{FF2B5EF4-FFF2-40B4-BE49-F238E27FC236}">
                      <a16:creationId xmlns:a16="http://schemas.microsoft.com/office/drawing/2014/main" id="{D4E877FB-B66A-7A0C-F462-C291217BE92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6" name="Rectangle: Rounded Corners 1465">
                  <a:extLst>
                    <a:ext uri="{FF2B5EF4-FFF2-40B4-BE49-F238E27FC236}">
                      <a16:creationId xmlns:a16="http://schemas.microsoft.com/office/drawing/2014/main" id="{BC83246C-15B3-85C2-CCEC-5F408C7D08C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7" name="Rectangle: Rounded Corners 1466">
                  <a:extLst>
                    <a:ext uri="{FF2B5EF4-FFF2-40B4-BE49-F238E27FC236}">
                      <a16:creationId xmlns:a16="http://schemas.microsoft.com/office/drawing/2014/main" id="{91669E5A-3557-C30C-6091-3C9D0C31B6C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8" name="Rectangle: Rounded Corners 1467">
                  <a:extLst>
                    <a:ext uri="{FF2B5EF4-FFF2-40B4-BE49-F238E27FC236}">
                      <a16:creationId xmlns:a16="http://schemas.microsoft.com/office/drawing/2014/main" id="{890A6BB2-2538-6957-F6D1-18F8BB5926E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9" name="Rectangle: Rounded Corners 1468">
                  <a:extLst>
                    <a:ext uri="{FF2B5EF4-FFF2-40B4-BE49-F238E27FC236}">
                      <a16:creationId xmlns:a16="http://schemas.microsoft.com/office/drawing/2014/main" id="{84CBC49F-21EC-A120-5B72-0878A50AA69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0" name="Rectangle: Rounded Corners 1469">
                  <a:extLst>
                    <a:ext uri="{FF2B5EF4-FFF2-40B4-BE49-F238E27FC236}">
                      <a16:creationId xmlns:a16="http://schemas.microsoft.com/office/drawing/2014/main" id="{0566DB9F-46FE-6786-7BAC-DD48325A732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1" name="Rectangle: Rounded Corners 1470">
                  <a:extLst>
                    <a:ext uri="{FF2B5EF4-FFF2-40B4-BE49-F238E27FC236}">
                      <a16:creationId xmlns:a16="http://schemas.microsoft.com/office/drawing/2014/main" id="{B72A8E74-00B3-FF0B-D62B-E3B89F9CF7B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1" name="Group 1340">
              <a:extLst>
                <a:ext uri="{FF2B5EF4-FFF2-40B4-BE49-F238E27FC236}">
                  <a16:creationId xmlns:a16="http://schemas.microsoft.com/office/drawing/2014/main" id="{DC30F81F-4B6D-E3C1-C39F-B551067B2BC6}"/>
                </a:ext>
              </a:extLst>
            </p:cNvPr>
            <p:cNvGrpSpPr/>
            <p:nvPr/>
          </p:nvGrpSpPr>
          <p:grpSpPr>
            <a:xfrm>
              <a:off x="13297710" y="4130677"/>
              <a:ext cx="2324893" cy="2055807"/>
              <a:chOff x="3967162" y="4130677"/>
              <a:chExt cx="2324893" cy="2055807"/>
            </a:xfrm>
          </p:grpSpPr>
          <p:sp>
            <p:nvSpPr>
              <p:cNvPr id="1442" name="Rectangle: Rounded Corners 1441">
                <a:extLst>
                  <a:ext uri="{FF2B5EF4-FFF2-40B4-BE49-F238E27FC236}">
                    <a16:creationId xmlns:a16="http://schemas.microsoft.com/office/drawing/2014/main" id="{D272BAE9-3B3C-5303-5D82-E4EA43D6E06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43" name="Group 1442">
                <a:extLst>
                  <a:ext uri="{FF2B5EF4-FFF2-40B4-BE49-F238E27FC236}">
                    <a16:creationId xmlns:a16="http://schemas.microsoft.com/office/drawing/2014/main" id="{ECB69C82-5277-65C5-63D1-54485CF9584E}"/>
                  </a:ext>
                </a:extLst>
              </p:cNvPr>
              <p:cNvGrpSpPr/>
              <p:nvPr/>
            </p:nvGrpSpPr>
            <p:grpSpPr>
              <a:xfrm>
                <a:off x="3967162" y="4130677"/>
                <a:ext cx="2177954" cy="203200"/>
                <a:chOff x="4411662" y="1266827"/>
                <a:chExt cx="2177954" cy="203200"/>
              </a:xfrm>
              <a:solidFill>
                <a:schemeClr val="tx1"/>
              </a:solidFill>
            </p:grpSpPr>
            <p:sp>
              <p:nvSpPr>
                <p:cNvPr id="1453" name="Rectangle: Rounded Corners 1452">
                  <a:extLst>
                    <a:ext uri="{FF2B5EF4-FFF2-40B4-BE49-F238E27FC236}">
                      <a16:creationId xmlns:a16="http://schemas.microsoft.com/office/drawing/2014/main" id="{16C9B8CB-F7BD-1C29-B033-99A94A69D09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4" name="Rectangle: Rounded Corners 1453">
                  <a:extLst>
                    <a:ext uri="{FF2B5EF4-FFF2-40B4-BE49-F238E27FC236}">
                      <a16:creationId xmlns:a16="http://schemas.microsoft.com/office/drawing/2014/main" id="{C20044C9-B72C-A459-5271-4F9FC29975B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5" name="Rectangle: Rounded Corners 1454">
                  <a:extLst>
                    <a:ext uri="{FF2B5EF4-FFF2-40B4-BE49-F238E27FC236}">
                      <a16:creationId xmlns:a16="http://schemas.microsoft.com/office/drawing/2014/main" id="{CE9B8371-6263-6EDB-DBA5-04B2BF5A8F0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6" name="Rectangle: Rounded Corners 1455">
                  <a:extLst>
                    <a:ext uri="{FF2B5EF4-FFF2-40B4-BE49-F238E27FC236}">
                      <a16:creationId xmlns:a16="http://schemas.microsoft.com/office/drawing/2014/main" id="{04933A76-4C8C-D988-9791-F48CECE86F4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7" name="Rectangle: Rounded Corners 1456">
                  <a:extLst>
                    <a:ext uri="{FF2B5EF4-FFF2-40B4-BE49-F238E27FC236}">
                      <a16:creationId xmlns:a16="http://schemas.microsoft.com/office/drawing/2014/main" id="{9D5F3864-C236-9701-C543-4509477927D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8" name="Rectangle: Rounded Corners 1457">
                  <a:extLst>
                    <a:ext uri="{FF2B5EF4-FFF2-40B4-BE49-F238E27FC236}">
                      <a16:creationId xmlns:a16="http://schemas.microsoft.com/office/drawing/2014/main" id="{703DA110-C6EB-D729-F9CF-DB16D0A1AB1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9" name="Rectangle: Rounded Corners 1458">
                  <a:extLst>
                    <a:ext uri="{FF2B5EF4-FFF2-40B4-BE49-F238E27FC236}">
                      <a16:creationId xmlns:a16="http://schemas.microsoft.com/office/drawing/2014/main" id="{E4977F0A-4985-B857-6C03-0D0712B9039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0" name="Rectangle: Rounded Corners 1459">
                  <a:extLst>
                    <a:ext uri="{FF2B5EF4-FFF2-40B4-BE49-F238E27FC236}">
                      <a16:creationId xmlns:a16="http://schemas.microsoft.com/office/drawing/2014/main" id="{BECC531A-D431-904A-7AFB-268A5D7EE16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44" name="Group 1443">
                <a:extLst>
                  <a:ext uri="{FF2B5EF4-FFF2-40B4-BE49-F238E27FC236}">
                    <a16:creationId xmlns:a16="http://schemas.microsoft.com/office/drawing/2014/main" id="{2019D071-4190-C1C4-93A6-87E39213C954}"/>
                  </a:ext>
                </a:extLst>
              </p:cNvPr>
              <p:cNvGrpSpPr/>
              <p:nvPr/>
            </p:nvGrpSpPr>
            <p:grpSpPr>
              <a:xfrm>
                <a:off x="3967163" y="5983284"/>
                <a:ext cx="2177954" cy="203200"/>
                <a:chOff x="4411662" y="1266827"/>
                <a:chExt cx="2177954" cy="203200"/>
              </a:xfrm>
              <a:solidFill>
                <a:schemeClr val="tx1"/>
              </a:solidFill>
            </p:grpSpPr>
            <p:sp>
              <p:nvSpPr>
                <p:cNvPr id="1445" name="Rectangle: Rounded Corners 1444">
                  <a:extLst>
                    <a:ext uri="{FF2B5EF4-FFF2-40B4-BE49-F238E27FC236}">
                      <a16:creationId xmlns:a16="http://schemas.microsoft.com/office/drawing/2014/main" id="{49E99AAC-532B-579A-F9A2-3B1713CE0EF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6" name="Rectangle: Rounded Corners 1445">
                  <a:extLst>
                    <a:ext uri="{FF2B5EF4-FFF2-40B4-BE49-F238E27FC236}">
                      <a16:creationId xmlns:a16="http://schemas.microsoft.com/office/drawing/2014/main" id="{15B8F8A6-4685-8E2F-6193-6245A63B1AB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7" name="Rectangle: Rounded Corners 1446">
                  <a:extLst>
                    <a:ext uri="{FF2B5EF4-FFF2-40B4-BE49-F238E27FC236}">
                      <a16:creationId xmlns:a16="http://schemas.microsoft.com/office/drawing/2014/main" id="{17D49FCA-EB46-FB4C-D4F1-DF56A07EC31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8" name="Rectangle: Rounded Corners 1447">
                  <a:extLst>
                    <a:ext uri="{FF2B5EF4-FFF2-40B4-BE49-F238E27FC236}">
                      <a16:creationId xmlns:a16="http://schemas.microsoft.com/office/drawing/2014/main" id="{708BFF7B-7E40-10C9-A3EE-3919D65A11F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9" name="Rectangle: Rounded Corners 1448">
                  <a:extLst>
                    <a:ext uri="{FF2B5EF4-FFF2-40B4-BE49-F238E27FC236}">
                      <a16:creationId xmlns:a16="http://schemas.microsoft.com/office/drawing/2014/main" id="{2E4E170A-893E-C8A0-97F9-6E05E1E3D8E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0" name="Rectangle: Rounded Corners 1449">
                  <a:extLst>
                    <a:ext uri="{FF2B5EF4-FFF2-40B4-BE49-F238E27FC236}">
                      <a16:creationId xmlns:a16="http://schemas.microsoft.com/office/drawing/2014/main" id="{4077DC6D-4AF8-664C-E2CE-639C9D8941C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1" name="Rectangle: Rounded Corners 1450">
                  <a:extLst>
                    <a:ext uri="{FF2B5EF4-FFF2-40B4-BE49-F238E27FC236}">
                      <a16:creationId xmlns:a16="http://schemas.microsoft.com/office/drawing/2014/main" id="{15F6A10C-83A5-B8F2-7736-405C9D4A59B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2" name="Rectangle: Rounded Corners 1451">
                  <a:extLst>
                    <a:ext uri="{FF2B5EF4-FFF2-40B4-BE49-F238E27FC236}">
                      <a16:creationId xmlns:a16="http://schemas.microsoft.com/office/drawing/2014/main" id="{5417A622-9E6B-2142-FB92-476DA631488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2" name="Group 1341">
              <a:extLst>
                <a:ext uri="{FF2B5EF4-FFF2-40B4-BE49-F238E27FC236}">
                  <a16:creationId xmlns:a16="http://schemas.microsoft.com/office/drawing/2014/main" id="{C2AB7426-FBAD-D623-0377-46D7F13CA420}"/>
                </a:ext>
              </a:extLst>
            </p:cNvPr>
            <p:cNvGrpSpPr/>
            <p:nvPr/>
          </p:nvGrpSpPr>
          <p:grpSpPr>
            <a:xfrm>
              <a:off x="15630347" y="4130677"/>
              <a:ext cx="2324893" cy="2055807"/>
              <a:chOff x="3967162" y="4130677"/>
              <a:chExt cx="2324893" cy="2055807"/>
            </a:xfrm>
          </p:grpSpPr>
          <p:sp>
            <p:nvSpPr>
              <p:cNvPr id="1423" name="Rectangle: Rounded Corners 1422">
                <a:extLst>
                  <a:ext uri="{FF2B5EF4-FFF2-40B4-BE49-F238E27FC236}">
                    <a16:creationId xmlns:a16="http://schemas.microsoft.com/office/drawing/2014/main" id="{FA0E1216-7A47-238B-86CD-56342BC50EA9}"/>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24" name="Group 1423">
                <a:extLst>
                  <a:ext uri="{FF2B5EF4-FFF2-40B4-BE49-F238E27FC236}">
                    <a16:creationId xmlns:a16="http://schemas.microsoft.com/office/drawing/2014/main" id="{43EF540E-2193-106E-16B6-484F4CFAB346}"/>
                  </a:ext>
                </a:extLst>
              </p:cNvPr>
              <p:cNvGrpSpPr/>
              <p:nvPr/>
            </p:nvGrpSpPr>
            <p:grpSpPr>
              <a:xfrm>
                <a:off x="3967162" y="4130677"/>
                <a:ext cx="2177954" cy="203200"/>
                <a:chOff x="4411662" y="1266827"/>
                <a:chExt cx="2177954" cy="203200"/>
              </a:xfrm>
              <a:solidFill>
                <a:schemeClr val="tx1"/>
              </a:solidFill>
            </p:grpSpPr>
            <p:sp>
              <p:nvSpPr>
                <p:cNvPr id="1434" name="Rectangle: Rounded Corners 1433">
                  <a:extLst>
                    <a:ext uri="{FF2B5EF4-FFF2-40B4-BE49-F238E27FC236}">
                      <a16:creationId xmlns:a16="http://schemas.microsoft.com/office/drawing/2014/main" id="{A64E274E-2481-4912-8CC1-98B3EE637DE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5" name="Rectangle: Rounded Corners 1434">
                  <a:extLst>
                    <a:ext uri="{FF2B5EF4-FFF2-40B4-BE49-F238E27FC236}">
                      <a16:creationId xmlns:a16="http://schemas.microsoft.com/office/drawing/2014/main" id="{8B845995-D515-695E-7C01-3F006F829FE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6" name="Rectangle: Rounded Corners 1435">
                  <a:extLst>
                    <a:ext uri="{FF2B5EF4-FFF2-40B4-BE49-F238E27FC236}">
                      <a16:creationId xmlns:a16="http://schemas.microsoft.com/office/drawing/2014/main" id="{4A15EA5F-ADB2-8603-E96D-3C8F259026C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7" name="Rectangle: Rounded Corners 1436">
                  <a:extLst>
                    <a:ext uri="{FF2B5EF4-FFF2-40B4-BE49-F238E27FC236}">
                      <a16:creationId xmlns:a16="http://schemas.microsoft.com/office/drawing/2014/main" id="{544F4AC0-8224-3539-5FA3-35AF07B4E1E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8" name="Rectangle: Rounded Corners 1437">
                  <a:extLst>
                    <a:ext uri="{FF2B5EF4-FFF2-40B4-BE49-F238E27FC236}">
                      <a16:creationId xmlns:a16="http://schemas.microsoft.com/office/drawing/2014/main" id="{B832CEFC-E8B8-A757-6A00-1D3D9A8D860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9" name="Rectangle: Rounded Corners 1438">
                  <a:extLst>
                    <a:ext uri="{FF2B5EF4-FFF2-40B4-BE49-F238E27FC236}">
                      <a16:creationId xmlns:a16="http://schemas.microsoft.com/office/drawing/2014/main" id="{E4BA6AA2-D91C-D8B6-755E-B47145A56CA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0" name="Rectangle: Rounded Corners 1439">
                  <a:extLst>
                    <a:ext uri="{FF2B5EF4-FFF2-40B4-BE49-F238E27FC236}">
                      <a16:creationId xmlns:a16="http://schemas.microsoft.com/office/drawing/2014/main" id="{9AD19957-F80B-9E3D-9204-020A3104ECF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1" name="Rectangle: Rounded Corners 1440">
                  <a:extLst>
                    <a:ext uri="{FF2B5EF4-FFF2-40B4-BE49-F238E27FC236}">
                      <a16:creationId xmlns:a16="http://schemas.microsoft.com/office/drawing/2014/main" id="{8CB2B1CC-272C-8229-87B3-1662BA8ECAD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25" name="Group 1424">
                <a:extLst>
                  <a:ext uri="{FF2B5EF4-FFF2-40B4-BE49-F238E27FC236}">
                    <a16:creationId xmlns:a16="http://schemas.microsoft.com/office/drawing/2014/main" id="{8E8ECC95-2A25-6024-9510-211C74BFBAEB}"/>
                  </a:ext>
                </a:extLst>
              </p:cNvPr>
              <p:cNvGrpSpPr/>
              <p:nvPr/>
            </p:nvGrpSpPr>
            <p:grpSpPr>
              <a:xfrm>
                <a:off x="3967163" y="5983284"/>
                <a:ext cx="2177954" cy="203200"/>
                <a:chOff x="4411662" y="1266827"/>
                <a:chExt cx="2177954" cy="203200"/>
              </a:xfrm>
              <a:solidFill>
                <a:schemeClr val="tx1"/>
              </a:solidFill>
            </p:grpSpPr>
            <p:sp>
              <p:nvSpPr>
                <p:cNvPr id="1426" name="Rectangle: Rounded Corners 1425">
                  <a:extLst>
                    <a:ext uri="{FF2B5EF4-FFF2-40B4-BE49-F238E27FC236}">
                      <a16:creationId xmlns:a16="http://schemas.microsoft.com/office/drawing/2014/main" id="{289B53EC-5ADE-86EB-D04A-55315FA6DBC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7" name="Rectangle: Rounded Corners 1426">
                  <a:extLst>
                    <a:ext uri="{FF2B5EF4-FFF2-40B4-BE49-F238E27FC236}">
                      <a16:creationId xmlns:a16="http://schemas.microsoft.com/office/drawing/2014/main" id="{5F07AA9D-9F93-4C96-4B4D-BE7C41263AD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8" name="Rectangle: Rounded Corners 1427">
                  <a:extLst>
                    <a:ext uri="{FF2B5EF4-FFF2-40B4-BE49-F238E27FC236}">
                      <a16:creationId xmlns:a16="http://schemas.microsoft.com/office/drawing/2014/main" id="{2D8D2A7B-16BF-51D2-3C18-19453C91CAB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9" name="Rectangle: Rounded Corners 1428">
                  <a:extLst>
                    <a:ext uri="{FF2B5EF4-FFF2-40B4-BE49-F238E27FC236}">
                      <a16:creationId xmlns:a16="http://schemas.microsoft.com/office/drawing/2014/main" id="{3DFBA3E1-DE1A-53FC-F683-2927AF24227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0" name="Rectangle: Rounded Corners 1429">
                  <a:extLst>
                    <a:ext uri="{FF2B5EF4-FFF2-40B4-BE49-F238E27FC236}">
                      <a16:creationId xmlns:a16="http://schemas.microsoft.com/office/drawing/2014/main" id="{1D182015-3124-2F24-2C04-0FDBFF00FA2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1" name="Rectangle: Rounded Corners 1430">
                  <a:extLst>
                    <a:ext uri="{FF2B5EF4-FFF2-40B4-BE49-F238E27FC236}">
                      <a16:creationId xmlns:a16="http://schemas.microsoft.com/office/drawing/2014/main" id="{3BF50729-39BF-F0D1-9D18-2EE56C0DEF7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2" name="Rectangle: Rounded Corners 1431">
                  <a:extLst>
                    <a:ext uri="{FF2B5EF4-FFF2-40B4-BE49-F238E27FC236}">
                      <a16:creationId xmlns:a16="http://schemas.microsoft.com/office/drawing/2014/main" id="{3B62D9F6-37B4-C78B-4887-968D60860B4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3" name="Rectangle: Rounded Corners 1432">
                  <a:extLst>
                    <a:ext uri="{FF2B5EF4-FFF2-40B4-BE49-F238E27FC236}">
                      <a16:creationId xmlns:a16="http://schemas.microsoft.com/office/drawing/2014/main" id="{D6D4BDD5-2061-B51F-2E80-D110BDB5AEB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3" name="Group 1342">
              <a:extLst>
                <a:ext uri="{FF2B5EF4-FFF2-40B4-BE49-F238E27FC236}">
                  <a16:creationId xmlns:a16="http://schemas.microsoft.com/office/drawing/2014/main" id="{2AEC9E68-87D2-4CCA-8371-DFC934DA6993}"/>
                </a:ext>
              </a:extLst>
            </p:cNvPr>
            <p:cNvGrpSpPr/>
            <p:nvPr/>
          </p:nvGrpSpPr>
          <p:grpSpPr>
            <a:xfrm>
              <a:off x="17962984" y="4130677"/>
              <a:ext cx="2324893" cy="2055807"/>
              <a:chOff x="3967162" y="4130677"/>
              <a:chExt cx="2324893" cy="2055807"/>
            </a:xfrm>
          </p:grpSpPr>
          <p:sp>
            <p:nvSpPr>
              <p:cNvPr id="1404" name="Rectangle: Rounded Corners 1403">
                <a:extLst>
                  <a:ext uri="{FF2B5EF4-FFF2-40B4-BE49-F238E27FC236}">
                    <a16:creationId xmlns:a16="http://schemas.microsoft.com/office/drawing/2014/main" id="{1E1D2B5D-3A4F-A4E8-5DC1-56A8E17FB40B}"/>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05" name="Group 1404">
                <a:extLst>
                  <a:ext uri="{FF2B5EF4-FFF2-40B4-BE49-F238E27FC236}">
                    <a16:creationId xmlns:a16="http://schemas.microsoft.com/office/drawing/2014/main" id="{442BF33E-2C9E-65E8-09EC-11B8F9F6C5BE}"/>
                  </a:ext>
                </a:extLst>
              </p:cNvPr>
              <p:cNvGrpSpPr/>
              <p:nvPr/>
            </p:nvGrpSpPr>
            <p:grpSpPr>
              <a:xfrm>
                <a:off x="3967162" y="4130677"/>
                <a:ext cx="2177954" cy="203200"/>
                <a:chOff x="4411662" y="1266827"/>
                <a:chExt cx="2177954" cy="203200"/>
              </a:xfrm>
              <a:solidFill>
                <a:schemeClr val="tx1"/>
              </a:solidFill>
            </p:grpSpPr>
            <p:sp>
              <p:nvSpPr>
                <p:cNvPr id="1415" name="Rectangle: Rounded Corners 1414">
                  <a:extLst>
                    <a:ext uri="{FF2B5EF4-FFF2-40B4-BE49-F238E27FC236}">
                      <a16:creationId xmlns:a16="http://schemas.microsoft.com/office/drawing/2014/main" id="{428F8FFC-1154-15C1-5546-2B36772697F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6" name="Rectangle: Rounded Corners 1415">
                  <a:extLst>
                    <a:ext uri="{FF2B5EF4-FFF2-40B4-BE49-F238E27FC236}">
                      <a16:creationId xmlns:a16="http://schemas.microsoft.com/office/drawing/2014/main" id="{B3C00AD2-3B86-672B-BA07-EEA1AC6C382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7" name="Rectangle: Rounded Corners 1416">
                  <a:extLst>
                    <a:ext uri="{FF2B5EF4-FFF2-40B4-BE49-F238E27FC236}">
                      <a16:creationId xmlns:a16="http://schemas.microsoft.com/office/drawing/2014/main" id="{FDF1F8C6-2676-9875-5193-B2CA5ADB71A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8" name="Rectangle: Rounded Corners 1417">
                  <a:extLst>
                    <a:ext uri="{FF2B5EF4-FFF2-40B4-BE49-F238E27FC236}">
                      <a16:creationId xmlns:a16="http://schemas.microsoft.com/office/drawing/2014/main" id="{372C4CBA-DD4E-438F-B29A-26A00A9CC1B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9" name="Rectangle: Rounded Corners 1418">
                  <a:extLst>
                    <a:ext uri="{FF2B5EF4-FFF2-40B4-BE49-F238E27FC236}">
                      <a16:creationId xmlns:a16="http://schemas.microsoft.com/office/drawing/2014/main" id="{08F0E5C1-9251-64DE-F376-79A2958ED7F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0" name="Rectangle: Rounded Corners 1419">
                  <a:extLst>
                    <a:ext uri="{FF2B5EF4-FFF2-40B4-BE49-F238E27FC236}">
                      <a16:creationId xmlns:a16="http://schemas.microsoft.com/office/drawing/2014/main" id="{3E3F15EE-92C3-5356-22B9-31B263B6817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1" name="Rectangle: Rounded Corners 1420">
                  <a:extLst>
                    <a:ext uri="{FF2B5EF4-FFF2-40B4-BE49-F238E27FC236}">
                      <a16:creationId xmlns:a16="http://schemas.microsoft.com/office/drawing/2014/main" id="{FD6C09F3-EAA6-C1F6-34AB-D38D467C685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2" name="Rectangle: Rounded Corners 1421">
                  <a:extLst>
                    <a:ext uri="{FF2B5EF4-FFF2-40B4-BE49-F238E27FC236}">
                      <a16:creationId xmlns:a16="http://schemas.microsoft.com/office/drawing/2014/main" id="{678C91A4-3252-307B-8BF0-C18355FE555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406" name="Group 1405">
                <a:extLst>
                  <a:ext uri="{FF2B5EF4-FFF2-40B4-BE49-F238E27FC236}">
                    <a16:creationId xmlns:a16="http://schemas.microsoft.com/office/drawing/2014/main" id="{60CEE1C6-7D1E-2AE9-1372-0A9358F44C29}"/>
                  </a:ext>
                </a:extLst>
              </p:cNvPr>
              <p:cNvGrpSpPr/>
              <p:nvPr/>
            </p:nvGrpSpPr>
            <p:grpSpPr>
              <a:xfrm>
                <a:off x="3967163" y="5983284"/>
                <a:ext cx="2177954" cy="203200"/>
                <a:chOff x="4411662" y="1266827"/>
                <a:chExt cx="2177954" cy="203200"/>
              </a:xfrm>
              <a:solidFill>
                <a:schemeClr val="tx1"/>
              </a:solidFill>
            </p:grpSpPr>
            <p:sp>
              <p:nvSpPr>
                <p:cNvPr id="1407" name="Rectangle: Rounded Corners 1406">
                  <a:extLst>
                    <a:ext uri="{FF2B5EF4-FFF2-40B4-BE49-F238E27FC236}">
                      <a16:creationId xmlns:a16="http://schemas.microsoft.com/office/drawing/2014/main" id="{A2E12B61-52C1-F1F9-3805-F99B375FC0C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8" name="Rectangle: Rounded Corners 1407">
                  <a:extLst>
                    <a:ext uri="{FF2B5EF4-FFF2-40B4-BE49-F238E27FC236}">
                      <a16:creationId xmlns:a16="http://schemas.microsoft.com/office/drawing/2014/main" id="{0E07D660-EDB4-6AAC-8F6C-64AAC48A409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9" name="Rectangle: Rounded Corners 1408">
                  <a:extLst>
                    <a:ext uri="{FF2B5EF4-FFF2-40B4-BE49-F238E27FC236}">
                      <a16:creationId xmlns:a16="http://schemas.microsoft.com/office/drawing/2014/main" id="{49284483-1EFD-9973-842B-AF0AA8C427E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0" name="Rectangle: Rounded Corners 1409">
                  <a:extLst>
                    <a:ext uri="{FF2B5EF4-FFF2-40B4-BE49-F238E27FC236}">
                      <a16:creationId xmlns:a16="http://schemas.microsoft.com/office/drawing/2014/main" id="{E0550B6F-533B-4B35-C302-93834609074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1" name="Rectangle: Rounded Corners 1410">
                  <a:extLst>
                    <a:ext uri="{FF2B5EF4-FFF2-40B4-BE49-F238E27FC236}">
                      <a16:creationId xmlns:a16="http://schemas.microsoft.com/office/drawing/2014/main" id="{C2BAF5F2-37F4-B53F-3527-7625F878687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2" name="Rectangle: Rounded Corners 1411">
                  <a:extLst>
                    <a:ext uri="{FF2B5EF4-FFF2-40B4-BE49-F238E27FC236}">
                      <a16:creationId xmlns:a16="http://schemas.microsoft.com/office/drawing/2014/main" id="{B33766A3-7FB0-FF74-2C56-0BF2B0AF6A7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3" name="Rectangle: Rounded Corners 1412">
                  <a:extLst>
                    <a:ext uri="{FF2B5EF4-FFF2-40B4-BE49-F238E27FC236}">
                      <a16:creationId xmlns:a16="http://schemas.microsoft.com/office/drawing/2014/main" id="{E23914A3-D731-6A9E-1FE1-8505BBA0587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4" name="Rectangle: Rounded Corners 1413">
                  <a:extLst>
                    <a:ext uri="{FF2B5EF4-FFF2-40B4-BE49-F238E27FC236}">
                      <a16:creationId xmlns:a16="http://schemas.microsoft.com/office/drawing/2014/main" id="{8A9E2764-61CA-B391-C31C-DAD09423038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4" name="Group 1343">
              <a:extLst>
                <a:ext uri="{FF2B5EF4-FFF2-40B4-BE49-F238E27FC236}">
                  <a16:creationId xmlns:a16="http://schemas.microsoft.com/office/drawing/2014/main" id="{BE761333-C74A-8F60-04A9-793BA3292043}"/>
                </a:ext>
              </a:extLst>
            </p:cNvPr>
            <p:cNvGrpSpPr/>
            <p:nvPr/>
          </p:nvGrpSpPr>
          <p:grpSpPr>
            <a:xfrm>
              <a:off x="20295621" y="4130677"/>
              <a:ext cx="2324893" cy="2055807"/>
              <a:chOff x="3967162" y="4130677"/>
              <a:chExt cx="2324893" cy="2055807"/>
            </a:xfrm>
          </p:grpSpPr>
          <p:sp>
            <p:nvSpPr>
              <p:cNvPr id="1385" name="Rectangle: Rounded Corners 1384">
                <a:extLst>
                  <a:ext uri="{FF2B5EF4-FFF2-40B4-BE49-F238E27FC236}">
                    <a16:creationId xmlns:a16="http://schemas.microsoft.com/office/drawing/2014/main" id="{7EEE08B8-BBA2-631F-C8BE-3DE42C2138D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86" name="Group 1385">
                <a:extLst>
                  <a:ext uri="{FF2B5EF4-FFF2-40B4-BE49-F238E27FC236}">
                    <a16:creationId xmlns:a16="http://schemas.microsoft.com/office/drawing/2014/main" id="{14BDD928-E56F-06B6-1B94-9D383A45F42E}"/>
                  </a:ext>
                </a:extLst>
              </p:cNvPr>
              <p:cNvGrpSpPr/>
              <p:nvPr/>
            </p:nvGrpSpPr>
            <p:grpSpPr>
              <a:xfrm>
                <a:off x="3967162" y="4130677"/>
                <a:ext cx="2177954" cy="203200"/>
                <a:chOff x="4411662" y="1266827"/>
                <a:chExt cx="2177954" cy="203200"/>
              </a:xfrm>
              <a:solidFill>
                <a:schemeClr val="tx1"/>
              </a:solidFill>
            </p:grpSpPr>
            <p:sp>
              <p:nvSpPr>
                <p:cNvPr id="1396" name="Rectangle: Rounded Corners 1395">
                  <a:extLst>
                    <a:ext uri="{FF2B5EF4-FFF2-40B4-BE49-F238E27FC236}">
                      <a16:creationId xmlns:a16="http://schemas.microsoft.com/office/drawing/2014/main" id="{F64A59FF-6438-5575-6AC7-74336312E8A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7" name="Rectangle: Rounded Corners 1396">
                  <a:extLst>
                    <a:ext uri="{FF2B5EF4-FFF2-40B4-BE49-F238E27FC236}">
                      <a16:creationId xmlns:a16="http://schemas.microsoft.com/office/drawing/2014/main" id="{8B20E2AC-AD4C-8C97-19F8-31F18AC4264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8" name="Rectangle: Rounded Corners 1397">
                  <a:extLst>
                    <a:ext uri="{FF2B5EF4-FFF2-40B4-BE49-F238E27FC236}">
                      <a16:creationId xmlns:a16="http://schemas.microsoft.com/office/drawing/2014/main" id="{2BBF4991-A5D0-BE53-5373-53749DBD840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9" name="Rectangle: Rounded Corners 1398">
                  <a:extLst>
                    <a:ext uri="{FF2B5EF4-FFF2-40B4-BE49-F238E27FC236}">
                      <a16:creationId xmlns:a16="http://schemas.microsoft.com/office/drawing/2014/main" id="{82891F07-2641-B53A-0AC3-0FF1A06CA5F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0" name="Rectangle: Rounded Corners 1399">
                  <a:extLst>
                    <a:ext uri="{FF2B5EF4-FFF2-40B4-BE49-F238E27FC236}">
                      <a16:creationId xmlns:a16="http://schemas.microsoft.com/office/drawing/2014/main" id="{6B5B6199-C70E-AA78-5A52-55504093DCA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1" name="Rectangle: Rounded Corners 1400">
                  <a:extLst>
                    <a:ext uri="{FF2B5EF4-FFF2-40B4-BE49-F238E27FC236}">
                      <a16:creationId xmlns:a16="http://schemas.microsoft.com/office/drawing/2014/main" id="{177FAE65-8937-466A-AA1C-95A03DDDF84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2" name="Rectangle: Rounded Corners 1401">
                  <a:extLst>
                    <a:ext uri="{FF2B5EF4-FFF2-40B4-BE49-F238E27FC236}">
                      <a16:creationId xmlns:a16="http://schemas.microsoft.com/office/drawing/2014/main" id="{0182B077-EC76-A9CB-326D-9EAD42CCEF2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3" name="Rectangle: Rounded Corners 1402">
                  <a:extLst>
                    <a:ext uri="{FF2B5EF4-FFF2-40B4-BE49-F238E27FC236}">
                      <a16:creationId xmlns:a16="http://schemas.microsoft.com/office/drawing/2014/main" id="{0A9105E7-7909-4885-A6AB-8D5EFF929E2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87" name="Group 1386">
                <a:extLst>
                  <a:ext uri="{FF2B5EF4-FFF2-40B4-BE49-F238E27FC236}">
                    <a16:creationId xmlns:a16="http://schemas.microsoft.com/office/drawing/2014/main" id="{C470AE0D-504C-1E97-BF9A-AE0F78F283CB}"/>
                  </a:ext>
                </a:extLst>
              </p:cNvPr>
              <p:cNvGrpSpPr/>
              <p:nvPr/>
            </p:nvGrpSpPr>
            <p:grpSpPr>
              <a:xfrm>
                <a:off x="3967163" y="5983284"/>
                <a:ext cx="2177954" cy="203200"/>
                <a:chOff x="4411662" y="1266827"/>
                <a:chExt cx="2177954" cy="203200"/>
              </a:xfrm>
              <a:solidFill>
                <a:schemeClr val="tx1"/>
              </a:solidFill>
            </p:grpSpPr>
            <p:sp>
              <p:nvSpPr>
                <p:cNvPr id="1388" name="Rectangle: Rounded Corners 1387">
                  <a:extLst>
                    <a:ext uri="{FF2B5EF4-FFF2-40B4-BE49-F238E27FC236}">
                      <a16:creationId xmlns:a16="http://schemas.microsoft.com/office/drawing/2014/main" id="{5DF72695-C206-F70F-5CD0-E7AED4D766C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9" name="Rectangle: Rounded Corners 1388">
                  <a:extLst>
                    <a:ext uri="{FF2B5EF4-FFF2-40B4-BE49-F238E27FC236}">
                      <a16:creationId xmlns:a16="http://schemas.microsoft.com/office/drawing/2014/main" id="{153E00BE-676D-506B-DBDE-16497E40867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0" name="Rectangle: Rounded Corners 1389">
                  <a:extLst>
                    <a:ext uri="{FF2B5EF4-FFF2-40B4-BE49-F238E27FC236}">
                      <a16:creationId xmlns:a16="http://schemas.microsoft.com/office/drawing/2014/main" id="{33C80136-4481-266E-1A8D-95F124C18DB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1" name="Rectangle: Rounded Corners 1390">
                  <a:extLst>
                    <a:ext uri="{FF2B5EF4-FFF2-40B4-BE49-F238E27FC236}">
                      <a16:creationId xmlns:a16="http://schemas.microsoft.com/office/drawing/2014/main" id="{07F13D74-0D5C-3F82-1344-00E31323305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2" name="Rectangle: Rounded Corners 1391">
                  <a:extLst>
                    <a:ext uri="{FF2B5EF4-FFF2-40B4-BE49-F238E27FC236}">
                      <a16:creationId xmlns:a16="http://schemas.microsoft.com/office/drawing/2014/main" id="{16CC4663-B0B2-0F3F-6C1A-DA8AC0D8ECE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3" name="Rectangle: Rounded Corners 1392">
                  <a:extLst>
                    <a:ext uri="{FF2B5EF4-FFF2-40B4-BE49-F238E27FC236}">
                      <a16:creationId xmlns:a16="http://schemas.microsoft.com/office/drawing/2014/main" id="{D84DEA20-97CD-C73E-8308-AB1165188DD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4" name="Rectangle: Rounded Corners 1393">
                  <a:extLst>
                    <a:ext uri="{FF2B5EF4-FFF2-40B4-BE49-F238E27FC236}">
                      <a16:creationId xmlns:a16="http://schemas.microsoft.com/office/drawing/2014/main" id="{9A0CB2D1-507A-80F4-A527-22F3BDADE77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5" name="Rectangle: Rounded Corners 1394">
                  <a:extLst>
                    <a:ext uri="{FF2B5EF4-FFF2-40B4-BE49-F238E27FC236}">
                      <a16:creationId xmlns:a16="http://schemas.microsoft.com/office/drawing/2014/main" id="{242011EC-7C1D-E03E-7DE0-183C0CC6AA0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5" name="Group 1344">
              <a:extLst>
                <a:ext uri="{FF2B5EF4-FFF2-40B4-BE49-F238E27FC236}">
                  <a16:creationId xmlns:a16="http://schemas.microsoft.com/office/drawing/2014/main" id="{42907CE8-1C61-362F-457A-C83B8D4F43FF}"/>
                </a:ext>
              </a:extLst>
            </p:cNvPr>
            <p:cNvGrpSpPr/>
            <p:nvPr/>
          </p:nvGrpSpPr>
          <p:grpSpPr>
            <a:xfrm>
              <a:off x="22628258" y="4130677"/>
              <a:ext cx="2324893" cy="2055807"/>
              <a:chOff x="3967162" y="4130677"/>
              <a:chExt cx="2324893" cy="2055807"/>
            </a:xfrm>
          </p:grpSpPr>
          <p:sp>
            <p:nvSpPr>
              <p:cNvPr id="1366" name="Rectangle: Rounded Corners 1365">
                <a:extLst>
                  <a:ext uri="{FF2B5EF4-FFF2-40B4-BE49-F238E27FC236}">
                    <a16:creationId xmlns:a16="http://schemas.microsoft.com/office/drawing/2014/main" id="{221F8304-E0B9-A2A9-1C41-A05AF04F1E0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67" name="Group 1366">
                <a:extLst>
                  <a:ext uri="{FF2B5EF4-FFF2-40B4-BE49-F238E27FC236}">
                    <a16:creationId xmlns:a16="http://schemas.microsoft.com/office/drawing/2014/main" id="{D9961949-135F-2D4C-1260-B2FA4CE8352F}"/>
                  </a:ext>
                </a:extLst>
              </p:cNvPr>
              <p:cNvGrpSpPr/>
              <p:nvPr/>
            </p:nvGrpSpPr>
            <p:grpSpPr>
              <a:xfrm>
                <a:off x="3967162" y="4130677"/>
                <a:ext cx="2177954" cy="203200"/>
                <a:chOff x="4411662" y="1266827"/>
                <a:chExt cx="2177954" cy="203200"/>
              </a:xfrm>
              <a:solidFill>
                <a:schemeClr val="tx1"/>
              </a:solidFill>
            </p:grpSpPr>
            <p:sp>
              <p:nvSpPr>
                <p:cNvPr id="1377" name="Rectangle: Rounded Corners 1376">
                  <a:extLst>
                    <a:ext uri="{FF2B5EF4-FFF2-40B4-BE49-F238E27FC236}">
                      <a16:creationId xmlns:a16="http://schemas.microsoft.com/office/drawing/2014/main" id="{3D023D2A-308A-9A09-E274-ED8991CA9EB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8" name="Rectangle: Rounded Corners 1377">
                  <a:extLst>
                    <a:ext uri="{FF2B5EF4-FFF2-40B4-BE49-F238E27FC236}">
                      <a16:creationId xmlns:a16="http://schemas.microsoft.com/office/drawing/2014/main" id="{C1AA222C-2E6E-0B3E-BD67-D02C21DA799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9" name="Rectangle: Rounded Corners 1378">
                  <a:extLst>
                    <a:ext uri="{FF2B5EF4-FFF2-40B4-BE49-F238E27FC236}">
                      <a16:creationId xmlns:a16="http://schemas.microsoft.com/office/drawing/2014/main" id="{6112FB04-8483-EE8A-CE6D-8FA16C5A786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0" name="Rectangle: Rounded Corners 1379">
                  <a:extLst>
                    <a:ext uri="{FF2B5EF4-FFF2-40B4-BE49-F238E27FC236}">
                      <a16:creationId xmlns:a16="http://schemas.microsoft.com/office/drawing/2014/main" id="{B3850082-AF9E-05C1-845A-B04C6AB9F97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1" name="Rectangle: Rounded Corners 1380">
                  <a:extLst>
                    <a:ext uri="{FF2B5EF4-FFF2-40B4-BE49-F238E27FC236}">
                      <a16:creationId xmlns:a16="http://schemas.microsoft.com/office/drawing/2014/main" id="{F4053ED5-2150-D7F5-4745-B78A6BD6D4AF}"/>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2" name="Rectangle: Rounded Corners 1381">
                  <a:extLst>
                    <a:ext uri="{FF2B5EF4-FFF2-40B4-BE49-F238E27FC236}">
                      <a16:creationId xmlns:a16="http://schemas.microsoft.com/office/drawing/2014/main" id="{7531A1F8-BBFB-D9FC-3953-FFAC7D48A2F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3" name="Rectangle: Rounded Corners 1382">
                  <a:extLst>
                    <a:ext uri="{FF2B5EF4-FFF2-40B4-BE49-F238E27FC236}">
                      <a16:creationId xmlns:a16="http://schemas.microsoft.com/office/drawing/2014/main" id="{20B89AA7-ABDA-63B9-1DC2-952C5C2F787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4" name="Rectangle: Rounded Corners 1383">
                  <a:extLst>
                    <a:ext uri="{FF2B5EF4-FFF2-40B4-BE49-F238E27FC236}">
                      <a16:creationId xmlns:a16="http://schemas.microsoft.com/office/drawing/2014/main" id="{023E08ED-9FF2-9063-9323-0D6476D4EE8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68" name="Group 1367">
                <a:extLst>
                  <a:ext uri="{FF2B5EF4-FFF2-40B4-BE49-F238E27FC236}">
                    <a16:creationId xmlns:a16="http://schemas.microsoft.com/office/drawing/2014/main" id="{7229F986-53F6-327E-F56B-77F1DFF0C0EE}"/>
                  </a:ext>
                </a:extLst>
              </p:cNvPr>
              <p:cNvGrpSpPr/>
              <p:nvPr/>
            </p:nvGrpSpPr>
            <p:grpSpPr>
              <a:xfrm>
                <a:off x="3967163" y="5983284"/>
                <a:ext cx="2177954" cy="203200"/>
                <a:chOff x="4411662" y="1266827"/>
                <a:chExt cx="2177954" cy="203200"/>
              </a:xfrm>
              <a:solidFill>
                <a:schemeClr val="tx1"/>
              </a:solidFill>
            </p:grpSpPr>
            <p:sp>
              <p:nvSpPr>
                <p:cNvPr id="1369" name="Rectangle: Rounded Corners 1368">
                  <a:extLst>
                    <a:ext uri="{FF2B5EF4-FFF2-40B4-BE49-F238E27FC236}">
                      <a16:creationId xmlns:a16="http://schemas.microsoft.com/office/drawing/2014/main" id="{41CDF987-4987-6868-83ED-8055553A867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0" name="Rectangle: Rounded Corners 1369">
                  <a:extLst>
                    <a:ext uri="{FF2B5EF4-FFF2-40B4-BE49-F238E27FC236}">
                      <a16:creationId xmlns:a16="http://schemas.microsoft.com/office/drawing/2014/main" id="{4F68E0BC-D997-AE35-2F6D-377B5FA05A2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1" name="Rectangle: Rounded Corners 1370">
                  <a:extLst>
                    <a:ext uri="{FF2B5EF4-FFF2-40B4-BE49-F238E27FC236}">
                      <a16:creationId xmlns:a16="http://schemas.microsoft.com/office/drawing/2014/main" id="{13959B59-4C3C-F62F-9039-B088C47C2C7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2" name="Rectangle: Rounded Corners 1371">
                  <a:extLst>
                    <a:ext uri="{FF2B5EF4-FFF2-40B4-BE49-F238E27FC236}">
                      <a16:creationId xmlns:a16="http://schemas.microsoft.com/office/drawing/2014/main" id="{4EC8D700-971C-29A7-C213-9B3861668BE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3" name="Rectangle: Rounded Corners 1372">
                  <a:extLst>
                    <a:ext uri="{FF2B5EF4-FFF2-40B4-BE49-F238E27FC236}">
                      <a16:creationId xmlns:a16="http://schemas.microsoft.com/office/drawing/2014/main" id="{4715278C-8BC3-017E-1442-69034BE6504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4" name="Rectangle: Rounded Corners 1373">
                  <a:extLst>
                    <a:ext uri="{FF2B5EF4-FFF2-40B4-BE49-F238E27FC236}">
                      <a16:creationId xmlns:a16="http://schemas.microsoft.com/office/drawing/2014/main" id="{CF25AB01-B550-5CE6-3D0F-29457326FC5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5" name="Rectangle: Rounded Corners 1374">
                  <a:extLst>
                    <a:ext uri="{FF2B5EF4-FFF2-40B4-BE49-F238E27FC236}">
                      <a16:creationId xmlns:a16="http://schemas.microsoft.com/office/drawing/2014/main" id="{5257A34A-4E7D-6E91-01DA-6E48C6CE10B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6" name="Rectangle: Rounded Corners 1375">
                  <a:extLst>
                    <a:ext uri="{FF2B5EF4-FFF2-40B4-BE49-F238E27FC236}">
                      <a16:creationId xmlns:a16="http://schemas.microsoft.com/office/drawing/2014/main" id="{376F1105-5A76-0F38-1C39-1BAE6962475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6" name="Group 1345">
              <a:extLst>
                <a:ext uri="{FF2B5EF4-FFF2-40B4-BE49-F238E27FC236}">
                  <a16:creationId xmlns:a16="http://schemas.microsoft.com/office/drawing/2014/main" id="{0BA36EA8-FC7C-77E6-CE84-16A06314AFC9}"/>
                </a:ext>
              </a:extLst>
            </p:cNvPr>
            <p:cNvGrpSpPr/>
            <p:nvPr/>
          </p:nvGrpSpPr>
          <p:grpSpPr>
            <a:xfrm>
              <a:off x="24960895" y="4130677"/>
              <a:ext cx="2324893" cy="2055807"/>
              <a:chOff x="3967162" y="4130677"/>
              <a:chExt cx="2324893" cy="2055807"/>
            </a:xfrm>
          </p:grpSpPr>
          <p:sp>
            <p:nvSpPr>
              <p:cNvPr id="1347" name="Rectangle: Rounded Corners 1346">
                <a:extLst>
                  <a:ext uri="{FF2B5EF4-FFF2-40B4-BE49-F238E27FC236}">
                    <a16:creationId xmlns:a16="http://schemas.microsoft.com/office/drawing/2014/main" id="{6A2B2EFA-9D01-1C68-3EC1-AC2A48711B8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48" name="Group 1347">
                <a:extLst>
                  <a:ext uri="{FF2B5EF4-FFF2-40B4-BE49-F238E27FC236}">
                    <a16:creationId xmlns:a16="http://schemas.microsoft.com/office/drawing/2014/main" id="{3C1BD480-5B46-CCED-11C3-12A0995824C4}"/>
                  </a:ext>
                </a:extLst>
              </p:cNvPr>
              <p:cNvGrpSpPr/>
              <p:nvPr/>
            </p:nvGrpSpPr>
            <p:grpSpPr>
              <a:xfrm>
                <a:off x="3967162" y="4130677"/>
                <a:ext cx="2177954" cy="203200"/>
                <a:chOff x="4411662" y="1266827"/>
                <a:chExt cx="2177954" cy="203200"/>
              </a:xfrm>
              <a:solidFill>
                <a:schemeClr val="tx1"/>
              </a:solidFill>
            </p:grpSpPr>
            <p:sp>
              <p:nvSpPr>
                <p:cNvPr id="1358" name="Rectangle: Rounded Corners 1357">
                  <a:extLst>
                    <a:ext uri="{FF2B5EF4-FFF2-40B4-BE49-F238E27FC236}">
                      <a16:creationId xmlns:a16="http://schemas.microsoft.com/office/drawing/2014/main" id="{99270AA5-C673-FA25-9CD8-F718837CEB5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9" name="Rectangle: Rounded Corners 1358">
                  <a:extLst>
                    <a:ext uri="{FF2B5EF4-FFF2-40B4-BE49-F238E27FC236}">
                      <a16:creationId xmlns:a16="http://schemas.microsoft.com/office/drawing/2014/main" id="{98C85B2B-5263-896C-928D-95C0CA757E6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0" name="Rectangle: Rounded Corners 1359">
                  <a:extLst>
                    <a:ext uri="{FF2B5EF4-FFF2-40B4-BE49-F238E27FC236}">
                      <a16:creationId xmlns:a16="http://schemas.microsoft.com/office/drawing/2014/main" id="{6B708853-8A81-0FC2-5F1E-2D4AD9092DF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1" name="Rectangle: Rounded Corners 1360">
                  <a:extLst>
                    <a:ext uri="{FF2B5EF4-FFF2-40B4-BE49-F238E27FC236}">
                      <a16:creationId xmlns:a16="http://schemas.microsoft.com/office/drawing/2014/main" id="{398E25C5-405D-7ACF-AB59-4B4BB06FB6A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2" name="Rectangle: Rounded Corners 1361">
                  <a:extLst>
                    <a:ext uri="{FF2B5EF4-FFF2-40B4-BE49-F238E27FC236}">
                      <a16:creationId xmlns:a16="http://schemas.microsoft.com/office/drawing/2014/main" id="{DD8A863B-8CD7-C1B9-80A2-6A2BAE489BA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3" name="Rectangle: Rounded Corners 1362">
                  <a:extLst>
                    <a:ext uri="{FF2B5EF4-FFF2-40B4-BE49-F238E27FC236}">
                      <a16:creationId xmlns:a16="http://schemas.microsoft.com/office/drawing/2014/main" id="{0AEDB2AB-7099-EE88-889C-956597AB396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4" name="Rectangle: Rounded Corners 1363">
                  <a:extLst>
                    <a:ext uri="{FF2B5EF4-FFF2-40B4-BE49-F238E27FC236}">
                      <a16:creationId xmlns:a16="http://schemas.microsoft.com/office/drawing/2014/main" id="{5B335BAE-CD3B-214B-685E-D46A509EE6F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5" name="Rectangle: Rounded Corners 1364">
                  <a:extLst>
                    <a:ext uri="{FF2B5EF4-FFF2-40B4-BE49-F238E27FC236}">
                      <a16:creationId xmlns:a16="http://schemas.microsoft.com/office/drawing/2014/main" id="{DE54BB98-73CA-3BF2-ABFD-725B6DAC8D7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49" name="Group 1348">
                <a:extLst>
                  <a:ext uri="{FF2B5EF4-FFF2-40B4-BE49-F238E27FC236}">
                    <a16:creationId xmlns:a16="http://schemas.microsoft.com/office/drawing/2014/main" id="{B3C21FF0-2365-89EC-C678-C52E0BD8261A}"/>
                  </a:ext>
                </a:extLst>
              </p:cNvPr>
              <p:cNvGrpSpPr/>
              <p:nvPr/>
            </p:nvGrpSpPr>
            <p:grpSpPr>
              <a:xfrm>
                <a:off x="3967163" y="5983284"/>
                <a:ext cx="2177954" cy="203200"/>
                <a:chOff x="4411662" y="1266827"/>
                <a:chExt cx="2177954" cy="203200"/>
              </a:xfrm>
              <a:solidFill>
                <a:schemeClr val="tx1"/>
              </a:solidFill>
            </p:grpSpPr>
            <p:sp>
              <p:nvSpPr>
                <p:cNvPr id="1350" name="Rectangle: Rounded Corners 1349">
                  <a:extLst>
                    <a:ext uri="{FF2B5EF4-FFF2-40B4-BE49-F238E27FC236}">
                      <a16:creationId xmlns:a16="http://schemas.microsoft.com/office/drawing/2014/main" id="{5B6A3350-8483-E6D4-6A84-3B709602A98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1" name="Rectangle: Rounded Corners 1350">
                  <a:extLst>
                    <a:ext uri="{FF2B5EF4-FFF2-40B4-BE49-F238E27FC236}">
                      <a16:creationId xmlns:a16="http://schemas.microsoft.com/office/drawing/2014/main" id="{C0F3FB36-3EBA-C14D-DFDB-C427246E9B9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2" name="Rectangle: Rounded Corners 1351">
                  <a:extLst>
                    <a:ext uri="{FF2B5EF4-FFF2-40B4-BE49-F238E27FC236}">
                      <a16:creationId xmlns:a16="http://schemas.microsoft.com/office/drawing/2014/main" id="{43550703-71B0-FD1D-25B2-731C6E8D4B9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3" name="Rectangle: Rounded Corners 1352">
                  <a:extLst>
                    <a:ext uri="{FF2B5EF4-FFF2-40B4-BE49-F238E27FC236}">
                      <a16:creationId xmlns:a16="http://schemas.microsoft.com/office/drawing/2014/main" id="{110D43D3-4CF0-9E1A-936E-B7CEE836BB3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4" name="Rectangle: Rounded Corners 1353">
                  <a:extLst>
                    <a:ext uri="{FF2B5EF4-FFF2-40B4-BE49-F238E27FC236}">
                      <a16:creationId xmlns:a16="http://schemas.microsoft.com/office/drawing/2014/main" id="{20053FCA-D993-8C3F-BDB6-D2BAD5A10A4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5" name="Rectangle: Rounded Corners 1354">
                  <a:extLst>
                    <a:ext uri="{FF2B5EF4-FFF2-40B4-BE49-F238E27FC236}">
                      <a16:creationId xmlns:a16="http://schemas.microsoft.com/office/drawing/2014/main" id="{F47E22C8-CD95-6F7D-7991-C7D1C6B4DD9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6" name="Rectangle: Rounded Corners 1355">
                  <a:extLst>
                    <a:ext uri="{FF2B5EF4-FFF2-40B4-BE49-F238E27FC236}">
                      <a16:creationId xmlns:a16="http://schemas.microsoft.com/office/drawing/2014/main" id="{B5CCD25A-8CC9-D609-8D31-29433400196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7" name="Rectangle: Rounded Corners 1356">
                  <a:extLst>
                    <a:ext uri="{FF2B5EF4-FFF2-40B4-BE49-F238E27FC236}">
                      <a16:creationId xmlns:a16="http://schemas.microsoft.com/office/drawing/2014/main" id="{80E6B58A-E1EB-B1F3-6F11-6DB741E8F90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1133" name="Group 1132">
            <a:extLst>
              <a:ext uri="{FF2B5EF4-FFF2-40B4-BE49-F238E27FC236}">
                <a16:creationId xmlns:a16="http://schemas.microsoft.com/office/drawing/2014/main" id="{CCB88113-74EB-2097-721F-BD88CDA9EFA2}"/>
              </a:ext>
            </a:extLst>
          </p:cNvPr>
          <p:cNvGrpSpPr/>
          <p:nvPr/>
        </p:nvGrpSpPr>
        <p:grpSpPr>
          <a:xfrm>
            <a:off x="-412297" y="515977"/>
            <a:ext cx="13102977" cy="1243880"/>
            <a:chOff x="3628570" y="4023519"/>
            <a:chExt cx="23905029" cy="2269331"/>
          </a:xfrm>
        </p:grpSpPr>
        <p:sp>
          <p:nvSpPr>
            <p:cNvPr id="1134" name="Rectangle 1133">
              <a:extLst>
                <a:ext uri="{FF2B5EF4-FFF2-40B4-BE49-F238E27FC236}">
                  <a16:creationId xmlns:a16="http://schemas.microsoft.com/office/drawing/2014/main" id="{A2B41517-2160-F28A-8C9B-622E25644232}"/>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35" name="Group 1134">
              <a:extLst>
                <a:ext uri="{FF2B5EF4-FFF2-40B4-BE49-F238E27FC236}">
                  <a16:creationId xmlns:a16="http://schemas.microsoft.com/office/drawing/2014/main" id="{8DB9CC1E-859E-D4C4-8100-F91D76BAB3BF}"/>
                </a:ext>
              </a:extLst>
            </p:cNvPr>
            <p:cNvGrpSpPr/>
            <p:nvPr/>
          </p:nvGrpSpPr>
          <p:grpSpPr>
            <a:xfrm>
              <a:off x="3967162" y="4130677"/>
              <a:ext cx="2324893" cy="2055807"/>
              <a:chOff x="3967162" y="4130677"/>
              <a:chExt cx="2324893" cy="2055807"/>
            </a:xfrm>
          </p:grpSpPr>
          <p:sp>
            <p:nvSpPr>
              <p:cNvPr id="1316" name="Rectangle: Rounded Corners 1315">
                <a:extLst>
                  <a:ext uri="{FF2B5EF4-FFF2-40B4-BE49-F238E27FC236}">
                    <a16:creationId xmlns:a16="http://schemas.microsoft.com/office/drawing/2014/main" id="{6DB4B19B-DB53-A685-33BA-3BAA2720B06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17" name="Group 1316">
                <a:extLst>
                  <a:ext uri="{FF2B5EF4-FFF2-40B4-BE49-F238E27FC236}">
                    <a16:creationId xmlns:a16="http://schemas.microsoft.com/office/drawing/2014/main" id="{E763BC2A-A063-6106-4208-5E14304E6D43}"/>
                  </a:ext>
                </a:extLst>
              </p:cNvPr>
              <p:cNvGrpSpPr/>
              <p:nvPr/>
            </p:nvGrpSpPr>
            <p:grpSpPr>
              <a:xfrm>
                <a:off x="3967162" y="4130677"/>
                <a:ext cx="2177954" cy="203200"/>
                <a:chOff x="4411662" y="1266827"/>
                <a:chExt cx="2177954" cy="203200"/>
              </a:xfrm>
              <a:solidFill>
                <a:schemeClr val="tx1"/>
              </a:solidFill>
            </p:grpSpPr>
            <p:sp>
              <p:nvSpPr>
                <p:cNvPr id="1327" name="Rectangle: Rounded Corners 1326">
                  <a:extLst>
                    <a:ext uri="{FF2B5EF4-FFF2-40B4-BE49-F238E27FC236}">
                      <a16:creationId xmlns:a16="http://schemas.microsoft.com/office/drawing/2014/main" id="{E69FADED-C108-A1EB-EBB0-00E6712D343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8" name="Rectangle: Rounded Corners 1327">
                  <a:extLst>
                    <a:ext uri="{FF2B5EF4-FFF2-40B4-BE49-F238E27FC236}">
                      <a16:creationId xmlns:a16="http://schemas.microsoft.com/office/drawing/2014/main" id="{41D5C8F4-BD23-E596-EF47-646E90EB127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9" name="Rectangle: Rounded Corners 1328">
                  <a:extLst>
                    <a:ext uri="{FF2B5EF4-FFF2-40B4-BE49-F238E27FC236}">
                      <a16:creationId xmlns:a16="http://schemas.microsoft.com/office/drawing/2014/main" id="{D4A546CD-4555-EE38-DF92-8C5FEB4500C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0" name="Rectangle: Rounded Corners 1329">
                  <a:extLst>
                    <a:ext uri="{FF2B5EF4-FFF2-40B4-BE49-F238E27FC236}">
                      <a16:creationId xmlns:a16="http://schemas.microsoft.com/office/drawing/2014/main" id="{3539A9CE-F84B-87E0-2871-8D245D6C280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1" name="Rectangle: Rounded Corners 1330">
                  <a:extLst>
                    <a:ext uri="{FF2B5EF4-FFF2-40B4-BE49-F238E27FC236}">
                      <a16:creationId xmlns:a16="http://schemas.microsoft.com/office/drawing/2014/main" id="{7B17D874-BE05-70BD-4AB0-54CF1F31420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2" name="Rectangle: Rounded Corners 1331">
                  <a:extLst>
                    <a:ext uri="{FF2B5EF4-FFF2-40B4-BE49-F238E27FC236}">
                      <a16:creationId xmlns:a16="http://schemas.microsoft.com/office/drawing/2014/main" id="{4C0250F8-B678-2847-85DF-2E28875363F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3" name="Rectangle: Rounded Corners 1332">
                  <a:extLst>
                    <a:ext uri="{FF2B5EF4-FFF2-40B4-BE49-F238E27FC236}">
                      <a16:creationId xmlns:a16="http://schemas.microsoft.com/office/drawing/2014/main" id="{F0587F1F-0A40-D425-5E8B-E2EEAAC9842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4" name="Rectangle: Rounded Corners 1333">
                  <a:extLst>
                    <a:ext uri="{FF2B5EF4-FFF2-40B4-BE49-F238E27FC236}">
                      <a16:creationId xmlns:a16="http://schemas.microsoft.com/office/drawing/2014/main" id="{2E5D7866-E453-0F95-DAFA-3D8910F26C2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18" name="Group 1317">
                <a:extLst>
                  <a:ext uri="{FF2B5EF4-FFF2-40B4-BE49-F238E27FC236}">
                    <a16:creationId xmlns:a16="http://schemas.microsoft.com/office/drawing/2014/main" id="{59C51AE1-52B6-0B23-05A3-C3334872B338}"/>
                  </a:ext>
                </a:extLst>
              </p:cNvPr>
              <p:cNvGrpSpPr/>
              <p:nvPr/>
            </p:nvGrpSpPr>
            <p:grpSpPr>
              <a:xfrm>
                <a:off x="3967163" y="5983284"/>
                <a:ext cx="2177954" cy="203200"/>
                <a:chOff x="4411662" y="1266827"/>
                <a:chExt cx="2177954" cy="203200"/>
              </a:xfrm>
              <a:solidFill>
                <a:schemeClr val="tx1"/>
              </a:solidFill>
            </p:grpSpPr>
            <p:sp>
              <p:nvSpPr>
                <p:cNvPr id="1319" name="Rectangle: Rounded Corners 1318">
                  <a:extLst>
                    <a:ext uri="{FF2B5EF4-FFF2-40B4-BE49-F238E27FC236}">
                      <a16:creationId xmlns:a16="http://schemas.microsoft.com/office/drawing/2014/main" id="{23C4A2E2-9991-330E-7373-2796C857A6D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0" name="Rectangle: Rounded Corners 1319">
                  <a:extLst>
                    <a:ext uri="{FF2B5EF4-FFF2-40B4-BE49-F238E27FC236}">
                      <a16:creationId xmlns:a16="http://schemas.microsoft.com/office/drawing/2014/main" id="{877F304B-E430-CE15-C574-DE1F119CFFC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1" name="Rectangle: Rounded Corners 1320">
                  <a:extLst>
                    <a:ext uri="{FF2B5EF4-FFF2-40B4-BE49-F238E27FC236}">
                      <a16:creationId xmlns:a16="http://schemas.microsoft.com/office/drawing/2014/main" id="{ADBBBC6F-2ABD-0AC9-A1ED-1EBB6E2471C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2" name="Rectangle: Rounded Corners 1321">
                  <a:extLst>
                    <a:ext uri="{FF2B5EF4-FFF2-40B4-BE49-F238E27FC236}">
                      <a16:creationId xmlns:a16="http://schemas.microsoft.com/office/drawing/2014/main" id="{1045F507-14E2-8332-76DC-5CD78E4F5A7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3" name="Rectangle: Rounded Corners 1322">
                  <a:extLst>
                    <a:ext uri="{FF2B5EF4-FFF2-40B4-BE49-F238E27FC236}">
                      <a16:creationId xmlns:a16="http://schemas.microsoft.com/office/drawing/2014/main" id="{449D08A9-7A4A-F3FA-7E9F-A5C127306F4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4" name="Rectangle: Rounded Corners 1323">
                  <a:extLst>
                    <a:ext uri="{FF2B5EF4-FFF2-40B4-BE49-F238E27FC236}">
                      <a16:creationId xmlns:a16="http://schemas.microsoft.com/office/drawing/2014/main" id="{C0AA842F-0FD6-D4CD-5C8D-C345544CA35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5" name="Rectangle: Rounded Corners 1324">
                  <a:extLst>
                    <a:ext uri="{FF2B5EF4-FFF2-40B4-BE49-F238E27FC236}">
                      <a16:creationId xmlns:a16="http://schemas.microsoft.com/office/drawing/2014/main" id="{0EACAC08-998E-F4BE-3C22-D4407284D5B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6" name="Rectangle: Rounded Corners 1325">
                  <a:extLst>
                    <a:ext uri="{FF2B5EF4-FFF2-40B4-BE49-F238E27FC236}">
                      <a16:creationId xmlns:a16="http://schemas.microsoft.com/office/drawing/2014/main" id="{C6525862-42EA-87BE-EFBC-ABEA3453F73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6" name="Group 1135">
              <a:extLst>
                <a:ext uri="{FF2B5EF4-FFF2-40B4-BE49-F238E27FC236}">
                  <a16:creationId xmlns:a16="http://schemas.microsoft.com/office/drawing/2014/main" id="{9ABF2956-7FBA-9BD6-3D9A-3302A837006F}"/>
                </a:ext>
              </a:extLst>
            </p:cNvPr>
            <p:cNvGrpSpPr/>
            <p:nvPr/>
          </p:nvGrpSpPr>
          <p:grpSpPr>
            <a:xfrm>
              <a:off x="6299799" y="4130677"/>
              <a:ext cx="2324893" cy="2055807"/>
              <a:chOff x="3967162" y="4130677"/>
              <a:chExt cx="2324893" cy="2055807"/>
            </a:xfrm>
          </p:grpSpPr>
          <p:sp>
            <p:nvSpPr>
              <p:cNvPr id="1297" name="Rectangle: Rounded Corners 1296">
                <a:extLst>
                  <a:ext uri="{FF2B5EF4-FFF2-40B4-BE49-F238E27FC236}">
                    <a16:creationId xmlns:a16="http://schemas.microsoft.com/office/drawing/2014/main" id="{D65E5C42-6277-2B7C-1647-776731C558B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98" name="Group 1297">
                <a:extLst>
                  <a:ext uri="{FF2B5EF4-FFF2-40B4-BE49-F238E27FC236}">
                    <a16:creationId xmlns:a16="http://schemas.microsoft.com/office/drawing/2014/main" id="{C911D0C9-1492-4683-39FD-B046DBD84B7F}"/>
                  </a:ext>
                </a:extLst>
              </p:cNvPr>
              <p:cNvGrpSpPr/>
              <p:nvPr/>
            </p:nvGrpSpPr>
            <p:grpSpPr>
              <a:xfrm>
                <a:off x="3967162" y="4130677"/>
                <a:ext cx="2177954" cy="203200"/>
                <a:chOff x="4411662" y="1266827"/>
                <a:chExt cx="2177954" cy="203200"/>
              </a:xfrm>
              <a:solidFill>
                <a:schemeClr val="tx1"/>
              </a:solidFill>
            </p:grpSpPr>
            <p:sp>
              <p:nvSpPr>
                <p:cNvPr id="1308" name="Rectangle: Rounded Corners 1307">
                  <a:extLst>
                    <a:ext uri="{FF2B5EF4-FFF2-40B4-BE49-F238E27FC236}">
                      <a16:creationId xmlns:a16="http://schemas.microsoft.com/office/drawing/2014/main" id="{CC562953-DC82-B1F4-5591-A67391F089A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9" name="Rectangle: Rounded Corners 1308">
                  <a:extLst>
                    <a:ext uri="{FF2B5EF4-FFF2-40B4-BE49-F238E27FC236}">
                      <a16:creationId xmlns:a16="http://schemas.microsoft.com/office/drawing/2014/main" id="{93CA5A27-A82A-7040-9955-D210D7AE0E4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0" name="Rectangle: Rounded Corners 1309">
                  <a:extLst>
                    <a:ext uri="{FF2B5EF4-FFF2-40B4-BE49-F238E27FC236}">
                      <a16:creationId xmlns:a16="http://schemas.microsoft.com/office/drawing/2014/main" id="{59015B3A-207C-6F1C-5979-A99A944FFAA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1" name="Rectangle: Rounded Corners 1310">
                  <a:extLst>
                    <a:ext uri="{FF2B5EF4-FFF2-40B4-BE49-F238E27FC236}">
                      <a16:creationId xmlns:a16="http://schemas.microsoft.com/office/drawing/2014/main" id="{39879A72-62D3-5369-0493-CE70D9EE209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2" name="Rectangle: Rounded Corners 1311">
                  <a:extLst>
                    <a:ext uri="{FF2B5EF4-FFF2-40B4-BE49-F238E27FC236}">
                      <a16:creationId xmlns:a16="http://schemas.microsoft.com/office/drawing/2014/main" id="{1D9AAC92-CFF1-A8F5-654C-C2BC8AA9820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3" name="Rectangle: Rounded Corners 1312">
                  <a:extLst>
                    <a:ext uri="{FF2B5EF4-FFF2-40B4-BE49-F238E27FC236}">
                      <a16:creationId xmlns:a16="http://schemas.microsoft.com/office/drawing/2014/main" id="{E47972DF-DDD0-8EFC-BAA5-8478B1B7CF6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4" name="Rectangle: Rounded Corners 1313">
                  <a:extLst>
                    <a:ext uri="{FF2B5EF4-FFF2-40B4-BE49-F238E27FC236}">
                      <a16:creationId xmlns:a16="http://schemas.microsoft.com/office/drawing/2014/main" id="{4E6CC28A-A771-9182-4D9D-D1B7C5AC39B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5" name="Rectangle: Rounded Corners 1314">
                  <a:extLst>
                    <a:ext uri="{FF2B5EF4-FFF2-40B4-BE49-F238E27FC236}">
                      <a16:creationId xmlns:a16="http://schemas.microsoft.com/office/drawing/2014/main" id="{84711042-894E-A58A-D898-F26F11F38BB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99" name="Group 1298">
                <a:extLst>
                  <a:ext uri="{FF2B5EF4-FFF2-40B4-BE49-F238E27FC236}">
                    <a16:creationId xmlns:a16="http://schemas.microsoft.com/office/drawing/2014/main" id="{5D5E6137-7BAA-7F4C-3A75-556C4F8000BE}"/>
                  </a:ext>
                </a:extLst>
              </p:cNvPr>
              <p:cNvGrpSpPr/>
              <p:nvPr/>
            </p:nvGrpSpPr>
            <p:grpSpPr>
              <a:xfrm>
                <a:off x="3967163" y="5983284"/>
                <a:ext cx="2177954" cy="203200"/>
                <a:chOff x="4411662" y="1266827"/>
                <a:chExt cx="2177954" cy="203200"/>
              </a:xfrm>
              <a:solidFill>
                <a:schemeClr val="tx1"/>
              </a:solidFill>
            </p:grpSpPr>
            <p:sp>
              <p:nvSpPr>
                <p:cNvPr id="1300" name="Rectangle: Rounded Corners 1299">
                  <a:extLst>
                    <a:ext uri="{FF2B5EF4-FFF2-40B4-BE49-F238E27FC236}">
                      <a16:creationId xmlns:a16="http://schemas.microsoft.com/office/drawing/2014/main" id="{FB5DEB46-0DF6-7F75-B06E-A20BA2EEC06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1" name="Rectangle: Rounded Corners 1300">
                  <a:extLst>
                    <a:ext uri="{FF2B5EF4-FFF2-40B4-BE49-F238E27FC236}">
                      <a16:creationId xmlns:a16="http://schemas.microsoft.com/office/drawing/2014/main" id="{8733C449-B74A-437A-3738-41231F38D8B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2" name="Rectangle: Rounded Corners 1301">
                  <a:extLst>
                    <a:ext uri="{FF2B5EF4-FFF2-40B4-BE49-F238E27FC236}">
                      <a16:creationId xmlns:a16="http://schemas.microsoft.com/office/drawing/2014/main" id="{C21DCE48-C453-A157-B7E3-E0C2A46F9C2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3" name="Rectangle: Rounded Corners 1302">
                  <a:extLst>
                    <a:ext uri="{FF2B5EF4-FFF2-40B4-BE49-F238E27FC236}">
                      <a16:creationId xmlns:a16="http://schemas.microsoft.com/office/drawing/2014/main" id="{FC0E361D-9A0A-8F7E-B63B-C8D797A51F6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4" name="Rectangle: Rounded Corners 1303">
                  <a:extLst>
                    <a:ext uri="{FF2B5EF4-FFF2-40B4-BE49-F238E27FC236}">
                      <a16:creationId xmlns:a16="http://schemas.microsoft.com/office/drawing/2014/main" id="{D46A9E58-CFEF-25C5-DD12-1B4D60A92AD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5" name="Rectangle: Rounded Corners 1304">
                  <a:extLst>
                    <a:ext uri="{FF2B5EF4-FFF2-40B4-BE49-F238E27FC236}">
                      <a16:creationId xmlns:a16="http://schemas.microsoft.com/office/drawing/2014/main" id="{584BD888-69CA-6CE7-9385-BC8F72069BA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6" name="Rectangle: Rounded Corners 1305">
                  <a:extLst>
                    <a:ext uri="{FF2B5EF4-FFF2-40B4-BE49-F238E27FC236}">
                      <a16:creationId xmlns:a16="http://schemas.microsoft.com/office/drawing/2014/main" id="{4F2A708A-A023-84CF-9F8C-9EC260A0F15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7" name="Rectangle: Rounded Corners 1306">
                  <a:extLst>
                    <a:ext uri="{FF2B5EF4-FFF2-40B4-BE49-F238E27FC236}">
                      <a16:creationId xmlns:a16="http://schemas.microsoft.com/office/drawing/2014/main" id="{D348CDA4-D79D-7B52-2741-59F6E1ADFAA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7" name="Group 1136">
              <a:extLst>
                <a:ext uri="{FF2B5EF4-FFF2-40B4-BE49-F238E27FC236}">
                  <a16:creationId xmlns:a16="http://schemas.microsoft.com/office/drawing/2014/main" id="{6A75F02F-EDD1-8619-F794-9879BDBBF47E}"/>
                </a:ext>
              </a:extLst>
            </p:cNvPr>
            <p:cNvGrpSpPr/>
            <p:nvPr/>
          </p:nvGrpSpPr>
          <p:grpSpPr>
            <a:xfrm>
              <a:off x="8632436" y="4130677"/>
              <a:ext cx="2324893" cy="2055807"/>
              <a:chOff x="3967162" y="4130677"/>
              <a:chExt cx="2324893" cy="2055807"/>
            </a:xfrm>
          </p:grpSpPr>
          <p:sp>
            <p:nvSpPr>
              <p:cNvPr id="1278" name="Rectangle: Rounded Corners 1277">
                <a:extLst>
                  <a:ext uri="{FF2B5EF4-FFF2-40B4-BE49-F238E27FC236}">
                    <a16:creationId xmlns:a16="http://schemas.microsoft.com/office/drawing/2014/main" id="{6453C8EE-95F9-274D-A092-DBFEC797538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79" name="Group 1278">
                <a:extLst>
                  <a:ext uri="{FF2B5EF4-FFF2-40B4-BE49-F238E27FC236}">
                    <a16:creationId xmlns:a16="http://schemas.microsoft.com/office/drawing/2014/main" id="{DD3E5016-B716-0FA9-96F7-3C78801EDDCC}"/>
                  </a:ext>
                </a:extLst>
              </p:cNvPr>
              <p:cNvGrpSpPr/>
              <p:nvPr/>
            </p:nvGrpSpPr>
            <p:grpSpPr>
              <a:xfrm>
                <a:off x="3967162" y="4130677"/>
                <a:ext cx="2177954" cy="203200"/>
                <a:chOff x="4411662" y="1266827"/>
                <a:chExt cx="2177954" cy="203200"/>
              </a:xfrm>
              <a:solidFill>
                <a:schemeClr val="tx1"/>
              </a:solidFill>
            </p:grpSpPr>
            <p:sp>
              <p:nvSpPr>
                <p:cNvPr id="1289" name="Rectangle: Rounded Corners 1288">
                  <a:extLst>
                    <a:ext uri="{FF2B5EF4-FFF2-40B4-BE49-F238E27FC236}">
                      <a16:creationId xmlns:a16="http://schemas.microsoft.com/office/drawing/2014/main" id="{9848F09D-1E5A-5EE3-6FD0-3FE210972B8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0" name="Rectangle: Rounded Corners 1289">
                  <a:extLst>
                    <a:ext uri="{FF2B5EF4-FFF2-40B4-BE49-F238E27FC236}">
                      <a16:creationId xmlns:a16="http://schemas.microsoft.com/office/drawing/2014/main" id="{E2A820A0-D02F-A838-6F60-039EADD534E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1" name="Rectangle: Rounded Corners 1290">
                  <a:extLst>
                    <a:ext uri="{FF2B5EF4-FFF2-40B4-BE49-F238E27FC236}">
                      <a16:creationId xmlns:a16="http://schemas.microsoft.com/office/drawing/2014/main" id="{738C653D-D2F1-0908-6E1D-7F3D6E6A55B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2" name="Rectangle: Rounded Corners 1291">
                  <a:extLst>
                    <a:ext uri="{FF2B5EF4-FFF2-40B4-BE49-F238E27FC236}">
                      <a16:creationId xmlns:a16="http://schemas.microsoft.com/office/drawing/2014/main" id="{D55A8F22-97C1-487A-8352-E57AFE34747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3" name="Rectangle: Rounded Corners 1292">
                  <a:extLst>
                    <a:ext uri="{FF2B5EF4-FFF2-40B4-BE49-F238E27FC236}">
                      <a16:creationId xmlns:a16="http://schemas.microsoft.com/office/drawing/2014/main" id="{DE32872D-89DA-9845-1B39-45905941C0A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4" name="Rectangle: Rounded Corners 1293">
                  <a:extLst>
                    <a:ext uri="{FF2B5EF4-FFF2-40B4-BE49-F238E27FC236}">
                      <a16:creationId xmlns:a16="http://schemas.microsoft.com/office/drawing/2014/main" id="{76D8394A-96F0-6406-7067-EC1A7A8A9DB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5" name="Rectangle: Rounded Corners 1294">
                  <a:extLst>
                    <a:ext uri="{FF2B5EF4-FFF2-40B4-BE49-F238E27FC236}">
                      <a16:creationId xmlns:a16="http://schemas.microsoft.com/office/drawing/2014/main" id="{8D2018E3-896B-7E44-622F-B1644AA7DFE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6" name="Rectangle: Rounded Corners 1295">
                  <a:extLst>
                    <a:ext uri="{FF2B5EF4-FFF2-40B4-BE49-F238E27FC236}">
                      <a16:creationId xmlns:a16="http://schemas.microsoft.com/office/drawing/2014/main" id="{30C3E2A5-A97B-4EA8-0F09-95ABD463E35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80" name="Group 1279">
                <a:extLst>
                  <a:ext uri="{FF2B5EF4-FFF2-40B4-BE49-F238E27FC236}">
                    <a16:creationId xmlns:a16="http://schemas.microsoft.com/office/drawing/2014/main" id="{342861AD-30CB-BFBC-998D-812D5237F98F}"/>
                  </a:ext>
                </a:extLst>
              </p:cNvPr>
              <p:cNvGrpSpPr/>
              <p:nvPr/>
            </p:nvGrpSpPr>
            <p:grpSpPr>
              <a:xfrm>
                <a:off x="3967163" y="5983284"/>
                <a:ext cx="2177954" cy="203200"/>
                <a:chOff x="4411662" y="1266827"/>
                <a:chExt cx="2177954" cy="203200"/>
              </a:xfrm>
              <a:solidFill>
                <a:schemeClr val="tx1"/>
              </a:solidFill>
            </p:grpSpPr>
            <p:sp>
              <p:nvSpPr>
                <p:cNvPr id="1281" name="Rectangle: Rounded Corners 1280">
                  <a:extLst>
                    <a:ext uri="{FF2B5EF4-FFF2-40B4-BE49-F238E27FC236}">
                      <a16:creationId xmlns:a16="http://schemas.microsoft.com/office/drawing/2014/main" id="{6A6AE290-FCC8-B9D6-D03D-64672005EE7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2" name="Rectangle: Rounded Corners 1281">
                  <a:extLst>
                    <a:ext uri="{FF2B5EF4-FFF2-40B4-BE49-F238E27FC236}">
                      <a16:creationId xmlns:a16="http://schemas.microsoft.com/office/drawing/2014/main" id="{FC0552C7-C9FB-2FE8-9D2F-14AA7D37041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3" name="Rectangle: Rounded Corners 1282">
                  <a:extLst>
                    <a:ext uri="{FF2B5EF4-FFF2-40B4-BE49-F238E27FC236}">
                      <a16:creationId xmlns:a16="http://schemas.microsoft.com/office/drawing/2014/main" id="{E394C635-0FE2-EDCC-5252-9710F7A7D71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4" name="Rectangle: Rounded Corners 1283">
                  <a:extLst>
                    <a:ext uri="{FF2B5EF4-FFF2-40B4-BE49-F238E27FC236}">
                      <a16:creationId xmlns:a16="http://schemas.microsoft.com/office/drawing/2014/main" id="{BE743566-F260-30BD-DAB0-6BFB7B8F4DF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5" name="Rectangle: Rounded Corners 1284">
                  <a:extLst>
                    <a:ext uri="{FF2B5EF4-FFF2-40B4-BE49-F238E27FC236}">
                      <a16:creationId xmlns:a16="http://schemas.microsoft.com/office/drawing/2014/main" id="{1639A611-26CA-088F-3437-F9B575456ED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6" name="Rectangle: Rounded Corners 1285">
                  <a:extLst>
                    <a:ext uri="{FF2B5EF4-FFF2-40B4-BE49-F238E27FC236}">
                      <a16:creationId xmlns:a16="http://schemas.microsoft.com/office/drawing/2014/main" id="{270DDFBA-7DF4-228C-F707-97C981D10D1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7" name="Rectangle: Rounded Corners 1286">
                  <a:extLst>
                    <a:ext uri="{FF2B5EF4-FFF2-40B4-BE49-F238E27FC236}">
                      <a16:creationId xmlns:a16="http://schemas.microsoft.com/office/drawing/2014/main" id="{507003D6-68B5-EA9F-C9E5-F9AD92DC328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8" name="Rectangle: Rounded Corners 1287">
                  <a:extLst>
                    <a:ext uri="{FF2B5EF4-FFF2-40B4-BE49-F238E27FC236}">
                      <a16:creationId xmlns:a16="http://schemas.microsoft.com/office/drawing/2014/main" id="{BE666D77-B8A7-5445-8F73-84B3F0C3D57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8" name="Group 1137">
              <a:extLst>
                <a:ext uri="{FF2B5EF4-FFF2-40B4-BE49-F238E27FC236}">
                  <a16:creationId xmlns:a16="http://schemas.microsoft.com/office/drawing/2014/main" id="{285C0412-4FD7-8286-2A0A-B4FB5F08352B}"/>
                </a:ext>
              </a:extLst>
            </p:cNvPr>
            <p:cNvGrpSpPr/>
            <p:nvPr/>
          </p:nvGrpSpPr>
          <p:grpSpPr>
            <a:xfrm>
              <a:off x="10965073" y="4130677"/>
              <a:ext cx="2324893" cy="2055807"/>
              <a:chOff x="3967162" y="4130677"/>
              <a:chExt cx="2324893" cy="2055807"/>
            </a:xfrm>
          </p:grpSpPr>
          <p:sp>
            <p:nvSpPr>
              <p:cNvPr id="1259" name="Rectangle: Rounded Corners 1258">
                <a:extLst>
                  <a:ext uri="{FF2B5EF4-FFF2-40B4-BE49-F238E27FC236}">
                    <a16:creationId xmlns:a16="http://schemas.microsoft.com/office/drawing/2014/main" id="{574D0A5F-8046-A912-5F59-7449345D165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60" name="Group 1259">
                <a:extLst>
                  <a:ext uri="{FF2B5EF4-FFF2-40B4-BE49-F238E27FC236}">
                    <a16:creationId xmlns:a16="http://schemas.microsoft.com/office/drawing/2014/main" id="{9DC2371C-9B44-A670-2FE9-1ACB63067372}"/>
                  </a:ext>
                </a:extLst>
              </p:cNvPr>
              <p:cNvGrpSpPr/>
              <p:nvPr/>
            </p:nvGrpSpPr>
            <p:grpSpPr>
              <a:xfrm>
                <a:off x="3967162" y="4130677"/>
                <a:ext cx="2177954" cy="203200"/>
                <a:chOff x="4411662" y="1266827"/>
                <a:chExt cx="2177954" cy="203200"/>
              </a:xfrm>
              <a:solidFill>
                <a:schemeClr val="tx1"/>
              </a:solidFill>
            </p:grpSpPr>
            <p:sp>
              <p:nvSpPr>
                <p:cNvPr id="1270" name="Rectangle: Rounded Corners 1269">
                  <a:extLst>
                    <a:ext uri="{FF2B5EF4-FFF2-40B4-BE49-F238E27FC236}">
                      <a16:creationId xmlns:a16="http://schemas.microsoft.com/office/drawing/2014/main" id="{7ACC107B-8B89-F279-A742-B06AD4E4E5D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1" name="Rectangle: Rounded Corners 1270">
                  <a:extLst>
                    <a:ext uri="{FF2B5EF4-FFF2-40B4-BE49-F238E27FC236}">
                      <a16:creationId xmlns:a16="http://schemas.microsoft.com/office/drawing/2014/main" id="{3943BF77-0EEB-A66C-2B55-08AA8E4A3B2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2" name="Rectangle: Rounded Corners 1271">
                  <a:extLst>
                    <a:ext uri="{FF2B5EF4-FFF2-40B4-BE49-F238E27FC236}">
                      <a16:creationId xmlns:a16="http://schemas.microsoft.com/office/drawing/2014/main" id="{5B79280B-BFC0-EF5D-2917-4429E1B85D4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3" name="Rectangle: Rounded Corners 1272">
                  <a:extLst>
                    <a:ext uri="{FF2B5EF4-FFF2-40B4-BE49-F238E27FC236}">
                      <a16:creationId xmlns:a16="http://schemas.microsoft.com/office/drawing/2014/main" id="{3F5E0BC3-A7C8-C20F-8C3F-4332704B219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4" name="Rectangle: Rounded Corners 1273">
                  <a:extLst>
                    <a:ext uri="{FF2B5EF4-FFF2-40B4-BE49-F238E27FC236}">
                      <a16:creationId xmlns:a16="http://schemas.microsoft.com/office/drawing/2014/main" id="{FE0E58E9-D32A-D342-B11D-541AC1604D4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5" name="Rectangle: Rounded Corners 1274">
                  <a:extLst>
                    <a:ext uri="{FF2B5EF4-FFF2-40B4-BE49-F238E27FC236}">
                      <a16:creationId xmlns:a16="http://schemas.microsoft.com/office/drawing/2014/main" id="{6E141CE7-5C6F-022C-DF0F-39EAAB3313D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6" name="Rectangle: Rounded Corners 1275">
                  <a:extLst>
                    <a:ext uri="{FF2B5EF4-FFF2-40B4-BE49-F238E27FC236}">
                      <a16:creationId xmlns:a16="http://schemas.microsoft.com/office/drawing/2014/main" id="{8F44267B-0A79-5A87-3C68-9F610347065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7" name="Rectangle: Rounded Corners 1276">
                  <a:extLst>
                    <a:ext uri="{FF2B5EF4-FFF2-40B4-BE49-F238E27FC236}">
                      <a16:creationId xmlns:a16="http://schemas.microsoft.com/office/drawing/2014/main" id="{3F5D781F-E9E8-4600-8ED9-5A8053DBE50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61" name="Group 1260">
                <a:extLst>
                  <a:ext uri="{FF2B5EF4-FFF2-40B4-BE49-F238E27FC236}">
                    <a16:creationId xmlns:a16="http://schemas.microsoft.com/office/drawing/2014/main" id="{FE50F4A6-CF37-2142-5445-84E472BC7F14}"/>
                  </a:ext>
                </a:extLst>
              </p:cNvPr>
              <p:cNvGrpSpPr/>
              <p:nvPr/>
            </p:nvGrpSpPr>
            <p:grpSpPr>
              <a:xfrm>
                <a:off x="3967163" y="5983284"/>
                <a:ext cx="2177954" cy="203200"/>
                <a:chOff x="4411662" y="1266827"/>
                <a:chExt cx="2177954" cy="203200"/>
              </a:xfrm>
              <a:solidFill>
                <a:schemeClr val="tx1"/>
              </a:solidFill>
            </p:grpSpPr>
            <p:sp>
              <p:nvSpPr>
                <p:cNvPr id="1262" name="Rectangle: Rounded Corners 1261">
                  <a:extLst>
                    <a:ext uri="{FF2B5EF4-FFF2-40B4-BE49-F238E27FC236}">
                      <a16:creationId xmlns:a16="http://schemas.microsoft.com/office/drawing/2014/main" id="{CCAB8F15-4D3D-E46E-832D-EECB20BE4FD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3" name="Rectangle: Rounded Corners 1262">
                  <a:extLst>
                    <a:ext uri="{FF2B5EF4-FFF2-40B4-BE49-F238E27FC236}">
                      <a16:creationId xmlns:a16="http://schemas.microsoft.com/office/drawing/2014/main" id="{2AEE0D3F-827A-7B4D-0904-3CB103F52AE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4" name="Rectangle: Rounded Corners 1263">
                  <a:extLst>
                    <a:ext uri="{FF2B5EF4-FFF2-40B4-BE49-F238E27FC236}">
                      <a16:creationId xmlns:a16="http://schemas.microsoft.com/office/drawing/2014/main" id="{C2CAFD6A-049E-645A-9AE2-7C26B749458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5" name="Rectangle: Rounded Corners 1264">
                  <a:extLst>
                    <a:ext uri="{FF2B5EF4-FFF2-40B4-BE49-F238E27FC236}">
                      <a16:creationId xmlns:a16="http://schemas.microsoft.com/office/drawing/2014/main" id="{50F33AA9-9BFC-224F-0D0D-80034A52401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6" name="Rectangle: Rounded Corners 1265">
                  <a:extLst>
                    <a:ext uri="{FF2B5EF4-FFF2-40B4-BE49-F238E27FC236}">
                      <a16:creationId xmlns:a16="http://schemas.microsoft.com/office/drawing/2014/main" id="{00A72087-9D2E-AFA1-9A27-806DE91AA9E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7" name="Rectangle: Rounded Corners 1266">
                  <a:extLst>
                    <a:ext uri="{FF2B5EF4-FFF2-40B4-BE49-F238E27FC236}">
                      <a16:creationId xmlns:a16="http://schemas.microsoft.com/office/drawing/2014/main" id="{B0AC3B20-D293-5BCD-776C-6F80A3C2F60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8" name="Rectangle: Rounded Corners 1267">
                  <a:extLst>
                    <a:ext uri="{FF2B5EF4-FFF2-40B4-BE49-F238E27FC236}">
                      <a16:creationId xmlns:a16="http://schemas.microsoft.com/office/drawing/2014/main" id="{E9F5192F-91A3-8E52-A63E-280405D7E35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9" name="Rectangle: Rounded Corners 1268">
                  <a:extLst>
                    <a:ext uri="{FF2B5EF4-FFF2-40B4-BE49-F238E27FC236}">
                      <a16:creationId xmlns:a16="http://schemas.microsoft.com/office/drawing/2014/main" id="{3CDD916D-A2D8-98AE-3ED5-9AC766EEDCE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9" name="Group 1138">
              <a:extLst>
                <a:ext uri="{FF2B5EF4-FFF2-40B4-BE49-F238E27FC236}">
                  <a16:creationId xmlns:a16="http://schemas.microsoft.com/office/drawing/2014/main" id="{B4C5F7EF-BA94-DD21-495E-D6DA10C3FE59}"/>
                </a:ext>
              </a:extLst>
            </p:cNvPr>
            <p:cNvGrpSpPr/>
            <p:nvPr/>
          </p:nvGrpSpPr>
          <p:grpSpPr>
            <a:xfrm>
              <a:off x="13297710" y="4130677"/>
              <a:ext cx="2324893" cy="2055807"/>
              <a:chOff x="3967162" y="4130677"/>
              <a:chExt cx="2324893" cy="2055807"/>
            </a:xfrm>
          </p:grpSpPr>
          <p:sp>
            <p:nvSpPr>
              <p:cNvPr id="1240" name="Rectangle: Rounded Corners 1239">
                <a:extLst>
                  <a:ext uri="{FF2B5EF4-FFF2-40B4-BE49-F238E27FC236}">
                    <a16:creationId xmlns:a16="http://schemas.microsoft.com/office/drawing/2014/main" id="{A98D6612-B0E4-6914-29FF-61BF6052A1F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41" name="Group 1240">
                <a:extLst>
                  <a:ext uri="{FF2B5EF4-FFF2-40B4-BE49-F238E27FC236}">
                    <a16:creationId xmlns:a16="http://schemas.microsoft.com/office/drawing/2014/main" id="{A50180E7-53C5-C288-2C8C-2EDD2C3B7008}"/>
                  </a:ext>
                </a:extLst>
              </p:cNvPr>
              <p:cNvGrpSpPr/>
              <p:nvPr/>
            </p:nvGrpSpPr>
            <p:grpSpPr>
              <a:xfrm>
                <a:off x="3967162" y="4130677"/>
                <a:ext cx="2177954" cy="203200"/>
                <a:chOff x="4411662" y="1266827"/>
                <a:chExt cx="2177954" cy="203200"/>
              </a:xfrm>
              <a:solidFill>
                <a:schemeClr val="tx1"/>
              </a:solidFill>
            </p:grpSpPr>
            <p:sp>
              <p:nvSpPr>
                <p:cNvPr id="1251" name="Rectangle: Rounded Corners 1250">
                  <a:extLst>
                    <a:ext uri="{FF2B5EF4-FFF2-40B4-BE49-F238E27FC236}">
                      <a16:creationId xmlns:a16="http://schemas.microsoft.com/office/drawing/2014/main" id="{5EADAC52-4203-6880-0E07-B8778CE265B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2" name="Rectangle: Rounded Corners 1251">
                  <a:extLst>
                    <a:ext uri="{FF2B5EF4-FFF2-40B4-BE49-F238E27FC236}">
                      <a16:creationId xmlns:a16="http://schemas.microsoft.com/office/drawing/2014/main" id="{5D3736E7-7E6D-2E19-5360-37235E5CEC5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3" name="Rectangle: Rounded Corners 1252">
                  <a:extLst>
                    <a:ext uri="{FF2B5EF4-FFF2-40B4-BE49-F238E27FC236}">
                      <a16:creationId xmlns:a16="http://schemas.microsoft.com/office/drawing/2014/main" id="{D23FC743-81A7-B60A-520C-9E8DE67A29D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4" name="Rectangle: Rounded Corners 1253">
                  <a:extLst>
                    <a:ext uri="{FF2B5EF4-FFF2-40B4-BE49-F238E27FC236}">
                      <a16:creationId xmlns:a16="http://schemas.microsoft.com/office/drawing/2014/main" id="{69302E44-3EB9-7280-FCD0-B06A5E42649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5" name="Rectangle: Rounded Corners 1254">
                  <a:extLst>
                    <a:ext uri="{FF2B5EF4-FFF2-40B4-BE49-F238E27FC236}">
                      <a16:creationId xmlns:a16="http://schemas.microsoft.com/office/drawing/2014/main" id="{B9727D9D-49CD-AC71-D5A1-BD63BEFE136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6" name="Rectangle: Rounded Corners 1255">
                  <a:extLst>
                    <a:ext uri="{FF2B5EF4-FFF2-40B4-BE49-F238E27FC236}">
                      <a16:creationId xmlns:a16="http://schemas.microsoft.com/office/drawing/2014/main" id="{032C8007-5CD5-E43E-9B38-0DFCDB4E7B0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7" name="Rectangle: Rounded Corners 1256">
                  <a:extLst>
                    <a:ext uri="{FF2B5EF4-FFF2-40B4-BE49-F238E27FC236}">
                      <a16:creationId xmlns:a16="http://schemas.microsoft.com/office/drawing/2014/main" id="{BEB076C5-8B4E-3CA5-B946-DF8CA6F4501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8" name="Rectangle: Rounded Corners 1257">
                  <a:extLst>
                    <a:ext uri="{FF2B5EF4-FFF2-40B4-BE49-F238E27FC236}">
                      <a16:creationId xmlns:a16="http://schemas.microsoft.com/office/drawing/2014/main" id="{4FB148F3-5F66-F0EE-F2B9-20486943496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42" name="Group 1241">
                <a:extLst>
                  <a:ext uri="{FF2B5EF4-FFF2-40B4-BE49-F238E27FC236}">
                    <a16:creationId xmlns:a16="http://schemas.microsoft.com/office/drawing/2014/main" id="{97C74C77-B3FD-CF39-78F9-3068B5E26069}"/>
                  </a:ext>
                </a:extLst>
              </p:cNvPr>
              <p:cNvGrpSpPr/>
              <p:nvPr/>
            </p:nvGrpSpPr>
            <p:grpSpPr>
              <a:xfrm>
                <a:off x="3967163" y="5983284"/>
                <a:ext cx="2177954" cy="203200"/>
                <a:chOff x="4411662" y="1266827"/>
                <a:chExt cx="2177954" cy="203200"/>
              </a:xfrm>
              <a:solidFill>
                <a:schemeClr val="tx1"/>
              </a:solidFill>
            </p:grpSpPr>
            <p:sp>
              <p:nvSpPr>
                <p:cNvPr id="1243" name="Rectangle: Rounded Corners 1242">
                  <a:extLst>
                    <a:ext uri="{FF2B5EF4-FFF2-40B4-BE49-F238E27FC236}">
                      <a16:creationId xmlns:a16="http://schemas.microsoft.com/office/drawing/2014/main" id="{13C1D493-0B40-D8F5-E101-53ECFFF1854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4" name="Rectangle: Rounded Corners 1243">
                  <a:extLst>
                    <a:ext uri="{FF2B5EF4-FFF2-40B4-BE49-F238E27FC236}">
                      <a16:creationId xmlns:a16="http://schemas.microsoft.com/office/drawing/2014/main" id="{781DCCEE-DEA3-4C12-9CF4-57200266B69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5" name="Rectangle: Rounded Corners 1244">
                  <a:extLst>
                    <a:ext uri="{FF2B5EF4-FFF2-40B4-BE49-F238E27FC236}">
                      <a16:creationId xmlns:a16="http://schemas.microsoft.com/office/drawing/2014/main" id="{CE505C48-80A2-62C3-FC30-AD383BD3A8D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6" name="Rectangle: Rounded Corners 1245">
                  <a:extLst>
                    <a:ext uri="{FF2B5EF4-FFF2-40B4-BE49-F238E27FC236}">
                      <a16:creationId xmlns:a16="http://schemas.microsoft.com/office/drawing/2014/main" id="{60C88BC8-470E-8815-17A4-440A0A28706F}"/>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7" name="Rectangle: Rounded Corners 1246">
                  <a:extLst>
                    <a:ext uri="{FF2B5EF4-FFF2-40B4-BE49-F238E27FC236}">
                      <a16:creationId xmlns:a16="http://schemas.microsoft.com/office/drawing/2014/main" id="{9F8533F7-01C3-A5F3-13C6-B13BF699754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8" name="Rectangle: Rounded Corners 1247">
                  <a:extLst>
                    <a:ext uri="{FF2B5EF4-FFF2-40B4-BE49-F238E27FC236}">
                      <a16:creationId xmlns:a16="http://schemas.microsoft.com/office/drawing/2014/main" id="{9C191F37-FA60-E08E-1281-A4C1AD7B5E8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9" name="Rectangle: Rounded Corners 1248">
                  <a:extLst>
                    <a:ext uri="{FF2B5EF4-FFF2-40B4-BE49-F238E27FC236}">
                      <a16:creationId xmlns:a16="http://schemas.microsoft.com/office/drawing/2014/main" id="{ADFC325F-8857-3A51-E5EA-53A807743C3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0" name="Rectangle: Rounded Corners 1249">
                  <a:extLst>
                    <a:ext uri="{FF2B5EF4-FFF2-40B4-BE49-F238E27FC236}">
                      <a16:creationId xmlns:a16="http://schemas.microsoft.com/office/drawing/2014/main" id="{B54674B7-7D2C-5740-2685-3254F1514F5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0" name="Group 1139">
              <a:extLst>
                <a:ext uri="{FF2B5EF4-FFF2-40B4-BE49-F238E27FC236}">
                  <a16:creationId xmlns:a16="http://schemas.microsoft.com/office/drawing/2014/main" id="{9FA190D1-086A-774F-AE5F-3DE300ADB674}"/>
                </a:ext>
              </a:extLst>
            </p:cNvPr>
            <p:cNvGrpSpPr/>
            <p:nvPr/>
          </p:nvGrpSpPr>
          <p:grpSpPr>
            <a:xfrm>
              <a:off x="15630347" y="4130677"/>
              <a:ext cx="2324893" cy="2055807"/>
              <a:chOff x="3967162" y="4130677"/>
              <a:chExt cx="2324893" cy="2055807"/>
            </a:xfrm>
          </p:grpSpPr>
          <p:sp>
            <p:nvSpPr>
              <p:cNvPr id="1221" name="Rectangle: Rounded Corners 1220">
                <a:extLst>
                  <a:ext uri="{FF2B5EF4-FFF2-40B4-BE49-F238E27FC236}">
                    <a16:creationId xmlns:a16="http://schemas.microsoft.com/office/drawing/2014/main" id="{CBD44074-44F2-0B0F-04A4-FE5D3EEA875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22" name="Group 1221">
                <a:extLst>
                  <a:ext uri="{FF2B5EF4-FFF2-40B4-BE49-F238E27FC236}">
                    <a16:creationId xmlns:a16="http://schemas.microsoft.com/office/drawing/2014/main" id="{1F5C10AC-40F5-1B53-1DD7-370F01146549}"/>
                  </a:ext>
                </a:extLst>
              </p:cNvPr>
              <p:cNvGrpSpPr/>
              <p:nvPr/>
            </p:nvGrpSpPr>
            <p:grpSpPr>
              <a:xfrm>
                <a:off x="3967162" y="4130677"/>
                <a:ext cx="2177954" cy="203200"/>
                <a:chOff x="4411662" y="1266827"/>
                <a:chExt cx="2177954" cy="203200"/>
              </a:xfrm>
              <a:solidFill>
                <a:schemeClr val="tx1"/>
              </a:solidFill>
            </p:grpSpPr>
            <p:sp>
              <p:nvSpPr>
                <p:cNvPr id="1232" name="Rectangle: Rounded Corners 1231">
                  <a:extLst>
                    <a:ext uri="{FF2B5EF4-FFF2-40B4-BE49-F238E27FC236}">
                      <a16:creationId xmlns:a16="http://schemas.microsoft.com/office/drawing/2014/main" id="{F2C7FA6D-8BBB-B6E6-BEDF-A6D9C92FBB3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3" name="Rectangle: Rounded Corners 1232">
                  <a:extLst>
                    <a:ext uri="{FF2B5EF4-FFF2-40B4-BE49-F238E27FC236}">
                      <a16:creationId xmlns:a16="http://schemas.microsoft.com/office/drawing/2014/main" id="{EEC77022-7C7F-458A-E6E6-E21CD1F4D9A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4" name="Rectangle: Rounded Corners 1233">
                  <a:extLst>
                    <a:ext uri="{FF2B5EF4-FFF2-40B4-BE49-F238E27FC236}">
                      <a16:creationId xmlns:a16="http://schemas.microsoft.com/office/drawing/2014/main" id="{AA869EAF-83CE-1603-EAB1-39FC19C3EBC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5" name="Rectangle: Rounded Corners 1234">
                  <a:extLst>
                    <a:ext uri="{FF2B5EF4-FFF2-40B4-BE49-F238E27FC236}">
                      <a16:creationId xmlns:a16="http://schemas.microsoft.com/office/drawing/2014/main" id="{4790FC96-69DE-DDAA-7D90-ACFA3B1401C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6" name="Rectangle: Rounded Corners 1235">
                  <a:extLst>
                    <a:ext uri="{FF2B5EF4-FFF2-40B4-BE49-F238E27FC236}">
                      <a16:creationId xmlns:a16="http://schemas.microsoft.com/office/drawing/2014/main" id="{16C9F0B0-937C-E341-2234-204272C0421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7" name="Rectangle: Rounded Corners 1236">
                  <a:extLst>
                    <a:ext uri="{FF2B5EF4-FFF2-40B4-BE49-F238E27FC236}">
                      <a16:creationId xmlns:a16="http://schemas.microsoft.com/office/drawing/2014/main" id="{1AC85C76-EB6F-8F7E-2138-79BBACBE81C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8" name="Rectangle: Rounded Corners 1237">
                  <a:extLst>
                    <a:ext uri="{FF2B5EF4-FFF2-40B4-BE49-F238E27FC236}">
                      <a16:creationId xmlns:a16="http://schemas.microsoft.com/office/drawing/2014/main" id="{3ABA6E61-1486-FDA3-5F13-B64FC803692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9" name="Rectangle: Rounded Corners 1238">
                  <a:extLst>
                    <a:ext uri="{FF2B5EF4-FFF2-40B4-BE49-F238E27FC236}">
                      <a16:creationId xmlns:a16="http://schemas.microsoft.com/office/drawing/2014/main" id="{E63D7185-C43A-2565-11D0-1CE04E96F9C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23" name="Group 1222">
                <a:extLst>
                  <a:ext uri="{FF2B5EF4-FFF2-40B4-BE49-F238E27FC236}">
                    <a16:creationId xmlns:a16="http://schemas.microsoft.com/office/drawing/2014/main" id="{A1D649F6-E014-A988-04B3-4411FBD669F3}"/>
                  </a:ext>
                </a:extLst>
              </p:cNvPr>
              <p:cNvGrpSpPr/>
              <p:nvPr/>
            </p:nvGrpSpPr>
            <p:grpSpPr>
              <a:xfrm>
                <a:off x="3967163" y="5983284"/>
                <a:ext cx="2177954" cy="203200"/>
                <a:chOff x="4411662" y="1266827"/>
                <a:chExt cx="2177954" cy="203200"/>
              </a:xfrm>
              <a:solidFill>
                <a:schemeClr val="tx1"/>
              </a:solidFill>
            </p:grpSpPr>
            <p:sp>
              <p:nvSpPr>
                <p:cNvPr id="1224" name="Rectangle: Rounded Corners 1223">
                  <a:extLst>
                    <a:ext uri="{FF2B5EF4-FFF2-40B4-BE49-F238E27FC236}">
                      <a16:creationId xmlns:a16="http://schemas.microsoft.com/office/drawing/2014/main" id="{0BC2D40C-381C-ECF4-25EA-89B9831AE80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5" name="Rectangle: Rounded Corners 1224">
                  <a:extLst>
                    <a:ext uri="{FF2B5EF4-FFF2-40B4-BE49-F238E27FC236}">
                      <a16:creationId xmlns:a16="http://schemas.microsoft.com/office/drawing/2014/main" id="{F2030282-C075-4BA2-4154-A4A6C14B0C1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6" name="Rectangle: Rounded Corners 1225">
                  <a:extLst>
                    <a:ext uri="{FF2B5EF4-FFF2-40B4-BE49-F238E27FC236}">
                      <a16:creationId xmlns:a16="http://schemas.microsoft.com/office/drawing/2014/main" id="{09E04976-F0D9-A669-AAD7-8A47D14B1E3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7" name="Rectangle: Rounded Corners 1226">
                  <a:extLst>
                    <a:ext uri="{FF2B5EF4-FFF2-40B4-BE49-F238E27FC236}">
                      <a16:creationId xmlns:a16="http://schemas.microsoft.com/office/drawing/2014/main" id="{082CCFF7-D7E7-E8B6-432D-BA4204AF28A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8" name="Rectangle: Rounded Corners 1227">
                  <a:extLst>
                    <a:ext uri="{FF2B5EF4-FFF2-40B4-BE49-F238E27FC236}">
                      <a16:creationId xmlns:a16="http://schemas.microsoft.com/office/drawing/2014/main" id="{F907DEE6-125E-D9E6-7BC8-7867397B645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9" name="Rectangle: Rounded Corners 1228">
                  <a:extLst>
                    <a:ext uri="{FF2B5EF4-FFF2-40B4-BE49-F238E27FC236}">
                      <a16:creationId xmlns:a16="http://schemas.microsoft.com/office/drawing/2014/main" id="{D29C5E89-E392-AAC7-740D-1D3A958F960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0" name="Rectangle: Rounded Corners 1229">
                  <a:extLst>
                    <a:ext uri="{FF2B5EF4-FFF2-40B4-BE49-F238E27FC236}">
                      <a16:creationId xmlns:a16="http://schemas.microsoft.com/office/drawing/2014/main" id="{8A8E3355-E47C-A4D8-4857-FB88391C09A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1" name="Rectangle: Rounded Corners 1230">
                  <a:extLst>
                    <a:ext uri="{FF2B5EF4-FFF2-40B4-BE49-F238E27FC236}">
                      <a16:creationId xmlns:a16="http://schemas.microsoft.com/office/drawing/2014/main" id="{D733EEC6-209C-0438-C48D-37E8772044B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1" name="Group 1140">
              <a:extLst>
                <a:ext uri="{FF2B5EF4-FFF2-40B4-BE49-F238E27FC236}">
                  <a16:creationId xmlns:a16="http://schemas.microsoft.com/office/drawing/2014/main" id="{86EAA9E7-665F-2164-74D8-41AC53AEBB1F}"/>
                </a:ext>
              </a:extLst>
            </p:cNvPr>
            <p:cNvGrpSpPr/>
            <p:nvPr/>
          </p:nvGrpSpPr>
          <p:grpSpPr>
            <a:xfrm>
              <a:off x="17962984" y="4130677"/>
              <a:ext cx="2324893" cy="2055807"/>
              <a:chOff x="3967162" y="4130677"/>
              <a:chExt cx="2324893" cy="2055807"/>
            </a:xfrm>
          </p:grpSpPr>
          <p:sp>
            <p:nvSpPr>
              <p:cNvPr id="1202" name="Rectangle: Rounded Corners 1201">
                <a:extLst>
                  <a:ext uri="{FF2B5EF4-FFF2-40B4-BE49-F238E27FC236}">
                    <a16:creationId xmlns:a16="http://schemas.microsoft.com/office/drawing/2014/main" id="{1E92B06A-26CB-43E2-FCD6-A930C2F6EC88}"/>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03" name="Group 1202">
                <a:extLst>
                  <a:ext uri="{FF2B5EF4-FFF2-40B4-BE49-F238E27FC236}">
                    <a16:creationId xmlns:a16="http://schemas.microsoft.com/office/drawing/2014/main" id="{98E0B7DB-4128-2B21-58D7-C105C525C97D}"/>
                  </a:ext>
                </a:extLst>
              </p:cNvPr>
              <p:cNvGrpSpPr/>
              <p:nvPr/>
            </p:nvGrpSpPr>
            <p:grpSpPr>
              <a:xfrm>
                <a:off x="3967162" y="4130677"/>
                <a:ext cx="2177954" cy="203200"/>
                <a:chOff x="4411662" y="1266827"/>
                <a:chExt cx="2177954" cy="203200"/>
              </a:xfrm>
              <a:solidFill>
                <a:schemeClr val="tx1"/>
              </a:solidFill>
            </p:grpSpPr>
            <p:sp>
              <p:nvSpPr>
                <p:cNvPr id="1213" name="Rectangle: Rounded Corners 1212">
                  <a:extLst>
                    <a:ext uri="{FF2B5EF4-FFF2-40B4-BE49-F238E27FC236}">
                      <a16:creationId xmlns:a16="http://schemas.microsoft.com/office/drawing/2014/main" id="{ED101366-C955-5302-3AA5-9436D182A6F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4" name="Rectangle: Rounded Corners 1213">
                  <a:extLst>
                    <a:ext uri="{FF2B5EF4-FFF2-40B4-BE49-F238E27FC236}">
                      <a16:creationId xmlns:a16="http://schemas.microsoft.com/office/drawing/2014/main" id="{8050C6AD-1EB8-E265-6D9A-585286337C4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5" name="Rectangle: Rounded Corners 1214">
                  <a:extLst>
                    <a:ext uri="{FF2B5EF4-FFF2-40B4-BE49-F238E27FC236}">
                      <a16:creationId xmlns:a16="http://schemas.microsoft.com/office/drawing/2014/main" id="{C8ECB402-F486-57AA-B97C-917103464E9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6" name="Rectangle: Rounded Corners 1215">
                  <a:extLst>
                    <a:ext uri="{FF2B5EF4-FFF2-40B4-BE49-F238E27FC236}">
                      <a16:creationId xmlns:a16="http://schemas.microsoft.com/office/drawing/2014/main" id="{3ED0D269-3AF3-D5BD-914E-454507ED3B9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7" name="Rectangle: Rounded Corners 1216">
                  <a:extLst>
                    <a:ext uri="{FF2B5EF4-FFF2-40B4-BE49-F238E27FC236}">
                      <a16:creationId xmlns:a16="http://schemas.microsoft.com/office/drawing/2014/main" id="{21FD9A45-CFD3-BA60-87DC-42163DCA8D4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8" name="Rectangle: Rounded Corners 1217">
                  <a:extLst>
                    <a:ext uri="{FF2B5EF4-FFF2-40B4-BE49-F238E27FC236}">
                      <a16:creationId xmlns:a16="http://schemas.microsoft.com/office/drawing/2014/main" id="{ACBE138E-BFA9-73D6-0244-6BAB1EE6AA5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9" name="Rectangle: Rounded Corners 1218">
                  <a:extLst>
                    <a:ext uri="{FF2B5EF4-FFF2-40B4-BE49-F238E27FC236}">
                      <a16:creationId xmlns:a16="http://schemas.microsoft.com/office/drawing/2014/main" id="{3C2B07F1-5F9B-22EA-556D-8E36F1BA2E2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0" name="Rectangle: Rounded Corners 1219">
                  <a:extLst>
                    <a:ext uri="{FF2B5EF4-FFF2-40B4-BE49-F238E27FC236}">
                      <a16:creationId xmlns:a16="http://schemas.microsoft.com/office/drawing/2014/main" id="{0CE46DB5-0899-633A-CC45-DEB7139E310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04" name="Group 1203">
                <a:extLst>
                  <a:ext uri="{FF2B5EF4-FFF2-40B4-BE49-F238E27FC236}">
                    <a16:creationId xmlns:a16="http://schemas.microsoft.com/office/drawing/2014/main" id="{9C3E4060-EACC-C9F2-0894-5190205311FF}"/>
                  </a:ext>
                </a:extLst>
              </p:cNvPr>
              <p:cNvGrpSpPr/>
              <p:nvPr/>
            </p:nvGrpSpPr>
            <p:grpSpPr>
              <a:xfrm>
                <a:off x="3967163" y="5983284"/>
                <a:ext cx="2177954" cy="203200"/>
                <a:chOff x="4411662" y="1266827"/>
                <a:chExt cx="2177954" cy="203200"/>
              </a:xfrm>
              <a:solidFill>
                <a:schemeClr val="tx1"/>
              </a:solidFill>
            </p:grpSpPr>
            <p:sp>
              <p:nvSpPr>
                <p:cNvPr id="1205" name="Rectangle: Rounded Corners 1204">
                  <a:extLst>
                    <a:ext uri="{FF2B5EF4-FFF2-40B4-BE49-F238E27FC236}">
                      <a16:creationId xmlns:a16="http://schemas.microsoft.com/office/drawing/2014/main" id="{79E32BFA-98C0-A7F9-A178-ED2A4A829F4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6" name="Rectangle: Rounded Corners 1205">
                  <a:extLst>
                    <a:ext uri="{FF2B5EF4-FFF2-40B4-BE49-F238E27FC236}">
                      <a16:creationId xmlns:a16="http://schemas.microsoft.com/office/drawing/2014/main" id="{E9718282-8C46-B4C6-4F52-6AB1D52638A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7" name="Rectangle: Rounded Corners 1206">
                  <a:extLst>
                    <a:ext uri="{FF2B5EF4-FFF2-40B4-BE49-F238E27FC236}">
                      <a16:creationId xmlns:a16="http://schemas.microsoft.com/office/drawing/2014/main" id="{C14395B3-432D-6D46-797E-950B5DAA23C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8" name="Rectangle: Rounded Corners 1207">
                  <a:extLst>
                    <a:ext uri="{FF2B5EF4-FFF2-40B4-BE49-F238E27FC236}">
                      <a16:creationId xmlns:a16="http://schemas.microsoft.com/office/drawing/2014/main" id="{58A9C6D3-4A07-7731-34E1-AEC69DF909C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9" name="Rectangle: Rounded Corners 1208">
                  <a:extLst>
                    <a:ext uri="{FF2B5EF4-FFF2-40B4-BE49-F238E27FC236}">
                      <a16:creationId xmlns:a16="http://schemas.microsoft.com/office/drawing/2014/main" id="{3514BE08-7288-DEAF-715A-739C1749843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0" name="Rectangle: Rounded Corners 1209">
                  <a:extLst>
                    <a:ext uri="{FF2B5EF4-FFF2-40B4-BE49-F238E27FC236}">
                      <a16:creationId xmlns:a16="http://schemas.microsoft.com/office/drawing/2014/main" id="{F03A96AD-CEC4-DBEB-9999-81A92F196D2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1" name="Rectangle: Rounded Corners 1210">
                  <a:extLst>
                    <a:ext uri="{FF2B5EF4-FFF2-40B4-BE49-F238E27FC236}">
                      <a16:creationId xmlns:a16="http://schemas.microsoft.com/office/drawing/2014/main" id="{BCE74460-F8F8-9B34-1AE5-60B9B6FEE8F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2" name="Rectangle: Rounded Corners 1211">
                  <a:extLst>
                    <a:ext uri="{FF2B5EF4-FFF2-40B4-BE49-F238E27FC236}">
                      <a16:creationId xmlns:a16="http://schemas.microsoft.com/office/drawing/2014/main" id="{9891E58D-1019-65D5-7B6E-BED15669F4D6}"/>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2" name="Group 1141">
              <a:extLst>
                <a:ext uri="{FF2B5EF4-FFF2-40B4-BE49-F238E27FC236}">
                  <a16:creationId xmlns:a16="http://schemas.microsoft.com/office/drawing/2014/main" id="{AD39155D-C951-0407-803B-F88D881B7C31}"/>
                </a:ext>
              </a:extLst>
            </p:cNvPr>
            <p:cNvGrpSpPr/>
            <p:nvPr/>
          </p:nvGrpSpPr>
          <p:grpSpPr>
            <a:xfrm>
              <a:off x="20295621" y="4130677"/>
              <a:ext cx="2324893" cy="2055807"/>
              <a:chOff x="3967162" y="4130677"/>
              <a:chExt cx="2324893" cy="2055807"/>
            </a:xfrm>
          </p:grpSpPr>
          <p:sp>
            <p:nvSpPr>
              <p:cNvPr id="1183" name="Rectangle: Rounded Corners 1182">
                <a:extLst>
                  <a:ext uri="{FF2B5EF4-FFF2-40B4-BE49-F238E27FC236}">
                    <a16:creationId xmlns:a16="http://schemas.microsoft.com/office/drawing/2014/main" id="{8EDC6C8E-ECD7-4528-516A-B4C44C69A1A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84" name="Group 1183">
                <a:extLst>
                  <a:ext uri="{FF2B5EF4-FFF2-40B4-BE49-F238E27FC236}">
                    <a16:creationId xmlns:a16="http://schemas.microsoft.com/office/drawing/2014/main" id="{0CA5E6DC-FD96-C501-D574-D072994A4D05}"/>
                  </a:ext>
                </a:extLst>
              </p:cNvPr>
              <p:cNvGrpSpPr/>
              <p:nvPr/>
            </p:nvGrpSpPr>
            <p:grpSpPr>
              <a:xfrm>
                <a:off x="3967162" y="4130677"/>
                <a:ext cx="2177954" cy="203200"/>
                <a:chOff x="4411662" y="1266827"/>
                <a:chExt cx="2177954" cy="203200"/>
              </a:xfrm>
              <a:solidFill>
                <a:schemeClr val="tx1"/>
              </a:solidFill>
            </p:grpSpPr>
            <p:sp>
              <p:nvSpPr>
                <p:cNvPr id="1194" name="Rectangle: Rounded Corners 1193">
                  <a:extLst>
                    <a:ext uri="{FF2B5EF4-FFF2-40B4-BE49-F238E27FC236}">
                      <a16:creationId xmlns:a16="http://schemas.microsoft.com/office/drawing/2014/main" id="{5320E141-1776-E321-8425-4D3A4A641C8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5" name="Rectangle: Rounded Corners 1194">
                  <a:extLst>
                    <a:ext uri="{FF2B5EF4-FFF2-40B4-BE49-F238E27FC236}">
                      <a16:creationId xmlns:a16="http://schemas.microsoft.com/office/drawing/2014/main" id="{CA734046-CAD3-0732-4189-A12426760C6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6" name="Rectangle: Rounded Corners 1195">
                  <a:extLst>
                    <a:ext uri="{FF2B5EF4-FFF2-40B4-BE49-F238E27FC236}">
                      <a16:creationId xmlns:a16="http://schemas.microsoft.com/office/drawing/2014/main" id="{208A2AB6-9624-6F7A-56ED-45938A40364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7" name="Rectangle: Rounded Corners 1196">
                  <a:extLst>
                    <a:ext uri="{FF2B5EF4-FFF2-40B4-BE49-F238E27FC236}">
                      <a16:creationId xmlns:a16="http://schemas.microsoft.com/office/drawing/2014/main" id="{B2F3775F-2198-5A62-F3D3-599D81E6C88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8" name="Rectangle: Rounded Corners 1197">
                  <a:extLst>
                    <a:ext uri="{FF2B5EF4-FFF2-40B4-BE49-F238E27FC236}">
                      <a16:creationId xmlns:a16="http://schemas.microsoft.com/office/drawing/2014/main" id="{40EDAE97-E618-2184-742F-A3A0F1BD807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9" name="Rectangle: Rounded Corners 1198">
                  <a:extLst>
                    <a:ext uri="{FF2B5EF4-FFF2-40B4-BE49-F238E27FC236}">
                      <a16:creationId xmlns:a16="http://schemas.microsoft.com/office/drawing/2014/main" id="{4B33FD1F-A9A8-70D5-C068-4CBD734A714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0" name="Rectangle: Rounded Corners 1199">
                  <a:extLst>
                    <a:ext uri="{FF2B5EF4-FFF2-40B4-BE49-F238E27FC236}">
                      <a16:creationId xmlns:a16="http://schemas.microsoft.com/office/drawing/2014/main" id="{1E375632-C2B9-4BEB-7FCE-24A47696788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1" name="Rectangle: Rounded Corners 1200">
                  <a:extLst>
                    <a:ext uri="{FF2B5EF4-FFF2-40B4-BE49-F238E27FC236}">
                      <a16:creationId xmlns:a16="http://schemas.microsoft.com/office/drawing/2014/main" id="{2C9B846C-0106-8571-2D3F-B666C838935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85" name="Group 1184">
                <a:extLst>
                  <a:ext uri="{FF2B5EF4-FFF2-40B4-BE49-F238E27FC236}">
                    <a16:creationId xmlns:a16="http://schemas.microsoft.com/office/drawing/2014/main" id="{7013DF4C-C373-8F82-5BDC-807A72145D7A}"/>
                  </a:ext>
                </a:extLst>
              </p:cNvPr>
              <p:cNvGrpSpPr/>
              <p:nvPr/>
            </p:nvGrpSpPr>
            <p:grpSpPr>
              <a:xfrm>
                <a:off x="3967163" y="5983284"/>
                <a:ext cx="2177954" cy="203200"/>
                <a:chOff x="4411662" y="1266827"/>
                <a:chExt cx="2177954" cy="203200"/>
              </a:xfrm>
              <a:solidFill>
                <a:schemeClr val="tx1"/>
              </a:solidFill>
            </p:grpSpPr>
            <p:sp>
              <p:nvSpPr>
                <p:cNvPr id="1186" name="Rectangle: Rounded Corners 1185">
                  <a:extLst>
                    <a:ext uri="{FF2B5EF4-FFF2-40B4-BE49-F238E27FC236}">
                      <a16:creationId xmlns:a16="http://schemas.microsoft.com/office/drawing/2014/main" id="{FAD0F75A-0090-CC91-1663-C4FD5F1DEA60}"/>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7" name="Rectangle: Rounded Corners 1186">
                  <a:extLst>
                    <a:ext uri="{FF2B5EF4-FFF2-40B4-BE49-F238E27FC236}">
                      <a16:creationId xmlns:a16="http://schemas.microsoft.com/office/drawing/2014/main" id="{2E4A96E3-DFA8-0C6F-CCC9-2E445AFFE546}"/>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8" name="Rectangle: Rounded Corners 1187">
                  <a:extLst>
                    <a:ext uri="{FF2B5EF4-FFF2-40B4-BE49-F238E27FC236}">
                      <a16:creationId xmlns:a16="http://schemas.microsoft.com/office/drawing/2014/main" id="{64C56912-EBBD-3F8A-9292-339E0A1128D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9" name="Rectangle: Rounded Corners 1188">
                  <a:extLst>
                    <a:ext uri="{FF2B5EF4-FFF2-40B4-BE49-F238E27FC236}">
                      <a16:creationId xmlns:a16="http://schemas.microsoft.com/office/drawing/2014/main" id="{730BF6C8-9721-4EBA-CBCD-071557A5730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0" name="Rectangle: Rounded Corners 1189">
                  <a:extLst>
                    <a:ext uri="{FF2B5EF4-FFF2-40B4-BE49-F238E27FC236}">
                      <a16:creationId xmlns:a16="http://schemas.microsoft.com/office/drawing/2014/main" id="{18AEC2F8-D07E-DD68-CA1E-80AC08FFBB2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1" name="Rectangle: Rounded Corners 1190">
                  <a:extLst>
                    <a:ext uri="{FF2B5EF4-FFF2-40B4-BE49-F238E27FC236}">
                      <a16:creationId xmlns:a16="http://schemas.microsoft.com/office/drawing/2014/main" id="{B0F8CDFC-3C1A-A680-1A04-7F6796DAE9F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2" name="Rectangle: Rounded Corners 1191">
                  <a:extLst>
                    <a:ext uri="{FF2B5EF4-FFF2-40B4-BE49-F238E27FC236}">
                      <a16:creationId xmlns:a16="http://schemas.microsoft.com/office/drawing/2014/main" id="{BEC00B76-2CDA-7DF6-51E1-343CABD0681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3" name="Rectangle: Rounded Corners 1192">
                  <a:extLst>
                    <a:ext uri="{FF2B5EF4-FFF2-40B4-BE49-F238E27FC236}">
                      <a16:creationId xmlns:a16="http://schemas.microsoft.com/office/drawing/2014/main" id="{27B6278C-F0C6-E905-D06C-1A91602614D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3" name="Group 1142">
              <a:extLst>
                <a:ext uri="{FF2B5EF4-FFF2-40B4-BE49-F238E27FC236}">
                  <a16:creationId xmlns:a16="http://schemas.microsoft.com/office/drawing/2014/main" id="{7AC55144-AA7B-97DA-0527-E2826B0EC037}"/>
                </a:ext>
              </a:extLst>
            </p:cNvPr>
            <p:cNvGrpSpPr/>
            <p:nvPr/>
          </p:nvGrpSpPr>
          <p:grpSpPr>
            <a:xfrm>
              <a:off x="22628258" y="4130677"/>
              <a:ext cx="2324893" cy="2055807"/>
              <a:chOff x="3967162" y="4130677"/>
              <a:chExt cx="2324893" cy="2055807"/>
            </a:xfrm>
          </p:grpSpPr>
          <p:sp>
            <p:nvSpPr>
              <p:cNvPr id="1164" name="Rectangle: Rounded Corners 1163">
                <a:extLst>
                  <a:ext uri="{FF2B5EF4-FFF2-40B4-BE49-F238E27FC236}">
                    <a16:creationId xmlns:a16="http://schemas.microsoft.com/office/drawing/2014/main" id="{78B8C9C3-59DD-1EA7-6FE9-8C078D1EE77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5" name="Group 1164">
                <a:extLst>
                  <a:ext uri="{FF2B5EF4-FFF2-40B4-BE49-F238E27FC236}">
                    <a16:creationId xmlns:a16="http://schemas.microsoft.com/office/drawing/2014/main" id="{A5B6B9DC-4221-86F9-A340-4C556866A52F}"/>
                  </a:ext>
                </a:extLst>
              </p:cNvPr>
              <p:cNvGrpSpPr/>
              <p:nvPr/>
            </p:nvGrpSpPr>
            <p:grpSpPr>
              <a:xfrm>
                <a:off x="3967162" y="4130677"/>
                <a:ext cx="2177954" cy="203200"/>
                <a:chOff x="4411662" y="1266827"/>
                <a:chExt cx="2177954" cy="203200"/>
              </a:xfrm>
              <a:solidFill>
                <a:schemeClr val="tx1"/>
              </a:solidFill>
            </p:grpSpPr>
            <p:sp>
              <p:nvSpPr>
                <p:cNvPr id="1175" name="Rectangle: Rounded Corners 1174">
                  <a:extLst>
                    <a:ext uri="{FF2B5EF4-FFF2-40B4-BE49-F238E27FC236}">
                      <a16:creationId xmlns:a16="http://schemas.microsoft.com/office/drawing/2014/main" id="{234FD7DC-FBF5-EB0C-F546-9396F84C451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6" name="Rectangle: Rounded Corners 1175">
                  <a:extLst>
                    <a:ext uri="{FF2B5EF4-FFF2-40B4-BE49-F238E27FC236}">
                      <a16:creationId xmlns:a16="http://schemas.microsoft.com/office/drawing/2014/main" id="{4E28BAD3-B7E3-8263-B8A3-B2C5A060C06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7" name="Rectangle: Rounded Corners 1176">
                  <a:extLst>
                    <a:ext uri="{FF2B5EF4-FFF2-40B4-BE49-F238E27FC236}">
                      <a16:creationId xmlns:a16="http://schemas.microsoft.com/office/drawing/2014/main" id="{BA6767EA-6E51-1887-2D88-329ADE5D4DF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8" name="Rectangle: Rounded Corners 1177">
                  <a:extLst>
                    <a:ext uri="{FF2B5EF4-FFF2-40B4-BE49-F238E27FC236}">
                      <a16:creationId xmlns:a16="http://schemas.microsoft.com/office/drawing/2014/main" id="{8DC6041F-48EF-1AFE-01E0-DC65032569D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9" name="Rectangle: Rounded Corners 1178">
                  <a:extLst>
                    <a:ext uri="{FF2B5EF4-FFF2-40B4-BE49-F238E27FC236}">
                      <a16:creationId xmlns:a16="http://schemas.microsoft.com/office/drawing/2014/main" id="{C522F7F0-A04F-5770-02A9-55D775CABC8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0" name="Rectangle: Rounded Corners 1179">
                  <a:extLst>
                    <a:ext uri="{FF2B5EF4-FFF2-40B4-BE49-F238E27FC236}">
                      <a16:creationId xmlns:a16="http://schemas.microsoft.com/office/drawing/2014/main" id="{F0E3EA9B-6650-9BBD-3A54-DE19B5A4F8B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1" name="Rectangle: Rounded Corners 1180">
                  <a:extLst>
                    <a:ext uri="{FF2B5EF4-FFF2-40B4-BE49-F238E27FC236}">
                      <a16:creationId xmlns:a16="http://schemas.microsoft.com/office/drawing/2014/main" id="{3FECC035-089C-3911-3DDE-9A8B08F8C2E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2" name="Rectangle: Rounded Corners 1181">
                  <a:extLst>
                    <a:ext uri="{FF2B5EF4-FFF2-40B4-BE49-F238E27FC236}">
                      <a16:creationId xmlns:a16="http://schemas.microsoft.com/office/drawing/2014/main" id="{04546499-3FAB-194B-8BD4-71EFAE6834F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66" name="Group 1165">
                <a:extLst>
                  <a:ext uri="{FF2B5EF4-FFF2-40B4-BE49-F238E27FC236}">
                    <a16:creationId xmlns:a16="http://schemas.microsoft.com/office/drawing/2014/main" id="{312DCE51-02A0-70DA-E0CA-25DB77181DDA}"/>
                  </a:ext>
                </a:extLst>
              </p:cNvPr>
              <p:cNvGrpSpPr/>
              <p:nvPr/>
            </p:nvGrpSpPr>
            <p:grpSpPr>
              <a:xfrm>
                <a:off x="3967163" y="5983284"/>
                <a:ext cx="2177954" cy="203200"/>
                <a:chOff x="4411662" y="1266827"/>
                <a:chExt cx="2177954" cy="203200"/>
              </a:xfrm>
              <a:solidFill>
                <a:schemeClr val="tx1"/>
              </a:solidFill>
            </p:grpSpPr>
            <p:sp>
              <p:nvSpPr>
                <p:cNvPr id="1167" name="Rectangle: Rounded Corners 1166">
                  <a:extLst>
                    <a:ext uri="{FF2B5EF4-FFF2-40B4-BE49-F238E27FC236}">
                      <a16:creationId xmlns:a16="http://schemas.microsoft.com/office/drawing/2014/main" id="{2FC8E9C3-23F2-23DC-836D-2684AAB53B2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8" name="Rectangle: Rounded Corners 1167">
                  <a:extLst>
                    <a:ext uri="{FF2B5EF4-FFF2-40B4-BE49-F238E27FC236}">
                      <a16:creationId xmlns:a16="http://schemas.microsoft.com/office/drawing/2014/main" id="{3EC84FDD-A995-7FD2-AEAC-BEAF351C1E7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9" name="Rectangle: Rounded Corners 1168">
                  <a:extLst>
                    <a:ext uri="{FF2B5EF4-FFF2-40B4-BE49-F238E27FC236}">
                      <a16:creationId xmlns:a16="http://schemas.microsoft.com/office/drawing/2014/main" id="{675C92C1-A0D6-BB32-6290-3D10E1DDD37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0" name="Rectangle: Rounded Corners 1169">
                  <a:extLst>
                    <a:ext uri="{FF2B5EF4-FFF2-40B4-BE49-F238E27FC236}">
                      <a16:creationId xmlns:a16="http://schemas.microsoft.com/office/drawing/2014/main" id="{384CF08D-3868-2975-D395-F7F38EEDED50}"/>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1" name="Rectangle: Rounded Corners 1170">
                  <a:extLst>
                    <a:ext uri="{FF2B5EF4-FFF2-40B4-BE49-F238E27FC236}">
                      <a16:creationId xmlns:a16="http://schemas.microsoft.com/office/drawing/2014/main" id="{E4CA1033-C2BD-90F4-2497-B6748E9F572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2" name="Rectangle: Rounded Corners 1171">
                  <a:extLst>
                    <a:ext uri="{FF2B5EF4-FFF2-40B4-BE49-F238E27FC236}">
                      <a16:creationId xmlns:a16="http://schemas.microsoft.com/office/drawing/2014/main" id="{F285E249-3B47-A751-9570-50D50171479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3" name="Rectangle: Rounded Corners 1172">
                  <a:extLst>
                    <a:ext uri="{FF2B5EF4-FFF2-40B4-BE49-F238E27FC236}">
                      <a16:creationId xmlns:a16="http://schemas.microsoft.com/office/drawing/2014/main" id="{101A5D3B-2ED0-B018-8E85-0BEE63D1DB3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4" name="Rectangle: Rounded Corners 1173">
                  <a:extLst>
                    <a:ext uri="{FF2B5EF4-FFF2-40B4-BE49-F238E27FC236}">
                      <a16:creationId xmlns:a16="http://schemas.microsoft.com/office/drawing/2014/main" id="{9387DBEB-0C6C-5E68-97ED-33915847319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4" name="Group 1143">
              <a:extLst>
                <a:ext uri="{FF2B5EF4-FFF2-40B4-BE49-F238E27FC236}">
                  <a16:creationId xmlns:a16="http://schemas.microsoft.com/office/drawing/2014/main" id="{78FCFAC2-79AD-6443-0B72-930DD2ED3902}"/>
                </a:ext>
              </a:extLst>
            </p:cNvPr>
            <p:cNvGrpSpPr/>
            <p:nvPr/>
          </p:nvGrpSpPr>
          <p:grpSpPr>
            <a:xfrm>
              <a:off x="24960895" y="4130677"/>
              <a:ext cx="2324893" cy="2055807"/>
              <a:chOff x="3967162" y="4130677"/>
              <a:chExt cx="2324893" cy="2055807"/>
            </a:xfrm>
          </p:grpSpPr>
          <p:sp>
            <p:nvSpPr>
              <p:cNvPr id="1145" name="Rectangle: Rounded Corners 1144">
                <a:extLst>
                  <a:ext uri="{FF2B5EF4-FFF2-40B4-BE49-F238E27FC236}">
                    <a16:creationId xmlns:a16="http://schemas.microsoft.com/office/drawing/2014/main" id="{CEC5A4AE-4402-C19F-B6E8-DEF86652637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46" name="Group 1145">
                <a:extLst>
                  <a:ext uri="{FF2B5EF4-FFF2-40B4-BE49-F238E27FC236}">
                    <a16:creationId xmlns:a16="http://schemas.microsoft.com/office/drawing/2014/main" id="{FB10CDE8-3382-5139-9461-FB1ED2928CDC}"/>
                  </a:ext>
                </a:extLst>
              </p:cNvPr>
              <p:cNvGrpSpPr/>
              <p:nvPr/>
            </p:nvGrpSpPr>
            <p:grpSpPr>
              <a:xfrm>
                <a:off x="3967162" y="4130677"/>
                <a:ext cx="2177954" cy="203200"/>
                <a:chOff x="4411662" y="1266827"/>
                <a:chExt cx="2177954" cy="203200"/>
              </a:xfrm>
              <a:solidFill>
                <a:schemeClr val="tx1"/>
              </a:solidFill>
            </p:grpSpPr>
            <p:sp>
              <p:nvSpPr>
                <p:cNvPr id="1156" name="Rectangle: Rounded Corners 1155">
                  <a:extLst>
                    <a:ext uri="{FF2B5EF4-FFF2-40B4-BE49-F238E27FC236}">
                      <a16:creationId xmlns:a16="http://schemas.microsoft.com/office/drawing/2014/main" id="{6B65C95F-3278-329F-D6F1-E9A46F4E820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7" name="Rectangle: Rounded Corners 1156">
                  <a:extLst>
                    <a:ext uri="{FF2B5EF4-FFF2-40B4-BE49-F238E27FC236}">
                      <a16:creationId xmlns:a16="http://schemas.microsoft.com/office/drawing/2014/main" id="{0131B06F-B19F-F41A-AEBC-75C8D7643CA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8" name="Rectangle: Rounded Corners 1157">
                  <a:extLst>
                    <a:ext uri="{FF2B5EF4-FFF2-40B4-BE49-F238E27FC236}">
                      <a16:creationId xmlns:a16="http://schemas.microsoft.com/office/drawing/2014/main" id="{781DAF3C-977B-B2D2-D897-7B9734EFB4A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9" name="Rectangle: Rounded Corners 1158">
                  <a:extLst>
                    <a:ext uri="{FF2B5EF4-FFF2-40B4-BE49-F238E27FC236}">
                      <a16:creationId xmlns:a16="http://schemas.microsoft.com/office/drawing/2014/main" id="{3E4CBEAF-3DF7-F782-7BCB-865B54CF02B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0" name="Rectangle: Rounded Corners 1159">
                  <a:extLst>
                    <a:ext uri="{FF2B5EF4-FFF2-40B4-BE49-F238E27FC236}">
                      <a16:creationId xmlns:a16="http://schemas.microsoft.com/office/drawing/2014/main" id="{DC7D8FA3-2BF8-D388-6321-D25203E6B9F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1" name="Rectangle: Rounded Corners 1160">
                  <a:extLst>
                    <a:ext uri="{FF2B5EF4-FFF2-40B4-BE49-F238E27FC236}">
                      <a16:creationId xmlns:a16="http://schemas.microsoft.com/office/drawing/2014/main" id="{4CC79802-523A-CBCF-2AE9-3266E6038B8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2" name="Rectangle: Rounded Corners 1161">
                  <a:extLst>
                    <a:ext uri="{FF2B5EF4-FFF2-40B4-BE49-F238E27FC236}">
                      <a16:creationId xmlns:a16="http://schemas.microsoft.com/office/drawing/2014/main" id="{5CBD4CAB-A195-5493-8AF2-75A13C73BBF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63" name="Rectangle: Rounded Corners 1162">
                  <a:extLst>
                    <a:ext uri="{FF2B5EF4-FFF2-40B4-BE49-F238E27FC236}">
                      <a16:creationId xmlns:a16="http://schemas.microsoft.com/office/drawing/2014/main" id="{728B79B1-F268-1936-D5B3-649ED92CA2F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47" name="Group 1146">
                <a:extLst>
                  <a:ext uri="{FF2B5EF4-FFF2-40B4-BE49-F238E27FC236}">
                    <a16:creationId xmlns:a16="http://schemas.microsoft.com/office/drawing/2014/main" id="{10CA51D0-FD18-6DB2-54E0-7CEFBECDE06A}"/>
                  </a:ext>
                </a:extLst>
              </p:cNvPr>
              <p:cNvGrpSpPr/>
              <p:nvPr/>
            </p:nvGrpSpPr>
            <p:grpSpPr>
              <a:xfrm>
                <a:off x="3967163" y="5983284"/>
                <a:ext cx="2177954" cy="203200"/>
                <a:chOff x="4411662" y="1266827"/>
                <a:chExt cx="2177954" cy="203200"/>
              </a:xfrm>
              <a:solidFill>
                <a:schemeClr val="tx1"/>
              </a:solidFill>
            </p:grpSpPr>
            <p:sp>
              <p:nvSpPr>
                <p:cNvPr id="1148" name="Rectangle: Rounded Corners 1147">
                  <a:extLst>
                    <a:ext uri="{FF2B5EF4-FFF2-40B4-BE49-F238E27FC236}">
                      <a16:creationId xmlns:a16="http://schemas.microsoft.com/office/drawing/2014/main" id="{935B1BBD-B3F9-20CD-CDA3-EC799A448EA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49" name="Rectangle: Rounded Corners 1148">
                  <a:extLst>
                    <a:ext uri="{FF2B5EF4-FFF2-40B4-BE49-F238E27FC236}">
                      <a16:creationId xmlns:a16="http://schemas.microsoft.com/office/drawing/2014/main" id="{1AD4C25F-7688-1DF8-484D-898CFC865EA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0" name="Rectangle: Rounded Corners 1149">
                  <a:extLst>
                    <a:ext uri="{FF2B5EF4-FFF2-40B4-BE49-F238E27FC236}">
                      <a16:creationId xmlns:a16="http://schemas.microsoft.com/office/drawing/2014/main" id="{443E2554-1B8C-EBF3-072D-DC965B0D224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1" name="Rectangle: Rounded Corners 1150">
                  <a:extLst>
                    <a:ext uri="{FF2B5EF4-FFF2-40B4-BE49-F238E27FC236}">
                      <a16:creationId xmlns:a16="http://schemas.microsoft.com/office/drawing/2014/main" id="{3646CA2C-A64C-1542-C80F-A92D0C600DE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2" name="Rectangle: Rounded Corners 1151">
                  <a:extLst>
                    <a:ext uri="{FF2B5EF4-FFF2-40B4-BE49-F238E27FC236}">
                      <a16:creationId xmlns:a16="http://schemas.microsoft.com/office/drawing/2014/main" id="{1D1AD4ED-9AEF-60F1-6242-E872D202D1E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3" name="Rectangle: Rounded Corners 1152">
                  <a:extLst>
                    <a:ext uri="{FF2B5EF4-FFF2-40B4-BE49-F238E27FC236}">
                      <a16:creationId xmlns:a16="http://schemas.microsoft.com/office/drawing/2014/main" id="{C3D34401-BDA3-49E5-26F6-3A913E80D07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4" name="Rectangle: Rounded Corners 1153">
                  <a:extLst>
                    <a:ext uri="{FF2B5EF4-FFF2-40B4-BE49-F238E27FC236}">
                      <a16:creationId xmlns:a16="http://schemas.microsoft.com/office/drawing/2014/main" id="{9201414F-B8B3-93AD-DAE4-E25662D93C7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5" name="Rectangle: Rounded Corners 1154">
                  <a:extLst>
                    <a:ext uri="{FF2B5EF4-FFF2-40B4-BE49-F238E27FC236}">
                      <a16:creationId xmlns:a16="http://schemas.microsoft.com/office/drawing/2014/main" id="{443159B8-094B-52E7-59DA-702E9B12224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234" name="Group 233">
            <a:extLst>
              <a:ext uri="{FF2B5EF4-FFF2-40B4-BE49-F238E27FC236}">
                <a16:creationId xmlns:a16="http://schemas.microsoft.com/office/drawing/2014/main" id="{66033B1F-404A-BA79-6CB0-7B6AEA8197F9}"/>
              </a:ext>
            </a:extLst>
          </p:cNvPr>
          <p:cNvGrpSpPr/>
          <p:nvPr/>
        </p:nvGrpSpPr>
        <p:grpSpPr>
          <a:xfrm>
            <a:off x="-478972" y="439777"/>
            <a:ext cx="13102977" cy="1243880"/>
            <a:chOff x="3628570" y="4023519"/>
            <a:chExt cx="23905029" cy="2269331"/>
          </a:xfrm>
        </p:grpSpPr>
        <p:sp>
          <p:nvSpPr>
            <p:cNvPr id="30" name="Rectangle 29">
              <a:extLst>
                <a:ext uri="{FF2B5EF4-FFF2-40B4-BE49-F238E27FC236}">
                  <a16:creationId xmlns:a16="http://schemas.microsoft.com/office/drawing/2014/main" id="{32BB6A0D-F09F-4514-CC15-E09644610A0B}"/>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2B7A7E66-2A64-F698-DF9C-683D61C63D7C}"/>
                </a:ext>
              </a:extLst>
            </p:cNvPr>
            <p:cNvGrpSpPr/>
            <p:nvPr/>
          </p:nvGrpSpPr>
          <p:grpSpPr>
            <a:xfrm>
              <a:off x="3967162" y="4130677"/>
              <a:ext cx="2324893" cy="2055807"/>
              <a:chOff x="3967162" y="4130677"/>
              <a:chExt cx="2324893" cy="2055807"/>
            </a:xfrm>
          </p:grpSpPr>
          <p:sp>
            <p:nvSpPr>
              <p:cNvPr id="32" name="Rectangle: Rounded Corners 31">
                <a:extLst>
                  <a:ext uri="{FF2B5EF4-FFF2-40B4-BE49-F238E27FC236}">
                    <a16:creationId xmlns:a16="http://schemas.microsoft.com/office/drawing/2014/main" id="{4854E573-F9B3-AFC5-197C-0BD6752D8D2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3D860332-55F0-E21F-3465-C33B6DD0F0B5}"/>
                  </a:ext>
                </a:extLst>
              </p:cNvPr>
              <p:cNvGrpSpPr/>
              <p:nvPr/>
            </p:nvGrpSpPr>
            <p:grpSpPr>
              <a:xfrm>
                <a:off x="3967162" y="4130677"/>
                <a:ext cx="2177954" cy="203200"/>
                <a:chOff x="4411662" y="1266827"/>
                <a:chExt cx="2177954" cy="203200"/>
              </a:xfrm>
              <a:solidFill>
                <a:schemeClr val="tx1"/>
              </a:solidFill>
            </p:grpSpPr>
            <p:sp>
              <p:nvSpPr>
                <p:cNvPr id="44" name="Rectangle: Rounded Corners 43">
                  <a:extLst>
                    <a:ext uri="{FF2B5EF4-FFF2-40B4-BE49-F238E27FC236}">
                      <a16:creationId xmlns:a16="http://schemas.microsoft.com/office/drawing/2014/main" id="{9470B9E9-B15B-A0C4-3067-8893991B933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Rounded Corners 44">
                  <a:extLst>
                    <a:ext uri="{FF2B5EF4-FFF2-40B4-BE49-F238E27FC236}">
                      <a16:creationId xmlns:a16="http://schemas.microsoft.com/office/drawing/2014/main" id="{C6ABB7C2-218E-D015-76A8-3B0DD999451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Rounded Corners 45">
                  <a:extLst>
                    <a:ext uri="{FF2B5EF4-FFF2-40B4-BE49-F238E27FC236}">
                      <a16:creationId xmlns:a16="http://schemas.microsoft.com/office/drawing/2014/main" id="{647C6731-F4D5-E707-4EE5-5568329A1310}"/>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Rounded Corners 46">
                  <a:extLst>
                    <a:ext uri="{FF2B5EF4-FFF2-40B4-BE49-F238E27FC236}">
                      <a16:creationId xmlns:a16="http://schemas.microsoft.com/office/drawing/2014/main" id="{92CFBD92-0493-B26F-D70B-92BD6EBBBDD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Rounded Corners 47">
                  <a:extLst>
                    <a:ext uri="{FF2B5EF4-FFF2-40B4-BE49-F238E27FC236}">
                      <a16:creationId xmlns:a16="http://schemas.microsoft.com/office/drawing/2014/main" id="{194BB9D0-0B84-6E65-C7E4-628CB718486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Rounded Corners 48">
                  <a:extLst>
                    <a:ext uri="{FF2B5EF4-FFF2-40B4-BE49-F238E27FC236}">
                      <a16:creationId xmlns:a16="http://schemas.microsoft.com/office/drawing/2014/main" id="{2C4E0C6E-81D3-9876-F8E1-42BC0AC000D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Rounded Corners 49">
                  <a:extLst>
                    <a:ext uri="{FF2B5EF4-FFF2-40B4-BE49-F238E27FC236}">
                      <a16:creationId xmlns:a16="http://schemas.microsoft.com/office/drawing/2014/main" id="{E98E8AAF-8405-B200-956F-9A0F68A92C3A}"/>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Rounded Corners 51">
                  <a:extLst>
                    <a:ext uri="{FF2B5EF4-FFF2-40B4-BE49-F238E27FC236}">
                      <a16:creationId xmlns:a16="http://schemas.microsoft.com/office/drawing/2014/main" id="{0FE2B3EB-F280-E29A-14DD-2FF34A868B9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 name="Group 33">
                <a:extLst>
                  <a:ext uri="{FF2B5EF4-FFF2-40B4-BE49-F238E27FC236}">
                    <a16:creationId xmlns:a16="http://schemas.microsoft.com/office/drawing/2014/main" id="{0C206B7E-7F65-6C8A-3609-359467ADFCC3}"/>
                  </a:ext>
                </a:extLst>
              </p:cNvPr>
              <p:cNvGrpSpPr/>
              <p:nvPr/>
            </p:nvGrpSpPr>
            <p:grpSpPr>
              <a:xfrm>
                <a:off x="3967163" y="5983284"/>
                <a:ext cx="2177954" cy="203200"/>
                <a:chOff x="4411662" y="1266827"/>
                <a:chExt cx="2177954" cy="203200"/>
              </a:xfrm>
              <a:solidFill>
                <a:schemeClr val="tx1"/>
              </a:solidFill>
            </p:grpSpPr>
            <p:sp>
              <p:nvSpPr>
                <p:cNvPr id="35" name="Rectangle: Rounded Corners 34">
                  <a:extLst>
                    <a:ext uri="{FF2B5EF4-FFF2-40B4-BE49-F238E27FC236}">
                      <a16:creationId xmlns:a16="http://schemas.microsoft.com/office/drawing/2014/main" id="{D209067A-C665-E224-B33D-922D99D835C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95326F31-F921-2B8C-4B0F-2BE8D2C7376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BB0E48BE-DB7D-5FB2-D188-7B6BA280BF7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4411EDEE-B36E-EA21-E261-7251221787A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Rounded Corners 38">
                  <a:extLst>
                    <a:ext uri="{FF2B5EF4-FFF2-40B4-BE49-F238E27FC236}">
                      <a16:creationId xmlns:a16="http://schemas.microsoft.com/office/drawing/2014/main" id="{688D02FE-6FA5-78C4-1E31-59858385A91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Rounded Corners 39">
                  <a:extLst>
                    <a:ext uri="{FF2B5EF4-FFF2-40B4-BE49-F238E27FC236}">
                      <a16:creationId xmlns:a16="http://schemas.microsoft.com/office/drawing/2014/main" id="{2A632839-6027-AFD6-6566-90FE0238B96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Rounded Corners 40">
                  <a:extLst>
                    <a:ext uri="{FF2B5EF4-FFF2-40B4-BE49-F238E27FC236}">
                      <a16:creationId xmlns:a16="http://schemas.microsoft.com/office/drawing/2014/main" id="{DC2CD3BB-8294-5FE9-A831-3F9B5043A29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Rounded Corners 42">
                  <a:extLst>
                    <a:ext uri="{FF2B5EF4-FFF2-40B4-BE49-F238E27FC236}">
                      <a16:creationId xmlns:a16="http://schemas.microsoft.com/office/drawing/2014/main" id="{206F670B-0D62-2301-D66F-F0C993EB95F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4" name="Group 53">
              <a:extLst>
                <a:ext uri="{FF2B5EF4-FFF2-40B4-BE49-F238E27FC236}">
                  <a16:creationId xmlns:a16="http://schemas.microsoft.com/office/drawing/2014/main" id="{A26197FB-C61B-3CB6-443E-7BC87447612B}"/>
                </a:ext>
              </a:extLst>
            </p:cNvPr>
            <p:cNvGrpSpPr/>
            <p:nvPr/>
          </p:nvGrpSpPr>
          <p:grpSpPr>
            <a:xfrm>
              <a:off x="6299799" y="4130677"/>
              <a:ext cx="2324893" cy="2055807"/>
              <a:chOff x="3967162" y="4130677"/>
              <a:chExt cx="2324893" cy="2055807"/>
            </a:xfrm>
          </p:grpSpPr>
          <p:sp>
            <p:nvSpPr>
              <p:cNvPr id="55" name="Rectangle: Rounded Corners 54">
                <a:extLst>
                  <a:ext uri="{FF2B5EF4-FFF2-40B4-BE49-F238E27FC236}">
                    <a16:creationId xmlns:a16="http://schemas.microsoft.com/office/drawing/2014/main" id="{23C22425-B278-8B35-2024-1745C2BD01E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 name="Group 55">
                <a:extLst>
                  <a:ext uri="{FF2B5EF4-FFF2-40B4-BE49-F238E27FC236}">
                    <a16:creationId xmlns:a16="http://schemas.microsoft.com/office/drawing/2014/main" id="{EC44DCCA-331F-94A2-0400-6F59EE0B19AE}"/>
                  </a:ext>
                </a:extLst>
              </p:cNvPr>
              <p:cNvGrpSpPr/>
              <p:nvPr/>
            </p:nvGrpSpPr>
            <p:grpSpPr>
              <a:xfrm>
                <a:off x="3967162" y="4130677"/>
                <a:ext cx="2177954" cy="203200"/>
                <a:chOff x="4411662" y="1266827"/>
                <a:chExt cx="2177954" cy="203200"/>
              </a:xfrm>
              <a:solidFill>
                <a:schemeClr val="tx1"/>
              </a:solidFill>
            </p:grpSpPr>
            <p:sp>
              <p:nvSpPr>
                <p:cNvPr id="66" name="Rectangle: Rounded Corners 65">
                  <a:extLst>
                    <a:ext uri="{FF2B5EF4-FFF2-40B4-BE49-F238E27FC236}">
                      <a16:creationId xmlns:a16="http://schemas.microsoft.com/office/drawing/2014/main" id="{68BEA67E-B07A-B972-FC74-15F806FAE3D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Rounded Corners 66">
                  <a:extLst>
                    <a:ext uri="{FF2B5EF4-FFF2-40B4-BE49-F238E27FC236}">
                      <a16:creationId xmlns:a16="http://schemas.microsoft.com/office/drawing/2014/main" id="{AC53A96D-C4CF-311B-AC0A-70E7C5D948E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Rectangle: Rounded Corners 67">
                  <a:extLst>
                    <a:ext uri="{FF2B5EF4-FFF2-40B4-BE49-F238E27FC236}">
                      <a16:creationId xmlns:a16="http://schemas.microsoft.com/office/drawing/2014/main" id="{6E1259FE-6B1F-DCF4-F87D-1243CC042CD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ectangle: Rounded Corners 68">
                  <a:extLst>
                    <a:ext uri="{FF2B5EF4-FFF2-40B4-BE49-F238E27FC236}">
                      <a16:creationId xmlns:a16="http://schemas.microsoft.com/office/drawing/2014/main" id="{36E49FDB-6DD4-136F-0A42-FCC9596590A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Rectangle: Rounded Corners 69">
                  <a:extLst>
                    <a:ext uri="{FF2B5EF4-FFF2-40B4-BE49-F238E27FC236}">
                      <a16:creationId xmlns:a16="http://schemas.microsoft.com/office/drawing/2014/main" id="{EA32655A-7BD5-0D96-7329-0F97573673B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Rectangle: Rounded Corners 70">
                  <a:extLst>
                    <a:ext uri="{FF2B5EF4-FFF2-40B4-BE49-F238E27FC236}">
                      <a16:creationId xmlns:a16="http://schemas.microsoft.com/office/drawing/2014/main" id="{A890E025-C075-1DD6-C933-358EDD8D06E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Rectangle: Rounded Corners 71">
                  <a:extLst>
                    <a:ext uri="{FF2B5EF4-FFF2-40B4-BE49-F238E27FC236}">
                      <a16:creationId xmlns:a16="http://schemas.microsoft.com/office/drawing/2014/main" id="{B8BB682C-EB13-1B5C-56D9-C76EFBA12D9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Rounded Corners 72">
                  <a:extLst>
                    <a:ext uri="{FF2B5EF4-FFF2-40B4-BE49-F238E27FC236}">
                      <a16:creationId xmlns:a16="http://schemas.microsoft.com/office/drawing/2014/main" id="{5BBDF131-7363-118B-68F2-8CFD5E7B74E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7" name="Group 56">
                <a:extLst>
                  <a:ext uri="{FF2B5EF4-FFF2-40B4-BE49-F238E27FC236}">
                    <a16:creationId xmlns:a16="http://schemas.microsoft.com/office/drawing/2014/main" id="{7A324596-5421-F36B-547D-CBAAA297D6D9}"/>
                  </a:ext>
                </a:extLst>
              </p:cNvPr>
              <p:cNvGrpSpPr/>
              <p:nvPr/>
            </p:nvGrpSpPr>
            <p:grpSpPr>
              <a:xfrm>
                <a:off x="3967163" y="5983284"/>
                <a:ext cx="2177954" cy="203200"/>
                <a:chOff x="4411662" y="1266827"/>
                <a:chExt cx="2177954" cy="203200"/>
              </a:xfrm>
              <a:solidFill>
                <a:schemeClr val="tx1"/>
              </a:solidFill>
            </p:grpSpPr>
            <p:sp>
              <p:nvSpPr>
                <p:cNvPr id="58" name="Rectangle: Rounded Corners 57">
                  <a:extLst>
                    <a:ext uri="{FF2B5EF4-FFF2-40B4-BE49-F238E27FC236}">
                      <a16:creationId xmlns:a16="http://schemas.microsoft.com/office/drawing/2014/main" id="{2007EFE8-9A38-E3A1-2F3B-33220B561A1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Rounded Corners 58">
                  <a:extLst>
                    <a:ext uri="{FF2B5EF4-FFF2-40B4-BE49-F238E27FC236}">
                      <a16:creationId xmlns:a16="http://schemas.microsoft.com/office/drawing/2014/main" id="{7CADB4A4-E394-1EA4-AA06-927AD93D42E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Rectangle: Rounded Corners 59">
                  <a:extLst>
                    <a:ext uri="{FF2B5EF4-FFF2-40B4-BE49-F238E27FC236}">
                      <a16:creationId xmlns:a16="http://schemas.microsoft.com/office/drawing/2014/main" id="{5316326F-C4C0-B46D-868E-0BE55D2D3D2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Rounded Corners 60">
                  <a:extLst>
                    <a:ext uri="{FF2B5EF4-FFF2-40B4-BE49-F238E27FC236}">
                      <a16:creationId xmlns:a16="http://schemas.microsoft.com/office/drawing/2014/main" id="{7AADC4CD-C125-EA9A-4FB1-035151A7388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Rounded Corners 61">
                  <a:extLst>
                    <a:ext uri="{FF2B5EF4-FFF2-40B4-BE49-F238E27FC236}">
                      <a16:creationId xmlns:a16="http://schemas.microsoft.com/office/drawing/2014/main" id="{7A9B88A1-0988-692A-E266-A3EF62BDE67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ectangle: Rounded Corners 62">
                  <a:extLst>
                    <a:ext uri="{FF2B5EF4-FFF2-40B4-BE49-F238E27FC236}">
                      <a16:creationId xmlns:a16="http://schemas.microsoft.com/office/drawing/2014/main" id="{E1526F8A-FA14-0DCF-FF31-991C087A47A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Rectangle: Rounded Corners 63">
                  <a:extLst>
                    <a:ext uri="{FF2B5EF4-FFF2-40B4-BE49-F238E27FC236}">
                      <a16:creationId xmlns:a16="http://schemas.microsoft.com/office/drawing/2014/main" id="{835B78AB-932A-6007-466F-4CB46150A08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Rectangle: Rounded Corners 64">
                  <a:extLst>
                    <a:ext uri="{FF2B5EF4-FFF2-40B4-BE49-F238E27FC236}">
                      <a16:creationId xmlns:a16="http://schemas.microsoft.com/office/drawing/2014/main" id="{974BCD3A-8499-3F19-AE55-679B8BE524E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74" name="Group 73">
              <a:extLst>
                <a:ext uri="{FF2B5EF4-FFF2-40B4-BE49-F238E27FC236}">
                  <a16:creationId xmlns:a16="http://schemas.microsoft.com/office/drawing/2014/main" id="{5868FEC5-45F7-2BE7-EA40-9CA8CF2308F8}"/>
                </a:ext>
              </a:extLst>
            </p:cNvPr>
            <p:cNvGrpSpPr/>
            <p:nvPr/>
          </p:nvGrpSpPr>
          <p:grpSpPr>
            <a:xfrm>
              <a:off x="8632436" y="4130677"/>
              <a:ext cx="2324893" cy="2055807"/>
              <a:chOff x="3967162" y="4130677"/>
              <a:chExt cx="2324893" cy="2055807"/>
            </a:xfrm>
          </p:grpSpPr>
          <p:sp>
            <p:nvSpPr>
              <p:cNvPr id="75" name="Rectangle: Rounded Corners 74">
                <a:extLst>
                  <a:ext uri="{FF2B5EF4-FFF2-40B4-BE49-F238E27FC236}">
                    <a16:creationId xmlns:a16="http://schemas.microsoft.com/office/drawing/2014/main" id="{B00E425A-19CB-5147-1442-72CE0A50D30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6" name="Group 75">
                <a:extLst>
                  <a:ext uri="{FF2B5EF4-FFF2-40B4-BE49-F238E27FC236}">
                    <a16:creationId xmlns:a16="http://schemas.microsoft.com/office/drawing/2014/main" id="{03467ADB-630C-B9D6-F2DB-BCEC4DF1E3D9}"/>
                  </a:ext>
                </a:extLst>
              </p:cNvPr>
              <p:cNvGrpSpPr/>
              <p:nvPr/>
            </p:nvGrpSpPr>
            <p:grpSpPr>
              <a:xfrm>
                <a:off x="3967162" y="4130677"/>
                <a:ext cx="2177954" cy="203200"/>
                <a:chOff x="4411662" y="1266827"/>
                <a:chExt cx="2177954" cy="203200"/>
              </a:xfrm>
              <a:solidFill>
                <a:schemeClr val="tx1"/>
              </a:solidFill>
            </p:grpSpPr>
            <p:sp>
              <p:nvSpPr>
                <p:cNvPr id="86" name="Rectangle: Rounded Corners 85">
                  <a:extLst>
                    <a:ext uri="{FF2B5EF4-FFF2-40B4-BE49-F238E27FC236}">
                      <a16:creationId xmlns:a16="http://schemas.microsoft.com/office/drawing/2014/main" id="{31D70F54-6318-C161-33B1-1976BAD7582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Rounded Corners 86">
                  <a:extLst>
                    <a:ext uri="{FF2B5EF4-FFF2-40B4-BE49-F238E27FC236}">
                      <a16:creationId xmlns:a16="http://schemas.microsoft.com/office/drawing/2014/main" id="{840A7985-BBE6-B05B-861F-F9873E985457}"/>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Rounded Corners 87">
                  <a:extLst>
                    <a:ext uri="{FF2B5EF4-FFF2-40B4-BE49-F238E27FC236}">
                      <a16:creationId xmlns:a16="http://schemas.microsoft.com/office/drawing/2014/main" id="{37039618-09FB-8247-59A7-7101F11FA92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Rounded Corners 88">
                  <a:extLst>
                    <a:ext uri="{FF2B5EF4-FFF2-40B4-BE49-F238E27FC236}">
                      <a16:creationId xmlns:a16="http://schemas.microsoft.com/office/drawing/2014/main" id="{919B032A-F986-D9D9-25A3-4B9016422FB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Rectangle: Rounded Corners 89">
                  <a:extLst>
                    <a:ext uri="{FF2B5EF4-FFF2-40B4-BE49-F238E27FC236}">
                      <a16:creationId xmlns:a16="http://schemas.microsoft.com/office/drawing/2014/main" id="{A85D31D2-43BB-178F-4BD3-A95E8308A65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Rectangle: Rounded Corners 90">
                  <a:extLst>
                    <a:ext uri="{FF2B5EF4-FFF2-40B4-BE49-F238E27FC236}">
                      <a16:creationId xmlns:a16="http://schemas.microsoft.com/office/drawing/2014/main" id="{E04925D7-C23C-8157-35D2-0B91E977759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Rounded Corners 91">
                  <a:extLst>
                    <a:ext uri="{FF2B5EF4-FFF2-40B4-BE49-F238E27FC236}">
                      <a16:creationId xmlns:a16="http://schemas.microsoft.com/office/drawing/2014/main" id="{C2525502-C64B-F9E1-5F07-588D26F0D8C2}"/>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Rounded Corners 92">
                  <a:extLst>
                    <a:ext uri="{FF2B5EF4-FFF2-40B4-BE49-F238E27FC236}">
                      <a16:creationId xmlns:a16="http://schemas.microsoft.com/office/drawing/2014/main" id="{325D0CB5-6BD6-1BDC-8E47-31FF38EAC7B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7" name="Group 76">
                <a:extLst>
                  <a:ext uri="{FF2B5EF4-FFF2-40B4-BE49-F238E27FC236}">
                    <a16:creationId xmlns:a16="http://schemas.microsoft.com/office/drawing/2014/main" id="{3A6112FA-4500-50F7-DDD3-30C40C103C4B}"/>
                  </a:ext>
                </a:extLst>
              </p:cNvPr>
              <p:cNvGrpSpPr/>
              <p:nvPr/>
            </p:nvGrpSpPr>
            <p:grpSpPr>
              <a:xfrm>
                <a:off x="3967163" y="5983284"/>
                <a:ext cx="2177954" cy="203200"/>
                <a:chOff x="4411662" y="1266827"/>
                <a:chExt cx="2177954" cy="203200"/>
              </a:xfrm>
              <a:solidFill>
                <a:schemeClr val="tx1"/>
              </a:solidFill>
            </p:grpSpPr>
            <p:sp>
              <p:nvSpPr>
                <p:cNvPr id="78" name="Rectangle: Rounded Corners 77">
                  <a:extLst>
                    <a:ext uri="{FF2B5EF4-FFF2-40B4-BE49-F238E27FC236}">
                      <a16:creationId xmlns:a16="http://schemas.microsoft.com/office/drawing/2014/main" id="{21C984DD-BA5D-845F-532E-1BC43E57170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Rounded Corners 78">
                  <a:extLst>
                    <a:ext uri="{FF2B5EF4-FFF2-40B4-BE49-F238E27FC236}">
                      <a16:creationId xmlns:a16="http://schemas.microsoft.com/office/drawing/2014/main" id="{667DA33B-90A8-D21B-F1D2-5D9155D0E54F}"/>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Rounded Corners 79">
                  <a:extLst>
                    <a:ext uri="{FF2B5EF4-FFF2-40B4-BE49-F238E27FC236}">
                      <a16:creationId xmlns:a16="http://schemas.microsoft.com/office/drawing/2014/main" id="{FA3CD908-E17B-A664-8D0A-B6196485699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Rounded Corners 80">
                  <a:extLst>
                    <a:ext uri="{FF2B5EF4-FFF2-40B4-BE49-F238E27FC236}">
                      <a16:creationId xmlns:a16="http://schemas.microsoft.com/office/drawing/2014/main" id="{846C76C9-27A5-B8A2-EB05-C47E6E3F93A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Rounded Corners 81">
                  <a:extLst>
                    <a:ext uri="{FF2B5EF4-FFF2-40B4-BE49-F238E27FC236}">
                      <a16:creationId xmlns:a16="http://schemas.microsoft.com/office/drawing/2014/main" id="{16701F90-0CA2-A949-D539-6E0DCEFB1E2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Rounded Corners 82">
                  <a:extLst>
                    <a:ext uri="{FF2B5EF4-FFF2-40B4-BE49-F238E27FC236}">
                      <a16:creationId xmlns:a16="http://schemas.microsoft.com/office/drawing/2014/main" id="{AD7226A2-61FD-0C9C-706F-ECFA31A52C5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ectangle: Rounded Corners 83">
                  <a:extLst>
                    <a:ext uri="{FF2B5EF4-FFF2-40B4-BE49-F238E27FC236}">
                      <a16:creationId xmlns:a16="http://schemas.microsoft.com/office/drawing/2014/main" id="{DBF59C04-31B2-79EB-211E-3A579F00AC4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Rounded Corners 84">
                  <a:extLst>
                    <a:ext uri="{FF2B5EF4-FFF2-40B4-BE49-F238E27FC236}">
                      <a16:creationId xmlns:a16="http://schemas.microsoft.com/office/drawing/2014/main" id="{39BC3B0A-1B0D-9643-FEE2-ED00C8AADE5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4" name="Group 93">
              <a:extLst>
                <a:ext uri="{FF2B5EF4-FFF2-40B4-BE49-F238E27FC236}">
                  <a16:creationId xmlns:a16="http://schemas.microsoft.com/office/drawing/2014/main" id="{BAE35487-5D30-0B47-50A2-D16AAE46E613}"/>
                </a:ext>
              </a:extLst>
            </p:cNvPr>
            <p:cNvGrpSpPr/>
            <p:nvPr/>
          </p:nvGrpSpPr>
          <p:grpSpPr>
            <a:xfrm>
              <a:off x="10965073" y="4130677"/>
              <a:ext cx="2324893" cy="2055807"/>
              <a:chOff x="3967162" y="4130677"/>
              <a:chExt cx="2324893" cy="2055807"/>
            </a:xfrm>
          </p:grpSpPr>
          <p:sp>
            <p:nvSpPr>
              <p:cNvPr id="95" name="Rectangle: Rounded Corners 94">
                <a:extLst>
                  <a:ext uri="{FF2B5EF4-FFF2-40B4-BE49-F238E27FC236}">
                    <a16:creationId xmlns:a16="http://schemas.microsoft.com/office/drawing/2014/main" id="{B52F34C0-8C65-E2A6-FE7C-3471AD119D3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6" name="Group 95">
                <a:extLst>
                  <a:ext uri="{FF2B5EF4-FFF2-40B4-BE49-F238E27FC236}">
                    <a16:creationId xmlns:a16="http://schemas.microsoft.com/office/drawing/2014/main" id="{12CFEFA7-5F3E-BE83-5BE4-F4058B9E3E6C}"/>
                  </a:ext>
                </a:extLst>
              </p:cNvPr>
              <p:cNvGrpSpPr/>
              <p:nvPr/>
            </p:nvGrpSpPr>
            <p:grpSpPr>
              <a:xfrm>
                <a:off x="3967162" y="4130677"/>
                <a:ext cx="2177954" cy="203200"/>
                <a:chOff x="4411662" y="1266827"/>
                <a:chExt cx="2177954" cy="203200"/>
              </a:xfrm>
              <a:solidFill>
                <a:schemeClr val="tx1"/>
              </a:solidFill>
            </p:grpSpPr>
            <p:sp>
              <p:nvSpPr>
                <p:cNvPr id="106" name="Rectangle: Rounded Corners 105">
                  <a:extLst>
                    <a:ext uri="{FF2B5EF4-FFF2-40B4-BE49-F238E27FC236}">
                      <a16:creationId xmlns:a16="http://schemas.microsoft.com/office/drawing/2014/main" id="{9C1D923A-A5FD-7B1F-5E1B-224842E6A6C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Rectangle: Rounded Corners 106">
                  <a:extLst>
                    <a:ext uri="{FF2B5EF4-FFF2-40B4-BE49-F238E27FC236}">
                      <a16:creationId xmlns:a16="http://schemas.microsoft.com/office/drawing/2014/main" id="{F4286D9B-82A9-1BDC-B01A-1B7271260F6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 name="Rectangle: Rounded Corners 107">
                  <a:extLst>
                    <a:ext uri="{FF2B5EF4-FFF2-40B4-BE49-F238E27FC236}">
                      <a16:creationId xmlns:a16="http://schemas.microsoft.com/office/drawing/2014/main" id="{C5A2C741-B27A-D8B8-3E38-0ACD0213581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Rectangle: Rounded Corners 108">
                  <a:extLst>
                    <a:ext uri="{FF2B5EF4-FFF2-40B4-BE49-F238E27FC236}">
                      <a16:creationId xmlns:a16="http://schemas.microsoft.com/office/drawing/2014/main" id="{187ED3C4-CAF6-38E7-3660-EF35BA5AFF8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Rectangle: Rounded Corners 109">
                  <a:extLst>
                    <a:ext uri="{FF2B5EF4-FFF2-40B4-BE49-F238E27FC236}">
                      <a16:creationId xmlns:a16="http://schemas.microsoft.com/office/drawing/2014/main" id="{1A88441F-3182-0672-F3FD-7CBC039CECB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Rectangle: Rounded Corners 110">
                  <a:extLst>
                    <a:ext uri="{FF2B5EF4-FFF2-40B4-BE49-F238E27FC236}">
                      <a16:creationId xmlns:a16="http://schemas.microsoft.com/office/drawing/2014/main" id="{53A2F518-E73B-3479-35F8-B5845B185E6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Rectangle: Rounded Corners 111">
                  <a:extLst>
                    <a:ext uri="{FF2B5EF4-FFF2-40B4-BE49-F238E27FC236}">
                      <a16:creationId xmlns:a16="http://schemas.microsoft.com/office/drawing/2014/main" id="{0023C126-9B5E-F7B8-52AC-1B86DA1AD08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Rectangle: Rounded Corners 112">
                  <a:extLst>
                    <a:ext uri="{FF2B5EF4-FFF2-40B4-BE49-F238E27FC236}">
                      <a16:creationId xmlns:a16="http://schemas.microsoft.com/office/drawing/2014/main" id="{1DDFCD4E-3DAC-7496-81E5-79722485E84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97" name="Group 96">
                <a:extLst>
                  <a:ext uri="{FF2B5EF4-FFF2-40B4-BE49-F238E27FC236}">
                    <a16:creationId xmlns:a16="http://schemas.microsoft.com/office/drawing/2014/main" id="{2B7D15CE-A4C2-2E53-8117-E7A27FF1C5BF}"/>
                  </a:ext>
                </a:extLst>
              </p:cNvPr>
              <p:cNvGrpSpPr/>
              <p:nvPr/>
            </p:nvGrpSpPr>
            <p:grpSpPr>
              <a:xfrm>
                <a:off x="3967163" y="5983284"/>
                <a:ext cx="2177954" cy="203200"/>
                <a:chOff x="4411662" y="1266827"/>
                <a:chExt cx="2177954" cy="203200"/>
              </a:xfrm>
              <a:solidFill>
                <a:schemeClr val="tx1"/>
              </a:solidFill>
            </p:grpSpPr>
            <p:sp>
              <p:nvSpPr>
                <p:cNvPr id="98" name="Rectangle: Rounded Corners 97">
                  <a:extLst>
                    <a:ext uri="{FF2B5EF4-FFF2-40B4-BE49-F238E27FC236}">
                      <a16:creationId xmlns:a16="http://schemas.microsoft.com/office/drawing/2014/main" id="{5DF9B6E5-2C7C-BB19-6806-7B4D005926F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Rounded Corners 98">
                  <a:extLst>
                    <a:ext uri="{FF2B5EF4-FFF2-40B4-BE49-F238E27FC236}">
                      <a16:creationId xmlns:a16="http://schemas.microsoft.com/office/drawing/2014/main" id="{9FD16D5E-333B-F0A9-26F6-BB74E3D24A4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Rounded Corners 99">
                  <a:extLst>
                    <a:ext uri="{FF2B5EF4-FFF2-40B4-BE49-F238E27FC236}">
                      <a16:creationId xmlns:a16="http://schemas.microsoft.com/office/drawing/2014/main" id="{B604EC2A-6DD1-A66A-4D0D-9C7CD9B8E94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Rectangle: Rounded Corners 100">
                  <a:extLst>
                    <a:ext uri="{FF2B5EF4-FFF2-40B4-BE49-F238E27FC236}">
                      <a16:creationId xmlns:a16="http://schemas.microsoft.com/office/drawing/2014/main" id="{1B3EDADB-7611-09AE-70D7-1AB26E1F3528}"/>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Rounded Corners 101">
                  <a:extLst>
                    <a:ext uri="{FF2B5EF4-FFF2-40B4-BE49-F238E27FC236}">
                      <a16:creationId xmlns:a16="http://schemas.microsoft.com/office/drawing/2014/main" id="{870F00CA-9CBA-3938-1293-2FAA86157D6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Rectangle: Rounded Corners 102">
                  <a:extLst>
                    <a:ext uri="{FF2B5EF4-FFF2-40B4-BE49-F238E27FC236}">
                      <a16:creationId xmlns:a16="http://schemas.microsoft.com/office/drawing/2014/main" id="{F1C65317-A529-45E2-A3B9-A9330965375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Rectangle: Rounded Corners 103">
                  <a:extLst>
                    <a:ext uri="{FF2B5EF4-FFF2-40B4-BE49-F238E27FC236}">
                      <a16:creationId xmlns:a16="http://schemas.microsoft.com/office/drawing/2014/main" id="{33D16B4C-FD88-9686-DE87-A47E4402136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Rectangle: Rounded Corners 104">
                  <a:extLst>
                    <a:ext uri="{FF2B5EF4-FFF2-40B4-BE49-F238E27FC236}">
                      <a16:creationId xmlns:a16="http://schemas.microsoft.com/office/drawing/2014/main" id="{D93DCCE7-A417-A2CA-5D49-3A6C1DB2AD1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 name="Group 113">
              <a:extLst>
                <a:ext uri="{FF2B5EF4-FFF2-40B4-BE49-F238E27FC236}">
                  <a16:creationId xmlns:a16="http://schemas.microsoft.com/office/drawing/2014/main" id="{D43C51EB-E614-F1F9-58E2-0DD5E2FD5ACE}"/>
                </a:ext>
              </a:extLst>
            </p:cNvPr>
            <p:cNvGrpSpPr/>
            <p:nvPr/>
          </p:nvGrpSpPr>
          <p:grpSpPr>
            <a:xfrm>
              <a:off x="13297710" y="4130677"/>
              <a:ext cx="2324893" cy="2055807"/>
              <a:chOff x="3967162" y="4130677"/>
              <a:chExt cx="2324893" cy="2055807"/>
            </a:xfrm>
          </p:grpSpPr>
          <p:sp>
            <p:nvSpPr>
              <p:cNvPr id="115" name="Rectangle: Rounded Corners 114">
                <a:extLst>
                  <a:ext uri="{FF2B5EF4-FFF2-40B4-BE49-F238E27FC236}">
                    <a16:creationId xmlns:a16="http://schemas.microsoft.com/office/drawing/2014/main" id="{CE8C2AC3-06E9-68DC-AFE7-2D0D74A9F43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1BDFD74F-1094-121A-66D3-55EF73D88013}"/>
                  </a:ext>
                </a:extLst>
              </p:cNvPr>
              <p:cNvGrpSpPr/>
              <p:nvPr/>
            </p:nvGrpSpPr>
            <p:grpSpPr>
              <a:xfrm>
                <a:off x="3967162" y="4130677"/>
                <a:ext cx="2177954" cy="203200"/>
                <a:chOff x="4411662" y="1266827"/>
                <a:chExt cx="2177954" cy="203200"/>
              </a:xfrm>
              <a:solidFill>
                <a:schemeClr val="tx1"/>
              </a:solidFill>
            </p:grpSpPr>
            <p:sp>
              <p:nvSpPr>
                <p:cNvPr id="126" name="Rectangle: Rounded Corners 125">
                  <a:extLst>
                    <a:ext uri="{FF2B5EF4-FFF2-40B4-BE49-F238E27FC236}">
                      <a16:creationId xmlns:a16="http://schemas.microsoft.com/office/drawing/2014/main" id="{901CD463-A6D5-8B25-E0E5-5176BC77214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Rectangle: Rounded Corners 126">
                  <a:extLst>
                    <a:ext uri="{FF2B5EF4-FFF2-40B4-BE49-F238E27FC236}">
                      <a16:creationId xmlns:a16="http://schemas.microsoft.com/office/drawing/2014/main" id="{AD48DEA4-F18D-826E-9B8F-E063997A46B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Rectangle: Rounded Corners 127">
                  <a:extLst>
                    <a:ext uri="{FF2B5EF4-FFF2-40B4-BE49-F238E27FC236}">
                      <a16:creationId xmlns:a16="http://schemas.microsoft.com/office/drawing/2014/main" id="{C232B41A-579A-7931-5EEC-9B807233C697}"/>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Rectangle: Rounded Corners 128">
                  <a:extLst>
                    <a:ext uri="{FF2B5EF4-FFF2-40B4-BE49-F238E27FC236}">
                      <a16:creationId xmlns:a16="http://schemas.microsoft.com/office/drawing/2014/main" id="{BF9C7997-AA34-D292-9E6A-28170060206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Rectangle: Rounded Corners 129">
                  <a:extLst>
                    <a:ext uri="{FF2B5EF4-FFF2-40B4-BE49-F238E27FC236}">
                      <a16:creationId xmlns:a16="http://schemas.microsoft.com/office/drawing/2014/main" id="{9887F126-33EC-F812-4CE4-D1D9CBFDB2D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Rectangle: Rounded Corners 130">
                  <a:extLst>
                    <a:ext uri="{FF2B5EF4-FFF2-40B4-BE49-F238E27FC236}">
                      <a16:creationId xmlns:a16="http://schemas.microsoft.com/office/drawing/2014/main" id="{773DBC3A-44BB-6DDB-86E4-B7AC052335D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Rectangle: Rounded Corners 131">
                  <a:extLst>
                    <a:ext uri="{FF2B5EF4-FFF2-40B4-BE49-F238E27FC236}">
                      <a16:creationId xmlns:a16="http://schemas.microsoft.com/office/drawing/2014/main" id="{904D6FF8-90FD-D5EF-8CC7-E380BCC2D7B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Rectangle: Rounded Corners 132">
                  <a:extLst>
                    <a:ext uri="{FF2B5EF4-FFF2-40B4-BE49-F238E27FC236}">
                      <a16:creationId xmlns:a16="http://schemas.microsoft.com/office/drawing/2014/main" id="{42AAC22B-F58D-AA16-3E35-0BE7CEB6A44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7" name="Group 116">
                <a:extLst>
                  <a:ext uri="{FF2B5EF4-FFF2-40B4-BE49-F238E27FC236}">
                    <a16:creationId xmlns:a16="http://schemas.microsoft.com/office/drawing/2014/main" id="{A1C1627E-9E50-2745-A527-C2AA632F7A55}"/>
                  </a:ext>
                </a:extLst>
              </p:cNvPr>
              <p:cNvGrpSpPr/>
              <p:nvPr/>
            </p:nvGrpSpPr>
            <p:grpSpPr>
              <a:xfrm>
                <a:off x="3967163" y="5983284"/>
                <a:ext cx="2177954" cy="203200"/>
                <a:chOff x="4411662" y="1266827"/>
                <a:chExt cx="2177954" cy="203200"/>
              </a:xfrm>
              <a:solidFill>
                <a:schemeClr val="tx1"/>
              </a:solidFill>
            </p:grpSpPr>
            <p:sp>
              <p:nvSpPr>
                <p:cNvPr id="118" name="Rectangle: Rounded Corners 117">
                  <a:extLst>
                    <a:ext uri="{FF2B5EF4-FFF2-40B4-BE49-F238E27FC236}">
                      <a16:creationId xmlns:a16="http://schemas.microsoft.com/office/drawing/2014/main" id="{3B7CA6F9-FA59-1A4D-4F7E-EE1C754161A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Rectangle: Rounded Corners 118">
                  <a:extLst>
                    <a:ext uri="{FF2B5EF4-FFF2-40B4-BE49-F238E27FC236}">
                      <a16:creationId xmlns:a16="http://schemas.microsoft.com/office/drawing/2014/main" id="{C1CADBF9-07AE-0197-8404-18CB5A4A451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Rectangle: Rounded Corners 119">
                  <a:extLst>
                    <a:ext uri="{FF2B5EF4-FFF2-40B4-BE49-F238E27FC236}">
                      <a16:creationId xmlns:a16="http://schemas.microsoft.com/office/drawing/2014/main" id="{57E2FEB4-5FE2-3193-40F9-CEDD52FC203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Rounded Corners 120">
                  <a:extLst>
                    <a:ext uri="{FF2B5EF4-FFF2-40B4-BE49-F238E27FC236}">
                      <a16:creationId xmlns:a16="http://schemas.microsoft.com/office/drawing/2014/main" id="{965E1136-B253-E2DB-0C7A-2500D239A9F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Rectangle: Rounded Corners 121">
                  <a:extLst>
                    <a:ext uri="{FF2B5EF4-FFF2-40B4-BE49-F238E27FC236}">
                      <a16:creationId xmlns:a16="http://schemas.microsoft.com/office/drawing/2014/main" id="{C99ED38B-CE6F-EC17-1867-AE1530C7828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Rounded Corners 122">
                  <a:extLst>
                    <a:ext uri="{FF2B5EF4-FFF2-40B4-BE49-F238E27FC236}">
                      <a16:creationId xmlns:a16="http://schemas.microsoft.com/office/drawing/2014/main" id="{E30CA144-5C4C-F4DC-02E5-9840C5AB8DD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Rounded Corners 123">
                  <a:extLst>
                    <a:ext uri="{FF2B5EF4-FFF2-40B4-BE49-F238E27FC236}">
                      <a16:creationId xmlns:a16="http://schemas.microsoft.com/office/drawing/2014/main" id="{946796A5-826E-8C26-A9B9-B512AF5A0AD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Rectangle: Rounded Corners 124">
                  <a:extLst>
                    <a:ext uri="{FF2B5EF4-FFF2-40B4-BE49-F238E27FC236}">
                      <a16:creationId xmlns:a16="http://schemas.microsoft.com/office/drawing/2014/main" id="{E0147F10-4B9D-BFD5-473D-F7A53EDC540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 name="Group 133">
              <a:extLst>
                <a:ext uri="{FF2B5EF4-FFF2-40B4-BE49-F238E27FC236}">
                  <a16:creationId xmlns:a16="http://schemas.microsoft.com/office/drawing/2014/main" id="{4D7F464F-4BD4-95D3-0BA4-B7B969B99D46}"/>
                </a:ext>
              </a:extLst>
            </p:cNvPr>
            <p:cNvGrpSpPr/>
            <p:nvPr/>
          </p:nvGrpSpPr>
          <p:grpSpPr>
            <a:xfrm>
              <a:off x="15630347" y="4130677"/>
              <a:ext cx="2324893" cy="2055807"/>
              <a:chOff x="3967162" y="4130677"/>
              <a:chExt cx="2324893" cy="2055807"/>
            </a:xfrm>
          </p:grpSpPr>
          <p:sp>
            <p:nvSpPr>
              <p:cNvPr id="135" name="Rectangle: Rounded Corners 134">
                <a:extLst>
                  <a:ext uri="{FF2B5EF4-FFF2-40B4-BE49-F238E27FC236}">
                    <a16:creationId xmlns:a16="http://schemas.microsoft.com/office/drawing/2014/main" id="{A365178D-48A7-94F4-660E-397DC7817A03}"/>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6" name="Group 135">
                <a:extLst>
                  <a:ext uri="{FF2B5EF4-FFF2-40B4-BE49-F238E27FC236}">
                    <a16:creationId xmlns:a16="http://schemas.microsoft.com/office/drawing/2014/main" id="{0957744B-2319-FFEE-689D-FDEFAFDDE0BC}"/>
                  </a:ext>
                </a:extLst>
              </p:cNvPr>
              <p:cNvGrpSpPr/>
              <p:nvPr/>
            </p:nvGrpSpPr>
            <p:grpSpPr>
              <a:xfrm>
                <a:off x="3967162" y="4130677"/>
                <a:ext cx="2177954" cy="203200"/>
                <a:chOff x="4411662" y="1266827"/>
                <a:chExt cx="2177954" cy="203200"/>
              </a:xfrm>
              <a:solidFill>
                <a:schemeClr val="tx1"/>
              </a:solidFill>
            </p:grpSpPr>
            <p:sp>
              <p:nvSpPr>
                <p:cNvPr id="146" name="Rectangle: Rounded Corners 145">
                  <a:extLst>
                    <a:ext uri="{FF2B5EF4-FFF2-40B4-BE49-F238E27FC236}">
                      <a16:creationId xmlns:a16="http://schemas.microsoft.com/office/drawing/2014/main" id="{7E5F8DFB-9803-1C6F-5BBA-F733426D1F4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Rectangle: Rounded Corners 146">
                  <a:extLst>
                    <a:ext uri="{FF2B5EF4-FFF2-40B4-BE49-F238E27FC236}">
                      <a16:creationId xmlns:a16="http://schemas.microsoft.com/office/drawing/2014/main" id="{2BD06027-3DE1-F579-1D0A-55F696869CFC}"/>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Rectangle: Rounded Corners 147">
                  <a:extLst>
                    <a:ext uri="{FF2B5EF4-FFF2-40B4-BE49-F238E27FC236}">
                      <a16:creationId xmlns:a16="http://schemas.microsoft.com/office/drawing/2014/main" id="{0DF67AD5-1ABF-B003-51FD-6DF244686BF1}"/>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Rectangle: Rounded Corners 148">
                  <a:extLst>
                    <a:ext uri="{FF2B5EF4-FFF2-40B4-BE49-F238E27FC236}">
                      <a16:creationId xmlns:a16="http://schemas.microsoft.com/office/drawing/2014/main" id="{D42746A5-946A-4816-A883-7C680E58C1F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Rectangle: Rounded Corners 149">
                  <a:extLst>
                    <a:ext uri="{FF2B5EF4-FFF2-40B4-BE49-F238E27FC236}">
                      <a16:creationId xmlns:a16="http://schemas.microsoft.com/office/drawing/2014/main" id="{46B35DB7-86FE-6218-C1B0-4F0B4DF264B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Rectangle: Rounded Corners 150">
                  <a:extLst>
                    <a:ext uri="{FF2B5EF4-FFF2-40B4-BE49-F238E27FC236}">
                      <a16:creationId xmlns:a16="http://schemas.microsoft.com/office/drawing/2014/main" id="{D76EE959-76CB-88B1-A8E8-9F2AC294312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Rectangle: Rounded Corners 151">
                  <a:extLst>
                    <a:ext uri="{FF2B5EF4-FFF2-40B4-BE49-F238E27FC236}">
                      <a16:creationId xmlns:a16="http://schemas.microsoft.com/office/drawing/2014/main" id="{77BC10FF-DC35-4E29-FAD6-090667CDC8B8}"/>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Rectangle: Rounded Corners 152">
                  <a:extLst>
                    <a:ext uri="{FF2B5EF4-FFF2-40B4-BE49-F238E27FC236}">
                      <a16:creationId xmlns:a16="http://schemas.microsoft.com/office/drawing/2014/main" id="{7C794EFC-B22C-7CE2-208E-F2F8CD86846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7" name="Group 136">
                <a:extLst>
                  <a:ext uri="{FF2B5EF4-FFF2-40B4-BE49-F238E27FC236}">
                    <a16:creationId xmlns:a16="http://schemas.microsoft.com/office/drawing/2014/main" id="{FFF1FB60-F045-6007-547C-8BE4F7030D0B}"/>
                  </a:ext>
                </a:extLst>
              </p:cNvPr>
              <p:cNvGrpSpPr/>
              <p:nvPr/>
            </p:nvGrpSpPr>
            <p:grpSpPr>
              <a:xfrm>
                <a:off x="3967163" y="5983284"/>
                <a:ext cx="2177954" cy="203200"/>
                <a:chOff x="4411662" y="1266827"/>
                <a:chExt cx="2177954" cy="203200"/>
              </a:xfrm>
              <a:solidFill>
                <a:schemeClr val="tx1"/>
              </a:solidFill>
            </p:grpSpPr>
            <p:sp>
              <p:nvSpPr>
                <p:cNvPr id="138" name="Rectangle: Rounded Corners 137">
                  <a:extLst>
                    <a:ext uri="{FF2B5EF4-FFF2-40B4-BE49-F238E27FC236}">
                      <a16:creationId xmlns:a16="http://schemas.microsoft.com/office/drawing/2014/main" id="{A06A3ACE-D32C-B7B8-0869-D04B0731ED3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Rectangle: Rounded Corners 138">
                  <a:extLst>
                    <a:ext uri="{FF2B5EF4-FFF2-40B4-BE49-F238E27FC236}">
                      <a16:creationId xmlns:a16="http://schemas.microsoft.com/office/drawing/2014/main" id="{2450BA4D-8A58-4F66-A0D2-A9E371AB669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Rounded Corners 139">
                  <a:extLst>
                    <a:ext uri="{FF2B5EF4-FFF2-40B4-BE49-F238E27FC236}">
                      <a16:creationId xmlns:a16="http://schemas.microsoft.com/office/drawing/2014/main" id="{D1708CD3-31ED-76A7-D614-770DC5F8071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Rectangle: Rounded Corners 140">
                  <a:extLst>
                    <a:ext uri="{FF2B5EF4-FFF2-40B4-BE49-F238E27FC236}">
                      <a16:creationId xmlns:a16="http://schemas.microsoft.com/office/drawing/2014/main" id="{58AD0090-5C65-498E-BCF4-740C0013780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Rounded Corners 141">
                  <a:extLst>
                    <a:ext uri="{FF2B5EF4-FFF2-40B4-BE49-F238E27FC236}">
                      <a16:creationId xmlns:a16="http://schemas.microsoft.com/office/drawing/2014/main" id="{908AB9BA-D213-3FBE-DA41-B9CE9062C12C}"/>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Rectangle: Rounded Corners 142">
                  <a:extLst>
                    <a:ext uri="{FF2B5EF4-FFF2-40B4-BE49-F238E27FC236}">
                      <a16:creationId xmlns:a16="http://schemas.microsoft.com/office/drawing/2014/main" id="{EB232B7F-3115-4A51-1EAA-EB8B6F2F3FD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Rectangle: Rounded Corners 143">
                  <a:extLst>
                    <a:ext uri="{FF2B5EF4-FFF2-40B4-BE49-F238E27FC236}">
                      <a16:creationId xmlns:a16="http://schemas.microsoft.com/office/drawing/2014/main" id="{378BCEAD-2BEE-D130-3DF7-95256AAFC0F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Rectangle: Rounded Corners 144">
                  <a:extLst>
                    <a:ext uri="{FF2B5EF4-FFF2-40B4-BE49-F238E27FC236}">
                      <a16:creationId xmlns:a16="http://schemas.microsoft.com/office/drawing/2014/main" id="{C112E0FF-83B1-0C95-313A-641E4B681F30}"/>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 name="Group 153">
              <a:extLst>
                <a:ext uri="{FF2B5EF4-FFF2-40B4-BE49-F238E27FC236}">
                  <a16:creationId xmlns:a16="http://schemas.microsoft.com/office/drawing/2014/main" id="{871E1A4B-73D7-2601-07C1-2E7BEC17D7A9}"/>
                </a:ext>
              </a:extLst>
            </p:cNvPr>
            <p:cNvGrpSpPr/>
            <p:nvPr/>
          </p:nvGrpSpPr>
          <p:grpSpPr>
            <a:xfrm>
              <a:off x="17962984" y="4130677"/>
              <a:ext cx="2324893" cy="2055807"/>
              <a:chOff x="3967162" y="4130677"/>
              <a:chExt cx="2324893" cy="2055807"/>
            </a:xfrm>
          </p:grpSpPr>
          <p:sp>
            <p:nvSpPr>
              <p:cNvPr id="155" name="Rectangle: Rounded Corners 154">
                <a:extLst>
                  <a:ext uri="{FF2B5EF4-FFF2-40B4-BE49-F238E27FC236}">
                    <a16:creationId xmlns:a16="http://schemas.microsoft.com/office/drawing/2014/main" id="{8D9E3771-1C49-E95A-A72A-F4B4644D61F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6" name="Group 155">
                <a:extLst>
                  <a:ext uri="{FF2B5EF4-FFF2-40B4-BE49-F238E27FC236}">
                    <a16:creationId xmlns:a16="http://schemas.microsoft.com/office/drawing/2014/main" id="{C2B5DCC5-D971-6C53-3597-D71ADACEF91D}"/>
                  </a:ext>
                </a:extLst>
              </p:cNvPr>
              <p:cNvGrpSpPr/>
              <p:nvPr/>
            </p:nvGrpSpPr>
            <p:grpSpPr>
              <a:xfrm>
                <a:off x="3967162" y="4130677"/>
                <a:ext cx="2177954" cy="203200"/>
                <a:chOff x="4411662" y="1266827"/>
                <a:chExt cx="2177954" cy="203200"/>
              </a:xfrm>
              <a:solidFill>
                <a:schemeClr val="tx1"/>
              </a:solidFill>
            </p:grpSpPr>
            <p:sp>
              <p:nvSpPr>
                <p:cNvPr id="166" name="Rectangle: Rounded Corners 165">
                  <a:extLst>
                    <a:ext uri="{FF2B5EF4-FFF2-40B4-BE49-F238E27FC236}">
                      <a16:creationId xmlns:a16="http://schemas.microsoft.com/office/drawing/2014/main" id="{6EC1FF9D-EC07-A673-0252-6D7A62DB6DF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Rectangle: Rounded Corners 166">
                  <a:extLst>
                    <a:ext uri="{FF2B5EF4-FFF2-40B4-BE49-F238E27FC236}">
                      <a16:creationId xmlns:a16="http://schemas.microsoft.com/office/drawing/2014/main" id="{1C54FF71-A2E0-2D17-A7CA-5F589F5423D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Rectangle: Rounded Corners 167">
                  <a:extLst>
                    <a:ext uri="{FF2B5EF4-FFF2-40B4-BE49-F238E27FC236}">
                      <a16:creationId xmlns:a16="http://schemas.microsoft.com/office/drawing/2014/main" id="{C4B96365-6026-B9C4-EC7C-56AB20299B6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Rectangle: Rounded Corners 168">
                  <a:extLst>
                    <a:ext uri="{FF2B5EF4-FFF2-40B4-BE49-F238E27FC236}">
                      <a16:creationId xmlns:a16="http://schemas.microsoft.com/office/drawing/2014/main" id="{CEBF5493-E296-A031-BFAE-BC661526316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Rectangle: Rounded Corners 169">
                  <a:extLst>
                    <a:ext uri="{FF2B5EF4-FFF2-40B4-BE49-F238E27FC236}">
                      <a16:creationId xmlns:a16="http://schemas.microsoft.com/office/drawing/2014/main" id="{5BDB9891-E162-5FFA-2390-07F9E9788E8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Rectangle: Rounded Corners 170">
                  <a:extLst>
                    <a:ext uri="{FF2B5EF4-FFF2-40B4-BE49-F238E27FC236}">
                      <a16:creationId xmlns:a16="http://schemas.microsoft.com/office/drawing/2014/main" id="{7B6731BA-6EB7-5477-71AB-1A56D05A651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Rectangle: Rounded Corners 171">
                  <a:extLst>
                    <a:ext uri="{FF2B5EF4-FFF2-40B4-BE49-F238E27FC236}">
                      <a16:creationId xmlns:a16="http://schemas.microsoft.com/office/drawing/2014/main" id="{EE873371-A7FD-55C2-20DD-EA48F06CDC7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Rectangle: Rounded Corners 172">
                  <a:extLst>
                    <a:ext uri="{FF2B5EF4-FFF2-40B4-BE49-F238E27FC236}">
                      <a16:creationId xmlns:a16="http://schemas.microsoft.com/office/drawing/2014/main" id="{549FDCC0-059F-1974-341A-B6DAB0712DF3}"/>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7" name="Group 156">
                <a:extLst>
                  <a:ext uri="{FF2B5EF4-FFF2-40B4-BE49-F238E27FC236}">
                    <a16:creationId xmlns:a16="http://schemas.microsoft.com/office/drawing/2014/main" id="{C058DCAD-4B10-238A-93B5-DEE6D895261B}"/>
                  </a:ext>
                </a:extLst>
              </p:cNvPr>
              <p:cNvGrpSpPr/>
              <p:nvPr/>
            </p:nvGrpSpPr>
            <p:grpSpPr>
              <a:xfrm>
                <a:off x="3967163" y="5983284"/>
                <a:ext cx="2177954" cy="203200"/>
                <a:chOff x="4411662" y="1266827"/>
                <a:chExt cx="2177954" cy="203200"/>
              </a:xfrm>
              <a:solidFill>
                <a:schemeClr val="tx1"/>
              </a:solidFill>
            </p:grpSpPr>
            <p:sp>
              <p:nvSpPr>
                <p:cNvPr id="158" name="Rectangle: Rounded Corners 157">
                  <a:extLst>
                    <a:ext uri="{FF2B5EF4-FFF2-40B4-BE49-F238E27FC236}">
                      <a16:creationId xmlns:a16="http://schemas.microsoft.com/office/drawing/2014/main" id="{1BE03E8C-5A45-D220-235C-AD41934C716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Rectangle: Rounded Corners 158">
                  <a:extLst>
                    <a:ext uri="{FF2B5EF4-FFF2-40B4-BE49-F238E27FC236}">
                      <a16:creationId xmlns:a16="http://schemas.microsoft.com/office/drawing/2014/main" id="{1518CABE-42FE-53B1-1388-65684DF9831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Rectangle: Rounded Corners 159">
                  <a:extLst>
                    <a:ext uri="{FF2B5EF4-FFF2-40B4-BE49-F238E27FC236}">
                      <a16:creationId xmlns:a16="http://schemas.microsoft.com/office/drawing/2014/main" id="{078C09DF-C94E-F08D-4015-4280475CDAD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Rectangle: Rounded Corners 160">
                  <a:extLst>
                    <a:ext uri="{FF2B5EF4-FFF2-40B4-BE49-F238E27FC236}">
                      <a16:creationId xmlns:a16="http://schemas.microsoft.com/office/drawing/2014/main" id="{7B775670-4ABB-436C-8DF8-2576473C652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Rectangle: Rounded Corners 161">
                  <a:extLst>
                    <a:ext uri="{FF2B5EF4-FFF2-40B4-BE49-F238E27FC236}">
                      <a16:creationId xmlns:a16="http://schemas.microsoft.com/office/drawing/2014/main" id="{5033F480-72AB-7D9A-43D2-6D99F6F76AF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Rounded Corners 162">
                  <a:extLst>
                    <a:ext uri="{FF2B5EF4-FFF2-40B4-BE49-F238E27FC236}">
                      <a16:creationId xmlns:a16="http://schemas.microsoft.com/office/drawing/2014/main" id="{9AD4265A-8A3F-3B45-FF23-32565DA0320E}"/>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Rectangle: Rounded Corners 163">
                  <a:extLst>
                    <a:ext uri="{FF2B5EF4-FFF2-40B4-BE49-F238E27FC236}">
                      <a16:creationId xmlns:a16="http://schemas.microsoft.com/office/drawing/2014/main" id="{A535EBD8-338E-25F3-73C5-E75F4D3A690E}"/>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Rectangle: Rounded Corners 164">
                  <a:extLst>
                    <a:ext uri="{FF2B5EF4-FFF2-40B4-BE49-F238E27FC236}">
                      <a16:creationId xmlns:a16="http://schemas.microsoft.com/office/drawing/2014/main" id="{7B6A173C-6734-EBCF-4108-BF4D1A7F2944}"/>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 name="Group 173">
              <a:extLst>
                <a:ext uri="{FF2B5EF4-FFF2-40B4-BE49-F238E27FC236}">
                  <a16:creationId xmlns:a16="http://schemas.microsoft.com/office/drawing/2014/main" id="{6A16122C-168C-D4F1-C024-F9543AF77E3B}"/>
                </a:ext>
              </a:extLst>
            </p:cNvPr>
            <p:cNvGrpSpPr/>
            <p:nvPr/>
          </p:nvGrpSpPr>
          <p:grpSpPr>
            <a:xfrm>
              <a:off x="20295621" y="4130677"/>
              <a:ext cx="2324893" cy="2055807"/>
              <a:chOff x="3967162" y="4130677"/>
              <a:chExt cx="2324893" cy="2055807"/>
            </a:xfrm>
          </p:grpSpPr>
          <p:sp>
            <p:nvSpPr>
              <p:cNvPr id="175" name="Rectangle: Rounded Corners 174">
                <a:extLst>
                  <a:ext uri="{FF2B5EF4-FFF2-40B4-BE49-F238E27FC236}">
                    <a16:creationId xmlns:a16="http://schemas.microsoft.com/office/drawing/2014/main" id="{B3BA1F4C-85A2-9CF4-C1AA-2EA5418F67C2}"/>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6" name="Group 175">
                <a:extLst>
                  <a:ext uri="{FF2B5EF4-FFF2-40B4-BE49-F238E27FC236}">
                    <a16:creationId xmlns:a16="http://schemas.microsoft.com/office/drawing/2014/main" id="{C7F8E970-4263-ED43-2CA2-58CED574A0FE}"/>
                  </a:ext>
                </a:extLst>
              </p:cNvPr>
              <p:cNvGrpSpPr/>
              <p:nvPr/>
            </p:nvGrpSpPr>
            <p:grpSpPr>
              <a:xfrm>
                <a:off x="3967162" y="4130677"/>
                <a:ext cx="2177954" cy="203200"/>
                <a:chOff x="4411662" y="1266827"/>
                <a:chExt cx="2177954" cy="203200"/>
              </a:xfrm>
              <a:solidFill>
                <a:schemeClr val="tx1"/>
              </a:solidFill>
            </p:grpSpPr>
            <p:sp>
              <p:nvSpPr>
                <p:cNvPr id="186" name="Rectangle: Rounded Corners 185">
                  <a:extLst>
                    <a:ext uri="{FF2B5EF4-FFF2-40B4-BE49-F238E27FC236}">
                      <a16:creationId xmlns:a16="http://schemas.microsoft.com/office/drawing/2014/main" id="{7C5F0865-9CD2-E4A1-E3B5-D1752FB13095}"/>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Rectangle: Rounded Corners 186">
                  <a:extLst>
                    <a:ext uri="{FF2B5EF4-FFF2-40B4-BE49-F238E27FC236}">
                      <a16:creationId xmlns:a16="http://schemas.microsoft.com/office/drawing/2014/main" id="{27231F32-9FF8-2B58-BBA7-93456648F23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Rectangle: Rounded Corners 187">
                  <a:extLst>
                    <a:ext uri="{FF2B5EF4-FFF2-40B4-BE49-F238E27FC236}">
                      <a16:creationId xmlns:a16="http://schemas.microsoft.com/office/drawing/2014/main" id="{27EA2CE7-9164-6FCD-E17F-ACA215C3B35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Rectangle: Rounded Corners 188">
                  <a:extLst>
                    <a:ext uri="{FF2B5EF4-FFF2-40B4-BE49-F238E27FC236}">
                      <a16:creationId xmlns:a16="http://schemas.microsoft.com/office/drawing/2014/main" id="{7B597E2B-2F00-7BA3-D8AD-BF2678473A7E}"/>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Rectangle: Rounded Corners 189">
                  <a:extLst>
                    <a:ext uri="{FF2B5EF4-FFF2-40B4-BE49-F238E27FC236}">
                      <a16:creationId xmlns:a16="http://schemas.microsoft.com/office/drawing/2014/main" id="{E39D8887-6DD7-A461-5746-1DAA7E4967F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Rectangle: Rounded Corners 190">
                  <a:extLst>
                    <a:ext uri="{FF2B5EF4-FFF2-40B4-BE49-F238E27FC236}">
                      <a16:creationId xmlns:a16="http://schemas.microsoft.com/office/drawing/2014/main" id="{A4DDA855-0617-8B46-8EA8-CB95DF3927F3}"/>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Rectangle: Rounded Corners 191">
                  <a:extLst>
                    <a:ext uri="{FF2B5EF4-FFF2-40B4-BE49-F238E27FC236}">
                      <a16:creationId xmlns:a16="http://schemas.microsoft.com/office/drawing/2014/main" id="{309FC4F5-040E-9578-35D4-BE170D536A2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Rectangle: Rounded Corners 192">
                  <a:extLst>
                    <a:ext uri="{FF2B5EF4-FFF2-40B4-BE49-F238E27FC236}">
                      <a16:creationId xmlns:a16="http://schemas.microsoft.com/office/drawing/2014/main" id="{698D2E94-82A2-DFF6-8D4D-01024A238D4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7" name="Group 176">
                <a:extLst>
                  <a:ext uri="{FF2B5EF4-FFF2-40B4-BE49-F238E27FC236}">
                    <a16:creationId xmlns:a16="http://schemas.microsoft.com/office/drawing/2014/main" id="{6DBDF84C-2507-DD19-61C2-70EAB00102EF}"/>
                  </a:ext>
                </a:extLst>
              </p:cNvPr>
              <p:cNvGrpSpPr/>
              <p:nvPr/>
            </p:nvGrpSpPr>
            <p:grpSpPr>
              <a:xfrm>
                <a:off x="3967163" y="5983284"/>
                <a:ext cx="2177954" cy="203200"/>
                <a:chOff x="4411662" y="1266827"/>
                <a:chExt cx="2177954" cy="203200"/>
              </a:xfrm>
              <a:solidFill>
                <a:schemeClr val="tx1"/>
              </a:solidFill>
            </p:grpSpPr>
            <p:sp>
              <p:nvSpPr>
                <p:cNvPr id="178" name="Rectangle: Rounded Corners 177">
                  <a:extLst>
                    <a:ext uri="{FF2B5EF4-FFF2-40B4-BE49-F238E27FC236}">
                      <a16:creationId xmlns:a16="http://schemas.microsoft.com/office/drawing/2014/main" id="{1C6349CB-303A-391E-0C9A-70DB5DEBDC0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Rectangle: Rounded Corners 178">
                  <a:extLst>
                    <a:ext uri="{FF2B5EF4-FFF2-40B4-BE49-F238E27FC236}">
                      <a16:creationId xmlns:a16="http://schemas.microsoft.com/office/drawing/2014/main" id="{15B7E20F-4BA7-B066-FCC9-CE385D8313A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Rounded Corners 179">
                  <a:extLst>
                    <a:ext uri="{FF2B5EF4-FFF2-40B4-BE49-F238E27FC236}">
                      <a16:creationId xmlns:a16="http://schemas.microsoft.com/office/drawing/2014/main" id="{AC2947C4-071E-5B5F-0482-4DA5CF8D874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 name="Rectangle: Rounded Corners 180">
                  <a:extLst>
                    <a:ext uri="{FF2B5EF4-FFF2-40B4-BE49-F238E27FC236}">
                      <a16:creationId xmlns:a16="http://schemas.microsoft.com/office/drawing/2014/main" id="{0A470426-3C9A-6E5F-5FEF-5F3B6E234BB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Rectangle: Rounded Corners 181">
                  <a:extLst>
                    <a:ext uri="{FF2B5EF4-FFF2-40B4-BE49-F238E27FC236}">
                      <a16:creationId xmlns:a16="http://schemas.microsoft.com/office/drawing/2014/main" id="{CA6D18E3-37CA-3A76-3CEB-DBD5A39F843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Rectangle: Rounded Corners 182">
                  <a:extLst>
                    <a:ext uri="{FF2B5EF4-FFF2-40B4-BE49-F238E27FC236}">
                      <a16:creationId xmlns:a16="http://schemas.microsoft.com/office/drawing/2014/main" id="{22903ED3-6A4C-B5F3-D1EF-0329F1A36D0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Rectangle: Rounded Corners 183">
                  <a:extLst>
                    <a:ext uri="{FF2B5EF4-FFF2-40B4-BE49-F238E27FC236}">
                      <a16:creationId xmlns:a16="http://schemas.microsoft.com/office/drawing/2014/main" id="{09F08F39-B571-41F1-7AB0-7647BDC14D0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Rectangle: Rounded Corners 184">
                  <a:extLst>
                    <a:ext uri="{FF2B5EF4-FFF2-40B4-BE49-F238E27FC236}">
                      <a16:creationId xmlns:a16="http://schemas.microsoft.com/office/drawing/2014/main" id="{88BE941C-EDA1-CF06-E88E-BB194500224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 name="Group 193">
              <a:extLst>
                <a:ext uri="{FF2B5EF4-FFF2-40B4-BE49-F238E27FC236}">
                  <a16:creationId xmlns:a16="http://schemas.microsoft.com/office/drawing/2014/main" id="{458543E9-CD53-3127-EB6C-90F680FCD760}"/>
                </a:ext>
              </a:extLst>
            </p:cNvPr>
            <p:cNvGrpSpPr/>
            <p:nvPr/>
          </p:nvGrpSpPr>
          <p:grpSpPr>
            <a:xfrm>
              <a:off x="22628258" y="4130677"/>
              <a:ext cx="2324893" cy="2055807"/>
              <a:chOff x="3967162" y="4130677"/>
              <a:chExt cx="2324893" cy="2055807"/>
            </a:xfrm>
          </p:grpSpPr>
          <p:sp>
            <p:nvSpPr>
              <p:cNvPr id="195" name="Rectangle: Rounded Corners 194">
                <a:extLst>
                  <a:ext uri="{FF2B5EF4-FFF2-40B4-BE49-F238E27FC236}">
                    <a16:creationId xmlns:a16="http://schemas.microsoft.com/office/drawing/2014/main" id="{93E1F439-526C-139E-3EC1-4DAF4DE09A4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6" name="Group 195">
                <a:extLst>
                  <a:ext uri="{FF2B5EF4-FFF2-40B4-BE49-F238E27FC236}">
                    <a16:creationId xmlns:a16="http://schemas.microsoft.com/office/drawing/2014/main" id="{1E96BA46-7B45-3060-86DC-10F5F68C5053}"/>
                  </a:ext>
                </a:extLst>
              </p:cNvPr>
              <p:cNvGrpSpPr/>
              <p:nvPr/>
            </p:nvGrpSpPr>
            <p:grpSpPr>
              <a:xfrm>
                <a:off x="3967162" y="4130677"/>
                <a:ext cx="2177954" cy="203200"/>
                <a:chOff x="4411662" y="1266827"/>
                <a:chExt cx="2177954" cy="203200"/>
              </a:xfrm>
              <a:solidFill>
                <a:schemeClr val="tx1"/>
              </a:solidFill>
            </p:grpSpPr>
            <p:sp>
              <p:nvSpPr>
                <p:cNvPr id="206" name="Rectangle: Rounded Corners 205">
                  <a:extLst>
                    <a:ext uri="{FF2B5EF4-FFF2-40B4-BE49-F238E27FC236}">
                      <a16:creationId xmlns:a16="http://schemas.microsoft.com/office/drawing/2014/main" id="{BBDB89BE-A42B-2881-578B-B9C43FFC3F9B}"/>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Rectangle: Rounded Corners 206">
                  <a:extLst>
                    <a:ext uri="{FF2B5EF4-FFF2-40B4-BE49-F238E27FC236}">
                      <a16:creationId xmlns:a16="http://schemas.microsoft.com/office/drawing/2014/main" id="{32BF06A3-554E-6B03-2F76-5BE768EA12A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Rectangle: Rounded Corners 207">
                  <a:extLst>
                    <a:ext uri="{FF2B5EF4-FFF2-40B4-BE49-F238E27FC236}">
                      <a16:creationId xmlns:a16="http://schemas.microsoft.com/office/drawing/2014/main" id="{DAA0AEFA-7124-0128-E492-CA0F5F92C3AE}"/>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Rectangle: Rounded Corners 208">
                  <a:extLst>
                    <a:ext uri="{FF2B5EF4-FFF2-40B4-BE49-F238E27FC236}">
                      <a16:creationId xmlns:a16="http://schemas.microsoft.com/office/drawing/2014/main" id="{02FDE5FB-F94C-0C50-3C02-870B8EE85AD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 name="Rectangle: Rounded Corners 209">
                  <a:extLst>
                    <a:ext uri="{FF2B5EF4-FFF2-40B4-BE49-F238E27FC236}">
                      <a16:creationId xmlns:a16="http://schemas.microsoft.com/office/drawing/2014/main" id="{7B48EA55-D782-C441-5ABE-F59657D9DF31}"/>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 name="Rectangle: Rounded Corners 210">
                  <a:extLst>
                    <a:ext uri="{FF2B5EF4-FFF2-40B4-BE49-F238E27FC236}">
                      <a16:creationId xmlns:a16="http://schemas.microsoft.com/office/drawing/2014/main" id="{E064B1AC-92E8-DCF7-EE20-A2CE8D14703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 name="Rectangle: Rounded Corners 211">
                  <a:extLst>
                    <a:ext uri="{FF2B5EF4-FFF2-40B4-BE49-F238E27FC236}">
                      <a16:creationId xmlns:a16="http://schemas.microsoft.com/office/drawing/2014/main" id="{7A8BD550-0342-C09A-7ACD-C6D0317141B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 name="Rectangle: Rounded Corners 212">
                  <a:extLst>
                    <a:ext uri="{FF2B5EF4-FFF2-40B4-BE49-F238E27FC236}">
                      <a16:creationId xmlns:a16="http://schemas.microsoft.com/office/drawing/2014/main" id="{F9397A24-9684-C7BB-BEA0-AA96F996555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7" name="Group 196">
                <a:extLst>
                  <a:ext uri="{FF2B5EF4-FFF2-40B4-BE49-F238E27FC236}">
                    <a16:creationId xmlns:a16="http://schemas.microsoft.com/office/drawing/2014/main" id="{F4953CC2-3F08-4403-8D12-CFF8DC7DA7E6}"/>
                  </a:ext>
                </a:extLst>
              </p:cNvPr>
              <p:cNvGrpSpPr/>
              <p:nvPr/>
            </p:nvGrpSpPr>
            <p:grpSpPr>
              <a:xfrm>
                <a:off x="3967163" y="5983284"/>
                <a:ext cx="2177954" cy="203200"/>
                <a:chOff x="4411662" y="1266827"/>
                <a:chExt cx="2177954" cy="203200"/>
              </a:xfrm>
              <a:solidFill>
                <a:schemeClr val="tx1"/>
              </a:solidFill>
            </p:grpSpPr>
            <p:sp>
              <p:nvSpPr>
                <p:cNvPr id="198" name="Rectangle: Rounded Corners 197">
                  <a:extLst>
                    <a:ext uri="{FF2B5EF4-FFF2-40B4-BE49-F238E27FC236}">
                      <a16:creationId xmlns:a16="http://schemas.microsoft.com/office/drawing/2014/main" id="{EFFF1C30-CB5C-779A-1800-55506D1AE9C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Rectangle: Rounded Corners 198">
                  <a:extLst>
                    <a:ext uri="{FF2B5EF4-FFF2-40B4-BE49-F238E27FC236}">
                      <a16:creationId xmlns:a16="http://schemas.microsoft.com/office/drawing/2014/main" id="{A42DFD55-B56B-0FA2-41C7-D02C8F7C4FC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Rectangle: Rounded Corners 199">
                  <a:extLst>
                    <a:ext uri="{FF2B5EF4-FFF2-40B4-BE49-F238E27FC236}">
                      <a16:creationId xmlns:a16="http://schemas.microsoft.com/office/drawing/2014/main" id="{4AB6D3D8-BBA3-E758-FE72-9816F889B6E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Rectangle: Rounded Corners 200">
                  <a:extLst>
                    <a:ext uri="{FF2B5EF4-FFF2-40B4-BE49-F238E27FC236}">
                      <a16:creationId xmlns:a16="http://schemas.microsoft.com/office/drawing/2014/main" id="{1851458C-1589-2F90-4735-23A21EF5E51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Rectangle: Rounded Corners 201">
                  <a:extLst>
                    <a:ext uri="{FF2B5EF4-FFF2-40B4-BE49-F238E27FC236}">
                      <a16:creationId xmlns:a16="http://schemas.microsoft.com/office/drawing/2014/main" id="{BE3D9CA4-EDA6-77CC-D7CE-DF0EC30843D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 name="Rectangle: Rounded Corners 202">
                  <a:extLst>
                    <a:ext uri="{FF2B5EF4-FFF2-40B4-BE49-F238E27FC236}">
                      <a16:creationId xmlns:a16="http://schemas.microsoft.com/office/drawing/2014/main" id="{C3500C10-C61F-9093-3217-4D87FEE5B9A5}"/>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Rectangle: Rounded Corners 203">
                  <a:extLst>
                    <a:ext uri="{FF2B5EF4-FFF2-40B4-BE49-F238E27FC236}">
                      <a16:creationId xmlns:a16="http://schemas.microsoft.com/office/drawing/2014/main" id="{DEFE1784-38EF-9ECE-94D8-2CCE1D65CA13}"/>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Rectangle: Rounded Corners 204">
                  <a:extLst>
                    <a:ext uri="{FF2B5EF4-FFF2-40B4-BE49-F238E27FC236}">
                      <a16:creationId xmlns:a16="http://schemas.microsoft.com/office/drawing/2014/main" id="{F5ABFC61-B933-2E88-4380-C24F7990EAEB}"/>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4" name="Group 213">
              <a:extLst>
                <a:ext uri="{FF2B5EF4-FFF2-40B4-BE49-F238E27FC236}">
                  <a16:creationId xmlns:a16="http://schemas.microsoft.com/office/drawing/2014/main" id="{595447E7-F448-C004-8F95-FFE05F996CF8}"/>
                </a:ext>
              </a:extLst>
            </p:cNvPr>
            <p:cNvGrpSpPr/>
            <p:nvPr/>
          </p:nvGrpSpPr>
          <p:grpSpPr>
            <a:xfrm>
              <a:off x="24960895" y="4130677"/>
              <a:ext cx="2324893" cy="2055807"/>
              <a:chOff x="3967162" y="4130677"/>
              <a:chExt cx="2324893" cy="2055807"/>
            </a:xfrm>
          </p:grpSpPr>
          <p:sp>
            <p:nvSpPr>
              <p:cNvPr id="215" name="Rectangle: Rounded Corners 214">
                <a:extLst>
                  <a:ext uri="{FF2B5EF4-FFF2-40B4-BE49-F238E27FC236}">
                    <a16:creationId xmlns:a16="http://schemas.microsoft.com/office/drawing/2014/main" id="{2AA06DD8-702B-0A5A-6582-5E75FAB51A74}"/>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6" name="Group 215">
                <a:extLst>
                  <a:ext uri="{FF2B5EF4-FFF2-40B4-BE49-F238E27FC236}">
                    <a16:creationId xmlns:a16="http://schemas.microsoft.com/office/drawing/2014/main" id="{82A76A95-E1D0-BAE9-1950-4A55177EF2BF}"/>
                  </a:ext>
                </a:extLst>
              </p:cNvPr>
              <p:cNvGrpSpPr/>
              <p:nvPr/>
            </p:nvGrpSpPr>
            <p:grpSpPr>
              <a:xfrm>
                <a:off x="3967162" y="4130677"/>
                <a:ext cx="2177954" cy="203200"/>
                <a:chOff x="4411662" y="1266827"/>
                <a:chExt cx="2177954" cy="203200"/>
              </a:xfrm>
              <a:solidFill>
                <a:schemeClr val="tx1"/>
              </a:solidFill>
            </p:grpSpPr>
            <p:sp>
              <p:nvSpPr>
                <p:cNvPr id="226" name="Rectangle: Rounded Corners 225">
                  <a:extLst>
                    <a:ext uri="{FF2B5EF4-FFF2-40B4-BE49-F238E27FC236}">
                      <a16:creationId xmlns:a16="http://schemas.microsoft.com/office/drawing/2014/main" id="{84541201-67A2-B16A-C841-12BD7A25634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Rectangle: Rounded Corners 226">
                  <a:extLst>
                    <a:ext uri="{FF2B5EF4-FFF2-40B4-BE49-F238E27FC236}">
                      <a16:creationId xmlns:a16="http://schemas.microsoft.com/office/drawing/2014/main" id="{D56ABA15-DF1E-13B4-850B-F42923E09EB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Rectangle: Rounded Corners 227">
                  <a:extLst>
                    <a:ext uri="{FF2B5EF4-FFF2-40B4-BE49-F238E27FC236}">
                      <a16:creationId xmlns:a16="http://schemas.microsoft.com/office/drawing/2014/main" id="{C3CD1F92-1EA6-DA99-3D29-FD86BBEDA00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Rounded Corners 228">
                  <a:extLst>
                    <a:ext uri="{FF2B5EF4-FFF2-40B4-BE49-F238E27FC236}">
                      <a16:creationId xmlns:a16="http://schemas.microsoft.com/office/drawing/2014/main" id="{CFCD1F4F-220F-2756-F79F-6BA0DF65532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Rectangle: Rounded Corners 229">
                  <a:extLst>
                    <a:ext uri="{FF2B5EF4-FFF2-40B4-BE49-F238E27FC236}">
                      <a16:creationId xmlns:a16="http://schemas.microsoft.com/office/drawing/2014/main" id="{BFB1ACF6-59FB-5C53-1BAE-DA13C739B4F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Rectangle: Rounded Corners 230">
                  <a:extLst>
                    <a:ext uri="{FF2B5EF4-FFF2-40B4-BE49-F238E27FC236}">
                      <a16:creationId xmlns:a16="http://schemas.microsoft.com/office/drawing/2014/main" id="{D569A702-7442-CF66-9BF9-24C94573AC6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Rectangle: Rounded Corners 231">
                  <a:extLst>
                    <a:ext uri="{FF2B5EF4-FFF2-40B4-BE49-F238E27FC236}">
                      <a16:creationId xmlns:a16="http://schemas.microsoft.com/office/drawing/2014/main" id="{AC9A1B9E-2134-FBE8-5AF4-6DFC0DB39C1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Rectangle: Rounded Corners 232">
                  <a:extLst>
                    <a:ext uri="{FF2B5EF4-FFF2-40B4-BE49-F238E27FC236}">
                      <a16:creationId xmlns:a16="http://schemas.microsoft.com/office/drawing/2014/main" id="{345CF431-258A-1A40-0F6B-76A6304D95A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7" name="Group 216">
                <a:extLst>
                  <a:ext uri="{FF2B5EF4-FFF2-40B4-BE49-F238E27FC236}">
                    <a16:creationId xmlns:a16="http://schemas.microsoft.com/office/drawing/2014/main" id="{43809CCE-A3A7-B4F9-4C54-BD8CA7F17D87}"/>
                  </a:ext>
                </a:extLst>
              </p:cNvPr>
              <p:cNvGrpSpPr/>
              <p:nvPr/>
            </p:nvGrpSpPr>
            <p:grpSpPr>
              <a:xfrm>
                <a:off x="3967163" y="5983284"/>
                <a:ext cx="2177954" cy="203200"/>
                <a:chOff x="4411662" y="1266827"/>
                <a:chExt cx="2177954" cy="203200"/>
              </a:xfrm>
              <a:solidFill>
                <a:schemeClr val="tx1"/>
              </a:solidFill>
            </p:grpSpPr>
            <p:sp>
              <p:nvSpPr>
                <p:cNvPr id="218" name="Rectangle: Rounded Corners 217">
                  <a:extLst>
                    <a:ext uri="{FF2B5EF4-FFF2-40B4-BE49-F238E27FC236}">
                      <a16:creationId xmlns:a16="http://schemas.microsoft.com/office/drawing/2014/main" id="{18F83668-CD78-0E56-1715-00E2240255DF}"/>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Rectangle: Rounded Corners 218">
                  <a:extLst>
                    <a:ext uri="{FF2B5EF4-FFF2-40B4-BE49-F238E27FC236}">
                      <a16:creationId xmlns:a16="http://schemas.microsoft.com/office/drawing/2014/main" id="{108AEC66-EEF2-CC0C-36C0-D5DBF1D86C1D}"/>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Rectangle: Rounded Corners 219">
                  <a:extLst>
                    <a:ext uri="{FF2B5EF4-FFF2-40B4-BE49-F238E27FC236}">
                      <a16:creationId xmlns:a16="http://schemas.microsoft.com/office/drawing/2014/main" id="{708F416E-FF7A-0663-B621-655121CE87E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1" name="Rectangle: Rounded Corners 220">
                  <a:extLst>
                    <a:ext uri="{FF2B5EF4-FFF2-40B4-BE49-F238E27FC236}">
                      <a16:creationId xmlns:a16="http://schemas.microsoft.com/office/drawing/2014/main" id="{3473EE1E-FB48-14CE-638C-369C1E0864D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Rectangle: Rounded Corners 221">
                  <a:extLst>
                    <a:ext uri="{FF2B5EF4-FFF2-40B4-BE49-F238E27FC236}">
                      <a16:creationId xmlns:a16="http://schemas.microsoft.com/office/drawing/2014/main" id="{41F6BFB9-0E45-A066-B338-718A9D531609}"/>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Rectangle: Rounded Corners 222">
                  <a:extLst>
                    <a:ext uri="{FF2B5EF4-FFF2-40B4-BE49-F238E27FC236}">
                      <a16:creationId xmlns:a16="http://schemas.microsoft.com/office/drawing/2014/main" id="{D4DB8FA8-FCA1-0122-4E2D-01419FFC919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Rectangle: Rounded Corners 223">
                  <a:extLst>
                    <a:ext uri="{FF2B5EF4-FFF2-40B4-BE49-F238E27FC236}">
                      <a16:creationId xmlns:a16="http://schemas.microsoft.com/office/drawing/2014/main" id="{E7675EBF-AD66-6CE8-2EC4-FEACA72F6B5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Rectangle: Rounded Corners 224">
                  <a:extLst>
                    <a:ext uri="{FF2B5EF4-FFF2-40B4-BE49-F238E27FC236}">
                      <a16:creationId xmlns:a16="http://schemas.microsoft.com/office/drawing/2014/main" id="{86FA6EC3-3302-7804-0E56-BAD28E0E615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cxnSp>
        <p:nvCxnSpPr>
          <p:cNvPr id="257" name="Straight Connector 256">
            <a:extLst>
              <a:ext uri="{FF2B5EF4-FFF2-40B4-BE49-F238E27FC236}">
                <a16:creationId xmlns:a16="http://schemas.microsoft.com/office/drawing/2014/main" id="{98DF974C-7F89-B634-D4CD-C056A600F2C9}"/>
              </a:ext>
            </a:extLst>
          </p:cNvPr>
          <p:cNvCxnSpPr/>
          <p:nvPr/>
        </p:nvCxnSpPr>
        <p:spPr>
          <a:xfrm flipV="1">
            <a:off x="1133475" y="641216"/>
            <a:ext cx="3766647" cy="19972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DE30BD41-B42F-ADAD-3AF8-EDF1D89D6CD5}"/>
              </a:ext>
            </a:extLst>
          </p:cNvPr>
          <p:cNvCxnSpPr/>
          <p:nvPr/>
        </p:nvCxnSpPr>
        <p:spPr>
          <a:xfrm flipV="1">
            <a:off x="4900122" y="1482652"/>
            <a:ext cx="1172394" cy="3737048"/>
          </a:xfrm>
          <a:prstGeom prst="line">
            <a:avLst/>
          </a:prstGeom>
        </p:spPr>
        <p:style>
          <a:lnRef idx="1">
            <a:schemeClr val="accent1"/>
          </a:lnRef>
          <a:fillRef idx="0">
            <a:schemeClr val="accent1"/>
          </a:fillRef>
          <a:effectRef idx="0">
            <a:schemeClr val="accent1"/>
          </a:effectRef>
          <a:fontRef idx="minor">
            <a:schemeClr val="tx1"/>
          </a:fontRef>
        </p:style>
      </p:cxnSp>
      <p:sp>
        <p:nvSpPr>
          <p:cNvPr id="2345" name="Freeform: Shape 2344">
            <a:extLst>
              <a:ext uri="{FF2B5EF4-FFF2-40B4-BE49-F238E27FC236}">
                <a16:creationId xmlns:a16="http://schemas.microsoft.com/office/drawing/2014/main" id="{DBAF6AC5-09CB-9E62-BFA0-CB0FDF6588F9}"/>
              </a:ext>
            </a:extLst>
          </p:cNvPr>
          <p:cNvSpPr/>
          <p:nvPr/>
        </p:nvSpPr>
        <p:spPr>
          <a:xfrm rot="3203346">
            <a:off x="2093466" y="3080154"/>
            <a:ext cx="1396236" cy="1317846"/>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solidFill>
            <a:srgbClr val="A5A5A5">
              <a:alpha val="50196"/>
            </a:srgbClr>
          </a:solidFill>
          <a:ln w="28575">
            <a:solidFill>
              <a:srgbClr val="434343">
                <a:alpha val="30196"/>
              </a:srgb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6" name="Freeform: Shape 2345">
            <a:extLst>
              <a:ext uri="{FF2B5EF4-FFF2-40B4-BE49-F238E27FC236}">
                <a16:creationId xmlns:a16="http://schemas.microsoft.com/office/drawing/2014/main" id="{DC341457-193E-BCC1-21AC-D86D5BC92CE7}"/>
              </a:ext>
            </a:extLst>
          </p:cNvPr>
          <p:cNvSpPr/>
          <p:nvPr/>
        </p:nvSpPr>
        <p:spPr>
          <a:xfrm rot="2700749">
            <a:off x="2070564" y="3063817"/>
            <a:ext cx="1396236" cy="1317846"/>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solidFill>
            <a:srgbClr val="A5A5A5">
              <a:alpha val="50196"/>
            </a:srgbClr>
          </a:solidFill>
          <a:ln w="28575">
            <a:solidFill>
              <a:srgbClr val="434343">
                <a:alpha val="30196"/>
              </a:srgb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7" name="Freeform: Shape 2346">
            <a:extLst>
              <a:ext uri="{FF2B5EF4-FFF2-40B4-BE49-F238E27FC236}">
                <a16:creationId xmlns:a16="http://schemas.microsoft.com/office/drawing/2014/main" id="{F312803B-3FAC-0BCF-B148-B25A0AD109C3}"/>
              </a:ext>
            </a:extLst>
          </p:cNvPr>
          <p:cNvSpPr/>
          <p:nvPr/>
        </p:nvSpPr>
        <p:spPr>
          <a:xfrm rot="4049050">
            <a:off x="2081316" y="3063817"/>
            <a:ext cx="1396236" cy="1317846"/>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solidFill>
            <a:srgbClr val="A5A5A5">
              <a:alpha val="50196"/>
            </a:srgbClr>
          </a:solidFill>
          <a:ln w="28575">
            <a:solidFill>
              <a:srgbClr val="434343">
                <a:alpha val="30196"/>
              </a:srgb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8" name="Freeform: Shape 2347">
            <a:extLst>
              <a:ext uri="{FF2B5EF4-FFF2-40B4-BE49-F238E27FC236}">
                <a16:creationId xmlns:a16="http://schemas.microsoft.com/office/drawing/2014/main" id="{295F8B34-4988-BD2E-D956-E127A4A9C935}"/>
              </a:ext>
            </a:extLst>
          </p:cNvPr>
          <p:cNvSpPr/>
          <p:nvPr/>
        </p:nvSpPr>
        <p:spPr>
          <a:xfrm rot="4551558">
            <a:off x="2050792" y="3046955"/>
            <a:ext cx="1396236" cy="1317846"/>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solidFill>
            <a:srgbClr val="A5A5A5">
              <a:alpha val="50196"/>
            </a:srgbClr>
          </a:solidFill>
          <a:ln w="28575">
            <a:solidFill>
              <a:srgbClr val="434343">
                <a:alpha val="30196"/>
              </a:srgb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5" name="Freeform: Shape 2354">
            <a:extLst>
              <a:ext uri="{FF2B5EF4-FFF2-40B4-BE49-F238E27FC236}">
                <a16:creationId xmlns:a16="http://schemas.microsoft.com/office/drawing/2014/main" id="{257B2823-1126-AB4E-2A0B-B4F0F5FB337D}"/>
              </a:ext>
            </a:extLst>
          </p:cNvPr>
          <p:cNvSpPr/>
          <p:nvPr/>
        </p:nvSpPr>
        <p:spPr>
          <a:xfrm>
            <a:off x="1071881" y="3491476"/>
            <a:ext cx="3533435" cy="1818084"/>
          </a:xfrm>
          <a:custGeom>
            <a:avLst/>
            <a:gdLst>
              <a:gd name="connsiteX0" fmla="*/ 0 w 3533435"/>
              <a:gd name="connsiteY0" fmla="*/ 0 h 1818084"/>
              <a:gd name="connsiteX1" fmla="*/ 56807 w 3533435"/>
              <a:gd name="connsiteY1" fmla="*/ 34184 h 1818084"/>
              <a:gd name="connsiteX2" fmla="*/ 130400 w 3533435"/>
              <a:gd name="connsiteY2" fmla="*/ 79861 h 1818084"/>
              <a:gd name="connsiteX3" fmla="*/ 307432 w 3533435"/>
              <a:gd name="connsiteY3" fmla="*/ 149233 h 1818084"/>
              <a:gd name="connsiteX4" fmla="*/ 411519 w 3533435"/>
              <a:gd name="connsiteY4" fmla="*/ 261762 h 1818084"/>
              <a:gd name="connsiteX5" fmla="*/ 585152 w 3533435"/>
              <a:gd name="connsiteY5" fmla="*/ 339517 h 1818084"/>
              <a:gd name="connsiteX6" fmla="*/ 733980 w 3533435"/>
              <a:gd name="connsiteY6" fmla="*/ 435394 h 1818084"/>
              <a:gd name="connsiteX7" fmla="*/ 882808 w 3533435"/>
              <a:gd name="connsiteY7" fmla="*/ 526345 h 1818084"/>
              <a:gd name="connsiteX8" fmla="*/ 1048173 w 3533435"/>
              <a:gd name="connsiteY8" fmla="*/ 584222 h 1818084"/>
              <a:gd name="connsiteX9" fmla="*/ 1203570 w 3533435"/>
              <a:gd name="connsiteY9" fmla="*/ 680157 h 1818084"/>
              <a:gd name="connsiteX10" fmla="*/ 1362366 w 3533435"/>
              <a:gd name="connsiteY10" fmla="*/ 794271 h 1818084"/>
              <a:gd name="connsiteX11" fmla="*/ 1527730 w 3533435"/>
              <a:gd name="connsiteY11" fmla="*/ 873610 h 1818084"/>
              <a:gd name="connsiteX12" fmla="*/ 1676558 w 3533435"/>
              <a:gd name="connsiteY12" fmla="*/ 931488 h 1818084"/>
              <a:gd name="connsiteX13" fmla="*/ 1876638 w 3533435"/>
              <a:gd name="connsiteY13" fmla="*/ 1062195 h 1818084"/>
              <a:gd name="connsiteX14" fmla="*/ 2065165 w 3533435"/>
              <a:gd name="connsiteY14" fmla="*/ 1121657 h 1818084"/>
              <a:gd name="connsiteX15" fmla="*/ 2197456 w 3533435"/>
              <a:gd name="connsiteY15" fmla="*/ 1192729 h 1818084"/>
              <a:gd name="connsiteX16" fmla="*/ 2354553 w 3533435"/>
              <a:gd name="connsiteY16" fmla="*/ 1237412 h 1818084"/>
              <a:gd name="connsiteX17" fmla="*/ 2486844 w 3533435"/>
              <a:gd name="connsiteY17" fmla="*/ 1287022 h 1818084"/>
              <a:gd name="connsiteX18" fmla="*/ 2602600 w 3533435"/>
              <a:gd name="connsiteY18" fmla="*/ 1361436 h 1818084"/>
              <a:gd name="connsiteX19" fmla="*/ 2799395 w 3533435"/>
              <a:gd name="connsiteY19" fmla="*/ 1457313 h 1818084"/>
              <a:gd name="connsiteX20" fmla="*/ 2891988 w 3533435"/>
              <a:gd name="connsiteY20" fmla="*/ 1510264 h 1818084"/>
              <a:gd name="connsiteX21" fmla="*/ 3007743 w 3533435"/>
              <a:gd name="connsiteY21" fmla="*/ 1568142 h 1818084"/>
              <a:gd name="connsiteX22" fmla="*/ 3090425 w 3533435"/>
              <a:gd name="connsiteY22" fmla="*/ 1617751 h 1818084"/>
              <a:gd name="connsiteX23" fmla="*/ 3272326 w 3533435"/>
              <a:gd name="connsiteY23" fmla="*/ 1692165 h 1818084"/>
              <a:gd name="connsiteX24" fmla="*/ 3412886 w 3533435"/>
              <a:gd name="connsiteY24" fmla="*/ 1741774 h 1818084"/>
              <a:gd name="connsiteX25" fmla="*/ 3501770 w 3533435"/>
              <a:gd name="connsiteY25" fmla="*/ 1797585 h 1818084"/>
              <a:gd name="connsiteX26" fmla="*/ 3533435 w 3533435"/>
              <a:gd name="connsiteY26" fmla="*/ 1818084 h 1818084"/>
              <a:gd name="connsiteX27" fmla="*/ 199347 w 3533435"/>
              <a:gd name="connsiteY27" fmla="*/ 1818084 h 1818084"/>
              <a:gd name="connsiteX28" fmla="*/ 0 w 3533435"/>
              <a:gd name="connsiteY28" fmla="*/ 1618737 h 181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33435" h="1818084">
                <a:moveTo>
                  <a:pt x="0" y="0"/>
                </a:moveTo>
                <a:lnTo>
                  <a:pt x="56807" y="34184"/>
                </a:lnTo>
                <a:cubicBezTo>
                  <a:pt x="80163" y="50309"/>
                  <a:pt x="103245" y="66501"/>
                  <a:pt x="130400" y="79861"/>
                </a:cubicBezTo>
                <a:cubicBezTo>
                  <a:pt x="184710" y="106581"/>
                  <a:pt x="260579" y="118917"/>
                  <a:pt x="307432" y="149233"/>
                </a:cubicBezTo>
                <a:cubicBezTo>
                  <a:pt x="354285" y="179549"/>
                  <a:pt x="365233" y="230048"/>
                  <a:pt x="411519" y="261762"/>
                </a:cubicBezTo>
                <a:cubicBezTo>
                  <a:pt x="457806" y="293475"/>
                  <a:pt x="531409" y="310578"/>
                  <a:pt x="585152" y="339517"/>
                </a:cubicBezTo>
                <a:cubicBezTo>
                  <a:pt x="638896" y="368456"/>
                  <a:pt x="684371" y="404256"/>
                  <a:pt x="733980" y="435394"/>
                </a:cubicBezTo>
                <a:cubicBezTo>
                  <a:pt x="783590" y="466532"/>
                  <a:pt x="830443" y="501540"/>
                  <a:pt x="882808" y="526345"/>
                </a:cubicBezTo>
                <a:cubicBezTo>
                  <a:pt x="935174" y="551150"/>
                  <a:pt x="994713" y="558587"/>
                  <a:pt x="1048173" y="584222"/>
                </a:cubicBezTo>
                <a:cubicBezTo>
                  <a:pt x="1101634" y="609858"/>
                  <a:pt x="1151204" y="645150"/>
                  <a:pt x="1203570" y="680157"/>
                </a:cubicBezTo>
                <a:cubicBezTo>
                  <a:pt x="1255936" y="715165"/>
                  <a:pt x="1308340" y="762028"/>
                  <a:pt x="1362366" y="794271"/>
                </a:cubicBezTo>
                <a:cubicBezTo>
                  <a:pt x="1416392" y="826513"/>
                  <a:pt x="1475364" y="850741"/>
                  <a:pt x="1527730" y="873610"/>
                </a:cubicBezTo>
                <a:cubicBezTo>
                  <a:pt x="1580096" y="896480"/>
                  <a:pt x="1618407" y="900057"/>
                  <a:pt x="1676558" y="931488"/>
                </a:cubicBezTo>
                <a:cubicBezTo>
                  <a:pt x="1734709" y="962919"/>
                  <a:pt x="1811869" y="1030500"/>
                  <a:pt x="1876638" y="1062195"/>
                </a:cubicBezTo>
                <a:cubicBezTo>
                  <a:pt x="1941406" y="1093890"/>
                  <a:pt x="2011695" y="1099902"/>
                  <a:pt x="2065165" y="1121657"/>
                </a:cubicBezTo>
                <a:cubicBezTo>
                  <a:pt x="2118635" y="1143412"/>
                  <a:pt x="2149225" y="1173436"/>
                  <a:pt x="2197456" y="1192729"/>
                </a:cubicBezTo>
                <a:cubicBezTo>
                  <a:pt x="2245688" y="1212022"/>
                  <a:pt x="2306321" y="1221698"/>
                  <a:pt x="2354553" y="1237412"/>
                </a:cubicBezTo>
                <a:cubicBezTo>
                  <a:pt x="2402785" y="1253129"/>
                  <a:pt x="2445503" y="1266351"/>
                  <a:pt x="2486844" y="1287022"/>
                </a:cubicBezTo>
                <a:cubicBezTo>
                  <a:pt x="2528186" y="1307692"/>
                  <a:pt x="2550507" y="1333054"/>
                  <a:pt x="2602600" y="1361436"/>
                </a:cubicBezTo>
                <a:cubicBezTo>
                  <a:pt x="2654692" y="1389817"/>
                  <a:pt x="2751163" y="1432509"/>
                  <a:pt x="2799395" y="1457313"/>
                </a:cubicBezTo>
                <a:cubicBezTo>
                  <a:pt x="2847627" y="1482118"/>
                  <a:pt x="2857264" y="1491793"/>
                  <a:pt x="2891988" y="1510264"/>
                </a:cubicBezTo>
                <a:cubicBezTo>
                  <a:pt x="2926712" y="1528735"/>
                  <a:pt x="2974670" y="1550227"/>
                  <a:pt x="3007743" y="1568142"/>
                </a:cubicBezTo>
                <a:cubicBezTo>
                  <a:pt x="3040816" y="1586056"/>
                  <a:pt x="3046327" y="1597080"/>
                  <a:pt x="3090425" y="1617751"/>
                </a:cubicBezTo>
                <a:cubicBezTo>
                  <a:pt x="3134523" y="1638421"/>
                  <a:pt x="3218583" y="1671494"/>
                  <a:pt x="3272326" y="1692165"/>
                </a:cubicBezTo>
                <a:cubicBezTo>
                  <a:pt x="3326069" y="1712835"/>
                  <a:pt x="3357765" y="1714213"/>
                  <a:pt x="3412886" y="1741774"/>
                </a:cubicBezTo>
                <a:cubicBezTo>
                  <a:pt x="3440447" y="1755555"/>
                  <a:pt x="3470075" y="1776225"/>
                  <a:pt x="3501770" y="1797585"/>
                </a:cubicBezTo>
                <a:lnTo>
                  <a:pt x="3533435" y="1818084"/>
                </a:lnTo>
                <a:lnTo>
                  <a:pt x="199347" y="1818084"/>
                </a:lnTo>
                <a:cubicBezTo>
                  <a:pt x="89251" y="1818084"/>
                  <a:pt x="0" y="1728833"/>
                  <a:pt x="0" y="1618737"/>
                </a:cubicBezTo>
                <a:close/>
              </a:path>
            </a:pathLst>
          </a:custGeom>
          <a:solidFill>
            <a:srgbClr val="548235">
              <a:alpha val="50196"/>
            </a:srgbClr>
          </a:solidFill>
          <a:ln w="28575">
            <a:solidFill>
              <a:srgbClr val="111B0B">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3" name="Freeform: Shape 2352">
            <a:extLst>
              <a:ext uri="{FF2B5EF4-FFF2-40B4-BE49-F238E27FC236}">
                <a16:creationId xmlns:a16="http://schemas.microsoft.com/office/drawing/2014/main" id="{E162FCF4-7887-5B86-7644-695F264FADBB}"/>
              </a:ext>
            </a:extLst>
          </p:cNvPr>
          <p:cNvSpPr/>
          <p:nvPr/>
        </p:nvSpPr>
        <p:spPr>
          <a:xfrm>
            <a:off x="1065255" y="3479668"/>
            <a:ext cx="3561651" cy="1829892"/>
          </a:xfrm>
          <a:custGeom>
            <a:avLst/>
            <a:gdLst>
              <a:gd name="connsiteX0" fmla="*/ 0 w 3561651"/>
              <a:gd name="connsiteY0" fmla="*/ 0 h 1829892"/>
              <a:gd name="connsiteX1" fmla="*/ 1429 w 3561651"/>
              <a:gd name="connsiteY1" fmla="*/ 860 h 1829892"/>
              <a:gd name="connsiteX2" fmla="*/ 75022 w 3561651"/>
              <a:gd name="connsiteY2" fmla="*/ 46537 h 1829892"/>
              <a:gd name="connsiteX3" fmla="*/ 252054 w 3561651"/>
              <a:gd name="connsiteY3" fmla="*/ 115909 h 1829892"/>
              <a:gd name="connsiteX4" fmla="*/ 356141 w 3561651"/>
              <a:gd name="connsiteY4" fmla="*/ 228438 h 1829892"/>
              <a:gd name="connsiteX5" fmla="*/ 529774 w 3561651"/>
              <a:gd name="connsiteY5" fmla="*/ 306193 h 1829892"/>
              <a:gd name="connsiteX6" fmla="*/ 678602 w 3561651"/>
              <a:gd name="connsiteY6" fmla="*/ 402070 h 1829892"/>
              <a:gd name="connsiteX7" fmla="*/ 827430 w 3561651"/>
              <a:gd name="connsiteY7" fmla="*/ 493021 h 1829892"/>
              <a:gd name="connsiteX8" fmla="*/ 992795 w 3561651"/>
              <a:gd name="connsiteY8" fmla="*/ 550898 h 1829892"/>
              <a:gd name="connsiteX9" fmla="*/ 1148192 w 3561651"/>
              <a:gd name="connsiteY9" fmla="*/ 646833 h 1829892"/>
              <a:gd name="connsiteX10" fmla="*/ 1306988 w 3561651"/>
              <a:gd name="connsiteY10" fmla="*/ 760947 h 1829892"/>
              <a:gd name="connsiteX11" fmla="*/ 1472352 w 3561651"/>
              <a:gd name="connsiteY11" fmla="*/ 840286 h 1829892"/>
              <a:gd name="connsiteX12" fmla="*/ 1621180 w 3561651"/>
              <a:gd name="connsiteY12" fmla="*/ 898164 h 1829892"/>
              <a:gd name="connsiteX13" fmla="*/ 1821260 w 3561651"/>
              <a:gd name="connsiteY13" fmla="*/ 1028871 h 1829892"/>
              <a:gd name="connsiteX14" fmla="*/ 2009787 w 3561651"/>
              <a:gd name="connsiteY14" fmla="*/ 1088333 h 1829892"/>
              <a:gd name="connsiteX15" fmla="*/ 2142078 w 3561651"/>
              <a:gd name="connsiteY15" fmla="*/ 1159405 h 1829892"/>
              <a:gd name="connsiteX16" fmla="*/ 2299175 w 3561651"/>
              <a:gd name="connsiteY16" fmla="*/ 1204088 h 1829892"/>
              <a:gd name="connsiteX17" fmla="*/ 2431466 w 3561651"/>
              <a:gd name="connsiteY17" fmla="*/ 1253698 h 1829892"/>
              <a:gd name="connsiteX18" fmla="*/ 2547222 w 3561651"/>
              <a:gd name="connsiteY18" fmla="*/ 1328112 h 1829892"/>
              <a:gd name="connsiteX19" fmla="*/ 2744017 w 3561651"/>
              <a:gd name="connsiteY19" fmla="*/ 1423989 h 1829892"/>
              <a:gd name="connsiteX20" fmla="*/ 2836610 w 3561651"/>
              <a:gd name="connsiteY20" fmla="*/ 1476940 h 1829892"/>
              <a:gd name="connsiteX21" fmla="*/ 2952365 w 3561651"/>
              <a:gd name="connsiteY21" fmla="*/ 1534818 h 1829892"/>
              <a:gd name="connsiteX22" fmla="*/ 3035047 w 3561651"/>
              <a:gd name="connsiteY22" fmla="*/ 1584427 h 1829892"/>
              <a:gd name="connsiteX23" fmla="*/ 3216948 w 3561651"/>
              <a:gd name="connsiteY23" fmla="*/ 1658841 h 1829892"/>
              <a:gd name="connsiteX24" fmla="*/ 3357508 w 3561651"/>
              <a:gd name="connsiteY24" fmla="*/ 1708450 h 1829892"/>
              <a:gd name="connsiteX25" fmla="*/ 3547677 w 3561651"/>
              <a:gd name="connsiteY25" fmla="*/ 1824205 h 1829892"/>
              <a:gd name="connsiteX26" fmla="*/ 3561651 w 3561651"/>
              <a:gd name="connsiteY26" fmla="*/ 1829892 h 1829892"/>
              <a:gd name="connsiteX27" fmla="*/ 199347 w 3561651"/>
              <a:gd name="connsiteY27" fmla="*/ 1829892 h 1829892"/>
              <a:gd name="connsiteX28" fmla="*/ 0 w 3561651"/>
              <a:gd name="connsiteY28" fmla="*/ 1630545 h 1829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61651" h="1829892">
                <a:moveTo>
                  <a:pt x="0" y="0"/>
                </a:moveTo>
                <a:lnTo>
                  <a:pt x="1429" y="860"/>
                </a:lnTo>
                <a:cubicBezTo>
                  <a:pt x="24785" y="16985"/>
                  <a:pt x="47867" y="33177"/>
                  <a:pt x="75022" y="46537"/>
                </a:cubicBezTo>
                <a:cubicBezTo>
                  <a:pt x="129332" y="73257"/>
                  <a:pt x="205201" y="85593"/>
                  <a:pt x="252054" y="115909"/>
                </a:cubicBezTo>
                <a:cubicBezTo>
                  <a:pt x="298907" y="146225"/>
                  <a:pt x="309855" y="196724"/>
                  <a:pt x="356141" y="228438"/>
                </a:cubicBezTo>
                <a:cubicBezTo>
                  <a:pt x="402428" y="260151"/>
                  <a:pt x="476031" y="277254"/>
                  <a:pt x="529774" y="306193"/>
                </a:cubicBezTo>
                <a:cubicBezTo>
                  <a:pt x="583518" y="335132"/>
                  <a:pt x="628993" y="370932"/>
                  <a:pt x="678602" y="402070"/>
                </a:cubicBezTo>
                <a:cubicBezTo>
                  <a:pt x="728212" y="433208"/>
                  <a:pt x="775064" y="468216"/>
                  <a:pt x="827430" y="493021"/>
                </a:cubicBezTo>
                <a:cubicBezTo>
                  <a:pt x="879796" y="517826"/>
                  <a:pt x="939335" y="525263"/>
                  <a:pt x="992795" y="550898"/>
                </a:cubicBezTo>
                <a:cubicBezTo>
                  <a:pt x="1046256" y="576534"/>
                  <a:pt x="1095826" y="611826"/>
                  <a:pt x="1148192" y="646833"/>
                </a:cubicBezTo>
                <a:cubicBezTo>
                  <a:pt x="1200558" y="681841"/>
                  <a:pt x="1252962" y="728704"/>
                  <a:pt x="1306988" y="760947"/>
                </a:cubicBezTo>
                <a:cubicBezTo>
                  <a:pt x="1361014" y="793189"/>
                  <a:pt x="1419986" y="817417"/>
                  <a:pt x="1472352" y="840286"/>
                </a:cubicBezTo>
                <a:cubicBezTo>
                  <a:pt x="1524718" y="863156"/>
                  <a:pt x="1563029" y="866733"/>
                  <a:pt x="1621180" y="898164"/>
                </a:cubicBezTo>
                <a:cubicBezTo>
                  <a:pt x="1679331" y="929595"/>
                  <a:pt x="1756491" y="997176"/>
                  <a:pt x="1821260" y="1028871"/>
                </a:cubicBezTo>
                <a:cubicBezTo>
                  <a:pt x="1886028" y="1060566"/>
                  <a:pt x="1956317" y="1066578"/>
                  <a:pt x="2009787" y="1088333"/>
                </a:cubicBezTo>
                <a:cubicBezTo>
                  <a:pt x="2063257" y="1110088"/>
                  <a:pt x="2093847" y="1140112"/>
                  <a:pt x="2142078" y="1159405"/>
                </a:cubicBezTo>
                <a:cubicBezTo>
                  <a:pt x="2190310" y="1178698"/>
                  <a:pt x="2250943" y="1188374"/>
                  <a:pt x="2299175" y="1204088"/>
                </a:cubicBezTo>
                <a:cubicBezTo>
                  <a:pt x="2347407" y="1219805"/>
                  <a:pt x="2390125" y="1233027"/>
                  <a:pt x="2431466" y="1253698"/>
                </a:cubicBezTo>
                <a:cubicBezTo>
                  <a:pt x="2472808" y="1274368"/>
                  <a:pt x="2495129" y="1299730"/>
                  <a:pt x="2547222" y="1328112"/>
                </a:cubicBezTo>
                <a:cubicBezTo>
                  <a:pt x="2599314" y="1356493"/>
                  <a:pt x="2695785" y="1399185"/>
                  <a:pt x="2744017" y="1423989"/>
                </a:cubicBezTo>
                <a:cubicBezTo>
                  <a:pt x="2792249" y="1448794"/>
                  <a:pt x="2801886" y="1458469"/>
                  <a:pt x="2836610" y="1476940"/>
                </a:cubicBezTo>
                <a:cubicBezTo>
                  <a:pt x="2871334" y="1495411"/>
                  <a:pt x="2919292" y="1516903"/>
                  <a:pt x="2952365" y="1534818"/>
                </a:cubicBezTo>
                <a:cubicBezTo>
                  <a:pt x="2985438" y="1552732"/>
                  <a:pt x="2990949" y="1563756"/>
                  <a:pt x="3035047" y="1584427"/>
                </a:cubicBezTo>
                <a:cubicBezTo>
                  <a:pt x="3079145" y="1605097"/>
                  <a:pt x="3163205" y="1638170"/>
                  <a:pt x="3216948" y="1658841"/>
                </a:cubicBezTo>
                <a:cubicBezTo>
                  <a:pt x="3270691" y="1679511"/>
                  <a:pt x="3302387" y="1680889"/>
                  <a:pt x="3357508" y="1708450"/>
                </a:cubicBezTo>
                <a:cubicBezTo>
                  <a:pt x="3412629" y="1736011"/>
                  <a:pt x="3476020" y="1791133"/>
                  <a:pt x="3547677" y="1824205"/>
                </a:cubicBezTo>
                <a:lnTo>
                  <a:pt x="3561651" y="1829892"/>
                </a:lnTo>
                <a:lnTo>
                  <a:pt x="199347" y="1829892"/>
                </a:lnTo>
                <a:cubicBezTo>
                  <a:pt x="89251" y="1829892"/>
                  <a:pt x="0" y="1740641"/>
                  <a:pt x="0" y="1630545"/>
                </a:cubicBezTo>
                <a:close/>
              </a:path>
            </a:pathLst>
          </a:custGeom>
          <a:solidFill>
            <a:srgbClr val="548235">
              <a:alpha val="50196"/>
            </a:srgbClr>
          </a:solidFill>
          <a:ln w="28575">
            <a:solidFill>
              <a:srgbClr val="111B0B">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7" name="Freeform: Shape 2356">
            <a:extLst>
              <a:ext uri="{FF2B5EF4-FFF2-40B4-BE49-F238E27FC236}">
                <a16:creationId xmlns:a16="http://schemas.microsoft.com/office/drawing/2014/main" id="{031A0BD9-407D-9CE1-1FBA-917929A6F737}"/>
              </a:ext>
            </a:extLst>
          </p:cNvPr>
          <p:cNvSpPr/>
          <p:nvPr/>
        </p:nvSpPr>
        <p:spPr>
          <a:xfrm>
            <a:off x="1071881" y="3501498"/>
            <a:ext cx="3509771" cy="1808063"/>
          </a:xfrm>
          <a:custGeom>
            <a:avLst/>
            <a:gdLst>
              <a:gd name="connsiteX0" fmla="*/ 0 w 3509771"/>
              <a:gd name="connsiteY0" fmla="*/ 0 h 1808063"/>
              <a:gd name="connsiteX1" fmla="*/ 68396 w 3509771"/>
              <a:gd name="connsiteY1" fmla="*/ 47274 h 1808063"/>
              <a:gd name="connsiteX2" fmla="*/ 192419 w 3509771"/>
              <a:gd name="connsiteY2" fmla="*/ 163029 h 1808063"/>
              <a:gd name="connsiteX3" fmla="*/ 349515 w 3509771"/>
              <a:gd name="connsiteY3" fmla="*/ 229175 h 1808063"/>
              <a:gd name="connsiteX4" fmla="*/ 523148 w 3509771"/>
              <a:gd name="connsiteY4" fmla="*/ 287052 h 1808063"/>
              <a:gd name="connsiteX5" fmla="*/ 671976 w 3509771"/>
              <a:gd name="connsiteY5" fmla="*/ 402807 h 1808063"/>
              <a:gd name="connsiteX6" fmla="*/ 820804 w 3509771"/>
              <a:gd name="connsiteY6" fmla="*/ 493758 h 1808063"/>
              <a:gd name="connsiteX7" fmla="*/ 986169 w 3509771"/>
              <a:gd name="connsiteY7" fmla="*/ 551635 h 1808063"/>
              <a:gd name="connsiteX8" fmla="*/ 1168070 w 3509771"/>
              <a:gd name="connsiteY8" fmla="*/ 634318 h 1808063"/>
              <a:gd name="connsiteX9" fmla="*/ 1300362 w 3509771"/>
              <a:gd name="connsiteY9" fmla="*/ 741805 h 1808063"/>
              <a:gd name="connsiteX10" fmla="*/ 1465726 w 3509771"/>
              <a:gd name="connsiteY10" fmla="*/ 841023 h 1808063"/>
              <a:gd name="connsiteX11" fmla="*/ 1614554 w 3509771"/>
              <a:gd name="connsiteY11" fmla="*/ 898901 h 1808063"/>
              <a:gd name="connsiteX12" fmla="*/ 1821260 w 3509771"/>
              <a:gd name="connsiteY12" fmla="*/ 989852 h 1808063"/>
              <a:gd name="connsiteX13" fmla="*/ 2003161 w 3509771"/>
              <a:gd name="connsiteY13" fmla="*/ 1089070 h 1808063"/>
              <a:gd name="connsiteX14" fmla="*/ 2135452 w 3509771"/>
              <a:gd name="connsiteY14" fmla="*/ 1180021 h 1808063"/>
              <a:gd name="connsiteX15" fmla="*/ 2292549 w 3509771"/>
              <a:gd name="connsiteY15" fmla="*/ 1204825 h 1808063"/>
              <a:gd name="connsiteX16" fmla="*/ 2424840 w 3509771"/>
              <a:gd name="connsiteY16" fmla="*/ 1254435 h 1808063"/>
              <a:gd name="connsiteX17" fmla="*/ 2540596 w 3509771"/>
              <a:gd name="connsiteY17" fmla="*/ 1328849 h 1808063"/>
              <a:gd name="connsiteX18" fmla="*/ 2730765 w 3509771"/>
              <a:gd name="connsiteY18" fmla="*/ 1444604 h 1808063"/>
              <a:gd name="connsiteX19" fmla="*/ 2829984 w 3509771"/>
              <a:gd name="connsiteY19" fmla="*/ 1477677 h 1808063"/>
              <a:gd name="connsiteX20" fmla="*/ 2945739 w 3509771"/>
              <a:gd name="connsiteY20" fmla="*/ 1535555 h 1808063"/>
              <a:gd name="connsiteX21" fmla="*/ 3028421 w 3509771"/>
              <a:gd name="connsiteY21" fmla="*/ 1585164 h 1808063"/>
              <a:gd name="connsiteX22" fmla="*/ 3210322 w 3509771"/>
              <a:gd name="connsiteY22" fmla="*/ 1659578 h 1808063"/>
              <a:gd name="connsiteX23" fmla="*/ 3350882 w 3509771"/>
              <a:gd name="connsiteY23" fmla="*/ 1709187 h 1808063"/>
              <a:gd name="connsiteX24" fmla="*/ 3488858 w 3509771"/>
              <a:gd name="connsiteY24" fmla="*/ 1796779 h 1808063"/>
              <a:gd name="connsiteX25" fmla="*/ 3509771 w 3509771"/>
              <a:gd name="connsiteY25" fmla="*/ 1808063 h 1808063"/>
              <a:gd name="connsiteX26" fmla="*/ 199347 w 3509771"/>
              <a:gd name="connsiteY26" fmla="*/ 1808063 h 1808063"/>
              <a:gd name="connsiteX27" fmla="*/ 0 w 3509771"/>
              <a:gd name="connsiteY27" fmla="*/ 1608716 h 1808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509771" h="1808063">
                <a:moveTo>
                  <a:pt x="0" y="0"/>
                </a:moveTo>
                <a:lnTo>
                  <a:pt x="68396" y="47274"/>
                </a:lnTo>
                <a:cubicBezTo>
                  <a:pt x="113871" y="81724"/>
                  <a:pt x="145566" y="132712"/>
                  <a:pt x="192419" y="163029"/>
                </a:cubicBezTo>
                <a:cubicBezTo>
                  <a:pt x="239272" y="193345"/>
                  <a:pt x="294394" y="208504"/>
                  <a:pt x="349515" y="229175"/>
                </a:cubicBezTo>
                <a:cubicBezTo>
                  <a:pt x="404636" y="249845"/>
                  <a:pt x="469405" y="258113"/>
                  <a:pt x="523148" y="287052"/>
                </a:cubicBezTo>
                <a:cubicBezTo>
                  <a:pt x="576892" y="315991"/>
                  <a:pt x="622367" y="368357"/>
                  <a:pt x="671976" y="402807"/>
                </a:cubicBezTo>
                <a:cubicBezTo>
                  <a:pt x="721586" y="437258"/>
                  <a:pt x="768438" y="468953"/>
                  <a:pt x="820804" y="493758"/>
                </a:cubicBezTo>
                <a:cubicBezTo>
                  <a:pt x="873170" y="518563"/>
                  <a:pt x="928291" y="528208"/>
                  <a:pt x="986169" y="551635"/>
                </a:cubicBezTo>
                <a:cubicBezTo>
                  <a:pt x="1044047" y="575063"/>
                  <a:pt x="1115704" y="602622"/>
                  <a:pt x="1168070" y="634318"/>
                </a:cubicBezTo>
                <a:cubicBezTo>
                  <a:pt x="1220436" y="666013"/>
                  <a:pt x="1250752" y="707354"/>
                  <a:pt x="1300362" y="741805"/>
                </a:cubicBezTo>
                <a:cubicBezTo>
                  <a:pt x="1349971" y="776255"/>
                  <a:pt x="1413360" y="814841"/>
                  <a:pt x="1465726" y="841023"/>
                </a:cubicBezTo>
                <a:cubicBezTo>
                  <a:pt x="1518092" y="867206"/>
                  <a:pt x="1555299" y="874096"/>
                  <a:pt x="1614554" y="898901"/>
                </a:cubicBezTo>
                <a:cubicBezTo>
                  <a:pt x="1673809" y="923706"/>
                  <a:pt x="1756492" y="958156"/>
                  <a:pt x="1821260" y="989852"/>
                </a:cubicBezTo>
                <a:cubicBezTo>
                  <a:pt x="1886028" y="1021547"/>
                  <a:pt x="1950795" y="1057375"/>
                  <a:pt x="2003161" y="1089070"/>
                </a:cubicBezTo>
                <a:cubicBezTo>
                  <a:pt x="2055527" y="1120766"/>
                  <a:pt x="2087221" y="1160728"/>
                  <a:pt x="2135452" y="1180021"/>
                </a:cubicBezTo>
                <a:cubicBezTo>
                  <a:pt x="2183684" y="1199314"/>
                  <a:pt x="2244317" y="1192423"/>
                  <a:pt x="2292549" y="1204825"/>
                </a:cubicBezTo>
                <a:cubicBezTo>
                  <a:pt x="2340781" y="1217228"/>
                  <a:pt x="2383499" y="1233764"/>
                  <a:pt x="2424840" y="1254435"/>
                </a:cubicBezTo>
                <a:cubicBezTo>
                  <a:pt x="2466182" y="1275105"/>
                  <a:pt x="2540596" y="1328849"/>
                  <a:pt x="2540596" y="1328849"/>
                </a:cubicBezTo>
                <a:cubicBezTo>
                  <a:pt x="2591583" y="1360544"/>
                  <a:pt x="2682533" y="1419799"/>
                  <a:pt x="2730765" y="1444604"/>
                </a:cubicBezTo>
                <a:cubicBezTo>
                  <a:pt x="2778997" y="1469409"/>
                  <a:pt x="2794154" y="1462518"/>
                  <a:pt x="2829984" y="1477677"/>
                </a:cubicBezTo>
                <a:cubicBezTo>
                  <a:pt x="2865813" y="1492836"/>
                  <a:pt x="2912666" y="1517640"/>
                  <a:pt x="2945739" y="1535555"/>
                </a:cubicBezTo>
                <a:cubicBezTo>
                  <a:pt x="2978812" y="1553469"/>
                  <a:pt x="2984323" y="1564493"/>
                  <a:pt x="3028421" y="1585164"/>
                </a:cubicBezTo>
                <a:cubicBezTo>
                  <a:pt x="3072519" y="1605834"/>
                  <a:pt x="3156579" y="1638907"/>
                  <a:pt x="3210322" y="1659578"/>
                </a:cubicBezTo>
                <a:cubicBezTo>
                  <a:pt x="3264065" y="1680248"/>
                  <a:pt x="3295761" y="1681626"/>
                  <a:pt x="3350882" y="1709187"/>
                </a:cubicBezTo>
                <a:cubicBezTo>
                  <a:pt x="3392223" y="1729858"/>
                  <a:pt x="3438215" y="1766032"/>
                  <a:pt x="3488858" y="1796779"/>
                </a:cubicBezTo>
                <a:lnTo>
                  <a:pt x="3509771" y="1808063"/>
                </a:lnTo>
                <a:lnTo>
                  <a:pt x="199347" y="1808063"/>
                </a:lnTo>
                <a:cubicBezTo>
                  <a:pt x="89251" y="1808063"/>
                  <a:pt x="0" y="1718812"/>
                  <a:pt x="0" y="1608716"/>
                </a:cubicBezTo>
                <a:close/>
              </a:path>
            </a:pathLst>
          </a:custGeom>
          <a:solidFill>
            <a:srgbClr val="548235">
              <a:alpha val="50196"/>
            </a:srgbClr>
          </a:solidFill>
          <a:ln w="28575">
            <a:solidFill>
              <a:srgbClr val="111B0B">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FC4C1A3E-2C63-8DAC-063D-DBFB6CBFC5F1}"/>
              </a:ext>
            </a:extLst>
          </p:cNvPr>
          <p:cNvSpPr txBox="1"/>
          <p:nvPr/>
        </p:nvSpPr>
        <p:spPr>
          <a:xfrm>
            <a:off x="6072516" y="2761479"/>
            <a:ext cx="5359609"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Physics describes the evolution</a:t>
            </a:r>
            <a:br>
              <a:rPr kumimoji="0" lang="en-US" sz="32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br>
            <a:r>
              <a:rPr kumimoji="0" lang="en-US" sz="32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of similarly prepared systems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2795BFD-AD2F-A9F9-F2FF-CDDA8180E310}"/>
                  </a:ext>
                </a:extLst>
              </p:cNvPr>
              <p:cNvSpPr txBox="1"/>
              <p:nvPr/>
            </p:nvSpPr>
            <p:spPr>
              <a:xfrm>
                <a:off x="6304636" y="4663745"/>
                <a:ext cx="2484847"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𝑥</m:t>
                      </m:r>
                      <m:d>
                        <m:dPr>
                          <m:ctrlP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r>
                            <a:rPr kumimoji="0" lang="en-US" sz="8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𝑡</m:t>
                          </m:r>
                        </m:e>
                      </m:d>
                    </m:oMath>
                  </m:oMathPara>
                </a14:m>
                <a:endParaRPr kumimoji="0" lang="en-US" sz="8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52795BFD-AD2F-A9F9-F2FF-CDDA8180E310}"/>
                  </a:ext>
                </a:extLst>
              </p:cNvPr>
              <p:cNvSpPr txBox="1">
                <a:spLocks noRot="1" noChangeAspect="1" noMove="1" noResize="1" noEditPoints="1" noAdjustHandles="1" noChangeArrowheads="1" noChangeShapeType="1" noTextEdit="1"/>
              </p:cNvSpPr>
              <p:nvPr/>
            </p:nvSpPr>
            <p:spPr>
              <a:xfrm>
                <a:off x="6304636" y="4663745"/>
                <a:ext cx="2484847" cy="1446550"/>
              </a:xfrm>
              <a:prstGeom prst="rect">
                <a:avLst/>
              </a:prstGeom>
              <a:blipFill>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FA8027DA-2211-EEEB-4826-B8A0C20EFD9A}"/>
              </a:ext>
            </a:extLst>
          </p:cNvPr>
          <p:cNvSpPr>
            <a:spLocks noGrp="1"/>
          </p:cNvSpPr>
          <p:nvPr>
            <p:ph type="ftr" sz="quarter" idx="11"/>
          </p:nvPr>
        </p:nvSpPr>
        <p:spPr/>
        <p:txBody>
          <a:bodyPr/>
          <a:lstStyle/>
          <a:p>
            <a:r>
              <a:rPr lang="en-US"/>
              <a:t>Christine Aidala - University of Michigan</a:t>
            </a:r>
            <a:endParaRPr lang="en-US" dirty="0"/>
          </a:p>
        </p:txBody>
      </p:sp>
      <p:sp>
        <p:nvSpPr>
          <p:cNvPr id="5" name="Slide Number Placeholder 4">
            <a:extLst>
              <a:ext uri="{FF2B5EF4-FFF2-40B4-BE49-F238E27FC236}">
                <a16:creationId xmlns:a16="http://schemas.microsoft.com/office/drawing/2014/main" id="{156C748A-61CB-20A5-EFC5-68C0DE6E9E2F}"/>
              </a:ext>
            </a:extLst>
          </p:cNvPr>
          <p:cNvSpPr>
            <a:spLocks noGrp="1"/>
          </p:cNvSpPr>
          <p:nvPr>
            <p:ph type="sldNum" sz="quarter" idx="12"/>
          </p:nvPr>
        </p:nvSpPr>
        <p:spPr/>
        <p:txBody>
          <a:bodyPr/>
          <a:lstStyle/>
          <a:p>
            <a:fld id="{F47845EA-7733-40EE-B074-20032348B727}" type="slidenum">
              <a:rPr lang="en-US" smtClean="0"/>
              <a:t>95</a:t>
            </a:fld>
            <a:endParaRPr lang="en-US"/>
          </a:p>
        </p:txBody>
      </p:sp>
    </p:spTree>
    <p:extLst>
      <p:ext uri="{BB962C8B-B14F-4D97-AF65-F5344CB8AC3E}">
        <p14:creationId xmlns:p14="http://schemas.microsoft.com/office/powerpoint/2010/main" val="387731000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6993EF-265A-35FE-D518-C686B415203A}"/>
                  </a:ext>
                </a:extLst>
              </p:cNvPr>
              <p:cNvSpPr txBox="1"/>
              <p:nvPr/>
            </p:nvSpPr>
            <p:spPr>
              <a:xfrm>
                <a:off x="1967109" y="1203033"/>
                <a:ext cx="4521815" cy="2646878"/>
              </a:xfrm>
              <a:prstGeom prst="rect">
                <a:avLst/>
              </a:prstGeom>
              <a:noFill/>
            </p:spPr>
            <p:txBody>
              <a:bodyPr wrap="none" rtlCol="0">
                <a:spAutoFit/>
              </a:bodyPr>
              <a:lstStyle/>
              <a:p>
                <a:pPr/>
                <a14:m>
                  <m:oMathPara xmlns:m="http://schemas.openxmlformats.org/officeDocument/2006/math">
                    <m:oMath>
                      <m:r>
                        <a:rPr lang="en-US" sz="16600" b="0" i="1" smtClean="0">
                          <a:latin typeface="Cambria Math" panose="02040503050406030204" pitchFamily="18" charset="0"/>
                        </a:rPr>
                        <m:t>𝑥</m:t>
                      </m:r>
                      <m:r>
                        <a:rPr lang="en-US" sz="16600" b="0" i="1" smtClean="0">
                          <a:latin typeface="Cambria Math" panose="02040503050406030204" pitchFamily="18" charset="0"/>
                        </a:rPr>
                        <m:t>(</m:t>
                      </m:r>
                      <m:r>
                        <a:rPr lang="en-US" sz="16600" b="0" i="1" smtClean="0">
                          <a:latin typeface="Cambria Math" panose="02040503050406030204" pitchFamily="18" charset="0"/>
                        </a:rPr>
                        <m:t>𝑡</m:t>
                      </m:r>
                      <m:r>
                        <a:rPr lang="en-US" sz="16600" b="0" i="1" smtClean="0">
                          <a:latin typeface="Cambria Math" panose="02040503050406030204" pitchFamily="18" charset="0"/>
                        </a:rPr>
                        <m:t>)</m:t>
                      </m:r>
                    </m:oMath>
                  </m:oMathPara>
                </a14:m>
                <a:endParaRPr lang="en-US" sz="16600" dirty="0"/>
              </a:p>
            </p:txBody>
          </p:sp>
        </mc:Choice>
        <mc:Fallback xmlns="">
          <p:sp>
            <p:nvSpPr>
              <p:cNvPr id="2" name="TextBox 1">
                <a:extLst>
                  <a:ext uri="{FF2B5EF4-FFF2-40B4-BE49-F238E27FC236}">
                    <a16:creationId xmlns:a16="http://schemas.microsoft.com/office/drawing/2014/main" id="{846993EF-265A-35FE-D518-C686B415203A}"/>
                  </a:ext>
                </a:extLst>
              </p:cNvPr>
              <p:cNvSpPr txBox="1">
                <a:spLocks noRot="1" noChangeAspect="1" noMove="1" noResize="1" noEditPoints="1" noAdjustHandles="1" noChangeArrowheads="1" noChangeShapeType="1" noTextEdit="1"/>
              </p:cNvSpPr>
              <p:nvPr/>
            </p:nvSpPr>
            <p:spPr>
              <a:xfrm>
                <a:off x="1967109" y="1203033"/>
                <a:ext cx="4521815" cy="2646878"/>
              </a:xfrm>
              <a:prstGeom prst="rect">
                <a:avLst/>
              </a:prstGeom>
              <a:blipFill>
                <a:blip r:embed="rId2"/>
                <a:stretch>
                  <a:fillRect/>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FA060547-90E8-9330-4736-7097C1BBC9A5}"/>
              </a:ext>
            </a:extLst>
          </p:cNvPr>
          <p:cNvCxnSpPr>
            <a:cxnSpLocks/>
          </p:cNvCxnSpPr>
          <p:nvPr/>
        </p:nvCxnSpPr>
        <p:spPr>
          <a:xfrm>
            <a:off x="1626326" y="1246029"/>
            <a:ext cx="711925" cy="1034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6664E30-AF84-96A8-512D-D8C5820C9A83}"/>
              </a:ext>
            </a:extLst>
          </p:cNvPr>
          <p:cNvSpPr txBox="1"/>
          <p:nvPr/>
        </p:nvSpPr>
        <p:spPr>
          <a:xfrm>
            <a:off x="323850" y="168811"/>
            <a:ext cx="6397008" cy="1077218"/>
          </a:xfrm>
          <a:prstGeom prst="rect">
            <a:avLst/>
          </a:prstGeom>
          <a:noFill/>
        </p:spPr>
        <p:txBody>
          <a:bodyPr wrap="none" rtlCol="0">
            <a:spAutoFit/>
          </a:bodyPr>
          <a:lstStyle/>
          <a:p>
            <a:r>
              <a:rPr lang="en-US" sz="3200" dirty="0"/>
              <a:t>Statistical description of preparations</a:t>
            </a:r>
            <a:br>
              <a:rPr lang="en-US" sz="3200" dirty="0"/>
            </a:br>
            <a:r>
              <a:rPr lang="en-US" sz="3200" dirty="0"/>
              <a:t>and measurement outcomes</a:t>
            </a:r>
          </a:p>
        </p:txBody>
      </p:sp>
      <p:sp>
        <p:nvSpPr>
          <p:cNvPr id="6" name="TextBox 5">
            <a:extLst>
              <a:ext uri="{FF2B5EF4-FFF2-40B4-BE49-F238E27FC236}">
                <a16:creationId xmlns:a16="http://schemas.microsoft.com/office/drawing/2014/main" id="{5CFDDC89-508C-F7AE-CE2F-A487AA4364C4}"/>
              </a:ext>
            </a:extLst>
          </p:cNvPr>
          <p:cNvSpPr txBox="1"/>
          <p:nvPr/>
        </p:nvSpPr>
        <p:spPr>
          <a:xfrm>
            <a:off x="711200" y="4508501"/>
            <a:ext cx="4564904" cy="1569660"/>
          </a:xfrm>
          <a:prstGeom prst="rect">
            <a:avLst/>
          </a:prstGeom>
          <a:noFill/>
        </p:spPr>
        <p:txBody>
          <a:bodyPr wrap="none" rtlCol="0">
            <a:spAutoFit/>
          </a:bodyPr>
          <a:lstStyle/>
          <a:p>
            <a:r>
              <a:rPr lang="en-US" sz="3200" dirty="0"/>
              <a:t>Statistical description</a:t>
            </a:r>
            <a:br>
              <a:rPr lang="en-US" sz="3200" dirty="0"/>
            </a:br>
            <a:r>
              <a:rPr lang="en-US" sz="3200" dirty="0"/>
              <a:t>of all clocks synchronized</a:t>
            </a:r>
            <a:br>
              <a:rPr lang="en-US" sz="3200" dirty="0"/>
            </a:br>
            <a:r>
              <a:rPr lang="en-US" sz="3200" dirty="0"/>
              <a:t>at a particular initial event</a:t>
            </a:r>
          </a:p>
        </p:txBody>
      </p:sp>
      <p:cxnSp>
        <p:nvCxnSpPr>
          <p:cNvPr id="9" name="Straight Arrow Connector 8">
            <a:extLst>
              <a:ext uri="{FF2B5EF4-FFF2-40B4-BE49-F238E27FC236}">
                <a16:creationId xmlns:a16="http://schemas.microsoft.com/office/drawing/2014/main" id="{9474AEF1-2E22-E19F-AE1A-F8F96A216A92}"/>
              </a:ext>
            </a:extLst>
          </p:cNvPr>
          <p:cNvCxnSpPr>
            <a:cxnSpLocks/>
          </p:cNvCxnSpPr>
          <p:nvPr/>
        </p:nvCxnSpPr>
        <p:spPr>
          <a:xfrm flipV="1">
            <a:off x="4709160" y="3474720"/>
            <a:ext cx="156754" cy="1489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D311121-AB9E-588B-7A65-0BC54E9A7F8A}"/>
              </a:ext>
            </a:extLst>
          </p:cNvPr>
          <p:cNvSpPr txBox="1"/>
          <p:nvPr/>
        </p:nvSpPr>
        <p:spPr>
          <a:xfrm>
            <a:off x="6298473" y="440744"/>
            <a:ext cx="5704289" cy="3477875"/>
          </a:xfrm>
          <a:prstGeom prst="rect">
            <a:avLst/>
          </a:prstGeom>
          <a:noFill/>
        </p:spPr>
        <p:txBody>
          <a:bodyPr wrap="square" rtlCol="0">
            <a:spAutoFit/>
          </a:bodyPr>
          <a:lstStyle/>
          <a:p>
            <a:pPr algn="r"/>
            <a:r>
              <a:rPr lang="en-US" sz="4400" dirty="0">
                <a:solidFill>
                  <a:schemeClr val="accent6">
                    <a:lumMod val="75000"/>
                  </a:schemeClr>
                </a:solidFill>
              </a:rPr>
              <a:t>In physics, we can only study relationships that can be reproduced: relationships between ensembles</a:t>
            </a:r>
          </a:p>
        </p:txBody>
      </p:sp>
      <p:sp>
        <p:nvSpPr>
          <p:cNvPr id="3" name="Footer Placeholder 2">
            <a:extLst>
              <a:ext uri="{FF2B5EF4-FFF2-40B4-BE49-F238E27FC236}">
                <a16:creationId xmlns:a16="http://schemas.microsoft.com/office/drawing/2014/main" id="{58D3EEA6-C3B6-3568-969B-0311E7230703}"/>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7E16CEBC-724A-82D7-E4D6-C714DE505982}"/>
              </a:ext>
            </a:extLst>
          </p:cNvPr>
          <p:cNvSpPr>
            <a:spLocks noGrp="1"/>
          </p:cNvSpPr>
          <p:nvPr>
            <p:ph type="sldNum" sz="quarter" idx="12"/>
          </p:nvPr>
        </p:nvSpPr>
        <p:spPr/>
        <p:txBody>
          <a:bodyPr/>
          <a:lstStyle/>
          <a:p>
            <a:fld id="{F47845EA-7733-40EE-B074-20032348B727}" type="slidenum">
              <a:rPr lang="en-US" smtClean="0"/>
              <a:t>96</a:t>
            </a:fld>
            <a:endParaRPr lang="en-US"/>
          </a:p>
        </p:txBody>
      </p:sp>
    </p:spTree>
    <p:extLst>
      <p:ext uri="{BB962C8B-B14F-4D97-AF65-F5344CB8AC3E}">
        <p14:creationId xmlns:p14="http://schemas.microsoft.com/office/powerpoint/2010/main" val="25169698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4166-70F5-DAAB-F18D-3C4673DFD24A}"/>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7B31D2AF-CBCB-9872-64F7-2AAA4C6DB5AE}"/>
              </a:ext>
            </a:extLst>
          </p:cNvPr>
          <p:cNvSpPr/>
          <p:nvPr/>
        </p:nvSpPr>
        <p:spPr>
          <a:xfrm>
            <a:off x="7346387" y="2717128"/>
            <a:ext cx="1926488" cy="1926489"/>
          </a:xfrm>
          <a:prstGeom prst="ellipse">
            <a:avLst/>
          </a:prstGeom>
          <a:solidFill>
            <a:schemeClr val="tx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34" name="Group 233">
            <a:extLst>
              <a:ext uri="{FF2B5EF4-FFF2-40B4-BE49-F238E27FC236}">
                <a16:creationId xmlns:a16="http://schemas.microsoft.com/office/drawing/2014/main" id="{340391B3-B6DE-B491-E015-A9AD1B8B41C0}"/>
              </a:ext>
            </a:extLst>
          </p:cNvPr>
          <p:cNvGrpSpPr/>
          <p:nvPr/>
        </p:nvGrpSpPr>
        <p:grpSpPr>
          <a:xfrm>
            <a:off x="-478972" y="439777"/>
            <a:ext cx="13102977" cy="1243880"/>
            <a:chOff x="3628570" y="4023519"/>
            <a:chExt cx="23905029" cy="2269331"/>
          </a:xfrm>
        </p:grpSpPr>
        <p:sp>
          <p:nvSpPr>
            <p:cNvPr id="30" name="Rectangle 29">
              <a:extLst>
                <a:ext uri="{FF2B5EF4-FFF2-40B4-BE49-F238E27FC236}">
                  <a16:creationId xmlns:a16="http://schemas.microsoft.com/office/drawing/2014/main" id="{A9CC45BE-B73C-79B2-6036-4795554AE0A1}"/>
                </a:ext>
              </a:extLst>
            </p:cNvPr>
            <p:cNvSpPr/>
            <p:nvPr/>
          </p:nvSpPr>
          <p:spPr>
            <a:xfrm>
              <a:off x="3628570" y="4023519"/>
              <a:ext cx="23905029" cy="226933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657B3E87-693E-3B52-95EB-CEA9DE9D4345}"/>
                </a:ext>
              </a:extLst>
            </p:cNvPr>
            <p:cNvGrpSpPr/>
            <p:nvPr/>
          </p:nvGrpSpPr>
          <p:grpSpPr>
            <a:xfrm>
              <a:off x="3967162" y="4130677"/>
              <a:ext cx="2324893" cy="2055807"/>
              <a:chOff x="3967162" y="4130677"/>
              <a:chExt cx="2324893" cy="2055807"/>
            </a:xfrm>
          </p:grpSpPr>
          <p:sp>
            <p:nvSpPr>
              <p:cNvPr id="32" name="Rectangle: Rounded Corners 31">
                <a:extLst>
                  <a:ext uri="{FF2B5EF4-FFF2-40B4-BE49-F238E27FC236}">
                    <a16:creationId xmlns:a16="http://schemas.microsoft.com/office/drawing/2014/main" id="{8D8192A6-79DC-D7FA-E4E9-A51AF49F9509}"/>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5A41BACD-9020-6C0F-7AC4-745A03D56FEC}"/>
                  </a:ext>
                </a:extLst>
              </p:cNvPr>
              <p:cNvGrpSpPr/>
              <p:nvPr/>
            </p:nvGrpSpPr>
            <p:grpSpPr>
              <a:xfrm>
                <a:off x="3967162" y="4130677"/>
                <a:ext cx="2177954" cy="203200"/>
                <a:chOff x="4411662" y="1266827"/>
                <a:chExt cx="2177954" cy="203200"/>
              </a:xfrm>
              <a:solidFill>
                <a:schemeClr val="tx1"/>
              </a:solidFill>
            </p:grpSpPr>
            <p:sp>
              <p:nvSpPr>
                <p:cNvPr id="44" name="Rectangle: Rounded Corners 43">
                  <a:extLst>
                    <a:ext uri="{FF2B5EF4-FFF2-40B4-BE49-F238E27FC236}">
                      <a16:creationId xmlns:a16="http://schemas.microsoft.com/office/drawing/2014/main" id="{725777F3-29AF-73AD-5D15-F21201F67D8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Rounded Corners 44">
                  <a:extLst>
                    <a:ext uri="{FF2B5EF4-FFF2-40B4-BE49-F238E27FC236}">
                      <a16:creationId xmlns:a16="http://schemas.microsoft.com/office/drawing/2014/main" id="{C8B267A6-2704-5D1B-E64B-8D48B474C7B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Rectangle: Rounded Corners 45">
                  <a:extLst>
                    <a:ext uri="{FF2B5EF4-FFF2-40B4-BE49-F238E27FC236}">
                      <a16:creationId xmlns:a16="http://schemas.microsoft.com/office/drawing/2014/main" id="{CBA8F5F5-E24C-A99E-44B0-31E2D750E9A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ectangle: Rounded Corners 46">
                  <a:extLst>
                    <a:ext uri="{FF2B5EF4-FFF2-40B4-BE49-F238E27FC236}">
                      <a16:creationId xmlns:a16="http://schemas.microsoft.com/office/drawing/2014/main" id="{C17477C4-CF96-F464-3A7C-9032C2909A6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Rounded Corners 47">
                  <a:extLst>
                    <a:ext uri="{FF2B5EF4-FFF2-40B4-BE49-F238E27FC236}">
                      <a16:creationId xmlns:a16="http://schemas.microsoft.com/office/drawing/2014/main" id="{4F1CBFAA-BFA9-4DC6-F29F-E65E9AC9A28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Rounded Corners 48">
                  <a:extLst>
                    <a:ext uri="{FF2B5EF4-FFF2-40B4-BE49-F238E27FC236}">
                      <a16:creationId xmlns:a16="http://schemas.microsoft.com/office/drawing/2014/main" id="{4EFD4E18-F633-74EF-BB36-A9A88C708D3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Rounded Corners 49">
                  <a:extLst>
                    <a:ext uri="{FF2B5EF4-FFF2-40B4-BE49-F238E27FC236}">
                      <a16:creationId xmlns:a16="http://schemas.microsoft.com/office/drawing/2014/main" id="{01BED2EC-4235-2911-EB84-CD51C3DCC4FF}"/>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Rounded Corners 51">
                  <a:extLst>
                    <a:ext uri="{FF2B5EF4-FFF2-40B4-BE49-F238E27FC236}">
                      <a16:creationId xmlns:a16="http://schemas.microsoft.com/office/drawing/2014/main" id="{41D67C58-89D5-3EBA-BD63-E8048B4B710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 name="Group 33">
                <a:extLst>
                  <a:ext uri="{FF2B5EF4-FFF2-40B4-BE49-F238E27FC236}">
                    <a16:creationId xmlns:a16="http://schemas.microsoft.com/office/drawing/2014/main" id="{4F90E9D0-2AA4-0A20-C95E-7F403658ADA8}"/>
                  </a:ext>
                </a:extLst>
              </p:cNvPr>
              <p:cNvGrpSpPr/>
              <p:nvPr/>
            </p:nvGrpSpPr>
            <p:grpSpPr>
              <a:xfrm>
                <a:off x="3967163" y="5983284"/>
                <a:ext cx="2177954" cy="203200"/>
                <a:chOff x="4411662" y="1266827"/>
                <a:chExt cx="2177954" cy="203200"/>
              </a:xfrm>
              <a:solidFill>
                <a:schemeClr val="tx1"/>
              </a:solidFill>
            </p:grpSpPr>
            <p:sp>
              <p:nvSpPr>
                <p:cNvPr id="35" name="Rectangle: Rounded Corners 34">
                  <a:extLst>
                    <a:ext uri="{FF2B5EF4-FFF2-40B4-BE49-F238E27FC236}">
                      <a16:creationId xmlns:a16="http://schemas.microsoft.com/office/drawing/2014/main" id="{8AD88803-D391-2597-6710-A628C51FC481}"/>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84678229-89D3-BF8B-7AF4-CD3BF913285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ADA77FDE-9CE7-CD65-D58A-E26CA6FC5A1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FE104B6D-D724-DFC3-9F10-47E4C5A3D72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Rounded Corners 38">
                  <a:extLst>
                    <a:ext uri="{FF2B5EF4-FFF2-40B4-BE49-F238E27FC236}">
                      <a16:creationId xmlns:a16="http://schemas.microsoft.com/office/drawing/2014/main" id="{ADBC5C3F-127F-3984-3EC6-49F9A56595C8}"/>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Rounded Corners 39">
                  <a:extLst>
                    <a:ext uri="{FF2B5EF4-FFF2-40B4-BE49-F238E27FC236}">
                      <a16:creationId xmlns:a16="http://schemas.microsoft.com/office/drawing/2014/main" id="{41C01C57-209D-D216-E8C7-33DC8AB4B2D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Rounded Corners 40">
                  <a:extLst>
                    <a:ext uri="{FF2B5EF4-FFF2-40B4-BE49-F238E27FC236}">
                      <a16:creationId xmlns:a16="http://schemas.microsoft.com/office/drawing/2014/main" id="{6CE856CF-ED1F-9766-878A-12BD51EDF18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Rounded Corners 42">
                  <a:extLst>
                    <a:ext uri="{FF2B5EF4-FFF2-40B4-BE49-F238E27FC236}">
                      <a16:creationId xmlns:a16="http://schemas.microsoft.com/office/drawing/2014/main" id="{18E58E79-4EDB-A627-29C8-E0D93EE0128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4" name="Group 53">
              <a:extLst>
                <a:ext uri="{FF2B5EF4-FFF2-40B4-BE49-F238E27FC236}">
                  <a16:creationId xmlns:a16="http://schemas.microsoft.com/office/drawing/2014/main" id="{8196ADD7-5B7E-8BDE-1141-EFC5976EB781}"/>
                </a:ext>
              </a:extLst>
            </p:cNvPr>
            <p:cNvGrpSpPr/>
            <p:nvPr/>
          </p:nvGrpSpPr>
          <p:grpSpPr>
            <a:xfrm>
              <a:off x="6299799" y="4130677"/>
              <a:ext cx="2324893" cy="2055807"/>
              <a:chOff x="3967162" y="4130677"/>
              <a:chExt cx="2324893" cy="2055807"/>
            </a:xfrm>
          </p:grpSpPr>
          <p:sp>
            <p:nvSpPr>
              <p:cNvPr id="55" name="Rectangle: Rounded Corners 54">
                <a:extLst>
                  <a:ext uri="{FF2B5EF4-FFF2-40B4-BE49-F238E27FC236}">
                    <a16:creationId xmlns:a16="http://schemas.microsoft.com/office/drawing/2014/main" id="{B537C509-0D57-E151-60DF-FC0413F5F44D}"/>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 name="Group 55">
                <a:extLst>
                  <a:ext uri="{FF2B5EF4-FFF2-40B4-BE49-F238E27FC236}">
                    <a16:creationId xmlns:a16="http://schemas.microsoft.com/office/drawing/2014/main" id="{C1744B54-0BD0-DD0D-9C56-3E018195C5AC}"/>
                  </a:ext>
                </a:extLst>
              </p:cNvPr>
              <p:cNvGrpSpPr/>
              <p:nvPr/>
            </p:nvGrpSpPr>
            <p:grpSpPr>
              <a:xfrm>
                <a:off x="3967162" y="4130677"/>
                <a:ext cx="2177954" cy="203200"/>
                <a:chOff x="4411662" y="1266827"/>
                <a:chExt cx="2177954" cy="203200"/>
              </a:xfrm>
              <a:solidFill>
                <a:schemeClr val="tx1"/>
              </a:solidFill>
            </p:grpSpPr>
            <p:sp>
              <p:nvSpPr>
                <p:cNvPr id="66" name="Rectangle: Rounded Corners 65">
                  <a:extLst>
                    <a:ext uri="{FF2B5EF4-FFF2-40B4-BE49-F238E27FC236}">
                      <a16:creationId xmlns:a16="http://schemas.microsoft.com/office/drawing/2014/main" id="{45209750-D575-B464-EE4D-6A7D053BB699}"/>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Rectangle: Rounded Corners 66">
                  <a:extLst>
                    <a:ext uri="{FF2B5EF4-FFF2-40B4-BE49-F238E27FC236}">
                      <a16:creationId xmlns:a16="http://schemas.microsoft.com/office/drawing/2014/main" id="{9F3DC633-0AA2-1403-A78F-CC79E9A016C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Rectangle: Rounded Corners 67">
                  <a:extLst>
                    <a:ext uri="{FF2B5EF4-FFF2-40B4-BE49-F238E27FC236}">
                      <a16:creationId xmlns:a16="http://schemas.microsoft.com/office/drawing/2014/main" id="{F896B1A6-91F1-DAB9-FF94-D33D577B1CE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ectangle: Rounded Corners 68">
                  <a:extLst>
                    <a:ext uri="{FF2B5EF4-FFF2-40B4-BE49-F238E27FC236}">
                      <a16:creationId xmlns:a16="http://schemas.microsoft.com/office/drawing/2014/main" id="{0B3A39D2-64D8-EE91-55CB-5F6272C299A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Rectangle: Rounded Corners 69">
                  <a:extLst>
                    <a:ext uri="{FF2B5EF4-FFF2-40B4-BE49-F238E27FC236}">
                      <a16:creationId xmlns:a16="http://schemas.microsoft.com/office/drawing/2014/main" id="{302DE936-3231-CA52-C7D7-8374D60D7E2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Rectangle: Rounded Corners 70">
                  <a:extLst>
                    <a:ext uri="{FF2B5EF4-FFF2-40B4-BE49-F238E27FC236}">
                      <a16:creationId xmlns:a16="http://schemas.microsoft.com/office/drawing/2014/main" id="{FBF53C01-9693-1049-6830-A30BE17D7E30}"/>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Rectangle: Rounded Corners 71">
                  <a:extLst>
                    <a:ext uri="{FF2B5EF4-FFF2-40B4-BE49-F238E27FC236}">
                      <a16:creationId xmlns:a16="http://schemas.microsoft.com/office/drawing/2014/main" id="{1756BA5F-8AE9-7670-23F9-CC57283A6F3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Rounded Corners 72">
                  <a:extLst>
                    <a:ext uri="{FF2B5EF4-FFF2-40B4-BE49-F238E27FC236}">
                      <a16:creationId xmlns:a16="http://schemas.microsoft.com/office/drawing/2014/main" id="{F19216CD-F633-E29B-77DF-F3B3822250B1}"/>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7" name="Group 56">
                <a:extLst>
                  <a:ext uri="{FF2B5EF4-FFF2-40B4-BE49-F238E27FC236}">
                    <a16:creationId xmlns:a16="http://schemas.microsoft.com/office/drawing/2014/main" id="{14F32BB0-279E-B218-94EA-0E616DEF7B28}"/>
                  </a:ext>
                </a:extLst>
              </p:cNvPr>
              <p:cNvGrpSpPr/>
              <p:nvPr/>
            </p:nvGrpSpPr>
            <p:grpSpPr>
              <a:xfrm>
                <a:off x="3967163" y="5983284"/>
                <a:ext cx="2177954" cy="203200"/>
                <a:chOff x="4411662" y="1266827"/>
                <a:chExt cx="2177954" cy="203200"/>
              </a:xfrm>
              <a:solidFill>
                <a:schemeClr val="tx1"/>
              </a:solidFill>
            </p:grpSpPr>
            <p:sp>
              <p:nvSpPr>
                <p:cNvPr id="58" name="Rectangle: Rounded Corners 57">
                  <a:extLst>
                    <a:ext uri="{FF2B5EF4-FFF2-40B4-BE49-F238E27FC236}">
                      <a16:creationId xmlns:a16="http://schemas.microsoft.com/office/drawing/2014/main" id="{B8F129C1-4942-2676-E59F-943BCE960B8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Rectangle: Rounded Corners 58">
                  <a:extLst>
                    <a:ext uri="{FF2B5EF4-FFF2-40B4-BE49-F238E27FC236}">
                      <a16:creationId xmlns:a16="http://schemas.microsoft.com/office/drawing/2014/main" id="{9AEA49DA-FFC5-4365-4644-FA73EC4F3A2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Rectangle: Rounded Corners 59">
                  <a:extLst>
                    <a:ext uri="{FF2B5EF4-FFF2-40B4-BE49-F238E27FC236}">
                      <a16:creationId xmlns:a16="http://schemas.microsoft.com/office/drawing/2014/main" id="{3591497B-C412-00B5-F3B9-4D06D31ADBAC}"/>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Rounded Corners 60">
                  <a:extLst>
                    <a:ext uri="{FF2B5EF4-FFF2-40B4-BE49-F238E27FC236}">
                      <a16:creationId xmlns:a16="http://schemas.microsoft.com/office/drawing/2014/main" id="{B44219D3-B78E-1287-55E7-29B500664B6C}"/>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Rounded Corners 61">
                  <a:extLst>
                    <a:ext uri="{FF2B5EF4-FFF2-40B4-BE49-F238E27FC236}">
                      <a16:creationId xmlns:a16="http://schemas.microsoft.com/office/drawing/2014/main" id="{EB69DA11-9357-DEB3-5FF2-DD418D2C8696}"/>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Rectangle: Rounded Corners 62">
                  <a:extLst>
                    <a:ext uri="{FF2B5EF4-FFF2-40B4-BE49-F238E27FC236}">
                      <a16:creationId xmlns:a16="http://schemas.microsoft.com/office/drawing/2014/main" id="{1AE7A91A-96DC-F9DE-4EA2-69851BD193EF}"/>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Rectangle: Rounded Corners 63">
                  <a:extLst>
                    <a:ext uri="{FF2B5EF4-FFF2-40B4-BE49-F238E27FC236}">
                      <a16:creationId xmlns:a16="http://schemas.microsoft.com/office/drawing/2014/main" id="{F1B2AF9A-00A8-33D6-FD14-6CE2415F74E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Rectangle: Rounded Corners 64">
                  <a:extLst>
                    <a:ext uri="{FF2B5EF4-FFF2-40B4-BE49-F238E27FC236}">
                      <a16:creationId xmlns:a16="http://schemas.microsoft.com/office/drawing/2014/main" id="{0EDFC416-C7CB-AB12-D9BA-7BF2082F33EF}"/>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74" name="Group 73">
              <a:extLst>
                <a:ext uri="{FF2B5EF4-FFF2-40B4-BE49-F238E27FC236}">
                  <a16:creationId xmlns:a16="http://schemas.microsoft.com/office/drawing/2014/main" id="{14E9DC3C-EC4F-7D55-338D-157CA0065251}"/>
                </a:ext>
              </a:extLst>
            </p:cNvPr>
            <p:cNvGrpSpPr/>
            <p:nvPr/>
          </p:nvGrpSpPr>
          <p:grpSpPr>
            <a:xfrm>
              <a:off x="8632436" y="4130677"/>
              <a:ext cx="2324893" cy="2055807"/>
              <a:chOff x="3967162" y="4130677"/>
              <a:chExt cx="2324893" cy="2055807"/>
            </a:xfrm>
          </p:grpSpPr>
          <p:sp>
            <p:nvSpPr>
              <p:cNvPr id="75" name="Rectangle: Rounded Corners 74">
                <a:extLst>
                  <a:ext uri="{FF2B5EF4-FFF2-40B4-BE49-F238E27FC236}">
                    <a16:creationId xmlns:a16="http://schemas.microsoft.com/office/drawing/2014/main" id="{5607BB9B-6368-3C7E-B936-E85B4E161B5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6" name="Group 75">
                <a:extLst>
                  <a:ext uri="{FF2B5EF4-FFF2-40B4-BE49-F238E27FC236}">
                    <a16:creationId xmlns:a16="http://schemas.microsoft.com/office/drawing/2014/main" id="{B2C9A050-68A5-461B-4BC8-8FB34A450F01}"/>
                  </a:ext>
                </a:extLst>
              </p:cNvPr>
              <p:cNvGrpSpPr/>
              <p:nvPr/>
            </p:nvGrpSpPr>
            <p:grpSpPr>
              <a:xfrm>
                <a:off x="3967162" y="4130677"/>
                <a:ext cx="2177954" cy="203200"/>
                <a:chOff x="4411662" y="1266827"/>
                <a:chExt cx="2177954" cy="203200"/>
              </a:xfrm>
              <a:solidFill>
                <a:schemeClr val="tx1"/>
              </a:solidFill>
            </p:grpSpPr>
            <p:sp>
              <p:nvSpPr>
                <p:cNvPr id="86" name="Rectangle: Rounded Corners 85">
                  <a:extLst>
                    <a:ext uri="{FF2B5EF4-FFF2-40B4-BE49-F238E27FC236}">
                      <a16:creationId xmlns:a16="http://schemas.microsoft.com/office/drawing/2014/main" id="{93F56AF2-A670-3F2F-C5E7-FED6D46DA30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Rectangle: Rounded Corners 86">
                  <a:extLst>
                    <a:ext uri="{FF2B5EF4-FFF2-40B4-BE49-F238E27FC236}">
                      <a16:creationId xmlns:a16="http://schemas.microsoft.com/office/drawing/2014/main" id="{0825DF9F-E0BF-DC49-48D5-04470CF2660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Rounded Corners 87">
                  <a:extLst>
                    <a:ext uri="{FF2B5EF4-FFF2-40B4-BE49-F238E27FC236}">
                      <a16:creationId xmlns:a16="http://schemas.microsoft.com/office/drawing/2014/main" id="{57829FDC-50B7-61D2-72F7-1DC6AA59DE6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Rounded Corners 88">
                  <a:extLst>
                    <a:ext uri="{FF2B5EF4-FFF2-40B4-BE49-F238E27FC236}">
                      <a16:creationId xmlns:a16="http://schemas.microsoft.com/office/drawing/2014/main" id="{42B95B8A-E26E-EFF8-4BA9-ED0FB4DA96AD}"/>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Rectangle: Rounded Corners 89">
                  <a:extLst>
                    <a:ext uri="{FF2B5EF4-FFF2-40B4-BE49-F238E27FC236}">
                      <a16:creationId xmlns:a16="http://schemas.microsoft.com/office/drawing/2014/main" id="{E2037EB9-1128-36F6-8309-39AD26C6923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Rectangle: Rounded Corners 90">
                  <a:extLst>
                    <a:ext uri="{FF2B5EF4-FFF2-40B4-BE49-F238E27FC236}">
                      <a16:creationId xmlns:a16="http://schemas.microsoft.com/office/drawing/2014/main" id="{33CB9D53-838F-15FE-B32D-C258198A283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ectangle: Rounded Corners 91">
                  <a:extLst>
                    <a:ext uri="{FF2B5EF4-FFF2-40B4-BE49-F238E27FC236}">
                      <a16:creationId xmlns:a16="http://schemas.microsoft.com/office/drawing/2014/main" id="{3E70EECD-A599-C131-DD32-0C93437EE7B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Rounded Corners 92">
                  <a:extLst>
                    <a:ext uri="{FF2B5EF4-FFF2-40B4-BE49-F238E27FC236}">
                      <a16:creationId xmlns:a16="http://schemas.microsoft.com/office/drawing/2014/main" id="{156982BC-685E-93D0-626F-D400A3353DB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7" name="Group 76">
                <a:extLst>
                  <a:ext uri="{FF2B5EF4-FFF2-40B4-BE49-F238E27FC236}">
                    <a16:creationId xmlns:a16="http://schemas.microsoft.com/office/drawing/2014/main" id="{1FE874BB-968C-B0AE-E9B7-1926FF174299}"/>
                  </a:ext>
                </a:extLst>
              </p:cNvPr>
              <p:cNvGrpSpPr/>
              <p:nvPr/>
            </p:nvGrpSpPr>
            <p:grpSpPr>
              <a:xfrm>
                <a:off x="3967163" y="5983284"/>
                <a:ext cx="2177954" cy="203200"/>
                <a:chOff x="4411662" y="1266827"/>
                <a:chExt cx="2177954" cy="203200"/>
              </a:xfrm>
              <a:solidFill>
                <a:schemeClr val="tx1"/>
              </a:solidFill>
            </p:grpSpPr>
            <p:sp>
              <p:nvSpPr>
                <p:cNvPr id="78" name="Rectangle: Rounded Corners 77">
                  <a:extLst>
                    <a:ext uri="{FF2B5EF4-FFF2-40B4-BE49-F238E27FC236}">
                      <a16:creationId xmlns:a16="http://schemas.microsoft.com/office/drawing/2014/main" id="{CCF216D9-90B4-C140-1590-F13C821AB8D3}"/>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Rounded Corners 78">
                  <a:extLst>
                    <a:ext uri="{FF2B5EF4-FFF2-40B4-BE49-F238E27FC236}">
                      <a16:creationId xmlns:a16="http://schemas.microsoft.com/office/drawing/2014/main" id="{5FDAC22C-7DC5-E295-D252-9ABC7E30DFD3}"/>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Rounded Corners 79">
                  <a:extLst>
                    <a:ext uri="{FF2B5EF4-FFF2-40B4-BE49-F238E27FC236}">
                      <a16:creationId xmlns:a16="http://schemas.microsoft.com/office/drawing/2014/main" id="{54E90E81-9D4B-C2AA-5CA2-3D0D009B45FF}"/>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Rounded Corners 80">
                  <a:extLst>
                    <a:ext uri="{FF2B5EF4-FFF2-40B4-BE49-F238E27FC236}">
                      <a16:creationId xmlns:a16="http://schemas.microsoft.com/office/drawing/2014/main" id="{43291D51-83A6-1658-1FA1-CA463B29FD42}"/>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Rounded Corners 81">
                  <a:extLst>
                    <a:ext uri="{FF2B5EF4-FFF2-40B4-BE49-F238E27FC236}">
                      <a16:creationId xmlns:a16="http://schemas.microsoft.com/office/drawing/2014/main" id="{48598AAE-C9DE-265F-BF63-11C40E5493B3}"/>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Rounded Corners 82">
                  <a:extLst>
                    <a:ext uri="{FF2B5EF4-FFF2-40B4-BE49-F238E27FC236}">
                      <a16:creationId xmlns:a16="http://schemas.microsoft.com/office/drawing/2014/main" id="{B58EE17F-F275-F346-2C97-F08D9977B688}"/>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ectangle: Rounded Corners 83">
                  <a:extLst>
                    <a:ext uri="{FF2B5EF4-FFF2-40B4-BE49-F238E27FC236}">
                      <a16:creationId xmlns:a16="http://schemas.microsoft.com/office/drawing/2014/main" id="{11D0364D-950B-B59E-71DE-267A9530282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Rounded Corners 84">
                  <a:extLst>
                    <a:ext uri="{FF2B5EF4-FFF2-40B4-BE49-F238E27FC236}">
                      <a16:creationId xmlns:a16="http://schemas.microsoft.com/office/drawing/2014/main" id="{88A20808-E270-2A0D-6DF6-427681F9F68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4" name="Group 93">
              <a:extLst>
                <a:ext uri="{FF2B5EF4-FFF2-40B4-BE49-F238E27FC236}">
                  <a16:creationId xmlns:a16="http://schemas.microsoft.com/office/drawing/2014/main" id="{88329783-73D3-8C0F-83C0-A9B297EC7744}"/>
                </a:ext>
              </a:extLst>
            </p:cNvPr>
            <p:cNvGrpSpPr/>
            <p:nvPr/>
          </p:nvGrpSpPr>
          <p:grpSpPr>
            <a:xfrm>
              <a:off x="10965073" y="4130677"/>
              <a:ext cx="2324893" cy="2055807"/>
              <a:chOff x="3967162" y="4130677"/>
              <a:chExt cx="2324893" cy="2055807"/>
            </a:xfrm>
          </p:grpSpPr>
          <p:sp>
            <p:nvSpPr>
              <p:cNvPr id="95" name="Rectangle: Rounded Corners 94">
                <a:extLst>
                  <a:ext uri="{FF2B5EF4-FFF2-40B4-BE49-F238E27FC236}">
                    <a16:creationId xmlns:a16="http://schemas.microsoft.com/office/drawing/2014/main" id="{0263D832-461D-E8CB-5843-0CC1F56FAD66}"/>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6" name="Group 95">
                <a:extLst>
                  <a:ext uri="{FF2B5EF4-FFF2-40B4-BE49-F238E27FC236}">
                    <a16:creationId xmlns:a16="http://schemas.microsoft.com/office/drawing/2014/main" id="{4EE67CE0-E796-CBBE-D7A4-0ADD21C3DE6A}"/>
                  </a:ext>
                </a:extLst>
              </p:cNvPr>
              <p:cNvGrpSpPr/>
              <p:nvPr/>
            </p:nvGrpSpPr>
            <p:grpSpPr>
              <a:xfrm>
                <a:off x="3967162" y="4130677"/>
                <a:ext cx="2177954" cy="203200"/>
                <a:chOff x="4411662" y="1266827"/>
                <a:chExt cx="2177954" cy="203200"/>
              </a:xfrm>
              <a:solidFill>
                <a:schemeClr val="tx1"/>
              </a:solidFill>
            </p:grpSpPr>
            <p:sp>
              <p:nvSpPr>
                <p:cNvPr id="106" name="Rectangle: Rounded Corners 105">
                  <a:extLst>
                    <a:ext uri="{FF2B5EF4-FFF2-40B4-BE49-F238E27FC236}">
                      <a16:creationId xmlns:a16="http://schemas.microsoft.com/office/drawing/2014/main" id="{22951633-55AE-18B5-C811-52E6F248717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Rectangle: Rounded Corners 106">
                  <a:extLst>
                    <a:ext uri="{FF2B5EF4-FFF2-40B4-BE49-F238E27FC236}">
                      <a16:creationId xmlns:a16="http://schemas.microsoft.com/office/drawing/2014/main" id="{2A267529-51E0-0F6F-E365-9CCAA7FD58F2}"/>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 name="Rectangle: Rounded Corners 107">
                  <a:extLst>
                    <a:ext uri="{FF2B5EF4-FFF2-40B4-BE49-F238E27FC236}">
                      <a16:creationId xmlns:a16="http://schemas.microsoft.com/office/drawing/2014/main" id="{C15B0B7D-756E-D4EE-8537-70EB7AD7D5A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Rectangle: Rounded Corners 108">
                  <a:extLst>
                    <a:ext uri="{FF2B5EF4-FFF2-40B4-BE49-F238E27FC236}">
                      <a16:creationId xmlns:a16="http://schemas.microsoft.com/office/drawing/2014/main" id="{7BE7B462-EA75-D193-D00F-10AA34572D0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Rectangle: Rounded Corners 109">
                  <a:extLst>
                    <a:ext uri="{FF2B5EF4-FFF2-40B4-BE49-F238E27FC236}">
                      <a16:creationId xmlns:a16="http://schemas.microsoft.com/office/drawing/2014/main" id="{0571D142-6821-4E13-C5CF-FF503795767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Rectangle: Rounded Corners 110">
                  <a:extLst>
                    <a:ext uri="{FF2B5EF4-FFF2-40B4-BE49-F238E27FC236}">
                      <a16:creationId xmlns:a16="http://schemas.microsoft.com/office/drawing/2014/main" id="{BBE4ACFA-018B-EC1E-AAB9-0981F8530616}"/>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Rectangle: Rounded Corners 111">
                  <a:extLst>
                    <a:ext uri="{FF2B5EF4-FFF2-40B4-BE49-F238E27FC236}">
                      <a16:creationId xmlns:a16="http://schemas.microsoft.com/office/drawing/2014/main" id="{3709CABC-F8AE-4E6D-62C1-F745E177E61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Rectangle: Rounded Corners 112">
                  <a:extLst>
                    <a:ext uri="{FF2B5EF4-FFF2-40B4-BE49-F238E27FC236}">
                      <a16:creationId xmlns:a16="http://schemas.microsoft.com/office/drawing/2014/main" id="{924FAAEF-64DE-04C5-56B1-7843FC73DFC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97" name="Group 96">
                <a:extLst>
                  <a:ext uri="{FF2B5EF4-FFF2-40B4-BE49-F238E27FC236}">
                    <a16:creationId xmlns:a16="http://schemas.microsoft.com/office/drawing/2014/main" id="{D2AD296A-3228-53AB-A5B4-97489300318D}"/>
                  </a:ext>
                </a:extLst>
              </p:cNvPr>
              <p:cNvGrpSpPr/>
              <p:nvPr/>
            </p:nvGrpSpPr>
            <p:grpSpPr>
              <a:xfrm>
                <a:off x="3967163" y="5983284"/>
                <a:ext cx="2177954" cy="203200"/>
                <a:chOff x="4411662" y="1266827"/>
                <a:chExt cx="2177954" cy="203200"/>
              </a:xfrm>
              <a:solidFill>
                <a:schemeClr val="tx1"/>
              </a:solidFill>
            </p:grpSpPr>
            <p:sp>
              <p:nvSpPr>
                <p:cNvPr id="98" name="Rectangle: Rounded Corners 97">
                  <a:extLst>
                    <a:ext uri="{FF2B5EF4-FFF2-40B4-BE49-F238E27FC236}">
                      <a16:creationId xmlns:a16="http://schemas.microsoft.com/office/drawing/2014/main" id="{80BABE0F-D25F-F123-CA01-F5E0341A9578}"/>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Rounded Corners 98">
                  <a:extLst>
                    <a:ext uri="{FF2B5EF4-FFF2-40B4-BE49-F238E27FC236}">
                      <a16:creationId xmlns:a16="http://schemas.microsoft.com/office/drawing/2014/main" id="{F24403E7-09D4-3A5E-0558-8A5347FB55E9}"/>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Rounded Corners 99">
                  <a:extLst>
                    <a:ext uri="{FF2B5EF4-FFF2-40B4-BE49-F238E27FC236}">
                      <a16:creationId xmlns:a16="http://schemas.microsoft.com/office/drawing/2014/main" id="{8499913A-6E13-9171-E34F-9D69E38D69E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Rectangle: Rounded Corners 100">
                  <a:extLst>
                    <a:ext uri="{FF2B5EF4-FFF2-40B4-BE49-F238E27FC236}">
                      <a16:creationId xmlns:a16="http://schemas.microsoft.com/office/drawing/2014/main" id="{18921D2D-55CB-41B2-FDFA-3641F30A1176}"/>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tangle: Rounded Corners 101">
                  <a:extLst>
                    <a:ext uri="{FF2B5EF4-FFF2-40B4-BE49-F238E27FC236}">
                      <a16:creationId xmlns:a16="http://schemas.microsoft.com/office/drawing/2014/main" id="{2A310865-04C3-BDAD-8EDE-839F95BBEB17}"/>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Rectangle: Rounded Corners 102">
                  <a:extLst>
                    <a:ext uri="{FF2B5EF4-FFF2-40B4-BE49-F238E27FC236}">
                      <a16:creationId xmlns:a16="http://schemas.microsoft.com/office/drawing/2014/main" id="{50F14A2C-D822-9922-6533-1B9C65A5DDF4}"/>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Rectangle: Rounded Corners 103">
                  <a:extLst>
                    <a:ext uri="{FF2B5EF4-FFF2-40B4-BE49-F238E27FC236}">
                      <a16:creationId xmlns:a16="http://schemas.microsoft.com/office/drawing/2014/main" id="{56A7AC45-3AFF-125E-802A-B07A39D4AE50}"/>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Rectangle: Rounded Corners 104">
                  <a:extLst>
                    <a:ext uri="{FF2B5EF4-FFF2-40B4-BE49-F238E27FC236}">
                      <a16:creationId xmlns:a16="http://schemas.microsoft.com/office/drawing/2014/main" id="{7549957C-BFBF-9CFF-978A-FE31F95EC62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4" name="Group 113">
              <a:extLst>
                <a:ext uri="{FF2B5EF4-FFF2-40B4-BE49-F238E27FC236}">
                  <a16:creationId xmlns:a16="http://schemas.microsoft.com/office/drawing/2014/main" id="{1FBD78F5-B408-32CC-88B2-D4CC08FB310F}"/>
                </a:ext>
              </a:extLst>
            </p:cNvPr>
            <p:cNvGrpSpPr/>
            <p:nvPr/>
          </p:nvGrpSpPr>
          <p:grpSpPr>
            <a:xfrm>
              <a:off x="13297710" y="4130677"/>
              <a:ext cx="2324893" cy="2055807"/>
              <a:chOff x="3967162" y="4130677"/>
              <a:chExt cx="2324893" cy="2055807"/>
            </a:xfrm>
          </p:grpSpPr>
          <p:sp>
            <p:nvSpPr>
              <p:cNvPr id="115" name="Rectangle: Rounded Corners 114">
                <a:extLst>
                  <a:ext uri="{FF2B5EF4-FFF2-40B4-BE49-F238E27FC236}">
                    <a16:creationId xmlns:a16="http://schemas.microsoft.com/office/drawing/2014/main" id="{E3D78512-2AA2-9A71-7A30-3A03C91D6C85}"/>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13A8BCB5-8BDF-F6C6-6155-316E11A702BE}"/>
                  </a:ext>
                </a:extLst>
              </p:cNvPr>
              <p:cNvGrpSpPr/>
              <p:nvPr/>
            </p:nvGrpSpPr>
            <p:grpSpPr>
              <a:xfrm>
                <a:off x="3967162" y="4130677"/>
                <a:ext cx="2177954" cy="203200"/>
                <a:chOff x="4411662" y="1266827"/>
                <a:chExt cx="2177954" cy="203200"/>
              </a:xfrm>
              <a:solidFill>
                <a:schemeClr val="tx1"/>
              </a:solidFill>
            </p:grpSpPr>
            <p:sp>
              <p:nvSpPr>
                <p:cNvPr id="126" name="Rectangle: Rounded Corners 125">
                  <a:extLst>
                    <a:ext uri="{FF2B5EF4-FFF2-40B4-BE49-F238E27FC236}">
                      <a16:creationId xmlns:a16="http://schemas.microsoft.com/office/drawing/2014/main" id="{14C2BA77-48BB-4825-CA32-7EE7B1669B9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Rectangle: Rounded Corners 126">
                  <a:extLst>
                    <a:ext uri="{FF2B5EF4-FFF2-40B4-BE49-F238E27FC236}">
                      <a16:creationId xmlns:a16="http://schemas.microsoft.com/office/drawing/2014/main" id="{3211749A-A2A9-0A3C-E55E-D3A913DC277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Rectangle: Rounded Corners 127">
                  <a:extLst>
                    <a:ext uri="{FF2B5EF4-FFF2-40B4-BE49-F238E27FC236}">
                      <a16:creationId xmlns:a16="http://schemas.microsoft.com/office/drawing/2014/main" id="{A3B41456-48C5-847E-98DF-BC848D461D4D}"/>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Rectangle: Rounded Corners 128">
                  <a:extLst>
                    <a:ext uri="{FF2B5EF4-FFF2-40B4-BE49-F238E27FC236}">
                      <a16:creationId xmlns:a16="http://schemas.microsoft.com/office/drawing/2014/main" id="{1BD2C8A3-B459-F828-B68A-5C582833ED6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Rectangle: Rounded Corners 129">
                  <a:extLst>
                    <a:ext uri="{FF2B5EF4-FFF2-40B4-BE49-F238E27FC236}">
                      <a16:creationId xmlns:a16="http://schemas.microsoft.com/office/drawing/2014/main" id="{EAB89275-2B93-8B74-846C-36890E38D1FA}"/>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Rectangle: Rounded Corners 130">
                  <a:extLst>
                    <a:ext uri="{FF2B5EF4-FFF2-40B4-BE49-F238E27FC236}">
                      <a16:creationId xmlns:a16="http://schemas.microsoft.com/office/drawing/2014/main" id="{ADE34280-CBC1-E67E-BF20-E400212F238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Rectangle: Rounded Corners 131">
                  <a:extLst>
                    <a:ext uri="{FF2B5EF4-FFF2-40B4-BE49-F238E27FC236}">
                      <a16:creationId xmlns:a16="http://schemas.microsoft.com/office/drawing/2014/main" id="{7DAAC4C6-C7CE-853A-46BF-337B0A5997E6}"/>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Rectangle: Rounded Corners 132">
                  <a:extLst>
                    <a:ext uri="{FF2B5EF4-FFF2-40B4-BE49-F238E27FC236}">
                      <a16:creationId xmlns:a16="http://schemas.microsoft.com/office/drawing/2014/main" id="{D3CB8B1C-E602-C814-D45E-AE473EFB8C67}"/>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17" name="Group 116">
                <a:extLst>
                  <a:ext uri="{FF2B5EF4-FFF2-40B4-BE49-F238E27FC236}">
                    <a16:creationId xmlns:a16="http://schemas.microsoft.com/office/drawing/2014/main" id="{9AF5205D-B822-3F6E-C53C-D36C69F302E5}"/>
                  </a:ext>
                </a:extLst>
              </p:cNvPr>
              <p:cNvGrpSpPr/>
              <p:nvPr/>
            </p:nvGrpSpPr>
            <p:grpSpPr>
              <a:xfrm>
                <a:off x="3967163" y="5983284"/>
                <a:ext cx="2177954" cy="203200"/>
                <a:chOff x="4411662" y="1266827"/>
                <a:chExt cx="2177954" cy="203200"/>
              </a:xfrm>
              <a:solidFill>
                <a:schemeClr val="tx1"/>
              </a:solidFill>
            </p:grpSpPr>
            <p:sp>
              <p:nvSpPr>
                <p:cNvPr id="118" name="Rectangle: Rounded Corners 117">
                  <a:extLst>
                    <a:ext uri="{FF2B5EF4-FFF2-40B4-BE49-F238E27FC236}">
                      <a16:creationId xmlns:a16="http://schemas.microsoft.com/office/drawing/2014/main" id="{356819CC-830C-B6ED-585B-90DCCEB2420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Rectangle: Rounded Corners 118">
                  <a:extLst>
                    <a:ext uri="{FF2B5EF4-FFF2-40B4-BE49-F238E27FC236}">
                      <a16:creationId xmlns:a16="http://schemas.microsoft.com/office/drawing/2014/main" id="{8D13A78E-9A9B-6EDF-8885-25619DA4F17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Rectangle: Rounded Corners 119">
                  <a:extLst>
                    <a:ext uri="{FF2B5EF4-FFF2-40B4-BE49-F238E27FC236}">
                      <a16:creationId xmlns:a16="http://schemas.microsoft.com/office/drawing/2014/main" id="{77F6E3F9-1CC2-A39B-E4A6-36DE986F85F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Rounded Corners 120">
                  <a:extLst>
                    <a:ext uri="{FF2B5EF4-FFF2-40B4-BE49-F238E27FC236}">
                      <a16:creationId xmlns:a16="http://schemas.microsoft.com/office/drawing/2014/main" id="{11F17FD9-1AE9-B581-BABE-E3196E72826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Rectangle: Rounded Corners 121">
                  <a:extLst>
                    <a:ext uri="{FF2B5EF4-FFF2-40B4-BE49-F238E27FC236}">
                      <a16:creationId xmlns:a16="http://schemas.microsoft.com/office/drawing/2014/main" id="{7FACC010-2E31-EB0A-95AA-C35676A516D0}"/>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Rounded Corners 122">
                  <a:extLst>
                    <a:ext uri="{FF2B5EF4-FFF2-40B4-BE49-F238E27FC236}">
                      <a16:creationId xmlns:a16="http://schemas.microsoft.com/office/drawing/2014/main" id="{B4651B5E-A0ED-D2D6-5C42-5725C89C2BFA}"/>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Rounded Corners 123">
                  <a:extLst>
                    <a:ext uri="{FF2B5EF4-FFF2-40B4-BE49-F238E27FC236}">
                      <a16:creationId xmlns:a16="http://schemas.microsoft.com/office/drawing/2014/main" id="{FE9CC998-4AA6-BB2B-5F3D-C917E41FF86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Rectangle: Rounded Corners 124">
                  <a:extLst>
                    <a:ext uri="{FF2B5EF4-FFF2-40B4-BE49-F238E27FC236}">
                      <a16:creationId xmlns:a16="http://schemas.microsoft.com/office/drawing/2014/main" id="{29C9F7B5-B9BA-52DC-19C1-DF4C12A62002}"/>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4" name="Group 133">
              <a:extLst>
                <a:ext uri="{FF2B5EF4-FFF2-40B4-BE49-F238E27FC236}">
                  <a16:creationId xmlns:a16="http://schemas.microsoft.com/office/drawing/2014/main" id="{1C5F30FE-85F4-971B-3A40-DC2AEFD7AC25}"/>
                </a:ext>
              </a:extLst>
            </p:cNvPr>
            <p:cNvGrpSpPr/>
            <p:nvPr/>
          </p:nvGrpSpPr>
          <p:grpSpPr>
            <a:xfrm>
              <a:off x="15630347" y="4130677"/>
              <a:ext cx="2324893" cy="2055807"/>
              <a:chOff x="3967162" y="4130677"/>
              <a:chExt cx="2324893" cy="2055807"/>
            </a:xfrm>
          </p:grpSpPr>
          <p:sp>
            <p:nvSpPr>
              <p:cNvPr id="135" name="Rectangle: Rounded Corners 134">
                <a:extLst>
                  <a:ext uri="{FF2B5EF4-FFF2-40B4-BE49-F238E27FC236}">
                    <a16:creationId xmlns:a16="http://schemas.microsoft.com/office/drawing/2014/main" id="{FD84E88A-9DB7-9CD3-4F62-CB803483F881}"/>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6" name="Group 135">
                <a:extLst>
                  <a:ext uri="{FF2B5EF4-FFF2-40B4-BE49-F238E27FC236}">
                    <a16:creationId xmlns:a16="http://schemas.microsoft.com/office/drawing/2014/main" id="{4B243A99-E73B-6BDC-1CCE-15C2B8035547}"/>
                  </a:ext>
                </a:extLst>
              </p:cNvPr>
              <p:cNvGrpSpPr/>
              <p:nvPr/>
            </p:nvGrpSpPr>
            <p:grpSpPr>
              <a:xfrm>
                <a:off x="3967162" y="4130677"/>
                <a:ext cx="2177954" cy="203200"/>
                <a:chOff x="4411662" y="1266827"/>
                <a:chExt cx="2177954" cy="203200"/>
              </a:xfrm>
              <a:solidFill>
                <a:schemeClr val="tx1"/>
              </a:solidFill>
            </p:grpSpPr>
            <p:sp>
              <p:nvSpPr>
                <p:cNvPr id="146" name="Rectangle: Rounded Corners 145">
                  <a:extLst>
                    <a:ext uri="{FF2B5EF4-FFF2-40B4-BE49-F238E27FC236}">
                      <a16:creationId xmlns:a16="http://schemas.microsoft.com/office/drawing/2014/main" id="{DCC0EF80-5A62-4DCE-ACE2-AF04BDA8A09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7" name="Rectangle: Rounded Corners 146">
                  <a:extLst>
                    <a:ext uri="{FF2B5EF4-FFF2-40B4-BE49-F238E27FC236}">
                      <a16:creationId xmlns:a16="http://schemas.microsoft.com/office/drawing/2014/main" id="{6995D0E2-996D-1177-FD57-F478DFA521B4}"/>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8" name="Rectangle: Rounded Corners 147">
                  <a:extLst>
                    <a:ext uri="{FF2B5EF4-FFF2-40B4-BE49-F238E27FC236}">
                      <a16:creationId xmlns:a16="http://schemas.microsoft.com/office/drawing/2014/main" id="{CB4E5F7F-8478-8994-165B-E7B93A202CA5}"/>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Rectangle: Rounded Corners 148">
                  <a:extLst>
                    <a:ext uri="{FF2B5EF4-FFF2-40B4-BE49-F238E27FC236}">
                      <a16:creationId xmlns:a16="http://schemas.microsoft.com/office/drawing/2014/main" id="{3EFDF7EC-51D0-7C30-C665-C6D69A940CB3}"/>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Rectangle: Rounded Corners 149">
                  <a:extLst>
                    <a:ext uri="{FF2B5EF4-FFF2-40B4-BE49-F238E27FC236}">
                      <a16:creationId xmlns:a16="http://schemas.microsoft.com/office/drawing/2014/main" id="{EAF2D1D1-D3AC-983E-A12A-14ECFF9059D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Rectangle: Rounded Corners 150">
                  <a:extLst>
                    <a:ext uri="{FF2B5EF4-FFF2-40B4-BE49-F238E27FC236}">
                      <a16:creationId xmlns:a16="http://schemas.microsoft.com/office/drawing/2014/main" id="{92AA4F46-FC53-60F8-A779-63721720954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Rectangle: Rounded Corners 151">
                  <a:extLst>
                    <a:ext uri="{FF2B5EF4-FFF2-40B4-BE49-F238E27FC236}">
                      <a16:creationId xmlns:a16="http://schemas.microsoft.com/office/drawing/2014/main" id="{75F4D642-4465-E267-D9B5-E47C7CD7F44B}"/>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Rectangle: Rounded Corners 152">
                  <a:extLst>
                    <a:ext uri="{FF2B5EF4-FFF2-40B4-BE49-F238E27FC236}">
                      <a16:creationId xmlns:a16="http://schemas.microsoft.com/office/drawing/2014/main" id="{AB6E0518-F20C-FEB6-A695-094FB34CFB3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37" name="Group 136">
                <a:extLst>
                  <a:ext uri="{FF2B5EF4-FFF2-40B4-BE49-F238E27FC236}">
                    <a16:creationId xmlns:a16="http://schemas.microsoft.com/office/drawing/2014/main" id="{92526D12-BC2D-76F5-DCD7-0922AB738C47}"/>
                  </a:ext>
                </a:extLst>
              </p:cNvPr>
              <p:cNvGrpSpPr/>
              <p:nvPr/>
            </p:nvGrpSpPr>
            <p:grpSpPr>
              <a:xfrm>
                <a:off x="3967163" y="5983284"/>
                <a:ext cx="2177954" cy="203200"/>
                <a:chOff x="4411662" y="1266827"/>
                <a:chExt cx="2177954" cy="203200"/>
              </a:xfrm>
              <a:solidFill>
                <a:schemeClr val="tx1"/>
              </a:solidFill>
            </p:grpSpPr>
            <p:sp>
              <p:nvSpPr>
                <p:cNvPr id="138" name="Rectangle: Rounded Corners 137">
                  <a:extLst>
                    <a:ext uri="{FF2B5EF4-FFF2-40B4-BE49-F238E27FC236}">
                      <a16:creationId xmlns:a16="http://schemas.microsoft.com/office/drawing/2014/main" id="{F468228C-65C7-110A-4C51-C065C177963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Rectangle: Rounded Corners 138">
                  <a:extLst>
                    <a:ext uri="{FF2B5EF4-FFF2-40B4-BE49-F238E27FC236}">
                      <a16:creationId xmlns:a16="http://schemas.microsoft.com/office/drawing/2014/main" id="{06054739-2101-1356-494B-91658B1530B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Rounded Corners 139">
                  <a:extLst>
                    <a:ext uri="{FF2B5EF4-FFF2-40B4-BE49-F238E27FC236}">
                      <a16:creationId xmlns:a16="http://schemas.microsoft.com/office/drawing/2014/main" id="{D0F22592-A971-5082-EAC7-A60F60E16374}"/>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Rectangle: Rounded Corners 140">
                  <a:extLst>
                    <a:ext uri="{FF2B5EF4-FFF2-40B4-BE49-F238E27FC236}">
                      <a16:creationId xmlns:a16="http://schemas.microsoft.com/office/drawing/2014/main" id="{DFE88042-A1B2-55A9-DBC2-4DF7560EB764}"/>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Rounded Corners 141">
                  <a:extLst>
                    <a:ext uri="{FF2B5EF4-FFF2-40B4-BE49-F238E27FC236}">
                      <a16:creationId xmlns:a16="http://schemas.microsoft.com/office/drawing/2014/main" id="{369AE94D-4F9F-B930-FD36-EFCEAFB7713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Rectangle: Rounded Corners 142">
                  <a:extLst>
                    <a:ext uri="{FF2B5EF4-FFF2-40B4-BE49-F238E27FC236}">
                      <a16:creationId xmlns:a16="http://schemas.microsoft.com/office/drawing/2014/main" id="{F2C82778-D682-5131-B381-38BE8404457D}"/>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Rectangle: Rounded Corners 143">
                  <a:extLst>
                    <a:ext uri="{FF2B5EF4-FFF2-40B4-BE49-F238E27FC236}">
                      <a16:creationId xmlns:a16="http://schemas.microsoft.com/office/drawing/2014/main" id="{D8283295-3E99-35F5-3B5F-51D9E749EF04}"/>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Rectangle: Rounded Corners 144">
                  <a:extLst>
                    <a:ext uri="{FF2B5EF4-FFF2-40B4-BE49-F238E27FC236}">
                      <a16:creationId xmlns:a16="http://schemas.microsoft.com/office/drawing/2014/main" id="{564C4A07-881B-3CF2-286E-FC26A08B5EF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4" name="Group 153">
              <a:extLst>
                <a:ext uri="{FF2B5EF4-FFF2-40B4-BE49-F238E27FC236}">
                  <a16:creationId xmlns:a16="http://schemas.microsoft.com/office/drawing/2014/main" id="{6882C68C-F60A-DF9E-BD0D-7394A4B4BF4A}"/>
                </a:ext>
              </a:extLst>
            </p:cNvPr>
            <p:cNvGrpSpPr/>
            <p:nvPr/>
          </p:nvGrpSpPr>
          <p:grpSpPr>
            <a:xfrm>
              <a:off x="17962984" y="4130677"/>
              <a:ext cx="2324893" cy="2055807"/>
              <a:chOff x="3967162" y="4130677"/>
              <a:chExt cx="2324893" cy="2055807"/>
            </a:xfrm>
          </p:grpSpPr>
          <p:sp>
            <p:nvSpPr>
              <p:cNvPr id="155" name="Rectangle: Rounded Corners 154">
                <a:extLst>
                  <a:ext uri="{FF2B5EF4-FFF2-40B4-BE49-F238E27FC236}">
                    <a16:creationId xmlns:a16="http://schemas.microsoft.com/office/drawing/2014/main" id="{A4FF1F98-5101-3522-036C-75ED290FAADC}"/>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6" name="Group 155">
                <a:extLst>
                  <a:ext uri="{FF2B5EF4-FFF2-40B4-BE49-F238E27FC236}">
                    <a16:creationId xmlns:a16="http://schemas.microsoft.com/office/drawing/2014/main" id="{F4A9FF9A-66D6-B5E5-7316-9C7728C4A29E}"/>
                  </a:ext>
                </a:extLst>
              </p:cNvPr>
              <p:cNvGrpSpPr/>
              <p:nvPr/>
            </p:nvGrpSpPr>
            <p:grpSpPr>
              <a:xfrm>
                <a:off x="3967162" y="4130677"/>
                <a:ext cx="2177954" cy="203200"/>
                <a:chOff x="4411662" y="1266827"/>
                <a:chExt cx="2177954" cy="203200"/>
              </a:xfrm>
              <a:solidFill>
                <a:schemeClr val="tx1"/>
              </a:solidFill>
            </p:grpSpPr>
            <p:sp>
              <p:nvSpPr>
                <p:cNvPr id="166" name="Rectangle: Rounded Corners 165">
                  <a:extLst>
                    <a:ext uri="{FF2B5EF4-FFF2-40B4-BE49-F238E27FC236}">
                      <a16:creationId xmlns:a16="http://schemas.microsoft.com/office/drawing/2014/main" id="{20CA286B-4C7B-3982-A9D2-DD5EB8186844}"/>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Rectangle: Rounded Corners 166">
                  <a:extLst>
                    <a:ext uri="{FF2B5EF4-FFF2-40B4-BE49-F238E27FC236}">
                      <a16:creationId xmlns:a16="http://schemas.microsoft.com/office/drawing/2014/main" id="{8CF4D9DA-EBA2-39C1-7FF1-B6ACD7B971B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Rectangle: Rounded Corners 167">
                  <a:extLst>
                    <a:ext uri="{FF2B5EF4-FFF2-40B4-BE49-F238E27FC236}">
                      <a16:creationId xmlns:a16="http://schemas.microsoft.com/office/drawing/2014/main" id="{B17C896B-A6F0-68E8-B711-42FD773A4F66}"/>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Rectangle: Rounded Corners 168">
                  <a:extLst>
                    <a:ext uri="{FF2B5EF4-FFF2-40B4-BE49-F238E27FC236}">
                      <a16:creationId xmlns:a16="http://schemas.microsoft.com/office/drawing/2014/main" id="{95E01205-F946-4742-DC66-99999C065EF5}"/>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Rectangle: Rounded Corners 169">
                  <a:extLst>
                    <a:ext uri="{FF2B5EF4-FFF2-40B4-BE49-F238E27FC236}">
                      <a16:creationId xmlns:a16="http://schemas.microsoft.com/office/drawing/2014/main" id="{572D085A-239D-9405-7B60-6C19DD6A21D2}"/>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1" name="Rectangle: Rounded Corners 170">
                  <a:extLst>
                    <a:ext uri="{FF2B5EF4-FFF2-40B4-BE49-F238E27FC236}">
                      <a16:creationId xmlns:a16="http://schemas.microsoft.com/office/drawing/2014/main" id="{296BFF0C-72AC-3EE3-686C-A4420DCE3BB2}"/>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2" name="Rectangle: Rounded Corners 171">
                  <a:extLst>
                    <a:ext uri="{FF2B5EF4-FFF2-40B4-BE49-F238E27FC236}">
                      <a16:creationId xmlns:a16="http://schemas.microsoft.com/office/drawing/2014/main" id="{9BF6396C-2B11-5410-0174-AFC6E2BCA5E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3" name="Rectangle: Rounded Corners 172">
                  <a:extLst>
                    <a:ext uri="{FF2B5EF4-FFF2-40B4-BE49-F238E27FC236}">
                      <a16:creationId xmlns:a16="http://schemas.microsoft.com/office/drawing/2014/main" id="{3635361A-5C37-7525-4DC5-A09DD85777C8}"/>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57" name="Group 156">
                <a:extLst>
                  <a:ext uri="{FF2B5EF4-FFF2-40B4-BE49-F238E27FC236}">
                    <a16:creationId xmlns:a16="http://schemas.microsoft.com/office/drawing/2014/main" id="{994D8D2D-90DA-8C58-AB62-A848FC187D98}"/>
                  </a:ext>
                </a:extLst>
              </p:cNvPr>
              <p:cNvGrpSpPr/>
              <p:nvPr/>
            </p:nvGrpSpPr>
            <p:grpSpPr>
              <a:xfrm>
                <a:off x="3967163" y="5983284"/>
                <a:ext cx="2177954" cy="203200"/>
                <a:chOff x="4411662" y="1266827"/>
                <a:chExt cx="2177954" cy="203200"/>
              </a:xfrm>
              <a:solidFill>
                <a:schemeClr val="tx1"/>
              </a:solidFill>
            </p:grpSpPr>
            <p:sp>
              <p:nvSpPr>
                <p:cNvPr id="158" name="Rectangle: Rounded Corners 157">
                  <a:extLst>
                    <a:ext uri="{FF2B5EF4-FFF2-40B4-BE49-F238E27FC236}">
                      <a16:creationId xmlns:a16="http://schemas.microsoft.com/office/drawing/2014/main" id="{93176AD0-BD61-27E8-B8CF-7E5040E1C81C}"/>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Rectangle: Rounded Corners 158">
                  <a:extLst>
                    <a:ext uri="{FF2B5EF4-FFF2-40B4-BE49-F238E27FC236}">
                      <a16:creationId xmlns:a16="http://schemas.microsoft.com/office/drawing/2014/main" id="{81BD4E9B-E363-43EE-A0F6-C378D0251538}"/>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Rectangle: Rounded Corners 159">
                  <a:extLst>
                    <a:ext uri="{FF2B5EF4-FFF2-40B4-BE49-F238E27FC236}">
                      <a16:creationId xmlns:a16="http://schemas.microsoft.com/office/drawing/2014/main" id="{80CACB0D-0203-F5BA-3F29-E19C1027259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Rectangle: Rounded Corners 160">
                  <a:extLst>
                    <a:ext uri="{FF2B5EF4-FFF2-40B4-BE49-F238E27FC236}">
                      <a16:creationId xmlns:a16="http://schemas.microsoft.com/office/drawing/2014/main" id="{2B422FF5-9E69-026E-D89F-9E796359E87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Rectangle: Rounded Corners 161">
                  <a:extLst>
                    <a:ext uri="{FF2B5EF4-FFF2-40B4-BE49-F238E27FC236}">
                      <a16:creationId xmlns:a16="http://schemas.microsoft.com/office/drawing/2014/main" id="{E94C5B6C-F16F-B9B3-03E0-E64788196CF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Rectangle: Rounded Corners 162">
                  <a:extLst>
                    <a:ext uri="{FF2B5EF4-FFF2-40B4-BE49-F238E27FC236}">
                      <a16:creationId xmlns:a16="http://schemas.microsoft.com/office/drawing/2014/main" id="{787F3D3B-D1DF-AB0C-E511-E5AAA659C52C}"/>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4" name="Rectangle: Rounded Corners 163">
                  <a:extLst>
                    <a:ext uri="{FF2B5EF4-FFF2-40B4-BE49-F238E27FC236}">
                      <a16:creationId xmlns:a16="http://schemas.microsoft.com/office/drawing/2014/main" id="{6C67ACBC-5F75-DFE8-54CC-F84C4AD6111C}"/>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Rectangle: Rounded Corners 164">
                  <a:extLst>
                    <a:ext uri="{FF2B5EF4-FFF2-40B4-BE49-F238E27FC236}">
                      <a16:creationId xmlns:a16="http://schemas.microsoft.com/office/drawing/2014/main" id="{BC2D5841-4CD4-2B40-689C-70A3D4C0FD8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4" name="Group 173">
              <a:extLst>
                <a:ext uri="{FF2B5EF4-FFF2-40B4-BE49-F238E27FC236}">
                  <a16:creationId xmlns:a16="http://schemas.microsoft.com/office/drawing/2014/main" id="{37B51A9A-24D9-77B1-116E-F9B4D6670872}"/>
                </a:ext>
              </a:extLst>
            </p:cNvPr>
            <p:cNvGrpSpPr/>
            <p:nvPr/>
          </p:nvGrpSpPr>
          <p:grpSpPr>
            <a:xfrm>
              <a:off x="20295621" y="4130677"/>
              <a:ext cx="2324893" cy="2055807"/>
              <a:chOff x="3967162" y="4130677"/>
              <a:chExt cx="2324893" cy="2055807"/>
            </a:xfrm>
          </p:grpSpPr>
          <p:sp>
            <p:nvSpPr>
              <p:cNvPr id="175" name="Rectangle: Rounded Corners 174">
                <a:extLst>
                  <a:ext uri="{FF2B5EF4-FFF2-40B4-BE49-F238E27FC236}">
                    <a16:creationId xmlns:a16="http://schemas.microsoft.com/office/drawing/2014/main" id="{DD5C191D-5528-3D2C-0067-80649C65C1CF}"/>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76" name="Group 175">
                <a:extLst>
                  <a:ext uri="{FF2B5EF4-FFF2-40B4-BE49-F238E27FC236}">
                    <a16:creationId xmlns:a16="http://schemas.microsoft.com/office/drawing/2014/main" id="{D3210F1F-2770-2153-19E1-7156D4C4202F}"/>
                  </a:ext>
                </a:extLst>
              </p:cNvPr>
              <p:cNvGrpSpPr/>
              <p:nvPr/>
            </p:nvGrpSpPr>
            <p:grpSpPr>
              <a:xfrm>
                <a:off x="3967162" y="4130677"/>
                <a:ext cx="2177954" cy="203200"/>
                <a:chOff x="4411662" y="1266827"/>
                <a:chExt cx="2177954" cy="203200"/>
              </a:xfrm>
              <a:solidFill>
                <a:schemeClr val="tx1"/>
              </a:solidFill>
            </p:grpSpPr>
            <p:sp>
              <p:nvSpPr>
                <p:cNvPr id="186" name="Rectangle: Rounded Corners 185">
                  <a:extLst>
                    <a:ext uri="{FF2B5EF4-FFF2-40B4-BE49-F238E27FC236}">
                      <a16:creationId xmlns:a16="http://schemas.microsoft.com/office/drawing/2014/main" id="{71DCE076-D3E2-ADED-2BC9-D69D5867D7DA}"/>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7" name="Rectangle: Rounded Corners 186">
                  <a:extLst>
                    <a:ext uri="{FF2B5EF4-FFF2-40B4-BE49-F238E27FC236}">
                      <a16:creationId xmlns:a16="http://schemas.microsoft.com/office/drawing/2014/main" id="{EBF2A9F6-34B0-27B1-C588-8F454F17E59A}"/>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8" name="Rectangle: Rounded Corners 187">
                  <a:extLst>
                    <a:ext uri="{FF2B5EF4-FFF2-40B4-BE49-F238E27FC236}">
                      <a16:creationId xmlns:a16="http://schemas.microsoft.com/office/drawing/2014/main" id="{E8A5068D-215E-A774-583E-A8AEA2E77632}"/>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9" name="Rectangle: Rounded Corners 188">
                  <a:extLst>
                    <a:ext uri="{FF2B5EF4-FFF2-40B4-BE49-F238E27FC236}">
                      <a16:creationId xmlns:a16="http://schemas.microsoft.com/office/drawing/2014/main" id="{4B583968-5F69-DCF0-4060-B1E0F5415F97}"/>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Rectangle: Rounded Corners 189">
                  <a:extLst>
                    <a:ext uri="{FF2B5EF4-FFF2-40B4-BE49-F238E27FC236}">
                      <a16:creationId xmlns:a16="http://schemas.microsoft.com/office/drawing/2014/main" id="{66BF07CA-4DAE-757E-E021-20DF130DC83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Rectangle: Rounded Corners 190">
                  <a:extLst>
                    <a:ext uri="{FF2B5EF4-FFF2-40B4-BE49-F238E27FC236}">
                      <a16:creationId xmlns:a16="http://schemas.microsoft.com/office/drawing/2014/main" id="{BA4984BD-92DF-21EE-54E2-C6AABC70A6D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Rectangle: Rounded Corners 191">
                  <a:extLst>
                    <a:ext uri="{FF2B5EF4-FFF2-40B4-BE49-F238E27FC236}">
                      <a16:creationId xmlns:a16="http://schemas.microsoft.com/office/drawing/2014/main" id="{BC1E5E03-59A0-821C-359D-1AAE83C4EC59}"/>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Rectangle: Rounded Corners 192">
                  <a:extLst>
                    <a:ext uri="{FF2B5EF4-FFF2-40B4-BE49-F238E27FC236}">
                      <a16:creationId xmlns:a16="http://schemas.microsoft.com/office/drawing/2014/main" id="{C03EE1F4-72AC-F019-53B4-2D6B3E439D79}"/>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77" name="Group 176">
                <a:extLst>
                  <a:ext uri="{FF2B5EF4-FFF2-40B4-BE49-F238E27FC236}">
                    <a16:creationId xmlns:a16="http://schemas.microsoft.com/office/drawing/2014/main" id="{28D22AA8-3288-2822-9AAD-1A92166892F7}"/>
                  </a:ext>
                </a:extLst>
              </p:cNvPr>
              <p:cNvGrpSpPr/>
              <p:nvPr/>
            </p:nvGrpSpPr>
            <p:grpSpPr>
              <a:xfrm>
                <a:off x="3967163" y="5983284"/>
                <a:ext cx="2177954" cy="203200"/>
                <a:chOff x="4411662" y="1266827"/>
                <a:chExt cx="2177954" cy="203200"/>
              </a:xfrm>
              <a:solidFill>
                <a:schemeClr val="tx1"/>
              </a:solidFill>
            </p:grpSpPr>
            <p:sp>
              <p:nvSpPr>
                <p:cNvPr id="178" name="Rectangle: Rounded Corners 177">
                  <a:extLst>
                    <a:ext uri="{FF2B5EF4-FFF2-40B4-BE49-F238E27FC236}">
                      <a16:creationId xmlns:a16="http://schemas.microsoft.com/office/drawing/2014/main" id="{B4EE6B33-129B-AA9C-C312-01A96D4A7BBE}"/>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Rectangle: Rounded Corners 178">
                  <a:extLst>
                    <a:ext uri="{FF2B5EF4-FFF2-40B4-BE49-F238E27FC236}">
                      <a16:creationId xmlns:a16="http://schemas.microsoft.com/office/drawing/2014/main" id="{F913A06E-39B8-52E9-E4C4-3EAC408D758B}"/>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Rounded Corners 179">
                  <a:extLst>
                    <a:ext uri="{FF2B5EF4-FFF2-40B4-BE49-F238E27FC236}">
                      <a16:creationId xmlns:a16="http://schemas.microsoft.com/office/drawing/2014/main" id="{1070F0DE-0E19-03B5-9896-52F02A216ED8}"/>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1" name="Rectangle: Rounded Corners 180">
                  <a:extLst>
                    <a:ext uri="{FF2B5EF4-FFF2-40B4-BE49-F238E27FC236}">
                      <a16:creationId xmlns:a16="http://schemas.microsoft.com/office/drawing/2014/main" id="{55A9DCCB-0D4B-A28D-C074-9FC71746192B}"/>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Rectangle: Rounded Corners 181">
                  <a:extLst>
                    <a:ext uri="{FF2B5EF4-FFF2-40B4-BE49-F238E27FC236}">
                      <a16:creationId xmlns:a16="http://schemas.microsoft.com/office/drawing/2014/main" id="{6DE53D7D-744E-AAD6-A205-DCB29FB5173D}"/>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Rectangle: Rounded Corners 182">
                  <a:extLst>
                    <a:ext uri="{FF2B5EF4-FFF2-40B4-BE49-F238E27FC236}">
                      <a16:creationId xmlns:a16="http://schemas.microsoft.com/office/drawing/2014/main" id="{17798729-AC85-4996-CE1D-26B579604047}"/>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Rectangle: Rounded Corners 183">
                  <a:extLst>
                    <a:ext uri="{FF2B5EF4-FFF2-40B4-BE49-F238E27FC236}">
                      <a16:creationId xmlns:a16="http://schemas.microsoft.com/office/drawing/2014/main" id="{05B70A4A-7295-CBED-CCB8-190B0D15284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5" name="Rectangle: Rounded Corners 184">
                  <a:extLst>
                    <a:ext uri="{FF2B5EF4-FFF2-40B4-BE49-F238E27FC236}">
                      <a16:creationId xmlns:a16="http://schemas.microsoft.com/office/drawing/2014/main" id="{5801380C-7FDC-2AB1-9E46-5F7DF4F9B835}"/>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4" name="Group 193">
              <a:extLst>
                <a:ext uri="{FF2B5EF4-FFF2-40B4-BE49-F238E27FC236}">
                  <a16:creationId xmlns:a16="http://schemas.microsoft.com/office/drawing/2014/main" id="{C5B36684-8692-027C-A273-12F55528044A}"/>
                </a:ext>
              </a:extLst>
            </p:cNvPr>
            <p:cNvGrpSpPr/>
            <p:nvPr/>
          </p:nvGrpSpPr>
          <p:grpSpPr>
            <a:xfrm>
              <a:off x="22628258" y="4130677"/>
              <a:ext cx="2324893" cy="2055807"/>
              <a:chOff x="3967162" y="4130677"/>
              <a:chExt cx="2324893" cy="2055807"/>
            </a:xfrm>
          </p:grpSpPr>
          <p:sp>
            <p:nvSpPr>
              <p:cNvPr id="195" name="Rectangle: Rounded Corners 194">
                <a:extLst>
                  <a:ext uri="{FF2B5EF4-FFF2-40B4-BE49-F238E27FC236}">
                    <a16:creationId xmlns:a16="http://schemas.microsoft.com/office/drawing/2014/main" id="{F1E4F2B2-BA30-7CE0-338C-15817C79F847}"/>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96" name="Group 195">
                <a:extLst>
                  <a:ext uri="{FF2B5EF4-FFF2-40B4-BE49-F238E27FC236}">
                    <a16:creationId xmlns:a16="http://schemas.microsoft.com/office/drawing/2014/main" id="{F1221473-0691-8106-6F1E-2BAC48E46A1C}"/>
                  </a:ext>
                </a:extLst>
              </p:cNvPr>
              <p:cNvGrpSpPr/>
              <p:nvPr/>
            </p:nvGrpSpPr>
            <p:grpSpPr>
              <a:xfrm>
                <a:off x="3967162" y="4130677"/>
                <a:ext cx="2177954" cy="203200"/>
                <a:chOff x="4411662" y="1266827"/>
                <a:chExt cx="2177954" cy="203200"/>
              </a:xfrm>
              <a:solidFill>
                <a:schemeClr val="tx1"/>
              </a:solidFill>
            </p:grpSpPr>
            <p:sp>
              <p:nvSpPr>
                <p:cNvPr id="206" name="Rectangle: Rounded Corners 205">
                  <a:extLst>
                    <a:ext uri="{FF2B5EF4-FFF2-40B4-BE49-F238E27FC236}">
                      <a16:creationId xmlns:a16="http://schemas.microsoft.com/office/drawing/2014/main" id="{D66ED26F-8BE5-5624-E346-6B42842B0652}"/>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Rectangle: Rounded Corners 206">
                  <a:extLst>
                    <a:ext uri="{FF2B5EF4-FFF2-40B4-BE49-F238E27FC236}">
                      <a16:creationId xmlns:a16="http://schemas.microsoft.com/office/drawing/2014/main" id="{2486C58C-4EE9-BA68-43A6-416AD9F2AF20}"/>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Rectangle: Rounded Corners 207">
                  <a:extLst>
                    <a:ext uri="{FF2B5EF4-FFF2-40B4-BE49-F238E27FC236}">
                      <a16:creationId xmlns:a16="http://schemas.microsoft.com/office/drawing/2014/main" id="{E5250B44-03D8-8253-C3E3-5C3E7CC5954B}"/>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 name="Rectangle: Rounded Corners 208">
                  <a:extLst>
                    <a:ext uri="{FF2B5EF4-FFF2-40B4-BE49-F238E27FC236}">
                      <a16:creationId xmlns:a16="http://schemas.microsoft.com/office/drawing/2014/main" id="{CF5081A8-2466-B2CF-54E8-17AED82ABD79}"/>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0" name="Rectangle: Rounded Corners 209">
                  <a:extLst>
                    <a:ext uri="{FF2B5EF4-FFF2-40B4-BE49-F238E27FC236}">
                      <a16:creationId xmlns:a16="http://schemas.microsoft.com/office/drawing/2014/main" id="{73CE64DC-22E3-47A8-1C2D-388CD2D31894}"/>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1" name="Rectangle: Rounded Corners 210">
                  <a:extLst>
                    <a:ext uri="{FF2B5EF4-FFF2-40B4-BE49-F238E27FC236}">
                      <a16:creationId xmlns:a16="http://schemas.microsoft.com/office/drawing/2014/main" id="{F7A7B44E-5DFE-3B71-7A14-3C5CB7A911EB}"/>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2" name="Rectangle: Rounded Corners 211">
                  <a:extLst>
                    <a:ext uri="{FF2B5EF4-FFF2-40B4-BE49-F238E27FC236}">
                      <a16:creationId xmlns:a16="http://schemas.microsoft.com/office/drawing/2014/main" id="{884BA21C-13BE-D636-D55E-6A0BD932B3B7}"/>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3" name="Rectangle: Rounded Corners 212">
                  <a:extLst>
                    <a:ext uri="{FF2B5EF4-FFF2-40B4-BE49-F238E27FC236}">
                      <a16:creationId xmlns:a16="http://schemas.microsoft.com/office/drawing/2014/main" id="{F578740E-A2AA-EBF3-6FA8-8F8C539EE31A}"/>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97" name="Group 196">
                <a:extLst>
                  <a:ext uri="{FF2B5EF4-FFF2-40B4-BE49-F238E27FC236}">
                    <a16:creationId xmlns:a16="http://schemas.microsoft.com/office/drawing/2014/main" id="{E9A85CD7-8507-8FC5-EF6A-4D73614FB0A3}"/>
                  </a:ext>
                </a:extLst>
              </p:cNvPr>
              <p:cNvGrpSpPr/>
              <p:nvPr/>
            </p:nvGrpSpPr>
            <p:grpSpPr>
              <a:xfrm>
                <a:off x="3967163" y="5983284"/>
                <a:ext cx="2177954" cy="203200"/>
                <a:chOff x="4411662" y="1266827"/>
                <a:chExt cx="2177954" cy="203200"/>
              </a:xfrm>
              <a:solidFill>
                <a:schemeClr val="tx1"/>
              </a:solidFill>
            </p:grpSpPr>
            <p:sp>
              <p:nvSpPr>
                <p:cNvPr id="198" name="Rectangle: Rounded Corners 197">
                  <a:extLst>
                    <a:ext uri="{FF2B5EF4-FFF2-40B4-BE49-F238E27FC236}">
                      <a16:creationId xmlns:a16="http://schemas.microsoft.com/office/drawing/2014/main" id="{083BB99D-2ACB-ECAB-1EB8-922476FD4856}"/>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Rectangle: Rounded Corners 198">
                  <a:extLst>
                    <a:ext uri="{FF2B5EF4-FFF2-40B4-BE49-F238E27FC236}">
                      <a16:creationId xmlns:a16="http://schemas.microsoft.com/office/drawing/2014/main" id="{F878D736-B288-EA44-35CB-42AD0D19535E}"/>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Rectangle: Rounded Corners 199">
                  <a:extLst>
                    <a:ext uri="{FF2B5EF4-FFF2-40B4-BE49-F238E27FC236}">
                      <a16:creationId xmlns:a16="http://schemas.microsoft.com/office/drawing/2014/main" id="{5AF4E21C-A4B2-49BF-009C-5AD8C61AF893}"/>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1" name="Rectangle: Rounded Corners 200">
                  <a:extLst>
                    <a:ext uri="{FF2B5EF4-FFF2-40B4-BE49-F238E27FC236}">
                      <a16:creationId xmlns:a16="http://schemas.microsoft.com/office/drawing/2014/main" id="{F2F259D6-78C0-106B-DAFD-E65B68B6E381}"/>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2" name="Rectangle: Rounded Corners 201">
                  <a:extLst>
                    <a:ext uri="{FF2B5EF4-FFF2-40B4-BE49-F238E27FC236}">
                      <a16:creationId xmlns:a16="http://schemas.microsoft.com/office/drawing/2014/main" id="{D06D4D69-14D4-7A2C-D3A1-F05DA42682D5}"/>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 name="Rectangle: Rounded Corners 202">
                  <a:extLst>
                    <a:ext uri="{FF2B5EF4-FFF2-40B4-BE49-F238E27FC236}">
                      <a16:creationId xmlns:a16="http://schemas.microsoft.com/office/drawing/2014/main" id="{346D9AE0-3AA8-A4E9-27E2-A56909387039}"/>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Rectangle: Rounded Corners 203">
                  <a:extLst>
                    <a:ext uri="{FF2B5EF4-FFF2-40B4-BE49-F238E27FC236}">
                      <a16:creationId xmlns:a16="http://schemas.microsoft.com/office/drawing/2014/main" id="{F3A2A24D-94A0-35F4-5CF8-69BF4B526A05}"/>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Rectangle: Rounded Corners 204">
                  <a:extLst>
                    <a:ext uri="{FF2B5EF4-FFF2-40B4-BE49-F238E27FC236}">
                      <a16:creationId xmlns:a16="http://schemas.microsoft.com/office/drawing/2014/main" id="{EA242D16-E4B7-032F-4A14-E93CC3AC46FD}"/>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4" name="Group 213">
              <a:extLst>
                <a:ext uri="{FF2B5EF4-FFF2-40B4-BE49-F238E27FC236}">
                  <a16:creationId xmlns:a16="http://schemas.microsoft.com/office/drawing/2014/main" id="{660092E9-1BBF-5321-711D-FC69D2165E67}"/>
                </a:ext>
              </a:extLst>
            </p:cNvPr>
            <p:cNvGrpSpPr/>
            <p:nvPr/>
          </p:nvGrpSpPr>
          <p:grpSpPr>
            <a:xfrm>
              <a:off x="24960895" y="4130677"/>
              <a:ext cx="2324893" cy="2055807"/>
              <a:chOff x="3967162" y="4130677"/>
              <a:chExt cx="2324893" cy="2055807"/>
            </a:xfrm>
          </p:grpSpPr>
          <p:sp>
            <p:nvSpPr>
              <p:cNvPr id="215" name="Rectangle: Rounded Corners 214">
                <a:extLst>
                  <a:ext uri="{FF2B5EF4-FFF2-40B4-BE49-F238E27FC236}">
                    <a16:creationId xmlns:a16="http://schemas.microsoft.com/office/drawing/2014/main" id="{83C06A84-6188-2812-5B29-E20163CCF21A}"/>
                  </a:ext>
                </a:extLst>
              </p:cNvPr>
              <p:cNvSpPr/>
              <p:nvPr/>
            </p:nvSpPr>
            <p:spPr>
              <a:xfrm>
                <a:off x="4111624" y="4391024"/>
                <a:ext cx="2180431" cy="1535113"/>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6" name="Group 215">
                <a:extLst>
                  <a:ext uri="{FF2B5EF4-FFF2-40B4-BE49-F238E27FC236}">
                    <a16:creationId xmlns:a16="http://schemas.microsoft.com/office/drawing/2014/main" id="{28B7F00C-89DF-9987-5FC6-02005AE86B3F}"/>
                  </a:ext>
                </a:extLst>
              </p:cNvPr>
              <p:cNvGrpSpPr/>
              <p:nvPr/>
            </p:nvGrpSpPr>
            <p:grpSpPr>
              <a:xfrm>
                <a:off x="3967162" y="4130677"/>
                <a:ext cx="2177954" cy="203200"/>
                <a:chOff x="4411662" y="1266827"/>
                <a:chExt cx="2177954" cy="203200"/>
              </a:xfrm>
              <a:solidFill>
                <a:schemeClr val="tx1"/>
              </a:solidFill>
            </p:grpSpPr>
            <p:sp>
              <p:nvSpPr>
                <p:cNvPr id="226" name="Rectangle: Rounded Corners 225">
                  <a:extLst>
                    <a:ext uri="{FF2B5EF4-FFF2-40B4-BE49-F238E27FC236}">
                      <a16:creationId xmlns:a16="http://schemas.microsoft.com/office/drawing/2014/main" id="{DA909714-1975-8785-4413-25A32F260527}"/>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Rectangle: Rounded Corners 226">
                  <a:extLst>
                    <a:ext uri="{FF2B5EF4-FFF2-40B4-BE49-F238E27FC236}">
                      <a16:creationId xmlns:a16="http://schemas.microsoft.com/office/drawing/2014/main" id="{D8A42D3B-056C-3557-EF59-CF30160CAAA5}"/>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Rectangle: Rounded Corners 227">
                  <a:extLst>
                    <a:ext uri="{FF2B5EF4-FFF2-40B4-BE49-F238E27FC236}">
                      <a16:creationId xmlns:a16="http://schemas.microsoft.com/office/drawing/2014/main" id="{5B3D0028-A135-3AA4-9116-88DB427911D9}"/>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Rounded Corners 228">
                  <a:extLst>
                    <a:ext uri="{FF2B5EF4-FFF2-40B4-BE49-F238E27FC236}">
                      <a16:creationId xmlns:a16="http://schemas.microsoft.com/office/drawing/2014/main" id="{B86B58B5-6CE6-D3E5-5DE1-1B22D8645C0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Rectangle: Rounded Corners 229">
                  <a:extLst>
                    <a:ext uri="{FF2B5EF4-FFF2-40B4-BE49-F238E27FC236}">
                      <a16:creationId xmlns:a16="http://schemas.microsoft.com/office/drawing/2014/main" id="{583A9566-BA80-E548-11DB-0DC2430A0AEE}"/>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Rectangle: Rounded Corners 230">
                  <a:extLst>
                    <a:ext uri="{FF2B5EF4-FFF2-40B4-BE49-F238E27FC236}">
                      <a16:creationId xmlns:a16="http://schemas.microsoft.com/office/drawing/2014/main" id="{AFAD8DAC-96F1-C028-5A0F-2BFF7EC9ABA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Rectangle: Rounded Corners 231">
                  <a:extLst>
                    <a:ext uri="{FF2B5EF4-FFF2-40B4-BE49-F238E27FC236}">
                      <a16:creationId xmlns:a16="http://schemas.microsoft.com/office/drawing/2014/main" id="{3F0F69C1-79DE-E1A8-EEAA-EFDFD2268F0D}"/>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Rectangle: Rounded Corners 232">
                  <a:extLst>
                    <a:ext uri="{FF2B5EF4-FFF2-40B4-BE49-F238E27FC236}">
                      <a16:creationId xmlns:a16="http://schemas.microsoft.com/office/drawing/2014/main" id="{2109C02E-9032-B1EE-0BCE-F7871418391E}"/>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7" name="Group 216">
                <a:extLst>
                  <a:ext uri="{FF2B5EF4-FFF2-40B4-BE49-F238E27FC236}">
                    <a16:creationId xmlns:a16="http://schemas.microsoft.com/office/drawing/2014/main" id="{28B225D0-DB30-77B5-486B-FAE38420DCF2}"/>
                  </a:ext>
                </a:extLst>
              </p:cNvPr>
              <p:cNvGrpSpPr/>
              <p:nvPr/>
            </p:nvGrpSpPr>
            <p:grpSpPr>
              <a:xfrm>
                <a:off x="3967163" y="5983284"/>
                <a:ext cx="2177954" cy="203200"/>
                <a:chOff x="4411662" y="1266827"/>
                <a:chExt cx="2177954" cy="203200"/>
              </a:xfrm>
              <a:solidFill>
                <a:schemeClr val="tx1"/>
              </a:solidFill>
            </p:grpSpPr>
            <p:sp>
              <p:nvSpPr>
                <p:cNvPr id="218" name="Rectangle: Rounded Corners 217">
                  <a:extLst>
                    <a:ext uri="{FF2B5EF4-FFF2-40B4-BE49-F238E27FC236}">
                      <a16:creationId xmlns:a16="http://schemas.microsoft.com/office/drawing/2014/main" id="{F8DA09FB-06EE-BABA-14AA-9364EFC20E1D}"/>
                    </a:ext>
                  </a:extLst>
                </p:cNvPr>
                <p:cNvSpPr/>
                <p:nvPr/>
              </p:nvSpPr>
              <p:spPr>
                <a:xfrm>
                  <a:off x="470227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Rectangle: Rounded Corners 218">
                  <a:extLst>
                    <a:ext uri="{FF2B5EF4-FFF2-40B4-BE49-F238E27FC236}">
                      <a16:creationId xmlns:a16="http://schemas.microsoft.com/office/drawing/2014/main" id="{00D2FD06-1B65-86C3-33E1-6565A987DE21}"/>
                    </a:ext>
                  </a:extLst>
                </p:cNvPr>
                <p:cNvSpPr/>
                <p:nvPr/>
              </p:nvSpPr>
              <p:spPr>
                <a:xfrm>
                  <a:off x="499288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Rectangle: Rounded Corners 219">
                  <a:extLst>
                    <a:ext uri="{FF2B5EF4-FFF2-40B4-BE49-F238E27FC236}">
                      <a16:creationId xmlns:a16="http://schemas.microsoft.com/office/drawing/2014/main" id="{4A29319F-55AF-E961-DD92-BC04B16BEE5A}"/>
                    </a:ext>
                  </a:extLst>
                </p:cNvPr>
                <p:cNvSpPr/>
                <p:nvPr/>
              </p:nvSpPr>
              <p:spPr>
                <a:xfrm>
                  <a:off x="5283498"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1" name="Rectangle: Rounded Corners 220">
                  <a:extLst>
                    <a:ext uri="{FF2B5EF4-FFF2-40B4-BE49-F238E27FC236}">
                      <a16:creationId xmlns:a16="http://schemas.microsoft.com/office/drawing/2014/main" id="{4FD4AC80-342A-4563-16DA-41E54AC3256A}"/>
                    </a:ext>
                  </a:extLst>
                </p:cNvPr>
                <p:cNvSpPr/>
                <p:nvPr/>
              </p:nvSpPr>
              <p:spPr>
                <a:xfrm>
                  <a:off x="5574110"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Rectangle: Rounded Corners 221">
                  <a:extLst>
                    <a:ext uri="{FF2B5EF4-FFF2-40B4-BE49-F238E27FC236}">
                      <a16:creationId xmlns:a16="http://schemas.microsoft.com/office/drawing/2014/main" id="{4754A672-D8BC-DC74-0783-4650894AF0DB}"/>
                    </a:ext>
                  </a:extLst>
                </p:cNvPr>
                <p:cNvSpPr/>
                <p:nvPr/>
              </p:nvSpPr>
              <p:spPr>
                <a:xfrm>
                  <a:off x="586472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Rectangle: Rounded Corners 222">
                  <a:extLst>
                    <a:ext uri="{FF2B5EF4-FFF2-40B4-BE49-F238E27FC236}">
                      <a16:creationId xmlns:a16="http://schemas.microsoft.com/office/drawing/2014/main" id="{58113FC7-6AF5-D353-0E72-F4FF3CAA9C91}"/>
                    </a:ext>
                  </a:extLst>
                </p:cNvPr>
                <p:cNvSpPr/>
                <p:nvPr/>
              </p:nvSpPr>
              <p:spPr>
                <a:xfrm>
                  <a:off x="6155334"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Rectangle: Rounded Corners 223">
                  <a:extLst>
                    <a:ext uri="{FF2B5EF4-FFF2-40B4-BE49-F238E27FC236}">
                      <a16:creationId xmlns:a16="http://schemas.microsoft.com/office/drawing/2014/main" id="{B5C8E9D2-4D67-BF5B-3E8A-1EE616166981}"/>
                    </a:ext>
                  </a:extLst>
                </p:cNvPr>
                <p:cNvSpPr/>
                <p:nvPr/>
              </p:nvSpPr>
              <p:spPr>
                <a:xfrm>
                  <a:off x="6445946"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Rectangle: Rounded Corners 224">
                  <a:extLst>
                    <a:ext uri="{FF2B5EF4-FFF2-40B4-BE49-F238E27FC236}">
                      <a16:creationId xmlns:a16="http://schemas.microsoft.com/office/drawing/2014/main" id="{C45EC135-55C2-A0EB-4384-6FF0211A55BC}"/>
                    </a:ext>
                  </a:extLst>
                </p:cNvPr>
                <p:cNvSpPr/>
                <p:nvPr/>
              </p:nvSpPr>
              <p:spPr>
                <a:xfrm>
                  <a:off x="4411662" y="1266827"/>
                  <a:ext cx="143670" cy="203200"/>
                </a:xfrm>
                <a:prstGeom prst="roundRect">
                  <a:avLst>
                    <a:gd name="adj" fmla="val 2826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8" name="Group 7">
            <a:extLst>
              <a:ext uri="{FF2B5EF4-FFF2-40B4-BE49-F238E27FC236}">
                <a16:creationId xmlns:a16="http://schemas.microsoft.com/office/drawing/2014/main" id="{DFB3C701-D6FB-0F95-21E4-DFA56AD21452}"/>
              </a:ext>
            </a:extLst>
          </p:cNvPr>
          <p:cNvGrpSpPr/>
          <p:nvPr/>
        </p:nvGrpSpPr>
        <p:grpSpPr>
          <a:xfrm>
            <a:off x="1064382" y="2609850"/>
            <a:ext cx="3842090" cy="2699711"/>
            <a:chOff x="1064382" y="2609850"/>
            <a:chExt cx="3842090" cy="2699711"/>
          </a:xfrm>
        </p:grpSpPr>
        <p:sp>
          <p:nvSpPr>
            <p:cNvPr id="237" name="Rectangle: Rounded Corners 236">
              <a:extLst>
                <a:ext uri="{FF2B5EF4-FFF2-40B4-BE49-F238E27FC236}">
                  <a16:creationId xmlns:a16="http://schemas.microsoft.com/office/drawing/2014/main" id="{555DF18F-062C-03D2-5F53-64231559D1C1}"/>
                </a:ext>
              </a:extLst>
            </p:cNvPr>
            <p:cNvSpPr/>
            <p:nvPr/>
          </p:nvSpPr>
          <p:spPr>
            <a:xfrm>
              <a:off x="1071880" y="2609850"/>
              <a:ext cx="3834592" cy="2699710"/>
            </a:xfrm>
            <a:prstGeom prst="roundRect">
              <a:avLst>
                <a:gd name="adj" fmla="val 738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4" name="Freeform: Shape 253">
              <a:extLst>
                <a:ext uri="{FF2B5EF4-FFF2-40B4-BE49-F238E27FC236}">
                  <a16:creationId xmlns:a16="http://schemas.microsoft.com/office/drawing/2014/main" id="{00F0FC8C-CF44-C172-1C6F-85380AC22B0E}"/>
                </a:ext>
              </a:extLst>
            </p:cNvPr>
            <p:cNvSpPr/>
            <p:nvPr/>
          </p:nvSpPr>
          <p:spPr>
            <a:xfrm>
              <a:off x="1064382" y="3489329"/>
              <a:ext cx="3606460" cy="1820232"/>
            </a:xfrm>
            <a:custGeom>
              <a:avLst/>
              <a:gdLst>
                <a:gd name="connsiteX0" fmla="*/ 0 w 3054177"/>
                <a:gd name="connsiteY0" fmla="*/ 0 h 1541487"/>
                <a:gd name="connsiteX1" fmla="*/ 2197 w 3054177"/>
                <a:gd name="connsiteY1" fmla="*/ 4311 h 1541487"/>
                <a:gd name="connsiteX2" fmla="*/ 19238 w 3054177"/>
                <a:gd name="connsiteY2" fmla="*/ 23553 h 1541487"/>
                <a:gd name="connsiteX3" fmla="*/ 133538 w 3054177"/>
                <a:gd name="connsiteY3" fmla="*/ 93403 h 1541487"/>
                <a:gd name="connsiteX4" fmla="*/ 228788 w 3054177"/>
                <a:gd name="connsiteY4" fmla="*/ 182303 h 1541487"/>
                <a:gd name="connsiteX5" fmla="*/ 349438 w 3054177"/>
                <a:gd name="connsiteY5" fmla="*/ 233103 h 1541487"/>
                <a:gd name="connsiteX6" fmla="*/ 482788 w 3054177"/>
                <a:gd name="connsiteY6" fmla="*/ 277553 h 1541487"/>
                <a:gd name="connsiteX7" fmla="*/ 597088 w 3054177"/>
                <a:gd name="connsiteY7" fmla="*/ 366453 h 1541487"/>
                <a:gd name="connsiteX8" fmla="*/ 711388 w 3054177"/>
                <a:gd name="connsiteY8" fmla="*/ 436303 h 1541487"/>
                <a:gd name="connsiteX9" fmla="*/ 838388 w 3054177"/>
                <a:gd name="connsiteY9" fmla="*/ 480753 h 1541487"/>
                <a:gd name="connsiteX10" fmla="*/ 978088 w 3054177"/>
                <a:gd name="connsiteY10" fmla="*/ 544253 h 1541487"/>
                <a:gd name="connsiteX11" fmla="*/ 1079688 w 3054177"/>
                <a:gd name="connsiteY11" fmla="*/ 626803 h 1541487"/>
                <a:gd name="connsiteX12" fmla="*/ 1206688 w 3054177"/>
                <a:gd name="connsiteY12" fmla="*/ 703003 h 1541487"/>
                <a:gd name="connsiteX13" fmla="*/ 1320988 w 3054177"/>
                <a:gd name="connsiteY13" fmla="*/ 747453 h 1541487"/>
                <a:gd name="connsiteX14" fmla="*/ 1479738 w 3054177"/>
                <a:gd name="connsiteY14" fmla="*/ 817303 h 1541487"/>
                <a:gd name="connsiteX15" fmla="*/ 1619438 w 3054177"/>
                <a:gd name="connsiteY15" fmla="*/ 893503 h 1541487"/>
                <a:gd name="connsiteX16" fmla="*/ 1721038 w 3054177"/>
                <a:gd name="connsiteY16" fmla="*/ 963353 h 1541487"/>
                <a:gd name="connsiteX17" fmla="*/ 1841688 w 3054177"/>
                <a:gd name="connsiteY17" fmla="*/ 982403 h 1541487"/>
                <a:gd name="connsiteX18" fmla="*/ 1943288 w 3054177"/>
                <a:gd name="connsiteY18" fmla="*/ 1020503 h 1541487"/>
                <a:gd name="connsiteX19" fmla="*/ 2032188 w 3054177"/>
                <a:gd name="connsiteY19" fmla="*/ 1077653 h 1541487"/>
                <a:gd name="connsiteX20" fmla="*/ 2178238 w 3054177"/>
                <a:gd name="connsiteY20" fmla="*/ 1166553 h 1541487"/>
                <a:gd name="connsiteX21" fmla="*/ 2254438 w 3054177"/>
                <a:gd name="connsiteY21" fmla="*/ 1191953 h 1541487"/>
                <a:gd name="connsiteX22" fmla="*/ 2343338 w 3054177"/>
                <a:gd name="connsiteY22" fmla="*/ 1236403 h 1541487"/>
                <a:gd name="connsiteX23" fmla="*/ 2406838 w 3054177"/>
                <a:gd name="connsiteY23" fmla="*/ 1274503 h 1541487"/>
                <a:gd name="connsiteX24" fmla="*/ 2546538 w 3054177"/>
                <a:gd name="connsiteY24" fmla="*/ 1331653 h 1541487"/>
                <a:gd name="connsiteX25" fmla="*/ 2654488 w 3054177"/>
                <a:gd name="connsiteY25" fmla="*/ 1369753 h 1541487"/>
                <a:gd name="connsiteX26" fmla="*/ 2800538 w 3054177"/>
                <a:gd name="connsiteY26" fmla="*/ 1458653 h 1541487"/>
                <a:gd name="connsiteX27" fmla="*/ 2984688 w 3054177"/>
                <a:gd name="connsiteY27" fmla="*/ 1522153 h 1541487"/>
                <a:gd name="connsiteX28" fmla="*/ 3035488 w 3054177"/>
                <a:gd name="connsiteY28" fmla="*/ 1535647 h 1541487"/>
                <a:gd name="connsiteX29" fmla="*/ 3054177 w 3054177"/>
                <a:gd name="connsiteY29" fmla="*/ 1541487 h 1541487"/>
                <a:gd name="connsiteX30" fmla="*/ 168819 w 3054177"/>
                <a:gd name="connsiteY30" fmla="*/ 1541487 h 1541487"/>
                <a:gd name="connsiteX31" fmla="*/ 0 w 3054177"/>
                <a:gd name="connsiteY31" fmla="*/ 1372668 h 154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54177" h="1541487">
                  <a:moveTo>
                    <a:pt x="0" y="0"/>
                  </a:moveTo>
                  <a:lnTo>
                    <a:pt x="2197" y="4311"/>
                  </a:lnTo>
                  <a:cubicBezTo>
                    <a:pt x="8109" y="14061"/>
                    <a:pt x="13814" y="21040"/>
                    <a:pt x="19238" y="23553"/>
                  </a:cubicBezTo>
                  <a:cubicBezTo>
                    <a:pt x="62630" y="43661"/>
                    <a:pt x="98613" y="66945"/>
                    <a:pt x="133538" y="93403"/>
                  </a:cubicBezTo>
                  <a:cubicBezTo>
                    <a:pt x="168463" y="119861"/>
                    <a:pt x="192805" y="159020"/>
                    <a:pt x="228788" y="182303"/>
                  </a:cubicBezTo>
                  <a:cubicBezTo>
                    <a:pt x="264771" y="205586"/>
                    <a:pt x="307105" y="217228"/>
                    <a:pt x="349438" y="233103"/>
                  </a:cubicBezTo>
                  <a:cubicBezTo>
                    <a:pt x="391771" y="248978"/>
                    <a:pt x="441513" y="255328"/>
                    <a:pt x="482788" y="277553"/>
                  </a:cubicBezTo>
                  <a:cubicBezTo>
                    <a:pt x="524063" y="299778"/>
                    <a:pt x="558988" y="339995"/>
                    <a:pt x="597088" y="366453"/>
                  </a:cubicBezTo>
                  <a:cubicBezTo>
                    <a:pt x="635188" y="392911"/>
                    <a:pt x="671171" y="417253"/>
                    <a:pt x="711388" y="436303"/>
                  </a:cubicBezTo>
                  <a:cubicBezTo>
                    <a:pt x="751605" y="455353"/>
                    <a:pt x="793938" y="462761"/>
                    <a:pt x="838388" y="480753"/>
                  </a:cubicBezTo>
                  <a:cubicBezTo>
                    <a:pt x="882838" y="498745"/>
                    <a:pt x="937871" y="519911"/>
                    <a:pt x="978088" y="544253"/>
                  </a:cubicBezTo>
                  <a:cubicBezTo>
                    <a:pt x="1018305" y="568595"/>
                    <a:pt x="1041588" y="600345"/>
                    <a:pt x="1079688" y="626803"/>
                  </a:cubicBezTo>
                  <a:cubicBezTo>
                    <a:pt x="1117788" y="653261"/>
                    <a:pt x="1166471" y="682895"/>
                    <a:pt x="1206688" y="703003"/>
                  </a:cubicBezTo>
                  <a:cubicBezTo>
                    <a:pt x="1246905" y="723111"/>
                    <a:pt x="1275480" y="728403"/>
                    <a:pt x="1320988" y="747453"/>
                  </a:cubicBezTo>
                  <a:cubicBezTo>
                    <a:pt x="1366496" y="766503"/>
                    <a:pt x="1429996" y="792961"/>
                    <a:pt x="1479738" y="817303"/>
                  </a:cubicBezTo>
                  <a:cubicBezTo>
                    <a:pt x="1529480" y="841645"/>
                    <a:pt x="1579221" y="869161"/>
                    <a:pt x="1619438" y="893503"/>
                  </a:cubicBezTo>
                  <a:cubicBezTo>
                    <a:pt x="1659655" y="917845"/>
                    <a:pt x="1683996" y="948536"/>
                    <a:pt x="1721038" y="963353"/>
                  </a:cubicBezTo>
                  <a:cubicBezTo>
                    <a:pt x="1758080" y="978170"/>
                    <a:pt x="1804646" y="972878"/>
                    <a:pt x="1841688" y="982403"/>
                  </a:cubicBezTo>
                  <a:cubicBezTo>
                    <a:pt x="1878730" y="991928"/>
                    <a:pt x="1911538" y="1004628"/>
                    <a:pt x="1943288" y="1020503"/>
                  </a:cubicBezTo>
                  <a:cubicBezTo>
                    <a:pt x="1975038" y="1036378"/>
                    <a:pt x="2032188" y="1077653"/>
                    <a:pt x="2032188" y="1077653"/>
                  </a:cubicBezTo>
                  <a:cubicBezTo>
                    <a:pt x="2071346" y="1101995"/>
                    <a:pt x="2141196" y="1147503"/>
                    <a:pt x="2178238" y="1166553"/>
                  </a:cubicBezTo>
                  <a:cubicBezTo>
                    <a:pt x="2215280" y="1185603"/>
                    <a:pt x="2226921" y="1180311"/>
                    <a:pt x="2254438" y="1191953"/>
                  </a:cubicBezTo>
                  <a:cubicBezTo>
                    <a:pt x="2281955" y="1203595"/>
                    <a:pt x="2317938" y="1222645"/>
                    <a:pt x="2343338" y="1236403"/>
                  </a:cubicBezTo>
                  <a:cubicBezTo>
                    <a:pt x="2368738" y="1250161"/>
                    <a:pt x="2372971" y="1258628"/>
                    <a:pt x="2406838" y="1274503"/>
                  </a:cubicBezTo>
                  <a:cubicBezTo>
                    <a:pt x="2440705" y="1290378"/>
                    <a:pt x="2505263" y="1315778"/>
                    <a:pt x="2546538" y="1331653"/>
                  </a:cubicBezTo>
                  <a:cubicBezTo>
                    <a:pt x="2587813" y="1347528"/>
                    <a:pt x="2612155" y="1348586"/>
                    <a:pt x="2654488" y="1369753"/>
                  </a:cubicBezTo>
                  <a:cubicBezTo>
                    <a:pt x="2696821" y="1390920"/>
                    <a:pt x="2745505" y="1433253"/>
                    <a:pt x="2800538" y="1458653"/>
                  </a:cubicBezTo>
                  <a:cubicBezTo>
                    <a:pt x="2855571" y="1484053"/>
                    <a:pt x="2939180" y="1507336"/>
                    <a:pt x="2984688" y="1522153"/>
                  </a:cubicBezTo>
                  <a:cubicBezTo>
                    <a:pt x="3007442" y="1529562"/>
                    <a:pt x="3022524" y="1532737"/>
                    <a:pt x="3035488" y="1535647"/>
                  </a:cubicBezTo>
                  <a:lnTo>
                    <a:pt x="3054177" y="1541487"/>
                  </a:lnTo>
                  <a:lnTo>
                    <a:pt x="168819" y="1541487"/>
                  </a:lnTo>
                  <a:cubicBezTo>
                    <a:pt x="75583" y="1541487"/>
                    <a:pt x="0" y="1465904"/>
                    <a:pt x="0" y="1372668"/>
                  </a:cubicBezTo>
                  <a:close/>
                </a:path>
              </a:pathLst>
            </a:custGeom>
            <a:solidFill>
              <a:schemeClr val="accent6">
                <a:lumMod val="75000"/>
              </a:schemeClr>
            </a:solidFill>
            <a:ln w="28575">
              <a:solidFill>
                <a:srgbClr val="111B0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0" name="Freeform: Shape 249">
              <a:extLst>
                <a:ext uri="{FF2B5EF4-FFF2-40B4-BE49-F238E27FC236}">
                  <a16:creationId xmlns:a16="http://schemas.microsoft.com/office/drawing/2014/main" id="{EB42E9D0-72A9-0469-5DE1-8AE81F4B790F}"/>
                </a:ext>
              </a:extLst>
            </p:cNvPr>
            <p:cNvSpPr/>
            <p:nvPr/>
          </p:nvSpPr>
          <p:spPr>
            <a:xfrm>
              <a:off x="2091864" y="3090145"/>
              <a:ext cx="1387181" cy="1309299"/>
            </a:xfrm>
            <a:custGeom>
              <a:avLst/>
              <a:gdLst>
                <a:gd name="connsiteX0" fmla="*/ 266936 w 914984"/>
                <a:gd name="connsiteY0" fmla="*/ 808736 h 863613"/>
                <a:gd name="connsiteX1" fmla="*/ 378061 w 914984"/>
                <a:gd name="connsiteY1" fmla="*/ 853186 h 863613"/>
                <a:gd name="connsiteX2" fmla="*/ 517761 w 914984"/>
                <a:gd name="connsiteY2" fmla="*/ 862711 h 863613"/>
                <a:gd name="connsiteX3" fmla="*/ 619361 w 914984"/>
                <a:gd name="connsiteY3" fmla="*/ 837311 h 863613"/>
                <a:gd name="connsiteX4" fmla="*/ 752711 w 914984"/>
                <a:gd name="connsiteY4" fmla="*/ 780161 h 863613"/>
                <a:gd name="connsiteX5" fmla="*/ 809861 w 914984"/>
                <a:gd name="connsiteY5" fmla="*/ 694436 h 863613"/>
                <a:gd name="connsiteX6" fmla="*/ 873361 w 914984"/>
                <a:gd name="connsiteY6" fmla="*/ 611886 h 863613"/>
                <a:gd name="connsiteX7" fmla="*/ 901936 w 914984"/>
                <a:gd name="connsiteY7" fmla="*/ 497586 h 863613"/>
                <a:gd name="connsiteX8" fmla="*/ 914636 w 914984"/>
                <a:gd name="connsiteY8" fmla="*/ 421386 h 863613"/>
                <a:gd name="connsiteX9" fmla="*/ 889236 w 914984"/>
                <a:gd name="connsiteY9" fmla="*/ 310261 h 863613"/>
                <a:gd name="connsiteX10" fmla="*/ 857486 w 914984"/>
                <a:gd name="connsiteY10" fmla="*/ 240411 h 863613"/>
                <a:gd name="connsiteX11" fmla="*/ 832086 w 914984"/>
                <a:gd name="connsiteY11" fmla="*/ 170561 h 863613"/>
                <a:gd name="connsiteX12" fmla="*/ 771761 w 914984"/>
                <a:gd name="connsiteY12" fmla="*/ 116586 h 863613"/>
                <a:gd name="connsiteX13" fmla="*/ 692386 w 914984"/>
                <a:gd name="connsiteY13" fmla="*/ 59436 h 863613"/>
                <a:gd name="connsiteX14" fmla="*/ 606661 w 914984"/>
                <a:gd name="connsiteY14" fmla="*/ 14986 h 863613"/>
                <a:gd name="connsiteX15" fmla="*/ 486011 w 914984"/>
                <a:gd name="connsiteY15" fmla="*/ 5461 h 863613"/>
                <a:gd name="connsiteX16" fmla="*/ 384411 w 914984"/>
                <a:gd name="connsiteY16" fmla="*/ 2286 h 863613"/>
                <a:gd name="connsiteX17" fmla="*/ 282811 w 914984"/>
                <a:gd name="connsiteY17" fmla="*/ 40386 h 863613"/>
                <a:gd name="connsiteX18" fmla="*/ 212961 w 914984"/>
                <a:gd name="connsiteY18" fmla="*/ 49911 h 863613"/>
                <a:gd name="connsiteX19" fmla="*/ 146286 w 914984"/>
                <a:gd name="connsiteY19" fmla="*/ 94361 h 863613"/>
                <a:gd name="connsiteX20" fmla="*/ 105011 w 914984"/>
                <a:gd name="connsiteY20" fmla="*/ 167386 h 863613"/>
                <a:gd name="connsiteX21" fmla="*/ 51036 w 914984"/>
                <a:gd name="connsiteY21" fmla="*/ 221361 h 863613"/>
                <a:gd name="connsiteX22" fmla="*/ 16111 w 914984"/>
                <a:gd name="connsiteY22" fmla="*/ 300736 h 863613"/>
                <a:gd name="connsiteX23" fmla="*/ 236 w 914984"/>
                <a:gd name="connsiteY23" fmla="*/ 386461 h 863613"/>
                <a:gd name="connsiteX24" fmla="*/ 6586 w 914984"/>
                <a:gd name="connsiteY24" fmla="*/ 456311 h 863613"/>
                <a:gd name="connsiteX25" fmla="*/ 6586 w 914984"/>
                <a:gd name="connsiteY25" fmla="*/ 522986 h 863613"/>
                <a:gd name="connsiteX26" fmla="*/ 28811 w 914984"/>
                <a:gd name="connsiteY26" fmla="*/ 564261 h 863613"/>
                <a:gd name="connsiteX27" fmla="*/ 51036 w 914984"/>
                <a:gd name="connsiteY27" fmla="*/ 630936 h 863613"/>
                <a:gd name="connsiteX28" fmla="*/ 105011 w 914984"/>
                <a:gd name="connsiteY28" fmla="*/ 678561 h 863613"/>
                <a:gd name="connsiteX29" fmla="*/ 139936 w 914984"/>
                <a:gd name="connsiteY29" fmla="*/ 719836 h 863613"/>
                <a:gd name="connsiteX30" fmla="*/ 266936 w 914984"/>
                <a:gd name="connsiteY30" fmla="*/ 808736 h 8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14984" h="863613">
                  <a:moveTo>
                    <a:pt x="266936" y="808736"/>
                  </a:moveTo>
                  <a:cubicBezTo>
                    <a:pt x="306623" y="830961"/>
                    <a:pt x="336257" y="844190"/>
                    <a:pt x="378061" y="853186"/>
                  </a:cubicBezTo>
                  <a:cubicBezTo>
                    <a:pt x="419865" y="862182"/>
                    <a:pt x="477544" y="865357"/>
                    <a:pt x="517761" y="862711"/>
                  </a:cubicBezTo>
                  <a:cubicBezTo>
                    <a:pt x="557978" y="860065"/>
                    <a:pt x="580203" y="851069"/>
                    <a:pt x="619361" y="837311"/>
                  </a:cubicBezTo>
                  <a:cubicBezTo>
                    <a:pt x="658519" y="823553"/>
                    <a:pt x="720961" y="803973"/>
                    <a:pt x="752711" y="780161"/>
                  </a:cubicBezTo>
                  <a:cubicBezTo>
                    <a:pt x="784461" y="756349"/>
                    <a:pt x="789753" y="722482"/>
                    <a:pt x="809861" y="694436"/>
                  </a:cubicBezTo>
                  <a:cubicBezTo>
                    <a:pt x="829969" y="666390"/>
                    <a:pt x="858015" y="644694"/>
                    <a:pt x="873361" y="611886"/>
                  </a:cubicBezTo>
                  <a:cubicBezTo>
                    <a:pt x="888707" y="579078"/>
                    <a:pt x="895057" y="529336"/>
                    <a:pt x="901936" y="497586"/>
                  </a:cubicBezTo>
                  <a:cubicBezTo>
                    <a:pt x="908815" y="465836"/>
                    <a:pt x="916753" y="452607"/>
                    <a:pt x="914636" y="421386"/>
                  </a:cubicBezTo>
                  <a:cubicBezTo>
                    <a:pt x="912519" y="390165"/>
                    <a:pt x="898761" y="340423"/>
                    <a:pt x="889236" y="310261"/>
                  </a:cubicBezTo>
                  <a:cubicBezTo>
                    <a:pt x="879711" y="280099"/>
                    <a:pt x="867011" y="263694"/>
                    <a:pt x="857486" y="240411"/>
                  </a:cubicBezTo>
                  <a:cubicBezTo>
                    <a:pt x="847961" y="217128"/>
                    <a:pt x="846373" y="191198"/>
                    <a:pt x="832086" y="170561"/>
                  </a:cubicBezTo>
                  <a:cubicBezTo>
                    <a:pt x="817799" y="149924"/>
                    <a:pt x="795044" y="135107"/>
                    <a:pt x="771761" y="116586"/>
                  </a:cubicBezTo>
                  <a:cubicBezTo>
                    <a:pt x="748478" y="98065"/>
                    <a:pt x="719903" y="76369"/>
                    <a:pt x="692386" y="59436"/>
                  </a:cubicBezTo>
                  <a:cubicBezTo>
                    <a:pt x="664869" y="42503"/>
                    <a:pt x="641057" y="23982"/>
                    <a:pt x="606661" y="14986"/>
                  </a:cubicBezTo>
                  <a:cubicBezTo>
                    <a:pt x="572265" y="5990"/>
                    <a:pt x="523053" y="7578"/>
                    <a:pt x="486011" y="5461"/>
                  </a:cubicBezTo>
                  <a:cubicBezTo>
                    <a:pt x="448969" y="3344"/>
                    <a:pt x="418278" y="-3535"/>
                    <a:pt x="384411" y="2286"/>
                  </a:cubicBezTo>
                  <a:cubicBezTo>
                    <a:pt x="350544" y="8107"/>
                    <a:pt x="311386" y="32448"/>
                    <a:pt x="282811" y="40386"/>
                  </a:cubicBezTo>
                  <a:cubicBezTo>
                    <a:pt x="254236" y="48324"/>
                    <a:pt x="235715" y="40915"/>
                    <a:pt x="212961" y="49911"/>
                  </a:cubicBezTo>
                  <a:cubicBezTo>
                    <a:pt x="190207" y="58907"/>
                    <a:pt x="164278" y="74782"/>
                    <a:pt x="146286" y="94361"/>
                  </a:cubicBezTo>
                  <a:cubicBezTo>
                    <a:pt x="128294" y="113940"/>
                    <a:pt x="120886" y="146219"/>
                    <a:pt x="105011" y="167386"/>
                  </a:cubicBezTo>
                  <a:cubicBezTo>
                    <a:pt x="89136" y="188553"/>
                    <a:pt x="65853" y="199136"/>
                    <a:pt x="51036" y="221361"/>
                  </a:cubicBezTo>
                  <a:cubicBezTo>
                    <a:pt x="36219" y="243586"/>
                    <a:pt x="24578" y="273219"/>
                    <a:pt x="16111" y="300736"/>
                  </a:cubicBezTo>
                  <a:cubicBezTo>
                    <a:pt x="7644" y="328253"/>
                    <a:pt x="1823" y="360532"/>
                    <a:pt x="236" y="386461"/>
                  </a:cubicBezTo>
                  <a:cubicBezTo>
                    <a:pt x="-1352" y="412390"/>
                    <a:pt x="5528" y="433557"/>
                    <a:pt x="6586" y="456311"/>
                  </a:cubicBezTo>
                  <a:cubicBezTo>
                    <a:pt x="7644" y="479065"/>
                    <a:pt x="2882" y="504994"/>
                    <a:pt x="6586" y="522986"/>
                  </a:cubicBezTo>
                  <a:cubicBezTo>
                    <a:pt x="10290" y="540978"/>
                    <a:pt x="21403" y="546269"/>
                    <a:pt x="28811" y="564261"/>
                  </a:cubicBezTo>
                  <a:cubicBezTo>
                    <a:pt x="36219" y="582253"/>
                    <a:pt x="38336" y="611886"/>
                    <a:pt x="51036" y="630936"/>
                  </a:cubicBezTo>
                  <a:cubicBezTo>
                    <a:pt x="63736" y="649986"/>
                    <a:pt x="90194" y="663744"/>
                    <a:pt x="105011" y="678561"/>
                  </a:cubicBezTo>
                  <a:cubicBezTo>
                    <a:pt x="119828" y="693378"/>
                    <a:pt x="108715" y="696553"/>
                    <a:pt x="139936" y="719836"/>
                  </a:cubicBezTo>
                  <a:cubicBezTo>
                    <a:pt x="171157" y="743119"/>
                    <a:pt x="227249" y="786511"/>
                    <a:pt x="266936" y="808736"/>
                  </a:cubicBezTo>
                  <a:close/>
                </a:path>
              </a:pathLst>
            </a:cu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257" name="Straight Connector 256">
            <a:extLst>
              <a:ext uri="{FF2B5EF4-FFF2-40B4-BE49-F238E27FC236}">
                <a16:creationId xmlns:a16="http://schemas.microsoft.com/office/drawing/2014/main" id="{476B534A-D4D7-5EA4-47F1-EC4784CB11FF}"/>
              </a:ext>
            </a:extLst>
          </p:cNvPr>
          <p:cNvCxnSpPr/>
          <p:nvPr/>
        </p:nvCxnSpPr>
        <p:spPr>
          <a:xfrm flipV="1">
            <a:off x="1133475" y="641216"/>
            <a:ext cx="3766647" cy="199720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A66BD673-45FE-2EA6-C09C-856672C8FF01}"/>
              </a:ext>
            </a:extLst>
          </p:cNvPr>
          <p:cNvCxnSpPr/>
          <p:nvPr/>
        </p:nvCxnSpPr>
        <p:spPr>
          <a:xfrm flipV="1">
            <a:off x="4900122" y="1482652"/>
            <a:ext cx="1172394" cy="3737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797B5BDE-DC43-B1FA-7D78-8162C9DD33B9}"/>
              </a:ext>
            </a:extLst>
          </p:cNvPr>
          <p:cNvCxnSpPr/>
          <p:nvPr/>
        </p:nvCxnSpPr>
        <p:spPr>
          <a:xfrm>
            <a:off x="10715625" y="219075"/>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DCAF224B-EE59-8DDE-8D00-870F0068D3CA}"/>
                  </a:ext>
                </a:extLst>
              </p:cNvPr>
              <p:cNvSpPr txBox="1"/>
              <p:nvPr/>
            </p:nvSpPr>
            <p:spPr>
              <a:xfrm>
                <a:off x="11676446" y="13570"/>
                <a:ext cx="3345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𝑡</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262" name="TextBox 261">
                <a:extLst>
                  <a:ext uri="{FF2B5EF4-FFF2-40B4-BE49-F238E27FC236}">
                    <a16:creationId xmlns:a16="http://schemas.microsoft.com/office/drawing/2014/main" id="{DCAF224B-EE59-8DDE-8D00-870F0068D3CA}"/>
                  </a:ext>
                </a:extLst>
              </p:cNvPr>
              <p:cNvSpPr txBox="1">
                <a:spLocks noRot="1" noChangeAspect="1" noMove="1" noResize="1" noEditPoints="1" noAdjustHandles="1" noChangeArrowheads="1" noChangeShapeType="1" noTextEdit="1"/>
              </p:cNvSpPr>
              <p:nvPr/>
            </p:nvSpPr>
            <p:spPr>
              <a:xfrm>
                <a:off x="11676446" y="13570"/>
                <a:ext cx="334579" cy="369332"/>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525B35A-170F-E1AB-D0E7-6F75592E0216}"/>
              </a:ext>
            </a:extLst>
          </p:cNvPr>
          <p:cNvSpPr txBox="1"/>
          <p:nvPr/>
        </p:nvSpPr>
        <p:spPr>
          <a:xfrm>
            <a:off x="3083968" y="5593550"/>
            <a:ext cx="6022611" cy="95410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Even a single preparation/measurement</a:t>
            </a:r>
            <a:br>
              <a:rPr kumimoji="0" lang="en-US" sz="2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is an average over a finite time</a:t>
            </a:r>
          </a:p>
        </p:txBody>
      </p:sp>
      <p:sp>
        <p:nvSpPr>
          <p:cNvPr id="3" name="Oval 2">
            <a:extLst>
              <a:ext uri="{FF2B5EF4-FFF2-40B4-BE49-F238E27FC236}">
                <a16:creationId xmlns:a16="http://schemas.microsoft.com/office/drawing/2014/main" id="{627F4B79-043A-B080-2541-D25F77150E00}"/>
              </a:ext>
            </a:extLst>
          </p:cNvPr>
          <p:cNvSpPr/>
          <p:nvPr/>
        </p:nvSpPr>
        <p:spPr>
          <a:xfrm>
            <a:off x="3257550" y="3267075"/>
            <a:ext cx="222253" cy="222253"/>
          </a:xfrm>
          <a:prstGeom prst="ellipse">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39" name="Straight Connector 238">
            <a:extLst>
              <a:ext uri="{FF2B5EF4-FFF2-40B4-BE49-F238E27FC236}">
                <a16:creationId xmlns:a16="http://schemas.microsoft.com/office/drawing/2014/main" id="{9CC60248-C03A-4740-C5F0-B2B36E8BABF5}"/>
              </a:ext>
            </a:extLst>
          </p:cNvPr>
          <p:cNvCxnSpPr/>
          <p:nvPr/>
        </p:nvCxnSpPr>
        <p:spPr>
          <a:xfrm flipV="1">
            <a:off x="3416300" y="2717128"/>
            <a:ext cx="4638557" cy="5499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BB24965-71A2-65D3-E740-6253623792B6}"/>
              </a:ext>
            </a:extLst>
          </p:cNvPr>
          <p:cNvCxnSpPr>
            <a:cxnSpLocks/>
          </p:cNvCxnSpPr>
          <p:nvPr/>
        </p:nvCxnSpPr>
        <p:spPr>
          <a:xfrm>
            <a:off x="3451225" y="3489328"/>
            <a:ext cx="4603632" cy="1154289"/>
          </a:xfrm>
          <a:prstGeom prst="line">
            <a:avLst/>
          </a:prstGeom>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19421DD1-576D-5674-920A-177DC138F072}"/>
              </a:ext>
            </a:extLst>
          </p:cNvPr>
          <p:cNvSpPr/>
          <p:nvPr/>
        </p:nvSpPr>
        <p:spPr>
          <a:xfrm>
            <a:off x="7339949" y="2948461"/>
            <a:ext cx="1285507" cy="1695157"/>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85507" h="1695157">
                <a:moveTo>
                  <a:pt x="343692" y="0"/>
                </a:moveTo>
                <a:lnTo>
                  <a:pt x="484927" y="111354"/>
                </a:lnTo>
                <a:cubicBezTo>
                  <a:pt x="621400" y="224356"/>
                  <a:pt x="743095" y="340834"/>
                  <a:pt x="836969" y="476432"/>
                </a:cubicBezTo>
                <a:cubicBezTo>
                  <a:pt x="1024719" y="747629"/>
                  <a:pt x="1045588" y="1088383"/>
                  <a:pt x="1170758" y="1394353"/>
                </a:cubicBezTo>
                <a:cubicBezTo>
                  <a:pt x="1202051" y="1470845"/>
                  <a:pt x="1235951" y="1541688"/>
                  <a:pt x="1271156" y="1611119"/>
                </a:cubicBezTo>
                <a:lnTo>
                  <a:pt x="1285507" y="1638740"/>
                </a:lnTo>
                <a:lnTo>
                  <a:pt x="1249683" y="1651852"/>
                </a:lnTo>
                <a:cubicBezTo>
                  <a:pt x="1159197" y="1679996"/>
                  <a:pt x="1062991" y="1695157"/>
                  <a:pt x="963244" y="1695157"/>
                </a:cubicBezTo>
                <a:cubicBezTo>
                  <a:pt x="431259" y="1695157"/>
                  <a:pt x="0" y="1263898"/>
                  <a:pt x="0" y="731912"/>
                </a:cubicBezTo>
                <a:cubicBezTo>
                  <a:pt x="0" y="465919"/>
                  <a:pt x="107815" y="225108"/>
                  <a:pt x="282128" y="50795"/>
                </a:cubicBezTo>
                <a:close/>
              </a:path>
            </a:pathLst>
          </a:custGeom>
          <a:ln w="28575">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0816E517-5EB9-7DA7-5FF5-7BD00F81CF6E}"/>
              </a:ext>
            </a:extLst>
          </p:cNvPr>
          <p:cNvSpPr/>
          <p:nvPr/>
        </p:nvSpPr>
        <p:spPr>
          <a:xfrm>
            <a:off x="7631842" y="2984897"/>
            <a:ext cx="941815" cy="1638740"/>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10" fmla="*/ 91440 w 1285507"/>
              <a:gd name="connsiteY10" fmla="*/ 823352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0" fmla="*/ 0 w 1285507"/>
              <a:gd name="connsiteY0" fmla="*/ 731912 h 1651852"/>
              <a:gd name="connsiteX1" fmla="*/ 282128 w 1285507"/>
              <a:gd name="connsiteY1" fmla="*/ 50795 h 1651852"/>
              <a:gd name="connsiteX2" fmla="*/ 343692 w 1285507"/>
              <a:gd name="connsiteY2" fmla="*/ 0 h 1651852"/>
              <a:gd name="connsiteX3" fmla="*/ 484927 w 1285507"/>
              <a:gd name="connsiteY3" fmla="*/ 111354 h 1651852"/>
              <a:gd name="connsiteX4" fmla="*/ 836969 w 1285507"/>
              <a:gd name="connsiteY4" fmla="*/ 476432 h 1651852"/>
              <a:gd name="connsiteX5" fmla="*/ 1170758 w 1285507"/>
              <a:gd name="connsiteY5" fmla="*/ 1394353 h 1651852"/>
              <a:gd name="connsiteX6" fmla="*/ 1271156 w 1285507"/>
              <a:gd name="connsiteY6" fmla="*/ 1611119 h 1651852"/>
              <a:gd name="connsiteX7" fmla="*/ 1285507 w 1285507"/>
              <a:gd name="connsiteY7" fmla="*/ 1638740 h 1651852"/>
              <a:gd name="connsiteX8" fmla="*/ 1249683 w 1285507"/>
              <a:gd name="connsiteY8" fmla="*/ 1651852 h 1651852"/>
              <a:gd name="connsiteX0" fmla="*/ 0 w 1003379"/>
              <a:gd name="connsiteY0" fmla="*/ 50795 h 1651852"/>
              <a:gd name="connsiteX1" fmla="*/ 61564 w 1003379"/>
              <a:gd name="connsiteY1" fmla="*/ 0 h 1651852"/>
              <a:gd name="connsiteX2" fmla="*/ 202799 w 1003379"/>
              <a:gd name="connsiteY2" fmla="*/ 111354 h 1651852"/>
              <a:gd name="connsiteX3" fmla="*/ 554841 w 1003379"/>
              <a:gd name="connsiteY3" fmla="*/ 476432 h 1651852"/>
              <a:gd name="connsiteX4" fmla="*/ 888630 w 1003379"/>
              <a:gd name="connsiteY4" fmla="*/ 1394353 h 1651852"/>
              <a:gd name="connsiteX5" fmla="*/ 989028 w 1003379"/>
              <a:gd name="connsiteY5" fmla="*/ 1611119 h 1651852"/>
              <a:gd name="connsiteX6" fmla="*/ 1003379 w 1003379"/>
              <a:gd name="connsiteY6" fmla="*/ 1638740 h 1651852"/>
              <a:gd name="connsiteX7" fmla="*/ 967555 w 1003379"/>
              <a:gd name="connsiteY7" fmla="*/ 1651852 h 1651852"/>
              <a:gd name="connsiteX0" fmla="*/ 0 w 941815"/>
              <a:gd name="connsiteY0" fmla="*/ 0 h 1651852"/>
              <a:gd name="connsiteX1" fmla="*/ 141235 w 941815"/>
              <a:gd name="connsiteY1" fmla="*/ 111354 h 1651852"/>
              <a:gd name="connsiteX2" fmla="*/ 493277 w 941815"/>
              <a:gd name="connsiteY2" fmla="*/ 476432 h 1651852"/>
              <a:gd name="connsiteX3" fmla="*/ 827066 w 941815"/>
              <a:gd name="connsiteY3" fmla="*/ 1394353 h 1651852"/>
              <a:gd name="connsiteX4" fmla="*/ 927464 w 941815"/>
              <a:gd name="connsiteY4" fmla="*/ 1611119 h 1651852"/>
              <a:gd name="connsiteX5" fmla="*/ 941815 w 941815"/>
              <a:gd name="connsiteY5" fmla="*/ 1638740 h 1651852"/>
              <a:gd name="connsiteX6" fmla="*/ 905991 w 941815"/>
              <a:gd name="connsiteY6" fmla="*/ 1651852 h 1651852"/>
              <a:gd name="connsiteX0" fmla="*/ 0 w 941815"/>
              <a:gd name="connsiteY0" fmla="*/ 0 h 1638740"/>
              <a:gd name="connsiteX1" fmla="*/ 141235 w 941815"/>
              <a:gd name="connsiteY1" fmla="*/ 111354 h 1638740"/>
              <a:gd name="connsiteX2" fmla="*/ 493277 w 941815"/>
              <a:gd name="connsiteY2" fmla="*/ 476432 h 1638740"/>
              <a:gd name="connsiteX3" fmla="*/ 827066 w 941815"/>
              <a:gd name="connsiteY3" fmla="*/ 1394353 h 1638740"/>
              <a:gd name="connsiteX4" fmla="*/ 927464 w 941815"/>
              <a:gd name="connsiteY4" fmla="*/ 1611119 h 1638740"/>
              <a:gd name="connsiteX5" fmla="*/ 941815 w 941815"/>
              <a:gd name="connsiteY5" fmla="*/ 1638740 h 163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815" h="1638740">
                <a:moveTo>
                  <a:pt x="0" y="0"/>
                </a:moveTo>
                <a:lnTo>
                  <a:pt x="141235" y="111354"/>
                </a:lnTo>
                <a:cubicBezTo>
                  <a:pt x="277708" y="224356"/>
                  <a:pt x="399403" y="340834"/>
                  <a:pt x="493277" y="476432"/>
                </a:cubicBezTo>
                <a:cubicBezTo>
                  <a:pt x="681027" y="747629"/>
                  <a:pt x="701896" y="1088383"/>
                  <a:pt x="827066" y="1394353"/>
                </a:cubicBezTo>
                <a:cubicBezTo>
                  <a:pt x="858359" y="1470845"/>
                  <a:pt x="892259" y="1541688"/>
                  <a:pt x="927464" y="1611119"/>
                </a:cubicBezTo>
                <a:lnTo>
                  <a:pt x="941815" y="1638740"/>
                </a:lnTo>
              </a:path>
            </a:pathLst>
          </a:custGeom>
          <a:noFill/>
          <a:ln w="28575">
            <a:solidFill>
              <a:srgbClr val="565656"/>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C484DCB2-80A3-70AE-6D23-BF1A68A8F255}"/>
              </a:ext>
            </a:extLst>
          </p:cNvPr>
          <p:cNvSpPr/>
          <p:nvPr/>
        </p:nvSpPr>
        <p:spPr>
          <a:xfrm>
            <a:off x="7678921" y="2956043"/>
            <a:ext cx="941815" cy="1638740"/>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10" fmla="*/ 91440 w 1285507"/>
              <a:gd name="connsiteY10" fmla="*/ 823352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0" fmla="*/ 0 w 1285507"/>
              <a:gd name="connsiteY0" fmla="*/ 731912 h 1651852"/>
              <a:gd name="connsiteX1" fmla="*/ 282128 w 1285507"/>
              <a:gd name="connsiteY1" fmla="*/ 50795 h 1651852"/>
              <a:gd name="connsiteX2" fmla="*/ 343692 w 1285507"/>
              <a:gd name="connsiteY2" fmla="*/ 0 h 1651852"/>
              <a:gd name="connsiteX3" fmla="*/ 484927 w 1285507"/>
              <a:gd name="connsiteY3" fmla="*/ 111354 h 1651852"/>
              <a:gd name="connsiteX4" fmla="*/ 836969 w 1285507"/>
              <a:gd name="connsiteY4" fmla="*/ 476432 h 1651852"/>
              <a:gd name="connsiteX5" fmla="*/ 1170758 w 1285507"/>
              <a:gd name="connsiteY5" fmla="*/ 1394353 h 1651852"/>
              <a:gd name="connsiteX6" fmla="*/ 1271156 w 1285507"/>
              <a:gd name="connsiteY6" fmla="*/ 1611119 h 1651852"/>
              <a:gd name="connsiteX7" fmla="*/ 1285507 w 1285507"/>
              <a:gd name="connsiteY7" fmla="*/ 1638740 h 1651852"/>
              <a:gd name="connsiteX8" fmla="*/ 1249683 w 1285507"/>
              <a:gd name="connsiteY8" fmla="*/ 1651852 h 1651852"/>
              <a:gd name="connsiteX0" fmla="*/ 0 w 1003379"/>
              <a:gd name="connsiteY0" fmla="*/ 50795 h 1651852"/>
              <a:gd name="connsiteX1" fmla="*/ 61564 w 1003379"/>
              <a:gd name="connsiteY1" fmla="*/ 0 h 1651852"/>
              <a:gd name="connsiteX2" fmla="*/ 202799 w 1003379"/>
              <a:gd name="connsiteY2" fmla="*/ 111354 h 1651852"/>
              <a:gd name="connsiteX3" fmla="*/ 554841 w 1003379"/>
              <a:gd name="connsiteY3" fmla="*/ 476432 h 1651852"/>
              <a:gd name="connsiteX4" fmla="*/ 888630 w 1003379"/>
              <a:gd name="connsiteY4" fmla="*/ 1394353 h 1651852"/>
              <a:gd name="connsiteX5" fmla="*/ 989028 w 1003379"/>
              <a:gd name="connsiteY5" fmla="*/ 1611119 h 1651852"/>
              <a:gd name="connsiteX6" fmla="*/ 1003379 w 1003379"/>
              <a:gd name="connsiteY6" fmla="*/ 1638740 h 1651852"/>
              <a:gd name="connsiteX7" fmla="*/ 967555 w 1003379"/>
              <a:gd name="connsiteY7" fmla="*/ 1651852 h 1651852"/>
              <a:gd name="connsiteX0" fmla="*/ 0 w 941815"/>
              <a:gd name="connsiteY0" fmla="*/ 0 h 1651852"/>
              <a:gd name="connsiteX1" fmla="*/ 141235 w 941815"/>
              <a:gd name="connsiteY1" fmla="*/ 111354 h 1651852"/>
              <a:gd name="connsiteX2" fmla="*/ 493277 w 941815"/>
              <a:gd name="connsiteY2" fmla="*/ 476432 h 1651852"/>
              <a:gd name="connsiteX3" fmla="*/ 827066 w 941815"/>
              <a:gd name="connsiteY3" fmla="*/ 1394353 h 1651852"/>
              <a:gd name="connsiteX4" fmla="*/ 927464 w 941815"/>
              <a:gd name="connsiteY4" fmla="*/ 1611119 h 1651852"/>
              <a:gd name="connsiteX5" fmla="*/ 941815 w 941815"/>
              <a:gd name="connsiteY5" fmla="*/ 1638740 h 1651852"/>
              <a:gd name="connsiteX6" fmla="*/ 905991 w 941815"/>
              <a:gd name="connsiteY6" fmla="*/ 1651852 h 1651852"/>
              <a:gd name="connsiteX0" fmla="*/ 0 w 941815"/>
              <a:gd name="connsiteY0" fmla="*/ 0 h 1638740"/>
              <a:gd name="connsiteX1" fmla="*/ 141235 w 941815"/>
              <a:gd name="connsiteY1" fmla="*/ 111354 h 1638740"/>
              <a:gd name="connsiteX2" fmla="*/ 493277 w 941815"/>
              <a:gd name="connsiteY2" fmla="*/ 476432 h 1638740"/>
              <a:gd name="connsiteX3" fmla="*/ 827066 w 941815"/>
              <a:gd name="connsiteY3" fmla="*/ 1394353 h 1638740"/>
              <a:gd name="connsiteX4" fmla="*/ 927464 w 941815"/>
              <a:gd name="connsiteY4" fmla="*/ 1611119 h 1638740"/>
              <a:gd name="connsiteX5" fmla="*/ 941815 w 941815"/>
              <a:gd name="connsiteY5" fmla="*/ 1638740 h 163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815" h="1638740">
                <a:moveTo>
                  <a:pt x="0" y="0"/>
                </a:moveTo>
                <a:lnTo>
                  <a:pt x="141235" y="111354"/>
                </a:lnTo>
                <a:cubicBezTo>
                  <a:pt x="277708" y="224356"/>
                  <a:pt x="399403" y="340834"/>
                  <a:pt x="493277" y="476432"/>
                </a:cubicBezTo>
                <a:cubicBezTo>
                  <a:pt x="681027" y="747629"/>
                  <a:pt x="701896" y="1088383"/>
                  <a:pt x="827066" y="1394353"/>
                </a:cubicBezTo>
                <a:cubicBezTo>
                  <a:pt x="858359" y="1470845"/>
                  <a:pt x="892259" y="1541688"/>
                  <a:pt x="927464" y="1611119"/>
                </a:cubicBezTo>
                <a:lnTo>
                  <a:pt x="941815" y="1638740"/>
                </a:lnTo>
              </a:path>
            </a:pathLst>
          </a:custGeom>
          <a:noFill/>
          <a:ln w="28575">
            <a:solidFill>
              <a:srgbClr val="565656"/>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41AFDAD0-53A3-0F4E-A7CF-2621986B4A31}"/>
              </a:ext>
            </a:extLst>
          </p:cNvPr>
          <p:cNvSpPr/>
          <p:nvPr/>
        </p:nvSpPr>
        <p:spPr>
          <a:xfrm>
            <a:off x="7655612" y="2971356"/>
            <a:ext cx="941815" cy="1638740"/>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10" fmla="*/ 91440 w 1285507"/>
              <a:gd name="connsiteY10" fmla="*/ 823352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0" fmla="*/ 0 w 1285507"/>
              <a:gd name="connsiteY0" fmla="*/ 731912 h 1651852"/>
              <a:gd name="connsiteX1" fmla="*/ 282128 w 1285507"/>
              <a:gd name="connsiteY1" fmla="*/ 50795 h 1651852"/>
              <a:gd name="connsiteX2" fmla="*/ 343692 w 1285507"/>
              <a:gd name="connsiteY2" fmla="*/ 0 h 1651852"/>
              <a:gd name="connsiteX3" fmla="*/ 484927 w 1285507"/>
              <a:gd name="connsiteY3" fmla="*/ 111354 h 1651852"/>
              <a:gd name="connsiteX4" fmla="*/ 836969 w 1285507"/>
              <a:gd name="connsiteY4" fmla="*/ 476432 h 1651852"/>
              <a:gd name="connsiteX5" fmla="*/ 1170758 w 1285507"/>
              <a:gd name="connsiteY5" fmla="*/ 1394353 h 1651852"/>
              <a:gd name="connsiteX6" fmla="*/ 1271156 w 1285507"/>
              <a:gd name="connsiteY6" fmla="*/ 1611119 h 1651852"/>
              <a:gd name="connsiteX7" fmla="*/ 1285507 w 1285507"/>
              <a:gd name="connsiteY7" fmla="*/ 1638740 h 1651852"/>
              <a:gd name="connsiteX8" fmla="*/ 1249683 w 1285507"/>
              <a:gd name="connsiteY8" fmla="*/ 1651852 h 1651852"/>
              <a:gd name="connsiteX0" fmla="*/ 0 w 1003379"/>
              <a:gd name="connsiteY0" fmla="*/ 50795 h 1651852"/>
              <a:gd name="connsiteX1" fmla="*/ 61564 w 1003379"/>
              <a:gd name="connsiteY1" fmla="*/ 0 h 1651852"/>
              <a:gd name="connsiteX2" fmla="*/ 202799 w 1003379"/>
              <a:gd name="connsiteY2" fmla="*/ 111354 h 1651852"/>
              <a:gd name="connsiteX3" fmla="*/ 554841 w 1003379"/>
              <a:gd name="connsiteY3" fmla="*/ 476432 h 1651852"/>
              <a:gd name="connsiteX4" fmla="*/ 888630 w 1003379"/>
              <a:gd name="connsiteY4" fmla="*/ 1394353 h 1651852"/>
              <a:gd name="connsiteX5" fmla="*/ 989028 w 1003379"/>
              <a:gd name="connsiteY5" fmla="*/ 1611119 h 1651852"/>
              <a:gd name="connsiteX6" fmla="*/ 1003379 w 1003379"/>
              <a:gd name="connsiteY6" fmla="*/ 1638740 h 1651852"/>
              <a:gd name="connsiteX7" fmla="*/ 967555 w 1003379"/>
              <a:gd name="connsiteY7" fmla="*/ 1651852 h 1651852"/>
              <a:gd name="connsiteX0" fmla="*/ 0 w 941815"/>
              <a:gd name="connsiteY0" fmla="*/ 0 h 1651852"/>
              <a:gd name="connsiteX1" fmla="*/ 141235 w 941815"/>
              <a:gd name="connsiteY1" fmla="*/ 111354 h 1651852"/>
              <a:gd name="connsiteX2" fmla="*/ 493277 w 941815"/>
              <a:gd name="connsiteY2" fmla="*/ 476432 h 1651852"/>
              <a:gd name="connsiteX3" fmla="*/ 827066 w 941815"/>
              <a:gd name="connsiteY3" fmla="*/ 1394353 h 1651852"/>
              <a:gd name="connsiteX4" fmla="*/ 927464 w 941815"/>
              <a:gd name="connsiteY4" fmla="*/ 1611119 h 1651852"/>
              <a:gd name="connsiteX5" fmla="*/ 941815 w 941815"/>
              <a:gd name="connsiteY5" fmla="*/ 1638740 h 1651852"/>
              <a:gd name="connsiteX6" fmla="*/ 905991 w 941815"/>
              <a:gd name="connsiteY6" fmla="*/ 1651852 h 1651852"/>
              <a:gd name="connsiteX0" fmla="*/ 0 w 941815"/>
              <a:gd name="connsiteY0" fmla="*/ 0 h 1638740"/>
              <a:gd name="connsiteX1" fmla="*/ 141235 w 941815"/>
              <a:gd name="connsiteY1" fmla="*/ 111354 h 1638740"/>
              <a:gd name="connsiteX2" fmla="*/ 493277 w 941815"/>
              <a:gd name="connsiteY2" fmla="*/ 476432 h 1638740"/>
              <a:gd name="connsiteX3" fmla="*/ 827066 w 941815"/>
              <a:gd name="connsiteY3" fmla="*/ 1394353 h 1638740"/>
              <a:gd name="connsiteX4" fmla="*/ 927464 w 941815"/>
              <a:gd name="connsiteY4" fmla="*/ 1611119 h 1638740"/>
              <a:gd name="connsiteX5" fmla="*/ 941815 w 941815"/>
              <a:gd name="connsiteY5" fmla="*/ 1638740 h 163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815" h="1638740">
                <a:moveTo>
                  <a:pt x="0" y="0"/>
                </a:moveTo>
                <a:lnTo>
                  <a:pt x="141235" y="111354"/>
                </a:lnTo>
                <a:cubicBezTo>
                  <a:pt x="277708" y="224356"/>
                  <a:pt x="399403" y="340834"/>
                  <a:pt x="493277" y="476432"/>
                </a:cubicBezTo>
                <a:cubicBezTo>
                  <a:pt x="681027" y="747629"/>
                  <a:pt x="701896" y="1088383"/>
                  <a:pt x="827066" y="1394353"/>
                </a:cubicBezTo>
                <a:cubicBezTo>
                  <a:pt x="858359" y="1470845"/>
                  <a:pt x="892259" y="1541688"/>
                  <a:pt x="927464" y="1611119"/>
                </a:cubicBezTo>
                <a:lnTo>
                  <a:pt x="941815" y="1638740"/>
                </a:lnTo>
              </a:path>
            </a:pathLst>
          </a:custGeom>
          <a:noFill/>
          <a:ln w="28575">
            <a:solidFill>
              <a:srgbClr val="434343"/>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551A7742-A002-49F3-9A46-5AB61E99978F}"/>
              </a:ext>
            </a:extLst>
          </p:cNvPr>
          <p:cNvSpPr/>
          <p:nvPr/>
        </p:nvSpPr>
        <p:spPr>
          <a:xfrm>
            <a:off x="7693653" y="2938780"/>
            <a:ext cx="941815" cy="1638740"/>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10" fmla="*/ 91440 w 1285507"/>
              <a:gd name="connsiteY10" fmla="*/ 823352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0" fmla="*/ 0 w 1285507"/>
              <a:gd name="connsiteY0" fmla="*/ 731912 h 1651852"/>
              <a:gd name="connsiteX1" fmla="*/ 282128 w 1285507"/>
              <a:gd name="connsiteY1" fmla="*/ 50795 h 1651852"/>
              <a:gd name="connsiteX2" fmla="*/ 343692 w 1285507"/>
              <a:gd name="connsiteY2" fmla="*/ 0 h 1651852"/>
              <a:gd name="connsiteX3" fmla="*/ 484927 w 1285507"/>
              <a:gd name="connsiteY3" fmla="*/ 111354 h 1651852"/>
              <a:gd name="connsiteX4" fmla="*/ 836969 w 1285507"/>
              <a:gd name="connsiteY4" fmla="*/ 476432 h 1651852"/>
              <a:gd name="connsiteX5" fmla="*/ 1170758 w 1285507"/>
              <a:gd name="connsiteY5" fmla="*/ 1394353 h 1651852"/>
              <a:gd name="connsiteX6" fmla="*/ 1271156 w 1285507"/>
              <a:gd name="connsiteY6" fmla="*/ 1611119 h 1651852"/>
              <a:gd name="connsiteX7" fmla="*/ 1285507 w 1285507"/>
              <a:gd name="connsiteY7" fmla="*/ 1638740 h 1651852"/>
              <a:gd name="connsiteX8" fmla="*/ 1249683 w 1285507"/>
              <a:gd name="connsiteY8" fmla="*/ 1651852 h 1651852"/>
              <a:gd name="connsiteX0" fmla="*/ 0 w 1003379"/>
              <a:gd name="connsiteY0" fmla="*/ 50795 h 1651852"/>
              <a:gd name="connsiteX1" fmla="*/ 61564 w 1003379"/>
              <a:gd name="connsiteY1" fmla="*/ 0 h 1651852"/>
              <a:gd name="connsiteX2" fmla="*/ 202799 w 1003379"/>
              <a:gd name="connsiteY2" fmla="*/ 111354 h 1651852"/>
              <a:gd name="connsiteX3" fmla="*/ 554841 w 1003379"/>
              <a:gd name="connsiteY3" fmla="*/ 476432 h 1651852"/>
              <a:gd name="connsiteX4" fmla="*/ 888630 w 1003379"/>
              <a:gd name="connsiteY4" fmla="*/ 1394353 h 1651852"/>
              <a:gd name="connsiteX5" fmla="*/ 989028 w 1003379"/>
              <a:gd name="connsiteY5" fmla="*/ 1611119 h 1651852"/>
              <a:gd name="connsiteX6" fmla="*/ 1003379 w 1003379"/>
              <a:gd name="connsiteY6" fmla="*/ 1638740 h 1651852"/>
              <a:gd name="connsiteX7" fmla="*/ 967555 w 1003379"/>
              <a:gd name="connsiteY7" fmla="*/ 1651852 h 1651852"/>
              <a:gd name="connsiteX0" fmla="*/ 0 w 941815"/>
              <a:gd name="connsiteY0" fmla="*/ 0 h 1651852"/>
              <a:gd name="connsiteX1" fmla="*/ 141235 w 941815"/>
              <a:gd name="connsiteY1" fmla="*/ 111354 h 1651852"/>
              <a:gd name="connsiteX2" fmla="*/ 493277 w 941815"/>
              <a:gd name="connsiteY2" fmla="*/ 476432 h 1651852"/>
              <a:gd name="connsiteX3" fmla="*/ 827066 w 941815"/>
              <a:gd name="connsiteY3" fmla="*/ 1394353 h 1651852"/>
              <a:gd name="connsiteX4" fmla="*/ 927464 w 941815"/>
              <a:gd name="connsiteY4" fmla="*/ 1611119 h 1651852"/>
              <a:gd name="connsiteX5" fmla="*/ 941815 w 941815"/>
              <a:gd name="connsiteY5" fmla="*/ 1638740 h 1651852"/>
              <a:gd name="connsiteX6" fmla="*/ 905991 w 941815"/>
              <a:gd name="connsiteY6" fmla="*/ 1651852 h 1651852"/>
              <a:gd name="connsiteX0" fmla="*/ 0 w 941815"/>
              <a:gd name="connsiteY0" fmla="*/ 0 h 1638740"/>
              <a:gd name="connsiteX1" fmla="*/ 141235 w 941815"/>
              <a:gd name="connsiteY1" fmla="*/ 111354 h 1638740"/>
              <a:gd name="connsiteX2" fmla="*/ 493277 w 941815"/>
              <a:gd name="connsiteY2" fmla="*/ 476432 h 1638740"/>
              <a:gd name="connsiteX3" fmla="*/ 827066 w 941815"/>
              <a:gd name="connsiteY3" fmla="*/ 1394353 h 1638740"/>
              <a:gd name="connsiteX4" fmla="*/ 927464 w 941815"/>
              <a:gd name="connsiteY4" fmla="*/ 1611119 h 1638740"/>
              <a:gd name="connsiteX5" fmla="*/ 941815 w 941815"/>
              <a:gd name="connsiteY5" fmla="*/ 1638740 h 163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815" h="1638740">
                <a:moveTo>
                  <a:pt x="0" y="0"/>
                </a:moveTo>
                <a:lnTo>
                  <a:pt x="141235" y="111354"/>
                </a:lnTo>
                <a:cubicBezTo>
                  <a:pt x="277708" y="224356"/>
                  <a:pt x="399403" y="340834"/>
                  <a:pt x="493277" y="476432"/>
                </a:cubicBezTo>
                <a:cubicBezTo>
                  <a:pt x="681027" y="747629"/>
                  <a:pt x="701896" y="1088383"/>
                  <a:pt x="827066" y="1394353"/>
                </a:cubicBezTo>
                <a:cubicBezTo>
                  <a:pt x="858359" y="1470845"/>
                  <a:pt x="892259" y="1541688"/>
                  <a:pt x="927464" y="1611119"/>
                </a:cubicBezTo>
                <a:lnTo>
                  <a:pt x="941815" y="1638740"/>
                </a:lnTo>
              </a:path>
            </a:pathLst>
          </a:custGeom>
          <a:noFill/>
          <a:ln w="28575">
            <a:solidFill>
              <a:srgbClr val="6B6B6B"/>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Shape 24">
            <a:extLst>
              <a:ext uri="{FF2B5EF4-FFF2-40B4-BE49-F238E27FC236}">
                <a16:creationId xmlns:a16="http://schemas.microsoft.com/office/drawing/2014/main" id="{E12EC208-437F-7094-08AC-96DC784FC46B}"/>
              </a:ext>
            </a:extLst>
          </p:cNvPr>
          <p:cNvSpPr/>
          <p:nvPr/>
        </p:nvSpPr>
        <p:spPr>
          <a:xfrm>
            <a:off x="7612509" y="3002159"/>
            <a:ext cx="927464" cy="1611119"/>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10" fmla="*/ 91440 w 1285507"/>
              <a:gd name="connsiteY10" fmla="*/ 823352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0" fmla="*/ 0 w 1285507"/>
              <a:gd name="connsiteY0" fmla="*/ 731912 h 1651852"/>
              <a:gd name="connsiteX1" fmla="*/ 282128 w 1285507"/>
              <a:gd name="connsiteY1" fmla="*/ 50795 h 1651852"/>
              <a:gd name="connsiteX2" fmla="*/ 343692 w 1285507"/>
              <a:gd name="connsiteY2" fmla="*/ 0 h 1651852"/>
              <a:gd name="connsiteX3" fmla="*/ 484927 w 1285507"/>
              <a:gd name="connsiteY3" fmla="*/ 111354 h 1651852"/>
              <a:gd name="connsiteX4" fmla="*/ 836969 w 1285507"/>
              <a:gd name="connsiteY4" fmla="*/ 476432 h 1651852"/>
              <a:gd name="connsiteX5" fmla="*/ 1170758 w 1285507"/>
              <a:gd name="connsiteY5" fmla="*/ 1394353 h 1651852"/>
              <a:gd name="connsiteX6" fmla="*/ 1271156 w 1285507"/>
              <a:gd name="connsiteY6" fmla="*/ 1611119 h 1651852"/>
              <a:gd name="connsiteX7" fmla="*/ 1285507 w 1285507"/>
              <a:gd name="connsiteY7" fmla="*/ 1638740 h 1651852"/>
              <a:gd name="connsiteX8" fmla="*/ 1249683 w 1285507"/>
              <a:gd name="connsiteY8" fmla="*/ 1651852 h 1651852"/>
              <a:gd name="connsiteX0" fmla="*/ 0 w 1003379"/>
              <a:gd name="connsiteY0" fmla="*/ 50795 h 1651852"/>
              <a:gd name="connsiteX1" fmla="*/ 61564 w 1003379"/>
              <a:gd name="connsiteY1" fmla="*/ 0 h 1651852"/>
              <a:gd name="connsiteX2" fmla="*/ 202799 w 1003379"/>
              <a:gd name="connsiteY2" fmla="*/ 111354 h 1651852"/>
              <a:gd name="connsiteX3" fmla="*/ 554841 w 1003379"/>
              <a:gd name="connsiteY3" fmla="*/ 476432 h 1651852"/>
              <a:gd name="connsiteX4" fmla="*/ 888630 w 1003379"/>
              <a:gd name="connsiteY4" fmla="*/ 1394353 h 1651852"/>
              <a:gd name="connsiteX5" fmla="*/ 989028 w 1003379"/>
              <a:gd name="connsiteY5" fmla="*/ 1611119 h 1651852"/>
              <a:gd name="connsiteX6" fmla="*/ 1003379 w 1003379"/>
              <a:gd name="connsiteY6" fmla="*/ 1638740 h 1651852"/>
              <a:gd name="connsiteX7" fmla="*/ 967555 w 1003379"/>
              <a:gd name="connsiteY7" fmla="*/ 1651852 h 1651852"/>
              <a:gd name="connsiteX0" fmla="*/ 0 w 941815"/>
              <a:gd name="connsiteY0" fmla="*/ 0 h 1651852"/>
              <a:gd name="connsiteX1" fmla="*/ 141235 w 941815"/>
              <a:gd name="connsiteY1" fmla="*/ 111354 h 1651852"/>
              <a:gd name="connsiteX2" fmla="*/ 493277 w 941815"/>
              <a:gd name="connsiteY2" fmla="*/ 476432 h 1651852"/>
              <a:gd name="connsiteX3" fmla="*/ 827066 w 941815"/>
              <a:gd name="connsiteY3" fmla="*/ 1394353 h 1651852"/>
              <a:gd name="connsiteX4" fmla="*/ 927464 w 941815"/>
              <a:gd name="connsiteY4" fmla="*/ 1611119 h 1651852"/>
              <a:gd name="connsiteX5" fmla="*/ 941815 w 941815"/>
              <a:gd name="connsiteY5" fmla="*/ 1638740 h 1651852"/>
              <a:gd name="connsiteX6" fmla="*/ 905991 w 941815"/>
              <a:gd name="connsiteY6" fmla="*/ 1651852 h 1651852"/>
              <a:gd name="connsiteX0" fmla="*/ 0 w 941815"/>
              <a:gd name="connsiteY0" fmla="*/ 0 h 1638740"/>
              <a:gd name="connsiteX1" fmla="*/ 141235 w 941815"/>
              <a:gd name="connsiteY1" fmla="*/ 111354 h 1638740"/>
              <a:gd name="connsiteX2" fmla="*/ 493277 w 941815"/>
              <a:gd name="connsiteY2" fmla="*/ 476432 h 1638740"/>
              <a:gd name="connsiteX3" fmla="*/ 827066 w 941815"/>
              <a:gd name="connsiteY3" fmla="*/ 1394353 h 1638740"/>
              <a:gd name="connsiteX4" fmla="*/ 927464 w 941815"/>
              <a:gd name="connsiteY4" fmla="*/ 1611119 h 1638740"/>
              <a:gd name="connsiteX5" fmla="*/ 941815 w 941815"/>
              <a:gd name="connsiteY5" fmla="*/ 1638740 h 1638740"/>
              <a:gd name="connsiteX0" fmla="*/ 0 w 927464"/>
              <a:gd name="connsiteY0" fmla="*/ 0 h 1611119"/>
              <a:gd name="connsiteX1" fmla="*/ 141235 w 927464"/>
              <a:gd name="connsiteY1" fmla="*/ 111354 h 1611119"/>
              <a:gd name="connsiteX2" fmla="*/ 493277 w 927464"/>
              <a:gd name="connsiteY2" fmla="*/ 476432 h 1611119"/>
              <a:gd name="connsiteX3" fmla="*/ 827066 w 927464"/>
              <a:gd name="connsiteY3" fmla="*/ 1394353 h 1611119"/>
              <a:gd name="connsiteX4" fmla="*/ 927464 w 927464"/>
              <a:gd name="connsiteY4" fmla="*/ 1611119 h 1611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7464" h="1611119">
                <a:moveTo>
                  <a:pt x="0" y="0"/>
                </a:moveTo>
                <a:lnTo>
                  <a:pt x="141235" y="111354"/>
                </a:lnTo>
                <a:cubicBezTo>
                  <a:pt x="277708" y="224356"/>
                  <a:pt x="399403" y="340834"/>
                  <a:pt x="493277" y="476432"/>
                </a:cubicBezTo>
                <a:cubicBezTo>
                  <a:pt x="681027" y="747629"/>
                  <a:pt x="701896" y="1088383"/>
                  <a:pt x="827066" y="1394353"/>
                </a:cubicBezTo>
                <a:cubicBezTo>
                  <a:pt x="858359" y="1470845"/>
                  <a:pt x="892259" y="1541688"/>
                  <a:pt x="927464" y="1611119"/>
                </a:cubicBezTo>
              </a:path>
            </a:pathLst>
          </a:custGeom>
          <a:noFill/>
          <a:ln w="28575">
            <a:solidFill>
              <a:srgbClr val="6B6B6B"/>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3B36C628-3C74-E7F5-B856-800DE9592774}"/>
              </a:ext>
            </a:extLst>
          </p:cNvPr>
          <p:cNvSpPr/>
          <p:nvPr/>
        </p:nvSpPr>
        <p:spPr>
          <a:xfrm>
            <a:off x="7719207" y="2928866"/>
            <a:ext cx="941815" cy="1638740"/>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10" fmla="*/ 91440 w 1285507"/>
              <a:gd name="connsiteY10" fmla="*/ 823352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0" fmla="*/ 0 w 1285507"/>
              <a:gd name="connsiteY0" fmla="*/ 731912 h 1651852"/>
              <a:gd name="connsiteX1" fmla="*/ 282128 w 1285507"/>
              <a:gd name="connsiteY1" fmla="*/ 50795 h 1651852"/>
              <a:gd name="connsiteX2" fmla="*/ 343692 w 1285507"/>
              <a:gd name="connsiteY2" fmla="*/ 0 h 1651852"/>
              <a:gd name="connsiteX3" fmla="*/ 484927 w 1285507"/>
              <a:gd name="connsiteY3" fmla="*/ 111354 h 1651852"/>
              <a:gd name="connsiteX4" fmla="*/ 836969 w 1285507"/>
              <a:gd name="connsiteY4" fmla="*/ 476432 h 1651852"/>
              <a:gd name="connsiteX5" fmla="*/ 1170758 w 1285507"/>
              <a:gd name="connsiteY5" fmla="*/ 1394353 h 1651852"/>
              <a:gd name="connsiteX6" fmla="*/ 1271156 w 1285507"/>
              <a:gd name="connsiteY6" fmla="*/ 1611119 h 1651852"/>
              <a:gd name="connsiteX7" fmla="*/ 1285507 w 1285507"/>
              <a:gd name="connsiteY7" fmla="*/ 1638740 h 1651852"/>
              <a:gd name="connsiteX8" fmla="*/ 1249683 w 1285507"/>
              <a:gd name="connsiteY8" fmla="*/ 1651852 h 1651852"/>
              <a:gd name="connsiteX0" fmla="*/ 0 w 1003379"/>
              <a:gd name="connsiteY0" fmla="*/ 50795 h 1651852"/>
              <a:gd name="connsiteX1" fmla="*/ 61564 w 1003379"/>
              <a:gd name="connsiteY1" fmla="*/ 0 h 1651852"/>
              <a:gd name="connsiteX2" fmla="*/ 202799 w 1003379"/>
              <a:gd name="connsiteY2" fmla="*/ 111354 h 1651852"/>
              <a:gd name="connsiteX3" fmla="*/ 554841 w 1003379"/>
              <a:gd name="connsiteY3" fmla="*/ 476432 h 1651852"/>
              <a:gd name="connsiteX4" fmla="*/ 888630 w 1003379"/>
              <a:gd name="connsiteY4" fmla="*/ 1394353 h 1651852"/>
              <a:gd name="connsiteX5" fmla="*/ 989028 w 1003379"/>
              <a:gd name="connsiteY5" fmla="*/ 1611119 h 1651852"/>
              <a:gd name="connsiteX6" fmla="*/ 1003379 w 1003379"/>
              <a:gd name="connsiteY6" fmla="*/ 1638740 h 1651852"/>
              <a:gd name="connsiteX7" fmla="*/ 967555 w 1003379"/>
              <a:gd name="connsiteY7" fmla="*/ 1651852 h 1651852"/>
              <a:gd name="connsiteX0" fmla="*/ 0 w 941815"/>
              <a:gd name="connsiteY0" fmla="*/ 0 h 1651852"/>
              <a:gd name="connsiteX1" fmla="*/ 141235 w 941815"/>
              <a:gd name="connsiteY1" fmla="*/ 111354 h 1651852"/>
              <a:gd name="connsiteX2" fmla="*/ 493277 w 941815"/>
              <a:gd name="connsiteY2" fmla="*/ 476432 h 1651852"/>
              <a:gd name="connsiteX3" fmla="*/ 827066 w 941815"/>
              <a:gd name="connsiteY3" fmla="*/ 1394353 h 1651852"/>
              <a:gd name="connsiteX4" fmla="*/ 927464 w 941815"/>
              <a:gd name="connsiteY4" fmla="*/ 1611119 h 1651852"/>
              <a:gd name="connsiteX5" fmla="*/ 941815 w 941815"/>
              <a:gd name="connsiteY5" fmla="*/ 1638740 h 1651852"/>
              <a:gd name="connsiteX6" fmla="*/ 905991 w 941815"/>
              <a:gd name="connsiteY6" fmla="*/ 1651852 h 1651852"/>
              <a:gd name="connsiteX0" fmla="*/ 0 w 941815"/>
              <a:gd name="connsiteY0" fmla="*/ 0 h 1638740"/>
              <a:gd name="connsiteX1" fmla="*/ 141235 w 941815"/>
              <a:gd name="connsiteY1" fmla="*/ 111354 h 1638740"/>
              <a:gd name="connsiteX2" fmla="*/ 493277 w 941815"/>
              <a:gd name="connsiteY2" fmla="*/ 476432 h 1638740"/>
              <a:gd name="connsiteX3" fmla="*/ 827066 w 941815"/>
              <a:gd name="connsiteY3" fmla="*/ 1394353 h 1638740"/>
              <a:gd name="connsiteX4" fmla="*/ 927464 w 941815"/>
              <a:gd name="connsiteY4" fmla="*/ 1611119 h 1638740"/>
              <a:gd name="connsiteX5" fmla="*/ 941815 w 941815"/>
              <a:gd name="connsiteY5" fmla="*/ 1638740 h 163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1815" h="1638740">
                <a:moveTo>
                  <a:pt x="0" y="0"/>
                </a:moveTo>
                <a:lnTo>
                  <a:pt x="141235" y="111354"/>
                </a:lnTo>
                <a:cubicBezTo>
                  <a:pt x="277708" y="224356"/>
                  <a:pt x="399403" y="340834"/>
                  <a:pt x="493277" y="476432"/>
                </a:cubicBezTo>
                <a:cubicBezTo>
                  <a:pt x="681027" y="747629"/>
                  <a:pt x="701896" y="1088383"/>
                  <a:pt x="827066" y="1394353"/>
                </a:cubicBezTo>
                <a:cubicBezTo>
                  <a:pt x="858359" y="1470845"/>
                  <a:pt x="892259" y="1541688"/>
                  <a:pt x="927464" y="1611119"/>
                </a:cubicBezTo>
                <a:lnTo>
                  <a:pt x="941815" y="1638740"/>
                </a:lnTo>
              </a:path>
            </a:pathLst>
          </a:custGeom>
          <a:noFill/>
          <a:ln w="28575">
            <a:solidFill>
              <a:srgbClr val="7F7F7F"/>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312B2348-DBBE-149F-A452-C178BBA20210}"/>
              </a:ext>
            </a:extLst>
          </p:cNvPr>
          <p:cNvSpPr/>
          <p:nvPr/>
        </p:nvSpPr>
        <p:spPr>
          <a:xfrm>
            <a:off x="7590387" y="3018417"/>
            <a:ext cx="927464" cy="1611119"/>
          </a:xfrm>
          <a:custGeom>
            <a:avLst/>
            <a:gdLst>
              <a:gd name="connsiteX0" fmla="*/ 343692 w 1285507"/>
              <a:gd name="connsiteY0" fmla="*/ 0 h 1695157"/>
              <a:gd name="connsiteX1" fmla="*/ 484927 w 1285507"/>
              <a:gd name="connsiteY1" fmla="*/ 111354 h 1695157"/>
              <a:gd name="connsiteX2" fmla="*/ 836969 w 1285507"/>
              <a:gd name="connsiteY2" fmla="*/ 476432 h 1695157"/>
              <a:gd name="connsiteX3" fmla="*/ 1170758 w 1285507"/>
              <a:gd name="connsiteY3" fmla="*/ 1394353 h 1695157"/>
              <a:gd name="connsiteX4" fmla="*/ 1271156 w 1285507"/>
              <a:gd name="connsiteY4" fmla="*/ 1611119 h 1695157"/>
              <a:gd name="connsiteX5" fmla="*/ 1285507 w 1285507"/>
              <a:gd name="connsiteY5" fmla="*/ 1638740 h 1695157"/>
              <a:gd name="connsiteX6" fmla="*/ 1249683 w 1285507"/>
              <a:gd name="connsiteY6" fmla="*/ 1651852 h 1695157"/>
              <a:gd name="connsiteX7" fmla="*/ 963244 w 1285507"/>
              <a:gd name="connsiteY7" fmla="*/ 1695157 h 1695157"/>
              <a:gd name="connsiteX8" fmla="*/ 0 w 1285507"/>
              <a:gd name="connsiteY8" fmla="*/ 731912 h 1695157"/>
              <a:gd name="connsiteX9" fmla="*/ 282128 w 1285507"/>
              <a:gd name="connsiteY9" fmla="*/ 50795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10" fmla="*/ 91440 w 1285507"/>
              <a:gd name="connsiteY10" fmla="*/ 823352 h 1695157"/>
              <a:gd name="connsiteX0" fmla="*/ 0 w 1285507"/>
              <a:gd name="connsiteY0" fmla="*/ 731912 h 1695157"/>
              <a:gd name="connsiteX1" fmla="*/ 282128 w 1285507"/>
              <a:gd name="connsiteY1" fmla="*/ 50795 h 1695157"/>
              <a:gd name="connsiteX2" fmla="*/ 343692 w 1285507"/>
              <a:gd name="connsiteY2" fmla="*/ 0 h 1695157"/>
              <a:gd name="connsiteX3" fmla="*/ 484927 w 1285507"/>
              <a:gd name="connsiteY3" fmla="*/ 111354 h 1695157"/>
              <a:gd name="connsiteX4" fmla="*/ 836969 w 1285507"/>
              <a:gd name="connsiteY4" fmla="*/ 476432 h 1695157"/>
              <a:gd name="connsiteX5" fmla="*/ 1170758 w 1285507"/>
              <a:gd name="connsiteY5" fmla="*/ 1394353 h 1695157"/>
              <a:gd name="connsiteX6" fmla="*/ 1271156 w 1285507"/>
              <a:gd name="connsiteY6" fmla="*/ 1611119 h 1695157"/>
              <a:gd name="connsiteX7" fmla="*/ 1285507 w 1285507"/>
              <a:gd name="connsiteY7" fmla="*/ 1638740 h 1695157"/>
              <a:gd name="connsiteX8" fmla="*/ 1249683 w 1285507"/>
              <a:gd name="connsiteY8" fmla="*/ 1651852 h 1695157"/>
              <a:gd name="connsiteX9" fmla="*/ 963244 w 1285507"/>
              <a:gd name="connsiteY9" fmla="*/ 1695157 h 1695157"/>
              <a:gd name="connsiteX0" fmla="*/ 0 w 1285507"/>
              <a:gd name="connsiteY0" fmla="*/ 731912 h 1651852"/>
              <a:gd name="connsiteX1" fmla="*/ 282128 w 1285507"/>
              <a:gd name="connsiteY1" fmla="*/ 50795 h 1651852"/>
              <a:gd name="connsiteX2" fmla="*/ 343692 w 1285507"/>
              <a:gd name="connsiteY2" fmla="*/ 0 h 1651852"/>
              <a:gd name="connsiteX3" fmla="*/ 484927 w 1285507"/>
              <a:gd name="connsiteY3" fmla="*/ 111354 h 1651852"/>
              <a:gd name="connsiteX4" fmla="*/ 836969 w 1285507"/>
              <a:gd name="connsiteY4" fmla="*/ 476432 h 1651852"/>
              <a:gd name="connsiteX5" fmla="*/ 1170758 w 1285507"/>
              <a:gd name="connsiteY5" fmla="*/ 1394353 h 1651852"/>
              <a:gd name="connsiteX6" fmla="*/ 1271156 w 1285507"/>
              <a:gd name="connsiteY6" fmla="*/ 1611119 h 1651852"/>
              <a:gd name="connsiteX7" fmla="*/ 1285507 w 1285507"/>
              <a:gd name="connsiteY7" fmla="*/ 1638740 h 1651852"/>
              <a:gd name="connsiteX8" fmla="*/ 1249683 w 1285507"/>
              <a:gd name="connsiteY8" fmla="*/ 1651852 h 1651852"/>
              <a:gd name="connsiteX0" fmla="*/ 0 w 1003379"/>
              <a:gd name="connsiteY0" fmla="*/ 50795 h 1651852"/>
              <a:gd name="connsiteX1" fmla="*/ 61564 w 1003379"/>
              <a:gd name="connsiteY1" fmla="*/ 0 h 1651852"/>
              <a:gd name="connsiteX2" fmla="*/ 202799 w 1003379"/>
              <a:gd name="connsiteY2" fmla="*/ 111354 h 1651852"/>
              <a:gd name="connsiteX3" fmla="*/ 554841 w 1003379"/>
              <a:gd name="connsiteY3" fmla="*/ 476432 h 1651852"/>
              <a:gd name="connsiteX4" fmla="*/ 888630 w 1003379"/>
              <a:gd name="connsiteY4" fmla="*/ 1394353 h 1651852"/>
              <a:gd name="connsiteX5" fmla="*/ 989028 w 1003379"/>
              <a:gd name="connsiteY5" fmla="*/ 1611119 h 1651852"/>
              <a:gd name="connsiteX6" fmla="*/ 1003379 w 1003379"/>
              <a:gd name="connsiteY6" fmla="*/ 1638740 h 1651852"/>
              <a:gd name="connsiteX7" fmla="*/ 967555 w 1003379"/>
              <a:gd name="connsiteY7" fmla="*/ 1651852 h 1651852"/>
              <a:gd name="connsiteX0" fmla="*/ 0 w 941815"/>
              <a:gd name="connsiteY0" fmla="*/ 0 h 1651852"/>
              <a:gd name="connsiteX1" fmla="*/ 141235 w 941815"/>
              <a:gd name="connsiteY1" fmla="*/ 111354 h 1651852"/>
              <a:gd name="connsiteX2" fmla="*/ 493277 w 941815"/>
              <a:gd name="connsiteY2" fmla="*/ 476432 h 1651852"/>
              <a:gd name="connsiteX3" fmla="*/ 827066 w 941815"/>
              <a:gd name="connsiteY3" fmla="*/ 1394353 h 1651852"/>
              <a:gd name="connsiteX4" fmla="*/ 927464 w 941815"/>
              <a:gd name="connsiteY4" fmla="*/ 1611119 h 1651852"/>
              <a:gd name="connsiteX5" fmla="*/ 941815 w 941815"/>
              <a:gd name="connsiteY5" fmla="*/ 1638740 h 1651852"/>
              <a:gd name="connsiteX6" fmla="*/ 905991 w 941815"/>
              <a:gd name="connsiteY6" fmla="*/ 1651852 h 1651852"/>
              <a:gd name="connsiteX0" fmla="*/ 0 w 941815"/>
              <a:gd name="connsiteY0" fmla="*/ 0 h 1638740"/>
              <a:gd name="connsiteX1" fmla="*/ 141235 w 941815"/>
              <a:gd name="connsiteY1" fmla="*/ 111354 h 1638740"/>
              <a:gd name="connsiteX2" fmla="*/ 493277 w 941815"/>
              <a:gd name="connsiteY2" fmla="*/ 476432 h 1638740"/>
              <a:gd name="connsiteX3" fmla="*/ 827066 w 941815"/>
              <a:gd name="connsiteY3" fmla="*/ 1394353 h 1638740"/>
              <a:gd name="connsiteX4" fmla="*/ 927464 w 941815"/>
              <a:gd name="connsiteY4" fmla="*/ 1611119 h 1638740"/>
              <a:gd name="connsiteX5" fmla="*/ 941815 w 941815"/>
              <a:gd name="connsiteY5" fmla="*/ 1638740 h 1638740"/>
              <a:gd name="connsiteX0" fmla="*/ 0 w 927464"/>
              <a:gd name="connsiteY0" fmla="*/ 0 h 1611119"/>
              <a:gd name="connsiteX1" fmla="*/ 141235 w 927464"/>
              <a:gd name="connsiteY1" fmla="*/ 111354 h 1611119"/>
              <a:gd name="connsiteX2" fmla="*/ 493277 w 927464"/>
              <a:gd name="connsiteY2" fmla="*/ 476432 h 1611119"/>
              <a:gd name="connsiteX3" fmla="*/ 827066 w 927464"/>
              <a:gd name="connsiteY3" fmla="*/ 1394353 h 1611119"/>
              <a:gd name="connsiteX4" fmla="*/ 927464 w 927464"/>
              <a:gd name="connsiteY4" fmla="*/ 1611119 h 1611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7464" h="1611119">
                <a:moveTo>
                  <a:pt x="0" y="0"/>
                </a:moveTo>
                <a:lnTo>
                  <a:pt x="141235" y="111354"/>
                </a:lnTo>
                <a:cubicBezTo>
                  <a:pt x="277708" y="224356"/>
                  <a:pt x="399403" y="340834"/>
                  <a:pt x="493277" y="476432"/>
                </a:cubicBezTo>
                <a:cubicBezTo>
                  <a:pt x="681027" y="747629"/>
                  <a:pt x="701896" y="1088383"/>
                  <a:pt x="827066" y="1394353"/>
                </a:cubicBezTo>
                <a:cubicBezTo>
                  <a:pt x="858359" y="1470845"/>
                  <a:pt x="892259" y="1541688"/>
                  <a:pt x="927464" y="1611119"/>
                </a:cubicBezTo>
              </a:path>
            </a:pathLst>
          </a:custGeom>
          <a:noFill/>
          <a:ln w="28575">
            <a:solidFill>
              <a:srgbClr val="7F7F7F"/>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5">
            <a:extLst>
              <a:ext uri="{FF2B5EF4-FFF2-40B4-BE49-F238E27FC236}">
                <a16:creationId xmlns:a16="http://schemas.microsoft.com/office/drawing/2014/main" id="{AD10D151-F010-1288-8A27-025C6B333F08}"/>
              </a:ext>
            </a:extLst>
          </p:cNvPr>
          <p:cNvSpPr/>
          <p:nvPr/>
        </p:nvSpPr>
        <p:spPr>
          <a:xfrm>
            <a:off x="7346387" y="2717128"/>
            <a:ext cx="1926488" cy="1926489"/>
          </a:xfrm>
          <a:prstGeom prst="ellipse">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E0C7AF07-EA16-BB31-887C-7943C8008A30}"/>
              </a:ext>
            </a:extLst>
          </p:cNvPr>
          <p:cNvSpPr>
            <a:spLocks noGrp="1"/>
          </p:cNvSpPr>
          <p:nvPr>
            <p:ph type="ftr" sz="quarter" idx="11"/>
          </p:nvPr>
        </p:nvSpPr>
        <p:spPr/>
        <p:txBody>
          <a:bodyPr/>
          <a:lstStyle/>
          <a:p>
            <a:r>
              <a:rPr lang="en-US"/>
              <a:t>Christine Aidala - University of Michigan</a:t>
            </a:r>
            <a:endParaRPr lang="en-US" dirty="0"/>
          </a:p>
        </p:txBody>
      </p:sp>
      <p:sp>
        <p:nvSpPr>
          <p:cNvPr id="7" name="Slide Number Placeholder 6">
            <a:extLst>
              <a:ext uri="{FF2B5EF4-FFF2-40B4-BE49-F238E27FC236}">
                <a16:creationId xmlns:a16="http://schemas.microsoft.com/office/drawing/2014/main" id="{FCC3CF3E-A331-493D-2504-1FBF12149DAA}"/>
              </a:ext>
            </a:extLst>
          </p:cNvPr>
          <p:cNvSpPr>
            <a:spLocks noGrp="1"/>
          </p:cNvSpPr>
          <p:nvPr>
            <p:ph type="sldNum" sz="quarter" idx="12"/>
          </p:nvPr>
        </p:nvSpPr>
        <p:spPr/>
        <p:txBody>
          <a:bodyPr/>
          <a:lstStyle/>
          <a:p>
            <a:fld id="{F47845EA-7733-40EE-B074-20032348B727}" type="slidenum">
              <a:rPr lang="en-US" smtClean="0"/>
              <a:t>97</a:t>
            </a:fld>
            <a:endParaRPr lang="en-US"/>
          </a:p>
        </p:txBody>
      </p:sp>
    </p:spTree>
    <p:extLst>
      <p:ext uri="{BB962C8B-B14F-4D97-AF65-F5344CB8AC3E}">
        <p14:creationId xmlns:p14="http://schemas.microsoft.com/office/powerpoint/2010/main" val="279115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P spid="3" grpId="0" animBg="1"/>
      <p:bldP spid="14" grpId="0" animBg="1"/>
      <p:bldP spid="20" grpId="0" animBg="1"/>
      <p:bldP spid="21" grpId="0" animBg="1"/>
      <p:bldP spid="22" grpId="0" animBg="1"/>
      <p:bldP spid="23" grpId="0" animBg="1"/>
      <p:bldP spid="25" grpId="0" animBg="1"/>
      <p:bldP spid="11" grpId="0" animBg="1"/>
      <p:bldP spid="12" grpId="0" animBg="1"/>
      <p:bldP spid="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30E7EE-E838-2A57-29A1-365F53C4FB13}"/>
              </a:ext>
            </a:extLst>
          </p:cNvPr>
          <p:cNvSpPr txBox="1"/>
          <p:nvPr/>
        </p:nvSpPr>
        <p:spPr>
          <a:xfrm>
            <a:off x="628649" y="5567272"/>
            <a:ext cx="8124212" cy="830997"/>
          </a:xfrm>
          <a:prstGeom prst="rect">
            <a:avLst/>
          </a:prstGeom>
          <a:noFill/>
        </p:spPr>
        <p:txBody>
          <a:bodyPr wrap="none" rtlCol="0">
            <a:spAutoFit/>
          </a:bodyPr>
          <a:lstStyle/>
          <a:p>
            <a:r>
              <a:rPr lang="en-US" sz="4800" dirty="0">
                <a:solidFill>
                  <a:schemeClr val="accent6">
                    <a:lumMod val="75000"/>
                  </a:schemeClr>
                </a:solidFill>
              </a:rPr>
              <a:t>It’s ensembles all the way down</a:t>
            </a:r>
          </a:p>
        </p:txBody>
      </p:sp>
      <p:sp>
        <p:nvSpPr>
          <p:cNvPr id="3" name="TextBox 2">
            <a:extLst>
              <a:ext uri="{FF2B5EF4-FFF2-40B4-BE49-F238E27FC236}">
                <a16:creationId xmlns:a16="http://schemas.microsoft.com/office/drawing/2014/main" id="{CADF4879-BC2C-822F-753D-C74B10740DD8}"/>
              </a:ext>
            </a:extLst>
          </p:cNvPr>
          <p:cNvSpPr txBox="1"/>
          <p:nvPr/>
        </p:nvSpPr>
        <p:spPr>
          <a:xfrm>
            <a:off x="154778" y="351520"/>
            <a:ext cx="7447805" cy="1384995"/>
          </a:xfrm>
          <a:prstGeom prst="rect">
            <a:avLst/>
          </a:prstGeom>
          <a:noFill/>
        </p:spPr>
        <p:txBody>
          <a:bodyPr wrap="square" rtlCol="0">
            <a:spAutoFit/>
          </a:bodyPr>
          <a:lstStyle/>
          <a:p>
            <a:r>
              <a:rPr lang="en-US" sz="2800" dirty="0"/>
              <a:t>To be able to define a probability distribution over heads or tails, you need first to define what heads and tails are</a:t>
            </a:r>
          </a:p>
        </p:txBody>
      </p:sp>
      <p:pic>
        <p:nvPicPr>
          <p:cNvPr id="5" name="Picture 4">
            <a:extLst>
              <a:ext uri="{FF2B5EF4-FFF2-40B4-BE49-F238E27FC236}">
                <a16:creationId xmlns:a16="http://schemas.microsoft.com/office/drawing/2014/main" id="{7A8C6876-DDC7-4081-8F41-919657D83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4217" y="256449"/>
            <a:ext cx="3665220" cy="1863154"/>
          </a:xfrm>
          <a:prstGeom prst="rect">
            <a:avLst/>
          </a:prstGeom>
        </p:spPr>
      </p:pic>
      <p:sp>
        <p:nvSpPr>
          <p:cNvPr id="6" name="TextBox 5">
            <a:extLst>
              <a:ext uri="{FF2B5EF4-FFF2-40B4-BE49-F238E27FC236}">
                <a16:creationId xmlns:a16="http://schemas.microsoft.com/office/drawing/2014/main" id="{EDAA49B6-3D54-F84C-86BF-62E1B5636B53}"/>
              </a:ext>
            </a:extLst>
          </p:cNvPr>
          <p:cNvSpPr txBox="1"/>
          <p:nvPr/>
        </p:nvSpPr>
        <p:spPr>
          <a:xfrm>
            <a:off x="10958147" y="2119603"/>
            <a:ext cx="731290" cy="261610"/>
          </a:xfrm>
          <a:prstGeom prst="rect">
            <a:avLst/>
          </a:prstGeom>
          <a:noFill/>
        </p:spPr>
        <p:txBody>
          <a:bodyPr wrap="none" rtlCol="0">
            <a:spAutoFit/>
          </a:bodyPr>
          <a:lstStyle/>
          <a:p>
            <a:r>
              <a:rPr lang="en-US" sz="1100" dirty="0" err="1"/>
              <a:t>wikipedia</a:t>
            </a:r>
            <a:endParaRPr lang="en-US" sz="1100" dirty="0"/>
          </a:p>
        </p:txBody>
      </p:sp>
      <p:sp>
        <p:nvSpPr>
          <p:cNvPr id="7" name="TextBox 6">
            <a:extLst>
              <a:ext uri="{FF2B5EF4-FFF2-40B4-BE49-F238E27FC236}">
                <a16:creationId xmlns:a16="http://schemas.microsoft.com/office/drawing/2014/main" id="{83274936-AD97-5268-F7E8-CA47339F9C77}"/>
              </a:ext>
            </a:extLst>
          </p:cNvPr>
          <p:cNvSpPr txBox="1"/>
          <p:nvPr/>
        </p:nvSpPr>
        <p:spPr>
          <a:xfrm>
            <a:off x="409989" y="4047687"/>
            <a:ext cx="8560389" cy="1200329"/>
          </a:xfrm>
          <a:prstGeom prst="rect">
            <a:avLst/>
          </a:prstGeom>
          <a:noFill/>
        </p:spPr>
        <p:txBody>
          <a:bodyPr wrap="square" rtlCol="0">
            <a:spAutoFit/>
          </a:bodyPr>
          <a:lstStyle/>
          <a:p>
            <a:pPr algn="ctr"/>
            <a:r>
              <a:rPr lang="en-US" sz="3600" dirty="0">
                <a:solidFill>
                  <a:schemeClr val="accent6">
                    <a:lumMod val="75000"/>
                  </a:schemeClr>
                </a:solidFill>
              </a:rPr>
              <a:t>The state of a system is what remains “stable” for at least a short amount of time</a:t>
            </a:r>
          </a:p>
        </p:txBody>
      </p:sp>
      <p:sp>
        <p:nvSpPr>
          <p:cNvPr id="8" name="TextBox 7">
            <a:extLst>
              <a:ext uri="{FF2B5EF4-FFF2-40B4-BE49-F238E27FC236}">
                <a16:creationId xmlns:a16="http://schemas.microsoft.com/office/drawing/2014/main" id="{1A7C7DD0-5BC5-3FB9-E946-57989D2541AA}"/>
              </a:ext>
            </a:extLst>
          </p:cNvPr>
          <p:cNvSpPr txBox="1"/>
          <p:nvPr/>
        </p:nvSpPr>
        <p:spPr>
          <a:xfrm>
            <a:off x="154777" y="1792317"/>
            <a:ext cx="7447805" cy="954107"/>
          </a:xfrm>
          <a:prstGeom prst="rect">
            <a:avLst/>
          </a:prstGeom>
          <a:noFill/>
        </p:spPr>
        <p:txBody>
          <a:bodyPr wrap="square" rtlCol="0">
            <a:spAutoFit/>
          </a:bodyPr>
          <a:lstStyle/>
          <a:p>
            <a:r>
              <a:rPr lang="en-US" sz="2800" dirty="0"/>
              <a:t>We can do that because we can leave the coin be, and it remains heads or tails</a:t>
            </a:r>
          </a:p>
        </p:txBody>
      </p:sp>
      <p:sp>
        <p:nvSpPr>
          <p:cNvPr id="9" name="TextBox 8">
            <a:extLst>
              <a:ext uri="{FF2B5EF4-FFF2-40B4-BE49-F238E27FC236}">
                <a16:creationId xmlns:a16="http://schemas.microsoft.com/office/drawing/2014/main" id="{B7D0D859-5FAA-A4DA-37DA-5512AD6BB8BD}"/>
              </a:ext>
            </a:extLst>
          </p:cNvPr>
          <p:cNvSpPr txBox="1"/>
          <p:nvPr/>
        </p:nvSpPr>
        <p:spPr>
          <a:xfrm>
            <a:off x="154776" y="2774324"/>
            <a:ext cx="7447805" cy="954107"/>
          </a:xfrm>
          <a:prstGeom prst="rect">
            <a:avLst/>
          </a:prstGeom>
          <a:noFill/>
        </p:spPr>
        <p:txBody>
          <a:bodyPr wrap="square" rtlCol="0">
            <a:spAutoFit/>
          </a:bodyPr>
          <a:lstStyle/>
          <a:p>
            <a:r>
              <a:rPr lang="en-US" sz="2800" dirty="0"/>
              <a:t>If it kept changing more than 100 times a second, we wouldn’t perceive heads or tails: just a blur</a:t>
            </a:r>
          </a:p>
        </p:txBody>
      </p:sp>
      <p:pic>
        <p:nvPicPr>
          <p:cNvPr id="10" name="Picture 9">
            <a:extLst>
              <a:ext uri="{FF2B5EF4-FFF2-40B4-BE49-F238E27FC236}">
                <a16:creationId xmlns:a16="http://schemas.microsoft.com/office/drawing/2014/main" id="{D48F9914-FD2A-271B-DDC0-1B519930BD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1357" y="537297"/>
            <a:ext cx="2416789" cy="3052058"/>
          </a:xfrm>
          <a:prstGeom prst="rect">
            <a:avLst/>
          </a:prstGeom>
        </p:spPr>
      </p:pic>
      <p:sp>
        <p:nvSpPr>
          <p:cNvPr id="11" name="TextBox 10">
            <a:extLst>
              <a:ext uri="{FF2B5EF4-FFF2-40B4-BE49-F238E27FC236}">
                <a16:creationId xmlns:a16="http://schemas.microsoft.com/office/drawing/2014/main" id="{A630100B-51B6-1145-9D84-CA7F7BDC756F}"/>
              </a:ext>
            </a:extLst>
          </p:cNvPr>
          <p:cNvSpPr txBox="1"/>
          <p:nvPr/>
        </p:nvSpPr>
        <p:spPr>
          <a:xfrm>
            <a:off x="10272347" y="3617363"/>
            <a:ext cx="731290" cy="261610"/>
          </a:xfrm>
          <a:prstGeom prst="rect">
            <a:avLst/>
          </a:prstGeom>
          <a:noFill/>
        </p:spPr>
        <p:txBody>
          <a:bodyPr wrap="none" rtlCol="0">
            <a:spAutoFit/>
          </a:bodyPr>
          <a:lstStyle/>
          <a:p>
            <a:r>
              <a:rPr lang="en-US" sz="1100" dirty="0" err="1"/>
              <a:t>wikipedia</a:t>
            </a:r>
            <a:endParaRPr lang="en-US" sz="1100" dirty="0"/>
          </a:p>
        </p:txBody>
      </p:sp>
      <p:sp>
        <p:nvSpPr>
          <p:cNvPr id="4" name="Footer Placeholder 3">
            <a:extLst>
              <a:ext uri="{FF2B5EF4-FFF2-40B4-BE49-F238E27FC236}">
                <a16:creationId xmlns:a16="http://schemas.microsoft.com/office/drawing/2014/main" id="{A0D025BC-9812-264F-2085-4484EB819DDF}"/>
              </a:ext>
            </a:extLst>
          </p:cNvPr>
          <p:cNvSpPr>
            <a:spLocks noGrp="1"/>
          </p:cNvSpPr>
          <p:nvPr>
            <p:ph type="ftr" sz="quarter" idx="11"/>
          </p:nvPr>
        </p:nvSpPr>
        <p:spPr/>
        <p:txBody>
          <a:bodyPr/>
          <a:lstStyle/>
          <a:p>
            <a:r>
              <a:rPr lang="en-US"/>
              <a:t>Christine Aidala - University of Michigan</a:t>
            </a:r>
            <a:endParaRPr lang="en-US" dirty="0"/>
          </a:p>
        </p:txBody>
      </p:sp>
      <p:sp>
        <p:nvSpPr>
          <p:cNvPr id="12" name="Slide Number Placeholder 11">
            <a:extLst>
              <a:ext uri="{FF2B5EF4-FFF2-40B4-BE49-F238E27FC236}">
                <a16:creationId xmlns:a16="http://schemas.microsoft.com/office/drawing/2014/main" id="{3C4BEF26-60A0-5C73-3DFE-5A6B95A5A491}"/>
              </a:ext>
            </a:extLst>
          </p:cNvPr>
          <p:cNvSpPr>
            <a:spLocks noGrp="1"/>
          </p:cNvSpPr>
          <p:nvPr>
            <p:ph type="sldNum" sz="quarter" idx="12"/>
          </p:nvPr>
        </p:nvSpPr>
        <p:spPr/>
        <p:txBody>
          <a:bodyPr/>
          <a:lstStyle/>
          <a:p>
            <a:fld id="{F47845EA-7733-40EE-B074-20032348B727}" type="slidenum">
              <a:rPr lang="en-US" smtClean="0"/>
              <a:t>98</a:t>
            </a:fld>
            <a:endParaRPr lang="en-US"/>
          </a:p>
        </p:txBody>
      </p:sp>
    </p:spTree>
    <p:extLst>
      <p:ext uri="{BB962C8B-B14F-4D97-AF65-F5344CB8AC3E}">
        <p14:creationId xmlns:p14="http://schemas.microsoft.com/office/powerpoint/2010/main" val="168056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P spid="11"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1E6E-1A95-5B0D-3337-9AEAF948496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4FFBA3E-07E7-B671-7A6A-8C83A07C91C6}"/>
                  </a:ext>
                </a:extLst>
              </p:cNvPr>
              <p:cNvSpPr txBox="1"/>
              <p:nvPr/>
            </p:nvSpPr>
            <p:spPr>
              <a:xfrm>
                <a:off x="1350339" y="1193965"/>
                <a:ext cx="9491322" cy="584775"/>
              </a:xfrm>
              <a:prstGeom prst="rect">
                <a:avLst/>
              </a:prstGeom>
              <a:noFill/>
            </p:spPr>
            <p:txBody>
              <a:bodyPr wrap="square" rtlCol="0">
                <a:spAutoFit/>
              </a:bodyPr>
              <a:lstStyle/>
              <a:p>
                <a:pPr algn="ctr"/>
                <a14:m>
                  <m:oMath xmlns:m="http://schemas.openxmlformats.org/officeDocument/2006/math">
                    <m:r>
                      <a:rPr lang="en-US" sz="3200" b="0" i="1" smtClean="0">
                        <a:solidFill>
                          <a:schemeClr val="accent6">
                            <a:lumMod val="75000"/>
                          </a:schemeClr>
                        </a:solidFill>
                        <a:latin typeface="Cambria Math" panose="02040503050406030204" pitchFamily="18" charset="0"/>
                      </a:rPr>
                      <m:t>⇒</m:t>
                    </m:r>
                  </m:oMath>
                </a14:m>
                <a:r>
                  <a:rPr lang="en-US" sz="3200" dirty="0">
                    <a:solidFill>
                      <a:schemeClr val="accent6">
                        <a:lumMod val="75000"/>
                      </a:schemeClr>
                    </a:solidFill>
                  </a:rPr>
                  <a:t> Scientific laws are relationships between ensembles</a:t>
                </a:r>
              </a:p>
            </p:txBody>
          </p:sp>
        </mc:Choice>
        <mc:Fallback xmlns="">
          <p:sp>
            <p:nvSpPr>
              <p:cNvPr id="19" name="TextBox 18">
                <a:extLst>
                  <a:ext uri="{FF2B5EF4-FFF2-40B4-BE49-F238E27FC236}">
                    <a16:creationId xmlns:a16="http://schemas.microsoft.com/office/drawing/2014/main" id="{1EAD530E-E864-1366-9E84-9F4F648B286F}"/>
                  </a:ext>
                </a:extLst>
              </p:cNvPr>
              <p:cNvSpPr txBox="1">
                <a:spLocks noRot="1" noChangeAspect="1" noMove="1" noResize="1" noEditPoints="1" noAdjustHandles="1" noChangeArrowheads="1" noChangeShapeType="1" noTextEdit="1"/>
              </p:cNvSpPr>
              <p:nvPr/>
            </p:nvSpPr>
            <p:spPr>
              <a:xfrm>
                <a:off x="1350339" y="1193965"/>
                <a:ext cx="9491322" cy="584775"/>
              </a:xfrm>
              <a:prstGeom prst="rect">
                <a:avLst/>
              </a:prstGeom>
              <a:blipFill>
                <a:blip r:embed="rId2"/>
                <a:stretch>
                  <a:fillRect t="-12500" b="-34375"/>
                </a:stretch>
              </a:blipFill>
            </p:spPr>
            <p:txBody>
              <a:bodyPr/>
              <a:lstStyle/>
              <a:p>
                <a:r>
                  <a:rPr lang="en-US">
                    <a:noFill/>
                  </a:rPr>
                  <a:t> </a:t>
                </a:r>
              </a:p>
            </p:txBody>
          </p:sp>
        </mc:Fallback>
      </mc:AlternateContent>
      <p:pic>
        <p:nvPicPr>
          <p:cNvPr id="17" name="Picture 16">
            <a:extLst>
              <a:ext uri="{FF2B5EF4-FFF2-40B4-BE49-F238E27FC236}">
                <a16:creationId xmlns:a16="http://schemas.microsoft.com/office/drawing/2014/main" id="{EEABA439-C29E-4344-808A-36E2840B6C60}"/>
              </a:ext>
            </a:extLst>
          </p:cNvPr>
          <p:cNvPicPr>
            <a:picLocks noChangeAspect="1"/>
          </p:cNvPicPr>
          <p:nvPr/>
        </p:nvPicPr>
        <p:blipFill>
          <a:blip r:embed="rId3"/>
          <a:stretch>
            <a:fillRect/>
          </a:stretch>
        </p:blipFill>
        <p:spPr>
          <a:xfrm>
            <a:off x="490632" y="291078"/>
            <a:ext cx="11210736" cy="654833"/>
          </a:xfrm>
          <a:prstGeom prst="rect">
            <a:avLst/>
          </a:prstGeom>
        </p:spPr>
      </p:pic>
      <p:sp>
        <p:nvSpPr>
          <p:cNvPr id="2" name="Footer Placeholder 1">
            <a:extLst>
              <a:ext uri="{FF2B5EF4-FFF2-40B4-BE49-F238E27FC236}">
                <a16:creationId xmlns:a16="http://schemas.microsoft.com/office/drawing/2014/main" id="{2DE20112-B242-FFDA-A867-2E2879F67C78}"/>
              </a:ext>
            </a:extLst>
          </p:cNvPr>
          <p:cNvSpPr>
            <a:spLocks noGrp="1"/>
          </p:cNvSpPr>
          <p:nvPr>
            <p:ph type="ftr" sz="quarter" idx="11"/>
          </p:nvPr>
        </p:nvSpPr>
        <p:spPr/>
        <p:txBody>
          <a:bodyPr/>
          <a:lstStyle/>
          <a:p>
            <a:r>
              <a:rPr lang="en-US"/>
              <a:t>Christine Aidala - University of Michigan</a:t>
            </a:r>
          </a:p>
        </p:txBody>
      </p:sp>
      <p:sp>
        <p:nvSpPr>
          <p:cNvPr id="3" name="TextBox 2">
            <a:extLst>
              <a:ext uri="{FF2B5EF4-FFF2-40B4-BE49-F238E27FC236}">
                <a16:creationId xmlns:a16="http://schemas.microsoft.com/office/drawing/2014/main" id="{E3643306-CC6F-9D6F-1A06-B55D9F899F75}"/>
              </a:ext>
            </a:extLst>
          </p:cNvPr>
          <p:cNvSpPr txBox="1"/>
          <p:nvPr/>
        </p:nvSpPr>
        <p:spPr>
          <a:xfrm>
            <a:off x="501699" y="2180443"/>
            <a:ext cx="11199669" cy="769441"/>
          </a:xfrm>
          <a:prstGeom prst="rect">
            <a:avLst/>
          </a:prstGeom>
          <a:noFill/>
        </p:spPr>
        <p:txBody>
          <a:bodyPr wrap="none" rtlCol="0">
            <a:spAutoFit/>
          </a:bodyPr>
          <a:lstStyle/>
          <a:p>
            <a:pPr algn="ctr"/>
            <a:r>
              <a:rPr lang="en-US" sz="4400" dirty="0"/>
              <a:t>Ensembles MUST be the foundational primitives</a:t>
            </a:r>
          </a:p>
        </p:txBody>
      </p:sp>
      <p:sp>
        <p:nvSpPr>
          <p:cNvPr id="4" name="TextBox 3">
            <a:extLst>
              <a:ext uri="{FF2B5EF4-FFF2-40B4-BE49-F238E27FC236}">
                <a16:creationId xmlns:a16="http://schemas.microsoft.com/office/drawing/2014/main" id="{734FDC00-5085-48D6-268D-C3A4EACFF42C}"/>
              </a:ext>
            </a:extLst>
          </p:cNvPr>
          <p:cNvSpPr txBox="1"/>
          <p:nvPr/>
        </p:nvSpPr>
        <p:spPr>
          <a:xfrm>
            <a:off x="501699" y="3429000"/>
            <a:ext cx="9058940" cy="1754326"/>
          </a:xfrm>
          <a:prstGeom prst="rect">
            <a:avLst/>
          </a:prstGeom>
          <a:noFill/>
        </p:spPr>
        <p:txBody>
          <a:bodyPr wrap="square" rtlCol="0">
            <a:spAutoFit/>
          </a:bodyPr>
          <a:lstStyle/>
          <a:p>
            <a:r>
              <a:rPr lang="en-US" sz="3600" dirty="0"/>
              <a:t>Without a generic theory of ensemble spaces there is no well-defined theory of physics, causality, probability, information theory, …</a:t>
            </a:r>
          </a:p>
        </p:txBody>
      </p:sp>
      <p:sp>
        <p:nvSpPr>
          <p:cNvPr id="5" name="Slide Number Placeholder 4">
            <a:extLst>
              <a:ext uri="{FF2B5EF4-FFF2-40B4-BE49-F238E27FC236}">
                <a16:creationId xmlns:a16="http://schemas.microsoft.com/office/drawing/2014/main" id="{46F97E57-C6AE-0141-5730-4DE05578E209}"/>
              </a:ext>
            </a:extLst>
          </p:cNvPr>
          <p:cNvSpPr>
            <a:spLocks noGrp="1"/>
          </p:cNvSpPr>
          <p:nvPr>
            <p:ph type="sldNum" sz="quarter" idx="12"/>
          </p:nvPr>
        </p:nvSpPr>
        <p:spPr/>
        <p:txBody>
          <a:bodyPr/>
          <a:lstStyle/>
          <a:p>
            <a:fld id="{F47845EA-7733-40EE-B074-20032348B727}" type="slidenum">
              <a:rPr lang="en-US" smtClean="0"/>
              <a:t>99</a:t>
            </a:fld>
            <a:endParaRPr lang="en-US"/>
          </a:p>
        </p:txBody>
      </p:sp>
    </p:spTree>
    <p:extLst>
      <p:ext uri="{BB962C8B-B14F-4D97-AF65-F5344CB8AC3E}">
        <p14:creationId xmlns:p14="http://schemas.microsoft.com/office/powerpoint/2010/main" val="3743249377"/>
      </p:ext>
    </p:extLst>
  </p:cSld>
  <p:clrMapOvr>
    <a:masterClrMapping/>
  </p:clrMapOvr>
</p:sld>
</file>

<file path=ppt/theme/theme1.xml><?xml version="1.0" encoding="utf-8"?>
<a:theme xmlns:a="http://schemas.openxmlformats.org/drawingml/2006/main" name="Office Theme">
  <a:themeElements>
    <a:clrScheme name="AoP">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101063</TotalTime>
  <Words>7592</Words>
  <Application>Microsoft Office PowerPoint</Application>
  <PresentationFormat>Widescreen</PresentationFormat>
  <Paragraphs>1235</Paragraphs>
  <Slides>99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99</vt:i4>
      </vt:variant>
    </vt:vector>
  </HeadingPairs>
  <TitlesOfParts>
    <vt:vector size="106" baseType="lpstr">
      <vt:lpstr>Arial</vt:lpstr>
      <vt:lpstr>Calibri</vt:lpstr>
      <vt:lpstr>Calibri Light</vt:lpstr>
      <vt:lpstr>Cambria Math</vt:lpstr>
      <vt:lpstr>CMR10</vt:lpstr>
      <vt:lpstr>Times New Roman</vt:lpstr>
      <vt:lpstr>Office Theme</vt:lpstr>
      <vt:lpstr>PowerPoint Presentation</vt:lpstr>
      <vt:lpstr>Standard view of the foundations of physics</vt:lpstr>
      <vt:lpstr>PowerPoint Presentation</vt:lpstr>
      <vt:lpstr>Our view of the foundations of physics</vt:lpstr>
      <vt:lpstr>PowerPoint Presentation</vt:lpstr>
      <vt:lpstr> </vt:lpstr>
      <vt:lpstr>PowerPoint Presentation</vt:lpstr>
      <vt:lpstr>Goals of Reverse Physics (and structure of the talk)</vt:lpstr>
      <vt:lpstr>Examining the actual content of mathematical structures </vt:lpstr>
      <vt:lpstr>PowerPoint Presentation</vt:lpstr>
      <vt:lpstr>PowerPoint Presentation</vt:lpstr>
      <vt:lpstr>PowerPoint Presentation</vt:lpstr>
      <vt:lpstr>PowerPoint Presentation</vt:lpstr>
      <vt:lpstr>Classical uncertainty principle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Illuminating paradoxes and developing standards of rigor </vt:lpstr>
      <vt:lpstr>PowerPoint Presentation</vt:lpstr>
      <vt:lpstr>PowerPoint Presentation</vt:lpstr>
      <vt:lpstr>PowerPoint Presentation</vt:lpstr>
      <vt:lpstr>Identifying logical dependencies and clarifying base conditions</vt:lpstr>
      <vt:lpstr>Assumptions of classical mechanics</vt:lpstr>
      <vt:lpstr>Classical conditions and their relationships</vt:lpstr>
      <vt:lpstr>PowerPoint Presentation</vt:lpstr>
      <vt:lpstr>PowerPoint Presentation</vt:lpstr>
      <vt:lpstr>Developing a base theory for all of physics</vt:lpstr>
      <vt:lpstr>Foundational pillars</vt:lpstr>
      <vt:lpstr>Experimental verifiability</vt:lpstr>
      <vt:lpstr>Reproducibility and ensembles</vt:lpstr>
      <vt:lpstr>Ensemble variability</vt:lpstr>
      <vt:lpstr>Equilibria</vt:lpstr>
      <vt:lpstr>Wrapping it up</vt:lpstr>
      <vt:lpstr>PowerPoint Presentation</vt:lpstr>
      <vt:lpstr>PowerPoint Presentation</vt:lpstr>
      <vt:lpstr>Extra</vt:lpstr>
      <vt:lpstr>Main goal of the Assumptions of Physics program</vt:lpstr>
      <vt:lpstr>PowerPoint Presentation</vt:lpstr>
      <vt:lpstr>PowerPoint Presentation</vt:lpstr>
      <vt:lpstr>PowerPoint Presentation</vt:lpstr>
      <vt:lpstr>PowerPoint Presentation</vt:lpstr>
      <vt:lpstr>Geometry is entropy</vt:lpstr>
      <vt:lpstr>Uncertainty and entropy</vt:lpstr>
      <vt:lpstr>Reinterpreting traditional approaches:  Blackbody radiation</vt:lpstr>
      <vt:lpstr>Reinterpreting traditional approaches:  Wigner’s quantum correction for thermodynamic equilibrium</vt:lpstr>
      <vt:lpstr>Reinterpreting traditional approaches:  Wigner’s quantum correction for thermodynamic equilibrium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Quantum pure states are not sufficient to distinguish quantum and classical mechanics</vt:lpstr>
      <vt:lpstr>PowerPoint Presentation</vt:lpstr>
      <vt:lpstr>PowerPoint Presentation</vt:lpstr>
      <vt:lpstr>Reversing phase space</vt:lpstr>
      <vt:lpstr>Principle of least action  - one DOF</vt:lpstr>
      <vt:lpstr>Required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Relativistic mechanics </vt:lpstr>
      <vt:lpstr>Required 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Gabriele Carcassi</dc:creator>
  <cp:lastModifiedBy>Aidala, Christine</cp:lastModifiedBy>
  <cp:revision>450</cp:revision>
  <dcterms:created xsi:type="dcterms:W3CDTF">2021-04-07T15:17:47Z</dcterms:created>
  <dcterms:modified xsi:type="dcterms:W3CDTF">2026-09-16T21:35:24Z</dcterms:modified>
</cp:coreProperties>
</file>