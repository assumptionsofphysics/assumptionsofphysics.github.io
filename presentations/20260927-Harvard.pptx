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parser&amp;utm_content=thumbnai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60"/>
  </p:notesMasterIdLst>
  <p:sldIdLst>
    <p:sldId id="976" r:id="rId3"/>
    <p:sldId id="1440" r:id="rId4"/>
    <p:sldId id="1445" r:id="rId5"/>
    <p:sldId id="1441" r:id="rId6"/>
    <p:sldId id="1479" r:id="rId7"/>
    <p:sldId id="1446" r:id="rId8"/>
    <p:sldId id="1443" r:id="rId9"/>
    <p:sldId id="1447" r:id="rId10"/>
    <p:sldId id="1448" r:id="rId11"/>
    <p:sldId id="1450" r:id="rId12"/>
    <p:sldId id="1451" r:id="rId13"/>
    <p:sldId id="1452" r:id="rId14"/>
    <p:sldId id="1453" r:id="rId15"/>
    <p:sldId id="1454" r:id="rId16"/>
    <p:sldId id="1455" r:id="rId17"/>
    <p:sldId id="1462" r:id="rId18"/>
    <p:sldId id="1463" r:id="rId19"/>
    <p:sldId id="1460" r:id="rId20"/>
    <p:sldId id="1459" r:id="rId21"/>
    <p:sldId id="1461" r:id="rId22"/>
    <p:sldId id="1456" r:id="rId23"/>
    <p:sldId id="1457" r:id="rId24"/>
    <p:sldId id="1458" r:id="rId25"/>
    <p:sldId id="1427" r:id="rId26"/>
    <p:sldId id="1464" r:id="rId27"/>
    <p:sldId id="1279" r:id="rId28"/>
    <p:sldId id="1107" r:id="rId29"/>
    <p:sldId id="1319" r:id="rId30"/>
    <p:sldId id="1109" r:id="rId31"/>
    <p:sldId id="1106" r:id="rId32"/>
    <p:sldId id="1431" r:id="rId33"/>
    <p:sldId id="1110" r:id="rId34"/>
    <p:sldId id="1320" r:id="rId35"/>
    <p:sldId id="1432" r:id="rId36"/>
    <p:sldId id="1466" r:id="rId37"/>
    <p:sldId id="1467" r:id="rId38"/>
    <p:sldId id="1434" r:id="rId39"/>
    <p:sldId id="1468" r:id="rId40"/>
    <p:sldId id="1469" r:id="rId41"/>
    <p:sldId id="1435" r:id="rId42"/>
    <p:sldId id="1280" r:id="rId43"/>
    <p:sldId id="1470" r:id="rId44"/>
    <p:sldId id="1261" r:id="rId45"/>
    <p:sldId id="1262" r:id="rId46"/>
    <p:sldId id="1281" r:id="rId47"/>
    <p:sldId id="1471" r:id="rId48"/>
    <p:sldId id="1266" r:id="rId49"/>
    <p:sldId id="1267" r:id="rId50"/>
    <p:sldId id="1473" r:id="rId51"/>
    <p:sldId id="1474" r:id="rId52"/>
    <p:sldId id="1477" r:id="rId53"/>
    <p:sldId id="1478" r:id="rId54"/>
    <p:sldId id="1475" r:id="rId55"/>
    <p:sldId id="1094" r:id="rId56"/>
    <p:sldId id="1284" r:id="rId57"/>
    <p:sldId id="1476" r:id="rId58"/>
    <p:sldId id="1429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E82C"/>
    <a:srgbClr val="999C1C"/>
    <a:srgbClr val="779A1E"/>
    <a:srgbClr val="847A34"/>
    <a:srgbClr val="D0F204"/>
    <a:srgbClr val="820000"/>
    <a:srgbClr val="F4E802"/>
    <a:srgbClr val="CCCC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107" autoAdjust="0"/>
    <p:restoredTop sz="89956" autoAdjust="0"/>
  </p:normalViewPr>
  <p:slideViewPr>
    <p:cSldViewPr snapToGrid="0">
      <p:cViewPr varScale="1">
        <p:scale>
          <a:sx n="64" d="100"/>
          <a:sy n="64" d="100"/>
        </p:scale>
        <p:origin x="56" y="100"/>
      </p:cViewPr>
      <p:guideLst/>
    </p:cSldViewPr>
  </p:slideViewPr>
  <p:outlineViewPr>
    <p:cViewPr>
      <p:scale>
        <a:sx n="33" d="100"/>
        <a:sy n="33" d="100"/>
      </p:scale>
      <p:origin x="0" y="-902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3335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9C704-B8F9-449B-B828-36D786A1FE73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4F452-85BD-4268-B680-C313DBFDC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431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39C1E-D735-15C5-B713-E90CDBF3C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5F0499-77BE-AE08-F70C-E0854992DC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8828CE-F554-C978-CC7B-9A2BD87F1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62ABC-F824-304F-19A1-61F44E1A8F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4F452-85BD-4268-B680-C313DBFDCE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86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2381A-DF36-1BCC-553A-A944A37AB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0E3882-5AEA-67F6-B2C8-B434B4E1E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F85638-3E3A-BFB4-5BDC-C2037E87C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3658E-928B-16EA-F370-304382B980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4F452-85BD-4268-B680-C313DBFDCEB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21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4F452-85BD-4268-B680-C313DBFDCEB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12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4F452-85BD-4268-B680-C313DBFDCEB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49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4F452-85BD-4268-B680-C313DBFDCEB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10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4F452-85BD-4268-B680-C313DBFDCEB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02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4FB9D-FE32-4608-A322-879EB604C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BEF24-38DB-414B-9143-835F94C54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49D3D-74DA-4CF4-9D8A-35BEC589E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961D9-6321-4824-BAD9-C4E6FD877CB3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2A6A3-4127-48D5-9784-9FE0EA9F2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A031F-D251-4900-90B5-0DBC5EEB8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7EBE43-81C5-C3A7-19B2-4AEF320C73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405" y="4369993"/>
            <a:ext cx="1676403" cy="15240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5FB429-4DC1-9EA8-5594-36E9029DC1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4754" y="5936692"/>
            <a:ext cx="2229706" cy="757858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3AF2D39E-1CF2-6C35-A74E-C2E85F817FF0}"/>
              </a:ext>
            </a:extLst>
          </p:cNvPr>
          <p:cNvSpPr/>
          <p:nvPr userDrawn="1"/>
        </p:nvSpPr>
        <p:spPr>
          <a:xfrm>
            <a:off x="9442580" y="4170784"/>
            <a:ext cx="2674054" cy="2668555"/>
          </a:xfrm>
          <a:prstGeom prst="ellips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3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083A-4E98-4B0F-9BE9-89B3801C5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EDFED-B2F5-4E8E-B7CC-56CC10C1C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BC790-453E-4FDF-8576-041B1DF98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BC8FBAB-8131-440B-982D-5FFA7A53024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EF6B0C2-1FCE-4CAD-842B-5B0062ACA217}" type="datetime1">
              <a:rPr lang="en-US" smtClean="0"/>
              <a:t>9/26/2026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CD6FF50-33B5-48AA-9106-E41AD3A7C7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91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ACB5C-4D91-4CEE-A37D-A6D6EA775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2FF89-CC5E-4ECF-8587-C5477617E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5818F-79A2-4B99-9E93-0A0D3450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C4100-2BE2-4391-9F52-5B914F6BD944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0A171-786D-4212-94DA-A3B5DDCBE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C80CF-897E-4A36-9214-10EE125C5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47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8B1A4-D1EF-45A3-9791-016116AFC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0615B-3F88-41CF-8B1F-20FB3C7BE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55" y="1105469"/>
            <a:ext cx="5915845" cy="5071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C97195-09DC-40DF-8642-91B5CEAE2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105469"/>
            <a:ext cx="5915845" cy="5071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7FD46-DF3C-4CF1-8DB8-AE555EDA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87944-C783-4E17-92F1-0E6918203EBD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A3C63-BDA7-4CD1-98D2-7B44F82B1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C5504-0686-44F8-A23D-45B91F88E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28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9177B-A747-42FD-8F29-D1361B4E2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EB389-9A95-4143-B34D-74A157C3E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FF914-FCFA-477B-964A-C59B91251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6DC335-A7AE-4EBC-A953-CD7B08744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06B780-1F08-4E36-968D-D083275A4F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AC007B-DA08-41DC-96BA-9EDC62C18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45AE0-69B8-4D4E-A8E7-47897EB130FF}" type="datetime1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F2FD71-2584-48F8-992F-EBA7CFFAC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FB88B5-3CD1-407E-B5B5-2FDF80D2D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709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BD30F-053D-46F9-9A37-D1DA8923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2A0CFC-E613-4829-BB1E-23DC17F1F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C1336-0698-412D-B476-32024C44671D}" type="datetime1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4F9ED-0DC1-499C-966A-67FA83690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2F0D14-ECEA-4749-973A-35A78F79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36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7A8DE-26FB-44D4-A9F1-CB9FF4220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E3BC-9392-4C87-BA44-136AAA65B6AB}" type="datetime1">
              <a:rPr lang="en-US" smtClean="0"/>
              <a:t>9/26/2026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6CC65-9693-4336-8892-7DBB0D428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92D98-AE7E-447E-AA93-A2032A1F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22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036F1-9482-436E-9974-452FA8C03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3F32D-85F2-44AA-81B0-6B60F5AE6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A3A79-53E7-4E9B-A70E-77106E56C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D5672-F891-4ED6-8D9F-0B8771B5C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F80B-D06D-4094-B796-F0401CB811DF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72739-2C05-4A24-88F6-82BBE08F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75969-E211-4DE2-B886-5934860C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650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47BCD-8167-44E1-825E-012B66377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72A2AE-5BB8-4C31-9C94-6EDE7D578B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1A6C8-B63C-47F8-8C8C-4DB028D4B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56164-D348-4A71-AE1D-E22897D3C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AC32-9710-4741-BBDB-BB987A040FE4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6AADB-3A05-424C-9F43-41572E843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28A14-221B-4635-AA55-72AC789D4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683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61A85-F374-4F3F-BA0C-52075B074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3497C3-0A16-4208-BEB3-607737FDD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ED635-7E11-4664-8FBC-36FEBFF2D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590BE-8FF3-41A1-A1AD-CB06B62A6DCB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9DE0C-6D6F-4D42-817A-BBD09369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03EC4-334C-45C4-A174-AFF5497F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3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597DE0-D863-4430-924C-3EB271CE8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98BD85-A68E-409D-B87F-BAD203419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AA6CF-52A1-4471-AFF7-79B37FEF2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1E435-9B28-43CD-B73D-83AA91DE1FB7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4AF83-3843-42EB-A5A1-2BDCD43FA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68DFD-8437-42AF-BA50-3290D8CDC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94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4FB9D-FE32-4608-A322-879EB604C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BEF24-38DB-414B-9143-835F94C54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49D3D-74DA-4CF4-9D8A-35BEC589E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18BE1-77AC-4BAD-96DC-1371E9625C0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2A6A3-4127-48D5-9784-9FE0EA9F2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A031F-D251-4900-90B5-0DBC5EEB8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D243-E1B4-4589-B636-5C60CDCC51A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F2D39E-1CF2-6C35-A74E-C2E85F817FF0}"/>
              </a:ext>
            </a:extLst>
          </p:cNvPr>
          <p:cNvSpPr/>
          <p:nvPr/>
        </p:nvSpPr>
        <p:spPr>
          <a:xfrm>
            <a:off x="9442580" y="4170784"/>
            <a:ext cx="2674054" cy="26685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03588DA-AF3D-0538-FED6-B91B80D9B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405" y="4365482"/>
            <a:ext cx="1676403" cy="15237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EEE5F5B-B632-2F49-E623-5C0F89CE0E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4754" y="5933727"/>
            <a:ext cx="2229706" cy="7568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AE0316C-62B2-770F-A578-C8D4BEA5E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32" y="4433212"/>
            <a:ext cx="1676403" cy="15237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30B28FF-2283-988B-15E2-3907B103BE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81" y="6001457"/>
            <a:ext cx="2229706" cy="75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498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  <p:bldP spid="9" grpId="3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083A-4E98-4B0F-9BE9-89B3801C5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EDFED-B2F5-4E8E-B7CC-56CC10C1C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BC790-453E-4FDF-8576-041B1DF98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BC8FBAB-8131-440B-982D-5FFA7A53024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EC18BE1-77AC-4BAD-96DC-1371E9625C0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CD6FF50-33B5-48AA-9106-E41AD3A7C7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426D243-E1B4-4589-B636-5C60CDCC5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05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ACB5C-4D91-4CEE-A37D-A6D6EA775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2FF89-CC5E-4ECF-8587-C5477617E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5818F-79A2-4B99-9E93-0A0D3450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18BE1-77AC-4BAD-96DC-1371E9625C0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0A171-786D-4212-94DA-A3B5DDCBE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C80CF-897E-4A36-9214-10EE125C5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D243-E1B4-4589-B636-5C60CDCC5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40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8B1A4-D1EF-45A3-9791-016116AFC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0615B-3F88-41CF-8B1F-20FB3C7BE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55" y="1105469"/>
            <a:ext cx="5915845" cy="5071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C97195-09DC-40DF-8642-91B5CEAE2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105469"/>
            <a:ext cx="5915845" cy="5071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7FD46-DF3C-4CF1-8DB8-AE555EDA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18BE1-77AC-4BAD-96DC-1371E9625C0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A3C63-BDA7-4CD1-98D2-7B44F82B1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C5504-0686-44F8-A23D-45B91F88E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D243-E1B4-4589-B636-5C60CDCC5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990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9177B-A747-42FD-8F29-D1361B4E2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EB389-9A95-4143-B34D-74A157C3E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FF914-FCFA-477B-964A-C59B91251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6DC335-A7AE-4EBC-A953-CD7B08744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06B780-1F08-4E36-968D-D083275A4F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AC007B-DA08-41DC-96BA-9EDC62C18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18BE1-77AC-4BAD-96DC-1371E9625C0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F2FD71-2584-48F8-992F-EBA7CFFAC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FB88B5-3CD1-407E-B5B5-2FDF80D2D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D243-E1B4-4589-B636-5C60CDCC5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783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BD30F-053D-46F9-9A37-D1DA8923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2A0CFC-E613-4829-BB1E-23DC17F1F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18BE1-77AC-4BAD-96DC-1371E9625C0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4F9ED-0DC1-499C-966A-67FA83690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2F0D14-ECEA-4749-973A-35A78F79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D243-E1B4-4589-B636-5C60CDCC5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569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7A8DE-26FB-44D4-A9F1-CB9FF4220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18BE1-77AC-4BAD-96DC-1371E9625C0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6CC65-9693-4336-8892-7DBB0D428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92D98-AE7E-447E-AA93-A2032A1F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D243-E1B4-4589-B636-5C60CDCC5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240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036F1-9482-436E-9974-452FA8C03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3F32D-85F2-44AA-81B0-6B60F5AE6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A3A79-53E7-4E9B-A70E-77106E56C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D5672-F891-4ED6-8D9F-0B8771B5C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18BE1-77AC-4BAD-96DC-1371E9625C0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72739-2C05-4A24-88F6-82BBE08F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75969-E211-4DE2-B886-5934860C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D243-E1B4-4589-B636-5C60CDCC5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217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47BCD-8167-44E1-825E-012B66377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72A2AE-5BB8-4C31-9C94-6EDE7D578B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1A6C8-B63C-47F8-8C8C-4DB028D4B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56164-D348-4A71-AE1D-E22897D3C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18BE1-77AC-4BAD-96DC-1371E9625C0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6AADB-3A05-424C-9F43-41572E843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28A14-221B-4635-AA55-72AC789D4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D243-E1B4-4589-B636-5C60CDCC5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9295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61A85-F374-4F3F-BA0C-52075B074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3497C3-0A16-4208-BEB3-607737FDD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ED635-7E11-4664-8FBC-36FEBFF2D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18BE1-77AC-4BAD-96DC-1371E9625C0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9DE0C-6D6F-4D42-817A-BBD09369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03EC4-334C-45C4-A174-AFF5497F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D243-E1B4-4589-B636-5C60CDCC5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3097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597DE0-D863-4430-924C-3EB271CE8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98BD85-A68E-409D-B87F-BAD203419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AA6CF-52A1-4471-AFF7-79B37FEF2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18BE1-77AC-4BAD-96DC-1371E9625C0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4AF83-3843-42EB-A5A1-2BDCD43FA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68DFD-8437-42AF-BA50-3290D8CDC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D243-E1B4-4589-B636-5C60CDCC5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056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5AE79D-67AF-4A6E-B20E-A13E26034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55" y="84779"/>
            <a:ext cx="11984090" cy="897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FF892-5903-470F-A479-331C39379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55" y="1075038"/>
            <a:ext cx="11984090" cy="5381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86424-CA87-4045-BC8B-6EDDC11B32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04759" y="6580246"/>
            <a:ext cx="2229706" cy="2286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04893-CF5B-495E-BA55-052B76EC4442}" type="datetime1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D1E3F-305F-48EC-9661-A5555D6D9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9730" y="6565529"/>
            <a:ext cx="5967867" cy="235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Gabriele Carcassi - University of Michigan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D7172-52C7-47AA-A8CB-03E0DDB36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178" y="6572888"/>
            <a:ext cx="555908" cy="2286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AA285D-1676-8476-E3FF-1782C3DC601F}"/>
              </a:ext>
            </a:extLst>
          </p:cNvPr>
          <p:cNvSpPr/>
          <p:nvPr userDrawn="1"/>
        </p:nvSpPr>
        <p:spPr>
          <a:xfrm>
            <a:off x="9442580" y="4170784"/>
            <a:ext cx="2674054" cy="2668555"/>
          </a:xfrm>
          <a:prstGeom prst="ellips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C4DAF4-877C-B697-9F33-77BD3CFF038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1201" y="5161510"/>
            <a:ext cx="755810" cy="6871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89385B-0892-E7A3-350A-12FC896047C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674" y="6273515"/>
            <a:ext cx="1313865" cy="4465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3C0152C-5722-D560-A1D1-83330A0E1841}"/>
              </a:ext>
            </a:extLst>
          </p:cNvPr>
          <p:cNvSpPr txBox="1"/>
          <p:nvPr userDrawn="1"/>
        </p:nvSpPr>
        <p:spPr>
          <a:xfrm>
            <a:off x="9723330" y="5954370"/>
            <a:ext cx="21515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/>
              <a:t>https://assumptionsofphysics.org/</a:t>
            </a:r>
          </a:p>
        </p:txBody>
      </p:sp>
    </p:spTree>
    <p:extLst>
      <p:ext uri="{BB962C8B-B14F-4D97-AF65-F5344CB8AC3E}">
        <p14:creationId xmlns:p14="http://schemas.microsoft.com/office/powerpoint/2010/main" val="3603477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  <p:bldP spid="7" grpId="6" animBg="1"/>
      <p:bldP spid="7" grpId="7" animBg="1"/>
      <p:bldP spid="7" grpId="8" animBg="1"/>
      <p:bldP spid="7" grpId="9" animBg="1"/>
      <p:bldP spid="7" grpId="10" animBg="1"/>
      <p:bldP spid="7" grpId="11" animBg="1"/>
      <p:bldP spid="7" grpId="12" animBg="1"/>
      <p:bldP spid="7" grpId="13" animBg="1"/>
      <p:bldP spid="7" grpId="14" animBg="1"/>
      <p:bldP spid="7" grpId="15" animBg="1"/>
      <p:bldP spid="7" grpId="16" animBg="1"/>
      <p:bldP spid="7" grpId="17" animBg="1"/>
      <p:bldP spid="7" grpId="18" animBg="1"/>
      <p:bldP spid="7" grpId="19" animBg="1"/>
      <p:bldP spid="7" grpId="38" animBg="1"/>
      <p:bldP spid="7" grpId="39" animBg="1"/>
      <p:bldP spid="7" grpId="40" animBg="1"/>
      <p:bldP spid="7" grpId="41" animBg="1"/>
      <p:bldP spid="7" grpId="68" animBg="1"/>
      <p:bldP spid="7" grpId="69" animBg="1"/>
      <p:bldP spid="7" grpId="70" animBg="1"/>
      <p:bldP spid="7" grpId="71" animBg="1"/>
    </p:bldLst>
  </p:timing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5AE79D-67AF-4A6E-B20E-A13E26034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55" y="84779"/>
            <a:ext cx="11984090" cy="897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FF892-5903-470F-A479-331C39379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55" y="1075038"/>
            <a:ext cx="11984090" cy="5381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86424-CA87-4045-BC8B-6EDDC11B32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04759" y="6580246"/>
            <a:ext cx="2229706" cy="2286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18BE1-77AC-4BAD-96DC-1371E9625C0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D1E3F-305F-48EC-9661-A5555D6D9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9730" y="6565529"/>
            <a:ext cx="5967867" cy="235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D7172-52C7-47AA-A8CB-03E0DDB36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178" y="6572888"/>
            <a:ext cx="555908" cy="2286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6D243-E1B4-4589-B636-5C60CDCC51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AA285D-1676-8476-E3FF-1782C3DC601F}"/>
              </a:ext>
            </a:extLst>
          </p:cNvPr>
          <p:cNvSpPr/>
          <p:nvPr/>
        </p:nvSpPr>
        <p:spPr>
          <a:xfrm>
            <a:off x="9442580" y="4170784"/>
            <a:ext cx="2674054" cy="26685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C0152C-5722-D560-A1D1-83330A0E1841}"/>
              </a:ext>
            </a:extLst>
          </p:cNvPr>
          <p:cNvSpPr txBox="1"/>
          <p:nvPr/>
        </p:nvSpPr>
        <p:spPr>
          <a:xfrm>
            <a:off x="9723330" y="5954370"/>
            <a:ext cx="21515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/>
              <a:t>https://assumptionsofphysics.org/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2EABDBC-29F5-54A5-0B74-DE652EDCED6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1201" y="5161572"/>
            <a:ext cx="755811" cy="6869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CDCAE5-166F-5A8D-47B6-2316E82EF1E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150" y="6274104"/>
            <a:ext cx="1313865" cy="44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5139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  <p:bldP spid="7" grpId="6" animBg="1"/>
      <p:bldP spid="7" grpId="7" animBg="1"/>
      <p:bldP spid="7" grpId="8" animBg="1"/>
      <p:bldP spid="7" grpId="9" animBg="1"/>
      <p:bldP spid="7" grpId="10" animBg="1"/>
      <p:bldP spid="7" grpId="11" animBg="1"/>
      <p:bldP spid="7" grpId="12" animBg="1"/>
      <p:bldP spid="7" grpId="13" animBg="1"/>
      <p:bldP spid="7" grpId="14" animBg="1"/>
      <p:bldP spid="7" grpId="15" animBg="1"/>
      <p:bldP spid="7" grpId="16" animBg="1"/>
      <p:bldP spid="7" grpId="17" animBg="1"/>
      <p:bldP spid="7" grpId="18" animBg="1"/>
      <p:bldP spid="7" grpId="19" animBg="1"/>
      <p:bldP spid="7" grpId="20" animBg="1"/>
      <p:bldP spid="7" grpId="21" animBg="1"/>
      <p:bldP spid="7" grpId="22" animBg="1"/>
      <p:bldP spid="7" grpId="23" animBg="1"/>
      <p:bldP spid="7" grpId="24" animBg="1"/>
      <p:bldP spid="7" grpId="25" animBg="1"/>
      <p:bldP spid="7" grpId="26" animBg="1"/>
      <p:bldP spid="7" grpId="27" animBg="1"/>
    </p:bld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608.27543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36" Type="http://schemas.openxmlformats.org/officeDocument/2006/relationships/image" Target="../media/image952.png"/><Relationship Id="rId31" Type="http://schemas.openxmlformats.org/officeDocument/2006/relationships/image" Target="../media/image9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3998/mpub.12204707" TargetMode="Externa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600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4.png"/><Relationship Id="rId7" Type="http://schemas.openxmlformats.org/officeDocument/2006/relationships/image" Target="../media/image121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5.png"/><Relationship Id="rId9" Type="http://schemas.openxmlformats.org/officeDocument/2006/relationships/image" Target="../media/image12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4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png"/><Relationship Id="rId11" Type="http://schemas.openxmlformats.org/officeDocument/2006/relationships/image" Target="../media/image47.png"/><Relationship Id="rId5" Type="http://schemas.openxmlformats.org/officeDocument/2006/relationships/image" Target="../media/image42.png"/><Relationship Id="rId10" Type="http://schemas.openxmlformats.org/officeDocument/2006/relationships/image" Target="../media/image46.png"/><Relationship Id="rId4" Type="http://schemas.openxmlformats.org/officeDocument/2006/relationships/image" Target="../media/image41.png"/><Relationship Id="rId9" Type="http://schemas.openxmlformats.org/officeDocument/2006/relationships/image" Target="../media/image4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5.org&amp;utm_campaign=parser&amp;utm_content=thumbnai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51.png"/><Relationship Id="rId3" Type="http://schemas.openxmlformats.org/officeDocument/2006/relationships/image" Target="../media/image94.png"/><Relationship Id="rId7" Type="http://schemas.openxmlformats.org/officeDocument/2006/relationships/image" Target="../media/image99.png"/><Relationship Id="rId12" Type="http://schemas.openxmlformats.org/officeDocument/2006/relationships/image" Target="../media/image50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11" Type="http://schemas.openxmlformats.org/officeDocument/2006/relationships/image" Target="../media/image104.png"/><Relationship Id="rId5" Type="http://schemas.openxmlformats.org/officeDocument/2006/relationships/image" Target="../media/image97.png"/><Relationship Id="rId10" Type="http://schemas.openxmlformats.org/officeDocument/2006/relationships/image" Target="../media/image103.png"/><Relationship Id="rId4" Type="http://schemas.openxmlformats.org/officeDocument/2006/relationships/image" Target="../media/image95.png"/><Relationship Id="rId9" Type="http://schemas.openxmlformats.org/officeDocument/2006/relationships/image" Target="../media/image10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48.png"/><Relationship Id="rId7" Type="http://schemas.openxmlformats.org/officeDocument/2006/relationships/image" Target="../media/image55.png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111.png"/><Relationship Id="rId5" Type="http://schemas.openxmlformats.org/officeDocument/2006/relationships/image" Target="../media/image53.png"/><Relationship Id="rId10" Type="http://schemas.openxmlformats.org/officeDocument/2006/relationships/image" Target="../media/image1040.png"/><Relationship Id="rId4" Type="http://schemas.openxmlformats.org/officeDocument/2006/relationships/image" Target="../media/image52.png"/><Relationship Id="rId9" Type="http://schemas.openxmlformats.org/officeDocument/2006/relationships/image" Target="../media/image103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940.png"/><Relationship Id="rId7" Type="http://schemas.openxmlformats.org/officeDocument/2006/relationships/image" Target="../media/image1011.png"/><Relationship Id="rId2" Type="http://schemas.openxmlformats.org/officeDocument/2006/relationships/image" Target="../media/image9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0.png"/><Relationship Id="rId5" Type="http://schemas.openxmlformats.org/officeDocument/2006/relationships/image" Target="../media/image980.png"/><Relationship Id="rId4" Type="http://schemas.openxmlformats.org/officeDocument/2006/relationships/image" Target="../media/image97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0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abs/2602.01470" TargetMode="External"/><Relationship Id="rId4" Type="http://schemas.openxmlformats.org/officeDocument/2006/relationships/image" Target="../media/image7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0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33.png"/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12" Type="http://schemas.openxmlformats.org/officeDocument/2006/relationships/image" Target="../media/image118.png"/><Relationship Id="rId2" Type="http://schemas.openxmlformats.org/officeDocument/2006/relationships/image" Target="../media/image14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11" Type="http://schemas.openxmlformats.org/officeDocument/2006/relationships/image" Target="../media/image117.png"/><Relationship Id="rId5" Type="http://schemas.openxmlformats.org/officeDocument/2006/relationships/image" Target="../media/image127.png"/><Relationship Id="rId15" Type="http://schemas.openxmlformats.org/officeDocument/2006/relationships/image" Target="../media/image78.png"/><Relationship Id="rId10" Type="http://schemas.openxmlformats.org/officeDocument/2006/relationships/image" Target="../media/image380.png"/><Relationship Id="rId4" Type="http://schemas.openxmlformats.org/officeDocument/2006/relationships/image" Target="../media/image126.png"/><Relationship Id="rId9" Type="http://schemas.openxmlformats.org/officeDocument/2006/relationships/image" Target="../media/image370.png"/><Relationship Id="rId14" Type="http://schemas.openxmlformats.org/officeDocument/2006/relationships/image" Target="../media/image48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B8EF8-1CA4-0AF4-8F17-8A411A3591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8000" dirty="0"/>
              <a:t>Ensemble spaces:</a:t>
            </a:r>
            <a:br>
              <a:rPr lang="en-US" dirty="0"/>
            </a:br>
            <a:r>
              <a:rPr lang="en-US" dirty="0"/>
              <a:t>a common foundation for probability, information theory and physical theories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B966BA-E88F-9DF9-B52F-C052D3944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2948566"/>
          </a:xfrm>
        </p:spPr>
        <p:txBody>
          <a:bodyPr>
            <a:normAutofit fontScale="85000" lnSpcReduction="20000"/>
          </a:bodyPr>
          <a:lstStyle/>
          <a:p>
            <a:endParaRPr lang="en-US" sz="2400" dirty="0"/>
          </a:p>
          <a:p>
            <a:r>
              <a:rPr lang="en-US" sz="2600" dirty="0"/>
              <a:t>Gabriele </a:t>
            </a:r>
            <a:r>
              <a:rPr lang="en-US" sz="2600" dirty="0" err="1"/>
              <a:t>Carcassi</a:t>
            </a:r>
            <a:r>
              <a:rPr lang="en-US" sz="2600" dirty="0"/>
              <a:t> and Christine A. Aidala</a:t>
            </a:r>
          </a:p>
          <a:p>
            <a:r>
              <a:rPr lang="en-US" sz="2600" dirty="0"/>
              <a:t>Physics Department</a:t>
            </a:r>
            <a:br>
              <a:rPr lang="en-US" sz="2600" dirty="0"/>
            </a:br>
            <a:r>
              <a:rPr lang="en-US" sz="2600" dirty="0"/>
              <a:t>University of Michigan</a:t>
            </a:r>
          </a:p>
          <a:p>
            <a:endParaRPr lang="en-US" dirty="0"/>
          </a:p>
          <a:p>
            <a:r>
              <a:rPr lang="en-US" dirty="0"/>
              <a:t>Centennial Workshop on Quantum Probability, </a:t>
            </a:r>
            <a:br>
              <a:rPr lang="en-US" dirty="0"/>
            </a:br>
            <a:r>
              <a:rPr lang="en-US" dirty="0"/>
              <a:t>Causality, and Information</a:t>
            </a:r>
          </a:p>
          <a:p>
            <a:r>
              <a:rPr lang="en-US" dirty="0"/>
              <a:t>Harvard University</a:t>
            </a:r>
          </a:p>
          <a:p>
            <a:r>
              <a:rPr lang="en-US" dirty="0"/>
              <a:t>September 27, 2026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813723-0645-42C7-86E8-C94B23AD1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" y="4491460"/>
            <a:ext cx="1891314" cy="201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500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3CC19-4CCB-B3D3-1E4A-DE189553C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4DC29-0095-BE2C-2731-896095E27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understand exactly if/how classical and quantum probabilistic and informational structures differ, and what is a general structure that fits all physical theories</a:t>
            </a:r>
          </a:p>
          <a:p>
            <a:r>
              <a:rPr lang="en-US" dirty="0"/>
              <a:t>First: deconstruct quantum mechanics to have a clear understanding of what the mathematical structures represent</a:t>
            </a:r>
          </a:p>
          <a:p>
            <a:r>
              <a:rPr lang="en-US" dirty="0"/>
              <a:t>Second: start from physical requirements to develop a basic structure that must be present in all physical theories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20FC20-70A6-7DC3-1E5F-24A6B9F61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EBCC9E-AF73-2193-1830-CA8169667AE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72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62A81A-53E7-E0A3-643B-39C474BBB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2F7139-AE4D-2495-B2CD-18D749EAF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A2A081-483F-1A1D-E5F3-2A1F80CFD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10" y="888309"/>
            <a:ext cx="10990580" cy="16706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C07AD4-1B31-1C04-AE44-3D86A0E7040D}"/>
              </a:ext>
            </a:extLst>
          </p:cNvPr>
          <p:cNvSpPr txBox="1"/>
          <p:nvPr/>
        </p:nvSpPr>
        <p:spPr>
          <a:xfrm>
            <a:off x="2146008" y="3168856"/>
            <a:ext cx="78999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How do we analyze this properly?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166660-7DF8-2780-43CA-1C2A1975263E}"/>
              </a:ext>
            </a:extLst>
          </p:cNvPr>
          <p:cNvSpPr txBox="1"/>
          <p:nvPr/>
        </p:nvSpPr>
        <p:spPr>
          <a:xfrm>
            <a:off x="7516767" y="292471"/>
            <a:ext cx="4375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Bunch of things bundled together</a:t>
            </a:r>
          </a:p>
        </p:txBody>
      </p:sp>
    </p:spTree>
    <p:extLst>
      <p:ext uri="{BB962C8B-B14F-4D97-AF65-F5344CB8AC3E}">
        <p14:creationId xmlns:p14="http://schemas.microsoft.com/office/powerpoint/2010/main" val="200207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96C7A-AF8E-7FA8-ED95-E0D5C26FB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4CCF38-3276-CFE5-B0CD-0CD61FFD5420}"/>
              </a:ext>
            </a:extLst>
          </p:cNvPr>
          <p:cNvSpPr txBox="1"/>
          <p:nvPr/>
        </p:nvSpPr>
        <p:spPr>
          <a:xfrm>
            <a:off x="1623701" y="1450291"/>
            <a:ext cx="62186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Similar to what is done in the foundations of mathematics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03B52D-092D-0AF9-2FC9-E77B365AC79A}"/>
              </a:ext>
            </a:extLst>
          </p:cNvPr>
          <p:cNvGrpSpPr/>
          <p:nvPr/>
        </p:nvGrpSpPr>
        <p:grpSpPr>
          <a:xfrm>
            <a:off x="7883311" y="178130"/>
            <a:ext cx="4134273" cy="1502157"/>
            <a:chOff x="3292751" y="4519773"/>
            <a:chExt cx="5589691" cy="203097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3F07F50-AEBF-61FC-F9CA-3F8E670ECD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5830" y="4519773"/>
              <a:ext cx="3623532" cy="1340192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27D7429-857E-CA2E-298D-07B042E2F9D5}"/>
                </a:ext>
              </a:extLst>
            </p:cNvPr>
            <p:cNvSpPr txBox="1"/>
            <p:nvPr/>
          </p:nvSpPr>
          <p:spPr>
            <a:xfrm>
              <a:off x="3292751" y="5926556"/>
              <a:ext cx="5589691" cy="6241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i="1" dirty="0"/>
                <a:t>“When the math is derived from the right physical assumptions,</a:t>
              </a:r>
              <a:br>
                <a:rPr lang="en-US" sz="1200" i="1" dirty="0"/>
              </a:br>
              <a:r>
                <a:rPr lang="en-US" sz="1200" i="1" dirty="0"/>
                <a:t>the physical assumptions can be derived from the math.”</a:t>
              </a:r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DE5690-04C5-4679-AD50-60FFBEFE7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4B5A52-76F4-7C52-AA11-B31803F05B68}"/>
              </a:ext>
            </a:extLst>
          </p:cNvPr>
          <p:cNvSpPr txBox="1"/>
          <p:nvPr/>
        </p:nvSpPr>
        <p:spPr>
          <a:xfrm>
            <a:off x="384480" y="252194"/>
            <a:ext cx="75213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Break physics into different conditions</a:t>
            </a:r>
            <a:b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and study their logical relationships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F16D19-BB66-F543-D1F4-B81B3448C3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40" y="2065946"/>
            <a:ext cx="6006747" cy="302856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BFB14E1-7522-2068-CAB6-AA303EB496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9963" y="2148464"/>
            <a:ext cx="5914381" cy="1280536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149C02CD-1F6C-7D99-5AE3-28BDFD519E0B}"/>
              </a:ext>
            </a:extLst>
          </p:cNvPr>
          <p:cNvGrpSpPr/>
          <p:nvPr/>
        </p:nvGrpSpPr>
        <p:grpSpPr>
          <a:xfrm>
            <a:off x="6385627" y="3574519"/>
            <a:ext cx="2913397" cy="3039991"/>
            <a:chOff x="8852965" y="982203"/>
            <a:chExt cx="2913397" cy="303999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287AFE5-5D71-855F-A4A6-627704D1E3DE}"/>
                </a:ext>
              </a:extLst>
            </p:cNvPr>
            <p:cNvSpPr txBox="1"/>
            <p:nvPr/>
          </p:nvSpPr>
          <p:spPr>
            <a:xfrm>
              <a:off x="9588165" y="3652862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IR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63FB208-C3B9-C4D3-505F-FF7880A18F47}"/>
                </a:ext>
              </a:extLst>
            </p:cNvPr>
            <p:cNvSpPr txBox="1"/>
            <p:nvPr/>
          </p:nvSpPr>
          <p:spPr>
            <a:xfrm>
              <a:off x="10989032" y="3652862"/>
              <a:ext cx="5341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IND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4C97766-A5C2-6B43-D7CC-329BAF849898}"/>
                </a:ext>
              </a:extLst>
            </p:cNvPr>
            <p:cNvSpPr txBox="1"/>
            <p:nvPr/>
          </p:nvSpPr>
          <p:spPr>
            <a:xfrm>
              <a:off x="10047455" y="3000797"/>
              <a:ext cx="5245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CST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2AECAED-CFF5-D9E6-A044-CF9A8C3CB595}"/>
                </a:ext>
              </a:extLst>
            </p:cNvPr>
            <p:cNvSpPr txBox="1"/>
            <p:nvPr/>
          </p:nvSpPr>
          <p:spPr>
            <a:xfrm>
              <a:off x="11313994" y="2997869"/>
              <a:ext cx="452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DR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F3DD6D2-B14A-6B5B-7146-10CE5DA698C1}"/>
                </a:ext>
              </a:extLst>
            </p:cNvPr>
            <p:cNvSpPr txBox="1"/>
            <p:nvPr/>
          </p:nvSpPr>
          <p:spPr>
            <a:xfrm>
              <a:off x="8943681" y="3000797"/>
              <a:ext cx="6222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WKE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484796F-D94C-FE5B-CB4D-562EA0A85D13}"/>
                </a:ext>
              </a:extLst>
            </p:cNvPr>
            <p:cNvSpPr txBox="1"/>
            <p:nvPr/>
          </p:nvSpPr>
          <p:spPr>
            <a:xfrm>
              <a:off x="9651987" y="2222432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NM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35ED64-147D-F56E-3D6D-57F13DA18B0D}"/>
                </a:ext>
              </a:extLst>
            </p:cNvPr>
            <p:cNvSpPr txBox="1"/>
            <p:nvPr/>
          </p:nvSpPr>
          <p:spPr>
            <a:xfrm>
              <a:off x="10825453" y="2184725"/>
              <a:ext cx="5261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HM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22C5180-CCC4-438E-1CB8-53B13103DC0E}"/>
                </a:ext>
              </a:extLst>
            </p:cNvPr>
            <p:cNvSpPr txBox="1"/>
            <p:nvPr/>
          </p:nvSpPr>
          <p:spPr>
            <a:xfrm>
              <a:off x="10273638" y="1602317"/>
              <a:ext cx="4796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LM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D69735D-8F62-0E80-A4B8-08CE19F52D79}"/>
                </a:ext>
              </a:extLst>
            </p:cNvPr>
            <p:cNvSpPr txBox="1"/>
            <p:nvPr/>
          </p:nvSpPr>
          <p:spPr>
            <a:xfrm>
              <a:off x="8852965" y="2000059"/>
              <a:ext cx="5229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FKE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B91244B-E3CF-2049-2E92-8658F7A37E31}"/>
                </a:ext>
              </a:extLst>
            </p:cNvPr>
            <p:cNvSpPr txBox="1"/>
            <p:nvPr/>
          </p:nvSpPr>
          <p:spPr>
            <a:xfrm>
              <a:off x="9717390" y="982203"/>
              <a:ext cx="7248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MPPF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3318E97-56E6-4876-2380-10300002397C}"/>
                </a:ext>
              </a:extLst>
            </p:cNvPr>
            <p:cNvCxnSpPr>
              <a:stCxn id="41" idx="0"/>
              <a:endCxn id="43" idx="2"/>
            </p:cNvCxnSpPr>
            <p:nvPr/>
          </p:nvCxnSpPr>
          <p:spPr>
            <a:xfrm flipV="1">
              <a:off x="9771869" y="3370129"/>
              <a:ext cx="537838" cy="2827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5543D26-7F1A-71C3-47B7-5E8E9FD29B35}"/>
                </a:ext>
              </a:extLst>
            </p:cNvPr>
            <p:cNvCxnSpPr>
              <a:stCxn id="42" idx="0"/>
              <a:endCxn id="43" idx="2"/>
            </p:cNvCxnSpPr>
            <p:nvPr/>
          </p:nvCxnSpPr>
          <p:spPr>
            <a:xfrm flipH="1" flipV="1">
              <a:off x="10309707" y="3370129"/>
              <a:ext cx="946386" cy="2827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F775B72-39EC-E804-57F2-862B9F64164F}"/>
                </a:ext>
              </a:extLst>
            </p:cNvPr>
            <p:cNvCxnSpPr>
              <a:stCxn id="45" idx="0"/>
              <a:endCxn id="46" idx="2"/>
            </p:cNvCxnSpPr>
            <p:nvPr/>
          </p:nvCxnSpPr>
          <p:spPr>
            <a:xfrm flipV="1">
              <a:off x="9254824" y="2591764"/>
              <a:ext cx="662621" cy="4090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E3D48A8-38A5-507B-D16C-76D8C628B5D0}"/>
                </a:ext>
              </a:extLst>
            </p:cNvPr>
            <p:cNvCxnSpPr>
              <a:stCxn id="43" idx="0"/>
              <a:endCxn id="46" idx="2"/>
            </p:cNvCxnSpPr>
            <p:nvPr/>
          </p:nvCxnSpPr>
          <p:spPr>
            <a:xfrm flipH="1" flipV="1">
              <a:off x="9917445" y="2591764"/>
              <a:ext cx="392262" cy="4090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3A4EE4E-553B-19E7-89A9-CC7A1D7FE957}"/>
                </a:ext>
              </a:extLst>
            </p:cNvPr>
            <p:cNvCxnSpPr>
              <a:stCxn id="44" idx="0"/>
              <a:endCxn id="47" idx="2"/>
            </p:cNvCxnSpPr>
            <p:nvPr/>
          </p:nvCxnSpPr>
          <p:spPr>
            <a:xfrm flipH="1" flipV="1">
              <a:off x="11088506" y="2554057"/>
              <a:ext cx="451672" cy="4438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35AC8AC-EDEF-6090-59FC-43DB35FB2EA3}"/>
                </a:ext>
              </a:extLst>
            </p:cNvPr>
            <p:cNvCxnSpPr>
              <a:stCxn id="43" idx="0"/>
              <a:endCxn id="47" idx="2"/>
            </p:cNvCxnSpPr>
            <p:nvPr/>
          </p:nvCxnSpPr>
          <p:spPr>
            <a:xfrm flipV="1">
              <a:off x="10309707" y="2554057"/>
              <a:ext cx="778799" cy="446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0E899B4-2123-9DAF-423F-C46CD4EB4F89}"/>
                </a:ext>
              </a:extLst>
            </p:cNvPr>
            <p:cNvCxnSpPr>
              <a:stCxn id="46" idx="0"/>
              <a:endCxn id="48" idx="2"/>
            </p:cNvCxnSpPr>
            <p:nvPr/>
          </p:nvCxnSpPr>
          <p:spPr>
            <a:xfrm flipV="1">
              <a:off x="9917445" y="1971649"/>
              <a:ext cx="596002" cy="2507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A198C94-E1C4-5313-9644-8CE915E4AE8C}"/>
                </a:ext>
              </a:extLst>
            </p:cNvPr>
            <p:cNvCxnSpPr>
              <a:stCxn id="47" idx="0"/>
              <a:endCxn id="48" idx="2"/>
            </p:cNvCxnSpPr>
            <p:nvPr/>
          </p:nvCxnSpPr>
          <p:spPr>
            <a:xfrm flipH="1" flipV="1">
              <a:off x="10513447" y="1971649"/>
              <a:ext cx="575059" cy="2130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937BBE8-A238-EFAC-5BCB-8020B4EA5E41}"/>
                </a:ext>
              </a:extLst>
            </p:cNvPr>
            <p:cNvCxnSpPr>
              <a:cxnSpLocks/>
              <a:stCxn id="49" idx="0"/>
              <a:endCxn id="50" idx="2"/>
            </p:cNvCxnSpPr>
            <p:nvPr/>
          </p:nvCxnSpPr>
          <p:spPr>
            <a:xfrm flipV="1">
              <a:off x="9114415" y="1351535"/>
              <a:ext cx="965414" cy="6485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AC089191-CC7E-E776-E398-D164865DE18F}"/>
                </a:ext>
              </a:extLst>
            </p:cNvPr>
            <p:cNvCxnSpPr>
              <a:stCxn id="48" idx="0"/>
              <a:endCxn id="50" idx="2"/>
            </p:cNvCxnSpPr>
            <p:nvPr/>
          </p:nvCxnSpPr>
          <p:spPr>
            <a:xfrm flipH="1" flipV="1">
              <a:off x="10079829" y="1351535"/>
              <a:ext cx="433618" cy="2507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1596B020-EAA9-9F06-18BC-821664FA633C}"/>
                </a:ext>
              </a:extLst>
            </p:cNvPr>
            <p:cNvCxnSpPr>
              <a:stCxn id="45" idx="0"/>
              <a:endCxn id="49" idx="2"/>
            </p:cNvCxnSpPr>
            <p:nvPr/>
          </p:nvCxnSpPr>
          <p:spPr>
            <a:xfrm flipH="1" flipV="1">
              <a:off x="9114415" y="2369391"/>
              <a:ext cx="140409" cy="6314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F0C739CF-7F45-4447-431A-04F43B4AE5C1}"/>
              </a:ext>
            </a:extLst>
          </p:cNvPr>
          <p:cNvSpPr txBox="1"/>
          <p:nvPr/>
        </p:nvSpPr>
        <p:spPr>
          <a:xfrm>
            <a:off x="4354025" y="5568948"/>
            <a:ext cx="23034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Core assumptions</a:t>
            </a:r>
            <a:br>
              <a:rPr lang="en-US" dirty="0"/>
            </a:br>
            <a:r>
              <a:rPr lang="en-US" dirty="0"/>
              <a:t>for classical mechanics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9C5E8B-C153-7067-5EB3-4B2F884F0BDF}"/>
              </a:ext>
            </a:extLst>
          </p:cNvPr>
          <p:cNvSpPr txBox="1"/>
          <p:nvPr/>
        </p:nvSpPr>
        <p:spPr>
          <a:xfrm>
            <a:off x="247561" y="5645356"/>
            <a:ext cx="336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Found. Phys.</a:t>
            </a:r>
            <a:r>
              <a:rPr lang="en-US" dirty="0"/>
              <a:t> </a:t>
            </a:r>
            <a:r>
              <a:rPr lang="en-US" b="1" dirty="0"/>
              <a:t>52</a:t>
            </a:r>
            <a:r>
              <a:rPr lang="en-US" dirty="0"/>
              <a:t>, 40 (2022)</a:t>
            </a:r>
          </a:p>
          <a:p>
            <a:r>
              <a:rPr lang="en-US" dirty="0">
                <a:hlinkClick r:id="rId6"/>
              </a:rPr>
              <a:t>https://arxiv.org/abs/2608.27543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073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975D1-9EF5-4391-B649-9C06402B2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6DDB55-E048-046B-00CC-8CA27EB7F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444B17-83C5-DE72-B17F-1370E5D9E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495DDD-202F-75EC-30CF-CD6252497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10" y="888309"/>
            <a:ext cx="10990580" cy="16706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4E96B7-2762-4FC8-AC3E-50464C3F4169}"/>
              </a:ext>
            </a:extLst>
          </p:cNvPr>
          <p:cNvSpPr txBox="1"/>
          <p:nvPr/>
        </p:nvSpPr>
        <p:spPr>
          <a:xfrm>
            <a:off x="1048752" y="3041266"/>
            <a:ext cx="100944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Note: projective space does not technically require an inner product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135C3B2-083F-8BCD-B4E4-7CDDCE6BCA51}"/>
              </a:ext>
            </a:extLst>
          </p:cNvPr>
          <p:cNvCxnSpPr/>
          <p:nvPr/>
        </p:nvCxnSpPr>
        <p:spPr>
          <a:xfrm flipV="1">
            <a:off x="5476009" y="1506682"/>
            <a:ext cx="2275609" cy="1534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916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DBA82-AE96-889D-B89E-DB0574B8F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71AE4-71CF-C0B8-A45D-C6A50488A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Do projective Hilbert spaces pick QM?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AD3F2-F714-142C-A9FB-B183FAD62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Yes. Only quantum state spaces are represented by projective Hilbert spaces.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No. Some classical state spaces can also be represented in that way.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It’s just a bunch of math. I care about physics!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 have no idea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0CFCE-1BF4-20EB-5E0D-2774AEBA9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D7F327-2025-57FC-3258-E0AC3C50450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2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58C5F-9521-B307-BC0F-A4878ADD2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E5951-3C37-2048-B59A-B85C5E026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Do projective Hilbert spaces pick QM?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0DF82-4665-7663-1626-F3A2725B8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Yes. Only quantum state spaces are represented by projective Hilbert spaces.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No. Some classical state spaces can also be represented in that way.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It’s just a bunch of math. I care about physics!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 have no idea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05B352-EF93-D95B-7964-B72C93CA5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9076EC-DA2F-B812-F293-44E583DC536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633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2E39AE-1DD5-64EB-D4B7-ED9B03E5A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2A336E-CC9A-17D8-D76A-DA1A29CFC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9F21C-A9A8-34B2-F0E7-154CE7043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404" y="250192"/>
            <a:ext cx="10319191" cy="2808317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C75F592-10AA-8D86-4502-D2E8535070D4}"/>
              </a:ext>
            </a:extLst>
          </p:cNvPr>
          <p:cNvGrpSpPr/>
          <p:nvPr/>
        </p:nvGrpSpPr>
        <p:grpSpPr>
          <a:xfrm>
            <a:off x="1069333" y="3606884"/>
            <a:ext cx="1726475" cy="1726476"/>
            <a:chOff x="5635690" y="3806890"/>
            <a:chExt cx="1110343" cy="1110344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C6B3423-F4BF-2435-5C4D-8E96D8CA1CF3}"/>
                </a:ext>
              </a:extLst>
            </p:cNvPr>
            <p:cNvSpPr/>
            <p:nvPr/>
          </p:nvSpPr>
          <p:spPr>
            <a:xfrm>
              <a:off x="5635690" y="3806890"/>
              <a:ext cx="1110343" cy="11103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89FF758-828B-E3B7-2DBF-C6C91AF10041}"/>
                </a:ext>
              </a:extLst>
            </p:cNvPr>
            <p:cNvSpPr/>
            <p:nvPr/>
          </p:nvSpPr>
          <p:spPr>
            <a:xfrm>
              <a:off x="5847183" y="3806890"/>
              <a:ext cx="687355" cy="1110343"/>
            </a:xfrm>
            <a:prstGeom prst="ellips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9">
              <a:extLst>
                <a:ext uri="{FF2B5EF4-FFF2-40B4-BE49-F238E27FC236}">
                  <a16:creationId xmlns:a16="http://schemas.microsoft.com/office/drawing/2014/main" id="{A8524355-226F-1D42-F89E-28820951D7E8}"/>
                </a:ext>
              </a:extLst>
            </p:cNvPr>
            <p:cNvSpPr/>
            <p:nvPr/>
          </p:nvSpPr>
          <p:spPr>
            <a:xfrm>
              <a:off x="6190860" y="3806890"/>
              <a:ext cx="343678" cy="1110344"/>
            </a:xfrm>
            <a:custGeom>
              <a:avLst/>
              <a:gdLst>
                <a:gd name="connsiteX0" fmla="*/ 0 w 687355"/>
                <a:gd name="connsiteY0" fmla="*/ 555172 h 1110343"/>
                <a:gd name="connsiteX1" fmla="*/ 343678 w 687355"/>
                <a:gd name="connsiteY1" fmla="*/ 0 h 1110343"/>
                <a:gd name="connsiteX2" fmla="*/ 687356 w 687355"/>
                <a:gd name="connsiteY2" fmla="*/ 555172 h 1110343"/>
                <a:gd name="connsiteX3" fmla="*/ 343678 w 687355"/>
                <a:gd name="connsiteY3" fmla="*/ 1110344 h 1110343"/>
                <a:gd name="connsiteX4" fmla="*/ 0 w 687355"/>
                <a:gd name="connsiteY4" fmla="*/ 555172 h 1110343"/>
                <a:gd name="connsiteX0" fmla="*/ 0 w 687356"/>
                <a:gd name="connsiteY0" fmla="*/ 555172 h 1110344"/>
                <a:gd name="connsiteX1" fmla="*/ 343678 w 687356"/>
                <a:gd name="connsiteY1" fmla="*/ 0 h 1110344"/>
                <a:gd name="connsiteX2" fmla="*/ 687356 w 687356"/>
                <a:gd name="connsiteY2" fmla="*/ 555172 h 1110344"/>
                <a:gd name="connsiteX3" fmla="*/ 343678 w 687356"/>
                <a:gd name="connsiteY3" fmla="*/ 1110344 h 1110344"/>
                <a:gd name="connsiteX4" fmla="*/ 91440 w 687356"/>
                <a:gd name="connsiteY4" fmla="*/ 646612 h 1110344"/>
                <a:gd name="connsiteX0" fmla="*/ 0 w 687356"/>
                <a:gd name="connsiteY0" fmla="*/ 555172 h 1110344"/>
                <a:gd name="connsiteX1" fmla="*/ 343678 w 687356"/>
                <a:gd name="connsiteY1" fmla="*/ 0 h 1110344"/>
                <a:gd name="connsiteX2" fmla="*/ 687356 w 687356"/>
                <a:gd name="connsiteY2" fmla="*/ 555172 h 1110344"/>
                <a:gd name="connsiteX3" fmla="*/ 343678 w 687356"/>
                <a:gd name="connsiteY3" fmla="*/ 1110344 h 1110344"/>
                <a:gd name="connsiteX0" fmla="*/ 0 w 343678"/>
                <a:gd name="connsiteY0" fmla="*/ 0 h 1110344"/>
                <a:gd name="connsiteX1" fmla="*/ 343678 w 343678"/>
                <a:gd name="connsiteY1" fmla="*/ 555172 h 1110344"/>
                <a:gd name="connsiteX2" fmla="*/ 0 w 343678"/>
                <a:gd name="connsiteY2" fmla="*/ 1110344 h 1110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3678" h="1110344">
                  <a:moveTo>
                    <a:pt x="0" y="0"/>
                  </a:moveTo>
                  <a:cubicBezTo>
                    <a:pt x="189808" y="0"/>
                    <a:pt x="343678" y="248559"/>
                    <a:pt x="343678" y="555172"/>
                  </a:cubicBezTo>
                  <a:cubicBezTo>
                    <a:pt x="343678" y="861785"/>
                    <a:pt x="189808" y="1110344"/>
                    <a:pt x="0" y="1110344"/>
                  </a:cubicBezTo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4F9BA45-0D33-8C84-6C0F-D04B6BC6ADE6}"/>
              </a:ext>
            </a:extLst>
          </p:cNvPr>
          <p:cNvSpPr txBox="1"/>
          <p:nvPr/>
        </p:nvSpPr>
        <p:spPr>
          <a:xfrm>
            <a:off x="3124659" y="3513956"/>
            <a:ext cx="67691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State space of a classical magnetic dipole is a sphere,</a:t>
            </a:r>
          </a:p>
          <a:p>
            <a:r>
              <a:rPr lang="en-US" sz="2400" dirty="0">
                <a:solidFill>
                  <a:srgbClr val="C00000"/>
                </a:solidFill>
              </a:rPr>
              <a:t>which is the complex projective line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BC4FCD-001B-6083-E0B4-1BCEC632A663}"/>
              </a:ext>
            </a:extLst>
          </p:cNvPr>
          <p:cNvSpPr txBox="1"/>
          <p:nvPr/>
        </p:nvSpPr>
        <p:spPr>
          <a:xfrm>
            <a:off x="3714749" y="4410028"/>
            <a:ext cx="4916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general, every finite-dimensional complex projective space is a symplectic manifold, and therefore allows classical Hamiltonian mechanics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645EC98-D793-D005-E877-69E225AD9F9A}"/>
              </a:ext>
            </a:extLst>
          </p:cNvPr>
          <p:cNvCxnSpPr/>
          <p:nvPr/>
        </p:nvCxnSpPr>
        <p:spPr>
          <a:xfrm flipV="1">
            <a:off x="1932568" y="3864769"/>
            <a:ext cx="360576" cy="605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2471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53F64-5B80-D40E-02BC-2194B5546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4E219-D8EF-84D5-32BF-5A42C53CE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Does the space of ensembles distinguish CM from QM?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5864F-85DB-605D-CC98-71F817FB1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Yes.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No. Some quantum systems allow representation by classical probability</a:t>
            </a:r>
            <a:br>
              <a:rPr lang="en-US" dirty="0"/>
            </a:br>
            <a:r>
              <a:rPr lang="en-US" dirty="0"/>
              <a:t>(e.g. </a:t>
            </a:r>
            <a:r>
              <a:rPr lang="en-US" dirty="0" err="1"/>
              <a:t>Husimi</a:t>
            </a:r>
            <a:r>
              <a:rPr lang="en-US" dirty="0"/>
              <a:t> Q representation).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Experiments distinguish between theories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 have no idea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DF11F3-A35F-72D9-C139-31C37C18A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48BC23-0830-E794-650D-73796733069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01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7EBAD-ED16-1D75-4361-303CCB7FB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BE7D3-B005-3714-567E-DB8164A46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Does the space of ensembles distinguish CM from QM?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0141D-91F0-8D0A-C31D-9769201B9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Yes.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No. Some quantum systems allow representation by classical probability</a:t>
            </a:r>
            <a:br>
              <a:rPr lang="en-US" dirty="0"/>
            </a:br>
            <a:r>
              <a:rPr lang="en-US" dirty="0"/>
              <a:t>(e.g. </a:t>
            </a:r>
            <a:r>
              <a:rPr lang="en-US" dirty="0" err="1"/>
              <a:t>Husimi</a:t>
            </a:r>
            <a:r>
              <a:rPr lang="en-US" dirty="0"/>
              <a:t> Q representation).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Experiments distinguish between theories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 have no idea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7D9CE6-1A2B-ABD6-8865-DD31051A9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BAFEE3-0580-1644-15CD-847D7B739B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804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350A4A-85BE-9327-3134-C7E55B458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C2407D-52B1-A22A-985D-D176BD9F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A0D1E9-84EB-CBD5-F994-95E65870E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506" y="183910"/>
            <a:ext cx="9286987" cy="31812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6EC9DF-3576-515B-0939-86EE4F08CFC1}"/>
              </a:ext>
            </a:extLst>
          </p:cNvPr>
          <p:cNvSpPr txBox="1"/>
          <p:nvPr/>
        </p:nvSpPr>
        <p:spPr>
          <a:xfrm>
            <a:off x="633048" y="3641923"/>
            <a:ext cx="74136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classical mechanics, every ensemble is identified by a UNIQUE probability measure on pure states (i.e. ensemble space is a simplex)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In quantum mechanics, there is NO unique probability measure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191A08-7B2E-0218-FCD6-FB62965F7C8B}"/>
              </a:ext>
            </a:extLst>
          </p:cNvPr>
          <p:cNvSpPr txBox="1"/>
          <p:nvPr/>
        </p:nvSpPr>
        <p:spPr>
          <a:xfrm>
            <a:off x="1631854" y="5226836"/>
            <a:ext cx="72858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The ensemble space distinguishes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between classical and quantum mechanics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90D476-9575-815D-87C5-33B5FDA86753}"/>
              </a:ext>
            </a:extLst>
          </p:cNvPr>
          <p:cNvCxnSpPr>
            <a:cxnSpLocks/>
          </p:cNvCxnSpPr>
          <p:nvPr/>
        </p:nvCxnSpPr>
        <p:spPr>
          <a:xfrm flipH="1">
            <a:off x="7828671" y="3720905"/>
            <a:ext cx="626012" cy="372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8CA135D-09F3-DD46-0420-E7D49A492336}"/>
              </a:ext>
            </a:extLst>
          </p:cNvPr>
          <p:cNvSpPr txBox="1"/>
          <p:nvPr/>
        </p:nvSpPr>
        <p:spPr>
          <a:xfrm>
            <a:off x="8046720" y="3197820"/>
            <a:ext cx="3328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Though we lack a definition of simplex that works in the infinite-dimensional case</a:t>
            </a:r>
          </a:p>
        </p:txBody>
      </p:sp>
    </p:spTree>
    <p:extLst>
      <p:ext uri="{BB962C8B-B14F-4D97-AF65-F5344CB8AC3E}">
        <p14:creationId xmlns:p14="http://schemas.microsoft.com/office/powerpoint/2010/main" val="1700530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56F78-8515-E079-ED9E-959D77882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C2726-35C9-CF90-756E-BDD4862D4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Is the ensemble space enough to characterize QM?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6BFAD-410E-63D9-B2C0-7FF7F3E1C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Yes. Knowing how ensembles combine during mixtures is enough.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No. You need an additional structure.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This is going nowhere. It’s all about mathematical structures. Where is the physics?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 have no idea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4B71A-F4AF-0C78-FA95-D52B95964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896FB-79B9-FD8B-8BD2-D050F9BA01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829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5CCCE-0668-7AD6-C6E6-C85AC737D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18219-6116-9239-86BB-FBD38FB58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Is the ensemble space enough to characterize QM?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CD814-3F37-EC6F-27E0-8FEC45C2C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Yes. Knowing how ensembles combine during mixtures is enough.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No. You need an additional structure.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This is going nowhere. It’s all about mathematical structures. Where is the physics?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 have no idea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A5244B-619B-5659-FC87-BDB0BD5CF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83E550-DB7F-798F-EE48-100460ACE0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552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CDE172-192E-230D-74B9-F4B05C6FB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7AC152-6CC5-20E5-29AB-39FF2A372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14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50913B-A428-D96F-0802-68B98584F796}"/>
              </a:ext>
            </a:extLst>
          </p:cNvPr>
          <p:cNvGrpSpPr/>
          <p:nvPr/>
        </p:nvGrpSpPr>
        <p:grpSpPr>
          <a:xfrm>
            <a:off x="2489709" y="203982"/>
            <a:ext cx="7212581" cy="3904870"/>
            <a:chOff x="2079129" y="1451414"/>
            <a:chExt cx="7971211" cy="459877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4A5C86E-44C7-E4BE-CFAE-2BB8514E9C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79129" y="1451414"/>
              <a:ext cx="7971211" cy="180609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1BF54DC-D846-B2B6-F7EE-D9206D8BA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01990" y="3215307"/>
              <a:ext cx="7925487" cy="2834886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063C2C7-374C-ECF5-4717-BF38A66D72EE}"/>
              </a:ext>
            </a:extLst>
          </p:cNvPr>
          <p:cNvSpPr txBox="1"/>
          <p:nvPr/>
        </p:nvSpPr>
        <p:spPr>
          <a:xfrm>
            <a:off x="717452" y="4430790"/>
            <a:ext cx="682552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The fact that orthogonal vectors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represent mutually exclusive ensembles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is an additional assumption</a:t>
            </a:r>
          </a:p>
        </p:txBody>
      </p:sp>
    </p:spTree>
    <p:extLst>
      <p:ext uri="{BB962C8B-B14F-4D97-AF65-F5344CB8AC3E}">
        <p14:creationId xmlns:p14="http://schemas.microsoft.com/office/powerpoint/2010/main" val="533216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341328C-09DF-7E83-9E1C-D8497B75C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DC0FDE-5751-053C-67A4-452C43D21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B6C1C1-DA6B-EB30-2589-EF5860DFB94C}"/>
              </a:ext>
            </a:extLst>
          </p:cNvPr>
          <p:cNvSpPr txBox="1"/>
          <p:nvPr/>
        </p:nvSpPr>
        <p:spPr>
          <a:xfrm>
            <a:off x="549649" y="448683"/>
            <a:ext cx="83806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QP-RAY – Pure states are rays of a complex Hilbert space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8FC689-DB9C-CD0C-7175-2C6CA2C3B7A7}"/>
              </a:ext>
            </a:extLst>
          </p:cNvPr>
          <p:cNvSpPr txBox="1"/>
          <p:nvPr/>
        </p:nvSpPr>
        <p:spPr>
          <a:xfrm>
            <a:off x="549648" y="1466486"/>
            <a:ext cx="64316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QE-DENS – Ensembles are density matrixes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15243F-B965-4FC3-89C9-69F088EC6509}"/>
              </a:ext>
            </a:extLst>
          </p:cNvPr>
          <p:cNvSpPr txBox="1"/>
          <p:nvPr/>
        </p:nvSpPr>
        <p:spPr>
          <a:xfrm>
            <a:off x="549647" y="2484290"/>
            <a:ext cx="77863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BR-BORN – Orthogonal states are mutually exclusive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FA4CE7-A76A-4D3C-B3A0-AE136EE0767D}"/>
              </a:ext>
            </a:extLst>
          </p:cNvPr>
          <p:cNvSpPr txBox="1"/>
          <p:nvPr/>
        </p:nvSpPr>
        <p:spPr>
          <a:xfrm>
            <a:off x="9054939" y="602571"/>
            <a:ext cx="1636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Can be classical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EE6A1C-578D-47CD-7820-4F0DE21BDA7F}"/>
              </a:ext>
            </a:extLst>
          </p:cNvPr>
          <p:cNvSpPr txBox="1"/>
          <p:nvPr/>
        </p:nvSpPr>
        <p:spPr>
          <a:xfrm>
            <a:off x="8930277" y="1614510"/>
            <a:ext cx="1957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Cannot be classical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752929-AC43-AB16-8CD8-5E28B6FE3B0A}"/>
              </a:ext>
            </a:extLst>
          </p:cNvPr>
          <p:cNvSpPr txBox="1"/>
          <p:nvPr/>
        </p:nvSpPr>
        <p:spPr>
          <a:xfrm>
            <a:off x="9019597" y="2638178"/>
            <a:ext cx="1867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Must be quantum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E84651-9BF6-D531-C1BA-F0A09640EFE2}"/>
              </a:ext>
            </a:extLst>
          </p:cNvPr>
          <p:cNvSpPr txBox="1"/>
          <p:nvPr/>
        </p:nvSpPr>
        <p:spPr>
          <a:xfrm>
            <a:off x="4158936" y="711363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5B2727-BEA9-BE7E-10D1-82D5C69C5EA9}"/>
              </a:ext>
            </a:extLst>
          </p:cNvPr>
          <p:cNvSpPr txBox="1"/>
          <p:nvPr/>
        </p:nvSpPr>
        <p:spPr>
          <a:xfrm>
            <a:off x="417000" y="3496548"/>
            <a:ext cx="90941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QST:H – Quantum states on a Hilbert space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1BA86B-60BE-E8E1-F4D2-31FB687F7608}"/>
              </a:ext>
            </a:extLst>
          </p:cNvPr>
          <p:cNvSpPr txBox="1"/>
          <p:nvPr/>
        </p:nvSpPr>
        <p:spPr>
          <a:xfrm>
            <a:off x="4172179" y="1729166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+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04FE09-012A-7A79-3798-E5B414F1A4F7}"/>
              </a:ext>
            </a:extLst>
          </p:cNvPr>
          <p:cNvSpPr txBox="1"/>
          <p:nvPr/>
        </p:nvSpPr>
        <p:spPr>
          <a:xfrm>
            <a:off x="4158936" y="2744829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3326154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7E7D3-F39D-F12F-38A2-511C00BA8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F8D51-9837-E37D-EC77-E53D92347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we reconcile evolution and measurements?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5B3D9-C90C-E434-53A3-BBD36120A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No. They have irreconcilable mathematical characteristics.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Yes. There is no problem.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depends on the interpretation… and I don’t care about the interpretation because I care about the physics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 have no idea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620FB1-8D48-F7A9-E37F-379830918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6EBDB6-BF4B-CADF-69E8-D4C666C4FE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7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32EA6-7775-6BB1-FCA4-EA26C6B92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5ED08-6312-7731-9D54-CDE4EA77B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we reconcile evolution and measurements?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21B30-ACD8-CF42-775C-F5BF84322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No. They have irreconcilable mathematical characteristics.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Yes. There is no problem.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depends on the interpretation… and I don’t care about the interpretation because I care about the physics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 have no idea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7AB6CC-11BD-5A7A-B310-0B5500424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8513D-6C40-B564-068F-D524E6060CF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504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4F37FF0-7CF5-C3A7-CB6B-4DBA27259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D8BA2A-7974-8014-E0DB-1091FC709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560001-F814-3861-C72F-16813EEF11FE}"/>
              </a:ext>
            </a:extLst>
          </p:cNvPr>
          <p:cNvSpPr txBox="1"/>
          <p:nvPr/>
        </p:nvSpPr>
        <p:spPr>
          <a:xfrm>
            <a:off x="382489" y="5459212"/>
            <a:ext cx="73621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Unitary evolution is determinism and reversibility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F99A2E-5110-B16E-7C3B-8E0F1D5B19F5}"/>
              </a:ext>
            </a:extLst>
          </p:cNvPr>
          <p:cNvSpPr txBox="1"/>
          <p:nvPr/>
        </p:nvSpPr>
        <p:spPr>
          <a:xfrm>
            <a:off x="8171042" y="3105834"/>
            <a:ext cx="3925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[B]EVMIX – The evolution of the mixture is the mixture of the evolution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9B34285-396A-4C0C-6715-74DDB1325E29}"/>
              </a:ext>
            </a:extLst>
          </p:cNvPr>
          <p:cNvCxnSpPr/>
          <p:nvPr/>
        </p:nvCxnSpPr>
        <p:spPr>
          <a:xfrm flipH="1">
            <a:off x="3247697" y="3636579"/>
            <a:ext cx="4813737" cy="1061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E1D6F7F-563A-CE7D-88F3-3F8BD6E9AEF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4497" y="318182"/>
            <a:ext cx="7362144" cy="486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852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96D4240-1855-EABF-D881-9754877FC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0C3933-C7BD-839D-B5D0-F9BF97FDC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8E07DA-96F6-799A-BDBB-FFA5FA02B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48" y="327066"/>
            <a:ext cx="7504386" cy="459769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C4FA69A-6865-BA4F-6031-EB05DC9DB6D1}"/>
              </a:ext>
            </a:extLst>
          </p:cNvPr>
          <p:cNvSpPr txBox="1"/>
          <p:nvPr/>
        </p:nvSpPr>
        <p:spPr>
          <a:xfrm>
            <a:off x="8061919" y="279612"/>
            <a:ext cx="32443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Projective measurement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AFE7E6-1D7F-01B6-2644-C23E75FD5F89}"/>
              </a:ext>
            </a:extLst>
          </p:cNvPr>
          <p:cNvSpPr txBox="1"/>
          <p:nvPr/>
        </p:nvSpPr>
        <p:spPr>
          <a:xfrm>
            <a:off x="7851867" y="962552"/>
            <a:ext cx="24739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Step 1: interaction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BA0E1B-4DE0-3A57-F384-B1FDBC0AF633}"/>
              </a:ext>
            </a:extLst>
          </p:cNvPr>
          <p:cNvSpPr txBox="1"/>
          <p:nvPr/>
        </p:nvSpPr>
        <p:spPr>
          <a:xfrm>
            <a:off x="7979593" y="2481890"/>
            <a:ext cx="1999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Step 2: update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CDCFFA9-7521-53B9-A001-B48EC3D6C492}"/>
              </a:ext>
            </a:extLst>
          </p:cNvPr>
          <p:cNvCxnSpPr/>
          <p:nvPr/>
        </p:nvCxnSpPr>
        <p:spPr>
          <a:xfrm>
            <a:off x="10261576" y="2220427"/>
            <a:ext cx="595237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0FF7A8E-7A1E-6AC5-DDD5-68FBCD9E3F20}"/>
              </a:ext>
            </a:extLst>
          </p:cNvPr>
          <p:cNvCxnSpPr/>
          <p:nvPr/>
        </p:nvCxnSpPr>
        <p:spPr>
          <a:xfrm>
            <a:off x="11088211" y="2220427"/>
            <a:ext cx="595237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238A133-37A3-20DD-A987-1141362D12B4}"/>
              </a:ext>
            </a:extLst>
          </p:cNvPr>
          <p:cNvCxnSpPr>
            <a:cxnSpLocks/>
          </p:cNvCxnSpPr>
          <p:nvPr/>
        </p:nvCxnSpPr>
        <p:spPr>
          <a:xfrm>
            <a:off x="11088211" y="2303065"/>
            <a:ext cx="278157" cy="269325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FBC420-897F-B8AF-2DAD-FD447519DF1E}"/>
              </a:ext>
            </a:extLst>
          </p:cNvPr>
          <p:cNvCxnSpPr>
            <a:cxnSpLocks/>
          </p:cNvCxnSpPr>
          <p:nvPr/>
        </p:nvCxnSpPr>
        <p:spPr>
          <a:xfrm flipV="1">
            <a:off x="11088211" y="1874628"/>
            <a:ext cx="278157" cy="269325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8421F5-224A-09A1-A259-692D4B7BA489}"/>
              </a:ext>
            </a:extLst>
          </p:cNvPr>
          <p:cNvCxnSpPr>
            <a:cxnSpLocks/>
          </p:cNvCxnSpPr>
          <p:nvPr/>
        </p:nvCxnSpPr>
        <p:spPr>
          <a:xfrm flipH="1">
            <a:off x="10595768" y="2303065"/>
            <a:ext cx="278157" cy="269325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FB5937-DD88-17C6-3D55-205073F63416}"/>
              </a:ext>
            </a:extLst>
          </p:cNvPr>
          <p:cNvCxnSpPr>
            <a:cxnSpLocks/>
          </p:cNvCxnSpPr>
          <p:nvPr/>
        </p:nvCxnSpPr>
        <p:spPr>
          <a:xfrm flipH="1" flipV="1">
            <a:off x="10595768" y="1874628"/>
            <a:ext cx="278157" cy="269325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66965F9-534F-EDAB-EF61-0D3E53E782C8}"/>
              </a:ext>
            </a:extLst>
          </p:cNvPr>
          <p:cNvGrpSpPr/>
          <p:nvPr/>
        </p:nvGrpSpPr>
        <p:grpSpPr>
          <a:xfrm>
            <a:off x="10133603" y="1122832"/>
            <a:ext cx="1690119" cy="2227652"/>
            <a:chOff x="6689695" y="3867733"/>
            <a:chExt cx="1916430" cy="252594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57F7946-97AD-65E3-7BDF-5A6DDCADC4F4}"/>
                </a:ext>
              </a:extLst>
            </p:cNvPr>
            <p:cNvGrpSpPr/>
            <p:nvPr/>
          </p:nvGrpSpPr>
          <p:grpSpPr>
            <a:xfrm>
              <a:off x="6689695" y="4154166"/>
              <a:ext cx="1916430" cy="1916266"/>
              <a:chOff x="2521889" y="2808131"/>
              <a:chExt cx="1916430" cy="1916266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57DB53D2-786E-E416-55CD-43C4B13341F6}"/>
                  </a:ext>
                </a:extLst>
              </p:cNvPr>
              <p:cNvSpPr/>
              <p:nvPr/>
            </p:nvSpPr>
            <p:spPr>
              <a:xfrm>
                <a:off x="2521889" y="2808131"/>
                <a:ext cx="1916264" cy="1916264"/>
              </a:xfrm>
              <a:prstGeom prst="ellips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20" name="Oval 31">
                <a:extLst>
                  <a:ext uri="{FF2B5EF4-FFF2-40B4-BE49-F238E27FC236}">
                    <a16:creationId xmlns:a16="http://schemas.microsoft.com/office/drawing/2014/main" id="{3DAF8F5E-2B25-D86C-3720-D73D46897504}"/>
                  </a:ext>
                </a:extLst>
              </p:cNvPr>
              <p:cNvSpPr/>
              <p:nvPr/>
            </p:nvSpPr>
            <p:spPr>
              <a:xfrm>
                <a:off x="2521889" y="2808132"/>
                <a:ext cx="1916264" cy="958132"/>
              </a:xfrm>
              <a:custGeom>
                <a:avLst/>
                <a:gdLst>
                  <a:gd name="connsiteX0" fmla="*/ 0 w 1916264"/>
                  <a:gd name="connsiteY0" fmla="*/ 958132 h 1916264"/>
                  <a:gd name="connsiteX1" fmla="*/ 958132 w 1916264"/>
                  <a:gd name="connsiteY1" fmla="*/ 0 h 1916264"/>
                  <a:gd name="connsiteX2" fmla="*/ 1916264 w 1916264"/>
                  <a:gd name="connsiteY2" fmla="*/ 958132 h 1916264"/>
                  <a:gd name="connsiteX3" fmla="*/ 958132 w 1916264"/>
                  <a:gd name="connsiteY3" fmla="*/ 1916264 h 1916264"/>
                  <a:gd name="connsiteX4" fmla="*/ 0 w 1916264"/>
                  <a:gd name="connsiteY4" fmla="*/ 958132 h 1916264"/>
                  <a:gd name="connsiteX0" fmla="*/ 958132 w 1916264"/>
                  <a:gd name="connsiteY0" fmla="*/ 1916264 h 2007704"/>
                  <a:gd name="connsiteX1" fmla="*/ 0 w 1916264"/>
                  <a:gd name="connsiteY1" fmla="*/ 958132 h 2007704"/>
                  <a:gd name="connsiteX2" fmla="*/ 958132 w 1916264"/>
                  <a:gd name="connsiteY2" fmla="*/ 0 h 2007704"/>
                  <a:gd name="connsiteX3" fmla="*/ 1916264 w 1916264"/>
                  <a:gd name="connsiteY3" fmla="*/ 958132 h 2007704"/>
                  <a:gd name="connsiteX4" fmla="*/ 1049572 w 1916264"/>
                  <a:gd name="connsiteY4" fmla="*/ 2007704 h 2007704"/>
                  <a:gd name="connsiteX0" fmla="*/ 958132 w 1916264"/>
                  <a:gd name="connsiteY0" fmla="*/ 1916264 h 1916264"/>
                  <a:gd name="connsiteX1" fmla="*/ 0 w 1916264"/>
                  <a:gd name="connsiteY1" fmla="*/ 958132 h 1916264"/>
                  <a:gd name="connsiteX2" fmla="*/ 958132 w 1916264"/>
                  <a:gd name="connsiteY2" fmla="*/ 0 h 1916264"/>
                  <a:gd name="connsiteX3" fmla="*/ 1916264 w 1916264"/>
                  <a:gd name="connsiteY3" fmla="*/ 958132 h 1916264"/>
                  <a:gd name="connsiteX0" fmla="*/ 0 w 1916264"/>
                  <a:gd name="connsiteY0" fmla="*/ 958132 h 958132"/>
                  <a:gd name="connsiteX1" fmla="*/ 958132 w 1916264"/>
                  <a:gd name="connsiteY1" fmla="*/ 0 h 958132"/>
                  <a:gd name="connsiteX2" fmla="*/ 1916264 w 1916264"/>
                  <a:gd name="connsiteY2" fmla="*/ 958132 h 958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16264" h="958132">
                    <a:moveTo>
                      <a:pt x="0" y="958132"/>
                    </a:moveTo>
                    <a:cubicBezTo>
                      <a:pt x="0" y="428970"/>
                      <a:pt x="428970" y="0"/>
                      <a:pt x="958132" y="0"/>
                    </a:cubicBezTo>
                    <a:cubicBezTo>
                      <a:pt x="1487294" y="0"/>
                      <a:pt x="1916264" y="428970"/>
                      <a:pt x="1916264" y="958132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7680D75-3233-1929-C773-EE1058FD1422}"/>
                  </a:ext>
                </a:extLst>
              </p:cNvPr>
              <p:cNvSpPr/>
              <p:nvPr/>
            </p:nvSpPr>
            <p:spPr>
              <a:xfrm>
                <a:off x="2521889" y="2808131"/>
                <a:ext cx="1916265" cy="1916264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36B32E44-482B-68BE-7E03-5FD6D9AEE0DA}"/>
                  </a:ext>
                </a:extLst>
              </p:cNvPr>
              <p:cNvGrpSpPr/>
              <p:nvPr/>
            </p:nvGrpSpPr>
            <p:grpSpPr>
              <a:xfrm>
                <a:off x="2923755" y="2808131"/>
                <a:ext cx="1112528" cy="1916266"/>
                <a:chOff x="2734489" y="2655731"/>
                <a:chExt cx="1186260" cy="1916266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1BDA6767-B27F-590C-B94A-46776AE9AE51}"/>
                    </a:ext>
                  </a:extLst>
                </p:cNvPr>
                <p:cNvSpPr/>
                <p:nvPr/>
              </p:nvSpPr>
              <p:spPr>
                <a:xfrm>
                  <a:off x="2734490" y="2655731"/>
                  <a:ext cx="1186259" cy="1916264"/>
                </a:xfrm>
                <a:prstGeom prst="ellipse">
                  <a:avLst/>
                </a:prstGeom>
                <a:noFill/>
                <a:ln w="28575">
                  <a:solidFill>
                    <a:schemeClr val="accent1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27" name="Oval 9">
                  <a:extLst>
                    <a:ext uri="{FF2B5EF4-FFF2-40B4-BE49-F238E27FC236}">
                      <a16:creationId xmlns:a16="http://schemas.microsoft.com/office/drawing/2014/main" id="{4A50F9E4-D508-67F7-38F0-3551073A5D81}"/>
                    </a:ext>
                  </a:extLst>
                </p:cNvPr>
                <p:cNvSpPr/>
                <p:nvPr/>
              </p:nvSpPr>
              <p:spPr>
                <a:xfrm flipH="1">
                  <a:off x="2734489" y="2655731"/>
                  <a:ext cx="593130" cy="1916266"/>
                </a:xfrm>
                <a:custGeom>
                  <a:avLst/>
                  <a:gdLst>
                    <a:gd name="connsiteX0" fmla="*/ 0 w 687355"/>
                    <a:gd name="connsiteY0" fmla="*/ 555172 h 1110343"/>
                    <a:gd name="connsiteX1" fmla="*/ 343678 w 687355"/>
                    <a:gd name="connsiteY1" fmla="*/ 0 h 1110343"/>
                    <a:gd name="connsiteX2" fmla="*/ 687356 w 687355"/>
                    <a:gd name="connsiteY2" fmla="*/ 555172 h 1110343"/>
                    <a:gd name="connsiteX3" fmla="*/ 343678 w 687355"/>
                    <a:gd name="connsiteY3" fmla="*/ 1110344 h 1110343"/>
                    <a:gd name="connsiteX4" fmla="*/ 0 w 687355"/>
                    <a:gd name="connsiteY4" fmla="*/ 555172 h 1110343"/>
                    <a:gd name="connsiteX0" fmla="*/ 0 w 687356"/>
                    <a:gd name="connsiteY0" fmla="*/ 555172 h 1110344"/>
                    <a:gd name="connsiteX1" fmla="*/ 343678 w 687356"/>
                    <a:gd name="connsiteY1" fmla="*/ 0 h 1110344"/>
                    <a:gd name="connsiteX2" fmla="*/ 687356 w 687356"/>
                    <a:gd name="connsiteY2" fmla="*/ 555172 h 1110344"/>
                    <a:gd name="connsiteX3" fmla="*/ 343678 w 687356"/>
                    <a:gd name="connsiteY3" fmla="*/ 1110344 h 1110344"/>
                    <a:gd name="connsiteX4" fmla="*/ 91440 w 687356"/>
                    <a:gd name="connsiteY4" fmla="*/ 646612 h 1110344"/>
                    <a:gd name="connsiteX0" fmla="*/ 0 w 687356"/>
                    <a:gd name="connsiteY0" fmla="*/ 555172 h 1110344"/>
                    <a:gd name="connsiteX1" fmla="*/ 343678 w 687356"/>
                    <a:gd name="connsiteY1" fmla="*/ 0 h 1110344"/>
                    <a:gd name="connsiteX2" fmla="*/ 687356 w 687356"/>
                    <a:gd name="connsiteY2" fmla="*/ 555172 h 1110344"/>
                    <a:gd name="connsiteX3" fmla="*/ 343678 w 687356"/>
                    <a:gd name="connsiteY3" fmla="*/ 1110344 h 1110344"/>
                    <a:gd name="connsiteX0" fmla="*/ 0 w 343678"/>
                    <a:gd name="connsiteY0" fmla="*/ 0 h 1110344"/>
                    <a:gd name="connsiteX1" fmla="*/ 343678 w 343678"/>
                    <a:gd name="connsiteY1" fmla="*/ 555172 h 1110344"/>
                    <a:gd name="connsiteX2" fmla="*/ 0 w 343678"/>
                    <a:gd name="connsiteY2" fmla="*/ 1110344 h 11103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43678" h="1110344">
                      <a:moveTo>
                        <a:pt x="0" y="0"/>
                      </a:moveTo>
                      <a:cubicBezTo>
                        <a:pt x="189808" y="0"/>
                        <a:pt x="343678" y="248559"/>
                        <a:pt x="343678" y="555172"/>
                      </a:cubicBezTo>
                      <a:cubicBezTo>
                        <a:pt x="343678" y="861785"/>
                        <a:pt x="189808" y="1110344"/>
                        <a:pt x="0" y="1110344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>
                    <a:solidFill>
                      <a:schemeClr val="lt1"/>
                    </a:solidFill>
                  </a:endParaRP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CD1E0485-8C9B-47DA-F3CD-55E4806F7CDF}"/>
                  </a:ext>
                </a:extLst>
              </p:cNvPr>
              <p:cNvGrpSpPr/>
              <p:nvPr/>
            </p:nvGrpSpPr>
            <p:grpSpPr>
              <a:xfrm rot="16200000">
                <a:off x="2923922" y="2810085"/>
                <a:ext cx="1112528" cy="1916266"/>
                <a:chOff x="2734489" y="2655731"/>
                <a:chExt cx="1186260" cy="1916266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0C93DA82-25AF-85A0-4825-BB4BE7EBFD7B}"/>
                    </a:ext>
                  </a:extLst>
                </p:cNvPr>
                <p:cNvSpPr/>
                <p:nvPr/>
              </p:nvSpPr>
              <p:spPr>
                <a:xfrm>
                  <a:off x="2734490" y="2655731"/>
                  <a:ext cx="1186259" cy="1916264"/>
                </a:xfrm>
                <a:prstGeom prst="ellipse">
                  <a:avLst/>
                </a:prstGeom>
                <a:noFill/>
                <a:ln w="28575">
                  <a:solidFill>
                    <a:schemeClr val="accent1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25" name="Oval 9">
                  <a:extLst>
                    <a:ext uri="{FF2B5EF4-FFF2-40B4-BE49-F238E27FC236}">
                      <a16:creationId xmlns:a16="http://schemas.microsoft.com/office/drawing/2014/main" id="{9923CB85-0E20-72F9-76FC-7B52BD0DD9B9}"/>
                    </a:ext>
                  </a:extLst>
                </p:cNvPr>
                <p:cNvSpPr/>
                <p:nvPr/>
              </p:nvSpPr>
              <p:spPr>
                <a:xfrm flipH="1">
                  <a:off x="2734489" y="2655731"/>
                  <a:ext cx="593130" cy="1916266"/>
                </a:xfrm>
                <a:custGeom>
                  <a:avLst/>
                  <a:gdLst>
                    <a:gd name="connsiteX0" fmla="*/ 0 w 687355"/>
                    <a:gd name="connsiteY0" fmla="*/ 555172 h 1110343"/>
                    <a:gd name="connsiteX1" fmla="*/ 343678 w 687355"/>
                    <a:gd name="connsiteY1" fmla="*/ 0 h 1110343"/>
                    <a:gd name="connsiteX2" fmla="*/ 687356 w 687355"/>
                    <a:gd name="connsiteY2" fmla="*/ 555172 h 1110343"/>
                    <a:gd name="connsiteX3" fmla="*/ 343678 w 687355"/>
                    <a:gd name="connsiteY3" fmla="*/ 1110344 h 1110343"/>
                    <a:gd name="connsiteX4" fmla="*/ 0 w 687355"/>
                    <a:gd name="connsiteY4" fmla="*/ 555172 h 1110343"/>
                    <a:gd name="connsiteX0" fmla="*/ 0 w 687356"/>
                    <a:gd name="connsiteY0" fmla="*/ 555172 h 1110344"/>
                    <a:gd name="connsiteX1" fmla="*/ 343678 w 687356"/>
                    <a:gd name="connsiteY1" fmla="*/ 0 h 1110344"/>
                    <a:gd name="connsiteX2" fmla="*/ 687356 w 687356"/>
                    <a:gd name="connsiteY2" fmla="*/ 555172 h 1110344"/>
                    <a:gd name="connsiteX3" fmla="*/ 343678 w 687356"/>
                    <a:gd name="connsiteY3" fmla="*/ 1110344 h 1110344"/>
                    <a:gd name="connsiteX4" fmla="*/ 91440 w 687356"/>
                    <a:gd name="connsiteY4" fmla="*/ 646612 h 1110344"/>
                    <a:gd name="connsiteX0" fmla="*/ 0 w 687356"/>
                    <a:gd name="connsiteY0" fmla="*/ 555172 h 1110344"/>
                    <a:gd name="connsiteX1" fmla="*/ 343678 w 687356"/>
                    <a:gd name="connsiteY1" fmla="*/ 0 h 1110344"/>
                    <a:gd name="connsiteX2" fmla="*/ 687356 w 687356"/>
                    <a:gd name="connsiteY2" fmla="*/ 555172 h 1110344"/>
                    <a:gd name="connsiteX3" fmla="*/ 343678 w 687356"/>
                    <a:gd name="connsiteY3" fmla="*/ 1110344 h 1110344"/>
                    <a:gd name="connsiteX0" fmla="*/ 0 w 343678"/>
                    <a:gd name="connsiteY0" fmla="*/ 0 h 1110344"/>
                    <a:gd name="connsiteX1" fmla="*/ 343678 w 343678"/>
                    <a:gd name="connsiteY1" fmla="*/ 555172 h 1110344"/>
                    <a:gd name="connsiteX2" fmla="*/ 0 w 343678"/>
                    <a:gd name="connsiteY2" fmla="*/ 1110344 h 11103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43678" h="1110344">
                      <a:moveTo>
                        <a:pt x="0" y="0"/>
                      </a:moveTo>
                      <a:cubicBezTo>
                        <a:pt x="189808" y="0"/>
                        <a:pt x="343678" y="248559"/>
                        <a:pt x="343678" y="555172"/>
                      </a:cubicBezTo>
                      <a:cubicBezTo>
                        <a:pt x="343678" y="861785"/>
                        <a:pt x="189808" y="1110344"/>
                        <a:pt x="0" y="1110344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>
                    <a:solidFill>
                      <a:schemeClr val="lt1"/>
                    </a:solidFill>
                  </a:endParaRPr>
                </a:p>
              </p:txBody>
            </p:sp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EEAB4A8-229F-A9F3-4158-31450A0797EA}"/>
                </a:ext>
              </a:extLst>
            </p:cNvPr>
            <p:cNvGrpSpPr/>
            <p:nvPr/>
          </p:nvGrpSpPr>
          <p:grpSpPr>
            <a:xfrm>
              <a:off x="7343735" y="3867733"/>
              <a:ext cx="672058" cy="2525941"/>
              <a:chOff x="10158806" y="1024418"/>
              <a:chExt cx="672058" cy="252594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77BE675A-E800-A593-2C73-59282C39D68A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8806" y="1024418"/>
                    <a:ext cx="672058" cy="29664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d>
                            <m:dPr>
                              <m:begChr m:val="|"/>
                              <m:endChr m:val="⟩"/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1100" dirty="0"/>
                  </a:p>
                </p:txBody>
              </p:sp>
            </mc:Choice>
            <mc:Fallback xmlns=""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CE0322D2-D870-100A-FE41-4ACBD60E4F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58806" y="1024418"/>
                    <a:ext cx="672058" cy="296640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5096EE02-3376-98FD-0BE3-3C1BE1595597}"/>
                      </a:ext>
                    </a:extLst>
                  </p:cNvPr>
                  <p:cNvSpPr txBox="1"/>
                  <p:nvPr/>
                </p:nvSpPr>
                <p:spPr>
                  <a:xfrm>
                    <a:off x="10241626" y="3253719"/>
                    <a:ext cx="520068" cy="29664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110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1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1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⟩</m:t>
                          </m:r>
                        </m:oMath>
                      </m:oMathPara>
                    </a14:m>
                    <a:endParaRPr lang="en-US" sz="1100" dirty="0"/>
                  </a:p>
                </p:txBody>
              </p:sp>
            </mc:Choice>
            <mc:Fallback xmlns="">
              <p:sp>
                <p:nvSpPr>
                  <p:cNvPr id="96" name="TextBox 95">
                    <a:extLst>
                      <a:ext uri="{FF2B5EF4-FFF2-40B4-BE49-F238E27FC236}">
                        <a16:creationId xmlns:a16="http://schemas.microsoft.com/office/drawing/2014/main" id="{8D35FF79-30E4-6C9D-EFDD-68160D5650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41626" y="3253719"/>
                    <a:ext cx="520068" cy="296640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7B19A94-2EE0-D257-ACCA-427EA70D65A8}"/>
              </a:ext>
            </a:extLst>
          </p:cNvPr>
          <p:cNvCxnSpPr>
            <a:cxnSpLocks/>
            <a:stCxn id="26" idx="0"/>
            <a:endCxn id="26" idx="4"/>
          </p:cNvCxnSpPr>
          <p:nvPr/>
        </p:nvCxnSpPr>
        <p:spPr>
          <a:xfrm>
            <a:off x="10978588" y="1375440"/>
            <a:ext cx="0" cy="1689972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0C68355-A1C8-22A2-4618-424DE9B70C69}"/>
              </a:ext>
            </a:extLst>
          </p:cNvPr>
          <p:cNvCxnSpPr>
            <a:cxnSpLocks/>
          </p:cNvCxnSpPr>
          <p:nvPr/>
        </p:nvCxnSpPr>
        <p:spPr>
          <a:xfrm rot="5400000">
            <a:off x="10790592" y="1770557"/>
            <a:ext cx="595237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F345A6-7331-C074-551E-3211D263F074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790592" y="2701825"/>
            <a:ext cx="595237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8FEF72B-3646-1506-3038-4E06BD040B90}"/>
              </a:ext>
            </a:extLst>
          </p:cNvPr>
          <p:cNvSpPr txBox="1"/>
          <p:nvPr/>
        </p:nvSpPr>
        <p:spPr>
          <a:xfrm>
            <a:off x="7850006" y="2872424"/>
            <a:ext cx="2460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same as classical update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FB6A54-F383-5A98-A191-416136529F54}"/>
              </a:ext>
            </a:extLst>
          </p:cNvPr>
          <p:cNvSpPr txBox="1"/>
          <p:nvPr/>
        </p:nvSpPr>
        <p:spPr>
          <a:xfrm>
            <a:off x="382489" y="5459212"/>
            <a:ext cx="84887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Nonselective projective measurements are equilibrations</a:t>
            </a:r>
          </a:p>
        </p:txBody>
      </p:sp>
    </p:spTree>
    <p:extLst>
      <p:ext uri="{BB962C8B-B14F-4D97-AF65-F5344CB8AC3E}">
        <p14:creationId xmlns:p14="http://schemas.microsoft.com/office/powerpoint/2010/main" val="315172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5" grpId="0"/>
      <p:bldP spid="3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FF4AAF-4671-B6C1-32B4-D7E5F64F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AFB906-1D63-B0FA-2B1E-9E418A19A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A6AC14-6F01-626F-AD73-8E3E4EED4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901" y="248825"/>
            <a:ext cx="9762197" cy="330402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8AB9D0D-B421-B0CF-32B9-EA075CB3D194}"/>
              </a:ext>
            </a:extLst>
          </p:cNvPr>
          <p:cNvGrpSpPr/>
          <p:nvPr/>
        </p:nvGrpSpPr>
        <p:grpSpPr>
          <a:xfrm>
            <a:off x="3229681" y="5161245"/>
            <a:ext cx="3031715" cy="568556"/>
            <a:chOff x="3823149" y="5414901"/>
            <a:chExt cx="3031715" cy="568556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F1B3388-C7BA-DEAE-7D07-3A42300FF9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3149" y="5414901"/>
              <a:ext cx="0" cy="5237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7D2B4B4-FC4E-A974-9ECC-8536E1D02F71}"/>
                </a:ext>
              </a:extLst>
            </p:cNvPr>
            <p:cNvCxnSpPr>
              <a:cxnSpLocks/>
            </p:cNvCxnSpPr>
            <p:nvPr/>
          </p:nvCxnSpPr>
          <p:spPr>
            <a:xfrm rot="660000" flipV="1">
              <a:off x="4169377" y="5419712"/>
              <a:ext cx="0" cy="5237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C21F909-8C72-5B37-406D-57A71B1038BE}"/>
                </a:ext>
              </a:extLst>
            </p:cNvPr>
            <p:cNvCxnSpPr>
              <a:cxnSpLocks/>
            </p:cNvCxnSpPr>
            <p:nvPr/>
          </p:nvCxnSpPr>
          <p:spPr>
            <a:xfrm rot="1380000" flipV="1">
              <a:off x="4515605" y="5435720"/>
              <a:ext cx="0" cy="5237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207B757-CEE9-ABD1-41B5-0E1D7D4B4778}"/>
                </a:ext>
              </a:extLst>
            </p:cNvPr>
            <p:cNvCxnSpPr>
              <a:cxnSpLocks/>
            </p:cNvCxnSpPr>
            <p:nvPr/>
          </p:nvCxnSpPr>
          <p:spPr>
            <a:xfrm rot="2040000" flipV="1">
              <a:off x="4861833" y="5459674"/>
              <a:ext cx="0" cy="5237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644C34D-1202-9D01-D59D-9649A207A6FE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5208061" y="5491607"/>
              <a:ext cx="0" cy="5237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30352E7-F341-111C-4768-FB31B1C421AF}"/>
                </a:ext>
              </a:extLst>
            </p:cNvPr>
            <p:cNvCxnSpPr>
              <a:cxnSpLocks/>
            </p:cNvCxnSpPr>
            <p:nvPr/>
          </p:nvCxnSpPr>
          <p:spPr>
            <a:xfrm rot="3360000" flipV="1">
              <a:off x="5554289" y="5530344"/>
              <a:ext cx="0" cy="5237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D0FA9BD-F785-4136-DEAC-99DB35E8C7FB}"/>
                </a:ext>
              </a:extLst>
            </p:cNvPr>
            <p:cNvCxnSpPr>
              <a:cxnSpLocks/>
            </p:cNvCxnSpPr>
            <p:nvPr/>
          </p:nvCxnSpPr>
          <p:spPr>
            <a:xfrm rot="4080000" flipV="1">
              <a:off x="5900517" y="5578686"/>
              <a:ext cx="0" cy="5237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EB61EE4-4DB4-CDF9-A2FB-E09DD3777CA8}"/>
                </a:ext>
              </a:extLst>
            </p:cNvPr>
            <p:cNvCxnSpPr>
              <a:cxnSpLocks/>
            </p:cNvCxnSpPr>
            <p:nvPr/>
          </p:nvCxnSpPr>
          <p:spPr>
            <a:xfrm rot="4740000" flipV="1">
              <a:off x="6246745" y="5626821"/>
              <a:ext cx="0" cy="5237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127B5F5-BDF9-C2FD-8D35-9B26ADF1DFB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6592973" y="5676792"/>
              <a:ext cx="0" cy="5237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C340726-CF8B-66A0-2B8F-5BE490B08D68}"/>
              </a:ext>
            </a:extLst>
          </p:cNvPr>
          <p:cNvSpPr txBox="1"/>
          <p:nvPr/>
        </p:nvSpPr>
        <p:spPr>
          <a:xfrm>
            <a:off x="533519" y="3892938"/>
            <a:ext cx="68391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Unitary evolution is a continuous sequence of</a:t>
            </a:r>
            <a:br>
              <a:rPr lang="en-US" sz="28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infinitesimal adaptive measurements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F1CCF2B-A312-F85D-0EB7-F461DC324B68}"/>
                  </a:ext>
                </a:extLst>
              </p:cNvPr>
              <p:cNvSpPr txBox="1"/>
              <p:nvPr/>
            </p:nvSpPr>
            <p:spPr>
              <a:xfrm>
                <a:off x="1219155" y="5242679"/>
                <a:ext cx="14666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F1CCF2B-A312-F85D-0EB7-F461DC324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155" y="5242679"/>
                <a:ext cx="1466684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A3ED0CA-D8B9-8C77-8528-FD4715033AFD}"/>
                  </a:ext>
                </a:extLst>
              </p:cNvPr>
              <p:cNvSpPr txBox="1"/>
              <p:nvPr/>
            </p:nvSpPr>
            <p:spPr>
              <a:xfrm>
                <a:off x="2378037" y="5895996"/>
                <a:ext cx="17032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A3ED0CA-D8B9-8C77-8528-FD4715033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037" y="5895996"/>
                <a:ext cx="1703287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B626C12-B5D8-82D1-C26C-B7D7D9F1A98C}"/>
                  </a:ext>
                </a:extLst>
              </p:cNvPr>
              <p:cNvSpPr txBox="1"/>
              <p:nvPr/>
            </p:nvSpPr>
            <p:spPr>
              <a:xfrm>
                <a:off x="6863156" y="5265724"/>
                <a:ext cx="21174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B626C12-B5D8-82D1-C26C-B7D7D9F1A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156" y="5265724"/>
                <a:ext cx="2117439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056C5DD-FBF7-0629-59CE-59CB93D4D078}"/>
                  </a:ext>
                </a:extLst>
              </p:cNvPr>
              <p:cNvSpPr txBox="1"/>
              <p:nvPr/>
            </p:nvSpPr>
            <p:spPr>
              <a:xfrm>
                <a:off x="4836246" y="5872913"/>
                <a:ext cx="1427250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056C5DD-FBF7-0629-59CE-59CB93D4D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46" y="5872913"/>
                <a:ext cx="1427250" cy="4154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8323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F1325-FD85-5804-1AEC-6C1C32ABA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8506D-5BCA-11A0-EA67-FFFDC434C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do states represent?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E5657-29E2-F998-BFB9-040E97755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An ontological description that exists regardless of what happens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 epistemic description of what the agent knows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It’s physics! It’s about stuff that I can do in the lab! You see, I put this here… and then something happens. It’s about stuff that happens!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 have no idea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97B6A-8A70-ACB5-6965-962CAB065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8FBF26-5270-B757-C2E9-772F3D1B13A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5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C8CD9-81C6-787F-C2D2-EB7CAF827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600BF-B883-32B8-C9C4-6075EC867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do states represent?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EF1E2-3C6D-47D9-69AF-932A51661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An ontological description that exists regardless of what happens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 epistemic description of what the agent knows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The physics! It’s about stuff that I can do in the lab! You see, I put this here… and then something happens. It’s about stuff that happens!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 have no idea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EAC7B4-E2C2-053A-2FD7-DBCFE8329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C9D57E-DE1C-D31A-BE92-7649B6B12C6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59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D5BC21-F7CE-3E7F-8E3A-BAC9F869E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2A6A34-04DB-46E8-0235-78CE4DBDB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23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EEAA172-40A8-5996-D229-73B2A349D889}"/>
              </a:ext>
            </a:extLst>
          </p:cNvPr>
          <p:cNvGrpSpPr/>
          <p:nvPr/>
        </p:nvGrpSpPr>
        <p:grpSpPr>
          <a:xfrm>
            <a:off x="811354" y="384833"/>
            <a:ext cx="10569291" cy="3212724"/>
            <a:chOff x="119730" y="1001835"/>
            <a:chExt cx="12192000" cy="396611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F64D789-A3FB-0CFE-3AC7-541642C77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730" y="1001835"/>
              <a:ext cx="12192000" cy="186939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E365AEA-442C-5066-9D68-D6AF08A5D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9730" y="3131718"/>
              <a:ext cx="12192000" cy="1836234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D4CA698-22DA-8A7F-E857-43E8C1F4EEE7}"/>
              </a:ext>
            </a:extLst>
          </p:cNvPr>
          <p:cNvSpPr txBox="1"/>
          <p:nvPr/>
        </p:nvSpPr>
        <p:spPr>
          <a:xfrm>
            <a:off x="1077474" y="4044464"/>
            <a:ext cx="789908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States are the equilibrium ensembles</a:t>
            </a:r>
            <a:br>
              <a:rPr lang="en-US" sz="40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of some process</a:t>
            </a:r>
          </a:p>
        </p:txBody>
      </p:sp>
    </p:spTree>
    <p:extLst>
      <p:ext uri="{BB962C8B-B14F-4D97-AF65-F5344CB8AC3E}">
        <p14:creationId xmlns:p14="http://schemas.microsoft.com/office/powerpoint/2010/main" val="12673191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57F73C-5D72-46AE-3B39-65BD62EB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12858F-AFBC-6192-8EFE-70C314499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24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E277EC-0E1C-5838-650B-950095426674}"/>
              </a:ext>
            </a:extLst>
          </p:cNvPr>
          <p:cNvSpPr txBox="1"/>
          <p:nvPr/>
        </p:nvSpPr>
        <p:spPr>
          <a:xfrm>
            <a:off x="988576" y="2002702"/>
            <a:ext cx="102148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Every formal theory starts with primitive objects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9BB668-5BC1-EFD2-308D-7AE0FE05DDDA}"/>
              </a:ext>
            </a:extLst>
          </p:cNvPr>
          <p:cNvSpPr txBox="1"/>
          <p:nvPr/>
        </p:nvSpPr>
        <p:spPr>
          <a:xfrm>
            <a:off x="1961075" y="188639"/>
            <a:ext cx="826989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/>
              <a:t>How do we turn these insights</a:t>
            </a:r>
            <a:br>
              <a:rPr lang="en-US" sz="4800" dirty="0"/>
            </a:br>
            <a:r>
              <a:rPr lang="en-US" sz="4800" dirty="0"/>
              <a:t>into a general theory of physics?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30E092-508D-EE68-76DA-6EB4286ED188}"/>
              </a:ext>
            </a:extLst>
          </p:cNvPr>
          <p:cNvSpPr txBox="1"/>
          <p:nvPr/>
        </p:nvSpPr>
        <p:spPr>
          <a:xfrm>
            <a:off x="6312208" y="2800880"/>
            <a:ext cx="5227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Objects that are NOT defined from other objects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9C4410-FE0F-09F1-D9B5-50B04B3C1BDA}"/>
              </a:ext>
            </a:extLst>
          </p:cNvPr>
          <p:cNvSpPr txBox="1"/>
          <p:nvPr/>
        </p:nvSpPr>
        <p:spPr>
          <a:xfrm>
            <a:off x="531628" y="4659133"/>
            <a:ext cx="84528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</a:rPr>
              <a:t>Are ensembles the correct primitive objects for physical theories? How do we know?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ED5290-79BC-206B-2170-EC03116812D1}"/>
              </a:ext>
            </a:extLst>
          </p:cNvPr>
          <p:cNvSpPr txBox="1"/>
          <p:nvPr/>
        </p:nvSpPr>
        <p:spPr>
          <a:xfrm>
            <a:off x="2718569" y="3399584"/>
            <a:ext cx="67548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We don’t want to kick the can down the road</a:t>
            </a:r>
          </a:p>
        </p:txBody>
      </p:sp>
    </p:spTree>
    <p:extLst>
      <p:ext uri="{BB962C8B-B14F-4D97-AF65-F5344CB8AC3E}">
        <p14:creationId xmlns:p14="http://schemas.microsoft.com/office/powerpoint/2010/main" val="22999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EBC5F-5053-1BB6-F9BA-9C69DA16B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E9B0823-32C3-9A95-8A7F-E8E187C5426B}"/>
              </a:ext>
            </a:extLst>
          </p:cNvPr>
          <p:cNvSpPr txBox="1"/>
          <p:nvPr/>
        </p:nvSpPr>
        <p:spPr>
          <a:xfrm>
            <a:off x="1033393" y="1450291"/>
            <a:ext cx="5255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Axioms must represent constitutive assumptions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1F261E-56B5-EC62-14C3-FA101402A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9B6F0D-66CB-4E80-47FC-DBFF10B3049C}"/>
              </a:ext>
            </a:extLst>
          </p:cNvPr>
          <p:cNvSpPr txBox="1"/>
          <p:nvPr/>
        </p:nvSpPr>
        <p:spPr>
          <a:xfrm>
            <a:off x="384480" y="252194"/>
            <a:ext cx="64278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Start from mathematical axioms</a:t>
            </a:r>
            <a:b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with a clear physical justification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0A9DCA6-0667-1E38-0C15-AB50644C3D89}"/>
              </a:ext>
            </a:extLst>
          </p:cNvPr>
          <p:cNvGrpSpPr/>
          <p:nvPr/>
        </p:nvGrpSpPr>
        <p:grpSpPr>
          <a:xfrm>
            <a:off x="7630237" y="237460"/>
            <a:ext cx="4561763" cy="1562714"/>
            <a:chOff x="6167750" y="4129703"/>
            <a:chExt cx="5988788" cy="205156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2A1E34F-5F48-D9FF-7593-FF56F26A4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5093" y="4129703"/>
              <a:ext cx="5114100" cy="1340192"/>
            </a:xfrm>
            <a:prstGeom prst="rect">
              <a:avLst/>
            </a:prstGeom>
          </p:spPr>
        </p:pic>
        <p:sp>
          <p:nvSpPr>
            <p:cNvPr id="39" name="TextBox 3">
              <a:extLst>
                <a:ext uri="{FF2B5EF4-FFF2-40B4-BE49-F238E27FC236}">
                  <a16:creationId xmlns:a16="http://schemas.microsoft.com/office/drawing/2014/main" id="{33487063-458D-FBA5-9C26-14A8149F12FB}"/>
                </a:ext>
              </a:extLst>
            </p:cNvPr>
            <p:cNvSpPr txBox="1"/>
            <p:nvPr/>
          </p:nvSpPr>
          <p:spPr>
            <a:xfrm>
              <a:off x="6167750" y="5575186"/>
              <a:ext cx="5988788" cy="6060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400" i="1"/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“When physical objects are mapped to the right mathematical objects,</a:t>
              </a:r>
              <a:br>
                <a:rPr lang="en-US" sz="1200" dirty="0"/>
              </a:br>
              <a:r>
                <a:rPr lang="en-US" sz="1200" dirty="0"/>
                <a:t>the physical specification maps to the mathematical definitions.”</a:t>
              </a:r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F849DA16-BC8B-4ACF-EF57-5410463310A7}"/>
              </a:ext>
            </a:extLst>
          </p:cNvPr>
          <p:cNvSpPr/>
          <p:nvPr/>
        </p:nvSpPr>
        <p:spPr>
          <a:xfrm>
            <a:off x="6975339" y="4345152"/>
            <a:ext cx="77259" cy="181002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37AB716-90C8-674B-6645-ED43312155F6}"/>
              </a:ext>
            </a:extLst>
          </p:cNvPr>
          <p:cNvSpPr/>
          <p:nvPr/>
        </p:nvSpPr>
        <p:spPr>
          <a:xfrm>
            <a:off x="6975339" y="2357650"/>
            <a:ext cx="77259" cy="19874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E39B586-C693-2FAC-2F04-C59BFDE0653B}"/>
              </a:ext>
            </a:extLst>
          </p:cNvPr>
          <p:cNvSpPr/>
          <p:nvPr/>
        </p:nvSpPr>
        <p:spPr>
          <a:xfrm>
            <a:off x="6975339" y="2151462"/>
            <a:ext cx="77259" cy="2061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7095D75-F070-F9D4-80DB-8AB86109DA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5578"/>
          <a:stretch/>
        </p:blipFill>
        <p:spPr>
          <a:xfrm>
            <a:off x="214971" y="2112341"/>
            <a:ext cx="6692929" cy="304005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9F4BB0E9-F718-0972-70B4-C0A83393F4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3485" b="22907"/>
          <a:stretch>
            <a:fillRect/>
          </a:stretch>
        </p:blipFill>
        <p:spPr>
          <a:xfrm>
            <a:off x="212031" y="4953311"/>
            <a:ext cx="6692929" cy="1201862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0773D634-5366-26FD-DD48-FA61848D9F6C}"/>
              </a:ext>
            </a:extLst>
          </p:cNvPr>
          <p:cNvSpPr/>
          <p:nvPr/>
        </p:nvSpPr>
        <p:spPr>
          <a:xfrm>
            <a:off x="357145" y="2350028"/>
            <a:ext cx="777240" cy="196328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5C2B99A-52ED-041E-5E15-D79175322F99}"/>
              </a:ext>
            </a:extLst>
          </p:cNvPr>
          <p:cNvSpPr/>
          <p:nvPr/>
        </p:nvSpPr>
        <p:spPr>
          <a:xfrm>
            <a:off x="608605" y="4346941"/>
            <a:ext cx="982980" cy="196328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F34C8BD-E547-B3C3-F977-33394F734AFC}"/>
              </a:ext>
            </a:extLst>
          </p:cNvPr>
          <p:cNvSpPr/>
          <p:nvPr/>
        </p:nvSpPr>
        <p:spPr>
          <a:xfrm>
            <a:off x="212031" y="5840736"/>
            <a:ext cx="6979114" cy="31443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398A039B-2A68-9DB8-C57A-9CF09965A547}"/>
              </a:ext>
            </a:extLst>
          </p:cNvPr>
          <p:cNvSpPr txBox="1"/>
          <p:nvPr/>
        </p:nvSpPr>
        <p:spPr>
          <a:xfrm>
            <a:off x="7191145" y="2064380"/>
            <a:ext cx="45709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Informal intuitive requirement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(something that makes sense to a physicist or an engineer) </a:t>
            </a:r>
          </a:p>
        </p:txBody>
      </p:sp>
      <p:sp>
        <p:nvSpPr>
          <p:cNvPr id="54" name="TextBox 8">
            <a:extLst>
              <a:ext uri="{FF2B5EF4-FFF2-40B4-BE49-F238E27FC236}">
                <a16:creationId xmlns:a16="http://schemas.microsoft.com/office/drawing/2014/main" id="{F6710AB9-B7EE-4E0D-EB3D-5CAD5F242D11}"/>
              </a:ext>
            </a:extLst>
          </p:cNvPr>
          <p:cNvSpPr txBox="1"/>
          <p:nvPr/>
        </p:nvSpPr>
        <p:spPr>
          <a:xfrm>
            <a:off x="7191145" y="3096998"/>
            <a:ext cx="36260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Formal definition</a:t>
            </a:r>
          </a:p>
          <a:p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(something a mathematician will find precise) </a:t>
            </a:r>
          </a:p>
        </p:txBody>
      </p:sp>
      <p:sp>
        <p:nvSpPr>
          <p:cNvPr id="55" name="TextBox 10">
            <a:extLst>
              <a:ext uri="{FF2B5EF4-FFF2-40B4-BE49-F238E27FC236}">
                <a16:creationId xmlns:a16="http://schemas.microsoft.com/office/drawing/2014/main" id="{557C398D-6458-08E2-D28F-AC1CE2086D36}"/>
              </a:ext>
            </a:extLst>
          </p:cNvPr>
          <p:cNvSpPr txBox="1"/>
          <p:nvPr/>
        </p:nvSpPr>
        <p:spPr>
          <a:xfrm>
            <a:off x="7191145" y="4508224"/>
            <a:ext cx="4747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Show that the formal definition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follows from the intuitive requirement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F5994A-90BB-E0FC-E43B-142D7E2B2B12}"/>
              </a:ext>
            </a:extLst>
          </p:cNvPr>
          <p:cNvSpPr txBox="1"/>
          <p:nvPr/>
        </p:nvSpPr>
        <p:spPr>
          <a:xfrm>
            <a:off x="4445264" y="6143269"/>
            <a:ext cx="491939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Assumptions of Physics</a:t>
            </a:r>
            <a:r>
              <a:rPr lang="en-US" sz="1600" i="1" dirty="0"/>
              <a:t>, Michigan Publishing </a:t>
            </a:r>
            <a:r>
              <a:rPr lang="en-US" sz="1600" dirty="0"/>
              <a:t>(v3 2025)</a:t>
            </a:r>
          </a:p>
          <a:p>
            <a:r>
              <a:rPr lang="en-US" sz="1400" dirty="0">
                <a:hlinkClick r:id="rId5"/>
              </a:rPr>
              <a:t>https://doi.org/10.3998/mpub.12204707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9667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5" grpId="0" animBg="1"/>
      <p:bldP spid="46" grpId="0" animBg="1"/>
      <p:bldP spid="47" grpId="0" animBg="1"/>
      <p:bldP spid="50" grpId="0" animBg="1"/>
      <p:bldP spid="51" grpId="0" animBg="1"/>
      <p:bldP spid="53" grpId="0"/>
      <p:bldP spid="54" grpId="0"/>
      <p:bldP spid="5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BAF1D-02EC-AFCC-0E9E-7ECADFF15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231A2A-CB33-CD49-43E7-EDA8D9AE7A30}"/>
                  </a:ext>
                </a:extLst>
              </p:cNvPr>
              <p:cNvSpPr txBox="1"/>
              <p:nvPr/>
            </p:nvSpPr>
            <p:spPr>
              <a:xfrm>
                <a:off x="1350339" y="1193965"/>
                <a:ext cx="949132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3200" dirty="0">
                    <a:solidFill>
                      <a:schemeClr val="accent6">
                        <a:lumMod val="75000"/>
                      </a:schemeClr>
                    </a:solidFill>
                  </a:rPr>
                  <a:t> Scientific laws are relationships between ensembles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AD530E-E864-1366-9E84-9F4F648B2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339" y="1193965"/>
                <a:ext cx="9491322" cy="584775"/>
              </a:xfrm>
              <a:prstGeom prst="rect">
                <a:avLst/>
              </a:prstGeom>
              <a:blipFill>
                <a:blip r:embed="rId2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A7C968EE-5F1C-FA92-6FA9-9180AB020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32" y="291078"/>
            <a:ext cx="11210736" cy="6548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0D8F67C-A10F-C7FE-991E-224BC544CBC3}"/>
                  </a:ext>
                </a:extLst>
              </p:cNvPr>
              <p:cNvSpPr/>
              <p:nvPr/>
            </p:nvSpPr>
            <p:spPr>
              <a:xfrm>
                <a:off x="1215616" y="2474727"/>
                <a:ext cx="1605250" cy="143076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Preparation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0D8F67C-A10F-C7FE-991E-224BC544CB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616" y="2474727"/>
                <a:ext cx="1605250" cy="14307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C98CE02-6F5A-E7E3-3C93-4D4B22454FB9}"/>
                  </a:ext>
                </a:extLst>
              </p:cNvPr>
              <p:cNvSpPr/>
              <p:nvPr/>
            </p:nvSpPr>
            <p:spPr>
              <a:xfrm>
                <a:off x="4105836" y="2474727"/>
                <a:ext cx="1605250" cy="143076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Process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C98CE02-6F5A-E7E3-3C93-4D4B22454F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836" y="2474727"/>
                <a:ext cx="1605250" cy="14307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8181D1-55E7-B3F8-26B6-91EBC057CC65}"/>
                  </a:ext>
                </a:extLst>
              </p:cNvPr>
              <p:cNvSpPr/>
              <p:nvPr/>
            </p:nvSpPr>
            <p:spPr>
              <a:xfrm>
                <a:off x="6996057" y="2474727"/>
                <a:ext cx="1605250" cy="143076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Measurement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8181D1-55E7-B3F8-26B6-91EBC057CC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057" y="2474727"/>
                <a:ext cx="1605250" cy="1430767"/>
              </a:xfrm>
              <a:prstGeom prst="rect">
                <a:avLst/>
              </a:prstGeom>
              <a:blipFill>
                <a:blip r:embed="rId6"/>
                <a:stretch>
                  <a:fillRect l="-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81D5437-8C63-88F6-730A-1DD109CE4DD4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2820866" y="3190111"/>
            <a:ext cx="1284970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538126B-3481-57B3-1C4F-607A3FEBFB5B}"/>
              </a:ext>
            </a:extLst>
          </p:cNvPr>
          <p:cNvCxnSpPr>
            <a:cxnSpLocks/>
          </p:cNvCxnSpPr>
          <p:nvPr/>
        </p:nvCxnSpPr>
        <p:spPr>
          <a:xfrm>
            <a:off x="5711086" y="3190111"/>
            <a:ext cx="1284971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3599D9-C463-4FB0-0AC3-7A5F1506FB5C}"/>
                  </a:ext>
                </a:extLst>
              </p:cNvPr>
              <p:cNvSpPr txBox="1"/>
              <p:nvPr/>
            </p:nvSpPr>
            <p:spPr>
              <a:xfrm>
                <a:off x="3463351" y="2743668"/>
                <a:ext cx="4671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3599D9-C463-4FB0-0AC3-7A5F1506F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351" y="2743668"/>
                <a:ext cx="46711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EEFD67A-DBBA-5DEF-77DF-4C61C3F43087}"/>
                  </a:ext>
                </a:extLst>
              </p:cNvPr>
              <p:cNvSpPr txBox="1"/>
              <p:nvPr/>
            </p:nvSpPr>
            <p:spPr>
              <a:xfrm>
                <a:off x="6353571" y="2743668"/>
                <a:ext cx="4803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EEFD67A-DBBA-5DEF-77DF-4C61C3F43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571" y="2743668"/>
                <a:ext cx="48032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2F647DE-AEC3-B2D3-0133-40C6B30319BE}"/>
                  </a:ext>
                </a:extLst>
              </p:cNvPr>
              <p:cNvSpPr txBox="1"/>
              <p:nvPr/>
            </p:nvSpPr>
            <p:spPr>
              <a:xfrm>
                <a:off x="9243791" y="2743668"/>
                <a:ext cx="5057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2F647DE-AEC3-B2D3-0133-40C6B3031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791" y="2743668"/>
                <a:ext cx="50577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98E2DF9-E583-221A-AFA3-617A6C0838CB}"/>
              </a:ext>
            </a:extLst>
          </p:cNvPr>
          <p:cNvCxnSpPr>
            <a:cxnSpLocks/>
          </p:cNvCxnSpPr>
          <p:nvPr/>
        </p:nvCxnSpPr>
        <p:spPr>
          <a:xfrm>
            <a:off x="8601307" y="3190111"/>
            <a:ext cx="1284971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1957257-7193-E2B2-C26B-9CD0E92E09AD}"/>
              </a:ext>
            </a:extLst>
          </p:cNvPr>
          <p:cNvSpPr/>
          <p:nvPr/>
        </p:nvSpPr>
        <p:spPr>
          <a:xfrm>
            <a:off x="931697" y="2281089"/>
            <a:ext cx="2531654" cy="1839558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AE712A-485F-E8EF-15A1-9E5994D82617}"/>
              </a:ext>
            </a:extLst>
          </p:cNvPr>
          <p:cNvSpPr/>
          <p:nvPr/>
        </p:nvSpPr>
        <p:spPr>
          <a:xfrm>
            <a:off x="763794" y="2130482"/>
            <a:ext cx="5589777" cy="2142565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915B59-FFC9-7D08-37FB-22AF4756C37B}"/>
              </a:ext>
            </a:extLst>
          </p:cNvPr>
          <p:cNvSpPr/>
          <p:nvPr/>
        </p:nvSpPr>
        <p:spPr>
          <a:xfrm>
            <a:off x="580914" y="1958360"/>
            <a:ext cx="8662877" cy="2467087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23A959-31A5-C0C6-62AE-E87EF6B38A85}"/>
              </a:ext>
            </a:extLst>
          </p:cNvPr>
          <p:cNvSpPr txBox="1"/>
          <p:nvPr/>
        </p:nvSpPr>
        <p:spPr>
          <a:xfrm>
            <a:off x="2910604" y="4597569"/>
            <a:ext cx="11015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Initial</a:t>
            </a:r>
            <a:br>
              <a:rPr lang="en-US" dirty="0"/>
            </a:br>
            <a:r>
              <a:rPr lang="en-US" dirty="0"/>
              <a:t>ensemble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15DA85-696B-1BAD-0F7A-018704E3DE36}"/>
              </a:ext>
            </a:extLst>
          </p:cNvPr>
          <p:cNvSpPr txBox="1"/>
          <p:nvPr/>
        </p:nvSpPr>
        <p:spPr>
          <a:xfrm>
            <a:off x="5804733" y="4577847"/>
            <a:ext cx="11015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Final</a:t>
            </a:r>
            <a:br>
              <a:rPr lang="en-US" dirty="0"/>
            </a:br>
            <a:r>
              <a:rPr lang="en-US" dirty="0"/>
              <a:t>ensemble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D7BC4C-2A3E-30B6-D8C7-9D2806A5E79D}"/>
              </a:ext>
            </a:extLst>
          </p:cNvPr>
          <p:cNvSpPr txBox="1"/>
          <p:nvPr/>
        </p:nvSpPr>
        <p:spPr>
          <a:xfrm>
            <a:off x="10311330" y="2877702"/>
            <a:ext cx="10793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Statistical</a:t>
            </a:r>
            <a:br>
              <a:rPr lang="en-US" dirty="0"/>
            </a:br>
            <a:r>
              <a:rPr lang="en-US" dirty="0"/>
              <a:t>data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ECD7AA-CED7-666E-E420-70991D6B5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45175C4-EFD7-3644-A4F9-C2AADFC7ABEF}"/>
              </a:ext>
            </a:extLst>
          </p:cNvPr>
          <p:cNvGrpSpPr/>
          <p:nvPr/>
        </p:nvGrpSpPr>
        <p:grpSpPr>
          <a:xfrm>
            <a:off x="1084198" y="5371518"/>
            <a:ext cx="6313622" cy="1429978"/>
            <a:chOff x="835433" y="4010249"/>
            <a:chExt cx="6313622" cy="142997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F7F325B-D4E4-9AD3-D57E-3F4A5888AA28}"/>
                </a:ext>
              </a:extLst>
            </p:cNvPr>
            <p:cNvSpPr/>
            <p:nvPr/>
          </p:nvSpPr>
          <p:spPr>
            <a:xfrm>
              <a:off x="835433" y="4010249"/>
              <a:ext cx="1350577" cy="1021977"/>
            </a:xfrm>
            <a:custGeom>
              <a:avLst/>
              <a:gdLst>
                <a:gd name="connsiteX0" fmla="*/ 0 w 1269594"/>
                <a:gd name="connsiteY0" fmla="*/ 0 h 1021977"/>
                <a:gd name="connsiteX1" fmla="*/ 1183341 w 1269594"/>
                <a:gd name="connsiteY1" fmla="*/ 0 h 1021977"/>
                <a:gd name="connsiteX2" fmla="*/ 1183341 w 1269594"/>
                <a:gd name="connsiteY2" fmla="*/ 222350 h 1021977"/>
                <a:gd name="connsiteX3" fmla="*/ 1269594 w 1269594"/>
                <a:gd name="connsiteY3" fmla="*/ 172994 h 1021977"/>
                <a:gd name="connsiteX4" fmla="*/ 1269594 w 1269594"/>
                <a:gd name="connsiteY4" fmla="*/ 827044 h 1021977"/>
                <a:gd name="connsiteX5" fmla="*/ 1183341 w 1269594"/>
                <a:gd name="connsiteY5" fmla="*/ 777688 h 1021977"/>
                <a:gd name="connsiteX6" fmla="*/ 1183341 w 1269594"/>
                <a:gd name="connsiteY6" fmla="*/ 1021977 h 1021977"/>
                <a:gd name="connsiteX7" fmla="*/ 0 w 1269594"/>
                <a:gd name="connsiteY7" fmla="*/ 1021977 h 1021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9594" h="1021977">
                  <a:moveTo>
                    <a:pt x="0" y="0"/>
                  </a:moveTo>
                  <a:lnTo>
                    <a:pt x="1183341" y="0"/>
                  </a:lnTo>
                  <a:lnTo>
                    <a:pt x="1183341" y="222350"/>
                  </a:lnTo>
                  <a:lnTo>
                    <a:pt x="1269594" y="172994"/>
                  </a:lnTo>
                  <a:lnTo>
                    <a:pt x="1269594" y="827044"/>
                  </a:lnTo>
                  <a:lnTo>
                    <a:pt x="1183341" y="777688"/>
                  </a:lnTo>
                  <a:lnTo>
                    <a:pt x="1183341" y="1021977"/>
                  </a:lnTo>
                  <a:lnTo>
                    <a:pt x="0" y="1021977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dirty="0"/>
                <a:t>Preparation</a:t>
              </a:r>
              <a:br>
                <a:rPr lang="en-US" dirty="0"/>
              </a:br>
              <a:r>
                <a:rPr lang="en-US" dirty="0"/>
                <a:t>procedure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DFA1218-ED75-509E-61A9-04D11E74B74B}"/>
                </a:ext>
              </a:extLst>
            </p:cNvPr>
            <p:cNvSpPr/>
            <p:nvPr/>
          </p:nvSpPr>
          <p:spPr>
            <a:xfrm>
              <a:off x="3759935" y="4390209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A4A40F4-F757-874D-B981-E9732478BCB7}"/>
                </a:ext>
              </a:extLst>
            </p:cNvPr>
            <p:cNvSpPr/>
            <p:nvPr/>
          </p:nvSpPr>
          <p:spPr>
            <a:xfrm>
              <a:off x="2958223" y="4638740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0DE66FF-307F-05A8-E186-47D21959BBB8}"/>
                </a:ext>
              </a:extLst>
            </p:cNvPr>
            <p:cNvSpPr/>
            <p:nvPr/>
          </p:nvSpPr>
          <p:spPr>
            <a:xfrm>
              <a:off x="5234312" y="4612930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78F33E8-815F-EBA5-A7C0-C7A2158CAFF4}"/>
                </a:ext>
              </a:extLst>
            </p:cNvPr>
            <p:cNvSpPr/>
            <p:nvPr/>
          </p:nvSpPr>
          <p:spPr>
            <a:xfrm>
              <a:off x="4381108" y="4227511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9A12813-AF31-B395-04F4-A2ECB5D59FE8}"/>
                </a:ext>
              </a:extLst>
            </p:cNvPr>
            <p:cNvSpPr/>
            <p:nvPr/>
          </p:nvSpPr>
          <p:spPr>
            <a:xfrm>
              <a:off x="6282340" y="4638740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176E6E-A64C-5C76-4DF7-0AED4F9537F8}"/>
                </a:ext>
              </a:extLst>
            </p:cNvPr>
            <p:cNvSpPr txBox="1"/>
            <p:nvPr/>
          </p:nvSpPr>
          <p:spPr>
            <a:xfrm>
              <a:off x="3379696" y="4978562"/>
              <a:ext cx="27703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Ensemble of outputs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4E0F07F-4E10-5264-0BC1-452891FC6635}"/>
                    </a:ext>
                  </a:extLst>
                </p:cNvPr>
                <p:cNvSpPr txBox="1"/>
                <p:nvPr/>
              </p:nvSpPr>
              <p:spPr>
                <a:xfrm>
                  <a:off x="6616730" y="4183243"/>
                  <a:ext cx="53232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8A57E91-E266-D2A2-D7CD-18A1ABBD12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6730" y="4183243"/>
                  <a:ext cx="532325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Star: 5 Points 19">
              <a:extLst>
                <a:ext uri="{FF2B5EF4-FFF2-40B4-BE49-F238E27FC236}">
                  <a16:creationId xmlns:a16="http://schemas.microsoft.com/office/drawing/2014/main" id="{D610EF2F-39A8-C95A-7A99-B81CAEFF037D}"/>
                </a:ext>
              </a:extLst>
            </p:cNvPr>
            <p:cNvSpPr/>
            <p:nvPr/>
          </p:nvSpPr>
          <p:spPr>
            <a:xfrm>
              <a:off x="5645484" y="4265178"/>
              <a:ext cx="156879" cy="156879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Star: 5 Points 22">
              <a:extLst>
                <a:ext uri="{FF2B5EF4-FFF2-40B4-BE49-F238E27FC236}">
                  <a16:creationId xmlns:a16="http://schemas.microsoft.com/office/drawing/2014/main" id="{DFC4964D-61ED-E877-53BC-A3CEC78FCBC1}"/>
                </a:ext>
              </a:extLst>
            </p:cNvPr>
            <p:cNvSpPr/>
            <p:nvPr/>
          </p:nvSpPr>
          <p:spPr>
            <a:xfrm>
              <a:off x="4133991" y="4549426"/>
              <a:ext cx="156879" cy="156879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248C316-EA32-7348-8A51-81E3CBF44B0E}"/>
                </a:ext>
              </a:extLst>
            </p:cNvPr>
            <p:cNvSpPr/>
            <p:nvPr/>
          </p:nvSpPr>
          <p:spPr>
            <a:xfrm>
              <a:off x="2563371" y="4285623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576A012-152C-14D6-904A-55D371FE0572}"/>
                </a:ext>
              </a:extLst>
            </p:cNvPr>
            <p:cNvSpPr/>
            <p:nvPr/>
          </p:nvSpPr>
          <p:spPr>
            <a:xfrm>
              <a:off x="4848779" y="4369764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4BA1B08-35D9-6517-30F6-BD60E7033B9A}"/>
                </a:ext>
              </a:extLst>
            </p:cNvPr>
            <p:cNvSpPr/>
            <p:nvPr/>
          </p:nvSpPr>
          <p:spPr>
            <a:xfrm>
              <a:off x="6433674" y="4233330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C3D8C7D-DF9D-FB30-DA4D-B2EC6FC0B74F}"/>
                </a:ext>
              </a:extLst>
            </p:cNvPr>
            <p:cNvSpPr/>
            <p:nvPr/>
          </p:nvSpPr>
          <p:spPr>
            <a:xfrm>
              <a:off x="3227680" y="4227511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1B99BCC-06B9-E758-588C-9DB22C344E8C}"/>
                </a:ext>
              </a:extLst>
            </p:cNvPr>
            <p:cNvSpPr/>
            <p:nvPr/>
          </p:nvSpPr>
          <p:spPr>
            <a:xfrm>
              <a:off x="5645484" y="4763433"/>
              <a:ext cx="104586" cy="1045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4965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9" grpId="0" animBg="1"/>
      <p:bldP spid="11" grpId="0" animBg="1"/>
      <p:bldP spid="12" grpId="0" animBg="1"/>
      <p:bldP spid="21" grpId="0"/>
      <p:bldP spid="22" grpId="0"/>
      <p:bldP spid="25" grpId="0"/>
      <p:bldP spid="27" grpId="0" animBg="1"/>
      <p:bldP spid="28" grpId="0" animBg="1"/>
      <p:bldP spid="29" grpId="0" animBg="1"/>
      <p:bldP spid="30" grpId="0"/>
      <p:bldP spid="31" grpId="0"/>
      <p:bldP spid="3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6096F-40AA-A665-C340-068E6BD26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roup 233">
            <a:extLst>
              <a:ext uri="{FF2B5EF4-FFF2-40B4-BE49-F238E27FC236}">
                <a16:creationId xmlns:a16="http://schemas.microsoft.com/office/drawing/2014/main" id="{E729CA6E-E79C-9631-7C46-3827C7AD9981}"/>
              </a:ext>
            </a:extLst>
          </p:cNvPr>
          <p:cNvGrpSpPr/>
          <p:nvPr/>
        </p:nvGrpSpPr>
        <p:grpSpPr>
          <a:xfrm>
            <a:off x="-478972" y="429945"/>
            <a:ext cx="13102977" cy="1243880"/>
            <a:chOff x="3628570" y="4023519"/>
            <a:chExt cx="23905029" cy="226933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880CDCE-2275-6019-9C64-BAC48EB4D65F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50B2596-F032-5DE3-C079-83BFE7B8F70C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4B2194F4-338C-84C2-CE90-1885E0BF20A7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2F32BE35-7FEA-3E45-0300-9D9E81F6EDA9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B6212A97-76DE-513F-9309-C2726917C5D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147BA240-F080-0BEA-A4E1-7959FCB3FAE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55672C99-CCBD-8BB8-D5DE-98947C29110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BF09445F-9D1D-5C6E-F480-512004C4F1E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00A006AD-A0AA-D61C-DD48-8F21678DB08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42B4CA4C-0C55-B4A7-9A7A-E9E731106F7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C06EA53B-424B-A4F3-8409-4990EF5824F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AC52689C-F27A-8006-71F7-7DDCD2385E0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3EDC799D-4B2F-EB30-F1E9-01464A6051DC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60A0B0A6-58C9-5A93-EC21-5997F0395F1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FE4A1513-0674-81D2-1C46-18843B43E02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34CAF9F7-417A-96E2-F93D-B5A14A186FD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A9A250AE-223F-2EBB-95EE-447FEA489B8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F25D32F0-A973-B188-F769-1DD050C5FF2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BB49C5A4-308E-57F9-3AFA-6F74A35E4B3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7A9DA83E-AC01-5D04-C8AC-271AD6D165B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A5CD7AAC-46EB-8146-A4DA-770B27F3E19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788E945-149E-3A1D-5637-EDB60BDBBD52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82611B01-9B96-D238-846C-84F572CF718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EDA048AC-EF1A-26B5-AF61-6BEF4B79D64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2A997F9A-1B58-FE90-58F2-1066A26FF88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D044FC94-32F4-E476-94A4-B8DB945A8F0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4B574C5F-D495-069C-9544-14D59553C8A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Rectangle: Rounded Corners 68">
                  <a:extLst>
                    <a:ext uri="{FF2B5EF4-FFF2-40B4-BE49-F238E27FC236}">
                      <a16:creationId xmlns:a16="http://schemas.microsoft.com/office/drawing/2014/main" id="{CBD34921-71CA-BBA5-38CA-C5E07949154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" name="Rectangle: Rounded Corners 69">
                  <a:extLst>
                    <a:ext uri="{FF2B5EF4-FFF2-40B4-BE49-F238E27FC236}">
                      <a16:creationId xmlns:a16="http://schemas.microsoft.com/office/drawing/2014/main" id="{7F99E789-FD68-7D4D-B21B-3D1F97A0616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1" name="Rectangle: Rounded Corners 70">
                  <a:extLst>
                    <a:ext uri="{FF2B5EF4-FFF2-40B4-BE49-F238E27FC236}">
                      <a16:creationId xmlns:a16="http://schemas.microsoft.com/office/drawing/2014/main" id="{301EEF7D-9B71-D080-1B89-500BD351E9E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2" name="Rectangle: Rounded Corners 71">
                  <a:extLst>
                    <a:ext uri="{FF2B5EF4-FFF2-40B4-BE49-F238E27FC236}">
                      <a16:creationId xmlns:a16="http://schemas.microsoft.com/office/drawing/2014/main" id="{B68BF392-62D3-195F-41C3-CEA2B3D3153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" name="Rectangle: Rounded Corners 72">
                  <a:extLst>
                    <a:ext uri="{FF2B5EF4-FFF2-40B4-BE49-F238E27FC236}">
                      <a16:creationId xmlns:a16="http://schemas.microsoft.com/office/drawing/2014/main" id="{F40E75B1-EB5D-8C6D-9F41-F8716A32200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28ED3095-12E9-0435-0A9C-733730B55FA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D24F3409-C2A7-4A2E-7B9B-19EFB69E08C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FA13406E-34D5-526F-735D-18ECB6BB0B8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Rectangle: Rounded Corners 59">
                  <a:extLst>
                    <a:ext uri="{FF2B5EF4-FFF2-40B4-BE49-F238E27FC236}">
                      <a16:creationId xmlns:a16="http://schemas.microsoft.com/office/drawing/2014/main" id="{818ABA2F-CFE7-718D-91B8-687830DCB77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514168A9-EEFE-69AB-1EEF-578C0A98605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99213B00-1C06-1191-55DF-34DD29ACCCB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68C31966-76A6-26CB-E196-DF6B556D426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405545FE-87AC-4C50-59D5-5CD7FD0EC24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38F470FD-CDD9-5CB6-8FBA-FC40CA1C08F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A4E7FB9A-31CA-D4BB-5C30-BDC42093F804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8579C9AB-55A2-8D06-1A51-E2657F9ADED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94910CA9-D692-DFEE-5657-FD393CA3275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86" name="Rectangle: Rounded Corners 85">
                  <a:extLst>
                    <a:ext uri="{FF2B5EF4-FFF2-40B4-BE49-F238E27FC236}">
                      <a16:creationId xmlns:a16="http://schemas.microsoft.com/office/drawing/2014/main" id="{D3050637-24D4-2A8C-DBCA-29BBA16EB66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" name="Rectangle: Rounded Corners 86">
                  <a:extLst>
                    <a:ext uri="{FF2B5EF4-FFF2-40B4-BE49-F238E27FC236}">
                      <a16:creationId xmlns:a16="http://schemas.microsoft.com/office/drawing/2014/main" id="{6A5448B6-7EEF-55B3-E70E-801F4733C4A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Rectangle: Rounded Corners 87">
                  <a:extLst>
                    <a:ext uri="{FF2B5EF4-FFF2-40B4-BE49-F238E27FC236}">
                      <a16:creationId xmlns:a16="http://schemas.microsoft.com/office/drawing/2014/main" id="{8EA5A5B7-DA48-CB88-4500-50FA57A2ECC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9" name="Rectangle: Rounded Corners 88">
                  <a:extLst>
                    <a:ext uri="{FF2B5EF4-FFF2-40B4-BE49-F238E27FC236}">
                      <a16:creationId xmlns:a16="http://schemas.microsoft.com/office/drawing/2014/main" id="{69617BBB-03CD-1C34-E1A0-BB49F1C7CDA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Rectangle: Rounded Corners 89">
                  <a:extLst>
                    <a:ext uri="{FF2B5EF4-FFF2-40B4-BE49-F238E27FC236}">
                      <a16:creationId xmlns:a16="http://schemas.microsoft.com/office/drawing/2014/main" id="{49955671-9838-0FA7-CA31-0F0C3879253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Rectangle: Rounded Corners 90">
                  <a:extLst>
                    <a:ext uri="{FF2B5EF4-FFF2-40B4-BE49-F238E27FC236}">
                      <a16:creationId xmlns:a16="http://schemas.microsoft.com/office/drawing/2014/main" id="{0401B545-D496-7F7C-07B4-5ED491B9E6E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Rectangle: Rounded Corners 91">
                  <a:extLst>
                    <a:ext uri="{FF2B5EF4-FFF2-40B4-BE49-F238E27FC236}">
                      <a16:creationId xmlns:a16="http://schemas.microsoft.com/office/drawing/2014/main" id="{B2EC9848-2419-859E-3DA6-F4A5DDBBF2E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Rectangle: Rounded Corners 92">
                  <a:extLst>
                    <a:ext uri="{FF2B5EF4-FFF2-40B4-BE49-F238E27FC236}">
                      <a16:creationId xmlns:a16="http://schemas.microsoft.com/office/drawing/2014/main" id="{D0905F2D-E99D-A10C-66D2-B37C1300E66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81EE4165-2E63-EBC6-8633-29DF0A1F94E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4FE19E48-32CA-B1DE-592B-C31B7C0B585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71365A6A-7CFA-AE4C-3516-A41D2CC9D4A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95DE78EF-A8B4-201B-15C6-34D97635969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E2132B48-D00A-ACC4-9C61-B088E8A0344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B4E3EF65-2275-37EC-9308-D4B1FF6F315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FDE7392F-87F5-F027-ECA6-66B8D3B4BB4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A7C3620E-B5F5-745D-C166-FBE6C82D717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Rectangle: Rounded Corners 84">
                  <a:extLst>
                    <a:ext uri="{FF2B5EF4-FFF2-40B4-BE49-F238E27FC236}">
                      <a16:creationId xmlns:a16="http://schemas.microsoft.com/office/drawing/2014/main" id="{5C352D7A-DDA7-CACC-80EB-2C62ECFEDCE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8960F712-905D-F246-5698-F0C83A72FCE4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6A316353-28E7-6F1D-27A7-16CC7B2086F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C1200A07-6616-3F02-5CFD-AC418EA82A0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06" name="Rectangle: Rounded Corners 105">
                  <a:extLst>
                    <a:ext uri="{FF2B5EF4-FFF2-40B4-BE49-F238E27FC236}">
                      <a16:creationId xmlns:a16="http://schemas.microsoft.com/office/drawing/2014/main" id="{BDEAE8F5-F98D-8045-18D3-5306C6164E3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7" name="Rectangle: Rounded Corners 106">
                  <a:extLst>
                    <a:ext uri="{FF2B5EF4-FFF2-40B4-BE49-F238E27FC236}">
                      <a16:creationId xmlns:a16="http://schemas.microsoft.com/office/drawing/2014/main" id="{24C0DDB6-4D32-03A8-0359-2EFFA6CD4F7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" name="Rectangle: Rounded Corners 107">
                  <a:extLst>
                    <a:ext uri="{FF2B5EF4-FFF2-40B4-BE49-F238E27FC236}">
                      <a16:creationId xmlns:a16="http://schemas.microsoft.com/office/drawing/2014/main" id="{EC144B7F-B3B7-22AC-86CA-6159DA235F5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Rectangle: Rounded Corners 108">
                  <a:extLst>
                    <a:ext uri="{FF2B5EF4-FFF2-40B4-BE49-F238E27FC236}">
                      <a16:creationId xmlns:a16="http://schemas.microsoft.com/office/drawing/2014/main" id="{61D0C696-21AE-8AD0-E4AC-D0A138B90B5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" name="Rectangle: Rounded Corners 109">
                  <a:extLst>
                    <a:ext uri="{FF2B5EF4-FFF2-40B4-BE49-F238E27FC236}">
                      <a16:creationId xmlns:a16="http://schemas.microsoft.com/office/drawing/2014/main" id="{B7ED8A6B-00BD-D220-D70B-A5A8AB6D919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" name="Rectangle: Rounded Corners 110">
                  <a:extLst>
                    <a:ext uri="{FF2B5EF4-FFF2-40B4-BE49-F238E27FC236}">
                      <a16:creationId xmlns:a16="http://schemas.microsoft.com/office/drawing/2014/main" id="{F60EA627-60CA-CB6F-9C4B-3FABD6659C7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" name="Rectangle: Rounded Corners 111">
                  <a:extLst>
                    <a:ext uri="{FF2B5EF4-FFF2-40B4-BE49-F238E27FC236}">
                      <a16:creationId xmlns:a16="http://schemas.microsoft.com/office/drawing/2014/main" id="{EDC86A5A-196F-6CE6-8D43-34275DAF600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" name="Rectangle: Rounded Corners 112">
                  <a:extLst>
                    <a:ext uri="{FF2B5EF4-FFF2-40B4-BE49-F238E27FC236}">
                      <a16:creationId xmlns:a16="http://schemas.microsoft.com/office/drawing/2014/main" id="{7591967B-278B-02CA-BF0B-6F8538C4677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002F303F-01C8-9C5E-B42B-84E5212E2FD6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98" name="Rectangle: Rounded Corners 97">
                  <a:extLst>
                    <a:ext uri="{FF2B5EF4-FFF2-40B4-BE49-F238E27FC236}">
                      <a16:creationId xmlns:a16="http://schemas.microsoft.com/office/drawing/2014/main" id="{7270193B-6CB9-1252-2891-BE19A13289F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Rectangle: Rounded Corners 98">
                  <a:extLst>
                    <a:ext uri="{FF2B5EF4-FFF2-40B4-BE49-F238E27FC236}">
                      <a16:creationId xmlns:a16="http://schemas.microsoft.com/office/drawing/2014/main" id="{BC6B4A90-E4A6-D871-DE7E-09B91FBD526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Rectangle: Rounded Corners 99">
                  <a:extLst>
                    <a:ext uri="{FF2B5EF4-FFF2-40B4-BE49-F238E27FC236}">
                      <a16:creationId xmlns:a16="http://schemas.microsoft.com/office/drawing/2014/main" id="{E9FFEFE8-AC78-C1E4-FEAC-2352C3E9F35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Rectangle: Rounded Corners 100">
                  <a:extLst>
                    <a:ext uri="{FF2B5EF4-FFF2-40B4-BE49-F238E27FC236}">
                      <a16:creationId xmlns:a16="http://schemas.microsoft.com/office/drawing/2014/main" id="{518DB9E3-A954-F56B-AD5C-518BBE71D59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Rectangle: Rounded Corners 101">
                  <a:extLst>
                    <a:ext uri="{FF2B5EF4-FFF2-40B4-BE49-F238E27FC236}">
                      <a16:creationId xmlns:a16="http://schemas.microsoft.com/office/drawing/2014/main" id="{D28FB540-F1CD-AAAF-91B4-4C84510E502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3" name="Rectangle: Rounded Corners 102">
                  <a:extLst>
                    <a:ext uri="{FF2B5EF4-FFF2-40B4-BE49-F238E27FC236}">
                      <a16:creationId xmlns:a16="http://schemas.microsoft.com/office/drawing/2014/main" id="{E7D681E3-AB8A-191C-65B6-7F608F62167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Rectangle: Rounded Corners 103">
                  <a:extLst>
                    <a:ext uri="{FF2B5EF4-FFF2-40B4-BE49-F238E27FC236}">
                      <a16:creationId xmlns:a16="http://schemas.microsoft.com/office/drawing/2014/main" id="{5A553EB5-B8BF-8187-797B-B4166FBBD8A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5" name="Rectangle: Rounded Corners 104">
                  <a:extLst>
                    <a:ext uri="{FF2B5EF4-FFF2-40B4-BE49-F238E27FC236}">
                      <a16:creationId xmlns:a16="http://schemas.microsoft.com/office/drawing/2014/main" id="{0DCFEFC1-0096-7525-59B2-7AA3CE9496A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55D56B85-471E-3164-D670-23E407B3C17C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CBBE1082-04A3-F159-5275-3A8007BC989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DCAFDAA4-6866-33BE-3D93-1A1DE8E19AD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6" name="Rectangle: Rounded Corners 125">
                  <a:extLst>
                    <a:ext uri="{FF2B5EF4-FFF2-40B4-BE49-F238E27FC236}">
                      <a16:creationId xmlns:a16="http://schemas.microsoft.com/office/drawing/2014/main" id="{9A998E6C-FE29-79C9-846F-68A6F64A21A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" name="Rectangle: Rounded Corners 126">
                  <a:extLst>
                    <a:ext uri="{FF2B5EF4-FFF2-40B4-BE49-F238E27FC236}">
                      <a16:creationId xmlns:a16="http://schemas.microsoft.com/office/drawing/2014/main" id="{545AE029-63E1-8A70-8E1E-9C1361CF237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Rectangle: Rounded Corners 127">
                  <a:extLst>
                    <a:ext uri="{FF2B5EF4-FFF2-40B4-BE49-F238E27FC236}">
                      <a16:creationId xmlns:a16="http://schemas.microsoft.com/office/drawing/2014/main" id="{25EB6B26-C50E-4504-3E65-7ACC6DFCECB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Rectangle: Rounded Corners 128">
                  <a:extLst>
                    <a:ext uri="{FF2B5EF4-FFF2-40B4-BE49-F238E27FC236}">
                      <a16:creationId xmlns:a16="http://schemas.microsoft.com/office/drawing/2014/main" id="{600B2958-D9D5-A8BD-F097-F6145157447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" name="Rectangle: Rounded Corners 129">
                  <a:extLst>
                    <a:ext uri="{FF2B5EF4-FFF2-40B4-BE49-F238E27FC236}">
                      <a16:creationId xmlns:a16="http://schemas.microsoft.com/office/drawing/2014/main" id="{9EE80F8B-D552-7AAC-A009-69F0AB8B976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1" name="Rectangle: Rounded Corners 130">
                  <a:extLst>
                    <a:ext uri="{FF2B5EF4-FFF2-40B4-BE49-F238E27FC236}">
                      <a16:creationId xmlns:a16="http://schemas.microsoft.com/office/drawing/2014/main" id="{237DD286-CA80-C8FF-DC76-80A463449C8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Rectangle: Rounded Corners 131">
                  <a:extLst>
                    <a:ext uri="{FF2B5EF4-FFF2-40B4-BE49-F238E27FC236}">
                      <a16:creationId xmlns:a16="http://schemas.microsoft.com/office/drawing/2014/main" id="{DF95591A-B057-1053-27EC-D2C29E4B09D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3" name="Rectangle: Rounded Corners 132">
                  <a:extLst>
                    <a:ext uri="{FF2B5EF4-FFF2-40B4-BE49-F238E27FC236}">
                      <a16:creationId xmlns:a16="http://schemas.microsoft.com/office/drawing/2014/main" id="{8956AE82-19D6-B1B2-17E9-96A68153F6E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74E949C2-ED5B-C94E-9615-B7B479CC6B7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8" name="Rectangle: Rounded Corners 117">
                  <a:extLst>
                    <a:ext uri="{FF2B5EF4-FFF2-40B4-BE49-F238E27FC236}">
                      <a16:creationId xmlns:a16="http://schemas.microsoft.com/office/drawing/2014/main" id="{41CA12BD-66C6-9B25-56DD-4A38DB24B7F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" name="Rectangle: Rounded Corners 118">
                  <a:extLst>
                    <a:ext uri="{FF2B5EF4-FFF2-40B4-BE49-F238E27FC236}">
                      <a16:creationId xmlns:a16="http://schemas.microsoft.com/office/drawing/2014/main" id="{6FC8AC96-70E6-BE45-769F-52F1FB4CEA4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" name="Rectangle: Rounded Corners 119">
                  <a:extLst>
                    <a:ext uri="{FF2B5EF4-FFF2-40B4-BE49-F238E27FC236}">
                      <a16:creationId xmlns:a16="http://schemas.microsoft.com/office/drawing/2014/main" id="{55202816-68E6-A637-E688-D5678377DFD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" name="Rectangle: Rounded Corners 120">
                  <a:extLst>
                    <a:ext uri="{FF2B5EF4-FFF2-40B4-BE49-F238E27FC236}">
                      <a16:creationId xmlns:a16="http://schemas.microsoft.com/office/drawing/2014/main" id="{074C83DC-3C52-5F5D-18D2-6B72E6DA48F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Rectangle: Rounded Corners 121">
                  <a:extLst>
                    <a:ext uri="{FF2B5EF4-FFF2-40B4-BE49-F238E27FC236}">
                      <a16:creationId xmlns:a16="http://schemas.microsoft.com/office/drawing/2014/main" id="{1A96140F-9805-1A15-17C0-A4438A15720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" name="Rectangle: Rounded Corners 122">
                  <a:extLst>
                    <a:ext uri="{FF2B5EF4-FFF2-40B4-BE49-F238E27FC236}">
                      <a16:creationId xmlns:a16="http://schemas.microsoft.com/office/drawing/2014/main" id="{80723F31-BBC9-855B-D3FC-A6809CF6C05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Rectangle: Rounded Corners 123">
                  <a:extLst>
                    <a:ext uri="{FF2B5EF4-FFF2-40B4-BE49-F238E27FC236}">
                      <a16:creationId xmlns:a16="http://schemas.microsoft.com/office/drawing/2014/main" id="{43C3E2C9-053F-7B4D-1A7B-DBA9E16B915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" name="Rectangle: Rounded Corners 124">
                  <a:extLst>
                    <a:ext uri="{FF2B5EF4-FFF2-40B4-BE49-F238E27FC236}">
                      <a16:creationId xmlns:a16="http://schemas.microsoft.com/office/drawing/2014/main" id="{5596A0A4-1538-C0D6-3938-D9DC5A7EA70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4042C7BA-662D-EFE3-27D6-7A7C6CCA816D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35" name="Rectangle: Rounded Corners 134">
                <a:extLst>
                  <a:ext uri="{FF2B5EF4-FFF2-40B4-BE49-F238E27FC236}">
                    <a16:creationId xmlns:a16="http://schemas.microsoft.com/office/drawing/2014/main" id="{AE6425DE-0DDC-3FB3-BDFA-ECABAFD9BD9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2E1CF775-3CA8-F0D2-B17E-B35E91A5B23B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6" name="Rectangle: Rounded Corners 145">
                  <a:extLst>
                    <a:ext uri="{FF2B5EF4-FFF2-40B4-BE49-F238E27FC236}">
                      <a16:creationId xmlns:a16="http://schemas.microsoft.com/office/drawing/2014/main" id="{42261FEF-9705-8AC6-863C-1026499A439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" name="Rectangle: Rounded Corners 146">
                  <a:extLst>
                    <a:ext uri="{FF2B5EF4-FFF2-40B4-BE49-F238E27FC236}">
                      <a16:creationId xmlns:a16="http://schemas.microsoft.com/office/drawing/2014/main" id="{DC446A3D-A614-EAFD-F46E-1D279C2620C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" name="Rectangle: Rounded Corners 147">
                  <a:extLst>
                    <a:ext uri="{FF2B5EF4-FFF2-40B4-BE49-F238E27FC236}">
                      <a16:creationId xmlns:a16="http://schemas.microsoft.com/office/drawing/2014/main" id="{5731ECC6-28CF-7E4D-981A-F0CC175E239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" name="Rectangle: Rounded Corners 148">
                  <a:extLst>
                    <a:ext uri="{FF2B5EF4-FFF2-40B4-BE49-F238E27FC236}">
                      <a16:creationId xmlns:a16="http://schemas.microsoft.com/office/drawing/2014/main" id="{EF815153-EE91-6938-681D-545375F3747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Rectangle: Rounded Corners 149">
                  <a:extLst>
                    <a:ext uri="{FF2B5EF4-FFF2-40B4-BE49-F238E27FC236}">
                      <a16:creationId xmlns:a16="http://schemas.microsoft.com/office/drawing/2014/main" id="{1C230012-0FA2-4522-B01D-53BB8ACBD23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" name="Rectangle: Rounded Corners 150">
                  <a:extLst>
                    <a:ext uri="{FF2B5EF4-FFF2-40B4-BE49-F238E27FC236}">
                      <a16:creationId xmlns:a16="http://schemas.microsoft.com/office/drawing/2014/main" id="{734167F6-410B-C568-C281-31438B6C0F7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" name="Rectangle: Rounded Corners 151">
                  <a:extLst>
                    <a:ext uri="{FF2B5EF4-FFF2-40B4-BE49-F238E27FC236}">
                      <a16:creationId xmlns:a16="http://schemas.microsoft.com/office/drawing/2014/main" id="{33E0D115-BE3B-C9A7-6E42-7D6E2CC0A21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" name="Rectangle: Rounded Corners 152">
                  <a:extLst>
                    <a:ext uri="{FF2B5EF4-FFF2-40B4-BE49-F238E27FC236}">
                      <a16:creationId xmlns:a16="http://schemas.microsoft.com/office/drawing/2014/main" id="{D9EA1861-37B8-4080-015D-D18BF9386E2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2BC27D1C-0845-DC9C-0DAB-956AF0557232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8" name="Rectangle: Rounded Corners 137">
                  <a:extLst>
                    <a:ext uri="{FF2B5EF4-FFF2-40B4-BE49-F238E27FC236}">
                      <a16:creationId xmlns:a16="http://schemas.microsoft.com/office/drawing/2014/main" id="{3279CF4D-7543-8C29-C868-226AAF924AF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" name="Rectangle: Rounded Corners 138">
                  <a:extLst>
                    <a:ext uri="{FF2B5EF4-FFF2-40B4-BE49-F238E27FC236}">
                      <a16:creationId xmlns:a16="http://schemas.microsoft.com/office/drawing/2014/main" id="{28903CFC-D478-9F74-77B3-EBB98189571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" name="Rectangle: Rounded Corners 139">
                  <a:extLst>
                    <a:ext uri="{FF2B5EF4-FFF2-40B4-BE49-F238E27FC236}">
                      <a16:creationId xmlns:a16="http://schemas.microsoft.com/office/drawing/2014/main" id="{F1BFB417-CB58-5A0B-9F0B-F13F8AE23E9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Rectangle: Rounded Corners 140">
                  <a:extLst>
                    <a:ext uri="{FF2B5EF4-FFF2-40B4-BE49-F238E27FC236}">
                      <a16:creationId xmlns:a16="http://schemas.microsoft.com/office/drawing/2014/main" id="{7F99FD33-8243-FE3B-2FD9-CDEAFA9217B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Rectangle: Rounded Corners 141">
                  <a:extLst>
                    <a:ext uri="{FF2B5EF4-FFF2-40B4-BE49-F238E27FC236}">
                      <a16:creationId xmlns:a16="http://schemas.microsoft.com/office/drawing/2014/main" id="{380CBCB4-E00D-5863-A0D6-CB9F759EE34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Rectangle: Rounded Corners 142">
                  <a:extLst>
                    <a:ext uri="{FF2B5EF4-FFF2-40B4-BE49-F238E27FC236}">
                      <a16:creationId xmlns:a16="http://schemas.microsoft.com/office/drawing/2014/main" id="{DFBDE257-604B-E276-31E6-35D3D1DF4D6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Rectangle: Rounded Corners 143">
                  <a:extLst>
                    <a:ext uri="{FF2B5EF4-FFF2-40B4-BE49-F238E27FC236}">
                      <a16:creationId xmlns:a16="http://schemas.microsoft.com/office/drawing/2014/main" id="{07ABBB20-54AA-62D9-1B67-D97AD85FC3B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Rectangle: Rounded Corners 144">
                  <a:extLst>
                    <a:ext uri="{FF2B5EF4-FFF2-40B4-BE49-F238E27FC236}">
                      <a16:creationId xmlns:a16="http://schemas.microsoft.com/office/drawing/2014/main" id="{DE366FB1-1E12-1B8D-3B8E-2A33249049E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605648F6-3313-920D-A50B-3A3424E46194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55" name="Rectangle: Rounded Corners 154">
                <a:extLst>
                  <a:ext uri="{FF2B5EF4-FFF2-40B4-BE49-F238E27FC236}">
                    <a16:creationId xmlns:a16="http://schemas.microsoft.com/office/drawing/2014/main" id="{CF5029A2-D7BE-ACA9-9C3B-0252D9F7D86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23A5FE7B-D3CC-0CBF-D8C7-490AD25081C0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6" name="Rectangle: Rounded Corners 165">
                  <a:extLst>
                    <a:ext uri="{FF2B5EF4-FFF2-40B4-BE49-F238E27FC236}">
                      <a16:creationId xmlns:a16="http://schemas.microsoft.com/office/drawing/2014/main" id="{301317AB-F829-55F7-3A84-6FFC7D00336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" name="Rectangle: Rounded Corners 166">
                  <a:extLst>
                    <a:ext uri="{FF2B5EF4-FFF2-40B4-BE49-F238E27FC236}">
                      <a16:creationId xmlns:a16="http://schemas.microsoft.com/office/drawing/2014/main" id="{D1E055C0-64F2-95AD-7BC9-20DBBB394DE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8" name="Rectangle: Rounded Corners 167">
                  <a:extLst>
                    <a:ext uri="{FF2B5EF4-FFF2-40B4-BE49-F238E27FC236}">
                      <a16:creationId xmlns:a16="http://schemas.microsoft.com/office/drawing/2014/main" id="{745ADA7C-09A9-1B30-C9E1-EAD636C6004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" name="Rectangle: Rounded Corners 168">
                  <a:extLst>
                    <a:ext uri="{FF2B5EF4-FFF2-40B4-BE49-F238E27FC236}">
                      <a16:creationId xmlns:a16="http://schemas.microsoft.com/office/drawing/2014/main" id="{5DD9786B-120E-C2ED-3DC4-8E80E0472E0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0" name="Rectangle: Rounded Corners 169">
                  <a:extLst>
                    <a:ext uri="{FF2B5EF4-FFF2-40B4-BE49-F238E27FC236}">
                      <a16:creationId xmlns:a16="http://schemas.microsoft.com/office/drawing/2014/main" id="{9825479E-4DF0-4F4F-65F9-A41C819250F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" name="Rectangle: Rounded Corners 170">
                  <a:extLst>
                    <a:ext uri="{FF2B5EF4-FFF2-40B4-BE49-F238E27FC236}">
                      <a16:creationId xmlns:a16="http://schemas.microsoft.com/office/drawing/2014/main" id="{DC2073FA-6AB3-EC4E-7923-0D37C0525B8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" name="Rectangle: Rounded Corners 171">
                  <a:extLst>
                    <a:ext uri="{FF2B5EF4-FFF2-40B4-BE49-F238E27FC236}">
                      <a16:creationId xmlns:a16="http://schemas.microsoft.com/office/drawing/2014/main" id="{807D4041-F3D0-C8B7-5E17-512463FC25F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" name="Rectangle: Rounded Corners 172">
                  <a:extLst>
                    <a:ext uri="{FF2B5EF4-FFF2-40B4-BE49-F238E27FC236}">
                      <a16:creationId xmlns:a16="http://schemas.microsoft.com/office/drawing/2014/main" id="{0BB46668-7AD8-F6D2-B3AB-F6753F9CBE6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03FE4661-7F8E-00B1-BA07-82C74D76DDE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8" name="Rectangle: Rounded Corners 157">
                  <a:extLst>
                    <a:ext uri="{FF2B5EF4-FFF2-40B4-BE49-F238E27FC236}">
                      <a16:creationId xmlns:a16="http://schemas.microsoft.com/office/drawing/2014/main" id="{BF004031-4B31-C39E-5BA7-DBE1DC86437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" name="Rectangle: Rounded Corners 158">
                  <a:extLst>
                    <a:ext uri="{FF2B5EF4-FFF2-40B4-BE49-F238E27FC236}">
                      <a16:creationId xmlns:a16="http://schemas.microsoft.com/office/drawing/2014/main" id="{FF3BB8E4-887B-5A6C-042C-25A08DE9EF4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0" name="Rectangle: Rounded Corners 159">
                  <a:extLst>
                    <a:ext uri="{FF2B5EF4-FFF2-40B4-BE49-F238E27FC236}">
                      <a16:creationId xmlns:a16="http://schemas.microsoft.com/office/drawing/2014/main" id="{30E99FA7-48AE-9AEC-3AEF-4DD45047C34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Rectangle: Rounded Corners 160">
                  <a:extLst>
                    <a:ext uri="{FF2B5EF4-FFF2-40B4-BE49-F238E27FC236}">
                      <a16:creationId xmlns:a16="http://schemas.microsoft.com/office/drawing/2014/main" id="{66D3E5EE-0BB1-4B0D-1F87-348945C2566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Rectangle: Rounded Corners 161">
                  <a:extLst>
                    <a:ext uri="{FF2B5EF4-FFF2-40B4-BE49-F238E27FC236}">
                      <a16:creationId xmlns:a16="http://schemas.microsoft.com/office/drawing/2014/main" id="{0887075D-0B34-D3CA-2919-CE6D5484EEA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Rectangle: Rounded Corners 162">
                  <a:extLst>
                    <a:ext uri="{FF2B5EF4-FFF2-40B4-BE49-F238E27FC236}">
                      <a16:creationId xmlns:a16="http://schemas.microsoft.com/office/drawing/2014/main" id="{4CDD5F8E-F5FA-32C4-B16C-2820554AC42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4" name="Rectangle: Rounded Corners 163">
                  <a:extLst>
                    <a:ext uri="{FF2B5EF4-FFF2-40B4-BE49-F238E27FC236}">
                      <a16:creationId xmlns:a16="http://schemas.microsoft.com/office/drawing/2014/main" id="{7460B1EF-19C3-ACD5-4291-BE4A2A9820C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" name="Rectangle: Rounded Corners 164">
                  <a:extLst>
                    <a:ext uri="{FF2B5EF4-FFF2-40B4-BE49-F238E27FC236}">
                      <a16:creationId xmlns:a16="http://schemas.microsoft.com/office/drawing/2014/main" id="{59BFE8F6-7168-49B0-C2FE-8EBC66A6F80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E02B1711-C67F-494A-79FB-8C90947913E6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75" name="Rectangle: Rounded Corners 174">
                <a:extLst>
                  <a:ext uri="{FF2B5EF4-FFF2-40B4-BE49-F238E27FC236}">
                    <a16:creationId xmlns:a16="http://schemas.microsoft.com/office/drawing/2014/main" id="{809D14AD-88C8-4B8B-EDF9-55B724F20CF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78769F6E-F37A-75FB-7281-245ADC78B53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6" name="Rectangle: Rounded Corners 185">
                  <a:extLst>
                    <a:ext uri="{FF2B5EF4-FFF2-40B4-BE49-F238E27FC236}">
                      <a16:creationId xmlns:a16="http://schemas.microsoft.com/office/drawing/2014/main" id="{124F6713-A667-2FDE-4168-5ABAA5C689A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" name="Rectangle: Rounded Corners 186">
                  <a:extLst>
                    <a:ext uri="{FF2B5EF4-FFF2-40B4-BE49-F238E27FC236}">
                      <a16:creationId xmlns:a16="http://schemas.microsoft.com/office/drawing/2014/main" id="{5D24A5F3-CE19-841B-518C-72EABF714C3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8" name="Rectangle: Rounded Corners 187">
                  <a:extLst>
                    <a:ext uri="{FF2B5EF4-FFF2-40B4-BE49-F238E27FC236}">
                      <a16:creationId xmlns:a16="http://schemas.microsoft.com/office/drawing/2014/main" id="{A3F5F818-2C5D-1C56-CC32-A5254665416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Rectangle: Rounded Corners 188">
                  <a:extLst>
                    <a:ext uri="{FF2B5EF4-FFF2-40B4-BE49-F238E27FC236}">
                      <a16:creationId xmlns:a16="http://schemas.microsoft.com/office/drawing/2014/main" id="{8F7CC283-84E3-9AA7-783F-28ED3B8D173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" name="Rectangle: Rounded Corners 189">
                  <a:extLst>
                    <a:ext uri="{FF2B5EF4-FFF2-40B4-BE49-F238E27FC236}">
                      <a16:creationId xmlns:a16="http://schemas.microsoft.com/office/drawing/2014/main" id="{1DAE7426-9BBC-1212-7AA8-A4101BF6C6F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" name="Rectangle: Rounded Corners 190">
                  <a:extLst>
                    <a:ext uri="{FF2B5EF4-FFF2-40B4-BE49-F238E27FC236}">
                      <a16:creationId xmlns:a16="http://schemas.microsoft.com/office/drawing/2014/main" id="{D6D75640-32AB-C80C-3AE8-09B46BBB79F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Rectangle: Rounded Corners 191">
                  <a:extLst>
                    <a:ext uri="{FF2B5EF4-FFF2-40B4-BE49-F238E27FC236}">
                      <a16:creationId xmlns:a16="http://schemas.microsoft.com/office/drawing/2014/main" id="{A2AC483F-C36B-3D8E-7962-4D8D29218AE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" name="Rectangle: Rounded Corners 192">
                  <a:extLst>
                    <a:ext uri="{FF2B5EF4-FFF2-40B4-BE49-F238E27FC236}">
                      <a16:creationId xmlns:a16="http://schemas.microsoft.com/office/drawing/2014/main" id="{85A355C7-24C9-D782-E4C1-A75041BF867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83E1D351-0BBA-762E-44C5-434169B5C33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8" name="Rectangle: Rounded Corners 177">
                  <a:extLst>
                    <a:ext uri="{FF2B5EF4-FFF2-40B4-BE49-F238E27FC236}">
                      <a16:creationId xmlns:a16="http://schemas.microsoft.com/office/drawing/2014/main" id="{55A375BB-341B-6FF2-3D08-FD01C73729E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" name="Rectangle: Rounded Corners 178">
                  <a:extLst>
                    <a:ext uri="{FF2B5EF4-FFF2-40B4-BE49-F238E27FC236}">
                      <a16:creationId xmlns:a16="http://schemas.microsoft.com/office/drawing/2014/main" id="{5AE154A7-E137-6710-F961-7CE676EB854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" name="Rectangle: Rounded Corners 179">
                  <a:extLst>
                    <a:ext uri="{FF2B5EF4-FFF2-40B4-BE49-F238E27FC236}">
                      <a16:creationId xmlns:a16="http://schemas.microsoft.com/office/drawing/2014/main" id="{FDDFD8DB-9A2A-343C-824D-CE36BF92F21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" name="Rectangle: Rounded Corners 180">
                  <a:extLst>
                    <a:ext uri="{FF2B5EF4-FFF2-40B4-BE49-F238E27FC236}">
                      <a16:creationId xmlns:a16="http://schemas.microsoft.com/office/drawing/2014/main" id="{2817FD08-F21E-76A7-1D83-BCF575B81B6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" name="Rectangle: Rounded Corners 181">
                  <a:extLst>
                    <a:ext uri="{FF2B5EF4-FFF2-40B4-BE49-F238E27FC236}">
                      <a16:creationId xmlns:a16="http://schemas.microsoft.com/office/drawing/2014/main" id="{4F3224DC-E66F-B315-C5A6-684AD22866E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" name="Rectangle: Rounded Corners 182">
                  <a:extLst>
                    <a:ext uri="{FF2B5EF4-FFF2-40B4-BE49-F238E27FC236}">
                      <a16:creationId xmlns:a16="http://schemas.microsoft.com/office/drawing/2014/main" id="{88786127-8AD5-39A9-739F-F7A520892A4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" name="Rectangle: Rounded Corners 183">
                  <a:extLst>
                    <a:ext uri="{FF2B5EF4-FFF2-40B4-BE49-F238E27FC236}">
                      <a16:creationId xmlns:a16="http://schemas.microsoft.com/office/drawing/2014/main" id="{BB3C6D63-021B-102B-CFD7-55F05F8FDA1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" name="Rectangle: Rounded Corners 184">
                  <a:extLst>
                    <a:ext uri="{FF2B5EF4-FFF2-40B4-BE49-F238E27FC236}">
                      <a16:creationId xmlns:a16="http://schemas.microsoft.com/office/drawing/2014/main" id="{D16352D4-121A-2368-07F1-69092DA9925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4696A8ED-44CB-DB1A-44B1-5F9C30FCB65D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95" name="Rectangle: Rounded Corners 194">
                <a:extLst>
                  <a:ext uri="{FF2B5EF4-FFF2-40B4-BE49-F238E27FC236}">
                    <a16:creationId xmlns:a16="http://schemas.microsoft.com/office/drawing/2014/main" id="{61478CC1-7745-65B2-EB77-C33B9FC40C4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71932DA6-C711-BEB4-4CEF-D892A7A9234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6" name="Rectangle: Rounded Corners 205">
                  <a:extLst>
                    <a:ext uri="{FF2B5EF4-FFF2-40B4-BE49-F238E27FC236}">
                      <a16:creationId xmlns:a16="http://schemas.microsoft.com/office/drawing/2014/main" id="{C31EFD3B-7EFD-35CB-940A-A0ABF762905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Rectangle: Rounded Corners 206">
                  <a:extLst>
                    <a:ext uri="{FF2B5EF4-FFF2-40B4-BE49-F238E27FC236}">
                      <a16:creationId xmlns:a16="http://schemas.microsoft.com/office/drawing/2014/main" id="{53B21B25-C963-6BAE-EE5A-84952A178EA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" name="Rectangle: Rounded Corners 207">
                  <a:extLst>
                    <a:ext uri="{FF2B5EF4-FFF2-40B4-BE49-F238E27FC236}">
                      <a16:creationId xmlns:a16="http://schemas.microsoft.com/office/drawing/2014/main" id="{1BC37090-0250-CA0A-AA35-163E50AE3F6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" name="Rectangle: Rounded Corners 208">
                  <a:extLst>
                    <a:ext uri="{FF2B5EF4-FFF2-40B4-BE49-F238E27FC236}">
                      <a16:creationId xmlns:a16="http://schemas.microsoft.com/office/drawing/2014/main" id="{FB4EC4A5-E896-02C5-3C89-91714EA3862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0" name="Rectangle: Rounded Corners 209">
                  <a:extLst>
                    <a:ext uri="{FF2B5EF4-FFF2-40B4-BE49-F238E27FC236}">
                      <a16:creationId xmlns:a16="http://schemas.microsoft.com/office/drawing/2014/main" id="{826903F5-A639-BF95-8EE7-F57BE75132C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Rectangle: Rounded Corners 210">
                  <a:extLst>
                    <a:ext uri="{FF2B5EF4-FFF2-40B4-BE49-F238E27FC236}">
                      <a16:creationId xmlns:a16="http://schemas.microsoft.com/office/drawing/2014/main" id="{23FE5534-9907-61A8-68A5-98A8525BBE2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Rectangle: Rounded Corners 211">
                  <a:extLst>
                    <a:ext uri="{FF2B5EF4-FFF2-40B4-BE49-F238E27FC236}">
                      <a16:creationId xmlns:a16="http://schemas.microsoft.com/office/drawing/2014/main" id="{0BD138AB-747E-6326-ED19-397DA136B5C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Rectangle: Rounded Corners 212">
                  <a:extLst>
                    <a:ext uri="{FF2B5EF4-FFF2-40B4-BE49-F238E27FC236}">
                      <a16:creationId xmlns:a16="http://schemas.microsoft.com/office/drawing/2014/main" id="{2DC6C8F5-4E1B-CE43-8D7F-577411EB7BF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A2823217-798E-F8AB-F6BB-B902631DC8B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8" name="Rectangle: Rounded Corners 197">
                  <a:extLst>
                    <a:ext uri="{FF2B5EF4-FFF2-40B4-BE49-F238E27FC236}">
                      <a16:creationId xmlns:a16="http://schemas.microsoft.com/office/drawing/2014/main" id="{860A6211-9883-F9F3-9455-D828BD12E5F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" name="Rectangle: Rounded Corners 198">
                  <a:extLst>
                    <a:ext uri="{FF2B5EF4-FFF2-40B4-BE49-F238E27FC236}">
                      <a16:creationId xmlns:a16="http://schemas.microsoft.com/office/drawing/2014/main" id="{3337CC32-9A34-894E-FBCB-8176EB04281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" name="Rectangle: Rounded Corners 199">
                  <a:extLst>
                    <a:ext uri="{FF2B5EF4-FFF2-40B4-BE49-F238E27FC236}">
                      <a16:creationId xmlns:a16="http://schemas.microsoft.com/office/drawing/2014/main" id="{D8ED4BB6-C9AC-320A-5266-8D30109943F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" name="Rectangle: Rounded Corners 200">
                  <a:extLst>
                    <a:ext uri="{FF2B5EF4-FFF2-40B4-BE49-F238E27FC236}">
                      <a16:creationId xmlns:a16="http://schemas.microsoft.com/office/drawing/2014/main" id="{B1836691-7B3F-BC43-4AC8-CC287F1D6CB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" name="Rectangle: Rounded Corners 201">
                  <a:extLst>
                    <a:ext uri="{FF2B5EF4-FFF2-40B4-BE49-F238E27FC236}">
                      <a16:creationId xmlns:a16="http://schemas.microsoft.com/office/drawing/2014/main" id="{2F66AB9F-5A0D-3CC6-34D9-7FB90EDBBBD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" name="Rectangle: Rounded Corners 202">
                  <a:extLst>
                    <a:ext uri="{FF2B5EF4-FFF2-40B4-BE49-F238E27FC236}">
                      <a16:creationId xmlns:a16="http://schemas.microsoft.com/office/drawing/2014/main" id="{BCEE1AAC-5DAE-41A5-19A9-007C7A901CD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Rectangle: Rounded Corners 203">
                  <a:extLst>
                    <a:ext uri="{FF2B5EF4-FFF2-40B4-BE49-F238E27FC236}">
                      <a16:creationId xmlns:a16="http://schemas.microsoft.com/office/drawing/2014/main" id="{7F6B2E82-EAC8-030C-5BD4-E842140CD83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Rectangle: Rounded Corners 204">
                  <a:extLst>
                    <a:ext uri="{FF2B5EF4-FFF2-40B4-BE49-F238E27FC236}">
                      <a16:creationId xmlns:a16="http://schemas.microsoft.com/office/drawing/2014/main" id="{0B873AC3-2456-26C4-B46B-70EBB67DCE9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7671357E-25FC-B3FC-34FD-F809FD21FE21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215" name="Rectangle: Rounded Corners 214">
                <a:extLst>
                  <a:ext uri="{FF2B5EF4-FFF2-40B4-BE49-F238E27FC236}">
                    <a16:creationId xmlns:a16="http://schemas.microsoft.com/office/drawing/2014/main" id="{86ADD4D7-143E-2D45-5473-D2B6089F799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72F79C92-8B88-6DFA-AC67-AFB32DDF86E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26" name="Rectangle: Rounded Corners 225">
                  <a:extLst>
                    <a:ext uri="{FF2B5EF4-FFF2-40B4-BE49-F238E27FC236}">
                      <a16:creationId xmlns:a16="http://schemas.microsoft.com/office/drawing/2014/main" id="{C2BA1575-2108-A6DB-00CB-384D21DDF32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7" name="Rectangle: Rounded Corners 226">
                  <a:extLst>
                    <a:ext uri="{FF2B5EF4-FFF2-40B4-BE49-F238E27FC236}">
                      <a16:creationId xmlns:a16="http://schemas.microsoft.com/office/drawing/2014/main" id="{1A28299C-7555-E963-0EB9-E005EB19080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8" name="Rectangle: Rounded Corners 227">
                  <a:extLst>
                    <a:ext uri="{FF2B5EF4-FFF2-40B4-BE49-F238E27FC236}">
                      <a16:creationId xmlns:a16="http://schemas.microsoft.com/office/drawing/2014/main" id="{F4A7F6D1-759C-46CC-9B79-D90502BC47C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9" name="Rectangle: Rounded Corners 228">
                  <a:extLst>
                    <a:ext uri="{FF2B5EF4-FFF2-40B4-BE49-F238E27FC236}">
                      <a16:creationId xmlns:a16="http://schemas.microsoft.com/office/drawing/2014/main" id="{66ED87F0-78AD-6773-5455-C683AE2EA3D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0" name="Rectangle: Rounded Corners 229">
                  <a:extLst>
                    <a:ext uri="{FF2B5EF4-FFF2-40B4-BE49-F238E27FC236}">
                      <a16:creationId xmlns:a16="http://schemas.microsoft.com/office/drawing/2014/main" id="{A8F9BA1B-863F-0AD5-3440-F8567A737E5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1" name="Rectangle: Rounded Corners 230">
                  <a:extLst>
                    <a:ext uri="{FF2B5EF4-FFF2-40B4-BE49-F238E27FC236}">
                      <a16:creationId xmlns:a16="http://schemas.microsoft.com/office/drawing/2014/main" id="{73DB23F4-749B-EB1E-413C-A79209E7BB8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2" name="Rectangle: Rounded Corners 231">
                  <a:extLst>
                    <a:ext uri="{FF2B5EF4-FFF2-40B4-BE49-F238E27FC236}">
                      <a16:creationId xmlns:a16="http://schemas.microsoft.com/office/drawing/2014/main" id="{D147BFC3-B2C4-9DCF-C3EF-02A4915579F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3" name="Rectangle: Rounded Corners 232">
                  <a:extLst>
                    <a:ext uri="{FF2B5EF4-FFF2-40B4-BE49-F238E27FC236}">
                      <a16:creationId xmlns:a16="http://schemas.microsoft.com/office/drawing/2014/main" id="{EB127BEC-609C-4C90-2EC7-7D903B5B79C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id="{21EA7082-8661-1FE7-7555-C1B41A87E98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8" name="Rectangle: Rounded Corners 217">
                  <a:extLst>
                    <a:ext uri="{FF2B5EF4-FFF2-40B4-BE49-F238E27FC236}">
                      <a16:creationId xmlns:a16="http://schemas.microsoft.com/office/drawing/2014/main" id="{EE7C13EE-28BF-5535-E20E-A8D4F531A43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Rectangle: Rounded Corners 218">
                  <a:extLst>
                    <a:ext uri="{FF2B5EF4-FFF2-40B4-BE49-F238E27FC236}">
                      <a16:creationId xmlns:a16="http://schemas.microsoft.com/office/drawing/2014/main" id="{503E2023-8E1F-1C73-E5F5-ECE753A5544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0" name="Rectangle: Rounded Corners 219">
                  <a:extLst>
                    <a:ext uri="{FF2B5EF4-FFF2-40B4-BE49-F238E27FC236}">
                      <a16:creationId xmlns:a16="http://schemas.microsoft.com/office/drawing/2014/main" id="{076A578F-E150-E434-C7FF-7076DAD4AA7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Rectangle: Rounded Corners 220">
                  <a:extLst>
                    <a:ext uri="{FF2B5EF4-FFF2-40B4-BE49-F238E27FC236}">
                      <a16:creationId xmlns:a16="http://schemas.microsoft.com/office/drawing/2014/main" id="{38122554-5E47-73D9-CCB6-BD782CF3917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Rectangle: Rounded Corners 221">
                  <a:extLst>
                    <a:ext uri="{FF2B5EF4-FFF2-40B4-BE49-F238E27FC236}">
                      <a16:creationId xmlns:a16="http://schemas.microsoft.com/office/drawing/2014/main" id="{5F8EE43A-4CB9-03C1-0D96-6A7A3E231BD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3" name="Rectangle: Rounded Corners 222">
                  <a:extLst>
                    <a:ext uri="{FF2B5EF4-FFF2-40B4-BE49-F238E27FC236}">
                      <a16:creationId xmlns:a16="http://schemas.microsoft.com/office/drawing/2014/main" id="{D6170C6B-C6A9-C9B7-BDBA-DFD56F93ABD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4" name="Rectangle: Rounded Corners 223">
                  <a:extLst>
                    <a:ext uri="{FF2B5EF4-FFF2-40B4-BE49-F238E27FC236}">
                      <a16:creationId xmlns:a16="http://schemas.microsoft.com/office/drawing/2014/main" id="{F1DF00B6-84E8-7FB7-515E-460505AE917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5" name="Rectangle: Rounded Corners 224">
                  <a:extLst>
                    <a:ext uri="{FF2B5EF4-FFF2-40B4-BE49-F238E27FC236}">
                      <a16:creationId xmlns:a16="http://schemas.microsoft.com/office/drawing/2014/main" id="{CEDCB457-31D7-5C1E-0D91-E854FCE0722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781ECB94-8AF0-DAA9-AD0F-FA11F1DF7C02}"/>
              </a:ext>
            </a:extLst>
          </p:cNvPr>
          <p:cNvGrpSpPr/>
          <p:nvPr/>
        </p:nvGrpSpPr>
        <p:grpSpPr>
          <a:xfrm>
            <a:off x="1064382" y="2600018"/>
            <a:ext cx="3842090" cy="2699711"/>
            <a:chOff x="2336612" y="3429000"/>
            <a:chExt cx="3253723" cy="2286285"/>
          </a:xfrm>
        </p:grpSpPr>
        <p:sp>
          <p:nvSpPr>
            <p:cNvPr id="237" name="Rectangle: Rounded Corners 236">
              <a:extLst>
                <a:ext uri="{FF2B5EF4-FFF2-40B4-BE49-F238E27FC236}">
                  <a16:creationId xmlns:a16="http://schemas.microsoft.com/office/drawing/2014/main" id="{6E81E68F-391E-9186-D46B-075CBCFAFD6D}"/>
                </a:ext>
              </a:extLst>
            </p:cNvPr>
            <p:cNvSpPr/>
            <p:nvPr/>
          </p:nvSpPr>
          <p:spPr>
            <a:xfrm>
              <a:off x="2342962" y="3429000"/>
              <a:ext cx="3247373" cy="2286284"/>
            </a:xfrm>
            <a:prstGeom prst="roundRect">
              <a:avLst>
                <a:gd name="adj" fmla="val 738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A0CC1188-2915-5BDC-89AA-5EEF1F95688A}"/>
                </a:ext>
              </a:extLst>
            </p:cNvPr>
            <p:cNvSpPr/>
            <p:nvPr/>
          </p:nvSpPr>
          <p:spPr>
            <a:xfrm>
              <a:off x="2336612" y="4173798"/>
              <a:ext cx="3054177" cy="1541487"/>
            </a:xfrm>
            <a:custGeom>
              <a:avLst/>
              <a:gdLst>
                <a:gd name="connsiteX0" fmla="*/ 0 w 3054177"/>
                <a:gd name="connsiteY0" fmla="*/ 0 h 1541487"/>
                <a:gd name="connsiteX1" fmla="*/ 2197 w 3054177"/>
                <a:gd name="connsiteY1" fmla="*/ 4311 h 1541487"/>
                <a:gd name="connsiteX2" fmla="*/ 19238 w 3054177"/>
                <a:gd name="connsiteY2" fmla="*/ 23553 h 1541487"/>
                <a:gd name="connsiteX3" fmla="*/ 133538 w 3054177"/>
                <a:gd name="connsiteY3" fmla="*/ 93403 h 1541487"/>
                <a:gd name="connsiteX4" fmla="*/ 228788 w 3054177"/>
                <a:gd name="connsiteY4" fmla="*/ 182303 h 1541487"/>
                <a:gd name="connsiteX5" fmla="*/ 349438 w 3054177"/>
                <a:gd name="connsiteY5" fmla="*/ 233103 h 1541487"/>
                <a:gd name="connsiteX6" fmla="*/ 482788 w 3054177"/>
                <a:gd name="connsiteY6" fmla="*/ 277553 h 1541487"/>
                <a:gd name="connsiteX7" fmla="*/ 597088 w 3054177"/>
                <a:gd name="connsiteY7" fmla="*/ 366453 h 1541487"/>
                <a:gd name="connsiteX8" fmla="*/ 711388 w 3054177"/>
                <a:gd name="connsiteY8" fmla="*/ 436303 h 1541487"/>
                <a:gd name="connsiteX9" fmla="*/ 838388 w 3054177"/>
                <a:gd name="connsiteY9" fmla="*/ 480753 h 1541487"/>
                <a:gd name="connsiteX10" fmla="*/ 978088 w 3054177"/>
                <a:gd name="connsiteY10" fmla="*/ 544253 h 1541487"/>
                <a:gd name="connsiteX11" fmla="*/ 1079688 w 3054177"/>
                <a:gd name="connsiteY11" fmla="*/ 626803 h 1541487"/>
                <a:gd name="connsiteX12" fmla="*/ 1206688 w 3054177"/>
                <a:gd name="connsiteY12" fmla="*/ 703003 h 1541487"/>
                <a:gd name="connsiteX13" fmla="*/ 1320988 w 3054177"/>
                <a:gd name="connsiteY13" fmla="*/ 747453 h 1541487"/>
                <a:gd name="connsiteX14" fmla="*/ 1479738 w 3054177"/>
                <a:gd name="connsiteY14" fmla="*/ 817303 h 1541487"/>
                <a:gd name="connsiteX15" fmla="*/ 1619438 w 3054177"/>
                <a:gd name="connsiteY15" fmla="*/ 893503 h 1541487"/>
                <a:gd name="connsiteX16" fmla="*/ 1721038 w 3054177"/>
                <a:gd name="connsiteY16" fmla="*/ 963353 h 1541487"/>
                <a:gd name="connsiteX17" fmla="*/ 1841688 w 3054177"/>
                <a:gd name="connsiteY17" fmla="*/ 982403 h 1541487"/>
                <a:gd name="connsiteX18" fmla="*/ 1943288 w 3054177"/>
                <a:gd name="connsiteY18" fmla="*/ 1020503 h 1541487"/>
                <a:gd name="connsiteX19" fmla="*/ 2032188 w 3054177"/>
                <a:gd name="connsiteY19" fmla="*/ 1077653 h 1541487"/>
                <a:gd name="connsiteX20" fmla="*/ 2178238 w 3054177"/>
                <a:gd name="connsiteY20" fmla="*/ 1166553 h 1541487"/>
                <a:gd name="connsiteX21" fmla="*/ 2254438 w 3054177"/>
                <a:gd name="connsiteY21" fmla="*/ 1191953 h 1541487"/>
                <a:gd name="connsiteX22" fmla="*/ 2343338 w 3054177"/>
                <a:gd name="connsiteY22" fmla="*/ 1236403 h 1541487"/>
                <a:gd name="connsiteX23" fmla="*/ 2406838 w 3054177"/>
                <a:gd name="connsiteY23" fmla="*/ 1274503 h 1541487"/>
                <a:gd name="connsiteX24" fmla="*/ 2546538 w 3054177"/>
                <a:gd name="connsiteY24" fmla="*/ 1331653 h 1541487"/>
                <a:gd name="connsiteX25" fmla="*/ 2654488 w 3054177"/>
                <a:gd name="connsiteY25" fmla="*/ 1369753 h 1541487"/>
                <a:gd name="connsiteX26" fmla="*/ 2800538 w 3054177"/>
                <a:gd name="connsiteY26" fmla="*/ 1458653 h 1541487"/>
                <a:gd name="connsiteX27" fmla="*/ 2984688 w 3054177"/>
                <a:gd name="connsiteY27" fmla="*/ 1522153 h 1541487"/>
                <a:gd name="connsiteX28" fmla="*/ 3035488 w 3054177"/>
                <a:gd name="connsiteY28" fmla="*/ 1535647 h 1541487"/>
                <a:gd name="connsiteX29" fmla="*/ 3054177 w 3054177"/>
                <a:gd name="connsiteY29" fmla="*/ 1541487 h 1541487"/>
                <a:gd name="connsiteX30" fmla="*/ 168819 w 3054177"/>
                <a:gd name="connsiteY30" fmla="*/ 1541487 h 1541487"/>
                <a:gd name="connsiteX31" fmla="*/ 0 w 3054177"/>
                <a:gd name="connsiteY31" fmla="*/ 1372668 h 154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54177" h="1541487">
                  <a:moveTo>
                    <a:pt x="0" y="0"/>
                  </a:moveTo>
                  <a:lnTo>
                    <a:pt x="2197" y="4311"/>
                  </a:lnTo>
                  <a:cubicBezTo>
                    <a:pt x="8109" y="14061"/>
                    <a:pt x="13814" y="21040"/>
                    <a:pt x="19238" y="23553"/>
                  </a:cubicBezTo>
                  <a:cubicBezTo>
                    <a:pt x="62630" y="43661"/>
                    <a:pt x="98613" y="66945"/>
                    <a:pt x="133538" y="93403"/>
                  </a:cubicBezTo>
                  <a:cubicBezTo>
                    <a:pt x="168463" y="119861"/>
                    <a:pt x="192805" y="159020"/>
                    <a:pt x="228788" y="182303"/>
                  </a:cubicBezTo>
                  <a:cubicBezTo>
                    <a:pt x="264771" y="205586"/>
                    <a:pt x="307105" y="217228"/>
                    <a:pt x="349438" y="233103"/>
                  </a:cubicBezTo>
                  <a:cubicBezTo>
                    <a:pt x="391771" y="248978"/>
                    <a:pt x="441513" y="255328"/>
                    <a:pt x="482788" y="277553"/>
                  </a:cubicBezTo>
                  <a:cubicBezTo>
                    <a:pt x="524063" y="299778"/>
                    <a:pt x="558988" y="339995"/>
                    <a:pt x="597088" y="366453"/>
                  </a:cubicBezTo>
                  <a:cubicBezTo>
                    <a:pt x="635188" y="392911"/>
                    <a:pt x="671171" y="417253"/>
                    <a:pt x="711388" y="436303"/>
                  </a:cubicBezTo>
                  <a:cubicBezTo>
                    <a:pt x="751605" y="455353"/>
                    <a:pt x="793938" y="462761"/>
                    <a:pt x="838388" y="480753"/>
                  </a:cubicBezTo>
                  <a:cubicBezTo>
                    <a:pt x="882838" y="498745"/>
                    <a:pt x="937871" y="519911"/>
                    <a:pt x="978088" y="544253"/>
                  </a:cubicBezTo>
                  <a:cubicBezTo>
                    <a:pt x="1018305" y="568595"/>
                    <a:pt x="1041588" y="600345"/>
                    <a:pt x="1079688" y="626803"/>
                  </a:cubicBezTo>
                  <a:cubicBezTo>
                    <a:pt x="1117788" y="653261"/>
                    <a:pt x="1166471" y="682895"/>
                    <a:pt x="1206688" y="703003"/>
                  </a:cubicBezTo>
                  <a:cubicBezTo>
                    <a:pt x="1246905" y="723111"/>
                    <a:pt x="1275480" y="728403"/>
                    <a:pt x="1320988" y="747453"/>
                  </a:cubicBezTo>
                  <a:cubicBezTo>
                    <a:pt x="1366496" y="766503"/>
                    <a:pt x="1429996" y="792961"/>
                    <a:pt x="1479738" y="817303"/>
                  </a:cubicBezTo>
                  <a:cubicBezTo>
                    <a:pt x="1529480" y="841645"/>
                    <a:pt x="1579221" y="869161"/>
                    <a:pt x="1619438" y="893503"/>
                  </a:cubicBezTo>
                  <a:cubicBezTo>
                    <a:pt x="1659655" y="917845"/>
                    <a:pt x="1683996" y="948536"/>
                    <a:pt x="1721038" y="963353"/>
                  </a:cubicBezTo>
                  <a:cubicBezTo>
                    <a:pt x="1758080" y="978170"/>
                    <a:pt x="1804646" y="972878"/>
                    <a:pt x="1841688" y="982403"/>
                  </a:cubicBezTo>
                  <a:cubicBezTo>
                    <a:pt x="1878730" y="991928"/>
                    <a:pt x="1911538" y="1004628"/>
                    <a:pt x="1943288" y="1020503"/>
                  </a:cubicBezTo>
                  <a:cubicBezTo>
                    <a:pt x="1975038" y="1036378"/>
                    <a:pt x="2032188" y="1077653"/>
                    <a:pt x="2032188" y="1077653"/>
                  </a:cubicBezTo>
                  <a:cubicBezTo>
                    <a:pt x="2071346" y="1101995"/>
                    <a:pt x="2141196" y="1147503"/>
                    <a:pt x="2178238" y="1166553"/>
                  </a:cubicBezTo>
                  <a:cubicBezTo>
                    <a:pt x="2215280" y="1185603"/>
                    <a:pt x="2226921" y="1180311"/>
                    <a:pt x="2254438" y="1191953"/>
                  </a:cubicBezTo>
                  <a:cubicBezTo>
                    <a:pt x="2281955" y="1203595"/>
                    <a:pt x="2317938" y="1222645"/>
                    <a:pt x="2343338" y="1236403"/>
                  </a:cubicBezTo>
                  <a:cubicBezTo>
                    <a:pt x="2368738" y="1250161"/>
                    <a:pt x="2372971" y="1258628"/>
                    <a:pt x="2406838" y="1274503"/>
                  </a:cubicBezTo>
                  <a:cubicBezTo>
                    <a:pt x="2440705" y="1290378"/>
                    <a:pt x="2505263" y="1315778"/>
                    <a:pt x="2546538" y="1331653"/>
                  </a:cubicBezTo>
                  <a:cubicBezTo>
                    <a:pt x="2587813" y="1347528"/>
                    <a:pt x="2612155" y="1348586"/>
                    <a:pt x="2654488" y="1369753"/>
                  </a:cubicBezTo>
                  <a:cubicBezTo>
                    <a:pt x="2696821" y="1390920"/>
                    <a:pt x="2745505" y="1433253"/>
                    <a:pt x="2800538" y="1458653"/>
                  </a:cubicBezTo>
                  <a:cubicBezTo>
                    <a:pt x="2855571" y="1484053"/>
                    <a:pt x="2939180" y="1507336"/>
                    <a:pt x="2984688" y="1522153"/>
                  </a:cubicBezTo>
                  <a:cubicBezTo>
                    <a:pt x="3007442" y="1529562"/>
                    <a:pt x="3022524" y="1532737"/>
                    <a:pt x="3035488" y="1535647"/>
                  </a:cubicBezTo>
                  <a:lnTo>
                    <a:pt x="3054177" y="1541487"/>
                  </a:lnTo>
                  <a:lnTo>
                    <a:pt x="168819" y="1541487"/>
                  </a:lnTo>
                  <a:cubicBezTo>
                    <a:pt x="75583" y="1541487"/>
                    <a:pt x="0" y="1465904"/>
                    <a:pt x="0" y="1372668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28575">
              <a:solidFill>
                <a:srgbClr val="111B0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EB608EC0-5FB8-24D7-5A0E-99D6B26FC163}"/>
                </a:ext>
              </a:extLst>
            </p:cNvPr>
            <p:cNvSpPr/>
            <p:nvPr/>
          </p:nvSpPr>
          <p:spPr>
            <a:xfrm>
              <a:off x="3206748" y="3835744"/>
              <a:ext cx="1174752" cy="1108797"/>
            </a:xfrm>
            <a:custGeom>
              <a:avLst/>
              <a:gdLst>
                <a:gd name="connsiteX0" fmla="*/ 266936 w 914984"/>
                <a:gd name="connsiteY0" fmla="*/ 808736 h 863613"/>
                <a:gd name="connsiteX1" fmla="*/ 378061 w 914984"/>
                <a:gd name="connsiteY1" fmla="*/ 853186 h 863613"/>
                <a:gd name="connsiteX2" fmla="*/ 517761 w 914984"/>
                <a:gd name="connsiteY2" fmla="*/ 862711 h 863613"/>
                <a:gd name="connsiteX3" fmla="*/ 619361 w 914984"/>
                <a:gd name="connsiteY3" fmla="*/ 837311 h 863613"/>
                <a:gd name="connsiteX4" fmla="*/ 752711 w 914984"/>
                <a:gd name="connsiteY4" fmla="*/ 780161 h 863613"/>
                <a:gd name="connsiteX5" fmla="*/ 809861 w 914984"/>
                <a:gd name="connsiteY5" fmla="*/ 694436 h 863613"/>
                <a:gd name="connsiteX6" fmla="*/ 873361 w 914984"/>
                <a:gd name="connsiteY6" fmla="*/ 611886 h 863613"/>
                <a:gd name="connsiteX7" fmla="*/ 901936 w 914984"/>
                <a:gd name="connsiteY7" fmla="*/ 497586 h 863613"/>
                <a:gd name="connsiteX8" fmla="*/ 914636 w 914984"/>
                <a:gd name="connsiteY8" fmla="*/ 421386 h 863613"/>
                <a:gd name="connsiteX9" fmla="*/ 889236 w 914984"/>
                <a:gd name="connsiteY9" fmla="*/ 310261 h 863613"/>
                <a:gd name="connsiteX10" fmla="*/ 857486 w 914984"/>
                <a:gd name="connsiteY10" fmla="*/ 240411 h 863613"/>
                <a:gd name="connsiteX11" fmla="*/ 832086 w 914984"/>
                <a:gd name="connsiteY11" fmla="*/ 170561 h 863613"/>
                <a:gd name="connsiteX12" fmla="*/ 771761 w 914984"/>
                <a:gd name="connsiteY12" fmla="*/ 116586 h 863613"/>
                <a:gd name="connsiteX13" fmla="*/ 692386 w 914984"/>
                <a:gd name="connsiteY13" fmla="*/ 59436 h 863613"/>
                <a:gd name="connsiteX14" fmla="*/ 606661 w 914984"/>
                <a:gd name="connsiteY14" fmla="*/ 14986 h 863613"/>
                <a:gd name="connsiteX15" fmla="*/ 486011 w 914984"/>
                <a:gd name="connsiteY15" fmla="*/ 5461 h 863613"/>
                <a:gd name="connsiteX16" fmla="*/ 384411 w 914984"/>
                <a:gd name="connsiteY16" fmla="*/ 2286 h 863613"/>
                <a:gd name="connsiteX17" fmla="*/ 282811 w 914984"/>
                <a:gd name="connsiteY17" fmla="*/ 40386 h 863613"/>
                <a:gd name="connsiteX18" fmla="*/ 212961 w 914984"/>
                <a:gd name="connsiteY18" fmla="*/ 49911 h 863613"/>
                <a:gd name="connsiteX19" fmla="*/ 146286 w 914984"/>
                <a:gd name="connsiteY19" fmla="*/ 94361 h 863613"/>
                <a:gd name="connsiteX20" fmla="*/ 105011 w 914984"/>
                <a:gd name="connsiteY20" fmla="*/ 167386 h 863613"/>
                <a:gd name="connsiteX21" fmla="*/ 51036 w 914984"/>
                <a:gd name="connsiteY21" fmla="*/ 221361 h 863613"/>
                <a:gd name="connsiteX22" fmla="*/ 16111 w 914984"/>
                <a:gd name="connsiteY22" fmla="*/ 300736 h 863613"/>
                <a:gd name="connsiteX23" fmla="*/ 236 w 914984"/>
                <a:gd name="connsiteY23" fmla="*/ 386461 h 863613"/>
                <a:gd name="connsiteX24" fmla="*/ 6586 w 914984"/>
                <a:gd name="connsiteY24" fmla="*/ 456311 h 863613"/>
                <a:gd name="connsiteX25" fmla="*/ 6586 w 914984"/>
                <a:gd name="connsiteY25" fmla="*/ 522986 h 863613"/>
                <a:gd name="connsiteX26" fmla="*/ 28811 w 914984"/>
                <a:gd name="connsiteY26" fmla="*/ 564261 h 863613"/>
                <a:gd name="connsiteX27" fmla="*/ 51036 w 914984"/>
                <a:gd name="connsiteY27" fmla="*/ 630936 h 863613"/>
                <a:gd name="connsiteX28" fmla="*/ 105011 w 914984"/>
                <a:gd name="connsiteY28" fmla="*/ 678561 h 863613"/>
                <a:gd name="connsiteX29" fmla="*/ 139936 w 914984"/>
                <a:gd name="connsiteY29" fmla="*/ 719836 h 863613"/>
                <a:gd name="connsiteX30" fmla="*/ 266936 w 914984"/>
                <a:gd name="connsiteY30" fmla="*/ 808736 h 863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14984" h="863613">
                  <a:moveTo>
                    <a:pt x="266936" y="808736"/>
                  </a:moveTo>
                  <a:cubicBezTo>
                    <a:pt x="306623" y="830961"/>
                    <a:pt x="336257" y="844190"/>
                    <a:pt x="378061" y="853186"/>
                  </a:cubicBezTo>
                  <a:cubicBezTo>
                    <a:pt x="419865" y="862182"/>
                    <a:pt x="477544" y="865357"/>
                    <a:pt x="517761" y="862711"/>
                  </a:cubicBezTo>
                  <a:cubicBezTo>
                    <a:pt x="557978" y="860065"/>
                    <a:pt x="580203" y="851069"/>
                    <a:pt x="619361" y="837311"/>
                  </a:cubicBezTo>
                  <a:cubicBezTo>
                    <a:pt x="658519" y="823553"/>
                    <a:pt x="720961" y="803973"/>
                    <a:pt x="752711" y="780161"/>
                  </a:cubicBezTo>
                  <a:cubicBezTo>
                    <a:pt x="784461" y="756349"/>
                    <a:pt x="789753" y="722482"/>
                    <a:pt x="809861" y="694436"/>
                  </a:cubicBezTo>
                  <a:cubicBezTo>
                    <a:pt x="829969" y="666390"/>
                    <a:pt x="858015" y="644694"/>
                    <a:pt x="873361" y="611886"/>
                  </a:cubicBezTo>
                  <a:cubicBezTo>
                    <a:pt x="888707" y="579078"/>
                    <a:pt x="895057" y="529336"/>
                    <a:pt x="901936" y="497586"/>
                  </a:cubicBezTo>
                  <a:cubicBezTo>
                    <a:pt x="908815" y="465836"/>
                    <a:pt x="916753" y="452607"/>
                    <a:pt x="914636" y="421386"/>
                  </a:cubicBezTo>
                  <a:cubicBezTo>
                    <a:pt x="912519" y="390165"/>
                    <a:pt x="898761" y="340423"/>
                    <a:pt x="889236" y="310261"/>
                  </a:cubicBezTo>
                  <a:cubicBezTo>
                    <a:pt x="879711" y="280099"/>
                    <a:pt x="867011" y="263694"/>
                    <a:pt x="857486" y="240411"/>
                  </a:cubicBezTo>
                  <a:cubicBezTo>
                    <a:pt x="847961" y="217128"/>
                    <a:pt x="846373" y="191198"/>
                    <a:pt x="832086" y="170561"/>
                  </a:cubicBezTo>
                  <a:cubicBezTo>
                    <a:pt x="817799" y="149924"/>
                    <a:pt x="795044" y="135107"/>
                    <a:pt x="771761" y="116586"/>
                  </a:cubicBezTo>
                  <a:cubicBezTo>
                    <a:pt x="748478" y="98065"/>
                    <a:pt x="719903" y="76369"/>
                    <a:pt x="692386" y="59436"/>
                  </a:cubicBezTo>
                  <a:cubicBezTo>
                    <a:pt x="664869" y="42503"/>
                    <a:pt x="641057" y="23982"/>
                    <a:pt x="606661" y="14986"/>
                  </a:cubicBezTo>
                  <a:cubicBezTo>
                    <a:pt x="572265" y="5990"/>
                    <a:pt x="523053" y="7578"/>
                    <a:pt x="486011" y="5461"/>
                  </a:cubicBezTo>
                  <a:cubicBezTo>
                    <a:pt x="448969" y="3344"/>
                    <a:pt x="418278" y="-3535"/>
                    <a:pt x="384411" y="2286"/>
                  </a:cubicBezTo>
                  <a:cubicBezTo>
                    <a:pt x="350544" y="8107"/>
                    <a:pt x="311386" y="32448"/>
                    <a:pt x="282811" y="40386"/>
                  </a:cubicBezTo>
                  <a:cubicBezTo>
                    <a:pt x="254236" y="48324"/>
                    <a:pt x="235715" y="40915"/>
                    <a:pt x="212961" y="49911"/>
                  </a:cubicBezTo>
                  <a:cubicBezTo>
                    <a:pt x="190207" y="58907"/>
                    <a:pt x="164278" y="74782"/>
                    <a:pt x="146286" y="94361"/>
                  </a:cubicBezTo>
                  <a:cubicBezTo>
                    <a:pt x="128294" y="113940"/>
                    <a:pt x="120886" y="146219"/>
                    <a:pt x="105011" y="167386"/>
                  </a:cubicBezTo>
                  <a:cubicBezTo>
                    <a:pt x="89136" y="188553"/>
                    <a:pt x="65853" y="199136"/>
                    <a:pt x="51036" y="221361"/>
                  </a:cubicBezTo>
                  <a:cubicBezTo>
                    <a:pt x="36219" y="243586"/>
                    <a:pt x="24578" y="273219"/>
                    <a:pt x="16111" y="300736"/>
                  </a:cubicBezTo>
                  <a:cubicBezTo>
                    <a:pt x="7644" y="328253"/>
                    <a:pt x="1823" y="360532"/>
                    <a:pt x="236" y="386461"/>
                  </a:cubicBezTo>
                  <a:cubicBezTo>
                    <a:pt x="-1352" y="412390"/>
                    <a:pt x="5528" y="433557"/>
                    <a:pt x="6586" y="456311"/>
                  </a:cubicBezTo>
                  <a:cubicBezTo>
                    <a:pt x="7644" y="479065"/>
                    <a:pt x="2882" y="504994"/>
                    <a:pt x="6586" y="522986"/>
                  </a:cubicBezTo>
                  <a:cubicBezTo>
                    <a:pt x="10290" y="540978"/>
                    <a:pt x="21403" y="546269"/>
                    <a:pt x="28811" y="564261"/>
                  </a:cubicBezTo>
                  <a:cubicBezTo>
                    <a:pt x="36219" y="582253"/>
                    <a:pt x="38336" y="611886"/>
                    <a:pt x="51036" y="630936"/>
                  </a:cubicBezTo>
                  <a:cubicBezTo>
                    <a:pt x="63736" y="649986"/>
                    <a:pt x="90194" y="663744"/>
                    <a:pt x="105011" y="678561"/>
                  </a:cubicBezTo>
                  <a:cubicBezTo>
                    <a:pt x="119828" y="693378"/>
                    <a:pt x="108715" y="696553"/>
                    <a:pt x="139936" y="719836"/>
                  </a:cubicBezTo>
                  <a:cubicBezTo>
                    <a:pt x="171157" y="743119"/>
                    <a:pt x="227249" y="786511"/>
                    <a:pt x="266936" y="808736"/>
                  </a:cubicBezTo>
                  <a:close/>
                </a:path>
              </a:pathLst>
            </a:custGeom>
            <a:ln w="28575"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85A3F0C7-2EF5-ADC9-A0E8-120DC134B88B}"/>
              </a:ext>
            </a:extLst>
          </p:cNvPr>
          <p:cNvCxnSpPr/>
          <p:nvPr/>
        </p:nvCxnSpPr>
        <p:spPr>
          <a:xfrm flipV="1">
            <a:off x="1133475" y="631384"/>
            <a:ext cx="3766647" cy="19972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061D3B9B-09AE-962B-2696-DA5BDCDD9183}"/>
              </a:ext>
            </a:extLst>
          </p:cNvPr>
          <p:cNvCxnSpPr/>
          <p:nvPr/>
        </p:nvCxnSpPr>
        <p:spPr>
          <a:xfrm flipV="1">
            <a:off x="4900122" y="1472820"/>
            <a:ext cx="1172394" cy="3737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78A4AAB6-560A-706D-E794-8187626D22AC}"/>
              </a:ext>
            </a:extLst>
          </p:cNvPr>
          <p:cNvCxnSpPr/>
          <p:nvPr/>
        </p:nvCxnSpPr>
        <p:spPr>
          <a:xfrm>
            <a:off x="10715625" y="219075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7ED25399-7BB6-12F8-AFCC-77EE359EC0E6}"/>
                  </a:ext>
                </a:extLst>
              </p:cNvPr>
              <p:cNvSpPr txBox="1"/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7ED25399-7BB6-12F8-AFCC-77EE359EC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4180FF1-BF76-29BC-6E76-49819DCFF265}"/>
              </a:ext>
            </a:extLst>
          </p:cNvPr>
          <p:cNvSpPr txBox="1"/>
          <p:nvPr/>
        </p:nvSpPr>
        <p:spPr>
          <a:xfrm>
            <a:off x="6072516" y="2761479"/>
            <a:ext cx="584006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Physics describes the evolution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a particular system like a movie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FFD03D-0F28-B941-D0C0-81395B6DED6B}"/>
                  </a:ext>
                </a:extLst>
              </p:cNvPr>
              <p:cNvSpPr txBox="1"/>
              <p:nvPr/>
            </p:nvSpPr>
            <p:spPr>
              <a:xfrm>
                <a:off x="6304636" y="4663745"/>
                <a:ext cx="2484847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8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d>
                        <m:dPr>
                          <m:ctrlPr>
                            <a:rPr kumimoji="0" lang="en-US" sz="8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8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kumimoji="0" lang="en-US" sz="8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FFD03D-0F28-B941-D0C0-81395B6DE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636" y="4663745"/>
                <a:ext cx="2484847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88998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B5BBD-9DA8-8601-E169-29FFF2F41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roup 233">
            <a:extLst>
              <a:ext uri="{FF2B5EF4-FFF2-40B4-BE49-F238E27FC236}">
                <a16:creationId xmlns:a16="http://schemas.microsoft.com/office/drawing/2014/main" id="{60B28F27-1453-896D-D185-007111AB08C3}"/>
              </a:ext>
            </a:extLst>
          </p:cNvPr>
          <p:cNvGrpSpPr/>
          <p:nvPr/>
        </p:nvGrpSpPr>
        <p:grpSpPr>
          <a:xfrm>
            <a:off x="-478972" y="439777"/>
            <a:ext cx="13102977" cy="1243880"/>
            <a:chOff x="3628570" y="4023519"/>
            <a:chExt cx="23905029" cy="226933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846B48E-945D-AEB9-FC2D-298EB78D628C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80AE67D-5192-AF89-F185-69655166B42C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4366926A-A60A-D6C5-AF55-2ED389D9870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18FC6D89-7B01-CE4A-8328-A7305E1B34F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B14AB699-F147-410D-7F19-2963BF817F5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2FC47385-0194-2043-C7EF-0B6E20359AA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35692339-A738-05DF-FCDA-5EDB01FA5D1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195B75AB-607B-46BB-0DD0-9B623E6CF17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276906A0-2FC0-F4E7-A5A8-D5FBF9EF7BE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EC156576-9D5D-4CD3-6EBB-90BB276072D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5FEFDD5C-7000-5F17-4512-FC4ADC14C6A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49A074C9-EAED-0DE5-314F-1DB33A97EFB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D50B9D24-73A4-F79D-5C67-AFDF80E8494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3E41B9BD-3366-2890-37EE-E382F54930D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AE488F25-1FC1-5462-FB43-C8542C1D1F0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81A2AB78-470E-D314-08C2-7FC781D92B8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4211A78B-219F-EC5D-F329-A245F33427B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9BA94F33-906C-6CBF-2CEC-76800AF1B8D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43CA9065-D7E1-3DA1-8AE2-B5AFA3C3502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41F0BA0E-C9ED-C324-D574-C462FA59DB9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C39086A5-3356-1C7D-1E96-9ADEDB5DA73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E71C925-5790-7983-89D0-C4E18A43F78C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C3AD7B97-26EB-0824-1CA3-C56D8AC82A22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5CA48BAC-EF4D-2F20-BE85-F4643AB77BF7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570DDD94-976F-CDEF-C75B-C0C0E3B9D87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572AE48F-71A9-4B1C-7505-B3699B4A70A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6EFC5C57-223C-FB3F-358F-8105E0502F7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Rectangle: Rounded Corners 68">
                  <a:extLst>
                    <a:ext uri="{FF2B5EF4-FFF2-40B4-BE49-F238E27FC236}">
                      <a16:creationId xmlns:a16="http://schemas.microsoft.com/office/drawing/2014/main" id="{FACC7158-0BF0-15CF-9A30-19F5D072BAD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Rectangle: Rounded Corners 69">
                  <a:extLst>
                    <a:ext uri="{FF2B5EF4-FFF2-40B4-BE49-F238E27FC236}">
                      <a16:creationId xmlns:a16="http://schemas.microsoft.com/office/drawing/2014/main" id="{5E3B1647-FAD2-0BC0-97CC-DEB97E1DB09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Rectangle: Rounded Corners 70">
                  <a:extLst>
                    <a:ext uri="{FF2B5EF4-FFF2-40B4-BE49-F238E27FC236}">
                      <a16:creationId xmlns:a16="http://schemas.microsoft.com/office/drawing/2014/main" id="{2E82DB70-E04D-2E7D-6887-11D3E4EDBE1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Rectangle: Rounded Corners 71">
                  <a:extLst>
                    <a:ext uri="{FF2B5EF4-FFF2-40B4-BE49-F238E27FC236}">
                      <a16:creationId xmlns:a16="http://schemas.microsoft.com/office/drawing/2014/main" id="{6C578F3A-E5AD-190F-657F-B5007ADD060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Rectangle: Rounded Corners 72">
                  <a:extLst>
                    <a:ext uri="{FF2B5EF4-FFF2-40B4-BE49-F238E27FC236}">
                      <a16:creationId xmlns:a16="http://schemas.microsoft.com/office/drawing/2014/main" id="{F3CF0461-A63D-5F38-86D3-163DDBBA6ED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830D8F82-A915-DDAB-4CD0-6E915320A06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812E21E9-A7BC-18BE-9342-9CCC84765E8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9EFB0C83-E930-B356-4A45-A7DEDF7270D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Rectangle: Rounded Corners 59">
                  <a:extLst>
                    <a:ext uri="{FF2B5EF4-FFF2-40B4-BE49-F238E27FC236}">
                      <a16:creationId xmlns:a16="http://schemas.microsoft.com/office/drawing/2014/main" id="{774CAC5E-A33A-DA27-EEFF-B570908227D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75E9B628-1D21-80AF-BAE5-4E4AF0FFEFA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C315DAA5-ED8A-4F2A-CF87-FD2C429F861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DE2A9C3F-5FBF-A77A-CE6D-C808EC4FFA9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23C5CD5F-7BB4-F22D-A993-598C082F4C4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AD185C55-2599-A1A0-6077-A33EC9AC782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2E424C06-2361-3E3E-BB1B-3C792948B68C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AC4F9E1C-17D3-82B1-BD14-0BB54467807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CE976732-1E24-90BE-DFB0-A2856151F52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86" name="Rectangle: Rounded Corners 85">
                  <a:extLst>
                    <a:ext uri="{FF2B5EF4-FFF2-40B4-BE49-F238E27FC236}">
                      <a16:creationId xmlns:a16="http://schemas.microsoft.com/office/drawing/2014/main" id="{97F026CD-D574-BBA7-90DC-2293F8775C4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Rectangle: Rounded Corners 86">
                  <a:extLst>
                    <a:ext uri="{FF2B5EF4-FFF2-40B4-BE49-F238E27FC236}">
                      <a16:creationId xmlns:a16="http://schemas.microsoft.com/office/drawing/2014/main" id="{DB2F10E1-BF20-D1D2-0E9E-BBDDE5E76D9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: Rounded Corners 87">
                  <a:extLst>
                    <a:ext uri="{FF2B5EF4-FFF2-40B4-BE49-F238E27FC236}">
                      <a16:creationId xmlns:a16="http://schemas.microsoft.com/office/drawing/2014/main" id="{071421E3-606D-2ED4-1F4B-ABC7433AE36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: Rounded Corners 88">
                  <a:extLst>
                    <a:ext uri="{FF2B5EF4-FFF2-40B4-BE49-F238E27FC236}">
                      <a16:creationId xmlns:a16="http://schemas.microsoft.com/office/drawing/2014/main" id="{0CF9DFB6-88D1-9060-03BE-AE7E668B089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Rectangle: Rounded Corners 89">
                  <a:extLst>
                    <a:ext uri="{FF2B5EF4-FFF2-40B4-BE49-F238E27FC236}">
                      <a16:creationId xmlns:a16="http://schemas.microsoft.com/office/drawing/2014/main" id="{E8C4764C-0B3F-2A92-1004-EE1209E688B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Rectangle: Rounded Corners 90">
                  <a:extLst>
                    <a:ext uri="{FF2B5EF4-FFF2-40B4-BE49-F238E27FC236}">
                      <a16:creationId xmlns:a16="http://schemas.microsoft.com/office/drawing/2014/main" id="{042DE9BB-9792-1969-A7B2-71F8F21DF0C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Rectangle: Rounded Corners 91">
                  <a:extLst>
                    <a:ext uri="{FF2B5EF4-FFF2-40B4-BE49-F238E27FC236}">
                      <a16:creationId xmlns:a16="http://schemas.microsoft.com/office/drawing/2014/main" id="{F62D4B71-FF76-0EAC-DD12-B5BA470F3AD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: Rounded Corners 92">
                  <a:extLst>
                    <a:ext uri="{FF2B5EF4-FFF2-40B4-BE49-F238E27FC236}">
                      <a16:creationId xmlns:a16="http://schemas.microsoft.com/office/drawing/2014/main" id="{5F82286B-3CE2-2455-7D7A-74B0D98723E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AA30A1BE-D063-64AF-86B0-BCB821DE464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624FA15C-B895-D529-094F-426FD4CEB47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B66E4D5D-1755-B084-7C47-770FDC4364F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17AD8F37-51C0-CF28-5015-9461103F6B9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5845035E-A30C-027A-0624-A25710C9311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28A4F013-4720-8327-6E16-3FBBD4136D6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C71529AD-019E-60F8-99DD-3F9E39A33E5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B15788F5-D1FE-9863-C4B0-983EE69A02C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: Rounded Corners 84">
                  <a:extLst>
                    <a:ext uri="{FF2B5EF4-FFF2-40B4-BE49-F238E27FC236}">
                      <a16:creationId xmlns:a16="http://schemas.microsoft.com/office/drawing/2014/main" id="{B5684538-6432-CF41-0288-C664FAA82C3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75AF965-E80C-A0F8-41A5-24F1157AA7D8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2768337D-7181-29E0-6985-ED6B1A5CCCF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BC9B00DD-9E27-528A-D2F7-C456B625E88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06" name="Rectangle: Rounded Corners 105">
                  <a:extLst>
                    <a:ext uri="{FF2B5EF4-FFF2-40B4-BE49-F238E27FC236}">
                      <a16:creationId xmlns:a16="http://schemas.microsoft.com/office/drawing/2014/main" id="{FBFA4720-D844-A969-DED4-3355B046082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Rectangle: Rounded Corners 106">
                  <a:extLst>
                    <a:ext uri="{FF2B5EF4-FFF2-40B4-BE49-F238E27FC236}">
                      <a16:creationId xmlns:a16="http://schemas.microsoft.com/office/drawing/2014/main" id="{F953D325-9AEF-11D5-6023-8E0146C52F2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: Rounded Corners 107">
                  <a:extLst>
                    <a:ext uri="{FF2B5EF4-FFF2-40B4-BE49-F238E27FC236}">
                      <a16:creationId xmlns:a16="http://schemas.microsoft.com/office/drawing/2014/main" id="{BC5FA942-0209-5BBE-ED3F-4FEAB6D51CB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: Rounded Corners 108">
                  <a:extLst>
                    <a:ext uri="{FF2B5EF4-FFF2-40B4-BE49-F238E27FC236}">
                      <a16:creationId xmlns:a16="http://schemas.microsoft.com/office/drawing/2014/main" id="{6598DAFE-A80C-DEC7-4E05-C2E0C7C6416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Rectangle: Rounded Corners 109">
                  <a:extLst>
                    <a:ext uri="{FF2B5EF4-FFF2-40B4-BE49-F238E27FC236}">
                      <a16:creationId xmlns:a16="http://schemas.microsoft.com/office/drawing/2014/main" id="{3876593B-A183-CD43-755C-14261634BBD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: Rounded Corners 110">
                  <a:extLst>
                    <a:ext uri="{FF2B5EF4-FFF2-40B4-BE49-F238E27FC236}">
                      <a16:creationId xmlns:a16="http://schemas.microsoft.com/office/drawing/2014/main" id="{D090DD04-D05E-788C-4004-38AAD4A0E48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: Rounded Corners 111">
                  <a:extLst>
                    <a:ext uri="{FF2B5EF4-FFF2-40B4-BE49-F238E27FC236}">
                      <a16:creationId xmlns:a16="http://schemas.microsoft.com/office/drawing/2014/main" id="{DCFA3E85-480E-400D-CE35-B4E52BA58F1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: Rounded Corners 112">
                  <a:extLst>
                    <a:ext uri="{FF2B5EF4-FFF2-40B4-BE49-F238E27FC236}">
                      <a16:creationId xmlns:a16="http://schemas.microsoft.com/office/drawing/2014/main" id="{F1D54C48-FBDB-6543-1171-D7A6CB20EDA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8F7FC126-F648-A8C3-A877-3022A82AF03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98" name="Rectangle: Rounded Corners 97">
                  <a:extLst>
                    <a:ext uri="{FF2B5EF4-FFF2-40B4-BE49-F238E27FC236}">
                      <a16:creationId xmlns:a16="http://schemas.microsoft.com/office/drawing/2014/main" id="{A8C8B440-4013-CD7D-D6C7-5E2073D3284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Rectangle: Rounded Corners 98">
                  <a:extLst>
                    <a:ext uri="{FF2B5EF4-FFF2-40B4-BE49-F238E27FC236}">
                      <a16:creationId xmlns:a16="http://schemas.microsoft.com/office/drawing/2014/main" id="{02D23430-18A3-ECFB-B057-C237D0EC554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Rectangle: Rounded Corners 99">
                  <a:extLst>
                    <a:ext uri="{FF2B5EF4-FFF2-40B4-BE49-F238E27FC236}">
                      <a16:creationId xmlns:a16="http://schemas.microsoft.com/office/drawing/2014/main" id="{C485537B-D975-73F6-11DE-910C1F5EEC4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Rectangle: Rounded Corners 100">
                  <a:extLst>
                    <a:ext uri="{FF2B5EF4-FFF2-40B4-BE49-F238E27FC236}">
                      <a16:creationId xmlns:a16="http://schemas.microsoft.com/office/drawing/2014/main" id="{F3E07EDA-FD97-D21A-22F4-AB820944ED9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Rectangle: Rounded Corners 101">
                  <a:extLst>
                    <a:ext uri="{FF2B5EF4-FFF2-40B4-BE49-F238E27FC236}">
                      <a16:creationId xmlns:a16="http://schemas.microsoft.com/office/drawing/2014/main" id="{9CCAE7B2-B43F-F491-3A73-B81E955BC97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Rectangle: Rounded Corners 102">
                  <a:extLst>
                    <a:ext uri="{FF2B5EF4-FFF2-40B4-BE49-F238E27FC236}">
                      <a16:creationId xmlns:a16="http://schemas.microsoft.com/office/drawing/2014/main" id="{52E2F6E2-1C9A-A691-8D28-C892FFFD426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Rectangle: Rounded Corners 103">
                  <a:extLst>
                    <a:ext uri="{FF2B5EF4-FFF2-40B4-BE49-F238E27FC236}">
                      <a16:creationId xmlns:a16="http://schemas.microsoft.com/office/drawing/2014/main" id="{2A93796A-8FDF-E941-7B8D-56B744E05C6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Rectangle: Rounded Corners 104">
                  <a:extLst>
                    <a:ext uri="{FF2B5EF4-FFF2-40B4-BE49-F238E27FC236}">
                      <a16:creationId xmlns:a16="http://schemas.microsoft.com/office/drawing/2014/main" id="{18BE23B4-218A-DA3F-41C0-D376CC73C89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6ECA2C07-A45B-E578-78B5-D9731496B6DD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EC8EF5D9-165D-ECD2-74B8-C52A47263ED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B0DA3B22-3F3F-2E51-DCE3-E27EA6A5E87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6" name="Rectangle: Rounded Corners 125">
                  <a:extLst>
                    <a:ext uri="{FF2B5EF4-FFF2-40B4-BE49-F238E27FC236}">
                      <a16:creationId xmlns:a16="http://schemas.microsoft.com/office/drawing/2014/main" id="{964DF8DB-B879-381A-F5E5-CCDCA2EED31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Rectangle: Rounded Corners 126">
                  <a:extLst>
                    <a:ext uri="{FF2B5EF4-FFF2-40B4-BE49-F238E27FC236}">
                      <a16:creationId xmlns:a16="http://schemas.microsoft.com/office/drawing/2014/main" id="{3206DCE0-094E-AD6C-74C0-6CD7F059186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Rectangle: Rounded Corners 127">
                  <a:extLst>
                    <a:ext uri="{FF2B5EF4-FFF2-40B4-BE49-F238E27FC236}">
                      <a16:creationId xmlns:a16="http://schemas.microsoft.com/office/drawing/2014/main" id="{72365EC0-2F35-A181-E61D-0AE21F30940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Rectangle: Rounded Corners 128">
                  <a:extLst>
                    <a:ext uri="{FF2B5EF4-FFF2-40B4-BE49-F238E27FC236}">
                      <a16:creationId xmlns:a16="http://schemas.microsoft.com/office/drawing/2014/main" id="{57191A70-99EA-B38B-759B-E1B01405152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Rectangle: Rounded Corners 129">
                  <a:extLst>
                    <a:ext uri="{FF2B5EF4-FFF2-40B4-BE49-F238E27FC236}">
                      <a16:creationId xmlns:a16="http://schemas.microsoft.com/office/drawing/2014/main" id="{F0B667FB-5050-10B8-21DD-6DFE145F2B8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" name="Rectangle: Rounded Corners 130">
                  <a:extLst>
                    <a:ext uri="{FF2B5EF4-FFF2-40B4-BE49-F238E27FC236}">
                      <a16:creationId xmlns:a16="http://schemas.microsoft.com/office/drawing/2014/main" id="{85A83A0E-7DF0-BA28-69CF-DB7F8A44038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" name="Rectangle: Rounded Corners 131">
                  <a:extLst>
                    <a:ext uri="{FF2B5EF4-FFF2-40B4-BE49-F238E27FC236}">
                      <a16:creationId xmlns:a16="http://schemas.microsoft.com/office/drawing/2014/main" id="{CF8210B1-1293-EF40-4526-1433B0BA1C8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" name="Rectangle: Rounded Corners 132">
                  <a:extLst>
                    <a:ext uri="{FF2B5EF4-FFF2-40B4-BE49-F238E27FC236}">
                      <a16:creationId xmlns:a16="http://schemas.microsoft.com/office/drawing/2014/main" id="{D11262DA-9D19-B72F-4BFE-E6DAD816117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6AEAB4D1-FFB1-704F-0032-BF70089C649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8" name="Rectangle: Rounded Corners 117">
                  <a:extLst>
                    <a:ext uri="{FF2B5EF4-FFF2-40B4-BE49-F238E27FC236}">
                      <a16:creationId xmlns:a16="http://schemas.microsoft.com/office/drawing/2014/main" id="{EC1674DD-E3FF-D52E-EFA1-588A046E2C4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Rectangle: Rounded Corners 118">
                  <a:extLst>
                    <a:ext uri="{FF2B5EF4-FFF2-40B4-BE49-F238E27FC236}">
                      <a16:creationId xmlns:a16="http://schemas.microsoft.com/office/drawing/2014/main" id="{77706EF0-971F-DA44-6771-65DA78E0EF7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Rectangle: Rounded Corners 119">
                  <a:extLst>
                    <a:ext uri="{FF2B5EF4-FFF2-40B4-BE49-F238E27FC236}">
                      <a16:creationId xmlns:a16="http://schemas.microsoft.com/office/drawing/2014/main" id="{678725AB-2E72-8DFF-CA5F-B64FE1C558F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Rectangle: Rounded Corners 120">
                  <a:extLst>
                    <a:ext uri="{FF2B5EF4-FFF2-40B4-BE49-F238E27FC236}">
                      <a16:creationId xmlns:a16="http://schemas.microsoft.com/office/drawing/2014/main" id="{0F896366-186A-387B-A5A7-DE19CCDA1D9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: Rounded Corners 121">
                  <a:extLst>
                    <a:ext uri="{FF2B5EF4-FFF2-40B4-BE49-F238E27FC236}">
                      <a16:creationId xmlns:a16="http://schemas.microsoft.com/office/drawing/2014/main" id="{A4DDEF13-1BA6-2917-A171-105AFBFD481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Rectangle: Rounded Corners 122">
                  <a:extLst>
                    <a:ext uri="{FF2B5EF4-FFF2-40B4-BE49-F238E27FC236}">
                      <a16:creationId xmlns:a16="http://schemas.microsoft.com/office/drawing/2014/main" id="{91AB26E6-104E-4805-6CCF-9506150817B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Rectangle: Rounded Corners 123">
                  <a:extLst>
                    <a:ext uri="{FF2B5EF4-FFF2-40B4-BE49-F238E27FC236}">
                      <a16:creationId xmlns:a16="http://schemas.microsoft.com/office/drawing/2014/main" id="{C2FB7866-E20A-D392-EFB0-94EB38200DE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Rectangle: Rounded Corners 124">
                  <a:extLst>
                    <a:ext uri="{FF2B5EF4-FFF2-40B4-BE49-F238E27FC236}">
                      <a16:creationId xmlns:a16="http://schemas.microsoft.com/office/drawing/2014/main" id="{B5D62FBA-3A1E-AE55-A6FF-A5F99F50D52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9DEC3F41-03DF-89E5-B09D-B4DE846B16B6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35" name="Rectangle: Rounded Corners 134">
                <a:extLst>
                  <a:ext uri="{FF2B5EF4-FFF2-40B4-BE49-F238E27FC236}">
                    <a16:creationId xmlns:a16="http://schemas.microsoft.com/office/drawing/2014/main" id="{1CF72998-D848-4BB8-FA72-548E018963C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2FCDDA99-FD59-4679-D38E-218F8DD8BFDD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6" name="Rectangle: Rounded Corners 145">
                  <a:extLst>
                    <a:ext uri="{FF2B5EF4-FFF2-40B4-BE49-F238E27FC236}">
                      <a16:creationId xmlns:a16="http://schemas.microsoft.com/office/drawing/2014/main" id="{A1A4B822-CC13-81C9-8BBE-37141636ECD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Rectangle: Rounded Corners 146">
                  <a:extLst>
                    <a:ext uri="{FF2B5EF4-FFF2-40B4-BE49-F238E27FC236}">
                      <a16:creationId xmlns:a16="http://schemas.microsoft.com/office/drawing/2014/main" id="{E4F0DB91-0FE7-B58D-2ED1-2F1EE01EAAB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Rectangle: Rounded Corners 147">
                  <a:extLst>
                    <a:ext uri="{FF2B5EF4-FFF2-40B4-BE49-F238E27FC236}">
                      <a16:creationId xmlns:a16="http://schemas.microsoft.com/office/drawing/2014/main" id="{18D69230-A3AE-5572-CDA0-8AE6745B3E1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Rectangle: Rounded Corners 148">
                  <a:extLst>
                    <a:ext uri="{FF2B5EF4-FFF2-40B4-BE49-F238E27FC236}">
                      <a16:creationId xmlns:a16="http://schemas.microsoft.com/office/drawing/2014/main" id="{271C7C03-9A51-D885-A63B-F09669F1FE0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Rectangle: Rounded Corners 149">
                  <a:extLst>
                    <a:ext uri="{FF2B5EF4-FFF2-40B4-BE49-F238E27FC236}">
                      <a16:creationId xmlns:a16="http://schemas.microsoft.com/office/drawing/2014/main" id="{EF0F3E2A-08D6-A6C2-6C35-C77756E34DC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" name="Rectangle: Rounded Corners 150">
                  <a:extLst>
                    <a:ext uri="{FF2B5EF4-FFF2-40B4-BE49-F238E27FC236}">
                      <a16:creationId xmlns:a16="http://schemas.microsoft.com/office/drawing/2014/main" id="{3EEB4DCB-3E26-7894-8D86-F146564CF30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" name="Rectangle: Rounded Corners 151">
                  <a:extLst>
                    <a:ext uri="{FF2B5EF4-FFF2-40B4-BE49-F238E27FC236}">
                      <a16:creationId xmlns:a16="http://schemas.microsoft.com/office/drawing/2014/main" id="{B13B03F6-5F67-CD6D-95A0-1942A504BE0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" name="Rectangle: Rounded Corners 152">
                  <a:extLst>
                    <a:ext uri="{FF2B5EF4-FFF2-40B4-BE49-F238E27FC236}">
                      <a16:creationId xmlns:a16="http://schemas.microsoft.com/office/drawing/2014/main" id="{E299442D-534C-F53C-A2C9-155FCDE0828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8975C430-9E4D-E2DA-A9D9-7F5E896012D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8" name="Rectangle: Rounded Corners 137">
                  <a:extLst>
                    <a:ext uri="{FF2B5EF4-FFF2-40B4-BE49-F238E27FC236}">
                      <a16:creationId xmlns:a16="http://schemas.microsoft.com/office/drawing/2014/main" id="{296B3E9A-8F1F-44B8-900C-55F665469ED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" name="Rectangle: Rounded Corners 138">
                  <a:extLst>
                    <a:ext uri="{FF2B5EF4-FFF2-40B4-BE49-F238E27FC236}">
                      <a16:creationId xmlns:a16="http://schemas.microsoft.com/office/drawing/2014/main" id="{51A1660B-0C36-3788-0D90-71D02E01582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Rectangle: Rounded Corners 139">
                  <a:extLst>
                    <a:ext uri="{FF2B5EF4-FFF2-40B4-BE49-F238E27FC236}">
                      <a16:creationId xmlns:a16="http://schemas.microsoft.com/office/drawing/2014/main" id="{1B259B79-021D-D4DA-1377-F91F112CE32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" name="Rectangle: Rounded Corners 140">
                  <a:extLst>
                    <a:ext uri="{FF2B5EF4-FFF2-40B4-BE49-F238E27FC236}">
                      <a16:creationId xmlns:a16="http://schemas.microsoft.com/office/drawing/2014/main" id="{E9F01D1E-3CB9-61D7-6AEC-B098C19AC79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" name="Rectangle: Rounded Corners 141">
                  <a:extLst>
                    <a:ext uri="{FF2B5EF4-FFF2-40B4-BE49-F238E27FC236}">
                      <a16:creationId xmlns:a16="http://schemas.microsoft.com/office/drawing/2014/main" id="{2A7A2B25-9BCB-A930-DA67-CF60A906E9C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" name="Rectangle: Rounded Corners 142">
                  <a:extLst>
                    <a:ext uri="{FF2B5EF4-FFF2-40B4-BE49-F238E27FC236}">
                      <a16:creationId xmlns:a16="http://schemas.microsoft.com/office/drawing/2014/main" id="{D835A516-318F-4EF8-4E72-1E1F48CA2D8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Rectangle: Rounded Corners 143">
                  <a:extLst>
                    <a:ext uri="{FF2B5EF4-FFF2-40B4-BE49-F238E27FC236}">
                      <a16:creationId xmlns:a16="http://schemas.microsoft.com/office/drawing/2014/main" id="{E3368B63-7591-948D-54A5-E6937895A9F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Rectangle: Rounded Corners 144">
                  <a:extLst>
                    <a:ext uri="{FF2B5EF4-FFF2-40B4-BE49-F238E27FC236}">
                      <a16:creationId xmlns:a16="http://schemas.microsoft.com/office/drawing/2014/main" id="{BF62F248-9B86-2959-3543-3ECC07C6475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3C242754-85AD-D81F-9E31-A01586E029F0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55" name="Rectangle: Rounded Corners 154">
                <a:extLst>
                  <a:ext uri="{FF2B5EF4-FFF2-40B4-BE49-F238E27FC236}">
                    <a16:creationId xmlns:a16="http://schemas.microsoft.com/office/drawing/2014/main" id="{82464D00-4D7B-8200-BA2A-4D4220EF074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9285C331-AF2B-E88A-340C-BFF094CC838D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6" name="Rectangle: Rounded Corners 165">
                  <a:extLst>
                    <a:ext uri="{FF2B5EF4-FFF2-40B4-BE49-F238E27FC236}">
                      <a16:creationId xmlns:a16="http://schemas.microsoft.com/office/drawing/2014/main" id="{5D4CA223-3C8D-6663-0812-3A85A997714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" name="Rectangle: Rounded Corners 166">
                  <a:extLst>
                    <a:ext uri="{FF2B5EF4-FFF2-40B4-BE49-F238E27FC236}">
                      <a16:creationId xmlns:a16="http://schemas.microsoft.com/office/drawing/2014/main" id="{1E44740F-C594-B0C1-F498-7F1FCA8667B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" name="Rectangle: Rounded Corners 167">
                  <a:extLst>
                    <a:ext uri="{FF2B5EF4-FFF2-40B4-BE49-F238E27FC236}">
                      <a16:creationId xmlns:a16="http://schemas.microsoft.com/office/drawing/2014/main" id="{96961031-D78F-FC8C-2F41-207DCBE0CB2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" name="Rectangle: Rounded Corners 168">
                  <a:extLst>
                    <a:ext uri="{FF2B5EF4-FFF2-40B4-BE49-F238E27FC236}">
                      <a16:creationId xmlns:a16="http://schemas.microsoft.com/office/drawing/2014/main" id="{827020F6-84FF-CE80-3D20-6D810C8CBDB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" name="Rectangle: Rounded Corners 169">
                  <a:extLst>
                    <a:ext uri="{FF2B5EF4-FFF2-40B4-BE49-F238E27FC236}">
                      <a16:creationId xmlns:a16="http://schemas.microsoft.com/office/drawing/2014/main" id="{01361388-24C8-F147-F1B9-44C065BBDBB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Rectangle: Rounded Corners 170">
                  <a:extLst>
                    <a:ext uri="{FF2B5EF4-FFF2-40B4-BE49-F238E27FC236}">
                      <a16:creationId xmlns:a16="http://schemas.microsoft.com/office/drawing/2014/main" id="{6276823B-AAA8-F033-D572-784C2E56BC8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Rectangle: Rounded Corners 171">
                  <a:extLst>
                    <a:ext uri="{FF2B5EF4-FFF2-40B4-BE49-F238E27FC236}">
                      <a16:creationId xmlns:a16="http://schemas.microsoft.com/office/drawing/2014/main" id="{05F2C08B-090A-C105-5C21-50B078EC245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Rectangle: Rounded Corners 172">
                  <a:extLst>
                    <a:ext uri="{FF2B5EF4-FFF2-40B4-BE49-F238E27FC236}">
                      <a16:creationId xmlns:a16="http://schemas.microsoft.com/office/drawing/2014/main" id="{697A1A38-D220-D451-E145-C890291D83B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B601A7AB-DDF4-DC57-380F-A41D69BCE49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8" name="Rectangle: Rounded Corners 157">
                  <a:extLst>
                    <a:ext uri="{FF2B5EF4-FFF2-40B4-BE49-F238E27FC236}">
                      <a16:creationId xmlns:a16="http://schemas.microsoft.com/office/drawing/2014/main" id="{6E9C4037-7E37-C529-1865-9B64C31C95A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" name="Rectangle: Rounded Corners 158">
                  <a:extLst>
                    <a:ext uri="{FF2B5EF4-FFF2-40B4-BE49-F238E27FC236}">
                      <a16:creationId xmlns:a16="http://schemas.microsoft.com/office/drawing/2014/main" id="{9C74DC05-4F5F-B13B-5DA2-E8BE9D2A146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" name="Rectangle: Rounded Corners 159">
                  <a:extLst>
                    <a:ext uri="{FF2B5EF4-FFF2-40B4-BE49-F238E27FC236}">
                      <a16:creationId xmlns:a16="http://schemas.microsoft.com/office/drawing/2014/main" id="{A15EA6D8-1861-7FCF-4D78-514C4070438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" name="Rectangle: Rounded Corners 160">
                  <a:extLst>
                    <a:ext uri="{FF2B5EF4-FFF2-40B4-BE49-F238E27FC236}">
                      <a16:creationId xmlns:a16="http://schemas.microsoft.com/office/drawing/2014/main" id="{0E430FD1-6D1A-5585-B03D-79131AAAAFF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" name="Rectangle: Rounded Corners 161">
                  <a:extLst>
                    <a:ext uri="{FF2B5EF4-FFF2-40B4-BE49-F238E27FC236}">
                      <a16:creationId xmlns:a16="http://schemas.microsoft.com/office/drawing/2014/main" id="{A1EEC314-AFDB-AF29-1592-34A798807A0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" name="Rectangle: Rounded Corners 162">
                  <a:extLst>
                    <a:ext uri="{FF2B5EF4-FFF2-40B4-BE49-F238E27FC236}">
                      <a16:creationId xmlns:a16="http://schemas.microsoft.com/office/drawing/2014/main" id="{E3FD6AC6-5781-DA94-FB02-AA3B35EE0D0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" name="Rectangle: Rounded Corners 163">
                  <a:extLst>
                    <a:ext uri="{FF2B5EF4-FFF2-40B4-BE49-F238E27FC236}">
                      <a16:creationId xmlns:a16="http://schemas.microsoft.com/office/drawing/2014/main" id="{FA73A7E7-39D2-BA92-CCBA-F25A254A6C3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" name="Rectangle: Rounded Corners 164">
                  <a:extLst>
                    <a:ext uri="{FF2B5EF4-FFF2-40B4-BE49-F238E27FC236}">
                      <a16:creationId xmlns:a16="http://schemas.microsoft.com/office/drawing/2014/main" id="{C9107EB5-68C6-15A0-0F2D-A25D07F3BE3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5A5CD41D-9FE6-1E64-0993-2FF755625A77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75" name="Rectangle: Rounded Corners 174">
                <a:extLst>
                  <a:ext uri="{FF2B5EF4-FFF2-40B4-BE49-F238E27FC236}">
                    <a16:creationId xmlns:a16="http://schemas.microsoft.com/office/drawing/2014/main" id="{D0F28091-9FE9-DEED-15DA-608312E6C3D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3D83E0D0-AB1A-5E6F-8A93-EA55CE7CAE10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6" name="Rectangle: Rounded Corners 185">
                  <a:extLst>
                    <a:ext uri="{FF2B5EF4-FFF2-40B4-BE49-F238E27FC236}">
                      <a16:creationId xmlns:a16="http://schemas.microsoft.com/office/drawing/2014/main" id="{2276D3B7-37CB-549B-2654-4965842F567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" name="Rectangle: Rounded Corners 186">
                  <a:extLst>
                    <a:ext uri="{FF2B5EF4-FFF2-40B4-BE49-F238E27FC236}">
                      <a16:creationId xmlns:a16="http://schemas.microsoft.com/office/drawing/2014/main" id="{0E1F98A9-164B-EE36-DF3C-8022473915F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" name="Rectangle: Rounded Corners 187">
                  <a:extLst>
                    <a:ext uri="{FF2B5EF4-FFF2-40B4-BE49-F238E27FC236}">
                      <a16:creationId xmlns:a16="http://schemas.microsoft.com/office/drawing/2014/main" id="{54CBADB2-68AA-3BF2-CBAE-AF2D4B4A6F3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" name="Rectangle: Rounded Corners 188">
                  <a:extLst>
                    <a:ext uri="{FF2B5EF4-FFF2-40B4-BE49-F238E27FC236}">
                      <a16:creationId xmlns:a16="http://schemas.microsoft.com/office/drawing/2014/main" id="{F1FC7433-3189-BA0B-21BF-CB45A1D0F60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" name="Rectangle: Rounded Corners 189">
                  <a:extLst>
                    <a:ext uri="{FF2B5EF4-FFF2-40B4-BE49-F238E27FC236}">
                      <a16:creationId xmlns:a16="http://schemas.microsoft.com/office/drawing/2014/main" id="{27448B37-7CC5-2C5E-1652-680673A89B1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" name="Rectangle: Rounded Corners 190">
                  <a:extLst>
                    <a:ext uri="{FF2B5EF4-FFF2-40B4-BE49-F238E27FC236}">
                      <a16:creationId xmlns:a16="http://schemas.microsoft.com/office/drawing/2014/main" id="{A17200CB-85B5-DC05-1FA3-C3FA9AAE6C4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" name="Rectangle: Rounded Corners 191">
                  <a:extLst>
                    <a:ext uri="{FF2B5EF4-FFF2-40B4-BE49-F238E27FC236}">
                      <a16:creationId xmlns:a16="http://schemas.microsoft.com/office/drawing/2014/main" id="{0B23A8DA-62B2-EB28-9691-0D26038A5F7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" name="Rectangle: Rounded Corners 192">
                  <a:extLst>
                    <a:ext uri="{FF2B5EF4-FFF2-40B4-BE49-F238E27FC236}">
                      <a16:creationId xmlns:a16="http://schemas.microsoft.com/office/drawing/2014/main" id="{1D4EC442-167B-B487-630A-E9F42EC4414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E9220B2B-CFAE-3F57-C1CB-A84F4BB0805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8" name="Rectangle: Rounded Corners 177">
                  <a:extLst>
                    <a:ext uri="{FF2B5EF4-FFF2-40B4-BE49-F238E27FC236}">
                      <a16:creationId xmlns:a16="http://schemas.microsoft.com/office/drawing/2014/main" id="{4EA76520-34EE-F25F-8EF9-532141B7458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Rectangle: Rounded Corners 178">
                  <a:extLst>
                    <a:ext uri="{FF2B5EF4-FFF2-40B4-BE49-F238E27FC236}">
                      <a16:creationId xmlns:a16="http://schemas.microsoft.com/office/drawing/2014/main" id="{9E0E2C7F-87DE-90FD-9756-5DB6EE9CB59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" name="Rectangle: Rounded Corners 179">
                  <a:extLst>
                    <a:ext uri="{FF2B5EF4-FFF2-40B4-BE49-F238E27FC236}">
                      <a16:creationId xmlns:a16="http://schemas.microsoft.com/office/drawing/2014/main" id="{DCE45A8E-7686-7994-E52D-BDC14C59BEB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" name="Rectangle: Rounded Corners 180">
                  <a:extLst>
                    <a:ext uri="{FF2B5EF4-FFF2-40B4-BE49-F238E27FC236}">
                      <a16:creationId xmlns:a16="http://schemas.microsoft.com/office/drawing/2014/main" id="{53ACFE95-750A-16E3-1A7D-467C1197C97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" name="Rectangle: Rounded Corners 181">
                  <a:extLst>
                    <a:ext uri="{FF2B5EF4-FFF2-40B4-BE49-F238E27FC236}">
                      <a16:creationId xmlns:a16="http://schemas.microsoft.com/office/drawing/2014/main" id="{7B626EC2-31D4-0EB1-FDF4-D565B5485D7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" name="Rectangle: Rounded Corners 182">
                  <a:extLst>
                    <a:ext uri="{FF2B5EF4-FFF2-40B4-BE49-F238E27FC236}">
                      <a16:creationId xmlns:a16="http://schemas.microsoft.com/office/drawing/2014/main" id="{89D24A7E-8698-76F3-8A27-B4364FB2842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" name="Rectangle: Rounded Corners 183">
                  <a:extLst>
                    <a:ext uri="{FF2B5EF4-FFF2-40B4-BE49-F238E27FC236}">
                      <a16:creationId xmlns:a16="http://schemas.microsoft.com/office/drawing/2014/main" id="{D2045898-D380-8421-CF9E-A709486F5D2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" name="Rectangle: Rounded Corners 184">
                  <a:extLst>
                    <a:ext uri="{FF2B5EF4-FFF2-40B4-BE49-F238E27FC236}">
                      <a16:creationId xmlns:a16="http://schemas.microsoft.com/office/drawing/2014/main" id="{52278DC7-B2A8-F839-99CC-D2D031D451D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8C5C73F4-B8AE-3655-1703-0637ABE2AF0F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95" name="Rectangle: Rounded Corners 194">
                <a:extLst>
                  <a:ext uri="{FF2B5EF4-FFF2-40B4-BE49-F238E27FC236}">
                    <a16:creationId xmlns:a16="http://schemas.microsoft.com/office/drawing/2014/main" id="{6D034752-A103-C183-4235-E626A9F7E5B2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B3C048E-FC68-B662-B7F1-5BC3F545B0CB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6" name="Rectangle: Rounded Corners 205">
                  <a:extLst>
                    <a:ext uri="{FF2B5EF4-FFF2-40B4-BE49-F238E27FC236}">
                      <a16:creationId xmlns:a16="http://schemas.microsoft.com/office/drawing/2014/main" id="{D61EF836-7BFF-10FC-6367-FC6CF3B4885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" name="Rectangle: Rounded Corners 206">
                  <a:extLst>
                    <a:ext uri="{FF2B5EF4-FFF2-40B4-BE49-F238E27FC236}">
                      <a16:creationId xmlns:a16="http://schemas.microsoft.com/office/drawing/2014/main" id="{C141F50F-258F-71E0-BFFF-4285689E274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" name="Rectangle: Rounded Corners 207">
                  <a:extLst>
                    <a:ext uri="{FF2B5EF4-FFF2-40B4-BE49-F238E27FC236}">
                      <a16:creationId xmlns:a16="http://schemas.microsoft.com/office/drawing/2014/main" id="{30CF7CF3-5E32-767E-A802-A5AFE023957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" name="Rectangle: Rounded Corners 208">
                  <a:extLst>
                    <a:ext uri="{FF2B5EF4-FFF2-40B4-BE49-F238E27FC236}">
                      <a16:creationId xmlns:a16="http://schemas.microsoft.com/office/drawing/2014/main" id="{81DAA97B-B017-952B-3B73-641C345FEDD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" name="Rectangle: Rounded Corners 209">
                  <a:extLst>
                    <a:ext uri="{FF2B5EF4-FFF2-40B4-BE49-F238E27FC236}">
                      <a16:creationId xmlns:a16="http://schemas.microsoft.com/office/drawing/2014/main" id="{A4276705-FE31-0E97-5023-ABA03A6D5B7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" name="Rectangle: Rounded Corners 210">
                  <a:extLst>
                    <a:ext uri="{FF2B5EF4-FFF2-40B4-BE49-F238E27FC236}">
                      <a16:creationId xmlns:a16="http://schemas.microsoft.com/office/drawing/2014/main" id="{EE3B729E-9FBF-26FA-C56D-DA2F226E43F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" name="Rectangle: Rounded Corners 211">
                  <a:extLst>
                    <a:ext uri="{FF2B5EF4-FFF2-40B4-BE49-F238E27FC236}">
                      <a16:creationId xmlns:a16="http://schemas.microsoft.com/office/drawing/2014/main" id="{14368107-B149-923E-38DD-3C1E6E581BC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" name="Rectangle: Rounded Corners 212">
                  <a:extLst>
                    <a:ext uri="{FF2B5EF4-FFF2-40B4-BE49-F238E27FC236}">
                      <a16:creationId xmlns:a16="http://schemas.microsoft.com/office/drawing/2014/main" id="{DDB21BB1-D9AA-D397-5D5A-619DAD3ABFE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860CF7EC-A1A2-BDFA-4ED1-26A0E553449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8" name="Rectangle: Rounded Corners 197">
                  <a:extLst>
                    <a:ext uri="{FF2B5EF4-FFF2-40B4-BE49-F238E27FC236}">
                      <a16:creationId xmlns:a16="http://schemas.microsoft.com/office/drawing/2014/main" id="{A50DA0F4-2C0A-234F-CD85-A26BB28CEFD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" name="Rectangle: Rounded Corners 198">
                  <a:extLst>
                    <a:ext uri="{FF2B5EF4-FFF2-40B4-BE49-F238E27FC236}">
                      <a16:creationId xmlns:a16="http://schemas.microsoft.com/office/drawing/2014/main" id="{F81C093F-5C41-5EC4-E0B8-9265B97567D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" name="Rectangle: Rounded Corners 199">
                  <a:extLst>
                    <a:ext uri="{FF2B5EF4-FFF2-40B4-BE49-F238E27FC236}">
                      <a16:creationId xmlns:a16="http://schemas.microsoft.com/office/drawing/2014/main" id="{EB21C704-BF78-4969-964E-0D7758298A9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" name="Rectangle: Rounded Corners 200">
                  <a:extLst>
                    <a:ext uri="{FF2B5EF4-FFF2-40B4-BE49-F238E27FC236}">
                      <a16:creationId xmlns:a16="http://schemas.microsoft.com/office/drawing/2014/main" id="{DE47B240-6B9F-B4FB-0999-364A474ABE2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" name="Rectangle: Rounded Corners 201">
                  <a:extLst>
                    <a:ext uri="{FF2B5EF4-FFF2-40B4-BE49-F238E27FC236}">
                      <a16:creationId xmlns:a16="http://schemas.microsoft.com/office/drawing/2014/main" id="{AB359DD0-E98D-010B-76AB-058B0ADB1FB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" name="Rectangle: Rounded Corners 202">
                  <a:extLst>
                    <a:ext uri="{FF2B5EF4-FFF2-40B4-BE49-F238E27FC236}">
                      <a16:creationId xmlns:a16="http://schemas.microsoft.com/office/drawing/2014/main" id="{8AB1FE17-3BA4-063F-B70B-DD88E5D01AF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" name="Rectangle: Rounded Corners 203">
                  <a:extLst>
                    <a:ext uri="{FF2B5EF4-FFF2-40B4-BE49-F238E27FC236}">
                      <a16:creationId xmlns:a16="http://schemas.microsoft.com/office/drawing/2014/main" id="{A14BBD42-B644-7FBD-D11A-7D0C35AD9D7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" name="Rectangle: Rounded Corners 204">
                  <a:extLst>
                    <a:ext uri="{FF2B5EF4-FFF2-40B4-BE49-F238E27FC236}">
                      <a16:creationId xmlns:a16="http://schemas.microsoft.com/office/drawing/2014/main" id="{8E4E798E-7B3C-DF8F-58A9-5B1A26B88C5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BAC904E7-B17E-9E6F-FD70-85F22A8CAB2E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215" name="Rectangle: Rounded Corners 214">
                <a:extLst>
                  <a:ext uri="{FF2B5EF4-FFF2-40B4-BE49-F238E27FC236}">
                    <a16:creationId xmlns:a16="http://schemas.microsoft.com/office/drawing/2014/main" id="{C374342C-3C22-EE35-F572-A087B2C943C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7C0A5717-7950-F622-3D44-8FE70D27B81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26" name="Rectangle: Rounded Corners 225">
                  <a:extLst>
                    <a:ext uri="{FF2B5EF4-FFF2-40B4-BE49-F238E27FC236}">
                      <a16:creationId xmlns:a16="http://schemas.microsoft.com/office/drawing/2014/main" id="{7EA801B7-890C-0C7A-D797-BB583A67107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7" name="Rectangle: Rounded Corners 226">
                  <a:extLst>
                    <a:ext uri="{FF2B5EF4-FFF2-40B4-BE49-F238E27FC236}">
                      <a16:creationId xmlns:a16="http://schemas.microsoft.com/office/drawing/2014/main" id="{217FF31C-2E31-4FF9-7CC7-DC1A9EDA09A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" name="Rectangle: Rounded Corners 227">
                  <a:extLst>
                    <a:ext uri="{FF2B5EF4-FFF2-40B4-BE49-F238E27FC236}">
                      <a16:creationId xmlns:a16="http://schemas.microsoft.com/office/drawing/2014/main" id="{D4445FAA-E056-2029-99DB-08FFFC94A8F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9" name="Rectangle: Rounded Corners 228">
                  <a:extLst>
                    <a:ext uri="{FF2B5EF4-FFF2-40B4-BE49-F238E27FC236}">
                      <a16:creationId xmlns:a16="http://schemas.microsoft.com/office/drawing/2014/main" id="{790158B2-7256-FAF4-242C-0012987126C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0" name="Rectangle: Rounded Corners 229">
                  <a:extLst>
                    <a:ext uri="{FF2B5EF4-FFF2-40B4-BE49-F238E27FC236}">
                      <a16:creationId xmlns:a16="http://schemas.microsoft.com/office/drawing/2014/main" id="{A58F58EA-350B-B39C-1697-EEF5E750477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1" name="Rectangle: Rounded Corners 230">
                  <a:extLst>
                    <a:ext uri="{FF2B5EF4-FFF2-40B4-BE49-F238E27FC236}">
                      <a16:creationId xmlns:a16="http://schemas.microsoft.com/office/drawing/2014/main" id="{D93DBD8C-CB67-573C-2BA3-2BF55A93EBB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2" name="Rectangle: Rounded Corners 231">
                  <a:extLst>
                    <a:ext uri="{FF2B5EF4-FFF2-40B4-BE49-F238E27FC236}">
                      <a16:creationId xmlns:a16="http://schemas.microsoft.com/office/drawing/2014/main" id="{41578EE0-CACD-058A-A897-5CB3391E25D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3" name="Rectangle: Rounded Corners 232">
                  <a:extLst>
                    <a:ext uri="{FF2B5EF4-FFF2-40B4-BE49-F238E27FC236}">
                      <a16:creationId xmlns:a16="http://schemas.microsoft.com/office/drawing/2014/main" id="{8AA8682E-188E-4027-62E3-337F9D3415C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id="{260F7E46-FAD5-B5DC-20CB-B4C3D4F9B0E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8" name="Rectangle: Rounded Corners 217">
                  <a:extLst>
                    <a:ext uri="{FF2B5EF4-FFF2-40B4-BE49-F238E27FC236}">
                      <a16:creationId xmlns:a16="http://schemas.microsoft.com/office/drawing/2014/main" id="{B9D7BE88-2D17-5C0E-558F-4EAD60D4925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" name="Rectangle: Rounded Corners 218">
                  <a:extLst>
                    <a:ext uri="{FF2B5EF4-FFF2-40B4-BE49-F238E27FC236}">
                      <a16:creationId xmlns:a16="http://schemas.microsoft.com/office/drawing/2014/main" id="{DD8DD0BD-442B-C8FF-B6D3-5046BD6B1D5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" name="Rectangle: Rounded Corners 219">
                  <a:extLst>
                    <a:ext uri="{FF2B5EF4-FFF2-40B4-BE49-F238E27FC236}">
                      <a16:creationId xmlns:a16="http://schemas.microsoft.com/office/drawing/2014/main" id="{E737C8DE-B993-EB5A-139A-65E31BA6778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" name="Rectangle: Rounded Corners 220">
                  <a:extLst>
                    <a:ext uri="{FF2B5EF4-FFF2-40B4-BE49-F238E27FC236}">
                      <a16:creationId xmlns:a16="http://schemas.microsoft.com/office/drawing/2014/main" id="{A185BF02-25E1-2C34-EEA2-ABFB95DC9D3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" name="Rectangle: Rounded Corners 221">
                  <a:extLst>
                    <a:ext uri="{FF2B5EF4-FFF2-40B4-BE49-F238E27FC236}">
                      <a16:creationId xmlns:a16="http://schemas.microsoft.com/office/drawing/2014/main" id="{B1720F74-4565-A85B-1952-3140F019EFC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" name="Rectangle: Rounded Corners 222">
                  <a:extLst>
                    <a:ext uri="{FF2B5EF4-FFF2-40B4-BE49-F238E27FC236}">
                      <a16:creationId xmlns:a16="http://schemas.microsoft.com/office/drawing/2014/main" id="{96662183-FF93-27E0-0839-796E2BD1F50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4" name="Rectangle: Rounded Corners 223">
                  <a:extLst>
                    <a:ext uri="{FF2B5EF4-FFF2-40B4-BE49-F238E27FC236}">
                      <a16:creationId xmlns:a16="http://schemas.microsoft.com/office/drawing/2014/main" id="{D6DBA16C-2AA4-86AC-2CF1-DBC2A07E870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" name="Rectangle: Rounded Corners 224">
                  <a:extLst>
                    <a:ext uri="{FF2B5EF4-FFF2-40B4-BE49-F238E27FC236}">
                      <a16:creationId xmlns:a16="http://schemas.microsoft.com/office/drawing/2014/main" id="{9A0D7BC0-69BA-F0D1-2821-1B726084332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0641C40B-4F93-4260-E71C-3B6D23B688C4}"/>
              </a:ext>
            </a:extLst>
          </p:cNvPr>
          <p:cNvGrpSpPr/>
          <p:nvPr/>
        </p:nvGrpSpPr>
        <p:grpSpPr>
          <a:xfrm>
            <a:off x="1064382" y="2609850"/>
            <a:ext cx="3842090" cy="2699711"/>
            <a:chOff x="2336612" y="3429000"/>
            <a:chExt cx="3253723" cy="2286285"/>
          </a:xfrm>
        </p:grpSpPr>
        <p:sp>
          <p:nvSpPr>
            <p:cNvPr id="237" name="Rectangle: Rounded Corners 236">
              <a:extLst>
                <a:ext uri="{FF2B5EF4-FFF2-40B4-BE49-F238E27FC236}">
                  <a16:creationId xmlns:a16="http://schemas.microsoft.com/office/drawing/2014/main" id="{5C403F2B-D463-A5AC-BBF6-F142ECB599BC}"/>
                </a:ext>
              </a:extLst>
            </p:cNvPr>
            <p:cNvSpPr/>
            <p:nvPr/>
          </p:nvSpPr>
          <p:spPr>
            <a:xfrm>
              <a:off x="2342962" y="3429000"/>
              <a:ext cx="3247373" cy="2286284"/>
            </a:xfrm>
            <a:prstGeom prst="roundRect">
              <a:avLst>
                <a:gd name="adj" fmla="val 738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FB1BF79E-B757-5A8D-394E-D9383FEFA6C1}"/>
                </a:ext>
              </a:extLst>
            </p:cNvPr>
            <p:cNvSpPr/>
            <p:nvPr/>
          </p:nvSpPr>
          <p:spPr>
            <a:xfrm>
              <a:off x="2336612" y="4173798"/>
              <a:ext cx="3054177" cy="1541487"/>
            </a:xfrm>
            <a:custGeom>
              <a:avLst/>
              <a:gdLst>
                <a:gd name="connsiteX0" fmla="*/ 0 w 3054177"/>
                <a:gd name="connsiteY0" fmla="*/ 0 h 1541487"/>
                <a:gd name="connsiteX1" fmla="*/ 2197 w 3054177"/>
                <a:gd name="connsiteY1" fmla="*/ 4311 h 1541487"/>
                <a:gd name="connsiteX2" fmla="*/ 19238 w 3054177"/>
                <a:gd name="connsiteY2" fmla="*/ 23553 h 1541487"/>
                <a:gd name="connsiteX3" fmla="*/ 133538 w 3054177"/>
                <a:gd name="connsiteY3" fmla="*/ 93403 h 1541487"/>
                <a:gd name="connsiteX4" fmla="*/ 228788 w 3054177"/>
                <a:gd name="connsiteY4" fmla="*/ 182303 h 1541487"/>
                <a:gd name="connsiteX5" fmla="*/ 349438 w 3054177"/>
                <a:gd name="connsiteY5" fmla="*/ 233103 h 1541487"/>
                <a:gd name="connsiteX6" fmla="*/ 482788 w 3054177"/>
                <a:gd name="connsiteY6" fmla="*/ 277553 h 1541487"/>
                <a:gd name="connsiteX7" fmla="*/ 597088 w 3054177"/>
                <a:gd name="connsiteY7" fmla="*/ 366453 h 1541487"/>
                <a:gd name="connsiteX8" fmla="*/ 711388 w 3054177"/>
                <a:gd name="connsiteY8" fmla="*/ 436303 h 1541487"/>
                <a:gd name="connsiteX9" fmla="*/ 838388 w 3054177"/>
                <a:gd name="connsiteY9" fmla="*/ 480753 h 1541487"/>
                <a:gd name="connsiteX10" fmla="*/ 978088 w 3054177"/>
                <a:gd name="connsiteY10" fmla="*/ 544253 h 1541487"/>
                <a:gd name="connsiteX11" fmla="*/ 1079688 w 3054177"/>
                <a:gd name="connsiteY11" fmla="*/ 626803 h 1541487"/>
                <a:gd name="connsiteX12" fmla="*/ 1206688 w 3054177"/>
                <a:gd name="connsiteY12" fmla="*/ 703003 h 1541487"/>
                <a:gd name="connsiteX13" fmla="*/ 1320988 w 3054177"/>
                <a:gd name="connsiteY13" fmla="*/ 747453 h 1541487"/>
                <a:gd name="connsiteX14" fmla="*/ 1479738 w 3054177"/>
                <a:gd name="connsiteY14" fmla="*/ 817303 h 1541487"/>
                <a:gd name="connsiteX15" fmla="*/ 1619438 w 3054177"/>
                <a:gd name="connsiteY15" fmla="*/ 893503 h 1541487"/>
                <a:gd name="connsiteX16" fmla="*/ 1721038 w 3054177"/>
                <a:gd name="connsiteY16" fmla="*/ 963353 h 1541487"/>
                <a:gd name="connsiteX17" fmla="*/ 1841688 w 3054177"/>
                <a:gd name="connsiteY17" fmla="*/ 982403 h 1541487"/>
                <a:gd name="connsiteX18" fmla="*/ 1943288 w 3054177"/>
                <a:gd name="connsiteY18" fmla="*/ 1020503 h 1541487"/>
                <a:gd name="connsiteX19" fmla="*/ 2032188 w 3054177"/>
                <a:gd name="connsiteY19" fmla="*/ 1077653 h 1541487"/>
                <a:gd name="connsiteX20" fmla="*/ 2178238 w 3054177"/>
                <a:gd name="connsiteY20" fmla="*/ 1166553 h 1541487"/>
                <a:gd name="connsiteX21" fmla="*/ 2254438 w 3054177"/>
                <a:gd name="connsiteY21" fmla="*/ 1191953 h 1541487"/>
                <a:gd name="connsiteX22" fmla="*/ 2343338 w 3054177"/>
                <a:gd name="connsiteY22" fmla="*/ 1236403 h 1541487"/>
                <a:gd name="connsiteX23" fmla="*/ 2406838 w 3054177"/>
                <a:gd name="connsiteY23" fmla="*/ 1274503 h 1541487"/>
                <a:gd name="connsiteX24" fmla="*/ 2546538 w 3054177"/>
                <a:gd name="connsiteY24" fmla="*/ 1331653 h 1541487"/>
                <a:gd name="connsiteX25" fmla="*/ 2654488 w 3054177"/>
                <a:gd name="connsiteY25" fmla="*/ 1369753 h 1541487"/>
                <a:gd name="connsiteX26" fmla="*/ 2800538 w 3054177"/>
                <a:gd name="connsiteY26" fmla="*/ 1458653 h 1541487"/>
                <a:gd name="connsiteX27" fmla="*/ 2984688 w 3054177"/>
                <a:gd name="connsiteY27" fmla="*/ 1522153 h 1541487"/>
                <a:gd name="connsiteX28" fmla="*/ 3035488 w 3054177"/>
                <a:gd name="connsiteY28" fmla="*/ 1535647 h 1541487"/>
                <a:gd name="connsiteX29" fmla="*/ 3054177 w 3054177"/>
                <a:gd name="connsiteY29" fmla="*/ 1541487 h 1541487"/>
                <a:gd name="connsiteX30" fmla="*/ 168819 w 3054177"/>
                <a:gd name="connsiteY30" fmla="*/ 1541487 h 1541487"/>
                <a:gd name="connsiteX31" fmla="*/ 0 w 3054177"/>
                <a:gd name="connsiteY31" fmla="*/ 1372668 h 154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54177" h="1541487">
                  <a:moveTo>
                    <a:pt x="0" y="0"/>
                  </a:moveTo>
                  <a:lnTo>
                    <a:pt x="2197" y="4311"/>
                  </a:lnTo>
                  <a:cubicBezTo>
                    <a:pt x="8109" y="14061"/>
                    <a:pt x="13814" y="21040"/>
                    <a:pt x="19238" y="23553"/>
                  </a:cubicBezTo>
                  <a:cubicBezTo>
                    <a:pt x="62630" y="43661"/>
                    <a:pt x="98613" y="66945"/>
                    <a:pt x="133538" y="93403"/>
                  </a:cubicBezTo>
                  <a:cubicBezTo>
                    <a:pt x="168463" y="119861"/>
                    <a:pt x="192805" y="159020"/>
                    <a:pt x="228788" y="182303"/>
                  </a:cubicBezTo>
                  <a:cubicBezTo>
                    <a:pt x="264771" y="205586"/>
                    <a:pt x="307105" y="217228"/>
                    <a:pt x="349438" y="233103"/>
                  </a:cubicBezTo>
                  <a:cubicBezTo>
                    <a:pt x="391771" y="248978"/>
                    <a:pt x="441513" y="255328"/>
                    <a:pt x="482788" y="277553"/>
                  </a:cubicBezTo>
                  <a:cubicBezTo>
                    <a:pt x="524063" y="299778"/>
                    <a:pt x="558988" y="339995"/>
                    <a:pt x="597088" y="366453"/>
                  </a:cubicBezTo>
                  <a:cubicBezTo>
                    <a:pt x="635188" y="392911"/>
                    <a:pt x="671171" y="417253"/>
                    <a:pt x="711388" y="436303"/>
                  </a:cubicBezTo>
                  <a:cubicBezTo>
                    <a:pt x="751605" y="455353"/>
                    <a:pt x="793938" y="462761"/>
                    <a:pt x="838388" y="480753"/>
                  </a:cubicBezTo>
                  <a:cubicBezTo>
                    <a:pt x="882838" y="498745"/>
                    <a:pt x="937871" y="519911"/>
                    <a:pt x="978088" y="544253"/>
                  </a:cubicBezTo>
                  <a:cubicBezTo>
                    <a:pt x="1018305" y="568595"/>
                    <a:pt x="1041588" y="600345"/>
                    <a:pt x="1079688" y="626803"/>
                  </a:cubicBezTo>
                  <a:cubicBezTo>
                    <a:pt x="1117788" y="653261"/>
                    <a:pt x="1166471" y="682895"/>
                    <a:pt x="1206688" y="703003"/>
                  </a:cubicBezTo>
                  <a:cubicBezTo>
                    <a:pt x="1246905" y="723111"/>
                    <a:pt x="1275480" y="728403"/>
                    <a:pt x="1320988" y="747453"/>
                  </a:cubicBezTo>
                  <a:cubicBezTo>
                    <a:pt x="1366496" y="766503"/>
                    <a:pt x="1429996" y="792961"/>
                    <a:pt x="1479738" y="817303"/>
                  </a:cubicBezTo>
                  <a:cubicBezTo>
                    <a:pt x="1529480" y="841645"/>
                    <a:pt x="1579221" y="869161"/>
                    <a:pt x="1619438" y="893503"/>
                  </a:cubicBezTo>
                  <a:cubicBezTo>
                    <a:pt x="1659655" y="917845"/>
                    <a:pt x="1683996" y="948536"/>
                    <a:pt x="1721038" y="963353"/>
                  </a:cubicBezTo>
                  <a:cubicBezTo>
                    <a:pt x="1758080" y="978170"/>
                    <a:pt x="1804646" y="972878"/>
                    <a:pt x="1841688" y="982403"/>
                  </a:cubicBezTo>
                  <a:cubicBezTo>
                    <a:pt x="1878730" y="991928"/>
                    <a:pt x="1911538" y="1004628"/>
                    <a:pt x="1943288" y="1020503"/>
                  </a:cubicBezTo>
                  <a:cubicBezTo>
                    <a:pt x="1975038" y="1036378"/>
                    <a:pt x="2032188" y="1077653"/>
                    <a:pt x="2032188" y="1077653"/>
                  </a:cubicBezTo>
                  <a:cubicBezTo>
                    <a:pt x="2071346" y="1101995"/>
                    <a:pt x="2141196" y="1147503"/>
                    <a:pt x="2178238" y="1166553"/>
                  </a:cubicBezTo>
                  <a:cubicBezTo>
                    <a:pt x="2215280" y="1185603"/>
                    <a:pt x="2226921" y="1180311"/>
                    <a:pt x="2254438" y="1191953"/>
                  </a:cubicBezTo>
                  <a:cubicBezTo>
                    <a:pt x="2281955" y="1203595"/>
                    <a:pt x="2317938" y="1222645"/>
                    <a:pt x="2343338" y="1236403"/>
                  </a:cubicBezTo>
                  <a:cubicBezTo>
                    <a:pt x="2368738" y="1250161"/>
                    <a:pt x="2372971" y="1258628"/>
                    <a:pt x="2406838" y="1274503"/>
                  </a:cubicBezTo>
                  <a:cubicBezTo>
                    <a:pt x="2440705" y="1290378"/>
                    <a:pt x="2505263" y="1315778"/>
                    <a:pt x="2546538" y="1331653"/>
                  </a:cubicBezTo>
                  <a:cubicBezTo>
                    <a:pt x="2587813" y="1347528"/>
                    <a:pt x="2612155" y="1348586"/>
                    <a:pt x="2654488" y="1369753"/>
                  </a:cubicBezTo>
                  <a:cubicBezTo>
                    <a:pt x="2696821" y="1390920"/>
                    <a:pt x="2745505" y="1433253"/>
                    <a:pt x="2800538" y="1458653"/>
                  </a:cubicBezTo>
                  <a:cubicBezTo>
                    <a:pt x="2855571" y="1484053"/>
                    <a:pt x="2939180" y="1507336"/>
                    <a:pt x="2984688" y="1522153"/>
                  </a:cubicBezTo>
                  <a:cubicBezTo>
                    <a:pt x="3007442" y="1529562"/>
                    <a:pt x="3022524" y="1532737"/>
                    <a:pt x="3035488" y="1535647"/>
                  </a:cubicBezTo>
                  <a:lnTo>
                    <a:pt x="3054177" y="1541487"/>
                  </a:lnTo>
                  <a:lnTo>
                    <a:pt x="168819" y="1541487"/>
                  </a:lnTo>
                  <a:cubicBezTo>
                    <a:pt x="75583" y="1541487"/>
                    <a:pt x="0" y="1465904"/>
                    <a:pt x="0" y="1372668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28575">
              <a:solidFill>
                <a:srgbClr val="111B0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6E7406E-A1E6-8134-9F3B-E47EE7C83B9A}"/>
                </a:ext>
              </a:extLst>
            </p:cNvPr>
            <p:cNvSpPr/>
            <p:nvPr/>
          </p:nvSpPr>
          <p:spPr>
            <a:xfrm>
              <a:off x="3206748" y="3835744"/>
              <a:ext cx="1174752" cy="1108797"/>
            </a:xfrm>
            <a:custGeom>
              <a:avLst/>
              <a:gdLst>
                <a:gd name="connsiteX0" fmla="*/ 266936 w 914984"/>
                <a:gd name="connsiteY0" fmla="*/ 808736 h 863613"/>
                <a:gd name="connsiteX1" fmla="*/ 378061 w 914984"/>
                <a:gd name="connsiteY1" fmla="*/ 853186 h 863613"/>
                <a:gd name="connsiteX2" fmla="*/ 517761 w 914984"/>
                <a:gd name="connsiteY2" fmla="*/ 862711 h 863613"/>
                <a:gd name="connsiteX3" fmla="*/ 619361 w 914984"/>
                <a:gd name="connsiteY3" fmla="*/ 837311 h 863613"/>
                <a:gd name="connsiteX4" fmla="*/ 752711 w 914984"/>
                <a:gd name="connsiteY4" fmla="*/ 780161 h 863613"/>
                <a:gd name="connsiteX5" fmla="*/ 809861 w 914984"/>
                <a:gd name="connsiteY5" fmla="*/ 694436 h 863613"/>
                <a:gd name="connsiteX6" fmla="*/ 873361 w 914984"/>
                <a:gd name="connsiteY6" fmla="*/ 611886 h 863613"/>
                <a:gd name="connsiteX7" fmla="*/ 901936 w 914984"/>
                <a:gd name="connsiteY7" fmla="*/ 497586 h 863613"/>
                <a:gd name="connsiteX8" fmla="*/ 914636 w 914984"/>
                <a:gd name="connsiteY8" fmla="*/ 421386 h 863613"/>
                <a:gd name="connsiteX9" fmla="*/ 889236 w 914984"/>
                <a:gd name="connsiteY9" fmla="*/ 310261 h 863613"/>
                <a:gd name="connsiteX10" fmla="*/ 857486 w 914984"/>
                <a:gd name="connsiteY10" fmla="*/ 240411 h 863613"/>
                <a:gd name="connsiteX11" fmla="*/ 832086 w 914984"/>
                <a:gd name="connsiteY11" fmla="*/ 170561 h 863613"/>
                <a:gd name="connsiteX12" fmla="*/ 771761 w 914984"/>
                <a:gd name="connsiteY12" fmla="*/ 116586 h 863613"/>
                <a:gd name="connsiteX13" fmla="*/ 692386 w 914984"/>
                <a:gd name="connsiteY13" fmla="*/ 59436 h 863613"/>
                <a:gd name="connsiteX14" fmla="*/ 606661 w 914984"/>
                <a:gd name="connsiteY14" fmla="*/ 14986 h 863613"/>
                <a:gd name="connsiteX15" fmla="*/ 486011 w 914984"/>
                <a:gd name="connsiteY15" fmla="*/ 5461 h 863613"/>
                <a:gd name="connsiteX16" fmla="*/ 384411 w 914984"/>
                <a:gd name="connsiteY16" fmla="*/ 2286 h 863613"/>
                <a:gd name="connsiteX17" fmla="*/ 282811 w 914984"/>
                <a:gd name="connsiteY17" fmla="*/ 40386 h 863613"/>
                <a:gd name="connsiteX18" fmla="*/ 212961 w 914984"/>
                <a:gd name="connsiteY18" fmla="*/ 49911 h 863613"/>
                <a:gd name="connsiteX19" fmla="*/ 146286 w 914984"/>
                <a:gd name="connsiteY19" fmla="*/ 94361 h 863613"/>
                <a:gd name="connsiteX20" fmla="*/ 105011 w 914984"/>
                <a:gd name="connsiteY20" fmla="*/ 167386 h 863613"/>
                <a:gd name="connsiteX21" fmla="*/ 51036 w 914984"/>
                <a:gd name="connsiteY21" fmla="*/ 221361 h 863613"/>
                <a:gd name="connsiteX22" fmla="*/ 16111 w 914984"/>
                <a:gd name="connsiteY22" fmla="*/ 300736 h 863613"/>
                <a:gd name="connsiteX23" fmla="*/ 236 w 914984"/>
                <a:gd name="connsiteY23" fmla="*/ 386461 h 863613"/>
                <a:gd name="connsiteX24" fmla="*/ 6586 w 914984"/>
                <a:gd name="connsiteY24" fmla="*/ 456311 h 863613"/>
                <a:gd name="connsiteX25" fmla="*/ 6586 w 914984"/>
                <a:gd name="connsiteY25" fmla="*/ 522986 h 863613"/>
                <a:gd name="connsiteX26" fmla="*/ 28811 w 914984"/>
                <a:gd name="connsiteY26" fmla="*/ 564261 h 863613"/>
                <a:gd name="connsiteX27" fmla="*/ 51036 w 914984"/>
                <a:gd name="connsiteY27" fmla="*/ 630936 h 863613"/>
                <a:gd name="connsiteX28" fmla="*/ 105011 w 914984"/>
                <a:gd name="connsiteY28" fmla="*/ 678561 h 863613"/>
                <a:gd name="connsiteX29" fmla="*/ 139936 w 914984"/>
                <a:gd name="connsiteY29" fmla="*/ 719836 h 863613"/>
                <a:gd name="connsiteX30" fmla="*/ 266936 w 914984"/>
                <a:gd name="connsiteY30" fmla="*/ 808736 h 863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14984" h="863613">
                  <a:moveTo>
                    <a:pt x="266936" y="808736"/>
                  </a:moveTo>
                  <a:cubicBezTo>
                    <a:pt x="306623" y="830961"/>
                    <a:pt x="336257" y="844190"/>
                    <a:pt x="378061" y="853186"/>
                  </a:cubicBezTo>
                  <a:cubicBezTo>
                    <a:pt x="419865" y="862182"/>
                    <a:pt x="477544" y="865357"/>
                    <a:pt x="517761" y="862711"/>
                  </a:cubicBezTo>
                  <a:cubicBezTo>
                    <a:pt x="557978" y="860065"/>
                    <a:pt x="580203" y="851069"/>
                    <a:pt x="619361" y="837311"/>
                  </a:cubicBezTo>
                  <a:cubicBezTo>
                    <a:pt x="658519" y="823553"/>
                    <a:pt x="720961" y="803973"/>
                    <a:pt x="752711" y="780161"/>
                  </a:cubicBezTo>
                  <a:cubicBezTo>
                    <a:pt x="784461" y="756349"/>
                    <a:pt x="789753" y="722482"/>
                    <a:pt x="809861" y="694436"/>
                  </a:cubicBezTo>
                  <a:cubicBezTo>
                    <a:pt x="829969" y="666390"/>
                    <a:pt x="858015" y="644694"/>
                    <a:pt x="873361" y="611886"/>
                  </a:cubicBezTo>
                  <a:cubicBezTo>
                    <a:pt x="888707" y="579078"/>
                    <a:pt x="895057" y="529336"/>
                    <a:pt x="901936" y="497586"/>
                  </a:cubicBezTo>
                  <a:cubicBezTo>
                    <a:pt x="908815" y="465836"/>
                    <a:pt x="916753" y="452607"/>
                    <a:pt x="914636" y="421386"/>
                  </a:cubicBezTo>
                  <a:cubicBezTo>
                    <a:pt x="912519" y="390165"/>
                    <a:pt x="898761" y="340423"/>
                    <a:pt x="889236" y="310261"/>
                  </a:cubicBezTo>
                  <a:cubicBezTo>
                    <a:pt x="879711" y="280099"/>
                    <a:pt x="867011" y="263694"/>
                    <a:pt x="857486" y="240411"/>
                  </a:cubicBezTo>
                  <a:cubicBezTo>
                    <a:pt x="847961" y="217128"/>
                    <a:pt x="846373" y="191198"/>
                    <a:pt x="832086" y="170561"/>
                  </a:cubicBezTo>
                  <a:cubicBezTo>
                    <a:pt x="817799" y="149924"/>
                    <a:pt x="795044" y="135107"/>
                    <a:pt x="771761" y="116586"/>
                  </a:cubicBezTo>
                  <a:cubicBezTo>
                    <a:pt x="748478" y="98065"/>
                    <a:pt x="719903" y="76369"/>
                    <a:pt x="692386" y="59436"/>
                  </a:cubicBezTo>
                  <a:cubicBezTo>
                    <a:pt x="664869" y="42503"/>
                    <a:pt x="641057" y="23982"/>
                    <a:pt x="606661" y="14986"/>
                  </a:cubicBezTo>
                  <a:cubicBezTo>
                    <a:pt x="572265" y="5990"/>
                    <a:pt x="523053" y="7578"/>
                    <a:pt x="486011" y="5461"/>
                  </a:cubicBezTo>
                  <a:cubicBezTo>
                    <a:pt x="448969" y="3344"/>
                    <a:pt x="418278" y="-3535"/>
                    <a:pt x="384411" y="2286"/>
                  </a:cubicBezTo>
                  <a:cubicBezTo>
                    <a:pt x="350544" y="8107"/>
                    <a:pt x="311386" y="32448"/>
                    <a:pt x="282811" y="40386"/>
                  </a:cubicBezTo>
                  <a:cubicBezTo>
                    <a:pt x="254236" y="48324"/>
                    <a:pt x="235715" y="40915"/>
                    <a:pt x="212961" y="49911"/>
                  </a:cubicBezTo>
                  <a:cubicBezTo>
                    <a:pt x="190207" y="58907"/>
                    <a:pt x="164278" y="74782"/>
                    <a:pt x="146286" y="94361"/>
                  </a:cubicBezTo>
                  <a:cubicBezTo>
                    <a:pt x="128294" y="113940"/>
                    <a:pt x="120886" y="146219"/>
                    <a:pt x="105011" y="167386"/>
                  </a:cubicBezTo>
                  <a:cubicBezTo>
                    <a:pt x="89136" y="188553"/>
                    <a:pt x="65853" y="199136"/>
                    <a:pt x="51036" y="221361"/>
                  </a:cubicBezTo>
                  <a:cubicBezTo>
                    <a:pt x="36219" y="243586"/>
                    <a:pt x="24578" y="273219"/>
                    <a:pt x="16111" y="300736"/>
                  </a:cubicBezTo>
                  <a:cubicBezTo>
                    <a:pt x="7644" y="328253"/>
                    <a:pt x="1823" y="360532"/>
                    <a:pt x="236" y="386461"/>
                  </a:cubicBezTo>
                  <a:cubicBezTo>
                    <a:pt x="-1352" y="412390"/>
                    <a:pt x="5528" y="433557"/>
                    <a:pt x="6586" y="456311"/>
                  </a:cubicBezTo>
                  <a:cubicBezTo>
                    <a:pt x="7644" y="479065"/>
                    <a:pt x="2882" y="504994"/>
                    <a:pt x="6586" y="522986"/>
                  </a:cubicBezTo>
                  <a:cubicBezTo>
                    <a:pt x="10290" y="540978"/>
                    <a:pt x="21403" y="546269"/>
                    <a:pt x="28811" y="564261"/>
                  </a:cubicBezTo>
                  <a:cubicBezTo>
                    <a:pt x="36219" y="582253"/>
                    <a:pt x="38336" y="611886"/>
                    <a:pt x="51036" y="630936"/>
                  </a:cubicBezTo>
                  <a:cubicBezTo>
                    <a:pt x="63736" y="649986"/>
                    <a:pt x="90194" y="663744"/>
                    <a:pt x="105011" y="678561"/>
                  </a:cubicBezTo>
                  <a:cubicBezTo>
                    <a:pt x="119828" y="693378"/>
                    <a:pt x="108715" y="696553"/>
                    <a:pt x="139936" y="719836"/>
                  </a:cubicBezTo>
                  <a:cubicBezTo>
                    <a:pt x="171157" y="743119"/>
                    <a:pt x="227249" y="786511"/>
                    <a:pt x="266936" y="808736"/>
                  </a:cubicBezTo>
                  <a:close/>
                </a:path>
              </a:pathLst>
            </a:custGeom>
            <a:ln w="28575"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AA3BE981-CB3E-DC51-AFDD-E95C6ECC9FF9}"/>
              </a:ext>
            </a:extLst>
          </p:cNvPr>
          <p:cNvCxnSpPr/>
          <p:nvPr/>
        </p:nvCxnSpPr>
        <p:spPr>
          <a:xfrm flipV="1">
            <a:off x="1133475" y="641216"/>
            <a:ext cx="3766647" cy="19972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E7AD45AC-6145-762C-466A-2D420389D1B3}"/>
              </a:ext>
            </a:extLst>
          </p:cNvPr>
          <p:cNvCxnSpPr/>
          <p:nvPr/>
        </p:nvCxnSpPr>
        <p:spPr>
          <a:xfrm flipV="1">
            <a:off x="4900122" y="1482652"/>
            <a:ext cx="1172394" cy="3737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11ECD390-810F-2DD0-A9C1-0F781B03EC08}"/>
              </a:ext>
            </a:extLst>
          </p:cNvPr>
          <p:cNvCxnSpPr/>
          <p:nvPr/>
        </p:nvCxnSpPr>
        <p:spPr>
          <a:xfrm>
            <a:off x="10715625" y="219075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D67071E2-4A81-3360-872C-0A92FB5A9230}"/>
                  </a:ext>
                </a:extLst>
              </p:cNvPr>
              <p:cNvSpPr txBox="1"/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7ED25399-7BB6-12F8-AFCC-77EE359EC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8A0AF14-F80D-40FC-7C19-2087835E7022}"/>
              </a:ext>
            </a:extLst>
          </p:cNvPr>
          <p:cNvSpPr txBox="1"/>
          <p:nvPr/>
        </p:nvSpPr>
        <p:spPr>
          <a:xfrm>
            <a:off x="6072516" y="2761479"/>
            <a:ext cx="584006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Physics describes the evolution</a:t>
            </a:r>
            <a:br>
              <a:rPr lang="en-US" sz="3200" dirty="0"/>
            </a:br>
            <a:r>
              <a:rPr lang="en-US" sz="3200" dirty="0"/>
              <a:t>of a particular system like a movie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CBF3426-E3FD-A9AE-EC98-8F765513AB81}"/>
              </a:ext>
            </a:extLst>
          </p:cNvPr>
          <p:cNvSpPr/>
          <p:nvPr/>
        </p:nvSpPr>
        <p:spPr>
          <a:xfrm>
            <a:off x="6134100" y="2857500"/>
            <a:ext cx="5727700" cy="1156849"/>
          </a:xfrm>
          <a:custGeom>
            <a:avLst/>
            <a:gdLst>
              <a:gd name="connsiteX0" fmla="*/ 0 w 5727700"/>
              <a:gd name="connsiteY0" fmla="*/ 704850 h 1156849"/>
              <a:gd name="connsiteX1" fmla="*/ 133350 w 5727700"/>
              <a:gd name="connsiteY1" fmla="*/ 527050 h 1156849"/>
              <a:gd name="connsiteX2" fmla="*/ 222250 w 5727700"/>
              <a:gd name="connsiteY2" fmla="*/ 431800 h 1156849"/>
              <a:gd name="connsiteX3" fmla="*/ 368300 w 5727700"/>
              <a:gd name="connsiteY3" fmla="*/ 254000 h 1156849"/>
              <a:gd name="connsiteX4" fmla="*/ 406400 w 5727700"/>
              <a:gd name="connsiteY4" fmla="*/ 209550 h 1156849"/>
              <a:gd name="connsiteX5" fmla="*/ 438150 w 5727700"/>
              <a:gd name="connsiteY5" fmla="*/ 171450 h 1156849"/>
              <a:gd name="connsiteX6" fmla="*/ 488950 w 5727700"/>
              <a:gd name="connsiteY6" fmla="*/ 127000 h 1156849"/>
              <a:gd name="connsiteX7" fmla="*/ 406400 w 5727700"/>
              <a:gd name="connsiteY7" fmla="*/ 463550 h 1156849"/>
              <a:gd name="connsiteX8" fmla="*/ 387350 w 5727700"/>
              <a:gd name="connsiteY8" fmla="*/ 558800 h 1156849"/>
              <a:gd name="connsiteX9" fmla="*/ 355600 w 5727700"/>
              <a:gd name="connsiteY9" fmla="*/ 647700 h 1156849"/>
              <a:gd name="connsiteX10" fmla="*/ 330200 w 5727700"/>
              <a:gd name="connsiteY10" fmla="*/ 730250 h 1156849"/>
              <a:gd name="connsiteX11" fmla="*/ 323850 w 5727700"/>
              <a:gd name="connsiteY11" fmla="*/ 768350 h 1156849"/>
              <a:gd name="connsiteX12" fmla="*/ 450850 w 5727700"/>
              <a:gd name="connsiteY12" fmla="*/ 628650 h 1156849"/>
              <a:gd name="connsiteX13" fmla="*/ 635000 w 5727700"/>
              <a:gd name="connsiteY13" fmla="*/ 406400 h 1156849"/>
              <a:gd name="connsiteX14" fmla="*/ 787400 w 5727700"/>
              <a:gd name="connsiteY14" fmla="*/ 285750 h 1156849"/>
              <a:gd name="connsiteX15" fmla="*/ 908050 w 5727700"/>
              <a:gd name="connsiteY15" fmla="*/ 190500 h 1156849"/>
              <a:gd name="connsiteX16" fmla="*/ 977900 w 5727700"/>
              <a:gd name="connsiteY16" fmla="*/ 127000 h 1156849"/>
              <a:gd name="connsiteX17" fmla="*/ 1041400 w 5727700"/>
              <a:gd name="connsiteY17" fmla="*/ 82550 h 1156849"/>
              <a:gd name="connsiteX18" fmla="*/ 933450 w 5727700"/>
              <a:gd name="connsiteY18" fmla="*/ 355600 h 1156849"/>
              <a:gd name="connsiteX19" fmla="*/ 736600 w 5727700"/>
              <a:gd name="connsiteY19" fmla="*/ 774700 h 1156849"/>
              <a:gd name="connsiteX20" fmla="*/ 698500 w 5727700"/>
              <a:gd name="connsiteY20" fmla="*/ 869950 h 1156849"/>
              <a:gd name="connsiteX21" fmla="*/ 685800 w 5727700"/>
              <a:gd name="connsiteY21" fmla="*/ 908050 h 1156849"/>
              <a:gd name="connsiteX22" fmla="*/ 673100 w 5727700"/>
              <a:gd name="connsiteY22" fmla="*/ 939800 h 1156849"/>
              <a:gd name="connsiteX23" fmla="*/ 1041400 w 5727700"/>
              <a:gd name="connsiteY23" fmla="*/ 603250 h 1156849"/>
              <a:gd name="connsiteX24" fmla="*/ 1149350 w 5727700"/>
              <a:gd name="connsiteY24" fmla="*/ 501650 h 1156849"/>
              <a:gd name="connsiteX25" fmla="*/ 1416050 w 5727700"/>
              <a:gd name="connsiteY25" fmla="*/ 279400 h 1156849"/>
              <a:gd name="connsiteX26" fmla="*/ 1562100 w 5727700"/>
              <a:gd name="connsiteY26" fmla="*/ 146050 h 1156849"/>
              <a:gd name="connsiteX27" fmla="*/ 1657350 w 5727700"/>
              <a:gd name="connsiteY27" fmla="*/ 44450 h 1156849"/>
              <a:gd name="connsiteX28" fmla="*/ 1555750 w 5727700"/>
              <a:gd name="connsiteY28" fmla="*/ 304800 h 1156849"/>
              <a:gd name="connsiteX29" fmla="*/ 1289050 w 5727700"/>
              <a:gd name="connsiteY29" fmla="*/ 863600 h 1156849"/>
              <a:gd name="connsiteX30" fmla="*/ 1231900 w 5727700"/>
              <a:gd name="connsiteY30" fmla="*/ 1009650 h 1156849"/>
              <a:gd name="connsiteX31" fmla="*/ 1479550 w 5727700"/>
              <a:gd name="connsiteY31" fmla="*/ 774700 h 1156849"/>
              <a:gd name="connsiteX32" fmla="*/ 1631950 w 5727700"/>
              <a:gd name="connsiteY32" fmla="*/ 628650 h 1156849"/>
              <a:gd name="connsiteX33" fmla="*/ 1771650 w 5727700"/>
              <a:gd name="connsiteY33" fmla="*/ 501650 h 1156849"/>
              <a:gd name="connsiteX34" fmla="*/ 1879600 w 5727700"/>
              <a:gd name="connsiteY34" fmla="*/ 387350 h 1156849"/>
              <a:gd name="connsiteX35" fmla="*/ 2019300 w 5727700"/>
              <a:gd name="connsiteY35" fmla="*/ 266700 h 1156849"/>
              <a:gd name="connsiteX36" fmla="*/ 2139950 w 5727700"/>
              <a:gd name="connsiteY36" fmla="*/ 101600 h 1156849"/>
              <a:gd name="connsiteX37" fmla="*/ 2209800 w 5727700"/>
              <a:gd name="connsiteY37" fmla="*/ 57150 h 1156849"/>
              <a:gd name="connsiteX38" fmla="*/ 2184400 w 5727700"/>
              <a:gd name="connsiteY38" fmla="*/ 184150 h 1156849"/>
              <a:gd name="connsiteX39" fmla="*/ 1974850 w 5727700"/>
              <a:gd name="connsiteY39" fmla="*/ 679450 h 1156849"/>
              <a:gd name="connsiteX40" fmla="*/ 1917700 w 5727700"/>
              <a:gd name="connsiteY40" fmla="*/ 850900 h 1156849"/>
              <a:gd name="connsiteX41" fmla="*/ 1898650 w 5727700"/>
              <a:gd name="connsiteY41" fmla="*/ 933450 h 1156849"/>
              <a:gd name="connsiteX42" fmla="*/ 2133600 w 5727700"/>
              <a:gd name="connsiteY42" fmla="*/ 609600 h 1156849"/>
              <a:gd name="connsiteX43" fmla="*/ 2400300 w 5727700"/>
              <a:gd name="connsiteY43" fmla="*/ 298450 h 1156849"/>
              <a:gd name="connsiteX44" fmla="*/ 2571750 w 5727700"/>
              <a:gd name="connsiteY44" fmla="*/ 133350 h 1156849"/>
              <a:gd name="connsiteX45" fmla="*/ 2616200 w 5727700"/>
              <a:gd name="connsiteY45" fmla="*/ 88900 h 1156849"/>
              <a:gd name="connsiteX46" fmla="*/ 2686050 w 5727700"/>
              <a:gd name="connsiteY46" fmla="*/ 38100 h 1156849"/>
              <a:gd name="connsiteX47" fmla="*/ 2622550 w 5727700"/>
              <a:gd name="connsiteY47" fmla="*/ 527050 h 1156849"/>
              <a:gd name="connsiteX48" fmla="*/ 2559050 w 5727700"/>
              <a:gd name="connsiteY48" fmla="*/ 838200 h 1156849"/>
              <a:gd name="connsiteX49" fmla="*/ 2540000 w 5727700"/>
              <a:gd name="connsiteY49" fmla="*/ 927100 h 1156849"/>
              <a:gd name="connsiteX50" fmla="*/ 2533650 w 5727700"/>
              <a:gd name="connsiteY50" fmla="*/ 952500 h 1156849"/>
              <a:gd name="connsiteX51" fmla="*/ 2800350 w 5727700"/>
              <a:gd name="connsiteY51" fmla="*/ 609600 h 1156849"/>
              <a:gd name="connsiteX52" fmla="*/ 3060700 w 5727700"/>
              <a:gd name="connsiteY52" fmla="*/ 234950 h 1156849"/>
              <a:gd name="connsiteX53" fmla="*/ 3117850 w 5727700"/>
              <a:gd name="connsiteY53" fmla="*/ 158750 h 1156849"/>
              <a:gd name="connsiteX54" fmla="*/ 3136900 w 5727700"/>
              <a:gd name="connsiteY54" fmla="*/ 133350 h 1156849"/>
              <a:gd name="connsiteX55" fmla="*/ 3206750 w 5727700"/>
              <a:gd name="connsiteY55" fmla="*/ 69850 h 1156849"/>
              <a:gd name="connsiteX56" fmla="*/ 3054350 w 5727700"/>
              <a:gd name="connsiteY56" fmla="*/ 628650 h 1156849"/>
              <a:gd name="connsiteX57" fmla="*/ 2990850 w 5727700"/>
              <a:gd name="connsiteY57" fmla="*/ 768350 h 1156849"/>
              <a:gd name="connsiteX58" fmla="*/ 2933700 w 5727700"/>
              <a:gd name="connsiteY58" fmla="*/ 958850 h 1156849"/>
              <a:gd name="connsiteX59" fmla="*/ 2895600 w 5727700"/>
              <a:gd name="connsiteY59" fmla="*/ 1066800 h 1156849"/>
              <a:gd name="connsiteX60" fmla="*/ 2882900 w 5727700"/>
              <a:gd name="connsiteY60" fmla="*/ 1117600 h 1156849"/>
              <a:gd name="connsiteX61" fmla="*/ 2895600 w 5727700"/>
              <a:gd name="connsiteY61" fmla="*/ 1092200 h 1156849"/>
              <a:gd name="connsiteX62" fmla="*/ 3028950 w 5727700"/>
              <a:gd name="connsiteY62" fmla="*/ 927100 h 1156849"/>
              <a:gd name="connsiteX63" fmla="*/ 3168650 w 5727700"/>
              <a:gd name="connsiteY63" fmla="*/ 736600 h 1156849"/>
              <a:gd name="connsiteX64" fmla="*/ 3365500 w 5727700"/>
              <a:gd name="connsiteY64" fmla="*/ 444500 h 1156849"/>
              <a:gd name="connsiteX65" fmla="*/ 3549650 w 5727700"/>
              <a:gd name="connsiteY65" fmla="*/ 203200 h 1156849"/>
              <a:gd name="connsiteX66" fmla="*/ 3638550 w 5727700"/>
              <a:gd name="connsiteY66" fmla="*/ 88900 h 1156849"/>
              <a:gd name="connsiteX67" fmla="*/ 3733800 w 5727700"/>
              <a:gd name="connsiteY67" fmla="*/ 0 h 1156849"/>
              <a:gd name="connsiteX68" fmla="*/ 3498850 w 5727700"/>
              <a:gd name="connsiteY68" fmla="*/ 685800 h 1156849"/>
              <a:gd name="connsiteX69" fmla="*/ 3416300 w 5727700"/>
              <a:gd name="connsiteY69" fmla="*/ 946150 h 1156849"/>
              <a:gd name="connsiteX70" fmla="*/ 3403600 w 5727700"/>
              <a:gd name="connsiteY70" fmla="*/ 990600 h 1156849"/>
              <a:gd name="connsiteX71" fmla="*/ 3803650 w 5727700"/>
              <a:gd name="connsiteY71" fmla="*/ 577850 h 1156849"/>
              <a:gd name="connsiteX72" fmla="*/ 4089400 w 5727700"/>
              <a:gd name="connsiteY72" fmla="*/ 196850 h 1156849"/>
              <a:gd name="connsiteX73" fmla="*/ 4184650 w 5727700"/>
              <a:gd name="connsiteY73" fmla="*/ 82550 h 1156849"/>
              <a:gd name="connsiteX74" fmla="*/ 4140200 w 5727700"/>
              <a:gd name="connsiteY74" fmla="*/ 317500 h 1156849"/>
              <a:gd name="connsiteX75" fmla="*/ 4006850 w 5727700"/>
              <a:gd name="connsiteY75" fmla="*/ 679450 h 1156849"/>
              <a:gd name="connsiteX76" fmla="*/ 3981450 w 5727700"/>
              <a:gd name="connsiteY76" fmla="*/ 774700 h 1156849"/>
              <a:gd name="connsiteX77" fmla="*/ 3962400 w 5727700"/>
              <a:gd name="connsiteY77" fmla="*/ 819150 h 1156849"/>
              <a:gd name="connsiteX78" fmla="*/ 3949700 w 5727700"/>
              <a:gd name="connsiteY78" fmla="*/ 876300 h 1156849"/>
              <a:gd name="connsiteX79" fmla="*/ 4064000 w 5727700"/>
              <a:gd name="connsiteY79" fmla="*/ 787400 h 1156849"/>
              <a:gd name="connsiteX80" fmla="*/ 4254500 w 5727700"/>
              <a:gd name="connsiteY80" fmla="*/ 622300 h 1156849"/>
              <a:gd name="connsiteX81" fmla="*/ 4527550 w 5727700"/>
              <a:gd name="connsiteY81" fmla="*/ 317500 h 1156849"/>
              <a:gd name="connsiteX82" fmla="*/ 4622800 w 5727700"/>
              <a:gd name="connsiteY82" fmla="*/ 209550 h 1156849"/>
              <a:gd name="connsiteX83" fmla="*/ 4781550 w 5727700"/>
              <a:gd name="connsiteY83" fmla="*/ 95250 h 1156849"/>
              <a:gd name="connsiteX84" fmla="*/ 4749800 w 5727700"/>
              <a:gd name="connsiteY84" fmla="*/ 260350 h 1156849"/>
              <a:gd name="connsiteX85" fmla="*/ 4565650 w 5727700"/>
              <a:gd name="connsiteY85" fmla="*/ 692150 h 1156849"/>
              <a:gd name="connsiteX86" fmla="*/ 4508500 w 5727700"/>
              <a:gd name="connsiteY86" fmla="*/ 889000 h 1156849"/>
              <a:gd name="connsiteX87" fmla="*/ 4699000 w 5727700"/>
              <a:gd name="connsiteY87" fmla="*/ 787400 h 1156849"/>
              <a:gd name="connsiteX88" fmla="*/ 4940300 w 5727700"/>
              <a:gd name="connsiteY88" fmla="*/ 520700 h 1156849"/>
              <a:gd name="connsiteX89" fmla="*/ 5029200 w 5727700"/>
              <a:gd name="connsiteY89" fmla="*/ 425450 h 1156849"/>
              <a:gd name="connsiteX90" fmla="*/ 5181600 w 5727700"/>
              <a:gd name="connsiteY90" fmla="*/ 266700 h 1156849"/>
              <a:gd name="connsiteX91" fmla="*/ 5276850 w 5727700"/>
              <a:gd name="connsiteY91" fmla="*/ 165100 h 1156849"/>
              <a:gd name="connsiteX92" fmla="*/ 5099050 w 5727700"/>
              <a:gd name="connsiteY92" fmla="*/ 800100 h 1156849"/>
              <a:gd name="connsiteX93" fmla="*/ 5041900 w 5727700"/>
              <a:gd name="connsiteY93" fmla="*/ 1016000 h 1156849"/>
              <a:gd name="connsiteX94" fmla="*/ 5022850 w 5727700"/>
              <a:gd name="connsiteY94" fmla="*/ 1155700 h 1156849"/>
              <a:gd name="connsiteX95" fmla="*/ 5276850 w 5727700"/>
              <a:gd name="connsiteY95" fmla="*/ 946150 h 1156849"/>
              <a:gd name="connsiteX96" fmla="*/ 5543550 w 5727700"/>
              <a:gd name="connsiteY96" fmla="*/ 622300 h 1156849"/>
              <a:gd name="connsiteX97" fmla="*/ 5676900 w 5727700"/>
              <a:gd name="connsiteY97" fmla="*/ 469900 h 1156849"/>
              <a:gd name="connsiteX98" fmla="*/ 5702300 w 5727700"/>
              <a:gd name="connsiteY98" fmla="*/ 438150 h 1156849"/>
              <a:gd name="connsiteX99" fmla="*/ 5715000 w 5727700"/>
              <a:gd name="connsiteY99" fmla="*/ 419100 h 1156849"/>
              <a:gd name="connsiteX100" fmla="*/ 5727700 w 5727700"/>
              <a:gd name="connsiteY100" fmla="*/ 412750 h 1156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5727700" h="1156849">
                <a:moveTo>
                  <a:pt x="0" y="704850"/>
                </a:moveTo>
                <a:cubicBezTo>
                  <a:pt x="48061" y="632758"/>
                  <a:pt x="54556" y="621094"/>
                  <a:pt x="133350" y="527050"/>
                </a:cubicBezTo>
                <a:cubicBezTo>
                  <a:pt x="161242" y="493760"/>
                  <a:pt x="193923" y="464721"/>
                  <a:pt x="222250" y="431800"/>
                </a:cubicBezTo>
                <a:cubicBezTo>
                  <a:pt x="272276" y="373662"/>
                  <a:pt x="319365" y="313059"/>
                  <a:pt x="368300" y="254000"/>
                </a:cubicBezTo>
                <a:cubicBezTo>
                  <a:pt x="380751" y="238973"/>
                  <a:pt x="393795" y="224447"/>
                  <a:pt x="406400" y="209550"/>
                </a:cubicBezTo>
                <a:cubicBezTo>
                  <a:pt x="417079" y="196930"/>
                  <a:pt x="427567" y="184150"/>
                  <a:pt x="438150" y="171450"/>
                </a:cubicBezTo>
                <a:cubicBezTo>
                  <a:pt x="474185" y="128208"/>
                  <a:pt x="454217" y="138578"/>
                  <a:pt x="488950" y="127000"/>
                </a:cubicBezTo>
                <a:cubicBezTo>
                  <a:pt x="441112" y="402071"/>
                  <a:pt x="492613" y="140250"/>
                  <a:pt x="406400" y="463550"/>
                </a:cubicBezTo>
                <a:cubicBezTo>
                  <a:pt x="398057" y="494836"/>
                  <a:pt x="395960" y="527587"/>
                  <a:pt x="387350" y="558800"/>
                </a:cubicBezTo>
                <a:cubicBezTo>
                  <a:pt x="378982" y="589133"/>
                  <a:pt x="365551" y="617848"/>
                  <a:pt x="355600" y="647700"/>
                </a:cubicBezTo>
                <a:cubicBezTo>
                  <a:pt x="346496" y="675012"/>
                  <a:pt x="337527" y="702408"/>
                  <a:pt x="330200" y="730250"/>
                </a:cubicBezTo>
                <a:cubicBezTo>
                  <a:pt x="326923" y="742701"/>
                  <a:pt x="314002" y="776643"/>
                  <a:pt x="323850" y="768350"/>
                </a:cubicBezTo>
                <a:cubicBezTo>
                  <a:pt x="371988" y="727813"/>
                  <a:pt x="409825" y="676373"/>
                  <a:pt x="450850" y="628650"/>
                </a:cubicBezTo>
                <a:cubicBezTo>
                  <a:pt x="513568" y="555693"/>
                  <a:pt x="559567" y="466117"/>
                  <a:pt x="635000" y="406400"/>
                </a:cubicBezTo>
                <a:lnTo>
                  <a:pt x="787400" y="285750"/>
                </a:lnTo>
                <a:cubicBezTo>
                  <a:pt x="827593" y="253970"/>
                  <a:pt x="870136" y="224967"/>
                  <a:pt x="908050" y="190500"/>
                </a:cubicBezTo>
                <a:cubicBezTo>
                  <a:pt x="931333" y="169333"/>
                  <a:pt x="953443" y="146799"/>
                  <a:pt x="977900" y="127000"/>
                </a:cubicBezTo>
                <a:cubicBezTo>
                  <a:pt x="997982" y="110743"/>
                  <a:pt x="1041400" y="82550"/>
                  <a:pt x="1041400" y="82550"/>
                </a:cubicBezTo>
                <a:cubicBezTo>
                  <a:pt x="1005417" y="173567"/>
                  <a:pt x="972894" y="266029"/>
                  <a:pt x="933450" y="355600"/>
                </a:cubicBezTo>
                <a:cubicBezTo>
                  <a:pt x="871247" y="496853"/>
                  <a:pt x="793921" y="631396"/>
                  <a:pt x="736600" y="774700"/>
                </a:cubicBezTo>
                <a:cubicBezTo>
                  <a:pt x="723900" y="806450"/>
                  <a:pt x="710674" y="837994"/>
                  <a:pt x="698500" y="869950"/>
                </a:cubicBezTo>
                <a:cubicBezTo>
                  <a:pt x="693734" y="882460"/>
                  <a:pt x="690375" y="895469"/>
                  <a:pt x="685800" y="908050"/>
                </a:cubicBezTo>
                <a:cubicBezTo>
                  <a:pt x="681905" y="918762"/>
                  <a:pt x="664446" y="947218"/>
                  <a:pt x="673100" y="939800"/>
                </a:cubicBezTo>
                <a:cubicBezTo>
                  <a:pt x="799367" y="831571"/>
                  <a:pt x="919012" y="715847"/>
                  <a:pt x="1041400" y="603250"/>
                </a:cubicBezTo>
                <a:cubicBezTo>
                  <a:pt x="1077765" y="569794"/>
                  <a:pt x="1109819" y="531298"/>
                  <a:pt x="1149350" y="501650"/>
                </a:cubicBezTo>
                <a:cubicBezTo>
                  <a:pt x="1287370" y="398135"/>
                  <a:pt x="1215856" y="454569"/>
                  <a:pt x="1416050" y="279400"/>
                </a:cubicBezTo>
                <a:cubicBezTo>
                  <a:pt x="1436522" y="261487"/>
                  <a:pt x="1551811" y="157025"/>
                  <a:pt x="1562100" y="146050"/>
                </a:cubicBezTo>
                <a:lnTo>
                  <a:pt x="1657350" y="44450"/>
                </a:lnTo>
                <a:cubicBezTo>
                  <a:pt x="1623483" y="131233"/>
                  <a:pt x="1593951" y="219835"/>
                  <a:pt x="1555750" y="304800"/>
                </a:cubicBezTo>
                <a:cubicBezTo>
                  <a:pt x="1471114" y="493042"/>
                  <a:pt x="1354318" y="667797"/>
                  <a:pt x="1289050" y="863600"/>
                </a:cubicBezTo>
                <a:cubicBezTo>
                  <a:pt x="1255562" y="964063"/>
                  <a:pt x="1274729" y="915426"/>
                  <a:pt x="1231900" y="1009650"/>
                </a:cubicBezTo>
                <a:cubicBezTo>
                  <a:pt x="1201275" y="1162774"/>
                  <a:pt x="1220362" y="1037938"/>
                  <a:pt x="1479550" y="774700"/>
                </a:cubicBezTo>
                <a:cubicBezTo>
                  <a:pt x="1528916" y="724563"/>
                  <a:pt x="1580549" y="676699"/>
                  <a:pt x="1631950" y="628650"/>
                </a:cubicBezTo>
                <a:cubicBezTo>
                  <a:pt x="1677924" y="585674"/>
                  <a:pt x="1728439" y="547403"/>
                  <a:pt x="1771650" y="501650"/>
                </a:cubicBezTo>
                <a:cubicBezTo>
                  <a:pt x="1807633" y="463550"/>
                  <a:pt x="1841581" y="423419"/>
                  <a:pt x="1879600" y="387350"/>
                </a:cubicBezTo>
                <a:cubicBezTo>
                  <a:pt x="1924237" y="345002"/>
                  <a:pt x="1977861" y="312182"/>
                  <a:pt x="2019300" y="266700"/>
                </a:cubicBezTo>
                <a:cubicBezTo>
                  <a:pt x="2065206" y="216315"/>
                  <a:pt x="2082444" y="138194"/>
                  <a:pt x="2139950" y="101600"/>
                </a:cubicBezTo>
                <a:lnTo>
                  <a:pt x="2209800" y="57150"/>
                </a:lnTo>
                <a:cubicBezTo>
                  <a:pt x="2268744" y="76798"/>
                  <a:pt x="2236068" y="58854"/>
                  <a:pt x="2184400" y="184150"/>
                </a:cubicBezTo>
                <a:cubicBezTo>
                  <a:pt x="2116058" y="349880"/>
                  <a:pt x="2044580" y="514299"/>
                  <a:pt x="1974850" y="679450"/>
                </a:cubicBezTo>
                <a:cubicBezTo>
                  <a:pt x="1935490" y="772672"/>
                  <a:pt x="1944186" y="744957"/>
                  <a:pt x="1917700" y="850900"/>
                </a:cubicBezTo>
                <a:cubicBezTo>
                  <a:pt x="1910851" y="878297"/>
                  <a:pt x="1875379" y="949449"/>
                  <a:pt x="1898650" y="933450"/>
                </a:cubicBezTo>
                <a:cubicBezTo>
                  <a:pt x="1956736" y="893516"/>
                  <a:pt x="2094879" y="658647"/>
                  <a:pt x="2133600" y="609600"/>
                </a:cubicBezTo>
                <a:cubicBezTo>
                  <a:pt x="2218245" y="502383"/>
                  <a:pt x="2301902" y="393203"/>
                  <a:pt x="2400300" y="298450"/>
                </a:cubicBezTo>
                <a:cubicBezTo>
                  <a:pt x="2457450" y="243417"/>
                  <a:pt x="2515648" y="189452"/>
                  <a:pt x="2571750" y="133350"/>
                </a:cubicBezTo>
                <a:cubicBezTo>
                  <a:pt x="2586567" y="118533"/>
                  <a:pt x="2600103" y="102314"/>
                  <a:pt x="2616200" y="88900"/>
                </a:cubicBezTo>
                <a:cubicBezTo>
                  <a:pt x="2638317" y="70469"/>
                  <a:pt x="2686050" y="38100"/>
                  <a:pt x="2686050" y="38100"/>
                </a:cubicBezTo>
                <a:cubicBezTo>
                  <a:pt x="2663868" y="304278"/>
                  <a:pt x="2675056" y="249076"/>
                  <a:pt x="2622550" y="527050"/>
                </a:cubicBezTo>
                <a:cubicBezTo>
                  <a:pt x="2602903" y="631065"/>
                  <a:pt x="2580442" y="734530"/>
                  <a:pt x="2559050" y="838200"/>
                </a:cubicBezTo>
                <a:cubicBezTo>
                  <a:pt x="2552925" y="867881"/>
                  <a:pt x="2547350" y="897699"/>
                  <a:pt x="2540000" y="927100"/>
                </a:cubicBezTo>
                <a:cubicBezTo>
                  <a:pt x="2537883" y="935567"/>
                  <a:pt x="2528116" y="959248"/>
                  <a:pt x="2533650" y="952500"/>
                </a:cubicBezTo>
                <a:cubicBezTo>
                  <a:pt x="2625466" y="840529"/>
                  <a:pt x="2723605" y="732392"/>
                  <a:pt x="2800350" y="609600"/>
                </a:cubicBezTo>
                <a:cubicBezTo>
                  <a:pt x="2975304" y="329673"/>
                  <a:pt x="2869627" y="483345"/>
                  <a:pt x="3060700" y="234950"/>
                </a:cubicBezTo>
                <a:cubicBezTo>
                  <a:pt x="3080058" y="209784"/>
                  <a:pt x="3098800" y="184150"/>
                  <a:pt x="3117850" y="158750"/>
                </a:cubicBezTo>
                <a:cubicBezTo>
                  <a:pt x="3124200" y="150283"/>
                  <a:pt x="3128636" y="139961"/>
                  <a:pt x="3136900" y="133350"/>
                </a:cubicBezTo>
                <a:cubicBezTo>
                  <a:pt x="3182675" y="96730"/>
                  <a:pt x="3159066" y="117534"/>
                  <a:pt x="3206750" y="69850"/>
                </a:cubicBezTo>
                <a:cubicBezTo>
                  <a:pt x="3166497" y="351622"/>
                  <a:pt x="3191161" y="254699"/>
                  <a:pt x="3054350" y="628650"/>
                </a:cubicBezTo>
                <a:cubicBezTo>
                  <a:pt x="3036775" y="676688"/>
                  <a:pt x="3008405" y="720305"/>
                  <a:pt x="2990850" y="768350"/>
                </a:cubicBezTo>
                <a:cubicBezTo>
                  <a:pt x="2968098" y="830619"/>
                  <a:pt x="2953857" y="895693"/>
                  <a:pt x="2933700" y="958850"/>
                </a:cubicBezTo>
                <a:cubicBezTo>
                  <a:pt x="2922098" y="995202"/>
                  <a:pt x="2907230" y="1030457"/>
                  <a:pt x="2895600" y="1066800"/>
                </a:cubicBezTo>
                <a:cubicBezTo>
                  <a:pt x="2890280" y="1083424"/>
                  <a:pt x="2882900" y="1100146"/>
                  <a:pt x="2882900" y="1117600"/>
                </a:cubicBezTo>
                <a:cubicBezTo>
                  <a:pt x="2882900" y="1127066"/>
                  <a:pt x="2889841" y="1099712"/>
                  <a:pt x="2895600" y="1092200"/>
                </a:cubicBezTo>
                <a:cubicBezTo>
                  <a:pt x="2938642" y="1036058"/>
                  <a:pt x="2985866" y="983209"/>
                  <a:pt x="3028950" y="927100"/>
                </a:cubicBezTo>
                <a:cubicBezTo>
                  <a:pt x="3076907" y="864644"/>
                  <a:pt x="3123607" y="801190"/>
                  <a:pt x="3168650" y="736600"/>
                </a:cubicBezTo>
                <a:cubicBezTo>
                  <a:pt x="3235812" y="640293"/>
                  <a:pt x="3298364" y="540825"/>
                  <a:pt x="3365500" y="444500"/>
                </a:cubicBezTo>
                <a:cubicBezTo>
                  <a:pt x="3405178" y="387570"/>
                  <a:pt x="3505367" y="260135"/>
                  <a:pt x="3549650" y="203200"/>
                </a:cubicBezTo>
                <a:cubicBezTo>
                  <a:pt x="3579283" y="165100"/>
                  <a:pt x="3601903" y="120312"/>
                  <a:pt x="3638550" y="88900"/>
                </a:cubicBezTo>
                <a:cubicBezTo>
                  <a:pt x="3701182" y="35215"/>
                  <a:pt x="3669201" y="64599"/>
                  <a:pt x="3733800" y="0"/>
                </a:cubicBezTo>
                <a:cubicBezTo>
                  <a:pt x="3655483" y="228600"/>
                  <a:pt x="3577956" y="457472"/>
                  <a:pt x="3498850" y="685800"/>
                </a:cubicBezTo>
                <a:cubicBezTo>
                  <a:pt x="3416262" y="924179"/>
                  <a:pt x="3489836" y="683522"/>
                  <a:pt x="3416300" y="946150"/>
                </a:cubicBezTo>
                <a:cubicBezTo>
                  <a:pt x="3416208" y="946478"/>
                  <a:pt x="3399816" y="993911"/>
                  <a:pt x="3403600" y="990600"/>
                </a:cubicBezTo>
                <a:cubicBezTo>
                  <a:pt x="3568049" y="846707"/>
                  <a:pt x="3675744" y="742028"/>
                  <a:pt x="3803650" y="577850"/>
                </a:cubicBezTo>
                <a:cubicBezTo>
                  <a:pt x="3901214" y="452619"/>
                  <a:pt x="3993603" y="323438"/>
                  <a:pt x="4089400" y="196850"/>
                </a:cubicBezTo>
                <a:cubicBezTo>
                  <a:pt x="4154943" y="110239"/>
                  <a:pt x="4136321" y="130879"/>
                  <a:pt x="4184650" y="82550"/>
                </a:cubicBezTo>
                <a:cubicBezTo>
                  <a:pt x="4169833" y="160867"/>
                  <a:pt x="4162954" y="241111"/>
                  <a:pt x="4140200" y="317500"/>
                </a:cubicBezTo>
                <a:cubicBezTo>
                  <a:pt x="4103494" y="440727"/>
                  <a:pt x="4039980" y="555214"/>
                  <a:pt x="4006850" y="679450"/>
                </a:cubicBezTo>
                <a:cubicBezTo>
                  <a:pt x="3998383" y="711200"/>
                  <a:pt x="3991413" y="743387"/>
                  <a:pt x="3981450" y="774700"/>
                </a:cubicBezTo>
                <a:cubicBezTo>
                  <a:pt x="3976562" y="790061"/>
                  <a:pt x="3967208" y="803764"/>
                  <a:pt x="3962400" y="819150"/>
                </a:cubicBezTo>
                <a:cubicBezTo>
                  <a:pt x="3956579" y="837776"/>
                  <a:pt x="3931074" y="882121"/>
                  <a:pt x="3949700" y="876300"/>
                </a:cubicBezTo>
                <a:cubicBezTo>
                  <a:pt x="3995770" y="861903"/>
                  <a:pt x="4026920" y="818300"/>
                  <a:pt x="4064000" y="787400"/>
                </a:cubicBezTo>
                <a:cubicBezTo>
                  <a:pt x="4128553" y="733606"/>
                  <a:pt x="4195488" y="682120"/>
                  <a:pt x="4254500" y="622300"/>
                </a:cubicBezTo>
                <a:cubicBezTo>
                  <a:pt x="4350295" y="525193"/>
                  <a:pt x="4436733" y="419278"/>
                  <a:pt x="4527550" y="317500"/>
                </a:cubicBezTo>
                <a:cubicBezTo>
                  <a:pt x="4559500" y="281694"/>
                  <a:pt x="4585066" y="239198"/>
                  <a:pt x="4622800" y="209550"/>
                </a:cubicBezTo>
                <a:cubicBezTo>
                  <a:pt x="4733401" y="122649"/>
                  <a:pt x="4679906" y="159933"/>
                  <a:pt x="4781550" y="95250"/>
                </a:cubicBezTo>
                <a:cubicBezTo>
                  <a:pt x="4770967" y="150283"/>
                  <a:pt x="4768862" y="207650"/>
                  <a:pt x="4749800" y="260350"/>
                </a:cubicBezTo>
                <a:cubicBezTo>
                  <a:pt x="4696577" y="407496"/>
                  <a:pt x="4609277" y="541879"/>
                  <a:pt x="4565650" y="692150"/>
                </a:cubicBezTo>
                <a:cubicBezTo>
                  <a:pt x="4546600" y="757767"/>
                  <a:pt x="4448212" y="921153"/>
                  <a:pt x="4508500" y="889000"/>
                </a:cubicBezTo>
                <a:lnTo>
                  <a:pt x="4699000" y="787400"/>
                </a:lnTo>
                <a:lnTo>
                  <a:pt x="4940300" y="520700"/>
                </a:lnTo>
                <a:cubicBezTo>
                  <a:pt x="4969570" y="488615"/>
                  <a:pt x="4997516" y="455154"/>
                  <a:pt x="5029200" y="425450"/>
                </a:cubicBezTo>
                <a:cubicBezTo>
                  <a:pt x="5268481" y="201124"/>
                  <a:pt x="5032954" y="430993"/>
                  <a:pt x="5181600" y="266700"/>
                </a:cubicBezTo>
                <a:cubicBezTo>
                  <a:pt x="5318804" y="115054"/>
                  <a:pt x="5207102" y="252285"/>
                  <a:pt x="5276850" y="165100"/>
                </a:cubicBezTo>
                <a:cubicBezTo>
                  <a:pt x="5260449" y="542332"/>
                  <a:pt x="5295660" y="57352"/>
                  <a:pt x="5099050" y="800100"/>
                </a:cubicBezTo>
                <a:cubicBezTo>
                  <a:pt x="5080000" y="872067"/>
                  <a:pt x="5057498" y="943207"/>
                  <a:pt x="5041900" y="1016000"/>
                </a:cubicBezTo>
                <a:cubicBezTo>
                  <a:pt x="5032053" y="1061954"/>
                  <a:pt x="4977801" y="1169093"/>
                  <a:pt x="5022850" y="1155700"/>
                </a:cubicBezTo>
                <a:cubicBezTo>
                  <a:pt x="5128060" y="1124421"/>
                  <a:pt x="5195332" y="1019650"/>
                  <a:pt x="5276850" y="946150"/>
                </a:cubicBezTo>
                <a:cubicBezTo>
                  <a:pt x="5435320" y="803267"/>
                  <a:pt x="5404476" y="797799"/>
                  <a:pt x="5543550" y="622300"/>
                </a:cubicBezTo>
                <a:cubicBezTo>
                  <a:pt x="5585474" y="569396"/>
                  <a:pt x="5634732" y="522610"/>
                  <a:pt x="5676900" y="469900"/>
                </a:cubicBezTo>
                <a:cubicBezTo>
                  <a:pt x="5685367" y="459317"/>
                  <a:pt x="5694168" y="448993"/>
                  <a:pt x="5702300" y="438150"/>
                </a:cubicBezTo>
                <a:cubicBezTo>
                  <a:pt x="5706879" y="432045"/>
                  <a:pt x="5709604" y="424496"/>
                  <a:pt x="5715000" y="419100"/>
                </a:cubicBezTo>
                <a:cubicBezTo>
                  <a:pt x="5718347" y="415753"/>
                  <a:pt x="5723467" y="414867"/>
                  <a:pt x="5727700" y="412750"/>
                </a:cubicBezTo>
              </a:path>
            </a:pathLst>
          </a:cu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B163FC-ED15-7DA4-8610-175394EDA561}"/>
              </a:ext>
            </a:extLst>
          </p:cNvPr>
          <p:cNvSpPr txBox="1"/>
          <p:nvPr/>
        </p:nvSpPr>
        <p:spPr>
          <a:xfrm>
            <a:off x="7788413" y="1914143"/>
            <a:ext cx="292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That’s not it!!!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2BDE25-B61F-60DD-E08E-11C69DB5A59C}"/>
                  </a:ext>
                </a:extLst>
              </p:cNvPr>
              <p:cNvSpPr txBox="1"/>
              <p:nvPr/>
            </p:nvSpPr>
            <p:spPr>
              <a:xfrm>
                <a:off x="6304636" y="4663745"/>
                <a:ext cx="2484847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8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8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8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2BDE25-B61F-60DD-E08E-11C69DB5A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636" y="4663745"/>
                <a:ext cx="2484847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04661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8B754-96AD-32FD-16A3-E686D40F9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1A5351-0853-4D21-C240-B5F1C80E4D94}"/>
              </a:ext>
            </a:extLst>
          </p:cNvPr>
          <p:cNvSpPr txBox="1"/>
          <p:nvPr/>
        </p:nvSpPr>
        <p:spPr>
          <a:xfrm>
            <a:off x="6072516" y="2761479"/>
            <a:ext cx="535960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Physics describes the evolution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similarly prepared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D4925A-4A90-0657-BAA7-A547DC0455AA}"/>
              </a:ext>
            </a:extLst>
          </p:cNvPr>
          <p:cNvSpPr txBox="1"/>
          <p:nvPr/>
        </p:nvSpPr>
        <p:spPr>
          <a:xfrm>
            <a:off x="7100208" y="3908140"/>
            <a:ext cx="2151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time I do this…</a:t>
            </a:r>
          </a:p>
        </p:txBody>
      </p: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D385857E-445F-7105-F360-19EB5CE4DFD5}"/>
              </a:ext>
            </a:extLst>
          </p:cNvPr>
          <p:cNvCxnSpPr/>
          <p:nvPr/>
        </p:nvCxnSpPr>
        <p:spPr>
          <a:xfrm>
            <a:off x="10715625" y="219075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32545026-0577-9115-DBA1-2613739F3BBC}"/>
                  </a:ext>
                </a:extLst>
              </p:cNvPr>
              <p:cNvSpPr txBox="1"/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32545026-0577-9115-DBA1-2613739F3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41" name="Group 1940">
            <a:extLst>
              <a:ext uri="{FF2B5EF4-FFF2-40B4-BE49-F238E27FC236}">
                <a16:creationId xmlns:a16="http://schemas.microsoft.com/office/drawing/2014/main" id="{2C3C7EC9-A9C7-8E0D-397E-F7460B6C27ED}"/>
              </a:ext>
            </a:extLst>
          </p:cNvPr>
          <p:cNvGrpSpPr/>
          <p:nvPr/>
        </p:nvGrpSpPr>
        <p:grpSpPr>
          <a:xfrm>
            <a:off x="12579803" y="5119457"/>
            <a:ext cx="13102977" cy="1243880"/>
            <a:chOff x="3628570" y="4023519"/>
            <a:chExt cx="23905029" cy="2269331"/>
          </a:xfrm>
        </p:grpSpPr>
        <p:sp>
          <p:nvSpPr>
            <p:cNvPr id="1942" name="Rectangle 1941">
              <a:extLst>
                <a:ext uri="{FF2B5EF4-FFF2-40B4-BE49-F238E27FC236}">
                  <a16:creationId xmlns:a16="http://schemas.microsoft.com/office/drawing/2014/main" id="{14C89169-5E6D-5EBC-808F-74FC0CA689A1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943" name="Group 1942">
              <a:extLst>
                <a:ext uri="{FF2B5EF4-FFF2-40B4-BE49-F238E27FC236}">
                  <a16:creationId xmlns:a16="http://schemas.microsoft.com/office/drawing/2014/main" id="{B213C695-B4DC-71E0-A32E-FBD3A3174BD2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2124" name="Rectangle: Rounded Corners 2123">
                <a:extLst>
                  <a:ext uri="{FF2B5EF4-FFF2-40B4-BE49-F238E27FC236}">
                    <a16:creationId xmlns:a16="http://schemas.microsoft.com/office/drawing/2014/main" id="{9AE6A53A-9859-5CC1-249D-15D5AA44BC6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125" name="Group 2124">
                <a:extLst>
                  <a:ext uri="{FF2B5EF4-FFF2-40B4-BE49-F238E27FC236}">
                    <a16:creationId xmlns:a16="http://schemas.microsoft.com/office/drawing/2014/main" id="{37F49CB2-E10B-ACE4-9F92-297CF58F69B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35" name="Rectangle: Rounded Corners 2134">
                  <a:extLst>
                    <a:ext uri="{FF2B5EF4-FFF2-40B4-BE49-F238E27FC236}">
                      <a16:creationId xmlns:a16="http://schemas.microsoft.com/office/drawing/2014/main" id="{8E6FC942-083B-0225-C9B7-2967260CD0A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6" name="Rectangle: Rounded Corners 2135">
                  <a:extLst>
                    <a:ext uri="{FF2B5EF4-FFF2-40B4-BE49-F238E27FC236}">
                      <a16:creationId xmlns:a16="http://schemas.microsoft.com/office/drawing/2014/main" id="{22FD0631-E456-7AA8-7462-C93ED21AD5C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7" name="Rectangle: Rounded Corners 2136">
                  <a:extLst>
                    <a:ext uri="{FF2B5EF4-FFF2-40B4-BE49-F238E27FC236}">
                      <a16:creationId xmlns:a16="http://schemas.microsoft.com/office/drawing/2014/main" id="{5E075A09-1EC0-598F-0392-2FB0373A979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8" name="Rectangle: Rounded Corners 2137">
                  <a:extLst>
                    <a:ext uri="{FF2B5EF4-FFF2-40B4-BE49-F238E27FC236}">
                      <a16:creationId xmlns:a16="http://schemas.microsoft.com/office/drawing/2014/main" id="{13F9F93A-6498-935D-8D6B-69A5EA9CC77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9" name="Rectangle: Rounded Corners 2138">
                  <a:extLst>
                    <a:ext uri="{FF2B5EF4-FFF2-40B4-BE49-F238E27FC236}">
                      <a16:creationId xmlns:a16="http://schemas.microsoft.com/office/drawing/2014/main" id="{2A21588A-6B21-93DD-187E-065BF937002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0" name="Rectangle: Rounded Corners 2139">
                  <a:extLst>
                    <a:ext uri="{FF2B5EF4-FFF2-40B4-BE49-F238E27FC236}">
                      <a16:creationId xmlns:a16="http://schemas.microsoft.com/office/drawing/2014/main" id="{020603AE-2A82-FDC7-F688-8E397F51D42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1" name="Rectangle: Rounded Corners 2140">
                  <a:extLst>
                    <a:ext uri="{FF2B5EF4-FFF2-40B4-BE49-F238E27FC236}">
                      <a16:creationId xmlns:a16="http://schemas.microsoft.com/office/drawing/2014/main" id="{5FC3998D-A558-1434-512D-29063BDCA0A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2" name="Rectangle: Rounded Corners 2141">
                  <a:extLst>
                    <a:ext uri="{FF2B5EF4-FFF2-40B4-BE49-F238E27FC236}">
                      <a16:creationId xmlns:a16="http://schemas.microsoft.com/office/drawing/2014/main" id="{502AFA7D-DEAA-9BA9-140E-0867023D32A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26" name="Group 2125">
                <a:extLst>
                  <a:ext uri="{FF2B5EF4-FFF2-40B4-BE49-F238E27FC236}">
                    <a16:creationId xmlns:a16="http://schemas.microsoft.com/office/drawing/2014/main" id="{35B16EBE-0591-AF1E-A1A6-7D15798E46FC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27" name="Rectangle: Rounded Corners 2126">
                  <a:extLst>
                    <a:ext uri="{FF2B5EF4-FFF2-40B4-BE49-F238E27FC236}">
                      <a16:creationId xmlns:a16="http://schemas.microsoft.com/office/drawing/2014/main" id="{71A92282-262C-A701-A536-1AE9340428F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8" name="Rectangle: Rounded Corners 2127">
                  <a:extLst>
                    <a:ext uri="{FF2B5EF4-FFF2-40B4-BE49-F238E27FC236}">
                      <a16:creationId xmlns:a16="http://schemas.microsoft.com/office/drawing/2014/main" id="{D9397B49-C433-0C8A-D7D3-5B11714049D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9" name="Rectangle: Rounded Corners 2128">
                  <a:extLst>
                    <a:ext uri="{FF2B5EF4-FFF2-40B4-BE49-F238E27FC236}">
                      <a16:creationId xmlns:a16="http://schemas.microsoft.com/office/drawing/2014/main" id="{285655D8-2632-C03A-B01F-B2E633B0E1A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0" name="Rectangle: Rounded Corners 2129">
                  <a:extLst>
                    <a:ext uri="{FF2B5EF4-FFF2-40B4-BE49-F238E27FC236}">
                      <a16:creationId xmlns:a16="http://schemas.microsoft.com/office/drawing/2014/main" id="{4E51DD39-1B54-4365-5B6C-E07A6D6C060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1" name="Rectangle: Rounded Corners 2130">
                  <a:extLst>
                    <a:ext uri="{FF2B5EF4-FFF2-40B4-BE49-F238E27FC236}">
                      <a16:creationId xmlns:a16="http://schemas.microsoft.com/office/drawing/2014/main" id="{5068E8E3-DECB-1004-9248-98919F11BA2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2" name="Rectangle: Rounded Corners 2131">
                  <a:extLst>
                    <a:ext uri="{FF2B5EF4-FFF2-40B4-BE49-F238E27FC236}">
                      <a16:creationId xmlns:a16="http://schemas.microsoft.com/office/drawing/2014/main" id="{EC435873-2A67-87F1-686E-2B93797A84E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3" name="Rectangle: Rounded Corners 2132">
                  <a:extLst>
                    <a:ext uri="{FF2B5EF4-FFF2-40B4-BE49-F238E27FC236}">
                      <a16:creationId xmlns:a16="http://schemas.microsoft.com/office/drawing/2014/main" id="{73A6171A-B0A6-ED82-9541-F90B6EC9B57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4" name="Rectangle: Rounded Corners 2133">
                  <a:extLst>
                    <a:ext uri="{FF2B5EF4-FFF2-40B4-BE49-F238E27FC236}">
                      <a16:creationId xmlns:a16="http://schemas.microsoft.com/office/drawing/2014/main" id="{D2D55A02-B5E6-B5A4-80A1-864C1D20BE2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44" name="Group 1943">
              <a:extLst>
                <a:ext uri="{FF2B5EF4-FFF2-40B4-BE49-F238E27FC236}">
                  <a16:creationId xmlns:a16="http://schemas.microsoft.com/office/drawing/2014/main" id="{314559AB-8FF3-7219-852A-E95BCDDD0BBE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2105" name="Rectangle: Rounded Corners 2104">
                <a:extLst>
                  <a:ext uri="{FF2B5EF4-FFF2-40B4-BE49-F238E27FC236}">
                    <a16:creationId xmlns:a16="http://schemas.microsoft.com/office/drawing/2014/main" id="{9D3FE602-C8F6-7660-0292-7DD3AA532C6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106" name="Group 2105">
                <a:extLst>
                  <a:ext uri="{FF2B5EF4-FFF2-40B4-BE49-F238E27FC236}">
                    <a16:creationId xmlns:a16="http://schemas.microsoft.com/office/drawing/2014/main" id="{BB69517A-73A1-D97C-02FA-48C0961A2AF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16" name="Rectangle: Rounded Corners 2115">
                  <a:extLst>
                    <a:ext uri="{FF2B5EF4-FFF2-40B4-BE49-F238E27FC236}">
                      <a16:creationId xmlns:a16="http://schemas.microsoft.com/office/drawing/2014/main" id="{A22E0B8C-483E-C880-21EF-B190B56E8B5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7" name="Rectangle: Rounded Corners 2116">
                  <a:extLst>
                    <a:ext uri="{FF2B5EF4-FFF2-40B4-BE49-F238E27FC236}">
                      <a16:creationId xmlns:a16="http://schemas.microsoft.com/office/drawing/2014/main" id="{7B73DCB8-75AE-6D5B-C8C1-2CC2884E242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8" name="Rectangle: Rounded Corners 2117">
                  <a:extLst>
                    <a:ext uri="{FF2B5EF4-FFF2-40B4-BE49-F238E27FC236}">
                      <a16:creationId xmlns:a16="http://schemas.microsoft.com/office/drawing/2014/main" id="{49A60A33-BBEF-E6B0-7FBC-249FD97EE92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9" name="Rectangle: Rounded Corners 2118">
                  <a:extLst>
                    <a:ext uri="{FF2B5EF4-FFF2-40B4-BE49-F238E27FC236}">
                      <a16:creationId xmlns:a16="http://schemas.microsoft.com/office/drawing/2014/main" id="{AF3B4FAC-15BB-CC61-F716-CE887A90D4A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0" name="Rectangle: Rounded Corners 2119">
                  <a:extLst>
                    <a:ext uri="{FF2B5EF4-FFF2-40B4-BE49-F238E27FC236}">
                      <a16:creationId xmlns:a16="http://schemas.microsoft.com/office/drawing/2014/main" id="{EA3CECE1-BF6A-7809-D60A-C548C3D0F75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1" name="Rectangle: Rounded Corners 2120">
                  <a:extLst>
                    <a:ext uri="{FF2B5EF4-FFF2-40B4-BE49-F238E27FC236}">
                      <a16:creationId xmlns:a16="http://schemas.microsoft.com/office/drawing/2014/main" id="{DAD36348-8C2C-FF75-00D7-48CDFF989E6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2" name="Rectangle: Rounded Corners 2121">
                  <a:extLst>
                    <a:ext uri="{FF2B5EF4-FFF2-40B4-BE49-F238E27FC236}">
                      <a16:creationId xmlns:a16="http://schemas.microsoft.com/office/drawing/2014/main" id="{375EDAF2-88DA-58EB-1825-875CFB4C21C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3" name="Rectangle: Rounded Corners 2122">
                  <a:extLst>
                    <a:ext uri="{FF2B5EF4-FFF2-40B4-BE49-F238E27FC236}">
                      <a16:creationId xmlns:a16="http://schemas.microsoft.com/office/drawing/2014/main" id="{B6DF72CA-7A7D-AFBB-724A-5D70FA6D395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07" name="Group 2106">
                <a:extLst>
                  <a:ext uri="{FF2B5EF4-FFF2-40B4-BE49-F238E27FC236}">
                    <a16:creationId xmlns:a16="http://schemas.microsoft.com/office/drawing/2014/main" id="{F1EDC7C7-698F-A960-1EDD-20AF8875D22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08" name="Rectangle: Rounded Corners 2107">
                  <a:extLst>
                    <a:ext uri="{FF2B5EF4-FFF2-40B4-BE49-F238E27FC236}">
                      <a16:creationId xmlns:a16="http://schemas.microsoft.com/office/drawing/2014/main" id="{97FEE2A5-02E3-E909-CED4-09140B03A00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09" name="Rectangle: Rounded Corners 2108">
                  <a:extLst>
                    <a:ext uri="{FF2B5EF4-FFF2-40B4-BE49-F238E27FC236}">
                      <a16:creationId xmlns:a16="http://schemas.microsoft.com/office/drawing/2014/main" id="{0D9A5543-919A-F7BA-33AD-315F96C87B1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0" name="Rectangle: Rounded Corners 2109">
                  <a:extLst>
                    <a:ext uri="{FF2B5EF4-FFF2-40B4-BE49-F238E27FC236}">
                      <a16:creationId xmlns:a16="http://schemas.microsoft.com/office/drawing/2014/main" id="{D45A16E1-4B43-F235-A2D2-83EFCEF9526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1" name="Rectangle: Rounded Corners 2110">
                  <a:extLst>
                    <a:ext uri="{FF2B5EF4-FFF2-40B4-BE49-F238E27FC236}">
                      <a16:creationId xmlns:a16="http://schemas.microsoft.com/office/drawing/2014/main" id="{69385DAA-2558-E750-8E53-5A06A431B00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2" name="Rectangle: Rounded Corners 2111">
                  <a:extLst>
                    <a:ext uri="{FF2B5EF4-FFF2-40B4-BE49-F238E27FC236}">
                      <a16:creationId xmlns:a16="http://schemas.microsoft.com/office/drawing/2014/main" id="{6D45CAC0-EB49-9F39-F786-561C716BCF2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3" name="Rectangle: Rounded Corners 2112">
                  <a:extLst>
                    <a:ext uri="{FF2B5EF4-FFF2-40B4-BE49-F238E27FC236}">
                      <a16:creationId xmlns:a16="http://schemas.microsoft.com/office/drawing/2014/main" id="{041B0828-666B-E745-1D89-1952F23DB28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4" name="Rectangle: Rounded Corners 2113">
                  <a:extLst>
                    <a:ext uri="{FF2B5EF4-FFF2-40B4-BE49-F238E27FC236}">
                      <a16:creationId xmlns:a16="http://schemas.microsoft.com/office/drawing/2014/main" id="{741AA3E1-1B64-992C-D2A9-5A43F3DF6CA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5" name="Rectangle: Rounded Corners 2114">
                  <a:extLst>
                    <a:ext uri="{FF2B5EF4-FFF2-40B4-BE49-F238E27FC236}">
                      <a16:creationId xmlns:a16="http://schemas.microsoft.com/office/drawing/2014/main" id="{AD135AC7-48D0-8781-ADD5-AEFEEE58190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45" name="Group 1944">
              <a:extLst>
                <a:ext uri="{FF2B5EF4-FFF2-40B4-BE49-F238E27FC236}">
                  <a16:creationId xmlns:a16="http://schemas.microsoft.com/office/drawing/2014/main" id="{4B0A06E7-394F-6512-B731-DA882FF750D6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2086" name="Rectangle: Rounded Corners 2085">
                <a:extLst>
                  <a:ext uri="{FF2B5EF4-FFF2-40B4-BE49-F238E27FC236}">
                    <a16:creationId xmlns:a16="http://schemas.microsoft.com/office/drawing/2014/main" id="{F3D6FF1D-3961-2121-D7D2-C9FAEFBE3EB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087" name="Group 2086">
                <a:extLst>
                  <a:ext uri="{FF2B5EF4-FFF2-40B4-BE49-F238E27FC236}">
                    <a16:creationId xmlns:a16="http://schemas.microsoft.com/office/drawing/2014/main" id="{E69D70AB-395A-7CC5-B1EF-2CDD0F0C4A0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97" name="Rectangle: Rounded Corners 2096">
                  <a:extLst>
                    <a:ext uri="{FF2B5EF4-FFF2-40B4-BE49-F238E27FC236}">
                      <a16:creationId xmlns:a16="http://schemas.microsoft.com/office/drawing/2014/main" id="{48B70F99-E352-4CFA-550C-511AEB4D74B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8" name="Rectangle: Rounded Corners 2097">
                  <a:extLst>
                    <a:ext uri="{FF2B5EF4-FFF2-40B4-BE49-F238E27FC236}">
                      <a16:creationId xmlns:a16="http://schemas.microsoft.com/office/drawing/2014/main" id="{C2E44420-B2E2-16CE-6B72-DB8366C4247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9" name="Rectangle: Rounded Corners 2098">
                  <a:extLst>
                    <a:ext uri="{FF2B5EF4-FFF2-40B4-BE49-F238E27FC236}">
                      <a16:creationId xmlns:a16="http://schemas.microsoft.com/office/drawing/2014/main" id="{760CA143-9161-63C0-ACFB-B07C83E56A3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00" name="Rectangle: Rounded Corners 2099">
                  <a:extLst>
                    <a:ext uri="{FF2B5EF4-FFF2-40B4-BE49-F238E27FC236}">
                      <a16:creationId xmlns:a16="http://schemas.microsoft.com/office/drawing/2014/main" id="{FFC50700-1181-8EA5-0FC7-D90FF4B37EB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01" name="Rectangle: Rounded Corners 2100">
                  <a:extLst>
                    <a:ext uri="{FF2B5EF4-FFF2-40B4-BE49-F238E27FC236}">
                      <a16:creationId xmlns:a16="http://schemas.microsoft.com/office/drawing/2014/main" id="{936BBE6F-8DAC-2EB0-EE89-1E341F62CE6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02" name="Rectangle: Rounded Corners 2101">
                  <a:extLst>
                    <a:ext uri="{FF2B5EF4-FFF2-40B4-BE49-F238E27FC236}">
                      <a16:creationId xmlns:a16="http://schemas.microsoft.com/office/drawing/2014/main" id="{BA77BB84-054E-AF9B-C09A-7124BBD6695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03" name="Rectangle: Rounded Corners 2102">
                  <a:extLst>
                    <a:ext uri="{FF2B5EF4-FFF2-40B4-BE49-F238E27FC236}">
                      <a16:creationId xmlns:a16="http://schemas.microsoft.com/office/drawing/2014/main" id="{5320478B-A810-4656-C829-6A01563E214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04" name="Rectangle: Rounded Corners 2103">
                  <a:extLst>
                    <a:ext uri="{FF2B5EF4-FFF2-40B4-BE49-F238E27FC236}">
                      <a16:creationId xmlns:a16="http://schemas.microsoft.com/office/drawing/2014/main" id="{C4020655-1257-D154-B764-C1ECE39EEDB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088" name="Group 2087">
                <a:extLst>
                  <a:ext uri="{FF2B5EF4-FFF2-40B4-BE49-F238E27FC236}">
                    <a16:creationId xmlns:a16="http://schemas.microsoft.com/office/drawing/2014/main" id="{216BA890-53D3-06FA-5073-426241550F7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89" name="Rectangle: Rounded Corners 2088">
                  <a:extLst>
                    <a:ext uri="{FF2B5EF4-FFF2-40B4-BE49-F238E27FC236}">
                      <a16:creationId xmlns:a16="http://schemas.microsoft.com/office/drawing/2014/main" id="{650489D8-D69C-4DDD-16AE-5019C0780DA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0" name="Rectangle: Rounded Corners 2089">
                  <a:extLst>
                    <a:ext uri="{FF2B5EF4-FFF2-40B4-BE49-F238E27FC236}">
                      <a16:creationId xmlns:a16="http://schemas.microsoft.com/office/drawing/2014/main" id="{628CC15F-48D8-67D0-E6C0-A4C6342A5CA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1" name="Rectangle: Rounded Corners 2090">
                  <a:extLst>
                    <a:ext uri="{FF2B5EF4-FFF2-40B4-BE49-F238E27FC236}">
                      <a16:creationId xmlns:a16="http://schemas.microsoft.com/office/drawing/2014/main" id="{A7F784E0-ACD5-9E0C-AE68-8E6FD83780F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2" name="Rectangle: Rounded Corners 2091">
                  <a:extLst>
                    <a:ext uri="{FF2B5EF4-FFF2-40B4-BE49-F238E27FC236}">
                      <a16:creationId xmlns:a16="http://schemas.microsoft.com/office/drawing/2014/main" id="{64E1D8ED-DD81-2A17-0505-6D2BF39DB38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3" name="Rectangle: Rounded Corners 2092">
                  <a:extLst>
                    <a:ext uri="{FF2B5EF4-FFF2-40B4-BE49-F238E27FC236}">
                      <a16:creationId xmlns:a16="http://schemas.microsoft.com/office/drawing/2014/main" id="{E6A61B4F-B0A0-2AB2-CC43-F0B002A9433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4" name="Rectangle: Rounded Corners 2093">
                  <a:extLst>
                    <a:ext uri="{FF2B5EF4-FFF2-40B4-BE49-F238E27FC236}">
                      <a16:creationId xmlns:a16="http://schemas.microsoft.com/office/drawing/2014/main" id="{F821B6ED-24F4-37EA-855B-DCB2F1D9AB7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5" name="Rectangle: Rounded Corners 2094">
                  <a:extLst>
                    <a:ext uri="{FF2B5EF4-FFF2-40B4-BE49-F238E27FC236}">
                      <a16:creationId xmlns:a16="http://schemas.microsoft.com/office/drawing/2014/main" id="{099F09C3-6F21-B6B3-3FE2-352853C2ADF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6" name="Rectangle: Rounded Corners 2095">
                  <a:extLst>
                    <a:ext uri="{FF2B5EF4-FFF2-40B4-BE49-F238E27FC236}">
                      <a16:creationId xmlns:a16="http://schemas.microsoft.com/office/drawing/2014/main" id="{C504756B-FFAF-1E96-8DD9-6EC4EE169EE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46" name="Group 1945">
              <a:extLst>
                <a:ext uri="{FF2B5EF4-FFF2-40B4-BE49-F238E27FC236}">
                  <a16:creationId xmlns:a16="http://schemas.microsoft.com/office/drawing/2014/main" id="{4AB69931-28F9-93DE-19F7-1EB37A13E283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2067" name="Rectangle: Rounded Corners 2066">
                <a:extLst>
                  <a:ext uri="{FF2B5EF4-FFF2-40B4-BE49-F238E27FC236}">
                    <a16:creationId xmlns:a16="http://schemas.microsoft.com/office/drawing/2014/main" id="{F3EF2A54-9758-C31E-24DF-78D1D53728A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068" name="Group 2067">
                <a:extLst>
                  <a:ext uri="{FF2B5EF4-FFF2-40B4-BE49-F238E27FC236}">
                    <a16:creationId xmlns:a16="http://schemas.microsoft.com/office/drawing/2014/main" id="{F550FA32-E576-408A-D53C-949A93C142D0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78" name="Rectangle: Rounded Corners 2077">
                  <a:extLst>
                    <a:ext uri="{FF2B5EF4-FFF2-40B4-BE49-F238E27FC236}">
                      <a16:creationId xmlns:a16="http://schemas.microsoft.com/office/drawing/2014/main" id="{6D2C9190-16D5-31EB-207C-CDA6CC639A6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9" name="Rectangle: Rounded Corners 2078">
                  <a:extLst>
                    <a:ext uri="{FF2B5EF4-FFF2-40B4-BE49-F238E27FC236}">
                      <a16:creationId xmlns:a16="http://schemas.microsoft.com/office/drawing/2014/main" id="{106EA23A-EF6B-306B-379D-71B8DFA157A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0" name="Rectangle: Rounded Corners 2079">
                  <a:extLst>
                    <a:ext uri="{FF2B5EF4-FFF2-40B4-BE49-F238E27FC236}">
                      <a16:creationId xmlns:a16="http://schemas.microsoft.com/office/drawing/2014/main" id="{3832E2F4-A46B-9DFD-9241-22FB43848A7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1" name="Rectangle: Rounded Corners 2080">
                  <a:extLst>
                    <a:ext uri="{FF2B5EF4-FFF2-40B4-BE49-F238E27FC236}">
                      <a16:creationId xmlns:a16="http://schemas.microsoft.com/office/drawing/2014/main" id="{20323112-07C0-D7FC-9DB7-7C0604B0EBD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2" name="Rectangle: Rounded Corners 2081">
                  <a:extLst>
                    <a:ext uri="{FF2B5EF4-FFF2-40B4-BE49-F238E27FC236}">
                      <a16:creationId xmlns:a16="http://schemas.microsoft.com/office/drawing/2014/main" id="{8A3E7DF2-F347-C041-7BE1-87EFE388A79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3" name="Rectangle: Rounded Corners 2082">
                  <a:extLst>
                    <a:ext uri="{FF2B5EF4-FFF2-40B4-BE49-F238E27FC236}">
                      <a16:creationId xmlns:a16="http://schemas.microsoft.com/office/drawing/2014/main" id="{99E14B73-F78A-08B4-F575-25A0B6A7456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4" name="Rectangle: Rounded Corners 2083">
                  <a:extLst>
                    <a:ext uri="{FF2B5EF4-FFF2-40B4-BE49-F238E27FC236}">
                      <a16:creationId xmlns:a16="http://schemas.microsoft.com/office/drawing/2014/main" id="{B729EE4B-ACA3-F223-7A78-775C8F9EF87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5" name="Rectangle: Rounded Corners 2084">
                  <a:extLst>
                    <a:ext uri="{FF2B5EF4-FFF2-40B4-BE49-F238E27FC236}">
                      <a16:creationId xmlns:a16="http://schemas.microsoft.com/office/drawing/2014/main" id="{A2366F05-72C0-5842-3280-00FEC7021AE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069" name="Group 2068">
                <a:extLst>
                  <a:ext uri="{FF2B5EF4-FFF2-40B4-BE49-F238E27FC236}">
                    <a16:creationId xmlns:a16="http://schemas.microsoft.com/office/drawing/2014/main" id="{08F6D617-9B5D-A826-74A2-86BF8B6A4CE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70" name="Rectangle: Rounded Corners 2069">
                  <a:extLst>
                    <a:ext uri="{FF2B5EF4-FFF2-40B4-BE49-F238E27FC236}">
                      <a16:creationId xmlns:a16="http://schemas.microsoft.com/office/drawing/2014/main" id="{30160C88-B2D3-3FC4-DFAC-5CCB1FDD57C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1" name="Rectangle: Rounded Corners 2070">
                  <a:extLst>
                    <a:ext uri="{FF2B5EF4-FFF2-40B4-BE49-F238E27FC236}">
                      <a16:creationId xmlns:a16="http://schemas.microsoft.com/office/drawing/2014/main" id="{18239650-C65E-7CAF-B6D3-BE04BD7E239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2" name="Rectangle: Rounded Corners 2071">
                  <a:extLst>
                    <a:ext uri="{FF2B5EF4-FFF2-40B4-BE49-F238E27FC236}">
                      <a16:creationId xmlns:a16="http://schemas.microsoft.com/office/drawing/2014/main" id="{2510290E-033B-CCCB-62CB-DAB56D4FDDC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3" name="Rectangle: Rounded Corners 2072">
                  <a:extLst>
                    <a:ext uri="{FF2B5EF4-FFF2-40B4-BE49-F238E27FC236}">
                      <a16:creationId xmlns:a16="http://schemas.microsoft.com/office/drawing/2014/main" id="{40AA1626-6F95-15EF-6CF1-993328B588F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4" name="Rectangle: Rounded Corners 2073">
                  <a:extLst>
                    <a:ext uri="{FF2B5EF4-FFF2-40B4-BE49-F238E27FC236}">
                      <a16:creationId xmlns:a16="http://schemas.microsoft.com/office/drawing/2014/main" id="{6163C110-46C5-7D5A-9B64-CDFFECD59EE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5" name="Rectangle: Rounded Corners 2074">
                  <a:extLst>
                    <a:ext uri="{FF2B5EF4-FFF2-40B4-BE49-F238E27FC236}">
                      <a16:creationId xmlns:a16="http://schemas.microsoft.com/office/drawing/2014/main" id="{DF4D1BFE-AB7A-89F1-62BE-EF43A128B30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6" name="Rectangle: Rounded Corners 2075">
                  <a:extLst>
                    <a:ext uri="{FF2B5EF4-FFF2-40B4-BE49-F238E27FC236}">
                      <a16:creationId xmlns:a16="http://schemas.microsoft.com/office/drawing/2014/main" id="{AA54B2D9-E823-2C75-CE53-D4A3D135153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7" name="Rectangle: Rounded Corners 2076">
                  <a:extLst>
                    <a:ext uri="{FF2B5EF4-FFF2-40B4-BE49-F238E27FC236}">
                      <a16:creationId xmlns:a16="http://schemas.microsoft.com/office/drawing/2014/main" id="{13D32CDA-327F-9F7C-CB65-D2693D0E4E1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47" name="Group 1946">
              <a:extLst>
                <a:ext uri="{FF2B5EF4-FFF2-40B4-BE49-F238E27FC236}">
                  <a16:creationId xmlns:a16="http://schemas.microsoft.com/office/drawing/2014/main" id="{61A0FC6D-098D-F49B-08C3-B085EEA82779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2048" name="Rectangle: Rounded Corners 2047">
                <a:extLst>
                  <a:ext uri="{FF2B5EF4-FFF2-40B4-BE49-F238E27FC236}">
                    <a16:creationId xmlns:a16="http://schemas.microsoft.com/office/drawing/2014/main" id="{A2AD5048-E2CB-F382-D218-7A3DEF16EE7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049" name="Group 2048">
                <a:extLst>
                  <a:ext uri="{FF2B5EF4-FFF2-40B4-BE49-F238E27FC236}">
                    <a16:creationId xmlns:a16="http://schemas.microsoft.com/office/drawing/2014/main" id="{0E38A85F-0DDE-4A9B-420B-D3F3A34EE78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59" name="Rectangle: Rounded Corners 2058">
                  <a:extLst>
                    <a:ext uri="{FF2B5EF4-FFF2-40B4-BE49-F238E27FC236}">
                      <a16:creationId xmlns:a16="http://schemas.microsoft.com/office/drawing/2014/main" id="{5C51B765-298E-FB19-4897-7D9D88180E2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0" name="Rectangle: Rounded Corners 2059">
                  <a:extLst>
                    <a:ext uri="{FF2B5EF4-FFF2-40B4-BE49-F238E27FC236}">
                      <a16:creationId xmlns:a16="http://schemas.microsoft.com/office/drawing/2014/main" id="{4E9D25CA-61B3-2BC1-41B3-84C202E9274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1" name="Rectangle: Rounded Corners 2060">
                  <a:extLst>
                    <a:ext uri="{FF2B5EF4-FFF2-40B4-BE49-F238E27FC236}">
                      <a16:creationId xmlns:a16="http://schemas.microsoft.com/office/drawing/2014/main" id="{D7E333FC-E672-E433-79D8-81EFC7D955D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2" name="Rectangle: Rounded Corners 2061">
                  <a:extLst>
                    <a:ext uri="{FF2B5EF4-FFF2-40B4-BE49-F238E27FC236}">
                      <a16:creationId xmlns:a16="http://schemas.microsoft.com/office/drawing/2014/main" id="{402701E6-DA93-4B35-F8F8-F8C503A3BAC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3" name="Rectangle: Rounded Corners 2062">
                  <a:extLst>
                    <a:ext uri="{FF2B5EF4-FFF2-40B4-BE49-F238E27FC236}">
                      <a16:creationId xmlns:a16="http://schemas.microsoft.com/office/drawing/2014/main" id="{F44C55F2-131F-1F0A-59F9-A12CA04C6B3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4" name="Rectangle: Rounded Corners 2063">
                  <a:extLst>
                    <a:ext uri="{FF2B5EF4-FFF2-40B4-BE49-F238E27FC236}">
                      <a16:creationId xmlns:a16="http://schemas.microsoft.com/office/drawing/2014/main" id="{5811DBB1-522F-5A74-A783-6672378C10C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5" name="Rectangle: Rounded Corners 2064">
                  <a:extLst>
                    <a:ext uri="{FF2B5EF4-FFF2-40B4-BE49-F238E27FC236}">
                      <a16:creationId xmlns:a16="http://schemas.microsoft.com/office/drawing/2014/main" id="{9F0D5C44-C7E0-E63E-C610-3076D78B961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6" name="Rectangle: Rounded Corners 2065">
                  <a:extLst>
                    <a:ext uri="{FF2B5EF4-FFF2-40B4-BE49-F238E27FC236}">
                      <a16:creationId xmlns:a16="http://schemas.microsoft.com/office/drawing/2014/main" id="{29AFEC18-0C63-5F37-E1AE-A357E68E992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050" name="Group 2049">
                <a:extLst>
                  <a:ext uri="{FF2B5EF4-FFF2-40B4-BE49-F238E27FC236}">
                    <a16:creationId xmlns:a16="http://schemas.microsoft.com/office/drawing/2014/main" id="{25313662-91E4-0945-A9D7-C23C6769A6E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51" name="Rectangle: Rounded Corners 2050">
                  <a:extLst>
                    <a:ext uri="{FF2B5EF4-FFF2-40B4-BE49-F238E27FC236}">
                      <a16:creationId xmlns:a16="http://schemas.microsoft.com/office/drawing/2014/main" id="{5654DCC0-1B2A-B504-BC0F-1C9BEE68873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2" name="Rectangle: Rounded Corners 2051">
                  <a:extLst>
                    <a:ext uri="{FF2B5EF4-FFF2-40B4-BE49-F238E27FC236}">
                      <a16:creationId xmlns:a16="http://schemas.microsoft.com/office/drawing/2014/main" id="{464B9AF4-7C75-3B56-01A8-5915E73B81B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3" name="Rectangle: Rounded Corners 2052">
                  <a:extLst>
                    <a:ext uri="{FF2B5EF4-FFF2-40B4-BE49-F238E27FC236}">
                      <a16:creationId xmlns:a16="http://schemas.microsoft.com/office/drawing/2014/main" id="{15D7324F-15DD-4F22-81C9-B5D1C1042D6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4" name="Rectangle: Rounded Corners 2053">
                  <a:extLst>
                    <a:ext uri="{FF2B5EF4-FFF2-40B4-BE49-F238E27FC236}">
                      <a16:creationId xmlns:a16="http://schemas.microsoft.com/office/drawing/2014/main" id="{3F2CD387-35C0-B615-2974-AACB8CD2ABC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5" name="Rectangle: Rounded Corners 2054">
                  <a:extLst>
                    <a:ext uri="{FF2B5EF4-FFF2-40B4-BE49-F238E27FC236}">
                      <a16:creationId xmlns:a16="http://schemas.microsoft.com/office/drawing/2014/main" id="{EBA4502C-C977-A888-8226-9935EA8DD03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6" name="Rectangle: Rounded Corners 2055">
                  <a:extLst>
                    <a:ext uri="{FF2B5EF4-FFF2-40B4-BE49-F238E27FC236}">
                      <a16:creationId xmlns:a16="http://schemas.microsoft.com/office/drawing/2014/main" id="{0CBE8900-4A07-35B7-9E22-1B2ED038A2E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7" name="Rectangle: Rounded Corners 2056">
                  <a:extLst>
                    <a:ext uri="{FF2B5EF4-FFF2-40B4-BE49-F238E27FC236}">
                      <a16:creationId xmlns:a16="http://schemas.microsoft.com/office/drawing/2014/main" id="{46719165-B4E4-7EFC-78AF-D4455AE3AFD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8" name="Rectangle: Rounded Corners 2057">
                  <a:extLst>
                    <a:ext uri="{FF2B5EF4-FFF2-40B4-BE49-F238E27FC236}">
                      <a16:creationId xmlns:a16="http://schemas.microsoft.com/office/drawing/2014/main" id="{5A46F188-41D9-2BA0-5307-5ABD5FC65C0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48" name="Group 1947">
              <a:extLst>
                <a:ext uri="{FF2B5EF4-FFF2-40B4-BE49-F238E27FC236}">
                  <a16:creationId xmlns:a16="http://schemas.microsoft.com/office/drawing/2014/main" id="{BB87216D-971D-8778-01C3-CF8D41FC64A3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2029" name="Rectangle: Rounded Corners 2028">
                <a:extLst>
                  <a:ext uri="{FF2B5EF4-FFF2-40B4-BE49-F238E27FC236}">
                    <a16:creationId xmlns:a16="http://schemas.microsoft.com/office/drawing/2014/main" id="{2289BC1E-AD16-F3A5-D662-F510FABD29C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030" name="Group 2029">
                <a:extLst>
                  <a:ext uri="{FF2B5EF4-FFF2-40B4-BE49-F238E27FC236}">
                    <a16:creationId xmlns:a16="http://schemas.microsoft.com/office/drawing/2014/main" id="{65622080-C467-DA44-FD05-E66ABA29CE3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40" name="Rectangle: Rounded Corners 2039">
                  <a:extLst>
                    <a:ext uri="{FF2B5EF4-FFF2-40B4-BE49-F238E27FC236}">
                      <a16:creationId xmlns:a16="http://schemas.microsoft.com/office/drawing/2014/main" id="{27E49715-62AA-FA80-6612-6DCCFB9E57D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1" name="Rectangle: Rounded Corners 2040">
                  <a:extLst>
                    <a:ext uri="{FF2B5EF4-FFF2-40B4-BE49-F238E27FC236}">
                      <a16:creationId xmlns:a16="http://schemas.microsoft.com/office/drawing/2014/main" id="{A65EC515-B38C-909B-8439-9E84D684077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2" name="Rectangle: Rounded Corners 2041">
                  <a:extLst>
                    <a:ext uri="{FF2B5EF4-FFF2-40B4-BE49-F238E27FC236}">
                      <a16:creationId xmlns:a16="http://schemas.microsoft.com/office/drawing/2014/main" id="{80133218-F050-0B76-A521-66FA49FF266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3" name="Rectangle: Rounded Corners 2042">
                  <a:extLst>
                    <a:ext uri="{FF2B5EF4-FFF2-40B4-BE49-F238E27FC236}">
                      <a16:creationId xmlns:a16="http://schemas.microsoft.com/office/drawing/2014/main" id="{4593C16B-B9BE-C1D9-4CEC-AD6234E4E3C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4" name="Rectangle: Rounded Corners 2043">
                  <a:extLst>
                    <a:ext uri="{FF2B5EF4-FFF2-40B4-BE49-F238E27FC236}">
                      <a16:creationId xmlns:a16="http://schemas.microsoft.com/office/drawing/2014/main" id="{11726F1D-C37E-FD51-CB4E-447517E0835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5" name="Rectangle: Rounded Corners 2044">
                  <a:extLst>
                    <a:ext uri="{FF2B5EF4-FFF2-40B4-BE49-F238E27FC236}">
                      <a16:creationId xmlns:a16="http://schemas.microsoft.com/office/drawing/2014/main" id="{DFE927C8-8346-0CBC-F47C-E3A4A3DE2B3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6" name="Rectangle: Rounded Corners 2045">
                  <a:extLst>
                    <a:ext uri="{FF2B5EF4-FFF2-40B4-BE49-F238E27FC236}">
                      <a16:creationId xmlns:a16="http://schemas.microsoft.com/office/drawing/2014/main" id="{9FED611C-9688-1F49-CA90-3BE06BF86C6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7" name="Rectangle: Rounded Corners 2046">
                  <a:extLst>
                    <a:ext uri="{FF2B5EF4-FFF2-40B4-BE49-F238E27FC236}">
                      <a16:creationId xmlns:a16="http://schemas.microsoft.com/office/drawing/2014/main" id="{63722A50-B280-EE46-BF13-9FE74C80959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031" name="Group 2030">
                <a:extLst>
                  <a:ext uri="{FF2B5EF4-FFF2-40B4-BE49-F238E27FC236}">
                    <a16:creationId xmlns:a16="http://schemas.microsoft.com/office/drawing/2014/main" id="{D12D1CF2-120B-EF46-D9D2-68F1276E8EE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32" name="Rectangle: Rounded Corners 2031">
                  <a:extLst>
                    <a:ext uri="{FF2B5EF4-FFF2-40B4-BE49-F238E27FC236}">
                      <a16:creationId xmlns:a16="http://schemas.microsoft.com/office/drawing/2014/main" id="{E618A6A2-C049-D83F-2B20-34332E3C1BB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3" name="Rectangle: Rounded Corners 2032">
                  <a:extLst>
                    <a:ext uri="{FF2B5EF4-FFF2-40B4-BE49-F238E27FC236}">
                      <a16:creationId xmlns:a16="http://schemas.microsoft.com/office/drawing/2014/main" id="{B20FC699-1949-86D0-AB12-DEA3C25CD7C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4" name="Rectangle: Rounded Corners 2033">
                  <a:extLst>
                    <a:ext uri="{FF2B5EF4-FFF2-40B4-BE49-F238E27FC236}">
                      <a16:creationId xmlns:a16="http://schemas.microsoft.com/office/drawing/2014/main" id="{281C1323-4058-632B-283D-F77C4E186AB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5" name="Rectangle: Rounded Corners 2034">
                  <a:extLst>
                    <a:ext uri="{FF2B5EF4-FFF2-40B4-BE49-F238E27FC236}">
                      <a16:creationId xmlns:a16="http://schemas.microsoft.com/office/drawing/2014/main" id="{887CB14B-26CA-8F7F-A8B8-F3C2408AC26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6" name="Rectangle: Rounded Corners 2035">
                  <a:extLst>
                    <a:ext uri="{FF2B5EF4-FFF2-40B4-BE49-F238E27FC236}">
                      <a16:creationId xmlns:a16="http://schemas.microsoft.com/office/drawing/2014/main" id="{49AC06A7-E82D-E73F-626C-B793080E60F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7" name="Rectangle: Rounded Corners 2036">
                  <a:extLst>
                    <a:ext uri="{FF2B5EF4-FFF2-40B4-BE49-F238E27FC236}">
                      <a16:creationId xmlns:a16="http://schemas.microsoft.com/office/drawing/2014/main" id="{39BD4E10-F520-8FCC-802F-AFD5930424D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8" name="Rectangle: Rounded Corners 2037">
                  <a:extLst>
                    <a:ext uri="{FF2B5EF4-FFF2-40B4-BE49-F238E27FC236}">
                      <a16:creationId xmlns:a16="http://schemas.microsoft.com/office/drawing/2014/main" id="{B5B2B160-2177-B05F-F0AF-6276625965C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9" name="Rectangle: Rounded Corners 2038">
                  <a:extLst>
                    <a:ext uri="{FF2B5EF4-FFF2-40B4-BE49-F238E27FC236}">
                      <a16:creationId xmlns:a16="http://schemas.microsoft.com/office/drawing/2014/main" id="{2DDFE975-8236-DDED-B586-046426EDCD5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49" name="Group 1948">
              <a:extLst>
                <a:ext uri="{FF2B5EF4-FFF2-40B4-BE49-F238E27FC236}">
                  <a16:creationId xmlns:a16="http://schemas.microsoft.com/office/drawing/2014/main" id="{0A8E9BCD-383A-4C74-4A3B-674755A2F598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2010" name="Rectangle: Rounded Corners 2009">
                <a:extLst>
                  <a:ext uri="{FF2B5EF4-FFF2-40B4-BE49-F238E27FC236}">
                    <a16:creationId xmlns:a16="http://schemas.microsoft.com/office/drawing/2014/main" id="{A44B3E89-C248-E9F4-8798-704484CE42B2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011" name="Group 2010">
                <a:extLst>
                  <a:ext uri="{FF2B5EF4-FFF2-40B4-BE49-F238E27FC236}">
                    <a16:creationId xmlns:a16="http://schemas.microsoft.com/office/drawing/2014/main" id="{3E295092-5A15-4D7D-D9C2-486A3B5FC37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21" name="Rectangle: Rounded Corners 2020">
                  <a:extLst>
                    <a:ext uri="{FF2B5EF4-FFF2-40B4-BE49-F238E27FC236}">
                      <a16:creationId xmlns:a16="http://schemas.microsoft.com/office/drawing/2014/main" id="{327E1BD0-E23D-ACDF-A835-27B6E166414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2" name="Rectangle: Rounded Corners 2021">
                  <a:extLst>
                    <a:ext uri="{FF2B5EF4-FFF2-40B4-BE49-F238E27FC236}">
                      <a16:creationId xmlns:a16="http://schemas.microsoft.com/office/drawing/2014/main" id="{38F977A6-D7EF-1C99-8BD5-15C13E5520F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3" name="Rectangle: Rounded Corners 2022">
                  <a:extLst>
                    <a:ext uri="{FF2B5EF4-FFF2-40B4-BE49-F238E27FC236}">
                      <a16:creationId xmlns:a16="http://schemas.microsoft.com/office/drawing/2014/main" id="{1A5158AB-7414-C203-9988-EA82E2B0DF5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4" name="Rectangle: Rounded Corners 2023">
                  <a:extLst>
                    <a:ext uri="{FF2B5EF4-FFF2-40B4-BE49-F238E27FC236}">
                      <a16:creationId xmlns:a16="http://schemas.microsoft.com/office/drawing/2014/main" id="{614B25CC-CA29-076B-EB0D-7D8D5F1DF71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5" name="Rectangle: Rounded Corners 2024">
                  <a:extLst>
                    <a:ext uri="{FF2B5EF4-FFF2-40B4-BE49-F238E27FC236}">
                      <a16:creationId xmlns:a16="http://schemas.microsoft.com/office/drawing/2014/main" id="{3C3A417D-E71B-01AF-C9B2-603A28E1A91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6" name="Rectangle: Rounded Corners 2025">
                  <a:extLst>
                    <a:ext uri="{FF2B5EF4-FFF2-40B4-BE49-F238E27FC236}">
                      <a16:creationId xmlns:a16="http://schemas.microsoft.com/office/drawing/2014/main" id="{B542BC4E-62CF-1921-BF76-B30444574D6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7" name="Rectangle: Rounded Corners 2026">
                  <a:extLst>
                    <a:ext uri="{FF2B5EF4-FFF2-40B4-BE49-F238E27FC236}">
                      <a16:creationId xmlns:a16="http://schemas.microsoft.com/office/drawing/2014/main" id="{26AFB8AB-0D1C-E915-C890-6878DD85654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8" name="Rectangle: Rounded Corners 2027">
                  <a:extLst>
                    <a:ext uri="{FF2B5EF4-FFF2-40B4-BE49-F238E27FC236}">
                      <a16:creationId xmlns:a16="http://schemas.microsoft.com/office/drawing/2014/main" id="{4ADB59EE-FB5D-7C74-A293-F003C43CFC7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012" name="Group 2011">
                <a:extLst>
                  <a:ext uri="{FF2B5EF4-FFF2-40B4-BE49-F238E27FC236}">
                    <a16:creationId xmlns:a16="http://schemas.microsoft.com/office/drawing/2014/main" id="{7F0AA7E0-D5BA-3F66-681A-31949BDE329C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13" name="Rectangle: Rounded Corners 2012">
                  <a:extLst>
                    <a:ext uri="{FF2B5EF4-FFF2-40B4-BE49-F238E27FC236}">
                      <a16:creationId xmlns:a16="http://schemas.microsoft.com/office/drawing/2014/main" id="{E5A678E5-9E0C-33DD-E719-16E3AC2556D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4" name="Rectangle: Rounded Corners 2013">
                  <a:extLst>
                    <a:ext uri="{FF2B5EF4-FFF2-40B4-BE49-F238E27FC236}">
                      <a16:creationId xmlns:a16="http://schemas.microsoft.com/office/drawing/2014/main" id="{BFDAC1A3-6781-7CA6-E134-7C2B94C171F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5" name="Rectangle: Rounded Corners 2014">
                  <a:extLst>
                    <a:ext uri="{FF2B5EF4-FFF2-40B4-BE49-F238E27FC236}">
                      <a16:creationId xmlns:a16="http://schemas.microsoft.com/office/drawing/2014/main" id="{5A0D785A-27F4-58FD-36ED-236823E4AA6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6" name="Rectangle: Rounded Corners 2015">
                  <a:extLst>
                    <a:ext uri="{FF2B5EF4-FFF2-40B4-BE49-F238E27FC236}">
                      <a16:creationId xmlns:a16="http://schemas.microsoft.com/office/drawing/2014/main" id="{1D5EE6A6-28D9-E5F5-1A7E-6FFD8629F44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7" name="Rectangle: Rounded Corners 2016">
                  <a:extLst>
                    <a:ext uri="{FF2B5EF4-FFF2-40B4-BE49-F238E27FC236}">
                      <a16:creationId xmlns:a16="http://schemas.microsoft.com/office/drawing/2014/main" id="{4C34E0D5-9116-3378-3F93-1E75FD69C41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8" name="Rectangle: Rounded Corners 2017">
                  <a:extLst>
                    <a:ext uri="{FF2B5EF4-FFF2-40B4-BE49-F238E27FC236}">
                      <a16:creationId xmlns:a16="http://schemas.microsoft.com/office/drawing/2014/main" id="{277B3C24-F079-AC74-9CC0-A5CFEE39443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9" name="Rectangle: Rounded Corners 2018">
                  <a:extLst>
                    <a:ext uri="{FF2B5EF4-FFF2-40B4-BE49-F238E27FC236}">
                      <a16:creationId xmlns:a16="http://schemas.microsoft.com/office/drawing/2014/main" id="{EB7556B4-7114-17E0-500D-E5FA4E2BC7D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0" name="Rectangle: Rounded Corners 2019">
                  <a:extLst>
                    <a:ext uri="{FF2B5EF4-FFF2-40B4-BE49-F238E27FC236}">
                      <a16:creationId xmlns:a16="http://schemas.microsoft.com/office/drawing/2014/main" id="{79807351-378D-DCBF-3A0F-36ADD638C3F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50" name="Group 1949">
              <a:extLst>
                <a:ext uri="{FF2B5EF4-FFF2-40B4-BE49-F238E27FC236}">
                  <a16:creationId xmlns:a16="http://schemas.microsoft.com/office/drawing/2014/main" id="{0761F51B-4E66-92A1-BD45-CC85262DBEDD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991" name="Rectangle: Rounded Corners 1990">
                <a:extLst>
                  <a:ext uri="{FF2B5EF4-FFF2-40B4-BE49-F238E27FC236}">
                    <a16:creationId xmlns:a16="http://schemas.microsoft.com/office/drawing/2014/main" id="{75B7A1B3-30E4-CA7B-DBE5-25AB158554C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992" name="Group 1991">
                <a:extLst>
                  <a:ext uri="{FF2B5EF4-FFF2-40B4-BE49-F238E27FC236}">
                    <a16:creationId xmlns:a16="http://schemas.microsoft.com/office/drawing/2014/main" id="{A90330E0-8AD1-920D-BC0E-51EC16C7FAD1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02" name="Rectangle: Rounded Corners 2001">
                  <a:extLst>
                    <a:ext uri="{FF2B5EF4-FFF2-40B4-BE49-F238E27FC236}">
                      <a16:creationId xmlns:a16="http://schemas.microsoft.com/office/drawing/2014/main" id="{19775A4C-47F3-1958-C04A-3ECD21CDA03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3" name="Rectangle: Rounded Corners 2002">
                  <a:extLst>
                    <a:ext uri="{FF2B5EF4-FFF2-40B4-BE49-F238E27FC236}">
                      <a16:creationId xmlns:a16="http://schemas.microsoft.com/office/drawing/2014/main" id="{422B86C6-1A08-8775-BEAC-3CDD146B1AA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4" name="Rectangle: Rounded Corners 2003">
                  <a:extLst>
                    <a:ext uri="{FF2B5EF4-FFF2-40B4-BE49-F238E27FC236}">
                      <a16:creationId xmlns:a16="http://schemas.microsoft.com/office/drawing/2014/main" id="{F9489E3F-EE0F-DBC7-699D-F3D9098801B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5" name="Rectangle: Rounded Corners 2004">
                  <a:extLst>
                    <a:ext uri="{FF2B5EF4-FFF2-40B4-BE49-F238E27FC236}">
                      <a16:creationId xmlns:a16="http://schemas.microsoft.com/office/drawing/2014/main" id="{C89937E9-5C99-B997-70B8-06FD4FCBA86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6" name="Rectangle: Rounded Corners 2005">
                  <a:extLst>
                    <a:ext uri="{FF2B5EF4-FFF2-40B4-BE49-F238E27FC236}">
                      <a16:creationId xmlns:a16="http://schemas.microsoft.com/office/drawing/2014/main" id="{035548A7-278E-6816-E627-613796F9744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7" name="Rectangle: Rounded Corners 2006">
                  <a:extLst>
                    <a:ext uri="{FF2B5EF4-FFF2-40B4-BE49-F238E27FC236}">
                      <a16:creationId xmlns:a16="http://schemas.microsoft.com/office/drawing/2014/main" id="{375DB346-ADB7-F78B-1BFC-373BE3A5A21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8" name="Rectangle: Rounded Corners 2007">
                  <a:extLst>
                    <a:ext uri="{FF2B5EF4-FFF2-40B4-BE49-F238E27FC236}">
                      <a16:creationId xmlns:a16="http://schemas.microsoft.com/office/drawing/2014/main" id="{4D776548-375E-5E36-D275-3E9D3376EC3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9" name="Rectangle: Rounded Corners 2008">
                  <a:extLst>
                    <a:ext uri="{FF2B5EF4-FFF2-40B4-BE49-F238E27FC236}">
                      <a16:creationId xmlns:a16="http://schemas.microsoft.com/office/drawing/2014/main" id="{0C95272B-CC69-3BC2-3BBB-89B79E1E3A0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93" name="Group 1992">
                <a:extLst>
                  <a:ext uri="{FF2B5EF4-FFF2-40B4-BE49-F238E27FC236}">
                    <a16:creationId xmlns:a16="http://schemas.microsoft.com/office/drawing/2014/main" id="{E98DDE2E-8E5C-A1FA-E28B-079025ABF99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94" name="Rectangle: Rounded Corners 1993">
                  <a:extLst>
                    <a:ext uri="{FF2B5EF4-FFF2-40B4-BE49-F238E27FC236}">
                      <a16:creationId xmlns:a16="http://schemas.microsoft.com/office/drawing/2014/main" id="{F2A00676-7745-C125-BC8F-7F7235D8722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5" name="Rectangle: Rounded Corners 1994">
                  <a:extLst>
                    <a:ext uri="{FF2B5EF4-FFF2-40B4-BE49-F238E27FC236}">
                      <a16:creationId xmlns:a16="http://schemas.microsoft.com/office/drawing/2014/main" id="{A4081BF0-4A8F-2CF8-11FF-116A68053F2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6" name="Rectangle: Rounded Corners 1995">
                  <a:extLst>
                    <a:ext uri="{FF2B5EF4-FFF2-40B4-BE49-F238E27FC236}">
                      <a16:creationId xmlns:a16="http://schemas.microsoft.com/office/drawing/2014/main" id="{B0FFF9CA-0AD7-FB93-A422-352AAB3DB54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7" name="Rectangle: Rounded Corners 1996">
                  <a:extLst>
                    <a:ext uri="{FF2B5EF4-FFF2-40B4-BE49-F238E27FC236}">
                      <a16:creationId xmlns:a16="http://schemas.microsoft.com/office/drawing/2014/main" id="{D073D04B-A820-3FE3-B4CF-3746069C43D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8" name="Rectangle: Rounded Corners 1997">
                  <a:extLst>
                    <a:ext uri="{FF2B5EF4-FFF2-40B4-BE49-F238E27FC236}">
                      <a16:creationId xmlns:a16="http://schemas.microsoft.com/office/drawing/2014/main" id="{068FFE4D-C5C6-4115-EC5C-6BFD21DFE21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9" name="Rectangle: Rounded Corners 1998">
                  <a:extLst>
                    <a:ext uri="{FF2B5EF4-FFF2-40B4-BE49-F238E27FC236}">
                      <a16:creationId xmlns:a16="http://schemas.microsoft.com/office/drawing/2014/main" id="{3E146CD3-E7B3-5037-FC32-36AE3DE756A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0" name="Rectangle: Rounded Corners 1999">
                  <a:extLst>
                    <a:ext uri="{FF2B5EF4-FFF2-40B4-BE49-F238E27FC236}">
                      <a16:creationId xmlns:a16="http://schemas.microsoft.com/office/drawing/2014/main" id="{47923C87-E75F-E1D7-802B-4983B170321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1" name="Rectangle: Rounded Corners 2000">
                  <a:extLst>
                    <a:ext uri="{FF2B5EF4-FFF2-40B4-BE49-F238E27FC236}">
                      <a16:creationId xmlns:a16="http://schemas.microsoft.com/office/drawing/2014/main" id="{77CB7835-7085-806F-849A-FB77ED007E9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51" name="Group 1950">
              <a:extLst>
                <a:ext uri="{FF2B5EF4-FFF2-40B4-BE49-F238E27FC236}">
                  <a16:creationId xmlns:a16="http://schemas.microsoft.com/office/drawing/2014/main" id="{20D47365-0B26-BB88-A8F0-59368C2E62BC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972" name="Rectangle: Rounded Corners 1971">
                <a:extLst>
                  <a:ext uri="{FF2B5EF4-FFF2-40B4-BE49-F238E27FC236}">
                    <a16:creationId xmlns:a16="http://schemas.microsoft.com/office/drawing/2014/main" id="{53927A20-05C6-DF52-D49F-128363C3C0E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973" name="Group 1972">
                <a:extLst>
                  <a:ext uri="{FF2B5EF4-FFF2-40B4-BE49-F238E27FC236}">
                    <a16:creationId xmlns:a16="http://schemas.microsoft.com/office/drawing/2014/main" id="{00BDB16E-F4C4-4D7D-4B49-912CD5BADDFD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83" name="Rectangle: Rounded Corners 1982">
                  <a:extLst>
                    <a:ext uri="{FF2B5EF4-FFF2-40B4-BE49-F238E27FC236}">
                      <a16:creationId xmlns:a16="http://schemas.microsoft.com/office/drawing/2014/main" id="{82597AAD-33F3-F378-D050-304055E9C51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4" name="Rectangle: Rounded Corners 1983">
                  <a:extLst>
                    <a:ext uri="{FF2B5EF4-FFF2-40B4-BE49-F238E27FC236}">
                      <a16:creationId xmlns:a16="http://schemas.microsoft.com/office/drawing/2014/main" id="{B5D9D543-A3B5-1654-41E4-61F605CCA82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5" name="Rectangle: Rounded Corners 1984">
                  <a:extLst>
                    <a:ext uri="{FF2B5EF4-FFF2-40B4-BE49-F238E27FC236}">
                      <a16:creationId xmlns:a16="http://schemas.microsoft.com/office/drawing/2014/main" id="{E3F31821-6288-631D-0BDB-3D6F13216F5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6" name="Rectangle: Rounded Corners 1985">
                  <a:extLst>
                    <a:ext uri="{FF2B5EF4-FFF2-40B4-BE49-F238E27FC236}">
                      <a16:creationId xmlns:a16="http://schemas.microsoft.com/office/drawing/2014/main" id="{389D9F3D-D535-D026-FC05-77872C57779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7" name="Rectangle: Rounded Corners 1986">
                  <a:extLst>
                    <a:ext uri="{FF2B5EF4-FFF2-40B4-BE49-F238E27FC236}">
                      <a16:creationId xmlns:a16="http://schemas.microsoft.com/office/drawing/2014/main" id="{03691D34-AC31-6CC7-F5FF-E3F81707ADD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8" name="Rectangle: Rounded Corners 1987">
                  <a:extLst>
                    <a:ext uri="{FF2B5EF4-FFF2-40B4-BE49-F238E27FC236}">
                      <a16:creationId xmlns:a16="http://schemas.microsoft.com/office/drawing/2014/main" id="{5FA93463-829A-C195-040B-49B340A940B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9" name="Rectangle: Rounded Corners 1988">
                  <a:extLst>
                    <a:ext uri="{FF2B5EF4-FFF2-40B4-BE49-F238E27FC236}">
                      <a16:creationId xmlns:a16="http://schemas.microsoft.com/office/drawing/2014/main" id="{AC609F4C-A4C5-41EE-E366-0A88753B622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0" name="Rectangle: Rounded Corners 1989">
                  <a:extLst>
                    <a:ext uri="{FF2B5EF4-FFF2-40B4-BE49-F238E27FC236}">
                      <a16:creationId xmlns:a16="http://schemas.microsoft.com/office/drawing/2014/main" id="{2E46A66A-A827-2862-22F9-21FFBE13BCD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74" name="Group 1973">
                <a:extLst>
                  <a:ext uri="{FF2B5EF4-FFF2-40B4-BE49-F238E27FC236}">
                    <a16:creationId xmlns:a16="http://schemas.microsoft.com/office/drawing/2014/main" id="{04D1E39F-3019-4E31-51F8-8D63BAC235D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75" name="Rectangle: Rounded Corners 1974">
                  <a:extLst>
                    <a:ext uri="{FF2B5EF4-FFF2-40B4-BE49-F238E27FC236}">
                      <a16:creationId xmlns:a16="http://schemas.microsoft.com/office/drawing/2014/main" id="{248CFD4B-A313-8BF4-DF27-B896B0D0F29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76" name="Rectangle: Rounded Corners 1975">
                  <a:extLst>
                    <a:ext uri="{FF2B5EF4-FFF2-40B4-BE49-F238E27FC236}">
                      <a16:creationId xmlns:a16="http://schemas.microsoft.com/office/drawing/2014/main" id="{514FD7D9-0C59-C6B2-0897-9D09B64BFDB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77" name="Rectangle: Rounded Corners 1976">
                  <a:extLst>
                    <a:ext uri="{FF2B5EF4-FFF2-40B4-BE49-F238E27FC236}">
                      <a16:creationId xmlns:a16="http://schemas.microsoft.com/office/drawing/2014/main" id="{E6D46B59-5B3F-D32F-E0F3-589CD0CD99A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78" name="Rectangle: Rounded Corners 1977">
                  <a:extLst>
                    <a:ext uri="{FF2B5EF4-FFF2-40B4-BE49-F238E27FC236}">
                      <a16:creationId xmlns:a16="http://schemas.microsoft.com/office/drawing/2014/main" id="{051C73E8-EB1B-10C1-9974-AF0FF6EE5A5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79" name="Rectangle: Rounded Corners 1978">
                  <a:extLst>
                    <a:ext uri="{FF2B5EF4-FFF2-40B4-BE49-F238E27FC236}">
                      <a16:creationId xmlns:a16="http://schemas.microsoft.com/office/drawing/2014/main" id="{250268DE-5579-420E-EE83-C501AAB7E5C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0" name="Rectangle: Rounded Corners 1979">
                  <a:extLst>
                    <a:ext uri="{FF2B5EF4-FFF2-40B4-BE49-F238E27FC236}">
                      <a16:creationId xmlns:a16="http://schemas.microsoft.com/office/drawing/2014/main" id="{24C4192E-2EE8-9F04-2D22-0DB7C7E30EA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1" name="Rectangle: Rounded Corners 1980">
                  <a:extLst>
                    <a:ext uri="{FF2B5EF4-FFF2-40B4-BE49-F238E27FC236}">
                      <a16:creationId xmlns:a16="http://schemas.microsoft.com/office/drawing/2014/main" id="{1859AD8C-D8D4-6A11-EAA3-506AECA0653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2" name="Rectangle: Rounded Corners 1981">
                  <a:extLst>
                    <a:ext uri="{FF2B5EF4-FFF2-40B4-BE49-F238E27FC236}">
                      <a16:creationId xmlns:a16="http://schemas.microsoft.com/office/drawing/2014/main" id="{352C3E9E-7633-9970-D741-D37A62D26C5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52" name="Group 1951">
              <a:extLst>
                <a:ext uri="{FF2B5EF4-FFF2-40B4-BE49-F238E27FC236}">
                  <a16:creationId xmlns:a16="http://schemas.microsoft.com/office/drawing/2014/main" id="{EDB772CE-CC34-3840-7626-EFF468EDFC30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953" name="Rectangle: Rounded Corners 1952">
                <a:extLst>
                  <a:ext uri="{FF2B5EF4-FFF2-40B4-BE49-F238E27FC236}">
                    <a16:creationId xmlns:a16="http://schemas.microsoft.com/office/drawing/2014/main" id="{1913FF27-7843-835F-8A9C-01349DF55937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954" name="Group 1953">
                <a:extLst>
                  <a:ext uri="{FF2B5EF4-FFF2-40B4-BE49-F238E27FC236}">
                    <a16:creationId xmlns:a16="http://schemas.microsoft.com/office/drawing/2014/main" id="{DEE28C00-DF89-FD70-0C6D-7687605FBBF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64" name="Rectangle: Rounded Corners 1963">
                  <a:extLst>
                    <a:ext uri="{FF2B5EF4-FFF2-40B4-BE49-F238E27FC236}">
                      <a16:creationId xmlns:a16="http://schemas.microsoft.com/office/drawing/2014/main" id="{69D8D305-6B7C-1EF1-134F-D58458CCB3B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5" name="Rectangle: Rounded Corners 1964">
                  <a:extLst>
                    <a:ext uri="{FF2B5EF4-FFF2-40B4-BE49-F238E27FC236}">
                      <a16:creationId xmlns:a16="http://schemas.microsoft.com/office/drawing/2014/main" id="{A5BA7E6D-913B-07D0-1952-A5AC8D287A7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6" name="Rectangle: Rounded Corners 1965">
                  <a:extLst>
                    <a:ext uri="{FF2B5EF4-FFF2-40B4-BE49-F238E27FC236}">
                      <a16:creationId xmlns:a16="http://schemas.microsoft.com/office/drawing/2014/main" id="{50B5E573-C2C9-D265-D302-B9922D5F17D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7" name="Rectangle: Rounded Corners 1966">
                  <a:extLst>
                    <a:ext uri="{FF2B5EF4-FFF2-40B4-BE49-F238E27FC236}">
                      <a16:creationId xmlns:a16="http://schemas.microsoft.com/office/drawing/2014/main" id="{82B3F5F1-A02D-F493-3994-55DF779DDCF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8" name="Rectangle: Rounded Corners 1967">
                  <a:extLst>
                    <a:ext uri="{FF2B5EF4-FFF2-40B4-BE49-F238E27FC236}">
                      <a16:creationId xmlns:a16="http://schemas.microsoft.com/office/drawing/2014/main" id="{737DC32E-0CE7-64DE-4DF2-7BF1E8A3B68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9" name="Rectangle: Rounded Corners 1968">
                  <a:extLst>
                    <a:ext uri="{FF2B5EF4-FFF2-40B4-BE49-F238E27FC236}">
                      <a16:creationId xmlns:a16="http://schemas.microsoft.com/office/drawing/2014/main" id="{CC40D6E4-4FEB-EEBC-22FB-D65A48C72F9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70" name="Rectangle: Rounded Corners 1969">
                  <a:extLst>
                    <a:ext uri="{FF2B5EF4-FFF2-40B4-BE49-F238E27FC236}">
                      <a16:creationId xmlns:a16="http://schemas.microsoft.com/office/drawing/2014/main" id="{A391B443-7BB0-62DB-1461-0D7005312F5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71" name="Rectangle: Rounded Corners 1970">
                  <a:extLst>
                    <a:ext uri="{FF2B5EF4-FFF2-40B4-BE49-F238E27FC236}">
                      <a16:creationId xmlns:a16="http://schemas.microsoft.com/office/drawing/2014/main" id="{B563882C-C0CE-8D87-9A12-03031A98CE9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55" name="Group 1954">
                <a:extLst>
                  <a:ext uri="{FF2B5EF4-FFF2-40B4-BE49-F238E27FC236}">
                    <a16:creationId xmlns:a16="http://schemas.microsoft.com/office/drawing/2014/main" id="{D3BB1945-7436-59FD-9EEC-520DBA58076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56" name="Rectangle: Rounded Corners 1955">
                  <a:extLst>
                    <a:ext uri="{FF2B5EF4-FFF2-40B4-BE49-F238E27FC236}">
                      <a16:creationId xmlns:a16="http://schemas.microsoft.com/office/drawing/2014/main" id="{EF9052A9-5A25-52B5-F574-38D3DA3D6BD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57" name="Rectangle: Rounded Corners 1956">
                  <a:extLst>
                    <a:ext uri="{FF2B5EF4-FFF2-40B4-BE49-F238E27FC236}">
                      <a16:creationId xmlns:a16="http://schemas.microsoft.com/office/drawing/2014/main" id="{0BDA18B0-F120-015C-BFB8-DF82621FD35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58" name="Rectangle: Rounded Corners 1957">
                  <a:extLst>
                    <a:ext uri="{FF2B5EF4-FFF2-40B4-BE49-F238E27FC236}">
                      <a16:creationId xmlns:a16="http://schemas.microsoft.com/office/drawing/2014/main" id="{2B881ABC-B0D7-19EF-C722-955B3907E17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59" name="Rectangle: Rounded Corners 1958">
                  <a:extLst>
                    <a:ext uri="{FF2B5EF4-FFF2-40B4-BE49-F238E27FC236}">
                      <a16:creationId xmlns:a16="http://schemas.microsoft.com/office/drawing/2014/main" id="{4A391D94-3565-D9A1-CE43-C27E67CBC9E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0" name="Rectangle: Rounded Corners 1959">
                  <a:extLst>
                    <a:ext uri="{FF2B5EF4-FFF2-40B4-BE49-F238E27FC236}">
                      <a16:creationId xmlns:a16="http://schemas.microsoft.com/office/drawing/2014/main" id="{A8397334-A4D3-7034-1A53-173772776AD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1" name="Rectangle: Rounded Corners 1960">
                  <a:extLst>
                    <a:ext uri="{FF2B5EF4-FFF2-40B4-BE49-F238E27FC236}">
                      <a16:creationId xmlns:a16="http://schemas.microsoft.com/office/drawing/2014/main" id="{3BADAC57-3A26-64C4-B93D-D1207379C1E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2" name="Rectangle: Rounded Corners 1961">
                  <a:extLst>
                    <a:ext uri="{FF2B5EF4-FFF2-40B4-BE49-F238E27FC236}">
                      <a16:creationId xmlns:a16="http://schemas.microsoft.com/office/drawing/2014/main" id="{737294A1-3B8A-B6F0-2FD6-A345F0E3D58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3" name="Rectangle: Rounded Corners 1962">
                  <a:extLst>
                    <a:ext uri="{FF2B5EF4-FFF2-40B4-BE49-F238E27FC236}">
                      <a16:creationId xmlns:a16="http://schemas.microsoft.com/office/drawing/2014/main" id="{979C6BB2-3131-B6AD-C786-91EC7BFFEB2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1739" name="Group 1738">
            <a:extLst>
              <a:ext uri="{FF2B5EF4-FFF2-40B4-BE49-F238E27FC236}">
                <a16:creationId xmlns:a16="http://schemas.microsoft.com/office/drawing/2014/main" id="{F25A0133-3E64-14C4-1DD7-4887ADEAD271}"/>
              </a:ext>
            </a:extLst>
          </p:cNvPr>
          <p:cNvGrpSpPr/>
          <p:nvPr/>
        </p:nvGrpSpPr>
        <p:grpSpPr>
          <a:xfrm>
            <a:off x="12513128" y="4183521"/>
            <a:ext cx="13102977" cy="1243880"/>
            <a:chOff x="3628570" y="4023519"/>
            <a:chExt cx="23905029" cy="2269331"/>
          </a:xfrm>
        </p:grpSpPr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474C393E-9EFB-E1F8-CCE4-574E70A07CDA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741" name="Group 1740">
              <a:extLst>
                <a:ext uri="{FF2B5EF4-FFF2-40B4-BE49-F238E27FC236}">
                  <a16:creationId xmlns:a16="http://schemas.microsoft.com/office/drawing/2014/main" id="{5794E674-AC3F-CF6C-D066-A27AD2D433B8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1922" name="Rectangle: Rounded Corners 1921">
                <a:extLst>
                  <a:ext uri="{FF2B5EF4-FFF2-40B4-BE49-F238E27FC236}">
                    <a16:creationId xmlns:a16="http://schemas.microsoft.com/office/drawing/2014/main" id="{755DBE57-7755-44FC-A60E-51A1A5A9ED3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923" name="Group 1922">
                <a:extLst>
                  <a:ext uri="{FF2B5EF4-FFF2-40B4-BE49-F238E27FC236}">
                    <a16:creationId xmlns:a16="http://schemas.microsoft.com/office/drawing/2014/main" id="{E3936CDB-0453-F3DB-2473-D6C0875910CA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33" name="Rectangle: Rounded Corners 1932">
                  <a:extLst>
                    <a:ext uri="{FF2B5EF4-FFF2-40B4-BE49-F238E27FC236}">
                      <a16:creationId xmlns:a16="http://schemas.microsoft.com/office/drawing/2014/main" id="{E94F45E2-CFCD-8B52-5D8A-415E8634D2D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4" name="Rectangle: Rounded Corners 1933">
                  <a:extLst>
                    <a:ext uri="{FF2B5EF4-FFF2-40B4-BE49-F238E27FC236}">
                      <a16:creationId xmlns:a16="http://schemas.microsoft.com/office/drawing/2014/main" id="{DDA6AE3B-C772-4E1F-61CF-42C7015150F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5" name="Rectangle: Rounded Corners 1934">
                  <a:extLst>
                    <a:ext uri="{FF2B5EF4-FFF2-40B4-BE49-F238E27FC236}">
                      <a16:creationId xmlns:a16="http://schemas.microsoft.com/office/drawing/2014/main" id="{907C3002-30F9-3253-EBEA-32030A6C8FD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6" name="Rectangle: Rounded Corners 1935">
                  <a:extLst>
                    <a:ext uri="{FF2B5EF4-FFF2-40B4-BE49-F238E27FC236}">
                      <a16:creationId xmlns:a16="http://schemas.microsoft.com/office/drawing/2014/main" id="{34D7077F-2441-659B-F182-C3685CF93AF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7" name="Rectangle: Rounded Corners 1936">
                  <a:extLst>
                    <a:ext uri="{FF2B5EF4-FFF2-40B4-BE49-F238E27FC236}">
                      <a16:creationId xmlns:a16="http://schemas.microsoft.com/office/drawing/2014/main" id="{D75137DF-A9DD-5808-ABBA-0E0F7FA94FB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8" name="Rectangle: Rounded Corners 1937">
                  <a:extLst>
                    <a:ext uri="{FF2B5EF4-FFF2-40B4-BE49-F238E27FC236}">
                      <a16:creationId xmlns:a16="http://schemas.microsoft.com/office/drawing/2014/main" id="{786B28B0-B513-3AF7-D6BF-20775614E2E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9" name="Rectangle: Rounded Corners 1938">
                  <a:extLst>
                    <a:ext uri="{FF2B5EF4-FFF2-40B4-BE49-F238E27FC236}">
                      <a16:creationId xmlns:a16="http://schemas.microsoft.com/office/drawing/2014/main" id="{B81B3E7B-4394-EC6E-A1A9-D9386D456A9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40" name="Rectangle: Rounded Corners 1939">
                  <a:extLst>
                    <a:ext uri="{FF2B5EF4-FFF2-40B4-BE49-F238E27FC236}">
                      <a16:creationId xmlns:a16="http://schemas.microsoft.com/office/drawing/2014/main" id="{85786A51-088D-720F-8FC2-EEDA4B136B5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24" name="Group 1923">
                <a:extLst>
                  <a:ext uri="{FF2B5EF4-FFF2-40B4-BE49-F238E27FC236}">
                    <a16:creationId xmlns:a16="http://schemas.microsoft.com/office/drawing/2014/main" id="{68DB3A7D-DDEC-52DB-08DF-E50D8948CEF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25" name="Rectangle: Rounded Corners 1924">
                  <a:extLst>
                    <a:ext uri="{FF2B5EF4-FFF2-40B4-BE49-F238E27FC236}">
                      <a16:creationId xmlns:a16="http://schemas.microsoft.com/office/drawing/2014/main" id="{34B9D316-419C-5F1F-116B-4BC91DFB83C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6" name="Rectangle: Rounded Corners 1925">
                  <a:extLst>
                    <a:ext uri="{FF2B5EF4-FFF2-40B4-BE49-F238E27FC236}">
                      <a16:creationId xmlns:a16="http://schemas.microsoft.com/office/drawing/2014/main" id="{FB4135BD-E725-079F-2EEF-9A3CD88895D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7" name="Rectangle: Rounded Corners 1926">
                  <a:extLst>
                    <a:ext uri="{FF2B5EF4-FFF2-40B4-BE49-F238E27FC236}">
                      <a16:creationId xmlns:a16="http://schemas.microsoft.com/office/drawing/2014/main" id="{BE158966-17FC-D5E8-886A-46D659AE831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8" name="Rectangle: Rounded Corners 1927">
                  <a:extLst>
                    <a:ext uri="{FF2B5EF4-FFF2-40B4-BE49-F238E27FC236}">
                      <a16:creationId xmlns:a16="http://schemas.microsoft.com/office/drawing/2014/main" id="{76D658D3-4931-F94F-479F-071D2594735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9" name="Rectangle: Rounded Corners 1928">
                  <a:extLst>
                    <a:ext uri="{FF2B5EF4-FFF2-40B4-BE49-F238E27FC236}">
                      <a16:creationId xmlns:a16="http://schemas.microsoft.com/office/drawing/2014/main" id="{1F796242-D170-0C68-2D72-A6A4F15349E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0" name="Rectangle: Rounded Corners 1929">
                  <a:extLst>
                    <a:ext uri="{FF2B5EF4-FFF2-40B4-BE49-F238E27FC236}">
                      <a16:creationId xmlns:a16="http://schemas.microsoft.com/office/drawing/2014/main" id="{DB975270-859F-E012-4B78-77FAC6CD72C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1" name="Rectangle: Rounded Corners 1930">
                  <a:extLst>
                    <a:ext uri="{FF2B5EF4-FFF2-40B4-BE49-F238E27FC236}">
                      <a16:creationId xmlns:a16="http://schemas.microsoft.com/office/drawing/2014/main" id="{18CFF5D6-2BF1-0204-B719-687C6438CDF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2" name="Rectangle: Rounded Corners 1931">
                  <a:extLst>
                    <a:ext uri="{FF2B5EF4-FFF2-40B4-BE49-F238E27FC236}">
                      <a16:creationId xmlns:a16="http://schemas.microsoft.com/office/drawing/2014/main" id="{5C59311B-B431-1CD5-0621-941146C9040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42" name="Group 1741">
              <a:extLst>
                <a:ext uri="{FF2B5EF4-FFF2-40B4-BE49-F238E27FC236}">
                  <a16:creationId xmlns:a16="http://schemas.microsoft.com/office/drawing/2014/main" id="{EDE7BB5A-758B-6FF7-F410-D406EF394041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1903" name="Rectangle: Rounded Corners 1902">
                <a:extLst>
                  <a:ext uri="{FF2B5EF4-FFF2-40B4-BE49-F238E27FC236}">
                    <a16:creationId xmlns:a16="http://schemas.microsoft.com/office/drawing/2014/main" id="{D939A4AD-A6F5-301F-96FC-8881CDF20AE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904" name="Group 1903">
                <a:extLst>
                  <a:ext uri="{FF2B5EF4-FFF2-40B4-BE49-F238E27FC236}">
                    <a16:creationId xmlns:a16="http://schemas.microsoft.com/office/drawing/2014/main" id="{B587502D-206B-8D8C-47C6-2998FFDB3221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14" name="Rectangle: Rounded Corners 1913">
                  <a:extLst>
                    <a:ext uri="{FF2B5EF4-FFF2-40B4-BE49-F238E27FC236}">
                      <a16:creationId xmlns:a16="http://schemas.microsoft.com/office/drawing/2014/main" id="{BEECF95C-B249-8CBC-2321-011B7916594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5" name="Rectangle: Rounded Corners 1914">
                  <a:extLst>
                    <a:ext uri="{FF2B5EF4-FFF2-40B4-BE49-F238E27FC236}">
                      <a16:creationId xmlns:a16="http://schemas.microsoft.com/office/drawing/2014/main" id="{7AC29B09-F9FE-83F8-25B4-2691B5A3BD3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6" name="Rectangle: Rounded Corners 1915">
                  <a:extLst>
                    <a:ext uri="{FF2B5EF4-FFF2-40B4-BE49-F238E27FC236}">
                      <a16:creationId xmlns:a16="http://schemas.microsoft.com/office/drawing/2014/main" id="{83099CB3-56F6-92AB-8253-30CFDB15488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7" name="Rectangle: Rounded Corners 1916">
                  <a:extLst>
                    <a:ext uri="{FF2B5EF4-FFF2-40B4-BE49-F238E27FC236}">
                      <a16:creationId xmlns:a16="http://schemas.microsoft.com/office/drawing/2014/main" id="{D03D2D1E-BA8A-567F-2EE2-3E159525962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8" name="Rectangle: Rounded Corners 1917">
                  <a:extLst>
                    <a:ext uri="{FF2B5EF4-FFF2-40B4-BE49-F238E27FC236}">
                      <a16:creationId xmlns:a16="http://schemas.microsoft.com/office/drawing/2014/main" id="{DB580938-EF09-32F1-7C44-054D66290F7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9" name="Rectangle: Rounded Corners 1918">
                  <a:extLst>
                    <a:ext uri="{FF2B5EF4-FFF2-40B4-BE49-F238E27FC236}">
                      <a16:creationId xmlns:a16="http://schemas.microsoft.com/office/drawing/2014/main" id="{359F3E86-7F14-F700-AEEE-BBC8521F61E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0" name="Rectangle: Rounded Corners 1919">
                  <a:extLst>
                    <a:ext uri="{FF2B5EF4-FFF2-40B4-BE49-F238E27FC236}">
                      <a16:creationId xmlns:a16="http://schemas.microsoft.com/office/drawing/2014/main" id="{D4664745-36E9-44AA-A483-F182A6451F7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1" name="Rectangle: Rounded Corners 1920">
                  <a:extLst>
                    <a:ext uri="{FF2B5EF4-FFF2-40B4-BE49-F238E27FC236}">
                      <a16:creationId xmlns:a16="http://schemas.microsoft.com/office/drawing/2014/main" id="{F81B6C9D-0736-4BE3-522F-8F993F1E380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05" name="Group 1904">
                <a:extLst>
                  <a:ext uri="{FF2B5EF4-FFF2-40B4-BE49-F238E27FC236}">
                    <a16:creationId xmlns:a16="http://schemas.microsoft.com/office/drawing/2014/main" id="{80F672A7-2D94-6357-6190-63A682D2E34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06" name="Rectangle: Rounded Corners 1905">
                  <a:extLst>
                    <a:ext uri="{FF2B5EF4-FFF2-40B4-BE49-F238E27FC236}">
                      <a16:creationId xmlns:a16="http://schemas.microsoft.com/office/drawing/2014/main" id="{7A3AC995-AFD3-7754-E83D-F524E1BFD6D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7" name="Rectangle: Rounded Corners 1906">
                  <a:extLst>
                    <a:ext uri="{FF2B5EF4-FFF2-40B4-BE49-F238E27FC236}">
                      <a16:creationId xmlns:a16="http://schemas.microsoft.com/office/drawing/2014/main" id="{EE7CD9B7-15BF-2C86-F0E7-5FC804A846A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8" name="Rectangle: Rounded Corners 1907">
                  <a:extLst>
                    <a:ext uri="{FF2B5EF4-FFF2-40B4-BE49-F238E27FC236}">
                      <a16:creationId xmlns:a16="http://schemas.microsoft.com/office/drawing/2014/main" id="{ED323FC9-63BA-99B3-888B-C8FE82F426A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9" name="Rectangle: Rounded Corners 1908">
                  <a:extLst>
                    <a:ext uri="{FF2B5EF4-FFF2-40B4-BE49-F238E27FC236}">
                      <a16:creationId xmlns:a16="http://schemas.microsoft.com/office/drawing/2014/main" id="{932E52A1-121B-8B6A-E84E-59046474CF0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0" name="Rectangle: Rounded Corners 1909">
                  <a:extLst>
                    <a:ext uri="{FF2B5EF4-FFF2-40B4-BE49-F238E27FC236}">
                      <a16:creationId xmlns:a16="http://schemas.microsoft.com/office/drawing/2014/main" id="{FA5830CA-D8F2-FD67-61CF-158E5A8DBE3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1" name="Rectangle: Rounded Corners 1910">
                  <a:extLst>
                    <a:ext uri="{FF2B5EF4-FFF2-40B4-BE49-F238E27FC236}">
                      <a16:creationId xmlns:a16="http://schemas.microsoft.com/office/drawing/2014/main" id="{7C6A90AA-17ED-0551-82C7-36DD1105EC6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2" name="Rectangle: Rounded Corners 1911">
                  <a:extLst>
                    <a:ext uri="{FF2B5EF4-FFF2-40B4-BE49-F238E27FC236}">
                      <a16:creationId xmlns:a16="http://schemas.microsoft.com/office/drawing/2014/main" id="{1CC2A93C-69BA-8FF6-61AA-05F78E25BF8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3" name="Rectangle: Rounded Corners 1912">
                  <a:extLst>
                    <a:ext uri="{FF2B5EF4-FFF2-40B4-BE49-F238E27FC236}">
                      <a16:creationId xmlns:a16="http://schemas.microsoft.com/office/drawing/2014/main" id="{0D9B8ABE-661C-CAFF-A324-1B4F89F7453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43" name="Group 1742">
              <a:extLst>
                <a:ext uri="{FF2B5EF4-FFF2-40B4-BE49-F238E27FC236}">
                  <a16:creationId xmlns:a16="http://schemas.microsoft.com/office/drawing/2014/main" id="{17A4FE37-9449-BD58-0810-FF2B44327884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1884" name="Rectangle: Rounded Corners 1883">
                <a:extLst>
                  <a:ext uri="{FF2B5EF4-FFF2-40B4-BE49-F238E27FC236}">
                    <a16:creationId xmlns:a16="http://schemas.microsoft.com/office/drawing/2014/main" id="{3A2B536A-133C-C0E0-29D6-D4831A9322CB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885" name="Group 1884">
                <a:extLst>
                  <a:ext uri="{FF2B5EF4-FFF2-40B4-BE49-F238E27FC236}">
                    <a16:creationId xmlns:a16="http://schemas.microsoft.com/office/drawing/2014/main" id="{9A151AD9-AF16-0FFA-0113-3AE51325667D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95" name="Rectangle: Rounded Corners 1894">
                  <a:extLst>
                    <a:ext uri="{FF2B5EF4-FFF2-40B4-BE49-F238E27FC236}">
                      <a16:creationId xmlns:a16="http://schemas.microsoft.com/office/drawing/2014/main" id="{A5CE9A1A-0EA3-3848-E566-2398E388EB2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6" name="Rectangle: Rounded Corners 1895">
                  <a:extLst>
                    <a:ext uri="{FF2B5EF4-FFF2-40B4-BE49-F238E27FC236}">
                      <a16:creationId xmlns:a16="http://schemas.microsoft.com/office/drawing/2014/main" id="{D0948C75-C9B8-8812-03D1-3AF66DBA1FB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7" name="Rectangle: Rounded Corners 1896">
                  <a:extLst>
                    <a:ext uri="{FF2B5EF4-FFF2-40B4-BE49-F238E27FC236}">
                      <a16:creationId xmlns:a16="http://schemas.microsoft.com/office/drawing/2014/main" id="{FF066568-DA6E-7FAE-9698-454369B2963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8" name="Rectangle: Rounded Corners 1897">
                  <a:extLst>
                    <a:ext uri="{FF2B5EF4-FFF2-40B4-BE49-F238E27FC236}">
                      <a16:creationId xmlns:a16="http://schemas.microsoft.com/office/drawing/2014/main" id="{F056AB0B-0E66-0F8D-8EE1-5B0070D28B5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9" name="Rectangle: Rounded Corners 1898">
                  <a:extLst>
                    <a:ext uri="{FF2B5EF4-FFF2-40B4-BE49-F238E27FC236}">
                      <a16:creationId xmlns:a16="http://schemas.microsoft.com/office/drawing/2014/main" id="{2F85FF8C-8099-06E5-23D7-1446AEA2057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0" name="Rectangle: Rounded Corners 1899">
                  <a:extLst>
                    <a:ext uri="{FF2B5EF4-FFF2-40B4-BE49-F238E27FC236}">
                      <a16:creationId xmlns:a16="http://schemas.microsoft.com/office/drawing/2014/main" id="{EBFC72D9-9EE2-6B7D-67D5-9FFCC587643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1" name="Rectangle: Rounded Corners 1900">
                  <a:extLst>
                    <a:ext uri="{FF2B5EF4-FFF2-40B4-BE49-F238E27FC236}">
                      <a16:creationId xmlns:a16="http://schemas.microsoft.com/office/drawing/2014/main" id="{33088043-A349-D1F0-D13E-E79B8407C07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2" name="Rectangle: Rounded Corners 1901">
                  <a:extLst>
                    <a:ext uri="{FF2B5EF4-FFF2-40B4-BE49-F238E27FC236}">
                      <a16:creationId xmlns:a16="http://schemas.microsoft.com/office/drawing/2014/main" id="{FEEF7665-B779-C283-E885-3599939C35C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86" name="Group 1885">
                <a:extLst>
                  <a:ext uri="{FF2B5EF4-FFF2-40B4-BE49-F238E27FC236}">
                    <a16:creationId xmlns:a16="http://schemas.microsoft.com/office/drawing/2014/main" id="{E270FE9E-1426-DDAF-3BF7-DF62A937F9E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87" name="Rectangle: Rounded Corners 1886">
                  <a:extLst>
                    <a:ext uri="{FF2B5EF4-FFF2-40B4-BE49-F238E27FC236}">
                      <a16:creationId xmlns:a16="http://schemas.microsoft.com/office/drawing/2014/main" id="{7445E460-AD4A-6E11-9869-E30FABAC559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88" name="Rectangle: Rounded Corners 1887">
                  <a:extLst>
                    <a:ext uri="{FF2B5EF4-FFF2-40B4-BE49-F238E27FC236}">
                      <a16:creationId xmlns:a16="http://schemas.microsoft.com/office/drawing/2014/main" id="{DBE586FC-B348-2653-597B-13ABBF344D7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89" name="Rectangle: Rounded Corners 1888">
                  <a:extLst>
                    <a:ext uri="{FF2B5EF4-FFF2-40B4-BE49-F238E27FC236}">
                      <a16:creationId xmlns:a16="http://schemas.microsoft.com/office/drawing/2014/main" id="{4B6DF5E1-4DF8-778F-0E7D-01F1F84FAE9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0" name="Rectangle: Rounded Corners 1889">
                  <a:extLst>
                    <a:ext uri="{FF2B5EF4-FFF2-40B4-BE49-F238E27FC236}">
                      <a16:creationId xmlns:a16="http://schemas.microsoft.com/office/drawing/2014/main" id="{BF5EBC4E-C895-53C6-5663-85D6431B42E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1" name="Rectangle: Rounded Corners 1890">
                  <a:extLst>
                    <a:ext uri="{FF2B5EF4-FFF2-40B4-BE49-F238E27FC236}">
                      <a16:creationId xmlns:a16="http://schemas.microsoft.com/office/drawing/2014/main" id="{19700F59-D7C2-F4C6-C973-FA5146417C5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2" name="Rectangle: Rounded Corners 1891">
                  <a:extLst>
                    <a:ext uri="{FF2B5EF4-FFF2-40B4-BE49-F238E27FC236}">
                      <a16:creationId xmlns:a16="http://schemas.microsoft.com/office/drawing/2014/main" id="{871E0489-EEF0-61DA-D2B6-1BAD2EF4BEF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3" name="Rectangle: Rounded Corners 1892">
                  <a:extLst>
                    <a:ext uri="{FF2B5EF4-FFF2-40B4-BE49-F238E27FC236}">
                      <a16:creationId xmlns:a16="http://schemas.microsoft.com/office/drawing/2014/main" id="{B2D85203-76B5-B924-347E-DE5A627D437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4" name="Rectangle: Rounded Corners 1893">
                  <a:extLst>
                    <a:ext uri="{FF2B5EF4-FFF2-40B4-BE49-F238E27FC236}">
                      <a16:creationId xmlns:a16="http://schemas.microsoft.com/office/drawing/2014/main" id="{B6DF91B0-67DF-AD88-A609-E6D91EC0F98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44" name="Group 1743">
              <a:extLst>
                <a:ext uri="{FF2B5EF4-FFF2-40B4-BE49-F238E27FC236}">
                  <a16:creationId xmlns:a16="http://schemas.microsoft.com/office/drawing/2014/main" id="{FA81D2DD-FE54-B0A3-7F01-0D1DA61DFBB0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1865" name="Rectangle: Rounded Corners 1864">
                <a:extLst>
                  <a:ext uri="{FF2B5EF4-FFF2-40B4-BE49-F238E27FC236}">
                    <a16:creationId xmlns:a16="http://schemas.microsoft.com/office/drawing/2014/main" id="{DBE39633-4988-6529-1818-E0292EBF3E0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866" name="Group 1865">
                <a:extLst>
                  <a:ext uri="{FF2B5EF4-FFF2-40B4-BE49-F238E27FC236}">
                    <a16:creationId xmlns:a16="http://schemas.microsoft.com/office/drawing/2014/main" id="{59A8FBEB-3CCB-AA92-F4EA-6D474F5C6787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76" name="Rectangle: Rounded Corners 1875">
                  <a:extLst>
                    <a:ext uri="{FF2B5EF4-FFF2-40B4-BE49-F238E27FC236}">
                      <a16:creationId xmlns:a16="http://schemas.microsoft.com/office/drawing/2014/main" id="{E5334C10-EE1A-A931-20F7-B6C0BD1039A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7" name="Rectangle: Rounded Corners 1876">
                  <a:extLst>
                    <a:ext uri="{FF2B5EF4-FFF2-40B4-BE49-F238E27FC236}">
                      <a16:creationId xmlns:a16="http://schemas.microsoft.com/office/drawing/2014/main" id="{78CB1B8B-DA3B-CC16-AE29-592988E4538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8" name="Rectangle: Rounded Corners 1877">
                  <a:extLst>
                    <a:ext uri="{FF2B5EF4-FFF2-40B4-BE49-F238E27FC236}">
                      <a16:creationId xmlns:a16="http://schemas.microsoft.com/office/drawing/2014/main" id="{6A871292-FDD3-83B4-DF73-4F180626EC4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9" name="Rectangle: Rounded Corners 1878">
                  <a:extLst>
                    <a:ext uri="{FF2B5EF4-FFF2-40B4-BE49-F238E27FC236}">
                      <a16:creationId xmlns:a16="http://schemas.microsoft.com/office/drawing/2014/main" id="{21BEA92D-1260-06AB-9B4A-5BE902BE6C7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80" name="Rectangle: Rounded Corners 1879">
                  <a:extLst>
                    <a:ext uri="{FF2B5EF4-FFF2-40B4-BE49-F238E27FC236}">
                      <a16:creationId xmlns:a16="http://schemas.microsoft.com/office/drawing/2014/main" id="{5797E54A-4B95-688F-86EF-E9EDA239422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81" name="Rectangle: Rounded Corners 1880">
                  <a:extLst>
                    <a:ext uri="{FF2B5EF4-FFF2-40B4-BE49-F238E27FC236}">
                      <a16:creationId xmlns:a16="http://schemas.microsoft.com/office/drawing/2014/main" id="{D5DAFAE1-C517-A9D2-BD9B-044F93A9990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82" name="Rectangle: Rounded Corners 1881">
                  <a:extLst>
                    <a:ext uri="{FF2B5EF4-FFF2-40B4-BE49-F238E27FC236}">
                      <a16:creationId xmlns:a16="http://schemas.microsoft.com/office/drawing/2014/main" id="{9C73A9E5-7E99-69A2-EEC5-312AE594341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83" name="Rectangle: Rounded Corners 1882">
                  <a:extLst>
                    <a:ext uri="{FF2B5EF4-FFF2-40B4-BE49-F238E27FC236}">
                      <a16:creationId xmlns:a16="http://schemas.microsoft.com/office/drawing/2014/main" id="{BA28FA53-9652-BAE2-DBD1-E1B5837B97A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67" name="Group 1866">
                <a:extLst>
                  <a:ext uri="{FF2B5EF4-FFF2-40B4-BE49-F238E27FC236}">
                    <a16:creationId xmlns:a16="http://schemas.microsoft.com/office/drawing/2014/main" id="{1F4A06FA-91CF-4509-E4B9-F55CAC840FF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68" name="Rectangle: Rounded Corners 1867">
                  <a:extLst>
                    <a:ext uri="{FF2B5EF4-FFF2-40B4-BE49-F238E27FC236}">
                      <a16:creationId xmlns:a16="http://schemas.microsoft.com/office/drawing/2014/main" id="{CCC59CF4-1156-DB81-F08B-F0812C12E12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69" name="Rectangle: Rounded Corners 1868">
                  <a:extLst>
                    <a:ext uri="{FF2B5EF4-FFF2-40B4-BE49-F238E27FC236}">
                      <a16:creationId xmlns:a16="http://schemas.microsoft.com/office/drawing/2014/main" id="{E1E6E096-6732-0AA7-1C4E-146AF20E9A3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0" name="Rectangle: Rounded Corners 1869">
                  <a:extLst>
                    <a:ext uri="{FF2B5EF4-FFF2-40B4-BE49-F238E27FC236}">
                      <a16:creationId xmlns:a16="http://schemas.microsoft.com/office/drawing/2014/main" id="{14C05FE0-1376-3759-0A5C-B3BD0FB5062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1" name="Rectangle: Rounded Corners 1870">
                  <a:extLst>
                    <a:ext uri="{FF2B5EF4-FFF2-40B4-BE49-F238E27FC236}">
                      <a16:creationId xmlns:a16="http://schemas.microsoft.com/office/drawing/2014/main" id="{BB0E9F3F-69BA-BC12-284E-E9D25346471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2" name="Rectangle: Rounded Corners 1871">
                  <a:extLst>
                    <a:ext uri="{FF2B5EF4-FFF2-40B4-BE49-F238E27FC236}">
                      <a16:creationId xmlns:a16="http://schemas.microsoft.com/office/drawing/2014/main" id="{D6FA501C-8FC6-1097-9ABA-EA50221FBF1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3" name="Rectangle: Rounded Corners 1872">
                  <a:extLst>
                    <a:ext uri="{FF2B5EF4-FFF2-40B4-BE49-F238E27FC236}">
                      <a16:creationId xmlns:a16="http://schemas.microsoft.com/office/drawing/2014/main" id="{CA08B052-E73A-9B8F-74DB-A026BBE1D4D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4" name="Rectangle: Rounded Corners 1873">
                  <a:extLst>
                    <a:ext uri="{FF2B5EF4-FFF2-40B4-BE49-F238E27FC236}">
                      <a16:creationId xmlns:a16="http://schemas.microsoft.com/office/drawing/2014/main" id="{8C6BC302-A6FB-5BC7-D0BE-9B140A7338A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5" name="Rectangle: Rounded Corners 1874">
                  <a:extLst>
                    <a:ext uri="{FF2B5EF4-FFF2-40B4-BE49-F238E27FC236}">
                      <a16:creationId xmlns:a16="http://schemas.microsoft.com/office/drawing/2014/main" id="{A0C22D01-AD0A-07A6-A2C9-4A16FECC82B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45" name="Group 1744">
              <a:extLst>
                <a:ext uri="{FF2B5EF4-FFF2-40B4-BE49-F238E27FC236}">
                  <a16:creationId xmlns:a16="http://schemas.microsoft.com/office/drawing/2014/main" id="{76A1A110-1B65-FBB4-E09F-8E32258E5E4E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846" name="Rectangle: Rounded Corners 1845">
                <a:extLst>
                  <a:ext uri="{FF2B5EF4-FFF2-40B4-BE49-F238E27FC236}">
                    <a16:creationId xmlns:a16="http://schemas.microsoft.com/office/drawing/2014/main" id="{2CE5B7CB-B78E-8B11-6FC0-422D8AFF563B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847" name="Group 1846">
                <a:extLst>
                  <a:ext uri="{FF2B5EF4-FFF2-40B4-BE49-F238E27FC236}">
                    <a16:creationId xmlns:a16="http://schemas.microsoft.com/office/drawing/2014/main" id="{E5E309A5-536E-DDC7-EA62-C43ED346A3A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57" name="Rectangle: Rounded Corners 1856">
                  <a:extLst>
                    <a:ext uri="{FF2B5EF4-FFF2-40B4-BE49-F238E27FC236}">
                      <a16:creationId xmlns:a16="http://schemas.microsoft.com/office/drawing/2014/main" id="{D555F7AA-B1AB-4569-A20C-B4C40D065E6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8" name="Rectangle: Rounded Corners 1857">
                  <a:extLst>
                    <a:ext uri="{FF2B5EF4-FFF2-40B4-BE49-F238E27FC236}">
                      <a16:creationId xmlns:a16="http://schemas.microsoft.com/office/drawing/2014/main" id="{C13288C2-CC28-33D6-DC57-CA5B5E976BB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9" name="Rectangle: Rounded Corners 1858">
                  <a:extLst>
                    <a:ext uri="{FF2B5EF4-FFF2-40B4-BE49-F238E27FC236}">
                      <a16:creationId xmlns:a16="http://schemas.microsoft.com/office/drawing/2014/main" id="{9F522ED1-42B5-6032-74FE-8A90F029CAD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60" name="Rectangle: Rounded Corners 1859">
                  <a:extLst>
                    <a:ext uri="{FF2B5EF4-FFF2-40B4-BE49-F238E27FC236}">
                      <a16:creationId xmlns:a16="http://schemas.microsoft.com/office/drawing/2014/main" id="{A05839A7-C6C8-39E0-72DC-54CDB0496D0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61" name="Rectangle: Rounded Corners 1860">
                  <a:extLst>
                    <a:ext uri="{FF2B5EF4-FFF2-40B4-BE49-F238E27FC236}">
                      <a16:creationId xmlns:a16="http://schemas.microsoft.com/office/drawing/2014/main" id="{75041EA9-9B6C-F6EB-EB47-C060B53C487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62" name="Rectangle: Rounded Corners 1861">
                  <a:extLst>
                    <a:ext uri="{FF2B5EF4-FFF2-40B4-BE49-F238E27FC236}">
                      <a16:creationId xmlns:a16="http://schemas.microsoft.com/office/drawing/2014/main" id="{4DECA7AF-A3B8-60D8-0D7C-8D043D2DCE3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63" name="Rectangle: Rounded Corners 1862">
                  <a:extLst>
                    <a:ext uri="{FF2B5EF4-FFF2-40B4-BE49-F238E27FC236}">
                      <a16:creationId xmlns:a16="http://schemas.microsoft.com/office/drawing/2014/main" id="{2AB590E2-0B0F-1EF7-C578-93B47185182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64" name="Rectangle: Rounded Corners 1863">
                  <a:extLst>
                    <a:ext uri="{FF2B5EF4-FFF2-40B4-BE49-F238E27FC236}">
                      <a16:creationId xmlns:a16="http://schemas.microsoft.com/office/drawing/2014/main" id="{C876AECF-4531-6FE3-D804-262D497FDD5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48" name="Group 1847">
                <a:extLst>
                  <a:ext uri="{FF2B5EF4-FFF2-40B4-BE49-F238E27FC236}">
                    <a16:creationId xmlns:a16="http://schemas.microsoft.com/office/drawing/2014/main" id="{F1D20E0F-145F-C15C-17D2-0299FE05262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49" name="Rectangle: Rounded Corners 1848">
                  <a:extLst>
                    <a:ext uri="{FF2B5EF4-FFF2-40B4-BE49-F238E27FC236}">
                      <a16:creationId xmlns:a16="http://schemas.microsoft.com/office/drawing/2014/main" id="{DD7419F5-A5F4-C640-F241-6D16DE63C0A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0" name="Rectangle: Rounded Corners 1849">
                  <a:extLst>
                    <a:ext uri="{FF2B5EF4-FFF2-40B4-BE49-F238E27FC236}">
                      <a16:creationId xmlns:a16="http://schemas.microsoft.com/office/drawing/2014/main" id="{D0DCEA69-6E17-0165-E36E-BBFDCE0267E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1" name="Rectangle: Rounded Corners 1850">
                  <a:extLst>
                    <a:ext uri="{FF2B5EF4-FFF2-40B4-BE49-F238E27FC236}">
                      <a16:creationId xmlns:a16="http://schemas.microsoft.com/office/drawing/2014/main" id="{07CA0F85-E4C3-63CA-C327-2440DAB02BF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2" name="Rectangle: Rounded Corners 1851">
                  <a:extLst>
                    <a:ext uri="{FF2B5EF4-FFF2-40B4-BE49-F238E27FC236}">
                      <a16:creationId xmlns:a16="http://schemas.microsoft.com/office/drawing/2014/main" id="{BB145024-7905-0CA8-489D-394A6CD353F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3" name="Rectangle: Rounded Corners 1852">
                  <a:extLst>
                    <a:ext uri="{FF2B5EF4-FFF2-40B4-BE49-F238E27FC236}">
                      <a16:creationId xmlns:a16="http://schemas.microsoft.com/office/drawing/2014/main" id="{9138DD8A-941D-83E5-8183-F0FB9D399BB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4" name="Rectangle: Rounded Corners 1853">
                  <a:extLst>
                    <a:ext uri="{FF2B5EF4-FFF2-40B4-BE49-F238E27FC236}">
                      <a16:creationId xmlns:a16="http://schemas.microsoft.com/office/drawing/2014/main" id="{EC11B4B8-95D2-F740-F47E-84AA61C0105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5" name="Rectangle: Rounded Corners 1854">
                  <a:extLst>
                    <a:ext uri="{FF2B5EF4-FFF2-40B4-BE49-F238E27FC236}">
                      <a16:creationId xmlns:a16="http://schemas.microsoft.com/office/drawing/2014/main" id="{0BAF6463-EE7E-E31A-0B4B-BC54C534E5A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6" name="Rectangle: Rounded Corners 1855">
                  <a:extLst>
                    <a:ext uri="{FF2B5EF4-FFF2-40B4-BE49-F238E27FC236}">
                      <a16:creationId xmlns:a16="http://schemas.microsoft.com/office/drawing/2014/main" id="{6BA8143F-0B69-9F78-7030-9603AA08E50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46" name="Group 1745">
              <a:extLst>
                <a:ext uri="{FF2B5EF4-FFF2-40B4-BE49-F238E27FC236}">
                  <a16:creationId xmlns:a16="http://schemas.microsoft.com/office/drawing/2014/main" id="{3CBD7E2E-81F8-7E22-13BF-9D93717D26A1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827" name="Rectangle: Rounded Corners 1826">
                <a:extLst>
                  <a:ext uri="{FF2B5EF4-FFF2-40B4-BE49-F238E27FC236}">
                    <a16:creationId xmlns:a16="http://schemas.microsoft.com/office/drawing/2014/main" id="{D0AF2401-3547-BFD7-8C38-194F7B730D1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828" name="Group 1827">
                <a:extLst>
                  <a:ext uri="{FF2B5EF4-FFF2-40B4-BE49-F238E27FC236}">
                    <a16:creationId xmlns:a16="http://schemas.microsoft.com/office/drawing/2014/main" id="{F2C504BA-E12A-6E6E-CCAB-FDA1D2562869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38" name="Rectangle: Rounded Corners 1837">
                  <a:extLst>
                    <a:ext uri="{FF2B5EF4-FFF2-40B4-BE49-F238E27FC236}">
                      <a16:creationId xmlns:a16="http://schemas.microsoft.com/office/drawing/2014/main" id="{B66BB334-5DF4-FAB8-8F9F-281EB7F34F1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9" name="Rectangle: Rounded Corners 1838">
                  <a:extLst>
                    <a:ext uri="{FF2B5EF4-FFF2-40B4-BE49-F238E27FC236}">
                      <a16:creationId xmlns:a16="http://schemas.microsoft.com/office/drawing/2014/main" id="{884B2425-B5F9-48A8-24CB-03217273A3E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0" name="Rectangle: Rounded Corners 1839">
                  <a:extLst>
                    <a:ext uri="{FF2B5EF4-FFF2-40B4-BE49-F238E27FC236}">
                      <a16:creationId xmlns:a16="http://schemas.microsoft.com/office/drawing/2014/main" id="{5F28CAED-0D02-23CE-F21C-549BA831F1E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1" name="Rectangle: Rounded Corners 1840">
                  <a:extLst>
                    <a:ext uri="{FF2B5EF4-FFF2-40B4-BE49-F238E27FC236}">
                      <a16:creationId xmlns:a16="http://schemas.microsoft.com/office/drawing/2014/main" id="{8BFAB13F-B388-415D-59D5-ADA419CEF72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2" name="Rectangle: Rounded Corners 1841">
                  <a:extLst>
                    <a:ext uri="{FF2B5EF4-FFF2-40B4-BE49-F238E27FC236}">
                      <a16:creationId xmlns:a16="http://schemas.microsoft.com/office/drawing/2014/main" id="{0A82ACF8-8E75-BF14-9303-212FAD138B9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3" name="Rectangle: Rounded Corners 1842">
                  <a:extLst>
                    <a:ext uri="{FF2B5EF4-FFF2-40B4-BE49-F238E27FC236}">
                      <a16:creationId xmlns:a16="http://schemas.microsoft.com/office/drawing/2014/main" id="{B4EB4152-62D3-3C59-0CFA-3FC93C32506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4" name="Rectangle: Rounded Corners 1843">
                  <a:extLst>
                    <a:ext uri="{FF2B5EF4-FFF2-40B4-BE49-F238E27FC236}">
                      <a16:creationId xmlns:a16="http://schemas.microsoft.com/office/drawing/2014/main" id="{0EC37586-9A56-C6FF-BF9F-5FB574877DD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5" name="Rectangle: Rounded Corners 1844">
                  <a:extLst>
                    <a:ext uri="{FF2B5EF4-FFF2-40B4-BE49-F238E27FC236}">
                      <a16:creationId xmlns:a16="http://schemas.microsoft.com/office/drawing/2014/main" id="{EDFB26C0-E7B8-E330-0FFC-AE3C4C1224A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29" name="Group 1828">
                <a:extLst>
                  <a:ext uri="{FF2B5EF4-FFF2-40B4-BE49-F238E27FC236}">
                    <a16:creationId xmlns:a16="http://schemas.microsoft.com/office/drawing/2014/main" id="{F7208975-790D-B081-184C-BC14AACDED2C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30" name="Rectangle: Rounded Corners 1829">
                  <a:extLst>
                    <a:ext uri="{FF2B5EF4-FFF2-40B4-BE49-F238E27FC236}">
                      <a16:creationId xmlns:a16="http://schemas.microsoft.com/office/drawing/2014/main" id="{73C9E7A1-CFD3-BFCA-C002-296B5FCF750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1" name="Rectangle: Rounded Corners 1830">
                  <a:extLst>
                    <a:ext uri="{FF2B5EF4-FFF2-40B4-BE49-F238E27FC236}">
                      <a16:creationId xmlns:a16="http://schemas.microsoft.com/office/drawing/2014/main" id="{58820C32-9E0D-D084-2AA8-62897104F62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2" name="Rectangle: Rounded Corners 1831">
                  <a:extLst>
                    <a:ext uri="{FF2B5EF4-FFF2-40B4-BE49-F238E27FC236}">
                      <a16:creationId xmlns:a16="http://schemas.microsoft.com/office/drawing/2014/main" id="{34A664B0-1AD5-3EDD-C1F4-A7E0DADBC92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3" name="Rectangle: Rounded Corners 1832">
                  <a:extLst>
                    <a:ext uri="{FF2B5EF4-FFF2-40B4-BE49-F238E27FC236}">
                      <a16:creationId xmlns:a16="http://schemas.microsoft.com/office/drawing/2014/main" id="{F9EE3740-62D9-E794-149A-4BCA03DE0F9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4" name="Rectangle: Rounded Corners 1833">
                  <a:extLst>
                    <a:ext uri="{FF2B5EF4-FFF2-40B4-BE49-F238E27FC236}">
                      <a16:creationId xmlns:a16="http://schemas.microsoft.com/office/drawing/2014/main" id="{7794C987-0DA4-4C2D-6232-001D4CC6A1E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5" name="Rectangle: Rounded Corners 1834">
                  <a:extLst>
                    <a:ext uri="{FF2B5EF4-FFF2-40B4-BE49-F238E27FC236}">
                      <a16:creationId xmlns:a16="http://schemas.microsoft.com/office/drawing/2014/main" id="{63FD5A75-0758-9A29-FD1C-0ADCB57093C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6" name="Rectangle: Rounded Corners 1835">
                  <a:extLst>
                    <a:ext uri="{FF2B5EF4-FFF2-40B4-BE49-F238E27FC236}">
                      <a16:creationId xmlns:a16="http://schemas.microsoft.com/office/drawing/2014/main" id="{DE44AA73-E823-2F7D-3056-77A6FF0F2D8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7" name="Rectangle: Rounded Corners 1836">
                  <a:extLst>
                    <a:ext uri="{FF2B5EF4-FFF2-40B4-BE49-F238E27FC236}">
                      <a16:creationId xmlns:a16="http://schemas.microsoft.com/office/drawing/2014/main" id="{7F030888-81BC-783C-BBE5-139B13293F3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47" name="Group 1746">
              <a:extLst>
                <a:ext uri="{FF2B5EF4-FFF2-40B4-BE49-F238E27FC236}">
                  <a16:creationId xmlns:a16="http://schemas.microsoft.com/office/drawing/2014/main" id="{AF393C94-C462-B86E-2AD7-24AEA6F10EE5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808" name="Rectangle: Rounded Corners 1807">
                <a:extLst>
                  <a:ext uri="{FF2B5EF4-FFF2-40B4-BE49-F238E27FC236}">
                    <a16:creationId xmlns:a16="http://schemas.microsoft.com/office/drawing/2014/main" id="{86409A9E-3278-3A61-ABBD-5C234419AD2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809" name="Group 1808">
                <a:extLst>
                  <a:ext uri="{FF2B5EF4-FFF2-40B4-BE49-F238E27FC236}">
                    <a16:creationId xmlns:a16="http://schemas.microsoft.com/office/drawing/2014/main" id="{7C981BE4-25CE-82FB-B0AD-DB8B58B5174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19" name="Rectangle: Rounded Corners 1818">
                  <a:extLst>
                    <a:ext uri="{FF2B5EF4-FFF2-40B4-BE49-F238E27FC236}">
                      <a16:creationId xmlns:a16="http://schemas.microsoft.com/office/drawing/2014/main" id="{AB1A5F2E-7A9C-C6D9-A949-3CB24A7F3CE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0" name="Rectangle: Rounded Corners 1819">
                  <a:extLst>
                    <a:ext uri="{FF2B5EF4-FFF2-40B4-BE49-F238E27FC236}">
                      <a16:creationId xmlns:a16="http://schemas.microsoft.com/office/drawing/2014/main" id="{EC3AE477-A76A-1176-A344-EF6445AF127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1" name="Rectangle: Rounded Corners 1820">
                  <a:extLst>
                    <a:ext uri="{FF2B5EF4-FFF2-40B4-BE49-F238E27FC236}">
                      <a16:creationId xmlns:a16="http://schemas.microsoft.com/office/drawing/2014/main" id="{9387AB2A-0D1B-9868-D64E-3E3878A28A9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2" name="Rectangle: Rounded Corners 1821">
                  <a:extLst>
                    <a:ext uri="{FF2B5EF4-FFF2-40B4-BE49-F238E27FC236}">
                      <a16:creationId xmlns:a16="http://schemas.microsoft.com/office/drawing/2014/main" id="{7F4B2617-309F-96E2-BC16-04240555CBB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3" name="Rectangle: Rounded Corners 1822">
                  <a:extLst>
                    <a:ext uri="{FF2B5EF4-FFF2-40B4-BE49-F238E27FC236}">
                      <a16:creationId xmlns:a16="http://schemas.microsoft.com/office/drawing/2014/main" id="{BEFDD8C0-ABCA-CC2F-7275-49D17C1EAF5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4" name="Rectangle: Rounded Corners 1823">
                  <a:extLst>
                    <a:ext uri="{FF2B5EF4-FFF2-40B4-BE49-F238E27FC236}">
                      <a16:creationId xmlns:a16="http://schemas.microsoft.com/office/drawing/2014/main" id="{07DBC0AE-F135-C129-B349-F7CB0B6026C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5" name="Rectangle: Rounded Corners 1824">
                  <a:extLst>
                    <a:ext uri="{FF2B5EF4-FFF2-40B4-BE49-F238E27FC236}">
                      <a16:creationId xmlns:a16="http://schemas.microsoft.com/office/drawing/2014/main" id="{AD5A01B0-CE7F-117C-7076-3F4209EAE37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6" name="Rectangle: Rounded Corners 1825">
                  <a:extLst>
                    <a:ext uri="{FF2B5EF4-FFF2-40B4-BE49-F238E27FC236}">
                      <a16:creationId xmlns:a16="http://schemas.microsoft.com/office/drawing/2014/main" id="{5A1B4553-9774-F939-4B1D-89B59FDBEB9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10" name="Group 1809">
                <a:extLst>
                  <a:ext uri="{FF2B5EF4-FFF2-40B4-BE49-F238E27FC236}">
                    <a16:creationId xmlns:a16="http://schemas.microsoft.com/office/drawing/2014/main" id="{AE813D71-721C-8512-14E4-E359F4F9D71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11" name="Rectangle: Rounded Corners 1810">
                  <a:extLst>
                    <a:ext uri="{FF2B5EF4-FFF2-40B4-BE49-F238E27FC236}">
                      <a16:creationId xmlns:a16="http://schemas.microsoft.com/office/drawing/2014/main" id="{BBFDE70D-8AE3-A815-8A29-E75AA1186E0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2" name="Rectangle: Rounded Corners 1811">
                  <a:extLst>
                    <a:ext uri="{FF2B5EF4-FFF2-40B4-BE49-F238E27FC236}">
                      <a16:creationId xmlns:a16="http://schemas.microsoft.com/office/drawing/2014/main" id="{5DE46196-53AC-665D-3AEA-8152F767271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3" name="Rectangle: Rounded Corners 1812">
                  <a:extLst>
                    <a:ext uri="{FF2B5EF4-FFF2-40B4-BE49-F238E27FC236}">
                      <a16:creationId xmlns:a16="http://schemas.microsoft.com/office/drawing/2014/main" id="{35FAD491-2929-B5DD-8F88-0D8E0BF64C4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4" name="Rectangle: Rounded Corners 1813">
                  <a:extLst>
                    <a:ext uri="{FF2B5EF4-FFF2-40B4-BE49-F238E27FC236}">
                      <a16:creationId xmlns:a16="http://schemas.microsoft.com/office/drawing/2014/main" id="{83FD1142-FC60-5275-113E-52D74905372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5" name="Rectangle: Rounded Corners 1814">
                  <a:extLst>
                    <a:ext uri="{FF2B5EF4-FFF2-40B4-BE49-F238E27FC236}">
                      <a16:creationId xmlns:a16="http://schemas.microsoft.com/office/drawing/2014/main" id="{1E9B5333-25F4-DFCA-ADC2-AAF384390C8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6" name="Rectangle: Rounded Corners 1815">
                  <a:extLst>
                    <a:ext uri="{FF2B5EF4-FFF2-40B4-BE49-F238E27FC236}">
                      <a16:creationId xmlns:a16="http://schemas.microsoft.com/office/drawing/2014/main" id="{4C7D1851-7540-5633-5B97-E51F7F7795E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7" name="Rectangle: Rounded Corners 1816">
                  <a:extLst>
                    <a:ext uri="{FF2B5EF4-FFF2-40B4-BE49-F238E27FC236}">
                      <a16:creationId xmlns:a16="http://schemas.microsoft.com/office/drawing/2014/main" id="{5D362530-1B8B-BA5A-C363-7180243555E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8" name="Rectangle: Rounded Corners 1817">
                  <a:extLst>
                    <a:ext uri="{FF2B5EF4-FFF2-40B4-BE49-F238E27FC236}">
                      <a16:creationId xmlns:a16="http://schemas.microsoft.com/office/drawing/2014/main" id="{6119BEE4-3A1C-3FED-F39C-26791E5AA35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48" name="Group 1747">
              <a:extLst>
                <a:ext uri="{FF2B5EF4-FFF2-40B4-BE49-F238E27FC236}">
                  <a16:creationId xmlns:a16="http://schemas.microsoft.com/office/drawing/2014/main" id="{3C62960B-CB14-9476-7BA9-1048E878DB36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789" name="Rectangle: Rounded Corners 1788">
                <a:extLst>
                  <a:ext uri="{FF2B5EF4-FFF2-40B4-BE49-F238E27FC236}">
                    <a16:creationId xmlns:a16="http://schemas.microsoft.com/office/drawing/2014/main" id="{F73F78E0-E6EB-58CE-AEC9-67B0E10AA41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90" name="Group 1789">
                <a:extLst>
                  <a:ext uri="{FF2B5EF4-FFF2-40B4-BE49-F238E27FC236}">
                    <a16:creationId xmlns:a16="http://schemas.microsoft.com/office/drawing/2014/main" id="{DD1D8B03-6948-38BA-B54F-64A435B22E0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00" name="Rectangle: Rounded Corners 1799">
                  <a:extLst>
                    <a:ext uri="{FF2B5EF4-FFF2-40B4-BE49-F238E27FC236}">
                      <a16:creationId xmlns:a16="http://schemas.microsoft.com/office/drawing/2014/main" id="{ECB54CED-76DB-D35A-1CD6-D764C6F2C4F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1" name="Rectangle: Rounded Corners 1800">
                  <a:extLst>
                    <a:ext uri="{FF2B5EF4-FFF2-40B4-BE49-F238E27FC236}">
                      <a16:creationId xmlns:a16="http://schemas.microsoft.com/office/drawing/2014/main" id="{9BB260E7-8EED-6932-BFEC-86F1097183E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2" name="Rectangle: Rounded Corners 1801">
                  <a:extLst>
                    <a:ext uri="{FF2B5EF4-FFF2-40B4-BE49-F238E27FC236}">
                      <a16:creationId xmlns:a16="http://schemas.microsoft.com/office/drawing/2014/main" id="{2D9B3D4C-F08F-F23E-CF03-31C0A4FD265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3" name="Rectangle: Rounded Corners 1802">
                  <a:extLst>
                    <a:ext uri="{FF2B5EF4-FFF2-40B4-BE49-F238E27FC236}">
                      <a16:creationId xmlns:a16="http://schemas.microsoft.com/office/drawing/2014/main" id="{76A362C9-EAC6-28E7-4B21-D0605061A0E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4" name="Rectangle: Rounded Corners 1803">
                  <a:extLst>
                    <a:ext uri="{FF2B5EF4-FFF2-40B4-BE49-F238E27FC236}">
                      <a16:creationId xmlns:a16="http://schemas.microsoft.com/office/drawing/2014/main" id="{E360338A-BA7F-9A9A-95C1-6507FA05E44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5" name="Rectangle: Rounded Corners 1804">
                  <a:extLst>
                    <a:ext uri="{FF2B5EF4-FFF2-40B4-BE49-F238E27FC236}">
                      <a16:creationId xmlns:a16="http://schemas.microsoft.com/office/drawing/2014/main" id="{3DAD2AEE-E7D3-FB98-8E0B-201A5B6FE74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6" name="Rectangle: Rounded Corners 1805">
                  <a:extLst>
                    <a:ext uri="{FF2B5EF4-FFF2-40B4-BE49-F238E27FC236}">
                      <a16:creationId xmlns:a16="http://schemas.microsoft.com/office/drawing/2014/main" id="{D8501BD8-BA30-038E-8A36-619F2F84770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7" name="Rectangle: Rounded Corners 1806">
                  <a:extLst>
                    <a:ext uri="{FF2B5EF4-FFF2-40B4-BE49-F238E27FC236}">
                      <a16:creationId xmlns:a16="http://schemas.microsoft.com/office/drawing/2014/main" id="{F7B1C6AD-3365-90BF-323B-B92A2C8CE6B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" name="Group 1790">
                <a:extLst>
                  <a:ext uri="{FF2B5EF4-FFF2-40B4-BE49-F238E27FC236}">
                    <a16:creationId xmlns:a16="http://schemas.microsoft.com/office/drawing/2014/main" id="{FA9B39F3-F944-91BE-75BB-83928429484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92" name="Rectangle: Rounded Corners 1791">
                  <a:extLst>
                    <a:ext uri="{FF2B5EF4-FFF2-40B4-BE49-F238E27FC236}">
                      <a16:creationId xmlns:a16="http://schemas.microsoft.com/office/drawing/2014/main" id="{00564F4D-A934-BA4E-DF22-FB9611A5F13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3" name="Rectangle: Rounded Corners 1792">
                  <a:extLst>
                    <a:ext uri="{FF2B5EF4-FFF2-40B4-BE49-F238E27FC236}">
                      <a16:creationId xmlns:a16="http://schemas.microsoft.com/office/drawing/2014/main" id="{3884465C-69E1-47BD-EF99-65126E33AB2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4" name="Rectangle: Rounded Corners 1793">
                  <a:extLst>
                    <a:ext uri="{FF2B5EF4-FFF2-40B4-BE49-F238E27FC236}">
                      <a16:creationId xmlns:a16="http://schemas.microsoft.com/office/drawing/2014/main" id="{CE98C77E-4FA8-BFF7-1436-38A718386AC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5" name="Rectangle: Rounded Corners 1794">
                  <a:extLst>
                    <a:ext uri="{FF2B5EF4-FFF2-40B4-BE49-F238E27FC236}">
                      <a16:creationId xmlns:a16="http://schemas.microsoft.com/office/drawing/2014/main" id="{F6CCF73B-4F5C-90DE-0DAF-94BE2B81218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6" name="Rectangle: Rounded Corners 1795">
                  <a:extLst>
                    <a:ext uri="{FF2B5EF4-FFF2-40B4-BE49-F238E27FC236}">
                      <a16:creationId xmlns:a16="http://schemas.microsoft.com/office/drawing/2014/main" id="{28485231-9441-A7B4-CB52-4C48AE3C269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7" name="Rectangle: Rounded Corners 1796">
                  <a:extLst>
                    <a:ext uri="{FF2B5EF4-FFF2-40B4-BE49-F238E27FC236}">
                      <a16:creationId xmlns:a16="http://schemas.microsoft.com/office/drawing/2014/main" id="{C4F83F0F-FD88-7770-2B96-9C20326CB84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8" name="Rectangle: Rounded Corners 1797">
                  <a:extLst>
                    <a:ext uri="{FF2B5EF4-FFF2-40B4-BE49-F238E27FC236}">
                      <a16:creationId xmlns:a16="http://schemas.microsoft.com/office/drawing/2014/main" id="{CA14D117-762E-49BF-5CA7-015E73E1263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9" name="Rectangle: Rounded Corners 1798">
                  <a:extLst>
                    <a:ext uri="{FF2B5EF4-FFF2-40B4-BE49-F238E27FC236}">
                      <a16:creationId xmlns:a16="http://schemas.microsoft.com/office/drawing/2014/main" id="{1A3CAE07-0B02-4B28-CFC3-54207F8AE94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49" name="Group 1748">
              <a:extLst>
                <a:ext uri="{FF2B5EF4-FFF2-40B4-BE49-F238E27FC236}">
                  <a16:creationId xmlns:a16="http://schemas.microsoft.com/office/drawing/2014/main" id="{377CD33C-1066-9E90-D468-DD9C0BCCAA00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770" name="Rectangle: Rounded Corners 1769">
                <a:extLst>
                  <a:ext uri="{FF2B5EF4-FFF2-40B4-BE49-F238E27FC236}">
                    <a16:creationId xmlns:a16="http://schemas.microsoft.com/office/drawing/2014/main" id="{94632293-6306-5A4A-6638-A5DCF0DA5A0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71" name="Group 1770">
                <a:extLst>
                  <a:ext uri="{FF2B5EF4-FFF2-40B4-BE49-F238E27FC236}">
                    <a16:creationId xmlns:a16="http://schemas.microsoft.com/office/drawing/2014/main" id="{01A354D2-0B95-8CE8-3B12-60A54F1B956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81" name="Rectangle: Rounded Corners 1780">
                  <a:extLst>
                    <a:ext uri="{FF2B5EF4-FFF2-40B4-BE49-F238E27FC236}">
                      <a16:creationId xmlns:a16="http://schemas.microsoft.com/office/drawing/2014/main" id="{570FDB82-5363-0FD7-26AE-311972D0ECE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" name="Rectangle: Rounded Corners 1781">
                  <a:extLst>
                    <a:ext uri="{FF2B5EF4-FFF2-40B4-BE49-F238E27FC236}">
                      <a16:creationId xmlns:a16="http://schemas.microsoft.com/office/drawing/2014/main" id="{8635A6A8-E15D-0ACF-468B-AE8B29E15FD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3" name="Rectangle: Rounded Corners 1782">
                  <a:extLst>
                    <a:ext uri="{FF2B5EF4-FFF2-40B4-BE49-F238E27FC236}">
                      <a16:creationId xmlns:a16="http://schemas.microsoft.com/office/drawing/2014/main" id="{70B9EFB8-3D4C-1B5E-84B6-9F344D05EA5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4" name="Rectangle: Rounded Corners 1783">
                  <a:extLst>
                    <a:ext uri="{FF2B5EF4-FFF2-40B4-BE49-F238E27FC236}">
                      <a16:creationId xmlns:a16="http://schemas.microsoft.com/office/drawing/2014/main" id="{B0D0262C-FEB4-7F3C-8927-2286874C8DA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5" name="Rectangle: Rounded Corners 1784">
                  <a:extLst>
                    <a:ext uri="{FF2B5EF4-FFF2-40B4-BE49-F238E27FC236}">
                      <a16:creationId xmlns:a16="http://schemas.microsoft.com/office/drawing/2014/main" id="{E7E0C86F-E1EA-F0DF-E851-B36BD74D865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6" name="Rectangle: Rounded Corners 1785">
                  <a:extLst>
                    <a:ext uri="{FF2B5EF4-FFF2-40B4-BE49-F238E27FC236}">
                      <a16:creationId xmlns:a16="http://schemas.microsoft.com/office/drawing/2014/main" id="{DCF6DB96-D522-3C52-585A-B38F45587D0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7" name="Rectangle: Rounded Corners 1786">
                  <a:extLst>
                    <a:ext uri="{FF2B5EF4-FFF2-40B4-BE49-F238E27FC236}">
                      <a16:creationId xmlns:a16="http://schemas.microsoft.com/office/drawing/2014/main" id="{2BCB3E77-C9E2-08E1-C3E3-F9CD4F61281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8" name="Rectangle: Rounded Corners 1787">
                  <a:extLst>
                    <a:ext uri="{FF2B5EF4-FFF2-40B4-BE49-F238E27FC236}">
                      <a16:creationId xmlns:a16="http://schemas.microsoft.com/office/drawing/2014/main" id="{B1F8A8FB-A71C-4FDB-C992-10468F682DC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2" name="Group 1771">
                <a:extLst>
                  <a:ext uri="{FF2B5EF4-FFF2-40B4-BE49-F238E27FC236}">
                    <a16:creationId xmlns:a16="http://schemas.microsoft.com/office/drawing/2014/main" id="{B010B7C7-C369-DBBF-9F6F-E5014C0B63F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73" name="Rectangle: Rounded Corners 1772">
                  <a:extLst>
                    <a:ext uri="{FF2B5EF4-FFF2-40B4-BE49-F238E27FC236}">
                      <a16:creationId xmlns:a16="http://schemas.microsoft.com/office/drawing/2014/main" id="{E97236B6-C8AB-824D-09D6-989BE56DF57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" name="Rectangle: Rounded Corners 1773">
                  <a:extLst>
                    <a:ext uri="{FF2B5EF4-FFF2-40B4-BE49-F238E27FC236}">
                      <a16:creationId xmlns:a16="http://schemas.microsoft.com/office/drawing/2014/main" id="{4340518A-1A5E-B53C-DB76-2FF66705170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" name="Rectangle: Rounded Corners 1774">
                  <a:extLst>
                    <a:ext uri="{FF2B5EF4-FFF2-40B4-BE49-F238E27FC236}">
                      <a16:creationId xmlns:a16="http://schemas.microsoft.com/office/drawing/2014/main" id="{5F9D0BCD-6073-13B4-B783-AE44601A4F8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" name="Rectangle: Rounded Corners 1775">
                  <a:extLst>
                    <a:ext uri="{FF2B5EF4-FFF2-40B4-BE49-F238E27FC236}">
                      <a16:creationId xmlns:a16="http://schemas.microsoft.com/office/drawing/2014/main" id="{4A074E15-5857-CC28-E4F4-D7B55861C3A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" name="Rectangle: Rounded Corners 1776">
                  <a:extLst>
                    <a:ext uri="{FF2B5EF4-FFF2-40B4-BE49-F238E27FC236}">
                      <a16:creationId xmlns:a16="http://schemas.microsoft.com/office/drawing/2014/main" id="{9973278D-587A-3AC6-F4C4-4476F7E8E54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" name="Rectangle: Rounded Corners 1777">
                  <a:extLst>
                    <a:ext uri="{FF2B5EF4-FFF2-40B4-BE49-F238E27FC236}">
                      <a16:creationId xmlns:a16="http://schemas.microsoft.com/office/drawing/2014/main" id="{41F86A81-1B29-9F88-BEEE-62E9FE95420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" name="Rectangle: Rounded Corners 1778">
                  <a:extLst>
                    <a:ext uri="{FF2B5EF4-FFF2-40B4-BE49-F238E27FC236}">
                      <a16:creationId xmlns:a16="http://schemas.microsoft.com/office/drawing/2014/main" id="{DA520E59-C926-3D6B-D3DC-C615D3A0DE8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" name="Rectangle: Rounded Corners 1779">
                  <a:extLst>
                    <a:ext uri="{FF2B5EF4-FFF2-40B4-BE49-F238E27FC236}">
                      <a16:creationId xmlns:a16="http://schemas.microsoft.com/office/drawing/2014/main" id="{E5361220-AE39-F69C-1D7F-971D04907CC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50" name="Group 1749">
              <a:extLst>
                <a:ext uri="{FF2B5EF4-FFF2-40B4-BE49-F238E27FC236}">
                  <a16:creationId xmlns:a16="http://schemas.microsoft.com/office/drawing/2014/main" id="{A7099467-5338-0B40-47E9-A058997F250A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751" name="Rectangle: Rounded Corners 1750">
                <a:extLst>
                  <a:ext uri="{FF2B5EF4-FFF2-40B4-BE49-F238E27FC236}">
                    <a16:creationId xmlns:a16="http://schemas.microsoft.com/office/drawing/2014/main" id="{5E59A54E-C2C1-BD10-083E-79710AE4ADB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52" name="Group 1751">
                <a:extLst>
                  <a:ext uri="{FF2B5EF4-FFF2-40B4-BE49-F238E27FC236}">
                    <a16:creationId xmlns:a16="http://schemas.microsoft.com/office/drawing/2014/main" id="{D0D5BB1E-EF6F-B949-87EB-E5184BCA8CDA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62" name="Rectangle: Rounded Corners 1761">
                  <a:extLst>
                    <a:ext uri="{FF2B5EF4-FFF2-40B4-BE49-F238E27FC236}">
                      <a16:creationId xmlns:a16="http://schemas.microsoft.com/office/drawing/2014/main" id="{A8E5670D-A209-F199-4BBD-31E9E5204C9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" name="Rectangle: Rounded Corners 1762">
                  <a:extLst>
                    <a:ext uri="{FF2B5EF4-FFF2-40B4-BE49-F238E27FC236}">
                      <a16:creationId xmlns:a16="http://schemas.microsoft.com/office/drawing/2014/main" id="{BE381B6E-0FC4-2E0C-27B0-F61260E5015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" name="Rectangle: Rounded Corners 1763">
                  <a:extLst>
                    <a:ext uri="{FF2B5EF4-FFF2-40B4-BE49-F238E27FC236}">
                      <a16:creationId xmlns:a16="http://schemas.microsoft.com/office/drawing/2014/main" id="{B7D6F961-9D40-F6C8-E864-CE48B353FCF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" name="Rectangle: Rounded Corners 1764">
                  <a:extLst>
                    <a:ext uri="{FF2B5EF4-FFF2-40B4-BE49-F238E27FC236}">
                      <a16:creationId xmlns:a16="http://schemas.microsoft.com/office/drawing/2014/main" id="{01BA5A6C-9342-2AD0-0992-DF70817AE22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" name="Rectangle: Rounded Corners 1765">
                  <a:extLst>
                    <a:ext uri="{FF2B5EF4-FFF2-40B4-BE49-F238E27FC236}">
                      <a16:creationId xmlns:a16="http://schemas.microsoft.com/office/drawing/2014/main" id="{49CE8D7F-094E-CAD7-8C08-D4331FFD6C1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7" name="Rectangle: Rounded Corners 1766">
                  <a:extLst>
                    <a:ext uri="{FF2B5EF4-FFF2-40B4-BE49-F238E27FC236}">
                      <a16:creationId xmlns:a16="http://schemas.microsoft.com/office/drawing/2014/main" id="{6F65068F-32DC-C621-FC93-F889E7AA415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8" name="Rectangle: Rounded Corners 1767">
                  <a:extLst>
                    <a:ext uri="{FF2B5EF4-FFF2-40B4-BE49-F238E27FC236}">
                      <a16:creationId xmlns:a16="http://schemas.microsoft.com/office/drawing/2014/main" id="{11F79F72-BC51-C031-6BAC-18B10A07DEC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9" name="Rectangle: Rounded Corners 1768">
                  <a:extLst>
                    <a:ext uri="{FF2B5EF4-FFF2-40B4-BE49-F238E27FC236}">
                      <a16:creationId xmlns:a16="http://schemas.microsoft.com/office/drawing/2014/main" id="{CAC31B2F-E4E4-07AC-1917-E1911A0DA74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53" name="Group 1752">
                <a:extLst>
                  <a:ext uri="{FF2B5EF4-FFF2-40B4-BE49-F238E27FC236}">
                    <a16:creationId xmlns:a16="http://schemas.microsoft.com/office/drawing/2014/main" id="{79FA11EC-EF63-FCA6-B334-C67174994EE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54" name="Rectangle: Rounded Corners 1753">
                  <a:extLst>
                    <a:ext uri="{FF2B5EF4-FFF2-40B4-BE49-F238E27FC236}">
                      <a16:creationId xmlns:a16="http://schemas.microsoft.com/office/drawing/2014/main" id="{18112C5D-8534-09B2-ABB0-EDCE5829ABE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" name="Rectangle: Rounded Corners 1754">
                  <a:extLst>
                    <a:ext uri="{FF2B5EF4-FFF2-40B4-BE49-F238E27FC236}">
                      <a16:creationId xmlns:a16="http://schemas.microsoft.com/office/drawing/2014/main" id="{8BFB7095-0031-2612-B780-6CF538A3BF6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" name="Rectangle: Rounded Corners 1755">
                  <a:extLst>
                    <a:ext uri="{FF2B5EF4-FFF2-40B4-BE49-F238E27FC236}">
                      <a16:creationId xmlns:a16="http://schemas.microsoft.com/office/drawing/2014/main" id="{4D7356C3-C3A7-E7BA-6376-22741A7BD9D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" name="Rectangle: Rounded Corners 1756">
                  <a:extLst>
                    <a:ext uri="{FF2B5EF4-FFF2-40B4-BE49-F238E27FC236}">
                      <a16:creationId xmlns:a16="http://schemas.microsoft.com/office/drawing/2014/main" id="{06408B67-A541-3E20-8D29-22A3824B929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" name="Rectangle: Rounded Corners 1757">
                  <a:extLst>
                    <a:ext uri="{FF2B5EF4-FFF2-40B4-BE49-F238E27FC236}">
                      <a16:creationId xmlns:a16="http://schemas.microsoft.com/office/drawing/2014/main" id="{8029CF71-4E24-1E92-B08F-BD563C11566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" name="Rectangle: Rounded Corners 1758">
                  <a:extLst>
                    <a:ext uri="{FF2B5EF4-FFF2-40B4-BE49-F238E27FC236}">
                      <a16:creationId xmlns:a16="http://schemas.microsoft.com/office/drawing/2014/main" id="{2217559A-6F93-239A-2A3E-9B8A5B51418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" name="Rectangle: Rounded Corners 1759">
                  <a:extLst>
                    <a:ext uri="{FF2B5EF4-FFF2-40B4-BE49-F238E27FC236}">
                      <a16:creationId xmlns:a16="http://schemas.microsoft.com/office/drawing/2014/main" id="{58C96CC3-80A4-8D45-56E2-BB5AB9EE10F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" name="Rectangle: Rounded Corners 1760">
                  <a:extLst>
                    <a:ext uri="{FF2B5EF4-FFF2-40B4-BE49-F238E27FC236}">
                      <a16:creationId xmlns:a16="http://schemas.microsoft.com/office/drawing/2014/main" id="{B66EE260-0035-B548-97E8-FE67E4E1434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1537" name="Group 1536">
            <a:extLst>
              <a:ext uri="{FF2B5EF4-FFF2-40B4-BE49-F238E27FC236}">
                <a16:creationId xmlns:a16="http://schemas.microsoft.com/office/drawing/2014/main" id="{F765E56A-DEA4-4217-57C3-42A4A8B480EB}"/>
              </a:ext>
            </a:extLst>
          </p:cNvPr>
          <p:cNvGrpSpPr/>
          <p:nvPr/>
        </p:nvGrpSpPr>
        <p:grpSpPr>
          <a:xfrm>
            <a:off x="12446453" y="3247585"/>
            <a:ext cx="13102977" cy="1243880"/>
            <a:chOff x="3628570" y="4023519"/>
            <a:chExt cx="23905029" cy="2269331"/>
          </a:xfrm>
        </p:grpSpPr>
        <p:sp>
          <p:nvSpPr>
            <p:cNvPr id="1538" name="Rectangle 1537">
              <a:extLst>
                <a:ext uri="{FF2B5EF4-FFF2-40B4-BE49-F238E27FC236}">
                  <a16:creationId xmlns:a16="http://schemas.microsoft.com/office/drawing/2014/main" id="{6373443F-F6F7-EB6D-DED5-20FC3B1296A9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39" name="Group 1538">
              <a:extLst>
                <a:ext uri="{FF2B5EF4-FFF2-40B4-BE49-F238E27FC236}">
                  <a16:creationId xmlns:a16="http://schemas.microsoft.com/office/drawing/2014/main" id="{6E560079-EBC2-7635-10E2-335290EE0003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1720" name="Rectangle: Rounded Corners 1719">
                <a:extLst>
                  <a:ext uri="{FF2B5EF4-FFF2-40B4-BE49-F238E27FC236}">
                    <a16:creationId xmlns:a16="http://schemas.microsoft.com/office/drawing/2014/main" id="{5EB64853-0856-3DA5-D01A-74D2B6389B3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21" name="Group 1720">
                <a:extLst>
                  <a:ext uri="{FF2B5EF4-FFF2-40B4-BE49-F238E27FC236}">
                    <a16:creationId xmlns:a16="http://schemas.microsoft.com/office/drawing/2014/main" id="{D31B7492-9795-2256-CD26-2FD946D8AAAA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31" name="Rectangle: Rounded Corners 1730">
                  <a:extLst>
                    <a:ext uri="{FF2B5EF4-FFF2-40B4-BE49-F238E27FC236}">
                      <a16:creationId xmlns:a16="http://schemas.microsoft.com/office/drawing/2014/main" id="{2C6793EF-802C-9967-D324-0A2F29606F2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2" name="Rectangle: Rounded Corners 1731">
                  <a:extLst>
                    <a:ext uri="{FF2B5EF4-FFF2-40B4-BE49-F238E27FC236}">
                      <a16:creationId xmlns:a16="http://schemas.microsoft.com/office/drawing/2014/main" id="{35664C44-CBD8-BA04-AA2E-B971EEC1272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3" name="Rectangle: Rounded Corners 1732">
                  <a:extLst>
                    <a:ext uri="{FF2B5EF4-FFF2-40B4-BE49-F238E27FC236}">
                      <a16:creationId xmlns:a16="http://schemas.microsoft.com/office/drawing/2014/main" id="{A7A46CBC-5B56-F3EE-0BA1-8F54A071A95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4" name="Rectangle: Rounded Corners 1733">
                  <a:extLst>
                    <a:ext uri="{FF2B5EF4-FFF2-40B4-BE49-F238E27FC236}">
                      <a16:creationId xmlns:a16="http://schemas.microsoft.com/office/drawing/2014/main" id="{04B1CE81-D8DF-48AC-A5A7-0ACD7C68FC3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5" name="Rectangle: Rounded Corners 1734">
                  <a:extLst>
                    <a:ext uri="{FF2B5EF4-FFF2-40B4-BE49-F238E27FC236}">
                      <a16:creationId xmlns:a16="http://schemas.microsoft.com/office/drawing/2014/main" id="{47760EC1-695F-5AAF-3CDF-B31C987DD86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6" name="Rectangle: Rounded Corners 1735">
                  <a:extLst>
                    <a:ext uri="{FF2B5EF4-FFF2-40B4-BE49-F238E27FC236}">
                      <a16:creationId xmlns:a16="http://schemas.microsoft.com/office/drawing/2014/main" id="{907BEF61-94F6-FFF0-A5C2-C3E7C965A38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7" name="Rectangle: Rounded Corners 1736">
                  <a:extLst>
                    <a:ext uri="{FF2B5EF4-FFF2-40B4-BE49-F238E27FC236}">
                      <a16:creationId xmlns:a16="http://schemas.microsoft.com/office/drawing/2014/main" id="{2D687E31-C286-D8A5-BFFD-7D6F2DE3A21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8" name="Rectangle: Rounded Corners 1737">
                  <a:extLst>
                    <a:ext uri="{FF2B5EF4-FFF2-40B4-BE49-F238E27FC236}">
                      <a16:creationId xmlns:a16="http://schemas.microsoft.com/office/drawing/2014/main" id="{CD5AE915-5530-A18E-F740-59EFCB00929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22" name="Group 1721">
                <a:extLst>
                  <a:ext uri="{FF2B5EF4-FFF2-40B4-BE49-F238E27FC236}">
                    <a16:creationId xmlns:a16="http://schemas.microsoft.com/office/drawing/2014/main" id="{BD6DDE4B-723F-BA13-585F-C6EE2352C79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23" name="Rectangle: Rounded Corners 1722">
                  <a:extLst>
                    <a:ext uri="{FF2B5EF4-FFF2-40B4-BE49-F238E27FC236}">
                      <a16:creationId xmlns:a16="http://schemas.microsoft.com/office/drawing/2014/main" id="{F02097F4-94A9-4EF6-6BC5-C57BFFD11E0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4" name="Rectangle: Rounded Corners 1723">
                  <a:extLst>
                    <a:ext uri="{FF2B5EF4-FFF2-40B4-BE49-F238E27FC236}">
                      <a16:creationId xmlns:a16="http://schemas.microsoft.com/office/drawing/2014/main" id="{1E8EA7B5-8F14-3D44-A5E2-7900864E692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5" name="Rectangle: Rounded Corners 1724">
                  <a:extLst>
                    <a:ext uri="{FF2B5EF4-FFF2-40B4-BE49-F238E27FC236}">
                      <a16:creationId xmlns:a16="http://schemas.microsoft.com/office/drawing/2014/main" id="{D799B067-AA36-AFE8-8410-5EC7E1996F4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6" name="Rectangle: Rounded Corners 1725">
                  <a:extLst>
                    <a:ext uri="{FF2B5EF4-FFF2-40B4-BE49-F238E27FC236}">
                      <a16:creationId xmlns:a16="http://schemas.microsoft.com/office/drawing/2014/main" id="{FFFD9948-590C-09EA-0180-8A8B69531DC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7" name="Rectangle: Rounded Corners 1726">
                  <a:extLst>
                    <a:ext uri="{FF2B5EF4-FFF2-40B4-BE49-F238E27FC236}">
                      <a16:creationId xmlns:a16="http://schemas.microsoft.com/office/drawing/2014/main" id="{575EAAEA-0E55-D516-C0F6-ADFD12A4452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8" name="Rectangle: Rounded Corners 1727">
                  <a:extLst>
                    <a:ext uri="{FF2B5EF4-FFF2-40B4-BE49-F238E27FC236}">
                      <a16:creationId xmlns:a16="http://schemas.microsoft.com/office/drawing/2014/main" id="{B15C32A6-BAF1-EE4D-6F2B-0EE6154045D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9" name="Rectangle: Rounded Corners 1728">
                  <a:extLst>
                    <a:ext uri="{FF2B5EF4-FFF2-40B4-BE49-F238E27FC236}">
                      <a16:creationId xmlns:a16="http://schemas.microsoft.com/office/drawing/2014/main" id="{584E9C05-0D27-2AFA-38AC-B7C12B8877B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0" name="Rectangle: Rounded Corners 1729">
                  <a:extLst>
                    <a:ext uri="{FF2B5EF4-FFF2-40B4-BE49-F238E27FC236}">
                      <a16:creationId xmlns:a16="http://schemas.microsoft.com/office/drawing/2014/main" id="{B2394831-30E3-4ACC-48E6-7799E9CD6AD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40" name="Group 1539">
              <a:extLst>
                <a:ext uri="{FF2B5EF4-FFF2-40B4-BE49-F238E27FC236}">
                  <a16:creationId xmlns:a16="http://schemas.microsoft.com/office/drawing/2014/main" id="{EC00AC86-94E5-F638-B5DE-7483A06EEA7A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1701" name="Rectangle: Rounded Corners 1700">
                <a:extLst>
                  <a:ext uri="{FF2B5EF4-FFF2-40B4-BE49-F238E27FC236}">
                    <a16:creationId xmlns:a16="http://schemas.microsoft.com/office/drawing/2014/main" id="{FEA22EA7-B0CC-3410-011C-A6E2524E5459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02" name="Group 1701">
                <a:extLst>
                  <a:ext uri="{FF2B5EF4-FFF2-40B4-BE49-F238E27FC236}">
                    <a16:creationId xmlns:a16="http://schemas.microsoft.com/office/drawing/2014/main" id="{01B11B92-0492-EB0C-2876-A7C29098DA6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12" name="Rectangle: Rounded Corners 1711">
                  <a:extLst>
                    <a:ext uri="{FF2B5EF4-FFF2-40B4-BE49-F238E27FC236}">
                      <a16:creationId xmlns:a16="http://schemas.microsoft.com/office/drawing/2014/main" id="{DB8E6B22-7DA8-968B-055F-A97A886B965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3" name="Rectangle: Rounded Corners 1712">
                  <a:extLst>
                    <a:ext uri="{FF2B5EF4-FFF2-40B4-BE49-F238E27FC236}">
                      <a16:creationId xmlns:a16="http://schemas.microsoft.com/office/drawing/2014/main" id="{EF71E128-B91E-6112-B01E-B5A762707E6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4" name="Rectangle: Rounded Corners 1713">
                  <a:extLst>
                    <a:ext uri="{FF2B5EF4-FFF2-40B4-BE49-F238E27FC236}">
                      <a16:creationId xmlns:a16="http://schemas.microsoft.com/office/drawing/2014/main" id="{67D7D140-3382-D4BB-95D1-07781177E10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5" name="Rectangle: Rounded Corners 1714">
                  <a:extLst>
                    <a:ext uri="{FF2B5EF4-FFF2-40B4-BE49-F238E27FC236}">
                      <a16:creationId xmlns:a16="http://schemas.microsoft.com/office/drawing/2014/main" id="{EE3FDEDE-AD8D-6893-3A3E-1CE1BE676CD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6" name="Rectangle: Rounded Corners 1715">
                  <a:extLst>
                    <a:ext uri="{FF2B5EF4-FFF2-40B4-BE49-F238E27FC236}">
                      <a16:creationId xmlns:a16="http://schemas.microsoft.com/office/drawing/2014/main" id="{C4BD1DD6-1A41-C7FF-D8D8-59DB50E972F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7" name="Rectangle: Rounded Corners 1716">
                  <a:extLst>
                    <a:ext uri="{FF2B5EF4-FFF2-40B4-BE49-F238E27FC236}">
                      <a16:creationId xmlns:a16="http://schemas.microsoft.com/office/drawing/2014/main" id="{12809404-AF32-D7A7-93A1-35C5853462A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8" name="Rectangle: Rounded Corners 1717">
                  <a:extLst>
                    <a:ext uri="{FF2B5EF4-FFF2-40B4-BE49-F238E27FC236}">
                      <a16:creationId xmlns:a16="http://schemas.microsoft.com/office/drawing/2014/main" id="{6FBDE4E4-A0AB-BFEE-0655-177EB9D9877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9" name="Rectangle: Rounded Corners 1718">
                  <a:extLst>
                    <a:ext uri="{FF2B5EF4-FFF2-40B4-BE49-F238E27FC236}">
                      <a16:creationId xmlns:a16="http://schemas.microsoft.com/office/drawing/2014/main" id="{014F40C2-42D0-CDF6-AD59-65D7E81C92F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03" name="Group 1702">
                <a:extLst>
                  <a:ext uri="{FF2B5EF4-FFF2-40B4-BE49-F238E27FC236}">
                    <a16:creationId xmlns:a16="http://schemas.microsoft.com/office/drawing/2014/main" id="{A8B35202-642C-4092-E0BC-9444A8AB5E62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04" name="Rectangle: Rounded Corners 1703">
                  <a:extLst>
                    <a:ext uri="{FF2B5EF4-FFF2-40B4-BE49-F238E27FC236}">
                      <a16:creationId xmlns:a16="http://schemas.microsoft.com/office/drawing/2014/main" id="{666FDEC5-B421-F512-7777-D42825C3728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05" name="Rectangle: Rounded Corners 1704">
                  <a:extLst>
                    <a:ext uri="{FF2B5EF4-FFF2-40B4-BE49-F238E27FC236}">
                      <a16:creationId xmlns:a16="http://schemas.microsoft.com/office/drawing/2014/main" id="{1AB06265-8E2D-6864-2A17-130A3832003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06" name="Rectangle: Rounded Corners 1705">
                  <a:extLst>
                    <a:ext uri="{FF2B5EF4-FFF2-40B4-BE49-F238E27FC236}">
                      <a16:creationId xmlns:a16="http://schemas.microsoft.com/office/drawing/2014/main" id="{8B234AD6-B796-6C03-4CCA-728E884E668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07" name="Rectangle: Rounded Corners 1706">
                  <a:extLst>
                    <a:ext uri="{FF2B5EF4-FFF2-40B4-BE49-F238E27FC236}">
                      <a16:creationId xmlns:a16="http://schemas.microsoft.com/office/drawing/2014/main" id="{90D1DF86-2226-C263-80D2-1CD1B348D07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08" name="Rectangle: Rounded Corners 1707">
                  <a:extLst>
                    <a:ext uri="{FF2B5EF4-FFF2-40B4-BE49-F238E27FC236}">
                      <a16:creationId xmlns:a16="http://schemas.microsoft.com/office/drawing/2014/main" id="{05487F3F-18C5-93BD-AB80-BE5FCA7FAC3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09" name="Rectangle: Rounded Corners 1708">
                  <a:extLst>
                    <a:ext uri="{FF2B5EF4-FFF2-40B4-BE49-F238E27FC236}">
                      <a16:creationId xmlns:a16="http://schemas.microsoft.com/office/drawing/2014/main" id="{1C93E3C8-0285-BC98-280B-A89A396103F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0" name="Rectangle: Rounded Corners 1709">
                  <a:extLst>
                    <a:ext uri="{FF2B5EF4-FFF2-40B4-BE49-F238E27FC236}">
                      <a16:creationId xmlns:a16="http://schemas.microsoft.com/office/drawing/2014/main" id="{5DC6533A-180E-07F8-9B55-F942FCA1FE8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1" name="Rectangle: Rounded Corners 1710">
                  <a:extLst>
                    <a:ext uri="{FF2B5EF4-FFF2-40B4-BE49-F238E27FC236}">
                      <a16:creationId xmlns:a16="http://schemas.microsoft.com/office/drawing/2014/main" id="{0A5E9AE1-1DF4-A281-1843-24DF07A081C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41" name="Group 1540">
              <a:extLst>
                <a:ext uri="{FF2B5EF4-FFF2-40B4-BE49-F238E27FC236}">
                  <a16:creationId xmlns:a16="http://schemas.microsoft.com/office/drawing/2014/main" id="{EAE7C44D-C0A0-034F-E60C-880D396895EB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1682" name="Rectangle: Rounded Corners 1681">
                <a:extLst>
                  <a:ext uri="{FF2B5EF4-FFF2-40B4-BE49-F238E27FC236}">
                    <a16:creationId xmlns:a16="http://schemas.microsoft.com/office/drawing/2014/main" id="{EDFB45D2-C174-A038-7A6C-425C46AFC84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683" name="Group 1682">
                <a:extLst>
                  <a:ext uri="{FF2B5EF4-FFF2-40B4-BE49-F238E27FC236}">
                    <a16:creationId xmlns:a16="http://schemas.microsoft.com/office/drawing/2014/main" id="{3AE8881D-0F2A-1AAE-A21D-D154704A9E1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93" name="Rectangle: Rounded Corners 1692">
                  <a:extLst>
                    <a:ext uri="{FF2B5EF4-FFF2-40B4-BE49-F238E27FC236}">
                      <a16:creationId xmlns:a16="http://schemas.microsoft.com/office/drawing/2014/main" id="{9834582E-0A50-D501-CBE7-6D34E1A8272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4" name="Rectangle: Rounded Corners 1693">
                  <a:extLst>
                    <a:ext uri="{FF2B5EF4-FFF2-40B4-BE49-F238E27FC236}">
                      <a16:creationId xmlns:a16="http://schemas.microsoft.com/office/drawing/2014/main" id="{FE47C135-A09C-18AE-1A16-9925D7B6138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5" name="Rectangle: Rounded Corners 1694">
                  <a:extLst>
                    <a:ext uri="{FF2B5EF4-FFF2-40B4-BE49-F238E27FC236}">
                      <a16:creationId xmlns:a16="http://schemas.microsoft.com/office/drawing/2014/main" id="{AA0C9250-00F3-FC72-AC9C-A2FBD6C4429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6" name="Rectangle: Rounded Corners 1695">
                  <a:extLst>
                    <a:ext uri="{FF2B5EF4-FFF2-40B4-BE49-F238E27FC236}">
                      <a16:creationId xmlns:a16="http://schemas.microsoft.com/office/drawing/2014/main" id="{D1CC50CA-F8C6-8C23-1FB6-455C8A897DD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7" name="Rectangle: Rounded Corners 1696">
                  <a:extLst>
                    <a:ext uri="{FF2B5EF4-FFF2-40B4-BE49-F238E27FC236}">
                      <a16:creationId xmlns:a16="http://schemas.microsoft.com/office/drawing/2014/main" id="{E7ECF4FC-8D17-5728-2B10-97210F0EE2F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8" name="Rectangle: Rounded Corners 1697">
                  <a:extLst>
                    <a:ext uri="{FF2B5EF4-FFF2-40B4-BE49-F238E27FC236}">
                      <a16:creationId xmlns:a16="http://schemas.microsoft.com/office/drawing/2014/main" id="{31236801-47CA-B8B7-A55D-B7F4529C53F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9" name="Rectangle: Rounded Corners 1698">
                  <a:extLst>
                    <a:ext uri="{FF2B5EF4-FFF2-40B4-BE49-F238E27FC236}">
                      <a16:creationId xmlns:a16="http://schemas.microsoft.com/office/drawing/2014/main" id="{1E432DA1-5950-DFC1-566A-2387A761429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00" name="Rectangle: Rounded Corners 1699">
                  <a:extLst>
                    <a:ext uri="{FF2B5EF4-FFF2-40B4-BE49-F238E27FC236}">
                      <a16:creationId xmlns:a16="http://schemas.microsoft.com/office/drawing/2014/main" id="{4EDF6251-FB5B-ECA3-DF76-E1CFD45EED6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84" name="Group 1683">
                <a:extLst>
                  <a:ext uri="{FF2B5EF4-FFF2-40B4-BE49-F238E27FC236}">
                    <a16:creationId xmlns:a16="http://schemas.microsoft.com/office/drawing/2014/main" id="{FB619699-DA41-2AE5-CB38-724F2A84F28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85" name="Rectangle: Rounded Corners 1684">
                  <a:extLst>
                    <a:ext uri="{FF2B5EF4-FFF2-40B4-BE49-F238E27FC236}">
                      <a16:creationId xmlns:a16="http://schemas.microsoft.com/office/drawing/2014/main" id="{E8393187-8218-5E84-6F16-6B3CC2E133F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86" name="Rectangle: Rounded Corners 1685">
                  <a:extLst>
                    <a:ext uri="{FF2B5EF4-FFF2-40B4-BE49-F238E27FC236}">
                      <a16:creationId xmlns:a16="http://schemas.microsoft.com/office/drawing/2014/main" id="{C453A30E-4E68-51C7-EA99-01FDA4F963A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87" name="Rectangle: Rounded Corners 1686">
                  <a:extLst>
                    <a:ext uri="{FF2B5EF4-FFF2-40B4-BE49-F238E27FC236}">
                      <a16:creationId xmlns:a16="http://schemas.microsoft.com/office/drawing/2014/main" id="{A61887EC-F51E-DBB9-8E30-DDC98D57C67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88" name="Rectangle: Rounded Corners 1687">
                  <a:extLst>
                    <a:ext uri="{FF2B5EF4-FFF2-40B4-BE49-F238E27FC236}">
                      <a16:creationId xmlns:a16="http://schemas.microsoft.com/office/drawing/2014/main" id="{2D426619-6ED6-BB42-43CA-17CE9256D5B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89" name="Rectangle: Rounded Corners 1688">
                  <a:extLst>
                    <a:ext uri="{FF2B5EF4-FFF2-40B4-BE49-F238E27FC236}">
                      <a16:creationId xmlns:a16="http://schemas.microsoft.com/office/drawing/2014/main" id="{0518C473-DCA1-068F-3AA1-580946A6C9F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0" name="Rectangle: Rounded Corners 1689">
                  <a:extLst>
                    <a:ext uri="{FF2B5EF4-FFF2-40B4-BE49-F238E27FC236}">
                      <a16:creationId xmlns:a16="http://schemas.microsoft.com/office/drawing/2014/main" id="{53954B66-44E0-E083-68EF-8FCF9464C6C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1" name="Rectangle: Rounded Corners 1690">
                  <a:extLst>
                    <a:ext uri="{FF2B5EF4-FFF2-40B4-BE49-F238E27FC236}">
                      <a16:creationId xmlns:a16="http://schemas.microsoft.com/office/drawing/2014/main" id="{161C1606-A7A1-2FD0-F0A6-092D044E5E4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2" name="Rectangle: Rounded Corners 1691">
                  <a:extLst>
                    <a:ext uri="{FF2B5EF4-FFF2-40B4-BE49-F238E27FC236}">
                      <a16:creationId xmlns:a16="http://schemas.microsoft.com/office/drawing/2014/main" id="{7DED242E-4DD6-228B-CDB9-2BE50784AEA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42" name="Group 1541">
              <a:extLst>
                <a:ext uri="{FF2B5EF4-FFF2-40B4-BE49-F238E27FC236}">
                  <a16:creationId xmlns:a16="http://schemas.microsoft.com/office/drawing/2014/main" id="{A5537CDF-4ED5-B490-8218-B2D7A84B2132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1663" name="Rectangle: Rounded Corners 1662">
                <a:extLst>
                  <a:ext uri="{FF2B5EF4-FFF2-40B4-BE49-F238E27FC236}">
                    <a16:creationId xmlns:a16="http://schemas.microsoft.com/office/drawing/2014/main" id="{171F3346-8F66-2E41-408E-B19A3590F02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664" name="Group 1663">
                <a:extLst>
                  <a:ext uri="{FF2B5EF4-FFF2-40B4-BE49-F238E27FC236}">
                    <a16:creationId xmlns:a16="http://schemas.microsoft.com/office/drawing/2014/main" id="{6B1687C2-3F5A-68B5-78E6-62D5BAB6E46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74" name="Rectangle: Rounded Corners 1673">
                  <a:extLst>
                    <a:ext uri="{FF2B5EF4-FFF2-40B4-BE49-F238E27FC236}">
                      <a16:creationId xmlns:a16="http://schemas.microsoft.com/office/drawing/2014/main" id="{9B812C87-70FE-68DB-B266-99684DF570E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5" name="Rectangle: Rounded Corners 1674">
                  <a:extLst>
                    <a:ext uri="{FF2B5EF4-FFF2-40B4-BE49-F238E27FC236}">
                      <a16:creationId xmlns:a16="http://schemas.microsoft.com/office/drawing/2014/main" id="{2CFA8B38-B6F1-79F7-AC1C-31513A49AA1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6" name="Rectangle: Rounded Corners 1675">
                  <a:extLst>
                    <a:ext uri="{FF2B5EF4-FFF2-40B4-BE49-F238E27FC236}">
                      <a16:creationId xmlns:a16="http://schemas.microsoft.com/office/drawing/2014/main" id="{F2CABA6D-DB52-32E0-F7F9-625082E80F9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7" name="Rectangle: Rounded Corners 1676">
                  <a:extLst>
                    <a:ext uri="{FF2B5EF4-FFF2-40B4-BE49-F238E27FC236}">
                      <a16:creationId xmlns:a16="http://schemas.microsoft.com/office/drawing/2014/main" id="{52278F98-E781-5C62-C124-0CE955922DE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8" name="Rectangle: Rounded Corners 1677">
                  <a:extLst>
                    <a:ext uri="{FF2B5EF4-FFF2-40B4-BE49-F238E27FC236}">
                      <a16:creationId xmlns:a16="http://schemas.microsoft.com/office/drawing/2014/main" id="{8EAC65DA-F760-EBA8-F3C6-DFD5D16FDBB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9" name="Rectangle: Rounded Corners 1678">
                  <a:extLst>
                    <a:ext uri="{FF2B5EF4-FFF2-40B4-BE49-F238E27FC236}">
                      <a16:creationId xmlns:a16="http://schemas.microsoft.com/office/drawing/2014/main" id="{E8AE1008-D485-7747-1961-EACAE40D6F7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80" name="Rectangle: Rounded Corners 1679">
                  <a:extLst>
                    <a:ext uri="{FF2B5EF4-FFF2-40B4-BE49-F238E27FC236}">
                      <a16:creationId xmlns:a16="http://schemas.microsoft.com/office/drawing/2014/main" id="{29EF4434-6866-01E9-5F26-B53A66140CC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81" name="Rectangle: Rounded Corners 1680">
                  <a:extLst>
                    <a:ext uri="{FF2B5EF4-FFF2-40B4-BE49-F238E27FC236}">
                      <a16:creationId xmlns:a16="http://schemas.microsoft.com/office/drawing/2014/main" id="{06FC4E64-C46F-3A71-D31F-A50716A8E64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65" name="Group 1664">
                <a:extLst>
                  <a:ext uri="{FF2B5EF4-FFF2-40B4-BE49-F238E27FC236}">
                    <a16:creationId xmlns:a16="http://schemas.microsoft.com/office/drawing/2014/main" id="{3BE051E9-79B9-D5AC-DF79-7BA7BC6A4C4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66" name="Rectangle: Rounded Corners 1665">
                  <a:extLst>
                    <a:ext uri="{FF2B5EF4-FFF2-40B4-BE49-F238E27FC236}">
                      <a16:creationId xmlns:a16="http://schemas.microsoft.com/office/drawing/2014/main" id="{74AFE9B7-9B98-3A99-D1DC-344079ACFE8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67" name="Rectangle: Rounded Corners 1666">
                  <a:extLst>
                    <a:ext uri="{FF2B5EF4-FFF2-40B4-BE49-F238E27FC236}">
                      <a16:creationId xmlns:a16="http://schemas.microsoft.com/office/drawing/2014/main" id="{A718C418-27D6-F95B-C2D1-1A5FC2F8CEC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68" name="Rectangle: Rounded Corners 1667">
                  <a:extLst>
                    <a:ext uri="{FF2B5EF4-FFF2-40B4-BE49-F238E27FC236}">
                      <a16:creationId xmlns:a16="http://schemas.microsoft.com/office/drawing/2014/main" id="{7D030F28-BD87-0257-8169-599A3C797EF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69" name="Rectangle: Rounded Corners 1668">
                  <a:extLst>
                    <a:ext uri="{FF2B5EF4-FFF2-40B4-BE49-F238E27FC236}">
                      <a16:creationId xmlns:a16="http://schemas.microsoft.com/office/drawing/2014/main" id="{A306FC9A-14B0-2961-D2B5-F2642191D06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0" name="Rectangle: Rounded Corners 1669">
                  <a:extLst>
                    <a:ext uri="{FF2B5EF4-FFF2-40B4-BE49-F238E27FC236}">
                      <a16:creationId xmlns:a16="http://schemas.microsoft.com/office/drawing/2014/main" id="{9256C0AA-2510-9B55-E4B7-0D648005E24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1" name="Rectangle: Rounded Corners 1670">
                  <a:extLst>
                    <a:ext uri="{FF2B5EF4-FFF2-40B4-BE49-F238E27FC236}">
                      <a16:creationId xmlns:a16="http://schemas.microsoft.com/office/drawing/2014/main" id="{20E9458B-894D-06EA-6B13-C61CD4ADDAB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2" name="Rectangle: Rounded Corners 1671">
                  <a:extLst>
                    <a:ext uri="{FF2B5EF4-FFF2-40B4-BE49-F238E27FC236}">
                      <a16:creationId xmlns:a16="http://schemas.microsoft.com/office/drawing/2014/main" id="{A71032A3-756C-6792-49C3-69194C1B2BB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3" name="Rectangle: Rounded Corners 1672">
                  <a:extLst>
                    <a:ext uri="{FF2B5EF4-FFF2-40B4-BE49-F238E27FC236}">
                      <a16:creationId xmlns:a16="http://schemas.microsoft.com/office/drawing/2014/main" id="{20F7586E-712F-4455-5A97-27DD1DB47FB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43" name="Group 1542">
              <a:extLst>
                <a:ext uri="{FF2B5EF4-FFF2-40B4-BE49-F238E27FC236}">
                  <a16:creationId xmlns:a16="http://schemas.microsoft.com/office/drawing/2014/main" id="{4601ACC0-97FA-6552-C3DE-B99D51D56C3D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644" name="Rectangle: Rounded Corners 1643">
                <a:extLst>
                  <a:ext uri="{FF2B5EF4-FFF2-40B4-BE49-F238E27FC236}">
                    <a16:creationId xmlns:a16="http://schemas.microsoft.com/office/drawing/2014/main" id="{BA68B20E-1AFA-28BA-E91D-6B821115605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645" name="Group 1644">
                <a:extLst>
                  <a:ext uri="{FF2B5EF4-FFF2-40B4-BE49-F238E27FC236}">
                    <a16:creationId xmlns:a16="http://schemas.microsoft.com/office/drawing/2014/main" id="{F3D82BCC-3505-31C4-97FF-CC1CF3F58D9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55" name="Rectangle: Rounded Corners 1654">
                  <a:extLst>
                    <a:ext uri="{FF2B5EF4-FFF2-40B4-BE49-F238E27FC236}">
                      <a16:creationId xmlns:a16="http://schemas.microsoft.com/office/drawing/2014/main" id="{B3C54E6F-0AAE-9A4C-78C9-3C8C0B942EE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6" name="Rectangle: Rounded Corners 1655">
                  <a:extLst>
                    <a:ext uri="{FF2B5EF4-FFF2-40B4-BE49-F238E27FC236}">
                      <a16:creationId xmlns:a16="http://schemas.microsoft.com/office/drawing/2014/main" id="{C5CC0F33-EC47-8401-D60B-63EA9C452EE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7" name="Rectangle: Rounded Corners 1656">
                  <a:extLst>
                    <a:ext uri="{FF2B5EF4-FFF2-40B4-BE49-F238E27FC236}">
                      <a16:creationId xmlns:a16="http://schemas.microsoft.com/office/drawing/2014/main" id="{AF8AF134-A626-C436-2FD3-5577B40FDBA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8" name="Rectangle: Rounded Corners 1657">
                  <a:extLst>
                    <a:ext uri="{FF2B5EF4-FFF2-40B4-BE49-F238E27FC236}">
                      <a16:creationId xmlns:a16="http://schemas.microsoft.com/office/drawing/2014/main" id="{53DD69BB-AFD6-C017-A9EC-F9BE77DDE5D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9" name="Rectangle: Rounded Corners 1658">
                  <a:extLst>
                    <a:ext uri="{FF2B5EF4-FFF2-40B4-BE49-F238E27FC236}">
                      <a16:creationId xmlns:a16="http://schemas.microsoft.com/office/drawing/2014/main" id="{0099785C-55CE-E831-444D-6200814AEEA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60" name="Rectangle: Rounded Corners 1659">
                  <a:extLst>
                    <a:ext uri="{FF2B5EF4-FFF2-40B4-BE49-F238E27FC236}">
                      <a16:creationId xmlns:a16="http://schemas.microsoft.com/office/drawing/2014/main" id="{B037EBEA-9E30-CC08-CBD8-100D039A4F0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61" name="Rectangle: Rounded Corners 1660">
                  <a:extLst>
                    <a:ext uri="{FF2B5EF4-FFF2-40B4-BE49-F238E27FC236}">
                      <a16:creationId xmlns:a16="http://schemas.microsoft.com/office/drawing/2014/main" id="{B02C635C-6391-A497-D1AD-E06AD505654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62" name="Rectangle: Rounded Corners 1661">
                  <a:extLst>
                    <a:ext uri="{FF2B5EF4-FFF2-40B4-BE49-F238E27FC236}">
                      <a16:creationId xmlns:a16="http://schemas.microsoft.com/office/drawing/2014/main" id="{A5E31B03-1A8C-A4A8-6AF2-5F7FC7EF645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46" name="Group 1645">
                <a:extLst>
                  <a:ext uri="{FF2B5EF4-FFF2-40B4-BE49-F238E27FC236}">
                    <a16:creationId xmlns:a16="http://schemas.microsoft.com/office/drawing/2014/main" id="{67B4A94B-6F5A-B2D8-DCBD-847BCD8AC37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47" name="Rectangle: Rounded Corners 1646">
                  <a:extLst>
                    <a:ext uri="{FF2B5EF4-FFF2-40B4-BE49-F238E27FC236}">
                      <a16:creationId xmlns:a16="http://schemas.microsoft.com/office/drawing/2014/main" id="{6CE46767-AF19-D293-B164-CEFD71B24A0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48" name="Rectangle: Rounded Corners 1647">
                  <a:extLst>
                    <a:ext uri="{FF2B5EF4-FFF2-40B4-BE49-F238E27FC236}">
                      <a16:creationId xmlns:a16="http://schemas.microsoft.com/office/drawing/2014/main" id="{E570EE36-9EE5-E0AD-FABF-D76B2B484F6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49" name="Rectangle: Rounded Corners 1648">
                  <a:extLst>
                    <a:ext uri="{FF2B5EF4-FFF2-40B4-BE49-F238E27FC236}">
                      <a16:creationId xmlns:a16="http://schemas.microsoft.com/office/drawing/2014/main" id="{33B1E846-9158-3435-E629-1EB900B3074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0" name="Rectangle: Rounded Corners 1649">
                  <a:extLst>
                    <a:ext uri="{FF2B5EF4-FFF2-40B4-BE49-F238E27FC236}">
                      <a16:creationId xmlns:a16="http://schemas.microsoft.com/office/drawing/2014/main" id="{6CE5BFFE-626F-C7F5-4A27-37DF0B572FF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1" name="Rectangle: Rounded Corners 1650">
                  <a:extLst>
                    <a:ext uri="{FF2B5EF4-FFF2-40B4-BE49-F238E27FC236}">
                      <a16:creationId xmlns:a16="http://schemas.microsoft.com/office/drawing/2014/main" id="{5A043931-A062-15A8-6F5E-4021E542B23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2" name="Rectangle: Rounded Corners 1651">
                  <a:extLst>
                    <a:ext uri="{FF2B5EF4-FFF2-40B4-BE49-F238E27FC236}">
                      <a16:creationId xmlns:a16="http://schemas.microsoft.com/office/drawing/2014/main" id="{72B0EDAE-BADE-CF98-B4B8-445651F8136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3" name="Rectangle: Rounded Corners 1652">
                  <a:extLst>
                    <a:ext uri="{FF2B5EF4-FFF2-40B4-BE49-F238E27FC236}">
                      <a16:creationId xmlns:a16="http://schemas.microsoft.com/office/drawing/2014/main" id="{7466C303-4E5A-9BC8-C596-B34387D8203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4" name="Rectangle: Rounded Corners 1653">
                  <a:extLst>
                    <a:ext uri="{FF2B5EF4-FFF2-40B4-BE49-F238E27FC236}">
                      <a16:creationId xmlns:a16="http://schemas.microsoft.com/office/drawing/2014/main" id="{B31CDC33-6A72-0234-B3EC-307F2780A0D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44" name="Group 1543">
              <a:extLst>
                <a:ext uri="{FF2B5EF4-FFF2-40B4-BE49-F238E27FC236}">
                  <a16:creationId xmlns:a16="http://schemas.microsoft.com/office/drawing/2014/main" id="{169B0D73-E86B-AB96-F1B4-AA4BA654E10E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625" name="Rectangle: Rounded Corners 1624">
                <a:extLst>
                  <a:ext uri="{FF2B5EF4-FFF2-40B4-BE49-F238E27FC236}">
                    <a16:creationId xmlns:a16="http://schemas.microsoft.com/office/drawing/2014/main" id="{9C24364F-8A28-C5DD-A9E1-3227268D730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626" name="Group 1625">
                <a:extLst>
                  <a:ext uri="{FF2B5EF4-FFF2-40B4-BE49-F238E27FC236}">
                    <a16:creationId xmlns:a16="http://schemas.microsoft.com/office/drawing/2014/main" id="{2CDCB8E5-41C9-5B69-C2FE-67C3BCC8BA1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36" name="Rectangle: Rounded Corners 1635">
                  <a:extLst>
                    <a:ext uri="{FF2B5EF4-FFF2-40B4-BE49-F238E27FC236}">
                      <a16:creationId xmlns:a16="http://schemas.microsoft.com/office/drawing/2014/main" id="{7FEEBDB4-12CC-44A9-A251-2745EF68FB5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7" name="Rectangle: Rounded Corners 1636">
                  <a:extLst>
                    <a:ext uri="{FF2B5EF4-FFF2-40B4-BE49-F238E27FC236}">
                      <a16:creationId xmlns:a16="http://schemas.microsoft.com/office/drawing/2014/main" id="{D1E42D2B-A4C5-ED0A-9EEA-B9F2409F3F2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8" name="Rectangle: Rounded Corners 1637">
                  <a:extLst>
                    <a:ext uri="{FF2B5EF4-FFF2-40B4-BE49-F238E27FC236}">
                      <a16:creationId xmlns:a16="http://schemas.microsoft.com/office/drawing/2014/main" id="{6B0E3213-8815-EF5F-42E2-26779787681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9" name="Rectangle: Rounded Corners 1638">
                  <a:extLst>
                    <a:ext uri="{FF2B5EF4-FFF2-40B4-BE49-F238E27FC236}">
                      <a16:creationId xmlns:a16="http://schemas.microsoft.com/office/drawing/2014/main" id="{B1CB8A67-CE48-2C77-5CE5-8DD8550A723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40" name="Rectangle: Rounded Corners 1639">
                  <a:extLst>
                    <a:ext uri="{FF2B5EF4-FFF2-40B4-BE49-F238E27FC236}">
                      <a16:creationId xmlns:a16="http://schemas.microsoft.com/office/drawing/2014/main" id="{14ECBC18-3B90-813A-719F-C0DDD4E889B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41" name="Rectangle: Rounded Corners 1640">
                  <a:extLst>
                    <a:ext uri="{FF2B5EF4-FFF2-40B4-BE49-F238E27FC236}">
                      <a16:creationId xmlns:a16="http://schemas.microsoft.com/office/drawing/2014/main" id="{6168F4FA-44A5-BE0C-BD62-B4C3B856B89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42" name="Rectangle: Rounded Corners 1641">
                  <a:extLst>
                    <a:ext uri="{FF2B5EF4-FFF2-40B4-BE49-F238E27FC236}">
                      <a16:creationId xmlns:a16="http://schemas.microsoft.com/office/drawing/2014/main" id="{CF9BAF47-7A49-EB52-849B-22F9B8791A1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43" name="Rectangle: Rounded Corners 1642">
                  <a:extLst>
                    <a:ext uri="{FF2B5EF4-FFF2-40B4-BE49-F238E27FC236}">
                      <a16:creationId xmlns:a16="http://schemas.microsoft.com/office/drawing/2014/main" id="{B9493B09-1FB5-7BC2-2A11-1B268EF53CC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27" name="Group 1626">
                <a:extLst>
                  <a:ext uri="{FF2B5EF4-FFF2-40B4-BE49-F238E27FC236}">
                    <a16:creationId xmlns:a16="http://schemas.microsoft.com/office/drawing/2014/main" id="{6B35D441-8825-6C4D-6988-FADD8F0D101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28" name="Rectangle: Rounded Corners 1627">
                  <a:extLst>
                    <a:ext uri="{FF2B5EF4-FFF2-40B4-BE49-F238E27FC236}">
                      <a16:creationId xmlns:a16="http://schemas.microsoft.com/office/drawing/2014/main" id="{8D2A2E52-0666-77F8-EAE0-B39887F2BBB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9" name="Rectangle: Rounded Corners 1628">
                  <a:extLst>
                    <a:ext uri="{FF2B5EF4-FFF2-40B4-BE49-F238E27FC236}">
                      <a16:creationId xmlns:a16="http://schemas.microsoft.com/office/drawing/2014/main" id="{7951C9C8-C909-E9D7-DD09-DA9CDC97010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0" name="Rectangle: Rounded Corners 1629">
                  <a:extLst>
                    <a:ext uri="{FF2B5EF4-FFF2-40B4-BE49-F238E27FC236}">
                      <a16:creationId xmlns:a16="http://schemas.microsoft.com/office/drawing/2014/main" id="{E0DB6A69-3C49-ACFA-FEEC-11461BC5192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1" name="Rectangle: Rounded Corners 1630">
                  <a:extLst>
                    <a:ext uri="{FF2B5EF4-FFF2-40B4-BE49-F238E27FC236}">
                      <a16:creationId xmlns:a16="http://schemas.microsoft.com/office/drawing/2014/main" id="{B602FAB6-2EFD-A4F5-2C06-C12D74FE4F2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2" name="Rectangle: Rounded Corners 1631">
                  <a:extLst>
                    <a:ext uri="{FF2B5EF4-FFF2-40B4-BE49-F238E27FC236}">
                      <a16:creationId xmlns:a16="http://schemas.microsoft.com/office/drawing/2014/main" id="{5A0FBE3F-11B1-6539-AF8A-A22C89EA9EC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3" name="Rectangle: Rounded Corners 1632">
                  <a:extLst>
                    <a:ext uri="{FF2B5EF4-FFF2-40B4-BE49-F238E27FC236}">
                      <a16:creationId xmlns:a16="http://schemas.microsoft.com/office/drawing/2014/main" id="{E47AAF89-606E-6E79-262C-90289E3B9CD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4" name="Rectangle: Rounded Corners 1633">
                  <a:extLst>
                    <a:ext uri="{FF2B5EF4-FFF2-40B4-BE49-F238E27FC236}">
                      <a16:creationId xmlns:a16="http://schemas.microsoft.com/office/drawing/2014/main" id="{D9B05D92-5A74-22BD-CD2D-9CFACC235CA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5" name="Rectangle: Rounded Corners 1634">
                  <a:extLst>
                    <a:ext uri="{FF2B5EF4-FFF2-40B4-BE49-F238E27FC236}">
                      <a16:creationId xmlns:a16="http://schemas.microsoft.com/office/drawing/2014/main" id="{9A583012-6BCF-BBCB-93F7-02AD37DF9E3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45" name="Group 1544">
              <a:extLst>
                <a:ext uri="{FF2B5EF4-FFF2-40B4-BE49-F238E27FC236}">
                  <a16:creationId xmlns:a16="http://schemas.microsoft.com/office/drawing/2014/main" id="{D4458AFD-45F2-1572-D774-925FEEE18A0E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606" name="Rectangle: Rounded Corners 1605">
                <a:extLst>
                  <a:ext uri="{FF2B5EF4-FFF2-40B4-BE49-F238E27FC236}">
                    <a16:creationId xmlns:a16="http://schemas.microsoft.com/office/drawing/2014/main" id="{9E2EC630-3D88-B46F-AABE-6B609360CDF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607" name="Group 1606">
                <a:extLst>
                  <a:ext uri="{FF2B5EF4-FFF2-40B4-BE49-F238E27FC236}">
                    <a16:creationId xmlns:a16="http://schemas.microsoft.com/office/drawing/2014/main" id="{A13E5B87-FC8C-8F8B-2860-2F31371E92CB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17" name="Rectangle: Rounded Corners 1616">
                  <a:extLst>
                    <a:ext uri="{FF2B5EF4-FFF2-40B4-BE49-F238E27FC236}">
                      <a16:creationId xmlns:a16="http://schemas.microsoft.com/office/drawing/2014/main" id="{F8528D39-9C66-A2B9-D11F-5EA1820E4D8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8" name="Rectangle: Rounded Corners 1617">
                  <a:extLst>
                    <a:ext uri="{FF2B5EF4-FFF2-40B4-BE49-F238E27FC236}">
                      <a16:creationId xmlns:a16="http://schemas.microsoft.com/office/drawing/2014/main" id="{EAF80A02-8A3F-79BF-4ECE-12D14154B9B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9" name="Rectangle: Rounded Corners 1618">
                  <a:extLst>
                    <a:ext uri="{FF2B5EF4-FFF2-40B4-BE49-F238E27FC236}">
                      <a16:creationId xmlns:a16="http://schemas.microsoft.com/office/drawing/2014/main" id="{9F38699E-1416-865D-C2CB-296A9E97608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0" name="Rectangle: Rounded Corners 1619">
                  <a:extLst>
                    <a:ext uri="{FF2B5EF4-FFF2-40B4-BE49-F238E27FC236}">
                      <a16:creationId xmlns:a16="http://schemas.microsoft.com/office/drawing/2014/main" id="{0251FA66-57D2-2072-E5BE-1E219B53769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1" name="Rectangle: Rounded Corners 1620">
                  <a:extLst>
                    <a:ext uri="{FF2B5EF4-FFF2-40B4-BE49-F238E27FC236}">
                      <a16:creationId xmlns:a16="http://schemas.microsoft.com/office/drawing/2014/main" id="{A82A7433-5BC9-1468-35B7-132F735D27B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2" name="Rectangle: Rounded Corners 1621">
                  <a:extLst>
                    <a:ext uri="{FF2B5EF4-FFF2-40B4-BE49-F238E27FC236}">
                      <a16:creationId xmlns:a16="http://schemas.microsoft.com/office/drawing/2014/main" id="{95FE33A8-4E09-7D17-478C-7891E0ADD76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3" name="Rectangle: Rounded Corners 1622">
                  <a:extLst>
                    <a:ext uri="{FF2B5EF4-FFF2-40B4-BE49-F238E27FC236}">
                      <a16:creationId xmlns:a16="http://schemas.microsoft.com/office/drawing/2014/main" id="{8597DBF7-1215-1988-41B6-BF95A91EF24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4" name="Rectangle: Rounded Corners 1623">
                  <a:extLst>
                    <a:ext uri="{FF2B5EF4-FFF2-40B4-BE49-F238E27FC236}">
                      <a16:creationId xmlns:a16="http://schemas.microsoft.com/office/drawing/2014/main" id="{3C586B7C-4D73-09DE-CA87-4E8BA6C76A9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08" name="Group 1607">
                <a:extLst>
                  <a:ext uri="{FF2B5EF4-FFF2-40B4-BE49-F238E27FC236}">
                    <a16:creationId xmlns:a16="http://schemas.microsoft.com/office/drawing/2014/main" id="{255FA811-375A-0351-F2CA-5DEEDC1C0D2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09" name="Rectangle: Rounded Corners 1608">
                  <a:extLst>
                    <a:ext uri="{FF2B5EF4-FFF2-40B4-BE49-F238E27FC236}">
                      <a16:creationId xmlns:a16="http://schemas.microsoft.com/office/drawing/2014/main" id="{19589CD3-D72F-B260-79E0-331FA0C5FCD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0" name="Rectangle: Rounded Corners 1609">
                  <a:extLst>
                    <a:ext uri="{FF2B5EF4-FFF2-40B4-BE49-F238E27FC236}">
                      <a16:creationId xmlns:a16="http://schemas.microsoft.com/office/drawing/2014/main" id="{427DD7EE-6708-1DA8-729A-C2A76BC1DAA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1" name="Rectangle: Rounded Corners 1610">
                  <a:extLst>
                    <a:ext uri="{FF2B5EF4-FFF2-40B4-BE49-F238E27FC236}">
                      <a16:creationId xmlns:a16="http://schemas.microsoft.com/office/drawing/2014/main" id="{217A65C6-C63C-CB0D-294E-17AA02080DA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2" name="Rectangle: Rounded Corners 1611">
                  <a:extLst>
                    <a:ext uri="{FF2B5EF4-FFF2-40B4-BE49-F238E27FC236}">
                      <a16:creationId xmlns:a16="http://schemas.microsoft.com/office/drawing/2014/main" id="{3A03E8C4-AC0F-28D1-84C4-E23C7163D19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3" name="Rectangle: Rounded Corners 1612">
                  <a:extLst>
                    <a:ext uri="{FF2B5EF4-FFF2-40B4-BE49-F238E27FC236}">
                      <a16:creationId xmlns:a16="http://schemas.microsoft.com/office/drawing/2014/main" id="{338DC98D-17C7-D493-F659-6F53109A13B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4" name="Rectangle: Rounded Corners 1613">
                  <a:extLst>
                    <a:ext uri="{FF2B5EF4-FFF2-40B4-BE49-F238E27FC236}">
                      <a16:creationId xmlns:a16="http://schemas.microsoft.com/office/drawing/2014/main" id="{0DA1CD51-D387-9DBE-D375-84E10C7E668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5" name="Rectangle: Rounded Corners 1614">
                  <a:extLst>
                    <a:ext uri="{FF2B5EF4-FFF2-40B4-BE49-F238E27FC236}">
                      <a16:creationId xmlns:a16="http://schemas.microsoft.com/office/drawing/2014/main" id="{434D32DE-DACE-8B48-AB06-8E924774900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6" name="Rectangle: Rounded Corners 1615">
                  <a:extLst>
                    <a:ext uri="{FF2B5EF4-FFF2-40B4-BE49-F238E27FC236}">
                      <a16:creationId xmlns:a16="http://schemas.microsoft.com/office/drawing/2014/main" id="{2B847BD1-D018-8ECC-32E2-42EBEB9C0BA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46" name="Group 1545">
              <a:extLst>
                <a:ext uri="{FF2B5EF4-FFF2-40B4-BE49-F238E27FC236}">
                  <a16:creationId xmlns:a16="http://schemas.microsoft.com/office/drawing/2014/main" id="{7F59131A-98F2-9F4D-EE9B-A7A586A6ED9B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587" name="Rectangle: Rounded Corners 1586">
                <a:extLst>
                  <a:ext uri="{FF2B5EF4-FFF2-40B4-BE49-F238E27FC236}">
                    <a16:creationId xmlns:a16="http://schemas.microsoft.com/office/drawing/2014/main" id="{94D08CA1-41DA-9764-8C91-39CE058D1B5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588" name="Group 1587">
                <a:extLst>
                  <a:ext uri="{FF2B5EF4-FFF2-40B4-BE49-F238E27FC236}">
                    <a16:creationId xmlns:a16="http://schemas.microsoft.com/office/drawing/2014/main" id="{C8FE3B59-F63F-624E-515C-D26FAFC6038D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98" name="Rectangle: Rounded Corners 1597">
                  <a:extLst>
                    <a:ext uri="{FF2B5EF4-FFF2-40B4-BE49-F238E27FC236}">
                      <a16:creationId xmlns:a16="http://schemas.microsoft.com/office/drawing/2014/main" id="{EAEB8233-DC10-7C69-70FE-66573947C15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9" name="Rectangle: Rounded Corners 1598">
                  <a:extLst>
                    <a:ext uri="{FF2B5EF4-FFF2-40B4-BE49-F238E27FC236}">
                      <a16:creationId xmlns:a16="http://schemas.microsoft.com/office/drawing/2014/main" id="{8E0CEB3B-14BA-8413-BFE2-9AE4E4A6062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00" name="Rectangle: Rounded Corners 1599">
                  <a:extLst>
                    <a:ext uri="{FF2B5EF4-FFF2-40B4-BE49-F238E27FC236}">
                      <a16:creationId xmlns:a16="http://schemas.microsoft.com/office/drawing/2014/main" id="{33B05512-AD9B-E9E6-9A69-0505DA29564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01" name="Rectangle: Rounded Corners 1600">
                  <a:extLst>
                    <a:ext uri="{FF2B5EF4-FFF2-40B4-BE49-F238E27FC236}">
                      <a16:creationId xmlns:a16="http://schemas.microsoft.com/office/drawing/2014/main" id="{083E6D8A-0F82-3091-E22C-C562E09BCE1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02" name="Rectangle: Rounded Corners 1601">
                  <a:extLst>
                    <a:ext uri="{FF2B5EF4-FFF2-40B4-BE49-F238E27FC236}">
                      <a16:creationId xmlns:a16="http://schemas.microsoft.com/office/drawing/2014/main" id="{8A885BE9-4BA9-7F43-9633-33CB89CEAD3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03" name="Rectangle: Rounded Corners 1602">
                  <a:extLst>
                    <a:ext uri="{FF2B5EF4-FFF2-40B4-BE49-F238E27FC236}">
                      <a16:creationId xmlns:a16="http://schemas.microsoft.com/office/drawing/2014/main" id="{A7AD19E6-B61E-2437-3ED5-7BE487D5051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04" name="Rectangle: Rounded Corners 1603">
                  <a:extLst>
                    <a:ext uri="{FF2B5EF4-FFF2-40B4-BE49-F238E27FC236}">
                      <a16:creationId xmlns:a16="http://schemas.microsoft.com/office/drawing/2014/main" id="{FB62DBD0-EB73-2623-DCD5-4A928DC23BE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05" name="Rectangle: Rounded Corners 1604">
                  <a:extLst>
                    <a:ext uri="{FF2B5EF4-FFF2-40B4-BE49-F238E27FC236}">
                      <a16:creationId xmlns:a16="http://schemas.microsoft.com/office/drawing/2014/main" id="{99402871-4DF0-1034-E349-5642C201163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89" name="Group 1588">
                <a:extLst>
                  <a:ext uri="{FF2B5EF4-FFF2-40B4-BE49-F238E27FC236}">
                    <a16:creationId xmlns:a16="http://schemas.microsoft.com/office/drawing/2014/main" id="{561C0FD1-A4D6-8F9F-D9F1-B54B0A0AA2C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90" name="Rectangle: Rounded Corners 1589">
                  <a:extLst>
                    <a:ext uri="{FF2B5EF4-FFF2-40B4-BE49-F238E27FC236}">
                      <a16:creationId xmlns:a16="http://schemas.microsoft.com/office/drawing/2014/main" id="{3D61AC50-3CAB-595A-A93C-4918908316D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1" name="Rectangle: Rounded Corners 1590">
                  <a:extLst>
                    <a:ext uri="{FF2B5EF4-FFF2-40B4-BE49-F238E27FC236}">
                      <a16:creationId xmlns:a16="http://schemas.microsoft.com/office/drawing/2014/main" id="{3F183E33-0D74-C7D4-2202-62E201AA2E2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2" name="Rectangle: Rounded Corners 1591">
                  <a:extLst>
                    <a:ext uri="{FF2B5EF4-FFF2-40B4-BE49-F238E27FC236}">
                      <a16:creationId xmlns:a16="http://schemas.microsoft.com/office/drawing/2014/main" id="{2A0A2E16-1317-72CB-0029-F21FFAC4575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3" name="Rectangle: Rounded Corners 1592">
                  <a:extLst>
                    <a:ext uri="{FF2B5EF4-FFF2-40B4-BE49-F238E27FC236}">
                      <a16:creationId xmlns:a16="http://schemas.microsoft.com/office/drawing/2014/main" id="{65B06958-A004-8083-DE96-642320A2B1E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4" name="Rectangle: Rounded Corners 1593">
                  <a:extLst>
                    <a:ext uri="{FF2B5EF4-FFF2-40B4-BE49-F238E27FC236}">
                      <a16:creationId xmlns:a16="http://schemas.microsoft.com/office/drawing/2014/main" id="{90CAB2BF-7FED-6161-393C-997B0788DE9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5" name="Rectangle: Rounded Corners 1594">
                  <a:extLst>
                    <a:ext uri="{FF2B5EF4-FFF2-40B4-BE49-F238E27FC236}">
                      <a16:creationId xmlns:a16="http://schemas.microsoft.com/office/drawing/2014/main" id="{48D387BC-7243-0CDD-D94C-AB662564008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6" name="Rectangle: Rounded Corners 1595">
                  <a:extLst>
                    <a:ext uri="{FF2B5EF4-FFF2-40B4-BE49-F238E27FC236}">
                      <a16:creationId xmlns:a16="http://schemas.microsoft.com/office/drawing/2014/main" id="{2A0240D7-6FAE-721E-747F-E7AC3BAEC0C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7" name="Rectangle: Rounded Corners 1596">
                  <a:extLst>
                    <a:ext uri="{FF2B5EF4-FFF2-40B4-BE49-F238E27FC236}">
                      <a16:creationId xmlns:a16="http://schemas.microsoft.com/office/drawing/2014/main" id="{5FA276ED-36B0-6F44-52DE-3DAD7E94AD5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47" name="Group 1546">
              <a:extLst>
                <a:ext uri="{FF2B5EF4-FFF2-40B4-BE49-F238E27FC236}">
                  <a16:creationId xmlns:a16="http://schemas.microsoft.com/office/drawing/2014/main" id="{8B719670-DD66-927D-F4F3-469BCE985EE8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568" name="Rectangle: Rounded Corners 1567">
                <a:extLst>
                  <a:ext uri="{FF2B5EF4-FFF2-40B4-BE49-F238E27FC236}">
                    <a16:creationId xmlns:a16="http://schemas.microsoft.com/office/drawing/2014/main" id="{66162926-D0FD-2A8B-B94A-8877376D1EC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569" name="Group 1568">
                <a:extLst>
                  <a:ext uri="{FF2B5EF4-FFF2-40B4-BE49-F238E27FC236}">
                    <a16:creationId xmlns:a16="http://schemas.microsoft.com/office/drawing/2014/main" id="{FB3C54F2-EFB9-5667-B9A4-89876C488657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79" name="Rectangle: Rounded Corners 1578">
                  <a:extLst>
                    <a:ext uri="{FF2B5EF4-FFF2-40B4-BE49-F238E27FC236}">
                      <a16:creationId xmlns:a16="http://schemas.microsoft.com/office/drawing/2014/main" id="{A622B08F-D4C9-DB81-553B-92C981297A6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80" name="Rectangle: Rounded Corners 1579">
                  <a:extLst>
                    <a:ext uri="{FF2B5EF4-FFF2-40B4-BE49-F238E27FC236}">
                      <a16:creationId xmlns:a16="http://schemas.microsoft.com/office/drawing/2014/main" id="{DFDB4E80-A7CF-4DF5-1FE3-4E55072575B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81" name="Rectangle: Rounded Corners 1580">
                  <a:extLst>
                    <a:ext uri="{FF2B5EF4-FFF2-40B4-BE49-F238E27FC236}">
                      <a16:creationId xmlns:a16="http://schemas.microsoft.com/office/drawing/2014/main" id="{57841F1D-C423-B5E5-3D83-FDF0C33E15C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82" name="Rectangle: Rounded Corners 1581">
                  <a:extLst>
                    <a:ext uri="{FF2B5EF4-FFF2-40B4-BE49-F238E27FC236}">
                      <a16:creationId xmlns:a16="http://schemas.microsoft.com/office/drawing/2014/main" id="{359765F6-B519-CA4B-4E04-CA15696DF79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83" name="Rectangle: Rounded Corners 1582">
                  <a:extLst>
                    <a:ext uri="{FF2B5EF4-FFF2-40B4-BE49-F238E27FC236}">
                      <a16:creationId xmlns:a16="http://schemas.microsoft.com/office/drawing/2014/main" id="{571237BF-8861-638C-C891-70B7B3A743A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84" name="Rectangle: Rounded Corners 1583">
                  <a:extLst>
                    <a:ext uri="{FF2B5EF4-FFF2-40B4-BE49-F238E27FC236}">
                      <a16:creationId xmlns:a16="http://schemas.microsoft.com/office/drawing/2014/main" id="{C513A594-2958-BFF4-81D4-3B9E35C76CA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85" name="Rectangle: Rounded Corners 1584">
                  <a:extLst>
                    <a:ext uri="{FF2B5EF4-FFF2-40B4-BE49-F238E27FC236}">
                      <a16:creationId xmlns:a16="http://schemas.microsoft.com/office/drawing/2014/main" id="{FD7DF128-06D3-8947-13C9-0AB9CC3AA1F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86" name="Rectangle: Rounded Corners 1585">
                  <a:extLst>
                    <a:ext uri="{FF2B5EF4-FFF2-40B4-BE49-F238E27FC236}">
                      <a16:creationId xmlns:a16="http://schemas.microsoft.com/office/drawing/2014/main" id="{06EB19C3-2AC2-EFF5-2513-2A5B255B7B8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70" name="Group 1569">
                <a:extLst>
                  <a:ext uri="{FF2B5EF4-FFF2-40B4-BE49-F238E27FC236}">
                    <a16:creationId xmlns:a16="http://schemas.microsoft.com/office/drawing/2014/main" id="{C0399B42-C44D-D700-E6DC-6A8DBBD3EF6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71" name="Rectangle: Rounded Corners 1570">
                  <a:extLst>
                    <a:ext uri="{FF2B5EF4-FFF2-40B4-BE49-F238E27FC236}">
                      <a16:creationId xmlns:a16="http://schemas.microsoft.com/office/drawing/2014/main" id="{A81830EE-8055-9664-21F6-EACD06ED4C1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72" name="Rectangle: Rounded Corners 1571">
                  <a:extLst>
                    <a:ext uri="{FF2B5EF4-FFF2-40B4-BE49-F238E27FC236}">
                      <a16:creationId xmlns:a16="http://schemas.microsoft.com/office/drawing/2014/main" id="{07B8E3F3-5746-BCDC-194B-8730C7472B4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73" name="Rectangle: Rounded Corners 1572">
                  <a:extLst>
                    <a:ext uri="{FF2B5EF4-FFF2-40B4-BE49-F238E27FC236}">
                      <a16:creationId xmlns:a16="http://schemas.microsoft.com/office/drawing/2014/main" id="{82B2DD17-8C42-EFF8-5C23-C13A4410286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74" name="Rectangle: Rounded Corners 1573">
                  <a:extLst>
                    <a:ext uri="{FF2B5EF4-FFF2-40B4-BE49-F238E27FC236}">
                      <a16:creationId xmlns:a16="http://schemas.microsoft.com/office/drawing/2014/main" id="{94384388-020F-6EF6-96B5-CB25FA4460F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75" name="Rectangle: Rounded Corners 1574">
                  <a:extLst>
                    <a:ext uri="{FF2B5EF4-FFF2-40B4-BE49-F238E27FC236}">
                      <a16:creationId xmlns:a16="http://schemas.microsoft.com/office/drawing/2014/main" id="{E2956637-7E44-4C76-3A8C-3F5EC4CE4C3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76" name="Rectangle: Rounded Corners 1575">
                  <a:extLst>
                    <a:ext uri="{FF2B5EF4-FFF2-40B4-BE49-F238E27FC236}">
                      <a16:creationId xmlns:a16="http://schemas.microsoft.com/office/drawing/2014/main" id="{1491F4E0-8502-0262-06D1-CADCA362C8E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77" name="Rectangle: Rounded Corners 1576">
                  <a:extLst>
                    <a:ext uri="{FF2B5EF4-FFF2-40B4-BE49-F238E27FC236}">
                      <a16:creationId xmlns:a16="http://schemas.microsoft.com/office/drawing/2014/main" id="{A7F08F41-36AF-9DE9-8545-226C887B6C8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78" name="Rectangle: Rounded Corners 1577">
                  <a:extLst>
                    <a:ext uri="{FF2B5EF4-FFF2-40B4-BE49-F238E27FC236}">
                      <a16:creationId xmlns:a16="http://schemas.microsoft.com/office/drawing/2014/main" id="{528CD2BC-2907-A7E1-80C7-742AAF07AF0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48" name="Group 1547">
              <a:extLst>
                <a:ext uri="{FF2B5EF4-FFF2-40B4-BE49-F238E27FC236}">
                  <a16:creationId xmlns:a16="http://schemas.microsoft.com/office/drawing/2014/main" id="{F0D8E14D-3AD7-FC0C-535D-512BBB2E1FD8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549" name="Rectangle: Rounded Corners 1548">
                <a:extLst>
                  <a:ext uri="{FF2B5EF4-FFF2-40B4-BE49-F238E27FC236}">
                    <a16:creationId xmlns:a16="http://schemas.microsoft.com/office/drawing/2014/main" id="{91C10164-DF73-7D24-F418-156A65B37DD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550" name="Group 1549">
                <a:extLst>
                  <a:ext uri="{FF2B5EF4-FFF2-40B4-BE49-F238E27FC236}">
                    <a16:creationId xmlns:a16="http://schemas.microsoft.com/office/drawing/2014/main" id="{82B7D463-763B-22EC-A757-E6E683A54FD1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60" name="Rectangle: Rounded Corners 1559">
                  <a:extLst>
                    <a:ext uri="{FF2B5EF4-FFF2-40B4-BE49-F238E27FC236}">
                      <a16:creationId xmlns:a16="http://schemas.microsoft.com/office/drawing/2014/main" id="{30D66BFD-B7A5-06A4-5CAE-62C1C9AA0C5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61" name="Rectangle: Rounded Corners 1560">
                  <a:extLst>
                    <a:ext uri="{FF2B5EF4-FFF2-40B4-BE49-F238E27FC236}">
                      <a16:creationId xmlns:a16="http://schemas.microsoft.com/office/drawing/2014/main" id="{541564BE-315E-45AA-AF34-71C8D8B5463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62" name="Rectangle: Rounded Corners 1561">
                  <a:extLst>
                    <a:ext uri="{FF2B5EF4-FFF2-40B4-BE49-F238E27FC236}">
                      <a16:creationId xmlns:a16="http://schemas.microsoft.com/office/drawing/2014/main" id="{85242431-3A15-9E02-FB6B-3B9F20ACDF7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63" name="Rectangle: Rounded Corners 1562">
                  <a:extLst>
                    <a:ext uri="{FF2B5EF4-FFF2-40B4-BE49-F238E27FC236}">
                      <a16:creationId xmlns:a16="http://schemas.microsoft.com/office/drawing/2014/main" id="{0E6B7F7E-3256-A7F4-610E-61609FC18CF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64" name="Rectangle: Rounded Corners 1563">
                  <a:extLst>
                    <a:ext uri="{FF2B5EF4-FFF2-40B4-BE49-F238E27FC236}">
                      <a16:creationId xmlns:a16="http://schemas.microsoft.com/office/drawing/2014/main" id="{B2B3E5C9-96BB-D4FF-59F1-A11A2620C2C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65" name="Rectangle: Rounded Corners 1564">
                  <a:extLst>
                    <a:ext uri="{FF2B5EF4-FFF2-40B4-BE49-F238E27FC236}">
                      <a16:creationId xmlns:a16="http://schemas.microsoft.com/office/drawing/2014/main" id="{E3340373-EBEC-1D0B-A21D-E7B5142C37C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66" name="Rectangle: Rounded Corners 1565">
                  <a:extLst>
                    <a:ext uri="{FF2B5EF4-FFF2-40B4-BE49-F238E27FC236}">
                      <a16:creationId xmlns:a16="http://schemas.microsoft.com/office/drawing/2014/main" id="{13489F6D-4A6D-7A16-A3EA-82F0FAA0EEA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67" name="Rectangle: Rounded Corners 1566">
                  <a:extLst>
                    <a:ext uri="{FF2B5EF4-FFF2-40B4-BE49-F238E27FC236}">
                      <a16:creationId xmlns:a16="http://schemas.microsoft.com/office/drawing/2014/main" id="{BB3ADF1F-AC5A-C9ED-3D7B-72066366AA7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51" name="Group 1550">
                <a:extLst>
                  <a:ext uri="{FF2B5EF4-FFF2-40B4-BE49-F238E27FC236}">
                    <a16:creationId xmlns:a16="http://schemas.microsoft.com/office/drawing/2014/main" id="{4141252B-E498-7191-8CB8-D2E347B5DFE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52" name="Rectangle: Rounded Corners 1551">
                  <a:extLst>
                    <a:ext uri="{FF2B5EF4-FFF2-40B4-BE49-F238E27FC236}">
                      <a16:creationId xmlns:a16="http://schemas.microsoft.com/office/drawing/2014/main" id="{642B067B-47F8-9434-14DA-9AA1AE61C33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53" name="Rectangle: Rounded Corners 1552">
                  <a:extLst>
                    <a:ext uri="{FF2B5EF4-FFF2-40B4-BE49-F238E27FC236}">
                      <a16:creationId xmlns:a16="http://schemas.microsoft.com/office/drawing/2014/main" id="{A1E3DF43-856D-1DA2-2228-952F74EBAAD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54" name="Rectangle: Rounded Corners 1553">
                  <a:extLst>
                    <a:ext uri="{FF2B5EF4-FFF2-40B4-BE49-F238E27FC236}">
                      <a16:creationId xmlns:a16="http://schemas.microsoft.com/office/drawing/2014/main" id="{940835EA-B1F7-AF6F-AA69-E612C9E3489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55" name="Rectangle: Rounded Corners 1554">
                  <a:extLst>
                    <a:ext uri="{FF2B5EF4-FFF2-40B4-BE49-F238E27FC236}">
                      <a16:creationId xmlns:a16="http://schemas.microsoft.com/office/drawing/2014/main" id="{1AE54487-7EC5-C74A-8936-146032A3066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56" name="Rectangle: Rounded Corners 1555">
                  <a:extLst>
                    <a:ext uri="{FF2B5EF4-FFF2-40B4-BE49-F238E27FC236}">
                      <a16:creationId xmlns:a16="http://schemas.microsoft.com/office/drawing/2014/main" id="{881C81DB-F929-2220-C17A-3F6CEF96A41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57" name="Rectangle: Rounded Corners 1556">
                  <a:extLst>
                    <a:ext uri="{FF2B5EF4-FFF2-40B4-BE49-F238E27FC236}">
                      <a16:creationId xmlns:a16="http://schemas.microsoft.com/office/drawing/2014/main" id="{0AFA42CA-28BA-48DA-CBC8-1F39AC07B33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58" name="Rectangle: Rounded Corners 1557">
                  <a:extLst>
                    <a:ext uri="{FF2B5EF4-FFF2-40B4-BE49-F238E27FC236}">
                      <a16:creationId xmlns:a16="http://schemas.microsoft.com/office/drawing/2014/main" id="{94CBCFF1-ABB0-8355-4DF8-B1D5B9D218C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59" name="Rectangle: Rounded Corners 1558">
                  <a:extLst>
                    <a:ext uri="{FF2B5EF4-FFF2-40B4-BE49-F238E27FC236}">
                      <a16:creationId xmlns:a16="http://schemas.microsoft.com/office/drawing/2014/main" id="{6DB7A38E-9C0F-C69A-3D00-961628AF78E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1335" name="Group 1334">
            <a:extLst>
              <a:ext uri="{FF2B5EF4-FFF2-40B4-BE49-F238E27FC236}">
                <a16:creationId xmlns:a16="http://schemas.microsoft.com/office/drawing/2014/main" id="{B522915A-A14B-B50A-A95C-9A50F0F0580E}"/>
              </a:ext>
            </a:extLst>
          </p:cNvPr>
          <p:cNvGrpSpPr/>
          <p:nvPr/>
        </p:nvGrpSpPr>
        <p:grpSpPr>
          <a:xfrm>
            <a:off x="12379778" y="2311649"/>
            <a:ext cx="13102977" cy="1243880"/>
            <a:chOff x="3628570" y="4023519"/>
            <a:chExt cx="23905029" cy="2269331"/>
          </a:xfrm>
        </p:grpSpPr>
        <p:sp>
          <p:nvSpPr>
            <p:cNvPr id="1336" name="Rectangle 1335">
              <a:extLst>
                <a:ext uri="{FF2B5EF4-FFF2-40B4-BE49-F238E27FC236}">
                  <a16:creationId xmlns:a16="http://schemas.microsoft.com/office/drawing/2014/main" id="{A58B5CAD-1602-32F3-D2D9-1C9B3EC73D6A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37" name="Group 1336">
              <a:extLst>
                <a:ext uri="{FF2B5EF4-FFF2-40B4-BE49-F238E27FC236}">
                  <a16:creationId xmlns:a16="http://schemas.microsoft.com/office/drawing/2014/main" id="{16149F4F-505A-2BD9-C958-D89E7FBF3100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1518" name="Rectangle: Rounded Corners 1517">
                <a:extLst>
                  <a:ext uri="{FF2B5EF4-FFF2-40B4-BE49-F238E27FC236}">
                    <a16:creationId xmlns:a16="http://schemas.microsoft.com/office/drawing/2014/main" id="{4CB7ECF6-77EB-A11C-774D-9CFDA5A3111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519" name="Group 1518">
                <a:extLst>
                  <a:ext uri="{FF2B5EF4-FFF2-40B4-BE49-F238E27FC236}">
                    <a16:creationId xmlns:a16="http://schemas.microsoft.com/office/drawing/2014/main" id="{DF9F21A4-C5D8-5495-29A4-97437E159B4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29" name="Rectangle: Rounded Corners 1528">
                  <a:extLst>
                    <a:ext uri="{FF2B5EF4-FFF2-40B4-BE49-F238E27FC236}">
                      <a16:creationId xmlns:a16="http://schemas.microsoft.com/office/drawing/2014/main" id="{F06EDD70-01F4-2FD8-8936-E4288384D8F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0" name="Rectangle: Rounded Corners 1529">
                  <a:extLst>
                    <a:ext uri="{FF2B5EF4-FFF2-40B4-BE49-F238E27FC236}">
                      <a16:creationId xmlns:a16="http://schemas.microsoft.com/office/drawing/2014/main" id="{F7A08760-2291-DE0C-4F02-A32AFB408D9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1" name="Rectangle: Rounded Corners 1530">
                  <a:extLst>
                    <a:ext uri="{FF2B5EF4-FFF2-40B4-BE49-F238E27FC236}">
                      <a16:creationId xmlns:a16="http://schemas.microsoft.com/office/drawing/2014/main" id="{F2396788-3F7C-917B-84CA-1429A166532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2" name="Rectangle: Rounded Corners 1531">
                  <a:extLst>
                    <a:ext uri="{FF2B5EF4-FFF2-40B4-BE49-F238E27FC236}">
                      <a16:creationId xmlns:a16="http://schemas.microsoft.com/office/drawing/2014/main" id="{D8484523-69C5-6AE2-B106-C739484EFD0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3" name="Rectangle: Rounded Corners 1532">
                  <a:extLst>
                    <a:ext uri="{FF2B5EF4-FFF2-40B4-BE49-F238E27FC236}">
                      <a16:creationId xmlns:a16="http://schemas.microsoft.com/office/drawing/2014/main" id="{53C6173B-D413-B5DA-A9ED-55CBA96D8C3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4" name="Rectangle: Rounded Corners 1533">
                  <a:extLst>
                    <a:ext uri="{FF2B5EF4-FFF2-40B4-BE49-F238E27FC236}">
                      <a16:creationId xmlns:a16="http://schemas.microsoft.com/office/drawing/2014/main" id="{C5544C89-5833-8539-AFF7-1C995585E14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5" name="Rectangle: Rounded Corners 1534">
                  <a:extLst>
                    <a:ext uri="{FF2B5EF4-FFF2-40B4-BE49-F238E27FC236}">
                      <a16:creationId xmlns:a16="http://schemas.microsoft.com/office/drawing/2014/main" id="{A132AABB-90C1-20C8-6238-60BD6F435E9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6" name="Rectangle: Rounded Corners 1535">
                  <a:extLst>
                    <a:ext uri="{FF2B5EF4-FFF2-40B4-BE49-F238E27FC236}">
                      <a16:creationId xmlns:a16="http://schemas.microsoft.com/office/drawing/2014/main" id="{6652A157-FEA2-451D-7215-08022FA89C6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20" name="Group 1519">
                <a:extLst>
                  <a:ext uri="{FF2B5EF4-FFF2-40B4-BE49-F238E27FC236}">
                    <a16:creationId xmlns:a16="http://schemas.microsoft.com/office/drawing/2014/main" id="{5FA80780-F48D-7D43-2E2A-0D149BBEA5E0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21" name="Rectangle: Rounded Corners 1520">
                  <a:extLst>
                    <a:ext uri="{FF2B5EF4-FFF2-40B4-BE49-F238E27FC236}">
                      <a16:creationId xmlns:a16="http://schemas.microsoft.com/office/drawing/2014/main" id="{4C2CE273-D845-1534-A3B2-94D52D0E526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2" name="Rectangle: Rounded Corners 1521">
                  <a:extLst>
                    <a:ext uri="{FF2B5EF4-FFF2-40B4-BE49-F238E27FC236}">
                      <a16:creationId xmlns:a16="http://schemas.microsoft.com/office/drawing/2014/main" id="{2051860E-168A-0608-F8E2-C52AC3FAAD7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3" name="Rectangle: Rounded Corners 1522">
                  <a:extLst>
                    <a:ext uri="{FF2B5EF4-FFF2-40B4-BE49-F238E27FC236}">
                      <a16:creationId xmlns:a16="http://schemas.microsoft.com/office/drawing/2014/main" id="{E0FEC730-D875-6274-A2EE-292F6EF0B32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4" name="Rectangle: Rounded Corners 1523">
                  <a:extLst>
                    <a:ext uri="{FF2B5EF4-FFF2-40B4-BE49-F238E27FC236}">
                      <a16:creationId xmlns:a16="http://schemas.microsoft.com/office/drawing/2014/main" id="{BD7C9785-C4AB-0E59-E9E9-2072F90092C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5" name="Rectangle: Rounded Corners 1524">
                  <a:extLst>
                    <a:ext uri="{FF2B5EF4-FFF2-40B4-BE49-F238E27FC236}">
                      <a16:creationId xmlns:a16="http://schemas.microsoft.com/office/drawing/2014/main" id="{90D146B2-4598-AE5E-2D89-90A07749ED5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6" name="Rectangle: Rounded Corners 1525">
                  <a:extLst>
                    <a:ext uri="{FF2B5EF4-FFF2-40B4-BE49-F238E27FC236}">
                      <a16:creationId xmlns:a16="http://schemas.microsoft.com/office/drawing/2014/main" id="{0607FCEE-A7DC-12A4-6EC7-DAB1E5CC3D6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7" name="Rectangle: Rounded Corners 1526">
                  <a:extLst>
                    <a:ext uri="{FF2B5EF4-FFF2-40B4-BE49-F238E27FC236}">
                      <a16:creationId xmlns:a16="http://schemas.microsoft.com/office/drawing/2014/main" id="{EBDDAA10-A71F-CA36-5F9E-2F02C360831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8" name="Rectangle: Rounded Corners 1527">
                  <a:extLst>
                    <a:ext uri="{FF2B5EF4-FFF2-40B4-BE49-F238E27FC236}">
                      <a16:creationId xmlns:a16="http://schemas.microsoft.com/office/drawing/2014/main" id="{BF212CF0-6834-78BE-2939-BC43D7C80F2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38" name="Group 1337">
              <a:extLst>
                <a:ext uri="{FF2B5EF4-FFF2-40B4-BE49-F238E27FC236}">
                  <a16:creationId xmlns:a16="http://schemas.microsoft.com/office/drawing/2014/main" id="{D77BD3BB-BE3C-52FA-AB47-30E6B2AFD186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1499" name="Rectangle: Rounded Corners 1498">
                <a:extLst>
                  <a:ext uri="{FF2B5EF4-FFF2-40B4-BE49-F238E27FC236}">
                    <a16:creationId xmlns:a16="http://schemas.microsoft.com/office/drawing/2014/main" id="{345DC742-EBFE-C189-8A05-94B3EE011649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500" name="Group 1499">
                <a:extLst>
                  <a:ext uri="{FF2B5EF4-FFF2-40B4-BE49-F238E27FC236}">
                    <a16:creationId xmlns:a16="http://schemas.microsoft.com/office/drawing/2014/main" id="{A9F41B17-C8E2-0513-7E50-DD91576F1A4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10" name="Rectangle: Rounded Corners 1509">
                  <a:extLst>
                    <a:ext uri="{FF2B5EF4-FFF2-40B4-BE49-F238E27FC236}">
                      <a16:creationId xmlns:a16="http://schemas.microsoft.com/office/drawing/2014/main" id="{241EEA06-800D-19D7-C216-5040EA23EAB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1" name="Rectangle: Rounded Corners 1510">
                  <a:extLst>
                    <a:ext uri="{FF2B5EF4-FFF2-40B4-BE49-F238E27FC236}">
                      <a16:creationId xmlns:a16="http://schemas.microsoft.com/office/drawing/2014/main" id="{070BF6E2-D8C6-6015-B9FB-85F1CDF3AE6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2" name="Rectangle: Rounded Corners 1511">
                  <a:extLst>
                    <a:ext uri="{FF2B5EF4-FFF2-40B4-BE49-F238E27FC236}">
                      <a16:creationId xmlns:a16="http://schemas.microsoft.com/office/drawing/2014/main" id="{5B16F755-2094-424E-391C-A36A600BA89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3" name="Rectangle: Rounded Corners 1512">
                  <a:extLst>
                    <a:ext uri="{FF2B5EF4-FFF2-40B4-BE49-F238E27FC236}">
                      <a16:creationId xmlns:a16="http://schemas.microsoft.com/office/drawing/2014/main" id="{9289E6EF-9F17-B630-CC90-443BE6DB2EF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4" name="Rectangle: Rounded Corners 1513">
                  <a:extLst>
                    <a:ext uri="{FF2B5EF4-FFF2-40B4-BE49-F238E27FC236}">
                      <a16:creationId xmlns:a16="http://schemas.microsoft.com/office/drawing/2014/main" id="{9071A51D-405E-EEB5-2F66-EEAD23833F4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5" name="Rectangle: Rounded Corners 1514">
                  <a:extLst>
                    <a:ext uri="{FF2B5EF4-FFF2-40B4-BE49-F238E27FC236}">
                      <a16:creationId xmlns:a16="http://schemas.microsoft.com/office/drawing/2014/main" id="{B8D9A73E-2418-7D77-A89A-E7DFB43096A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6" name="Rectangle: Rounded Corners 1515">
                  <a:extLst>
                    <a:ext uri="{FF2B5EF4-FFF2-40B4-BE49-F238E27FC236}">
                      <a16:creationId xmlns:a16="http://schemas.microsoft.com/office/drawing/2014/main" id="{1E820BD3-E227-E926-FCCF-EF4E66A1C13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7" name="Rectangle: Rounded Corners 1516">
                  <a:extLst>
                    <a:ext uri="{FF2B5EF4-FFF2-40B4-BE49-F238E27FC236}">
                      <a16:creationId xmlns:a16="http://schemas.microsoft.com/office/drawing/2014/main" id="{0554F2EC-A8AE-5382-DC1D-C83F753440A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01" name="Group 1500">
                <a:extLst>
                  <a:ext uri="{FF2B5EF4-FFF2-40B4-BE49-F238E27FC236}">
                    <a16:creationId xmlns:a16="http://schemas.microsoft.com/office/drawing/2014/main" id="{00E3434B-4F48-6BB6-8E06-5E5D001F796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02" name="Rectangle: Rounded Corners 1501">
                  <a:extLst>
                    <a:ext uri="{FF2B5EF4-FFF2-40B4-BE49-F238E27FC236}">
                      <a16:creationId xmlns:a16="http://schemas.microsoft.com/office/drawing/2014/main" id="{CF63725E-19C3-3C93-2939-FE694DF5408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3" name="Rectangle: Rounded Corners 1502">
                  <a:extLst>
                    <a:ext uri="{FF2B5EF4-FFF2-40B4-BE49-F238E27FC236}">
                      <a16:creationId xmlns:a16="http://schemas.microsoft.com/office/drawing/2014/main" id="{5C7F8725-752B-295E-8B2B-CCBC2C47663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4" name="Rectangle: Rounded Corners 1503">
                  <a:extLst>
                    <a:ext uri="{FF2B5EF4-FFF2-40B4-BE49-F238E27FC236}">
                      <a16:creationId xmlns:a16="http://schemas.microsoft.com/office/drawing/2014/main" id="{1B30C5AB-9336-8C95-BC18-3A348E3C25C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5" name="Rectangle: Rounded Corners 1504">
                  <a:extLst>
                    <a:ext uri="{FF2B5EF4-FFF2-40B4-BE49-F238E27FC236}">
                      <a16:creationId xmlns:a16="http://schemas.microsoft.com/office/drawing/2014/main" id="{4DCB7364-0653-A1AA-37D3-AC7D936E7AC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6" name="Rectangle: Rounded Corners 1505">
                  <a:extLst>
                    <a:ext uri="{FF2B5EF4-FFF2-40B4-BE49-F238E27FC236}">
                      <a16:creationId xmlns:a16="http://schemas.microsoft.com/office/drawing/2014/main" id="{EED41A3D-B567-0195-6F0D-E3892C1381A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7" name="Rectangle: Rounded Corners 1506">
                  <a:extLst>
                    <a:ext uri="{FF2B5EF4-FFF2-40B4-BE49-F238E27FC236}">
                      <a16:creationId xmlns:a16="http://schemas.microsoft.com/office/drawing/2014/main" id="{B05A45C2-CB7D-A66B-4A27-6648EFC0B7F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8" name="Rectangle: Rounded Corners 1507">
                  <a:extLst>
                    <a:ext uri="{FF2B5EF4-FFF2-40B4-BE49-F238E27FC236}">
                      <a16:creationId xmlns:a16="http://schemas.microsoft.com/office/drawing/2014/main" id="{E157D7B5-7A89-678E-60AD-AB9932AED32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9" name="Rectangle: Rounded Corners 1508">
                  <a:extLst>
                    <a:ext uri="{FF2B5EF4-FFF2-40B4-BE49-F238E27FC236}">
                      <a16:creationId xmlns:a16="http://schemas.microsoft.com/office/drawing/2014/main" id="{1078E9DB-4FFA-5E24-C481-39A55A1C36F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39" name="Group 1338">
              <a:extLst>
                <a:ext uri="{FF2B5EF4-FFF2-40B4-BE49-F238E27FC236}">
                  <a16:creationId xmlns:a16="http://schemas.microsoft.com/office/drawing/2014/main" id="{912AC6F8-76B7-42E7-D514-50FBC3550E70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1480" name="Rectangle: Rounded Corners 1479">
                <a:extLst>
                  <a:ext uri="{FF2B5EF4-FFF2-40B4-BE49-F238E27FC236}">
                    <a16:creationId xmlns:a16="http://schemas.microsoft.com/office/drawing/2014/main" id="{CFCE8611-070A-E743-B6A0-3461E214EE0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481" name="Group 1480">
                <a:extLst>
                  <a:ext uri="{FF2B5EF4-FFF2-40B4-BE49-F238E27FC236}">
                    <a16:creationId xmlns:a16="http://schemas.microsoft.com/office/drawing/2014/main" id="{68F97D8D-0325-64E0-F055-F7DCCBDA092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91" name="Rectangle: Rounded Corners 1490">
                  <a:extLst>
                    <a:ext uri="{FF2B5EF4-FFF2-40B4-BE49-F238E27FC236}">
                      <a16:creationId xmlns:a16="http://schemas.microsoft.com/office/drawing/2014/main" id="{2802F3FA-0E51-6BB4-B5FD-4CA921A3276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2" name="Rectangle: Rounded Corners 1491">
                  <a:extLst>
                    <a:ext uri="{FF2B5EF4-FFF2-40B4-BE49-F238E27FC236}">
                      <a16:creationId xmlns:a16="http://schemas.microsoft.com/office/drawing/2014/main" id="{2CBABBC1-EEF0-446A-7F78-1EEC11BD0F5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3" name="Rectangle: Rounded Corners 1492">
                  <a:extLst>
                    <a:ext uri="{FF2B5EF4-FFF2-40B4-BE49-F238E27FC236}">
                      <a16:creationId xmlns:a16="http://schemas.microsoft.com/office/drawing/2014/main" id="{6058D8EE-42D1-3905-0DA4-D57190A918B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4" name="Rectangle: Rounded Corners 1493">
                  <a:extLst>
                    <a:ext uri="{FF2B5EF4-FFF2-40B4-BE49-F238E27FC236}">
                      <a16:creationId xmlns:a16="http://schemas.microsoft.com/office/drawing/2014/main" id="{DF2CD166-E312-A551-FD19-592A0CBEBAC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5" name="Rectangle: Rounded Corners 1494">
                  <a:extLst>
                    <a:ext uri="{FF2B5EF4-FFF2-40B4-BE49-F238E27FC236}">
                      <a16:creationId xmlns:a16="http://schemas.microsoft.com/office/drawing/2014/main" id="{3F859B6B-42DF-3E70-2908-244DAF6957C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6" name="Rectangle: Rounded Corners 1495">
                  <a:extLst>
                    <a:ext uri="{FF2B5EF4-FFF2-40B4-BE49-F238E27FC236}">
                      <a16:creationId xmlns:a16="http://schemas.microsoft.com/office/drawing/2014/main" id="{FC4D0302-25C4-CA9E-1171-FA57B28E9E2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7" name="Rectangle: Rounded Corners 1496">
                  <a:extLst>
                    <a:ext uri="{FF2B5EF4-FFF2-40B4-BE49-F238E27FC236}">
                      <a16:creationId xmlns:a16="http://schemas.microsoft.com/office/drawing/2014/main" id="{9625EDF0-E20F-7A5A-9CDE-9251776B1F8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8" name="Rectangle: Rounded Corners 1497">
                  <a:extLst>
                    <a:ext uri="{FF2B5EF4-FFF2-40B4-BE49-F238E27FC236}">
                      <a16:creationId xmlns:a16="http://schemas.microsoft.com/office/drawing/2014/main" id="{08AFDC74-990F-944A-723A-187C2D971D7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82" name="Group 1481">
                <a:extLst>
                  <a:ext uri="{FF2B5EF4-FFF2-40B4-BE49-F238E27FC236}">
                    <a16:creationId xmlns:a16="http://schemas.microsoft.com/office/drawing/2014/main" id="{067EE10A-95C4-7E2A-C0EF-965EA51FF1A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83" name="Rectangle: Rounded Corners 1482">
                  <a:extLst>
                    <a:ext uri="{FF2B5EF4-FFF2-40B4-BE49-F238E27FC236}">
                      <a16:creationId xmlns:a16="http://schemas.microsoft.com/office/drawing/2014/main" id="{D2A82C63-92D9-7EF0-660C-53F83874773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4" name="Rectangle: Rounded Corners 1483">
                  <a:extLst>
                    <a:ext uri="{FF2B5EF4-FFF2-40B4-BE49-F238E27FC236}">
                      <a16:creationId xmlns:a16="http://schemas.microsoft.com/office/drawing/2014/main" id="{B95677C3-CB7C-5B13-A789-B6D4FEAFDA9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5" name="Rectangle: Rounded Corners 1484">
                  <a:extLst>
                    <a:ext uri="{FF2B5EF4-FFF2-40B4-BE49-F238E27FC236}">
                      <a16:creationId xmlns:a16="http://schemas.microsoft.com/office/drawing/2014/main" id="{4B140B4A-579A-834F-4EAE-F65BBB9BA7B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6" name="Rectangle: Rounded Corners 1485">
                  <a:extLst>
                    <a:ext uri="{FF2B5EF4-FFF2-40B4-BE49-F238E27FC236}">
                      <a16:creationId xmlns:a16="http://schemas.microsoft.com/office/drawing/2014/main" id="{F20C8E0C-208D-C808-E8F7-F2335EB3D05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7" name="Rectangle: Rounded Corners 1486">
                  <a:extLst>
                    <a:ext uri="{FF2B5EF4-FFF2-40B4-BE49-F238E27FC236}">
                      <a16:creationId xmlns:a16="http://schemas.microsoft.com/office/drawing/2014/main" id="{FC97F56D-D16E-7C50-3C43-65A252A6695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8" name="Rectangle: Rounded Corners 1487">
                  <a:extLst>
                    <a:ext uri="{FF2B5EF4-FFF2-40B4-BE49-F238E27FC236}">
                      <a16:creationId xmlns:a16="http://schemas.microsoft.com/office/drawing/2014/main" id="{6037F864-EABC-3404-C94D-3A5E847C415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9" name="Rectangle: Rounded Corners 1488">
                  <a:extLst>
                    <a:ext uri="{FF2B5EF4-FFF2-40B4-BE49-F238E27FC236}">
                      <a16:creationId xmlns:a16="http://schemas.microsoft.com/office/drawing/2014/main" id="{297E2F36-F50B-04AF-4EB3-97EAC5E8670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0" name="Rectangle: Rounded Corners 1489">
                  <a:extLst>
                    <a:ext uri="{FF2B5EF4-FFF2-40B4-BE49-F238E27FC236}">
                      <a16:creationId xmlns:a16="http://schemas.microsoft.com/office/drawing/2014/main" id="{0F7025F7-86B5-C810-2182-5792EEAF34B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40" name="Group 1339">
              <a:extLst>
                <a:ext uri="{FF2B5EF4-FFF2-40B4-BE49-F238E27FC236}">
                  <a16:creationId xmlns:a16="http://schemas.microsoft.com/office/drawing/2014/main" id="{38FC1A9A-F514-77E4-10EE-73EB09FB5D97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1461" name="Rectangle: Rounded Corners 1460">
                <a:extLst>
                  <a:ext uri="{FF2B5EF4-FFF2-40B4-BE49-F238E27FC236}">
                    <a16:creationId xmlns:a16="http://schemas.microsoft.com/office/drawing/2014/main" id="{A9919E1E-7ED2-BB87-718F-64DD35677BF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462" name="Group 1461">
                <a:extLst>
                  <a:ext uri="{FF2B5EF4-FFF2-40B4-BE49-F238E27FC236}">
                    <a16:creationId xmlns:a16="http://schemas.microsoft.com/office/drawing/2014/main" id="{721D6C91-A9A3-9C12-D8CF-43F735621A6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72" name="Rectangle: Rounded Corners 1471">
                  <a:extLst>
                    <a:ext uri="{FF2B5EF4-FFF2-40B4-BE49-F238E27FC236}">
                      <a16:creationId xmlns:a16="http://schemas.microsoft.com/office/drawing/2014/main" id="{401FF817-CAED-8A58-1033-F6414612F21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3" name="Rectangle: Rounded Corners 1472">
                  <a:extLst>
                    <a:ext uri="{FF2B5EF4-FFF2-40B4-BE49-F238E27FC236}">
                      <a16:creationId xmlns:a16="http://schemas.microsoft.com/office/drawing/2014/main" id="{1458E400-ADB2-A070-FFED-A4FCBBABB9B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4" name="Rectangle: Rounded Corners 1473">
                  <a:extLst>
                    <a:ext uri="{FF2B5EF4-FFF2-40B4-BE49-F238E27FC236}">
                      <a16:creationId xmlns:a16="http://schemas.microsoft.com/office/drawing/2014/main" id="{486819AB-E1BF-9300-92D3-4479ACBD84A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5" name="Rectangle: Rounded Corners 1474">
                  <a:extLst>
                    <a:ext uri="{FF2B5EF4-FFF2-40B4-BE49-F238E27FC236}">
                      <a16:creationId xmlns:a16="http://schemas.microsoft.com/office/drawing/2014/main" id="{D265F4C0-F605-879E-3D86-4A58757BD51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6" name="Rectangle: Rounded Corners 1475">
                  <a:extLst>
                    <a:ext uri="{FF2B5EF4-FFF2-40B4-BE49-F238E27FC236}">
                      <a16:creationId xmlns:a16="http://schemas.microsoft.com/office/drawing/2014/main" id="{A070B3D2-EF48-D7B2-57F2-FA6B7782BD3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7" name="Rectangle: Rounded Corners 1476">
                  <a:extLst>
                    <a:ext uri="{FF2B5EF4-FFF2-40B4-BE49-F238E27FC236}">
                      <a16:creationId xmlns:a16="http://schemas.microsoft.com/office/drawing/2014/main" id="{62FB6472-7843-F361-8447-EE330104080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8" name="Rectangle: Rounded Corners 1477">
                  <a:extLst>
                    <a:ext uri="{FF2B5EF4-FFF2-40B4-BE49-F238E27FC236}">
                      <a16:creationId xmlns:a16="http://schemas.microsoft.com/office/drawing/2014/main" id="{A05D251A-759C-45C1-8743-C74B75EA1A1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9" name="Rectangle: Rounded Corners 1478">
                  <a:extLst>
                    <a:ext uri="{FF2B5EF4-FFF2-40B4-BE49-F238E27FC236}">
                      <a16:creationId xmlns:a16="http://schemas.microsoft.com/office/drawing/2014/main" id="{048F7C2E-5A21-78BD-2844-03900097CAB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63" name="Group 1462">
                <a:extLst>
                  <a:ext uri="{FF2B5EF4-FFF2-40B4-BE49-F238E27FC236}">
                    <a16:creationId xmlns:a16="http://schemas.microsoft.com/office/drawing/2014/main" id="{7DB46F19-8F6E-E3D5-920D-5CEAB5219C3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64" name="Rectangle: Rounded Corners 1463">
                  <a:extLst>
                    <a:ext uri="{FF2B5EF4-FFF2-40B4-BE49-F238E27FC236}">
                      <a16:creationId xmlns:a16="http://schemas.microsoft.com/office/drawing/2014/main" id="{8C7856EF-23FC-3C59-AD35-DF32ECCF229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65" name="Rectangle: Rounded Corners 1464">
                  <a:extLst>
                    <a:ext uri="{FF2B5EF4-FFF2-40B4-BE49-F238E27FC236}">
                      <a16:creationId xmlns:a16="http://schemas.microsoft.com/office/drawing/2014/main" id="{5684B06A-04DB-BF08-01A0-7FA61EE3D0C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66" name="Rectangle: Rounded Corners 1465">
                  <a:extLst>
                    <a:ext uri="{FF2B5EF4-FFF2-40B4-BE49-F238E27FC236}">
                      <a16:creationId xmlns:a16="http://schemas.microsoft.com/office/drawing/2014/main" id="{57A8E79B-F57A-E227-86CE-030BA2C5172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67" name="Rectangle: Rounded Corners 1466">
                  <a:extLst>
                    <a:ext uri="{FF2B5EF4-FFF2-40B4-BE49-F238E27FC236}">
                      <a16:creationId xmlns:a16="http://schemas.microsoft.com/office/drawing/2014/main" id="{658C940E-822D-7250-6D2D-9CCF60F17FC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68" name="Rectangle: Rounded Corners 1467">
                  <a:extLst>
                    <a:ext uri="{FF2B5EF4-FFF2-40B4-BE49-F238E27FC236}">
                      <a16:creationId xmlns:a16="http://schemas.microsoft.com/office/drawing/2014/main" id="{904E52B1-39CC-CA4C-78F6-485021848CD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69" name="Rectangle: Rounded Corners 1468">
                  <a:extLst>
                    <a:ext uri="{FF2B5EF4-FFF2-40B4-BE49-F238E27FC236}">
                      <a16:creationId xmlns:a16="http://schemas.microsoft.com/office/drawing/2014/main" id="{D9644322-800A-30A0-59D1-1631690B12B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0" name="Rectangle: Rounded Corners 1469">
                  <a:extLst>
                    <a:ext uri="{FF2B5EF4-FFF2-40B4-BE49-F238E27FC236}">
                      <a16:creationId xmlns:a16="http://schemas.microsoft.com/office/drawing/2014/main" id="{0452ED5F-FDA9-DD43-1538-5A5B07DB0B0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1" name="Rectangle: Rounded Corners 1470">
                  <a:extLst>
                    <a:ext uri="{FF2B5EF4-FFF2-40B4-BE49-F238E27FC236}">
                      <a16:creationId xmlns:a16="http://schemas.microsoft.com/office/drawing/2014/main" id="{68EEA8E2-6ED2-C44B-61E9-753A53E291D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41" name="Group 1340">
              <a:extLst>
                <a:ext uri="{FF2B5EF4-FFF2-40B4-BE49-F238E27FC236}">
                  <a16:creationId xmlns:a16="http://schemas.microsoft.com/office/drawing/2014/main" id="{1E4A06B7-D4CD-2DC8-CC06-B8887BCA59E2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442" name="Rectangle: Rounded Corners 1441">
                <a:extLst>
                  <a:ext uri="{FF2B5EF4-FFF2-40B4-BE49-F238E27FC236}">
                    <a16:creationId xmlns:a16="http://schemas.microsoft.com/office/drawing/2014/main" id="{6F5EEBB9-688C-BF35-486D-0EFD8405A5C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443" name="Group 1442">
                <a:extLst>
                  <a:ext uri="{FF2B5EF4-FFF2-40B4-BE49-F238E27FC236}">
                    <a16:creationId xmlns:a16="http://schemas.microsoft.com/office/drawing/2014/main" id="{02677149-5529-96A2-7C8E-C3B390DDCB0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53" name="Rectangle: Rounded Corners 1452">
                  <a:extLst>
                    <a:ext uri="{FF2B5EF4-FFF2-40B4-BE49-F238E27FC236}">
                      <a16:creationId xmlns:a16="http://schemas.microsoft.com/office/drawing/2014/main" id="{D449B243-752C-5D51-25D1-9FA03EA282F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4" name="Rectangle: Rounded Corners 1453">
                  <a:extLst>
                    <a:ext uri="{FF2B5EF4-FFF2-40B4-BE49-F238E27FC236}">
                      <a16:creationId xmlns:a16="http://schemas.microsoft.com/office/drawing/2014/main" id="{62F6584A-D39D-6B82-0C00-DEFFF73C749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5" name="Rectangle: Rounded Corners 1454">
                  <a:extLst>
                    <a:ext uri="{FF2B5EF4-FFF2-40B4-BE49-F238E27FC236}">
                      <a16:creationId xmlns:a16="http://schemas.microsoft.com/office/drawing/2014/main" id="{243E980E-FD14-D3E7-FFB5-DD7C8ED890B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6" name="Rectangle: Rounded Corners 1455">
                  <a:extLst>
                    <a:ext uri="{FF2B5EF4-FFF2-40B4-BE49-F238E27FC236}">
                      <a16:creationId xmlns:a16="http://schemas.microsoft.com/office/drawing/2014/main" id="{0A9475F8-7A9E-591F-0934-D07762A0F43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7" name="Rectangle: Rounded Corners 1456">
                  <a:extLst>
                    <a:ext uri="{FF2B5EF4-FFF2-40B4-BE49-F238E27FC236}">
                      <a16:creationId xmlns:a16="http://schemas.microsoft.com/office/drawing/2014/main" id="{DF45D6DD-A50D-13ED-71F2-F9FB2D38DA1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8" name="Rectangle: Rounded Corners 1457">
                  <a:extLst>
                    <a:ext uri="{FF2B5EF4-FFF2-40B4-BE49-F238E27FC236}">
                      <a16:creationId xmlns:a16="http://schemas.microsoft.com/office/drawing/2014/main" id="{9E8015DC-1901-AD79-7C5E-481800DCA06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9" name="Rectangle: Rounded Corners 1458">
                  <a:extLst>
                    <a:ext uri="{FF2B5EF4-FFF2-40B4-BE49-F238E27FC236}">
                      <a16:creationId xmlns:a16="http://schemas.microsoft.com/office/drawing/2014/main" id="{98394F84-34BF-E613-AC6F-01FB210B016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60" name="Rectangle: Rounded Corners 1459">
                  <a:extLst>
                    <a:ext uri="{FF2B5EF4-FFF2-40B4-BE49-F238E27FC236}">
                      <a16:creationId xmlns:a16="http://schemas.microsoft.com/office/drawing/2014/main" id="{78E90EE1-2518-925E-24D8-DC129BEEC2B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44" name="Group 1443">
                <a:extLst>
                  <a:ext uri="{FF2B5EF4-FFF2-40B4-BE49-F238E27FC236}">
                    <a16:creationId xmlns:a16="http://schemas.microsoft.com/office/drawing/2014/main" id="{46371566-B221-8BCA-4FAA-81C32AFA9D70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45" name="Rectangle: Rounded Corners 1444">
                  <a:extLst>
                    <a:ext uri="{FF2B5EF4-FFF2-40B4-BE49-F238E27FC236}">
                      <a16:creationId xmlns:a16="http://schemas.microsoft.com/office/drawing/2014/main" id="{4C2E5DC9-2667-EC93-C558-ADDA05EB9BB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6" name="Rectangle: Rounded Corners 1445">
                  <a:extLst>
                    <a:ext uri="{FF2B5EF4-FFF2-40B4-BE49-F238E27FC236}">
                      <a16:creationId xmlns:a16="http://schemas.microsoft.com/office/drawing/2014/main" id="{6C2D64D7-11F3-7BD1-2D96-3BC60985E3E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7" name="Rectangle: Rounded Corners 1446">
                  <a:extLst>
                    <a:ext uri="{FF2B5EF4-FFF2-40B4-BE49-F238E27FC236}">
                      <a16:creationId xmlns:a16="http://schemas.microsoft.com/office/drawing/2014/main" id="{6FAA10CD-A0E9-0359-A961-1C35E6294AC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8" name="Rectangle: Rounded Corners 1447">
                  <a:extLst>
                    <a:ext uri="{FF2B5EF4-FFF2-40B4-BE49-F238E27FC236}">
                      <a16:creationId xmlns:a16="http://schemas.microsoft.com/office/drawing/2014/main" id="{C5ABFB08-05BA-D665-A695-06B60A05936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9" name="Rectangle: Rounded Corners 1448">
                  <a:extLst>
                    <a:ext uri="{FF2B5EF4-FFF2-40B4-BE49-F238E27FC236}">
                      <a16:creationId xmlns:a16="http://schemas.microsoft.com/office/drawing/2014/main" id="{38334469-65AE-C649-31F3-C590ED5DF14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0" name="Rectangle: Rounded Corners 1449">
                  <a:extLst>
                    <a:ext uri="{FF2B5EF4-FFF2-40B4-BE49-F238E27FC236}">
                      <a16:creationId xmlns:a16="http://schemas.microsoft.com/office/drawing/2014/main" id="{3635D4A2-6787-27E8-7E99-562AC591003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1" name="Rectangle: Rounded Corners 1450">
                  <a:extLst>
                    <a:ext uri="{FF2B5EF4-FFF2-40B4-BE49-F238E27FC236}">
                      <a16:creationId xmlns:a16="http://schemas.microsoft.com/office/drawing/2014/main" id="{A92D885D-76B6-F4F1-B190-D9BB1F3F6E6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2" name="Rectangle: Rounded Corners 1451">
                  <a:extLst>
                    <a:ext uri="{FF2B5EF4-FFF2-40B4-BE49-F238E27FC236}">
                      <a16:creationId xmlns:a16="http://schemas.microsoft.com/office/drawing/2014/main" id="{F89C50DE-C7FA-F6D5-C8CD-80CEEF18209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42" name="Group 1341">
              <a:extLst>
                <a:ext uri="{FF2B5EF4-FFF2-40B4-BE49-F238E27FC236}">
                  <a16:creationId xmlns:a16="http://schemas.microsoft.com/office/drawing/2014/main" id="{54C6EC65-49AD-F9A5-9F43-F860A0981275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423" name="Rectangle: Rounded Corners 1422">
                <a:extLst>
                  <a:ext uri="{FF2B5EF4-FFF2-40B4-BE49-F238E27FC236}">
                    <a16:creationId xmlns:a16="http://schemas.microsoft.com/office/drawing/2014/main" id="{01202602-B748-21B2-DCFE-1DA1623719E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424" name="Group 1423">
                <a:extLst>
                  <a:ext uri="{FF2B5EF4-FFF2-40B4-BE49-F238E27FC236}">
                    <a16:creationId xmlns:a16="http://schemas.microsoft.com/office/drawing/2014/main" id="{17DFE8AA-1D6C-91C3-7524-45121CE9D8B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34" name="Rectangle: Rounded Corners 1433">
                  <a:extLst>
                    <a:ext uri="{FF2B5EF4-FFF2-40B4-BE49-F238E27FC236}">
                      <a16:creationId xmlns:a16="http://schemas.microsoft.com/office/drawing/2014/main" id="{CC860F04-7514-0522-CC81-7E2EC130780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5" name="Rectangle: Rounded Corners 1434">
                  <a:extLst>
                    <a:ext uri="{FF2B5EF4-FFF2-40B4-BE49-F238E27FC236}">
                      <a16:creationId xmlns:a16="http://schemas.microsoft.com/office/drawing/2014/main" id="{C5715303-A07D-A484-4432-32249867046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6" name="Rectangle: Rounded Corners 1435">
                  <a:extLst>
                    <a:ext uri="{FF2B5EF4-FFF2-40B4-BE49-F238E27FC236}">
                      <a16:creationId xmlns:a16="http://schemas.microsoft.com/office/drawing/2014/main" id="{89472206-AAAA-5F8C-12D6-789512B2227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7" name="Rectangle: Rounded Corners 1436">
                  <a:extLst>
                    <a:ext uri="{FF2B5EF4-FFF2-40B4-BE49-F238E27FC236}">
                      <a16:creationId xmlns:a16="http://schemas.microsoft.com/office/drawing/2014/main" id="{BE9A45CE-C842-61CA-3C94-6FC694EA439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8" name="Rectangle: Rounded Corners 1437">
                  <a:extLst>
                    <a:ext uri="{FF2B5EF4-FFF2-40B4-BE49-F238E27FC236}">
                      <a16:creationId xmlns:a16="http://schemas.microsoft.com/office/drawing/2014/main" id="{8E3A18EA-2F73-8E4F-28B4-966FCC7A43B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9" name="Rectangle: Rounded Corners 1438">
                  <a:extLst>
                    <a:ext uri="{FF2B5EF4-FFF2-40B4-BE49-F238E27FC236}">
                      <a16:creationId xmlns:a16="http://schemas.microsoft.com/office/drawing/2014/main" id="{35C5A75A-ED08-42F1-FA32-C0982B49746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0" name="Rectangle: Rounded Corners 1439">
                  <a:extLst>
                    <a:ext uri="{FF2B5EF4-FFF2-40B4-BE49-F238E27FC236}">
                      <a16:creationId xmlns:a16="http://schemas.microsoft.com/office/drawing/2014/main" id="{76D3BF44-2F0F-6F40-6629-6F1D987CFDB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1" name="Rectangle: Rounded Corners 1440">
                  <a:extLst>
                    <a:ext uri="{FF2B5EF4-FFF2-40B4-BE49-F238E27FC236}">
                      <a16:creationId xmlns:a16="http://schemas.microsoft.com/office/drawing/2014/main" id="{6F70CE61-7E1B-5D88-76D8-1314D4D42CD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25" name="Group 1424">
                <a:extLst>
                  <a:ext uri="{FF2B5EF4-FFF2-40B4-BE49-F238E27FC236}">
                    <a16:creationId xmlns:a16="http://schemas.microsoft.com/office/drawing/2014/main" id="{DB6AA502-28BB-4609-331F-27B5876BC2C0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26" name="Rectangle: Rounded Corners 1425">
                  <a:extLst>
                    <a:ext uri="{FF2B5EF4-FFF2-40B4-BE49-F238E27FC236}">
                      <a16:creationId xmlns:a16="http://schemas.microsoft.com/office/drawing/2014/main" id="{2E7D7491-2591-EB54-4EEB-7B965EA3CE3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7" name="Rectangle: Rounded Corners 1426">
                  <a:extLst>
                    <a:ext uri="{FF2B5EF4-FFF2-40B4-BE49-F238E27FC236}">
                      <a16:creationId xmlns:a16="http://schemas.microsoft.com/office/drawing/2014/main" id="{522E520A-8D54-E9B2-B356-D4766D7F5AA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8" name="Rectangle: Rounded Corners 1427">
                  <a:extLst>
                    <a:ext uri="{FF2B5EF4-FFF2-40B4-BE49-F238E27FC236}">
                      <a16:creationId xmlns:a16="http://schemas.microsoft.com/office/drawing/2014/main" id="{C02694FA-7A36-FD1F-3232-DD978387DE8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9" name="Rectangle: Rounded Corners 1428">
                  <a:extLst>
                    <a:ext uri="{FF2B5EF4-FFF2-40B4-BE49-F238E27FC236}">
                      <a16:creationId xmlns:a16="http://schemas.microsoft.com/office/drawing/2014/main" id="{B45179C5-D77C-F56B-0B89-565BE2824F2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0" name="Rectangle: Rounded Corners 1429">
                  <a:extLst>
                    <a:ext uri="{FF2B5EF4-FFF2-40B4-BE49-F238E27FC236}">
                      <a16:creationId xmlns:a16="http://schemas.microsoft.com/office/drawing/2014/main" id="{CC108EEA-77CD-1E3E-8065-6FB091601AA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1" name="Rectangle: Rounded Corners 1430">
                  <a:extLst>
                    <a:ext uri="{FF2B5EF4-FFF2-40B4-BE49-F238E27FC236}">
                      <a16:creationId xmlns:a16="http://schemas.microsoft.com/office/drawing/2014/main" id="{AD28EE83-D4EB-FA75-7C90-F7F35EEA56C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2" name="Rectangle: Rounded Corners 1431">
                  <a:extLst>
                    <a:ext uri="{FF2B5EF4-FFF2-40B4-BE49-F238E27FC236}">
                      <a16:creationId xmlns:a16="http://schemas.microsoft.com/office/drawing/2014/main" id="{F8399A08-0222-9471-D2CF-9AE0A76BE42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3" name="Rectangle: Rounded Corners 1432">
                  <a:extLst>
                    <a:ext uri="{FF2B5EF4-FFF2-40B4-BE49-F238E27FC236}">
                      <a16:creationId xmlns:a16="http://schemas.microsoft.com/office/drawing/2014/main" id="{FCB7A715-421C-B19F-25E6-CD939261985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43" name="Group 1342">
              <a:extLst>
                <a:ext uri="{FF2B5EF4-FFF2-40B4-BE49-F238E27FC236}">
                  <a16:creationId xmlns:a16="http://schemas.microsoft.com/office/drawing/2014/main" id="{5EA2E1F3-63ED-93A7-97CF-A73E78D8E0FB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404" name="Rectangle: Rounded Corners 1403">
                <a:extLst>
                  <a:ext uri="{FF2B5EF4-FFF2-40B4-BE49-F238E27FC236}">
                    <a16:creationId xmlns:a16="http://schemas.microsoft.com/office/drawing/2014/main" id="{73CCE667-F20C-FCD0-EDD8-5361A97846D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405" name="Group 1404">
                <a:extLst>
                  <a:ext uri="{FF2B5EF4-FFF2-40B4-BE49-F238E27FC236}">
                    <a16:creationId xmlns:a16="http://schemas.microsoft.com/office/drawing/2014/main" id="{8BE2B8CB-D5C3-99BD-7CA6-07542F62E18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15" name="Rectangle: Rounded Corners 1414">
                  <a:extLst>
                    <a:ext uri="{FF2B5EF4-FFF2-40B4-BE49-F238E27FC236}">
                      <a16:creationId xmlns:a16="http://schemas.microsoft.com/office/drawing/2014/main" id="{BDBBB820-E1E8-BB88-FC7D-74C89E71573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6" name="Rectangle: Rounded Corners 1415">
                  <a:extLst>
                    <a:ext uri="{FF2B5EF4-FFF2-40B4-BE49-F238E27FC236}">
                      <a16:creationId xmlns:a16="http://schemas.microsoft.com/office/drawing/2014/main" id="{DE86FF1B-4EED-863C-ACF3-2ADBD274474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7" name="Rectangle: Rounded Corners 1416">
                  <a:extLst>
                    <a:ext uri="{FF2B5EF4-FFF2-40B4-BE49-F238E27FC236}">
                      <a16:creationId xmlns:a16="http://schemas.microsoft.com/office/drawing/2014/main" id="{C4975830-FBE5-3DC6-8336-6CA13A8F11A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8" name="Rectangle: Rounded Corners 1417">
                  <a:extLst>
                    <a:ext uri="{FF2B5EF4-FFF2-40B4-BE49-F238E27FC236}">
                      <a16:creationId xmlns:a16="http://schemas.microsoft.com/office/drawing/2014/main" id="{7E34EB79-08E8-11EE-63DC-EEF265796B1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9" name="Rectangle: Rounded Corners 1418">
                  <a:extLst>
                    <a:ext uri="{FF2B5EF4-FFF2-40B4-BE49-F238E27FC236}">
                      <a16:creationId xmlns:a16="http://schemas.microsoft.com/office/drawing/2014/main" id="{37C3DB91-A399-FC33-C531-74A52D6EDA4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0" name="Rectangle: Rounded Corners 1419">
                  <a:extLst>
                    <a:ext uri="{FF2B5EF4-FFF2-40B4-BE49-F238E27FC236}">
                      <a16:creationId xmlns:a16="http://schemas.microsoft.com/office/drawing/2014/main" id="{8327E08F-EE25-46C1-937E-DCD20D930DE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1" name="Rectangle: Rounded Corners 1420">
                  <a:extLst>
                    <a:ext uri="{FF2B5EF4-FFF2-40B4-BE49-F238E27FC236}">
                      <a16:creationId xmlns:a16="http://schemas.microsoft.com/office/drawing/2014/main" id="{8565C71A-E40E-A462-7953-3D180A742BF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2" name="Rectangle: Rounded Corners 1421">
                  <a:extLst>
                    <a:ext uri="{FF2B5EF4-FFF2-40B4-BE49-F238E27FC236}">
                      <a16:creationId xmlns:a16="http://schemas.microsoft.com/office/drawing/2014/main" id="{5A10F01F-939D-792D-AB9A-F6AF7A16839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06" name="Group 1405">
                <a:extLst>
                  <a:ext uri="{FF2B5EF4-FFF2-40B4-BE49-F238E27FC236}">
                    <a16:creationId xmlns:a16="http://schemas.microsoft.com/office/drawing/2014/main" id="{8EF2969B-5C9D-F1CD-D4F4-D33E93B5B02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07" name="Rectangle: Rounded Corners 1406">
                  <a:extLst>
                    <a:ext uri="{FF2B5EF4-FFF2-40B4-BE49-F238E27FC236}">
                      <a16:creationId xmlns:a16="http://schemas.microsoft.com/office/drawing/2014/main" id="{9659F972-00B7-088D-E09B-9F54CF4BBCB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8" name="Rectangle: Rounded Corners 1407">
                  <a:extLst>
                    <a:ext uri="{FF2B5EF4-FFF2-40B4-BE49-F238E27FC236}">
                      <a16:creationId xmlns:a16="http://schemas.microsoft.com/office/drawing/2014/main" id="{EA913C0A-77C3-B9C7-F4E6-57931019966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9" name="Rectangle: Rounded Corners 1408">
                  <a:extLst>
                    <a:ext uri="{FF2B5EF4-FFF2-40B4-BE49-F238E27FC236}">
                      <a16:creationId xmlns:a16="http://schemas.microsoft.com/office/drawing/2014/main" id="{15BA52A8-4C62-1B93-6269-5E97A53D6D8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0" name="Rectangle: Rounded Corners 1409">
                  <a:extLst>
                    <a:ext uri="{FF2B5EF4-FFF2-40B4-BE49-F238E27FC236}">
                      <a16:creationId xmlns:a16="http://schemas.microsoft.com/office/drawing/2014/main" id="{691C9512-FA2C-20A1-0871-3D661B040CA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1" name="Rectangle: Rounded Corners 1410">
                  <a:extLst>
                    <a:ext uri="{FF2B5EF4-FFF2-40B4-BE49-F238E27FC236}">
                      <a16:creationId xmlns:a16="http://schemas.microsoft.com/office/drawing/2014/main" id="{8E820E84-3B5D-7C74-E9DC-0F901C03A23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2" name="Rectangle: Rounded Corners 1411">
                  <a:extLst>
                    <a:ext uri="{FF2B5EF4-FFF2-40B4-BE49-F238E27FC236}">
                      <a16:creationId xmlns:a16="http://schemas.microsoft.com/office/drawing/2014/main" id="{7B066DA7-29D6-19E8-F1EC-B4173249431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3" name="Rectangle: Rounded Corners 1412">
                  <a:extLst>
                    <a:ext uri="{FF2B5EF4-FFF2-40B4-BE49-F238E27FC236}">
                      <a16:creationId xmlns:a16="http://schemas.microsoft.com/office/drawing/2014/main" id="{B92D4069-87C0-EA2C-1243-3CB29B2F949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4" name="Rectangle: Rounded Corners 1413">
                  <a:extLst>
                    <a:ext uri="{FF2B5EF4-FFF2-40B4-BE49-F238E27FC236}">
                      <a16:creationId xmlns:a16="http://schemas.microsoft.com/office/drawing/2014/main" id="{DEDE7CD6-BD67-311F-53C7-6DC4F890F61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44" name="Group 1343">
              <a:extLst>
                <a:ext uri="{FF2B5EF4-FFF2-40B4-BE49-F238E27FC236}">
                  <a16:creationId xmlns:a16="http://schemas.microsoft.com/office/drawing/2014/main" id="{5246B873-39F8-7B8C-9E91-45A26D901175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385" name="Rectangle: Rounded Corners 1384">
                <a:extLst>
                  <a:ext uri="{FF2B5EF4-FFF2-40B4-BE49-F238E27FC236}">
                    <a16:creationId xmlns:a16="http://schemas.microsoft.com/office/drawing/2014/main" id="{E6589B6F-3212-F12E-3996-E7CDD62CD67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386" name="Group 1385">
                <a:extLst>
                  <a:ext uri="{FF2B5EF4-FFF2-40B4-BE49-F238E27FC236}">
                    <a16:creationId xmlns:a16="http://schemas.microsoft.com/office/drawing/2014/main" id="{875B49CF-116F-CE78-4E6E-E6957158632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96" name="Rectangle: Rounded Corners 1395">
                  <a:extLst>
                    <a:ext uri="{FF2B5EF4-FFF2-40B4-BE49-F238E27FC236}">
                      <a16:creationId xmlns:a16="http://schemas.microsoft.com/office/drawing/2014/main" id="{6F0E4BF3-3285-DB80-D5D4-53FA8D89BF2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7" name="Rectangle: Rounded Corners 1396">
                  <a:extLst>
                    <a:ext uri="{FF2B5EF4-FFF2-40B4-BE49-F238E27FC236}">
                      <a16:creationId xmlns:a16="http://schemas.microsoft.com/office/drawing/2014/main" id="{CBD6CFAA-3DB7-7D5D-DF03-743632CF592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8" name="Rectangle: Rounded Corners 1397">
                  <a:extLst>
                    <a:ext uri="{FF2B5EF4-FFF2-40B4-BE49-F238E27FC236}">
                      <a16:creationId xmlns:a16="http://schemas.microsoft.com/office/drawing/2014/main" id="{289C88AF-1626-3683-CBC0-D3E6DEF4CCC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9" name="Rectangle: Rounded Corners 1398">
                  <a:extLst>
                    <a:ext uri="{FF2B5EF4-FFF2-40B4-BE49-F238E27FC236}">
                      <a16:creationId xmlns:a16="http://schemas.microsoft.com/office/drawing/2014/main" id="{768D038B-3D49-3AD7-D01B-09265C3748F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0" name="Rectangle: Rounded Corners 1399">
                  <a:extLst>
                    <a:ext uri="{FF2B5EF4-FFF2-40B4-BE49-F238E27FC236}">
                      <a16:creationId xmlns:a16="http://schemas.microsoft.com/office/drawing/2014/main" id="{254D36E1-5CA2-A62E-8845-31A690AB327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1" name="Rectangle: Rounded Corners 1400">
                  <a:extLst>
                    <a:ext uri="{FF2B5EF4-FFF2-40B4-BE49-F238E27FC236}">
                      <a16:creationId xmlns:a16="http://schemas.microsoft.com/office/drawing/2014/main" id="{61239FBC-E087-11AF-CC7C-7EEE5617831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2" name="Rectangle: Rounded Corners 1401">
                  <a:extLst>
                    <a:ext uri="{FF2B5EF4-FFF2-40B4-BE49-F238E27FC236}">
                      <a16:creationId xmlns:a16="http://schemas.microsoft.com/office/drawing/2014/main" id="{60BD1978-EE65-677F-2BF3-4F2E21360AD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3" name="Rectangle: Rounded Corners 1402">
                  <a:extLst>
                    <a:ext uri="{FF2B5EF4-FFF2-40B4-BE49-F238E27FC236}">
                      <a16:creationId xmlns:a16="http://schemas.microsoft.com/office/drawing/2014/main" id="{860A6FFC-5B1B-8426-81EF-65E89AE2919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87" name="Group 1386">
                <a:extLst>
                  <a:ext uri="{FF2B5EF4-FFF2-40B4-BE49-F238E27FC236}">
                    <a16:creationId xmlns:a16="http://schemas.microsoft.com/office/drawing/2014/main" id="{1E306A9E-D202-C042-6DB1-FEB6C023761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88" name="Rectangle: Rounded Corners 1387">
                  <a:extLst>
                    <a:ext uri="{FF2B5EF4-FFF2-40B4-BE49-F238E27FC236}">
                      <a16:creationId xmlns:a16="http://schemas.microsoft.com/office/drawing/2014/main" id="{82CE0C32-0F97-DB60-37B3-B0BC7782CDC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9" name="Rectangle: Rounded Corners 1388">
                  <a:extLst>
                    <a:ext uri="{FF2B5EF4-FFF2-40B4-BE49-F238E27FC236}">
                      <a16:creationId xmlns:a16="http://schemas.microsoft.com/office/drawing/2014/main" id="{4A0F769E-B5EB-8CEA-42BF-CE1770DB2F1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0" name="Rectangle: Rounded Corners 1389">
                  <a:extLst>
                    <a:ext uri="{FF2B5EF4-FFF2-40B4-BE49-F238E27FC236}">
                      <a16:creationId xmlns:a16="http://schemas.microsoft.com/office/drawing/2014/main" id="{620F5E2B-62A9-FE25-ED3C-F5BD6BFD9F9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1" name="Rectangle: Rounded Corners 1390">
                  <a:extLst>
                    <a:ext uri="{FF2B5EF4-FFF2-40B4-BE49-F238E27FC236}">
                      <a16:creationId xmlns:a16="http://schemas.microsoft.com/office/drawing/2014/main" id="{AED5F0B0-2EEB-67FE-8481-ADEE982456D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2" name="Rectangle: Rounded Corners 1391">
                  <a:extLst>
                    <a:ext uri="{FF2B5EF4-FFF2-40B4-BE49-F238E27FC236}">
                      <a16:creationId xmlns:a16="http://schemas.microsoft.com/office/drawing/2014/main" id="{2EC248C9-E59F-4583-6BE3-8F6F0C84CC1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3" name="Rectangle: Rounded Corners 1392">
                  <a:extLst>
                    <a:ext uri="{FF2B5EF4-FFF2-40B4-BE49-F238E27FC236}">
                      <a16:creationId xmlns:a16="http://schemas.microsoft.com/office/drawing/2014/main" id="{6AFB05AC-92DF-774A-F87E-3BE4A2A2932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4" name="Rectangle: Rounded Corners 1393">
                  <a:extLst>
                    <a:ext uri="{FF2B5EF4-FFF2-40B4-BE49-F238E27FC236}">
                      <a16:creationId xmlns:a16="http://schemas.microsoft.com/office/drawing/2014/main" id="{CD6A895B-4AA2-9309-5F60-B183AD11183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5" name="Rectangle: Rounded Corners 1394">
                  <a:extLst>
                    <a:ext uri="{FF2B5EF4-FFF2-40B4-BE49-F238E27FC236}">
                      <a16:creationId xmlns:a16="http://schemas.microsoft.com/office/drawing/2014/main" id="{138F5A55-806D-A781-F8BC-2E6AB76282F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45" name="Group 1344">
              <a:extLst>
                <a:ext uri="{FF2B5EF4-FFF2-40B4-BE49-F238E27FC236}">
                  <a16:creationId xmlns:a16="http://schemas.microsoft.com/office/drawing/2014/main" id="{93DB69BD-D2CE-ABA4-B462-3537CBFD4B87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366" name="Rectangle: Rounded Corners 1365">
                <a:extLst>
                  <a:ext uri="{FF2B5EF4-FFF2-40B4-BE49-F238E27FC236}">
                    <a16:creationId xmlns:a16="http://schemas.microsoft.com/office/drawing/2014/main" id="{DE69EAA8-3BC7-2170-2A06-82855BA4E6A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367" name="Group 1366">
                <a:extLst>
                  <a:ext uri="{FF2B5EF4-FFF2-40B4-BE49-F238E27FC236}">
                    <a16:creationId xmlns:a16="http://schemas.microsoft.com/office/drawing/2014/main" id="{77070FA2-9C03-BC35-28E6-F334BD5554BA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77" name="Rectangle: Rounded Corners 1376">
                  <a:extLst>
                    <a:ext uri="{FF2B5EF4-FFF2-40B4-BE49-F238E27FC236}">
                      <a16:creationId xmlns:a16="http://schemas.microsoft.com/office/drawing/2014/main" id="{5CE51CFB-9924-CDEA-835B-93BA38A28E7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8" name="Rectangle: Rounded Corners 1377">
                  <a:extLst>
                    <a:ext uri="{FF2B5EF4-FFF2-40B4-BE49-F238E27FC236}">
                      <a16:creationId xmlns:a16="http://schemas.microsoft.com/office/drawing/2014/main" id="{70DCEF5F-BF07-68A0-1570-F0B5171F6A1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9" name="Rectangle: Rounded Corners 1378">
                  <a:extLst>
                    <a:ext uri="{FF2B5EF4-FFF2-40B4-BE49-F238E27FC236}">
                      <a16:creationId xmlns:a16="http://schemas.microsoft.com/office/drawing/2014/main" id="{676734A9-7D12-A885-9C0A-FF70F08C738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0" name="Rectangle: Rounded Corners 1379">
                  <a:extLst>
                    <a:ext uri="{FF2B5EF4-FFF2-40B4-BE49-F238E27FC236}">
                      <a16:creationId xmlns:a16="http://schemas.microsoft.com/office/drawing/2014/main" id="{CF5C49D9-6954-62A8-299F-8DD08C377D2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1" name="Rectangle: Rounded Corners 1380">
                  <a:extLst>
                    <a:ext uri="{FF2B5EF4-FFF2-40B4-BE49-F238E27FC236}">
                      <a16:creationId xmlns:a16="http://schemas.microsoft.com/office/drawing/2014/main" id="{0D8B5D53-04C9-EC86-A443-7E48906D88D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2" name="Rectangle: Rounded Corners 1381">
                  <a:extLst>
                    <a:ext uri="{FF2B5EF4-FFF2-40B4-BE49-F238E27FC236}">
                      <a16:creationId xmlns:a16="http://schemas.microsoft.com/office/drawing/2014/main" id="{6E335F95-D9F2-ED9D-BA1C-E0DAEBAF81A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3" name="Rectangle: Rounded Corners 1382">
                  <a:extLst>
                    <a:ext uri="{FF2B5EF4-FFF2-40B4-BE49-F238E27FC236}">
                      <a16:creationId xmlns:a16="http://schemas.microsoft.com/office/drawing/2014/main" id="{A625F19A-0EA8-0FA6-1BA8-9436A013144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4" name="Rectangle: Rounded Corners 1383">
                  <a:extLst>
                    <a:ext uri="{FF2B5EF4-FFF2-40B4-BE49-F238E27FC236}">
                      <a16:creationId xmlns:a16="http://schemas.microsoft.com/office/drawing/2014/main" id="{FA000F71-1373-E32C-DC16-28977A476D6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68" name="Group 1367">
                <a:extLst>
                  <a:ext uri="{FF2B5EF4-FFF2-40B4-BE49-F238E27FC236}">
                    <a16:creationId xmlns:a16="http://schemas.microsoft.com/office/drawing/2014/main" id="{1FFB5162-2337-BD4E-6E9A-E378227AAF4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69" name="Rectangle: Rounded Corners 1368">
                  <a:extLst>
                    <a:ext uri="{FF2B5EF4-FFF2-40B4-BE49-F238E27FC236}">
                      <a16:creationId xmlns:a16="http://schemas.microsoft.com/office/drawing/2014/main" id="{3B44D615-FB08-6F94-8203-EFBA33246C7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0" name="Rectangle: Rounded Corners 1369">
                  <a:extLst>
                    <a:ext uri="{FF2B5EF4-FFF2-40B4-BE49-F238E27FC236}">
                      <a16:creationId xmlns:a16="http://schemas.microsoft.com/office/drawing/2014/main" id="{D8A867AE-D173-C29E-9B1C-992A47014C3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1" name="Rectangle: Rounded Corners 1370">
                  <a:extLst>
                    <a:ext uri="{FF2B5EF4-FFF2-40B4-BE49-F238E27FC236}">
                      <a16:creationId xmlns:a16="http://schemas.microsoft.com/office/drawing/2014/main" id="{BB857D55-79CC-0F5F-70D8-46080348DCA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2" name="Rectangle: Rounded Corners 1371">
                  <a:extLst>
                    <a:ext uri="{FF2B5EF4-FFF2-40B4-BE49-F238E27FC236}">
                      <a16:creationId xmlns:a16="http://schemas.microsoft.com/office/drawing/2014/main" id="{3E33F74F-055B-EFA2-8E59-1553B36E682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3" name="Rectangle: Rounded Corners 1372">
                  <a:extLst>
                    <a:ext uri="{FF2B5EF4-FFF2-40B4-BE49-F238E27FC236}">
                      <a16:creationId xmlns:a16="http://schemas.microsoft.com/office/drawing/2014/main" id="{82418F88-88BD-0C9A-4EB7-C7084D5F742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4" name="Rectangle: Rounded Corners 1373">
                  <a:extLst>
                    <a:ext uri="{FF2B5EF4-FFF2-40B4-BE49-F238E27FC236}">
                      <a16:creationId xmlns:a16="http://schemas.microsoft.com/office/drawing/2014/main" id="{F02D20CD-0FFC-0A04-361D-DF7EA65CC16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5" name="Rectangle: Rounded Corners 1374">
                  <a:extLst>
                    <a:ext uri="{FF2B5EF4-FFF2-40B4-BE49-F238E27FC236}">
                      <a16:creationId xmlns:a16="http://schemas.microsoft.com/office/drawing/2014/main" id="{0307416B-58B7-2FCA-11A5-06C28987266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6" name="Rectangle: Rounded Corners 1375">
                  <a:extLst>
                    <a:ext uri="{FF2B5EF4-FFF2-40B4-BE49-F238E27FC236}">
                      <a16:creationId xmlns:a16="http://schemas.microsoft.com/office/drawing/2014/main" id="{C150C44D-D6B7-3450-34EB-A45E8CCC5AB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46" name="Group 1345">
              <a:extLst>
                <a:ext uri="{FF2B5EF4-FFF2-40B4-BE49-F238E27FC236}">
                  <a16:creationId xmlns:a16="http://schemas.microsoft.com/office/drawing/2014/main" id="{5055A9DE-80A5-4A8F-274C-77BBE533AC0A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347" name="Rectangle: Rounded Corners 1346">
                <a:extLst>
                  <a:ext uri="{FF2B5EF4-FFF2-40B4-BE49-F238E27FC236}">
                    <a16:creationId xmlns:a16="http://schemas.microsoft.com/office/drawing/2014/main" id="{EAE0A449-8709-FC2F-FD61-F3F10E67EB3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348" name="Group 1347">
                <a:extLst>
                  <a:ext uri="{FF2B5EF4-FFF2-40B4-BE49-F238E27FC236}">
                    <a16:creationId xmlns:a16="http://schemas.microsoft.com/office/drawing/2014/main" id="{9E1F7551-806D-117D-B0F2-E2F11142DCC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58" name="Rectangle: Rounded Corners 1357">
                  <a:extLst>
                    <a:ext uri="{FF2B5EF4-FFF2-40B4-BE49-F238E27FC236}">
                      <a16:creationId xmlns:a16="http://schemas.microsoft.com/office/drawing/2014/main" id="{A98F44D7-47EA-845C-21D6-1E2E19E49FB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59" name="Rectangle: Rounded Corners 1358">
                  <a:extLst>
                    <a:ext uri="{FF2B5EF4-FFF2-40B4-BE49-F238E27FC236}">
                      <a16:creationId xmlns:a16="http://schemas.microsoft.com/office/drawing/2014/main" id="{94EFC7DC-790B-5FDB-2557-B239672F833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60" name="Rectangle: Rounded Corners 1359">
                  <a:extLst>
                    <a:ext uri="{FF2B5EF4-FFF2-40B4-BE49-F238E27FC236}">
                      <a16:creationId xmlns:a16="http://schemas.microsoft.com/office/drawing/2014/main" id="{EE5F279C-542B-800D-1519-BD14D0B1CE5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61" name="Rectangle: Rounded Corners 1360">
                  <a:extLst>
                    <a:ext uri="{FF2B5EF4-FFF2-40B4-BE49-F238E27FC236}">
                      <a16:creationId xmlns:a16="http://schemas.microsoft.com/office/drawing/2014/main" id="{A7BFEF42-82DA-580A-3A6D-D57E1701A66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62" name="Rectangle: Rounded Corners 1361">
                  <a:extLst>
                    <a:ext uri="{FF2B5EF4-FFF2-40B4-BE49-F238E27FC236}">
                      <a16:creationId xmlns:a16="http://schemas.microsoft.com/office/drawing/2014/main" id="{4377E3F7-6C16-0C92-19EF-BDD8A2340D8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63" name="Rectangle: Rounded Corners 1362">
                  <a:extLst>
                    <a:ext uri="{FF2B5EF4-FFF2-40B4-BE49-F238E27FC236}">
                      <a16:creationId xmlns:a16="http://schemas.microsoft.com/office/drawing/2014/main" id="{E13D5D9C-E3D1-4E6D-C581-8D913979592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64" name="Rectangle: Rounded Corners 1363">
                  <a:extLst>
                    <a:ext uri="{FF2B5EF4-FFF2-40B4-BE49-F238E27FC236}">
                      <a16:creationId xmlns:a16="http://schemas.microsoft.com/office/drawing/2014/main" id="{50071973-E791-D99D-459D-9C846794383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65" name="Rectangle: Rounded Corners 1364">
                  <a:extLst>
                    <a:ext uri="{FF2B5EF4-FFF2-40B4-BE49-F238E27FC236}">
                      <a16:creationId xmlns:a16="http://schemas.microsoft.com/office/drawing/2014/main" id="{BAEC46F0-9D2E-FB59-4855-503991EAA8C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49" name="Group 1348">
                <a:extLst>
                  <a:ext uri="{FF2B5EF4-FFF2-40B4-BE49-F238E27FC236}">
                    <a16:creationId xmlns:a16="http://schemas.microsoft.com/office/drawing/2014/main" id="{5C7B500F-968A-D104-0EEF-F4A0842F13C2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50" name="Rectangle: Rounded Corners 1349">
                  <a:extLst>
                    <a:ext uri="{FF2B5EF4-FFF2-40B4-BE49-F238E27FC236}">
                      <a16:creationId xmlns:a16="http://schemas.microsoft.com/office/drawing/2014/main" id="{366AC09C-1B26-F798-E136-8E6D3B9F003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51" name="Rectangle: Rounded Corners 1350">
                  <a:extLst>
                    <a:ext uri="{FF2B5EF4-FFF2-40B4-BE49-F238E27FC236}">
                      <a16:creationId xmlns:a16="http://schemas.microsoft.com/office/drawing/2014/main" id="{E53E7923-D993-7781-A04C-BFF9A9F712A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52" name="Rectangle: Rounded Corners 1351">
                  <a:extLst>
                    <a:ext uri="{FF2B5EF4-FFF2-40B4-BE49-F238E27FC236}">
                      <a16:creationId xmlns:a16="http://schemas.microsoft.com/office/drawing/2014/main" id="{822912D8-4DCD-32AE-52BC-9ADAC396B79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53" name="Rectangle: Rounded Corners 1352">
                  <a:extLst>
                    <a:ext uri="{FF2B5EF4-FFF2-40B4-BE49-F238E27FC236}">
                      <a16:creationId xmlns:a16="http://schemas.microsoft.com/office/drawing/2014/main" id="{90685191-DBB4-EF92-D26B-280799EDB91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54" name="Rectangle: Rounded Corners 1353">
                  <a:extLst>
                    <a:ext uri="{FF2B5EF4-FFF2-40B4-BE49-F238E27FC236}">
                      <a16:creationId xmlns:a16="http://schemas.microsoft.com/office/drawing/2014/main" id="{76AE9215-641D-B98D-F45C-A57EB4AD59C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55" name="Rectangle: Rounded Corners 1354">
                  <a:extLst>
                    <a:ext uri="{FF2B5EF4-FFF2-40B4-BE49-F238E27FC236}">
                      <a16:creationId xmlns:a16="http://schemas.microsoft.com/office/drawing/2014/main" id="{BF03338F-343C-2D67-D3BE-1D7FD8C48B6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56" name="Rectangle: Rounded Corners 1355">
                  <a:extLst>
                    <a:ext uri="{FF2B5EF4-FFF2-40B4-BE49-F238E27FC236}">
                      <a16:creationId xmlns:a16="http://schemas.microsoft.com/office/drawing/2014/main" id="{4F8E78A8-C462-8639-5DCD-522A25E9DF5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57" name="Rectangle: Rounded Corners 1356">
                  <a:extLst>
                    <a:ext uri="{FF2B5EF4-FFF2-40B4-BE49-F238E27FC236}">
                      <a16:creationId xmlns:a16="http://schemas.microsoft.com/office/drawing/2014/main" id="{7F9E2A14-093D-7C5F-AD1C-E16B0D566F2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1133" name="Group 1132">
            <a:extLst>
              <a:ext uri="{FF2B5EF4-FFF2-40B4-BE49-F238E27FC236}">
                <a16:creationId xmlns:a16="http://schemas.microsoft.com/office/drawing/2014/main" id="{E978A14E-ED2C-7661-65BF-E710416B8128}"/>
              </a:ext>
            </a:extLst>
          </p:cNvPr>
          <p:cNvGrpSpPr/>
          <p:nvPr/>
        </p:nvGrpSpPr>
        <p:grpSpPr>
          <a:xfrm>
            <a:off x="12313103" y="1375713"/>
            <a:ext cx="13102977" cy="1243880"/>
            <a:chOff x="3628570" y="4023519"/>
            <a:chExt cx="23905029" cy="2269331"/>
          </a:xfrm>
        </p:grpSpPr>
        <p:sp>
          <p:nvSpPr>
            <p:cNvPr id="1134" name="Rectangle 1133">
              <a:extLst>
                <a:ext uri="{FF2B5EF4-FFF2-40B4-BE49-F238E27FC236}">
                  <a16:creationId xmlns:a16="http://schemas.microsoft.com/office/drawing/2014/main" id="{62280CD9-F2FC-E5EA-E372-FEBBF38D1068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35" name="Group 1134">
              <a:extLst>
                <a:ext uri="{FF2B5EF4-FFF2-40B4-BE49-F238E27FC236}">
                  <a16:creationId xmlns:a16="http://schemas.microsoft.com/office/drawing/2014/main" id="{0C7492EC-7C57-A6D3-E1BD-E9F90BCE62D1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1316" name="Rectangle: Rounded Corners 1315">
                <a:extLst>
                  <a:ext uri="{FF2B5EF4-FFF2-40B4-BE49-F238E27FC236}">
                    <a16:creationId xmlns:a16="http://schemas.microsoft.com/office/drawing/2014/main" id="{7EB18732-B890-7B0D-11E6-6381FEE866F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317" name="Group 1316">
                <a:extLst>
                  <a:ext uri="{FF2B5EF4-FFF2-40B4-BE49-F238E27FC236}">
                    <a16:creationId xmlns:a16="http://schemas.microsoft.com/office/drawing/2014/main" id="{71036842-2B09-ACF0-7D85-F0219828A05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27" name="Rectangle: Rounded Corners 1326">
                  <a:extLst>
                    <a:ext uri="{FF2B5EF4-FFF2-40B4-BE49-F238E27FC236}">
                      <a16:creationId xmlns:a16="http://schemas.microsoft.com/office/drawing/2014/main" id="{7C1AA1F5-AE01-9613-4FB5-B04AB4DE60D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8" name="Rectangle: Rounded Corners 1327">
                  <a:extLst>
                    <a:ext uri="{FF2B5EF4-FFF2-40B4-BE49-F238E27FC236}">
                      <a16:creationId xmlns:a16="http://schemas.microsoft.com/office/drawing/2014/main" id="{4A6F24D5-5252-FB6F-29DB-AD6A367D601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9" name="Rectangle: Rounded Corners 1328">
                  <a:extLst>
                    <a:ext uri="{FF2B5EF4-FFF2-40B4-BE49-F238E27FC236}">
                      <a16:creationId xmlns:a16="http://schemas.microsoft.com/office/drawing/2014/main" id="{4BD5AB20-C5D0-1165-3AD0-DF3C7FD5449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30" name="Rectangle: Rounded Corners 1329">
                  <a:extLst>
                    <a:ext uri="{FF2B5EF4-FFF2-40B4-BE49-F238E27FC236}">
                      <a16:creationId xmlns:a16="http://schemas.microsoft.com/office/drawing/2014/main" id="{5660CD2E-2B39-3B6D-8EEF-AE77A6754B1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31" name="Rectangle: Rounded Corners 1330">
                  <a:extLst>
                    <a:ext uri="{FF2B5EF4-FFF2-40B4-BE49-F238E27FC236}">
                      <a16:creationId xmlns:a16="http://schemas.microsoft.com/office/drawing/2014/main" id="{913218FB-8D52-E7C8-EBCE-FA2648D4FBA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32" name="Rectangle: Rounded Corners 1331">
                  <a:extLst>
                    <a:ext uri="{FF2B5EF4-FFF2-40B4-BE49-F238E27FC236}">
                      <a16:creationId xmlns:a16="http://schemas.microsoft.com/office/drawing/2014/main" id="{E7F302F9-2053-67B7-1CA1-B3B207E54BB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33" name="Rectangle: Rounded Corners 1332">
                  <a:extLst>
                    <a:ext uri="{FF2B5EF4-FFF2-40B4-BE49-F238E27FC236}">
                      <a16:creationId xmlns:a16="http://schemas.microsoft.com/office/drawing/2014/main" id="{0480AF25-92B7-2870-A125-8575FC4821B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34" name="Rectangle: Rounded Corners 1333">
                  <a:extLst>
                    <a:ext uri="{FF2B5EF4-FFF2-40B4-BE49-F238E27FC236}">
                      <a16:creationId xmlns:a16="http://schemas.microsoft.com/office/drawing/2014/main" id="{9EFD8ABA-C133-933B-913E-3AB8CC309CA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18" name="Group 1317">
                <a:extLst>
                  <a:ext uri="{FF2B5EF4-FFF2-40B4-BE49-F238E27FC236}">
                    <a16:creationId xmlns:a16="http://schemas.microsoft.com/office/drawing/2014/main" id="{0EF57F80-FCB8-4200-E1F8-06570BA121D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19" name="Rectangle: Rounded Corners 1318">
                  <a:extLst>
                    <a:ext uri="{FF2B5EF4-FFF2-40B4-BE49-F238E27FC236}">
                      <a16:creationId xmlns:a16="http://schemas.microsoft.com/office/drawing/2014/main" id="{63D04DE0-4452-BBA1-CD31-775B5844BAD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0" name="Rectangle: Rounded Corners 1319">
                  <a:extLst>
                    <a:ext uri="{FF2B5EF4-FFF2-40B4-BE49-F238E27FC236}">
                      <a16:creationId xmlns:a16="http://schemas.microsoft.com/office/drawing/2014/main" id="{B0C9B9E2-BBFD-FD5D-0254-1D1B9EB369F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1" name="Rectangle: Rounded Corners 1320">
                  <a:extLst>
                    <a:ext uri="{FF2B5EF4-FFF2-40B4-BE49-F238E27FC236}">
                      <a16:creationId xmlns:a16="http://schemas.microsoft.com/office/drawing/2014/main" id="{CC99C78B-EC19-10DD-8904-D8D188C88FF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2" name="Rectangle: Rounded Corners 1321">
                  <a:extLst>
                    <a:ext uri="{FF2B5EF4-FFF2-40B4-BE49-F238E27FC236}">
                      <a16:creationId xmlns:a16="http://schemas.microsoft.com/office/drawing/2014/main" id="{2185E72D-963F-979F-2895-CD2BB61BE5F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3" name="Rectangle: Rounded Corners 1322">
                  <a:extLst>
                    <a:ext uri="{FF2B5EF4-FFF2-40B4-BE49-F238E27FC236}">
                      <a16:creationId xmlns:a16="http://schemas.microsoft.com/office/drawing/2014/main" id="{6A9DAD33-4ED4-2D96-BD49-7C3EC012790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4" name="Rectangle: Rounded Corners 1323">
                  <a:extLst>
                    <a:ext uri="{FF2B5EF4-FFF2-40B4-BE49-F238E27FC236}">
                      <a16:creationId xmlns:a16="http://schemas.microsoft.com/office/drawing/2014/main" id="{DCEE10C6-706F-9A87-F350-BA504DCB682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5" name="Rectangle: Rounded Corners 1324">
                  <a:extLst>
                    <a:ext uri="{FF2B5EF4-FFF2-40B4-BE49-F238E27FC236}">
                      <a16:creationId xmlns:a16="http://schemas.microsoft.com/office/drawing/2014/main" id="{BF5CB1EC-3401-14F0-64CC-B4F05673522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6" name="Rectangle: Rounded Corners 1325">
                  <a:extLst>
                    <a:ext uri="{FF2B5EF4-FFF2-40B4-BE49-F238E27FC236}">
                      <a16:creationId xmlns:a16="http://schemas.microsoft.com/office/drawing/2014/main" id="{6573D044-E85B-8F29-44BF-334169B25B1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36" name="Group 1135">
              <a:extLst>
                <a:ext uri="{FF2B5EF4-FFF2-40B4-BE49-F238E27FC236}">
                  <a16:creationId xmlns:a16="http://schemas.microsoft.com/office/drawing/2014/main" id="{502FCFDB-9BF6-D82C-16CB-1F6D1EC38204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1297" name="Rectangle: Rounded Corners 1296">
                <a:extLst>
                  <a:ext uri="{FF2B5EF4-FFF2-40B4-BE49-F238E27FC236}">
                    <a16:creationId xmlns:a16="http://schemas.microsoft.com/office/drawing/2014/main" id="{85828F4B-F89A-7B84-3309-756BBA82DC5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98" name="Group 1297">
                <a:extLst>
                  <a:ext uri="{FF2B5EF4-FFF2-40B4-BE49-F238E27FC236}">
                    <a16:creationId xmlns:a16="http://schemas.microsoft.com/office/drawing/2014/main" id="{80B0368E-16C4-7018-ABA4-4066CDF268C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08" name="Rectangle: Rounded Corners 1307">
                  <a:extLst>
                    <a:ext uri="{FF2B5EF4-FFF2-40B4-BE49-F238E27FC236}">
                      <a16:creationId xmlns:a16="http://schemas.microsoft.com/office/drawing/2014/main" id="{7080EF8C-1505-A262-A4B4-D7237634088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9" name="Rectangle: Rounded Corners 1308">
                  <a:extLst>
                    <a:ext uri="{FF2B5EF4-FFF2-40B4-BE49-F238E27FC236}">
                      <a16:creationId xmlns:a16="http://schemas.microsoft.com/office/drawing/2014/main" id="{8620401E-A1BC-FA20-D5C2-31BC03E4F92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10" name="Rectangle: Rounded Corners 1309">
                  <a:extLst>
                    <a:ext uri="{FF2B5EF4-FFF2-40B4-BE49-F238E27FC236}">
                      <a16:creationId xmlns:a16="http://schemas.microsoft.com/office/drawing/2014/main" id="{5DEB2496-900C-6C1E-9F1C-E98A6EEF769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11" name="Rectangle: Rounded Corners 1310">
                  <a:extLst>
                    <a:ext uri="{FF2B5EF4-FFF2-40B4-BE49-F238E27FC236}">
                      <a16:creationId xmlns:a16="http://schemas.microsoft.com/office/drawing/2014/main" id="{6CD70AFA-A6D0-2EA1-32B0-46BFA6347A4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12" name="Rectangle: Rounded Corners 1311">
                  <a:extLst>
                    <a:ext uri="{FF2B5EF4-FFF2-40B4-BE49-F238E27FC236}">
                      <a16:creationId xmlns:a16="http://schemas.microsoft.com/office/drawing/2014/main" id="{BD4439F5-743F-EB84-CE27-96BF424C2B5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13" name="Rectangle: Rounded Corners 1312">
                  <a:extLst>
                    <a:ext uri="{FF2B5EF4-FFF2-40B4-BE49-F238E27FC236}">
                      <a16:creationId xmlns:a16="http://schemas.microsoft.com/office/drawing/2014/main" id="{A157B423-1F7F-B276-1DF5-01924A0FFE6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14" name="Rectangle: Rounded Corners 1313">
                  <a:extLst>
                    <a:ext uri="{FF2B5EF4-FFF2-40B4-BE49-F238E27FC236}">
                      <a16:creationId xmlns:a16="http://schemas.microsoft.com/office/drawing/2014/main" id="{86CBBE6E-EC80-E9C9-C8F8-ABF972F2DF6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15" name="Rectangle: Rounded Corners 1314">
                  <a:extLst>
                    <a:ext uri="{FF2B5EF4-FFF2-40B4-BE49-F238E27FC236}">
                      <a16:creationId xmlns:a16="http://schemas.microsoft.com/office/drawing/2014/main" id="{E5CF5A19-C414-D3C4-8114-C686FE0E28D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99" name="Group 1298">
                <a:extLst>
                  <a:ext uri="{FF2B5EF4-FFF2-40B4-BE49-F238E27FC236}">
                    <a16:creationId xmlns:a16="http://schemas.microsoft.com/office/drawing/2014/main" id="{588C2FF1-F75A-DB09-83DC-22E0DB104AE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00" name="Rectangle: Rounded Corners 1299">
                  <a:extLst>
                    <a:ext uri="{FF2B5EF4-FFF2-40B4-BE49-F238E27FC236}">
                      <a16:creationId xmlns:a16="http://schemas.microsoft.com/office/drawing/2014/main" id="{C8875D0D-D605-2BB6-412C-413EC7B3CCF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1" name="Rectangle: Rounded Corners 1300">
                  <a:extLst>
                    <a:ext uri="{FF2B5EF4-FFF2-40B4-BE49-F238E27FC236}">
                      <a16:creationId xmlns:a16="http://schemas.microsoft.com/office/drawing/2014/main" id="{C8C4808E-FAD3-8742-2FF9-2DA5C447883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2" name="Rectangle: Rounded Corners 1301">
                  <a:extLst>
                    <a:ext uri="{FF2B5EF4-FFF2-40B4-BE49-F238E27FC236}">
                      <a16:creationId xmlns:a16="http://schemas.microsoft.com/office/drawing/2014/main" id="{94CB4AAF-0B31-D583-5D7E-00C24C1ED84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3" name="Rectangle: Rounded Corners 1302">
                  <a:extLst>
                    <a:ext uri="{FF2B5EF4-FFF2-40B4-BE49-F238E27FC236}">
                      <a16:creationId xmlns:a16="http://schemas.microsoft.com/office/drawing/2014/main" id="{35FB8327-18F4-1098-A39A-530AEFACF19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4" name="Rectangle: Rounded Corners 1303">
                  <a:extLst>
                    <a:ext uri="{FF2B5EF4-FFF2-40B4-BE49-F238E27FC236}">
                      <a16:creationId xmlns:a16="http://schemas.microsoft.com/office/drawing/2014/main" id="{0CDE7161-488C-C11B-1C2C-AFB03344E01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5" name="Rectangle: Rounded Corners 1304">
                  <a:extLst>
                    <a:ext uri="{FF2B5EF4-FFF2-40B4-BE49-F238E27FC236}">
                      <a16:creationId xmlns:a16="http://schemas.microsoft.com/office/drawing/2014/main" id="{B6437504-2286-226B-9303-4414C7A59A4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6" name="Rectangle: Rounded Corners 1305">
                  <a:extLst>
                    <a:ext uri="{FF2B5EF4-FFF2-40B4-BE49-F238E27FC236}">
                      <a16:creationId xmlns:a16="http://schemas.microsoft.com/office/drawing/2014/main" id="{EF0CDAC6-3164-E4A3-7F6D-DE4A2022AFD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7" name="Rectangle: Rounded Corners 1306">
                  <a:extLst>
                    <a:ext uri="{FF2B5EF4-FFF2-40B4-BE49-F238E27FC236}">
                      <a16:creationId xmlns:a16="http://schemas.microsoft.com/office/drawing/2014/main" id="{5A0B9D88-8711-BDCB-3640-066E8B46781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37" name="Group 1136">
              <a:extLst>
                <a:ext uri="{FF2B5EF4-FFF2-40B4-BE49-F238E27FC236}">
                  <a16:creationId xmlns:a16="http://schemas.microsoft.com/office/drawing/2014/main" id="{E93C367D-12F1-7CB2-FF8E-27697B130989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1278" name="Rectangle: Rounded Corners 1277">
                <a:extLst>
                  <a:ext uri="{FF2B5EF4-FFF2-40B4-BE49-F238E27FC236}">
                    <a16:creationId xmlns:a16="http://schemas.microsoft.com/office/drawing/2014/main" id="{2171B045-18C3-5B16-255D-3DFB7DE830AB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79" name="Group 1278">
                <a:extLst>
                  <a:ext uri="{FF2B5EF4-FFF2-40B4-BE49-F238E27FC236}">
                    <a16:creationId xmlns:a16="http://schemas.microsoft.com/office/drawing/2014/main" id="{A77B9F91-0E55-C6ED-AE7E-05A069C2228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89" name="Rectangle: Rounded Corners 1288">
                  <a:extLst>
                    <a:ext uri="{FF2B5EF4-FFF2-40B4-BE49-F238E27FC236}">
                      <a16:creationId xmlns:a16="http://schemas.microsoft.com/office/drawing/2014/main" id="{02ACDE51-3A67-A6A2-EE27-403C7D79D3A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0" name="Rectangle: Rounded Corners 1289">
                  <a:extLst>
                    <a:ext uri="{FF2B5EF4-FFF2-40B4-BE49-F238E27FC236}">
                      <a16:creationId xmlns:a16="http://schemas.microsoft.com/office/drawing/2014/main" id="{8C4D124D-D5D8-514E-BA20-531C23E596E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1" name="Rectangle: Rounded Corners 1290">
                  <a:extLst>
                    <a:ext uri="{FF2B5EF4-FFF2-40B4-BE49-F238E27FC236}">
                      <a16:creationId xmlns:a16="http://schemas.microsoft.com/office/drawing/2014/main" id="{1EF2E5FC-BC59-07FF-EB6B-BD466390A1A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2" name="Rectangle: Rounded Corners 1291">
                  <a:extLst>
                    <a:ext uri="{FF2B5EF4-FFF2-40B4-BE49-F238E27FC236}">
                      <a16:creationId xmlns:a16="http://schemas.microsoft.com/office/drawing/2014/main" id="{D97E3F05-B404-2F6A-BA32-8EB81698F7F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3" name="Rectangle: Rounded Corners 1292">
                  <a:extLst>
                    <a:ext uri="{FF2B5EF4-FFF2-40B4-BE49-F238E27FC236}">
                      <a16:creationId xmlns:a16="http://schemas.microsoft.com/office/drawing/2014/main" id="{79CDF13C-9846-D0AB-1C31-136305D0B49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4" name="Rectangle: Rounded Corners 1293">
                  <a:extLst>
                    <a:ext uri="{FF2B5EF4-FFF2-40B4-BE49-F238E27FC236}">
                      <a16:creationId xmlns:a16="http://schemas.microsoft.com/office/drawing/2014/main" id="{E0B66A63-A8DD-11C0-AC6C-6D2AB67D4BB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5" name="Rectangle: Rounded Corners 1294">
                  <a:extLst>
                    <a:ext uri="{FF2B5EF4-FFF2-40B4-BE49-F238E27FC236}">
                      <a16:creationId xmlns:a16="http://schemas.microsoft.com/office/drawing/2014/main" id="{376492D9-43C6-13F7-711C-45673031E03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6" name="Rectangle: Rounded Corners 1295">
                  <a:extLst>
                    <a:ext uri="{FF2B5EF4-FFF2-40B4-BE49-F238E27FC236}">
                      <a16:creationId xmlns:a16="http://schemas.microsoft.com/office/drawing/2014/main" id="{D16AAF47-E8FC-A561-E2A9-EF7DCD9B2B6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80" name="Group 1279">
                <a:extLst>
                  <a:ext uri="{FF2B5EF4-FFF2-40B4-BE49-F238E27FC236}">
                    <a16:creationId xmlns:a16="http://schemas.microsoft.com/office/drawing/2014/main" id="{2B363807-28E7-F381-5FB5-9199E92890CC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81" name="Rectangle: Rounded Corners 1280">
                  <a:extLst>
                    <a:ext uri="{FF2B5EF4-FFF2-40B4-BE49-F238E27FC236}">
                      <a16:creationId xmlns:a16="http://schemas.microsoft.com/office/drawing/2014/main" id="{30E064DB-4158-5A57-0C26-79C8C7EC687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2" name="Rectangle: Rounded Corners 1281">
                  <a:extLst>
                    <a:ext uri="{FF2B5EF4-FFF2-40B4-BE49-F238E27FC236}">
                      <a16:creationId xmlns:a16="http://schemas.microsoft.com/office/drawing/2014/main" id="{8F9FA49C-9B14-9866-9CD3-025B520D667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3" name="Rectangle: Rounded Corners 1282">
                  <a:extLst>
                    <a:ext uri="{FF2B5EF4-FFF2-40B4-BE49-F238E27FC236}">
                      <a16:creationId xmlns:a16="http://schemas.microsoft.com/office/drawing/2014/main" id="{85A5B79B-B5B4-3145-B52C-DA234C15BE0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4" name="Rectangle: Rounded Corners 1283">
                  <a:extLst>
                    <a:ext uri="{FF2B5EF4-FFF2-40B4-BE49-F238E27FC236}">
                      <a16:creationId xmlns:a16="http://schemas.microsoft.com/office/drawing/2014/main" id="{5196D69B-C54A-ED35-954F-73FF155A7E9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5" name="Rectangle: Rounded Corners 1284">
                  <a:extLst>
                    <a:ext uri="{FF2B5EF4-FFF2-40B4-BE49-F238E27FC236}">
                      <a16:creationId xmlns:a16="http://schemas.microsoft.com/office/drawing/2014/main" id="{CA516444-387E-B91E-4F60-2D3DBE92413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6" name="Rectangle: Rounded Corners 1285">
                  <a:extLst>
                    <a:ext uri="{FF2B5EF4-FFF2-40B4-BE49-F238E27FC236}">
                      <a16:creationId xmlns:a16="http://schemas.microsoft.com/office/drawing/2014/main" id="{CC00ECD2-7066-0BB2-AB9A-234D5B9AA7A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7" name="Rectangle: Rounded Corners 1286">
                  <a:extLst>
                    <a:ext uri="{FF2B5EF4-FFF2-40B4-BE49-F238E27FC236}">
                      <a16:creationId xmlns:a16="http://schemas.microsoft.com/office/drawing/2014/main" id="{C4C1E707-8D65-CF5C-BD2D-7B3080A7A20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8" name="Rectangle: Rounded Corners 1287">
                  <a:extLst>
                    <a:ext uri="{FF2B5EF4-FFF2-40B4-BE49-F238E27FC236}">
                      <a16:creationId xmlns:a16="http://schemas.microsoft.com/office/drawing/2014/main" id="{3746BF1F-8366-50A3-6914-12B6FBD5DC5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38" name="Group 1137">
              <a:extLst>
                <a:ext uri="{FF2B5EF4-FFF2-40B4-BE49-F238E27FC236}">
                  <a16:creationId xmlns:a16="http://schemas.microsoft.com/office/drawing/2014/main" id="{B6B111F2-8D19-C103-AB36-DCB3B78AAD56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1259" name="Rectangle: Rounded Corners 1258">
                <a:extLst>
                  <a:ext uri="{FF2B5EF4-FFF2-40B4-BE49-F238E27FC236}">
                    <a16:creationId xmlns:a16="http://schemas.microsoft.com/office/drawing/2014/main" id="{61D3156E-2801-A080-DEBF-7AB26C555AB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60" name="Group 1259">
                <a:extLst>
                  <a:ext uri="{FF2B5EF4-FFF2-40B4-BE49-F238E27FC236}">
                    <a16:creationId xmlns:a16="http://schemas.microsoft.com/office/drawing/2014/main" id="{BC191E7F-BA8D-DCC6-E91A-19A0A031EE1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70" name="Rectangle: Rounded Corners 1269">
                  <a:extLst>
                    <a:ext uri="{FF2B5EF4-FFF2-40B4-BE49-F238E27FC236}">
                      <a16:creationId xmlns:a16="http://schemas.microsoft.com/office/drawing/2014/main" id="{9A1268F6-1075-A24A-3256-68B5B4209DB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1" name="Rectangle: Rounded Corners 1270">
                  <a:extLst>
                    <a:ext uri="{FF2B5EF4-FFF2-40B4-BE49-F238E27FC236}">
                      <a16:creationId xmlns:a16="http://schemas.microsoft.com/office/drawing/2014/main" id="{3C7B9E55-40AD-74A8-70D5-C78755A8353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2" name="Rectangle: Rounded Corners 1271">
                  <a:extLst>
                    <a:ext uri="{FF2B5EF4-FFF2-40B4-BE49-F238E27FC236}">
                      <a16:creationId xmlns:a16="http://schemas.microsoft.com/office/drawing/2014/main" id="{E5C13A04-F66D-4055-341F-03AB1D915F7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3" name="Rectangle: Rounded Corners 1272">
                  <a:extLst>
                    <a:ext uri="{FF2B5EF4-FFF2-40B4-BE49-F238E27FC236}">
                      <a16:creationId xmlns:a16="http://schemas.microsoft.com/office/drawing/2014/main" id="{B20065B4-0E78-7CC4-3B7D-846F979E304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4" name="Rectangle: Rounded Corners 1273">
                  <a:extLst>
                    <a:ext uri="{FF2B5EF4-FFF2-40B4-BE49-F238E27FC236}">
                      <a16:creationId xmlns:a16="http://schemas.microsoft.com/office/drawing/2014/main" id="{EACEA1F5-2D9D-F580-50E4-010494EBA2D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5" name="Rectangle: Rounded Corners 1274">
                  <a:extLst>
                    <a:ext uri="{FF2B5EF4-FFF2-40B4-BE49-F238E27FC236}">
                      <a16:creationId xmlns:a16="http://schemas.microsoft.com/office/drawing/2014/main" id="{A89C2918-3B58-7BB1-97BA-2A31545B68C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6" name="Rectangle: Rounded Corners 1275">
                  <a:extLst>
                    <a:ext uri="{FF2B5EF4-FFF2-40B4-BE49-F238E27FC236}">
                      <a16:creationId xmlns:a16="http://schemas.microsoft.com/office/drawing/2014/main" id="{131E83CA-2B78-BBBD-8D99-AC36B0347C0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7" name="Rectangle: Rounded Corners 1276">
                  <a:extLst>
                    <a:ext uri="{FF2B5EF4-FFF2-40B4-BE49-F238E27FC236}">
                      <a16:creationId xmlns:a16="http://schemas.microsoft.com/office/drawing/2014/main" id="{C3526CF9-A283-12EF-1D24-8BBC06B0871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61" name="Group 1260">
                <a:extLst>
                  <a:ext uri="{FF2B5EF4-FFF2-40B4-BE49-F238E27FC236}">
                    <a16:creationId xmlns:a16="http://schemas.microsoft.com/office/drawing/2014/main" id="{79C3B78E-4B13-A3A8-F97A-202FEAAC0BE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62" name="Rectangle: Rounded Corners 1261">
                  <a:extLst>
                    <a:ext uri="{FF2B5EF4-FFF2-40B4-BE49-F238E27FC236}">
                      <a16:creationId xmlns:a16="http://schemas.microsoft.com/office/drawing/2014/main" id="{5FFE83AB-DDF1-68AC-D775-990407CFF71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3" name="Rectangle: Rounded Corners 1262">
                  <a:extLst>
                    <a:ext uri="{FF2B5EF4-FFF2-40B4-BE49-F238E27FC236}">
                      <a16:creationId xmlns:a16="http://schemas.microsoft.com/office/drawing/2014/main" id="{E2C35CAF-681E-3A14-81D0-02F13EF012D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4" name="Rectangle: Rounded Corners 1263">
                  <a:extLst>
                    <a:ext uri="{FF2B5EF4-FFF2-40B4-BE49-F238E27FC236}">
                      <a16:creationId xmlns:a16="http://schemas.microsoft.com/office/drawing/2014/main" id="{78420E8B-A2D3-9F48-CAC2-0F34C747CF5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5" name="Rectangle: Rounded Corners 1264">
                  <a:extLst>
                    <a:ext uri="{FF2B5EF4-FFF2-40B4-BE49-F238E27FC236}">
                      <a16:creationId xmlns:a16="http://schemas.microsoft.com/office/drawing/2014/main" id="{D65F8F20-1B19-0D59-A06B-D8F6456E18D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6" name="Rectangle: Rounded Corners 1265">
                  <a:extLst>
                    <a:ext uri="{FF2B5EF4-FFF2-40B4-BE49-F238E27FC236}">
                      <a16:creationId xmlns:a16="http://schemas.microsoft.com/office/drawing/2014/main" id="{3E836963-2369-4312-D39C-67EF11DAB2C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7" name="Rectangle: Rounded Corners 1266">
                  <a:extLst>
                    <a:ext uri="{FF2B5EF4-FFF2-40B4-BE49-F238E27FC236}">
                      <a16:creationId xmlns:a16="http://schemas.microsoft.com/office/drawing/2014/main" id="{63C5D2FB-A487-BCA8-AF5C-F9C918B995B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8" name="Rectangle: Rounded Corners 1267">
                  <a:extLst>
                    <a:ext uri="{FF2B5EF4-FFF2-40B4-BE49-F238E27FC236}">
                      <a16:creationId xmlns:a16="http://schemas.microsoft.com/office/drawing/2014/main" id="{6962BE36-7A41-0A21-5576-47617CBA91B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9" name="Rectangle: Rounded Corners 1268">
                  <a:extLst>
                    <a:ext uri="{FF2B5EF4-FFF2-40B4-BE49-F238E27FC236}">
                      <a16:creationId xmlns:a16="http://schemas.microsoft.com/office/drawing/2014/main" id="{FDEB324E-948C-E367-7F6D-8B17DBDE5D8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39" name="Group 1138">
              <a:extLst>
                <a:ext uri="{FF2B5EF4-FFF2-40B4-BE49-F238E27FC236}">
                  <a16:creationId xmlns:a16="http://schemas.microsoft.com/office/drawing/2014/main" id="{B0645C6F-0D9F-306A-3E6E-D07759DEAFE3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240" name="Rectangle: Rounded Corners 1239">
                <a:extLst>
                  <a:ext uri="{FF2B5EF4-FFF2-40B4-BE49-F238E27FC236}">
                    <a16:creationId xmlns:a16="http://schemas.microsoft.com/office/drawing/2014/main" id="{17C2A2C1-D20B-573E-8750-044070E1E69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41" name="Group 1240">
                <a:extLst>
                  <a:ext uri="{FF2B5EF4-FFF2-40B4-BE49-F238E27FC236}">
                    <a16:creationId xmlns:a16="http://schemas.microsoft.com/office/drawing/2014/main" id="{67031173-F8B2-D147-9392-51DB7E6A525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51" name="Rectangle: Rounded Corners 1250">
                  <a:extLst>
                    <a:ext uri="{FF2B5EF4-FFF2-40B4-BE49-F238E27FC236}">
                      <a16:creationId xmlns:a16="http://schemas.microsoft.com/office/drawing/2014/main" id="{97ECF61F-AB0C-1B8A-2EA3-0FBC5D442F3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2" name="Rectangle: Rounded Corners 1251">
                  <a:extLst>
                    <a:ext uri="{FF2B5EF4-FFF2-40B4-BE49-F238E27FC236}">
                      <a16:creationId xmlns:a16="http://schemas.microsoft.com/office/drawing/2014/main" id="{C52902C3-D616-2877-51BC-B3061C038AB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3" name="Rectangle: Rounded Corners 1252">
                  <a:extLst>
                    <a:ext uri="{FF2B5EF4-FFF2-40B4-BE49-F238E27FC236}">
                      <a16:creationId xmlns:a16="http://schemas.microsoft.com/office/drawing/2014/main" id="{DF72352C-C69C-34A6-EB27-FEFA3BE28DF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4" name="Rectangle: Rounded Corners 1253">
                  <a:extLst>
                    <a:ext uri="{FF2B5EF4-FFF2-40B4-BE49-F238E27FC236}">
                      <a16:creationId xmlns:a16="http://schemas.microsoft.com/office/drawing/2014/main" id="{542E4099-DB53-73C9-0899-E0EC3AA823D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5" name="Rectangle: Rounded Corners 1254">
                  <a:extLst>
                    <a:ext uri="{FF2B5EF4-FFF2-40B4-BE49-F238E27FC236}">
                      <a16:creationId xmlns:a16="http://schemas.microsoft.com/office/drawing/2014/main" id="{68B4B325-461C-C7C7-06A0-97916D270A2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6" name="Rectangle: Rounded Corners 1255">
                  <a:extLst>
                    <a:ext uri="{FF2B5EF4-FFF2-40B4-BE49-F238E27FC236}">
                      <a16:creationId xmlns:a16="http://schemas.microsoft.com/office/drawing/2014/main" id="{2ACC376D-112E-7377-B2EF-71228A4F403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7" name="Rectangle: Rounded Corners 1256">
                  <a:extLst>
                    <a:ext uri="{FF2B5EF4-FFF2-40B4-BE49-F238E27FC236}">
                      <a16:creationId xmlns:a16="http://schemas.microsoft.com/office/drawing/2014/main" id="{6DD305E6-D23E-06EA-FAA8-0D146B27DAF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8" name="Rectangle: Rounded Corners 1257">
                  <a:extLst>
                    <a:ext uri="{FF2B5EF4-FFF2-40B4-BE49-F238E27FC236}">
                      <a16:creationId xmlns:a16="http://schemas.microsoft.com/office/drawing/2014/main" id="{EFF72F39-9DFE-770C-3519-FBF8323E238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42" name="Group 1241">
                <a:extLst>
                  <a:ext uri="{FF2B5EF4-FFF2-40B4-BE49-F238E27FC236}">
                    <a16:creationId xmlns:a16="http://schemas.microsoft.com/office/drawing/2014/main" id="{C3A0474D-94CD-1CCA-E5DD-E37EA0A55AD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43" name="Rectangle: Rounded Corners 1242">
                  <a:extLst>
                    <a:ext uri="{FF2B5EF4-FFF2-40B4-BE49-F238E27FC236}">
                      <a16:creationId xmlns:a16="http://schemas.microsoft.com/office/drawing/2014/main" id="{B83FC943-A34F-3B67-6BAD-CF4FC5D3CB2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4" name="Rectangle: Rounded Corners 1243">
                  <a:extLst>
                    <a:ext uri="{FF2B5EF4-FFF2-40B4-BE49-F238E27FC236}">
                      <a16:creationId xmlns:a16="http://schemas.microsoft.com/office/drawing/2014/main" id="{C7650AC3-AF2A-86CE-5E2E-9660042D767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5" name="Rectangle: Rounded Corners 1244">
                  <a:extLst>
                    <a:ext uri="{FF2B5EF4-FFF2-40B4-BE49-F238E27FC236}">
                      <a16:creationId xmlns:a16="http://schemas.microsoft.com/office/drawing/2014/main" id="{12CF6900-BF71-57B5-A1EC-42D4E2C2216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6" name="Rectangle: Rounded Corners 1245">
                  <a:extLst>
                    <a:ext uri="{FF2B5EF4-FFF2-40B4-BE49-F238E27FC236}">
                      <a16:creationId xmlns:a16="http://schemas.microsoft.com/office/drawing/2014/main" id="{77FA099E-B84C-2110-B180-CEC29C45A10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7" name="Rectangle: Rounded Corners 1246">
                  <a:extLst>
                    <a:ext uri="{FF2B5EF4-FFF2-40B4-BE49-F238E27FC236}">
                      <a16:creationId xmlns:a16="http://schemas.microsoft.com/office/drawing/2014/main" id="{C820DE93-D3BE-05EE-1E42-FD947BC5BEF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8" name="Rectangle: Rounded Corners 1247">
                  <a:extLst>
                    <a:ext uri="{FF2B5EF4-FFF2-40B4-BE49-F238E27FC236}">
                      <a16:creationId xmlns:a16="http://schemas.microsoft.com/office/drawing/2014/main" id="{FE0D1113-2975-09F3-8194-191ACFB31F2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9" name="Rectangle: Rounded Corners 1248">
                  <a:extLst>
                    <a:ext uri="{FF2B5EF4-FFF2-40B4-BE49-F238E27FC236}">
                      <a16:creationId xmlns:a16="http://schemas.microsoft.com/office/drawing/2014/main" id="{66CAAB8B-03ED-BC8D-74CA-E42AE9A7C7E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0" name="Rectangle: Rounded Corners 1249">
                  <a:extLst>
                    <a:ext uri="{FF2B5EF4-FFF2-40B4-BE49-F238E27FC236}">
                      <a16:creationId xmlns:a16="http://schemas.microsoft.com/office/drawing/2014/main" id="{6E0DBC9B-B854-329B-690C-2E3CC098B6D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40" name="Group 1139">
              <a:extLst>
                <a:ext uri="{FF2B5EF4-FFF2-40B4-BE49-F238E27FC236}">
                  <a16:creationId xmlns:a16="http://schemas.microsoft.com/office/drawing/2014/main" id="{B085052A-B23D-EDE0-118E-ADB31A2AD350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221" name="Rectangle: Rounded Corners 1220">
                <a:extLst>
                  <a:ext uri="{FF2B5EF4-FFF2-40B4-BE49-F238E27FC236}">
                    <a16:creationId xmlns:a16="http://schemas.microsoft.com/office/drawing/2014/main" id="{07E3A4EA-96B1-69DB-8D15-B8BE38E796B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22" name="Group 1221">
                <a:extLst>
                  <a:ext uri="{FF2B5EF4-FFF2-40B4-BE49-F238E27FC236}">
                    <a16:creationId xmlns:a16="http://schemas.microsoft.com/office/drawing/2014/main" id="{E8B17891-E0F3-53CD-B70B-91615BCC05F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32" name="Rectangle: Rounded Corners 1231">
                  <a:extLst>
                    <a:ext uri="{FF2B5EF4-FFF2-40B4-BE49-F238E27FC236}">
                      <a16:creationId xmlns:a16="http://schemas.microsoft.com/office/drawing/2014/main" id="{86DBE0F5-D27E-7C6E-EF63-2FD69F9855A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3" name="Rectangle: Rounded Corners 1232">
                  <a:extLst>
                    <a:ext uri="{FF2B5EF4-FFF2-40B4-BE49-F238E27FC236}">
                      <a16:creationId xmlns:a16="http://schemas.microsoft.com/office/drawing/2014/main" id="{932930C5-DFEE-E7FE-0F19-16C329116FF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4" name="Rectangle: Rounded Corners 1233">
                  <a:extLst>
                    <a:ext uri="{FF2B5EF4-FFF2-40B4-BE49-F238E27FC236}">
                      <a16:creationId xmlns:a16="http://schemas.microsoft.com/office/drawing/2014/main" id="{1DC4DBC4-56B5-81C7-8965-637132F9D56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5" name="Rectangle: Rounded Corners 1234">
                  <a:extLst>
                    <a:ext uri="{FF2B5EF4-FFF2-40B4-BE49-F238E27FC236}">
                      <a16:creationId xmlns:a16="http://schemas.microsoft.com/office/drawing/2014/main" id="{3DCF90C5-C76B-71C8-F047-AE998D34B1D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6" name="Rectangle: Rounded Corners 1235">
                  <a:extLst>
                    <a:ext uri="{FF2B5EF4-FFF2-40B4-BE49-F238E27FC236}">
                      <a16:creationId xmlns:a16="http://schemas.microsoft.com/office/drawing/2014/main" id="{5BC35706-E9A8-E85D-5ECF-AF6EBDC155F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7" name="Rectangle: Rounded Corners 1236">
                  <a:extLst>
                    <a:ext uri="{FF2B5EF4-FFF2-40B4-BE49-F238E27FC236}">
                      <a16:creationId xmlns:a16="http://schemas.microsoft.com/office/drawing/2014/main" id="{7CFA756C-4AA9-CDE1-D81E-CAFA40E9EBE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8" name="Rectangle: Rounded Corners 1237">
                  <a:extLst>
                    <a:ext uri="{FF2B5EF4-FFF2-40B4-BE49-F238E27FC236}">
                      <a16:creationId xmlns:a16="http://schemas.microsoft.com/office/drawing/2014/main" id="{7832F286-DD0E-71FB-CD2E-CD827C650DB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9" name="Rectangle: Rounded Corners 1238">
                  <a:extLst>
                    <a:ext uri="{FF2B5EF4-FFF2-40B4-BE49-F238E27FC236}">
                      <a16:creationId xmlns:a16="http://schemas.microsoft.com/office/drawing/2014/main" id="{D1117E58-499D-5F61-054B-5BA30438D90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23" name="Group 1222">
                <a:extLst>
                  <a:ext uri="{FF2B5EF4-FFF2-40B4-BE49-F238E27FC236}">
                    <a16:creationId xmlns:a16="http://schemas.microsoft.com/office/drawing/2014/main" id="{EE5AEACE-FEED-6EAE-3C37-F03D0E4FE4B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24" name="Rectangle: Rounded Corners 1223">
                  <a:extLst>
                    <a:ext uri="{FF2B5EF4-FFF2-40B4-BE49-F238E27FC236}">
                      <a16:creationId xmlns:a16="http://schemas.microsoft.com/office/drawing/2014/main" id="{48DAD47A-955E-289D-EF19-E778D2EF399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5" name="Rectangle: Rounded Corners 1224">
                  <a:extLst>
                    <a:ext uri="{FF2B5EF4-FFF2-40B4-BE49-F238E27FC236}">
                      <a16:creationId xmlns:a16="http://schemas.microsoft.com/office/drawing/2014/main" id="{72F4A5E5-B2D9-48A9-4EBD-B359DB2F6B9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6" name="Rectangle: Rounded Corners 1225">
                  <a:extLst>
                    <a:ext uri="{FF2B5EF4-FFF2-40B4-BE49-F238E27FC236}">
                      <a16:creationId xmlns:a16="http://schemas.microsoft.com/office/drawing/2014/main" id="{5F197068-F64F-3CB2-7CA1-561BCCDA075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7" name="Rectangle: Rounded Corners 1226">
                  <a:extLst>
                    <a:ext uri="{FF2B5EF4-FFF2-40B4-BE49-F238E27FC236}">
                      <a16:creationId xmlns:a16="http://schemas.microsoft.com/office/drawing/2014/main" id="{49A48A83-EB39-B07B-B683-3AB8F4F486A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8" name="Rectangle: Rounded Corners 1227">
                  <a:extLst>
                    <a:ext uri="{FF2B5EF4-FFF2-40B4-BE49-F238E27FC236}">
                      <a16:creationId xmlns:a16="http://schemas.microsoft.com/office/drawing/2014/main" id="{94462998-AF8C-0425-7AE8-BCA41C73563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9" name="Rectangle: Rounded Corners 1228">
                  <a:extLst>
                    <a:ext uri="{FF2B5EF4-FFF2-40B4-BE49-F238E27FC236}">
                      <a16:creationId xmlns:a16="http://schemas.microsoft.com/office/drawing/2014/main" id="{5AFFD90E-1557-E3E2-FB4C-9922AD59605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0" name="Rectangle: Rounded Corners 1229">
                  <a:extLst>
                    <a:ext uri="{FF2B5EF4-FFF2-40B4-BE49-F238E27FC236}">
                      <a16:creationId xmlns:a16="http://schemas.microsoft.com/office/drawing/2014/main" id="{C3D57A5B-66DD-0C02-1C6E-63E2C0E051C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1" name="Rectangle: Rounded Corners 1230">
                  <a:extLst>
                    <a:ext uri="{FF2B5EF4-FFF2-40B4-BE49-F238E27FC236}">
                      <a16:creationId xmlns:a16="http://schemas.microsoft.com/office/drawing/2014/main" id="{AC8DCA97-A29F-6ABF-6CBA-92C30EB1547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41" name="Group 1140">
              <a:extLst>
                <a:ext uri="{FF2B5EF4-FFF2-40B4-BE49-F238E27FC236}">
                  <a16:creationId xmlns:a16="http://schemas.microsoft.com/office/drawing/2014/main" id="{150139FF-0217-E71E-04C5-C0AEF0FFB92B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202" name="Rectangle: Rounded Corners 1201">
                <a:extLst>
                  <a:ext uri="{FF2B5EF4-FFF2-40B4-BE49-F238E27FC236}">
                    <a16:creationId xmlns:a16="http://schemas.microsoft.com/office/drawing/2014/main" id="{A2AC003B-C2E3-6787-3838-75A83F0EC41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03" name="Group 1202">
                <a:extLst>
                  <a:ext uri="{FF2B5EF4-FFF2-40B4-BE49-F238E27FC236}">
                    <a16:creationId xmlns:a16="http://schemas.microsoft.com/office/drawing/2014/main" id="{4020DC0F-FE4C-FE60-B9CF-BDF5AA3A6247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13" name="Rectangle: Rounded Corners 1212">
                  <a:extLst>
                    <a:ext uri="{FF2B5EF4-FFF2-40B4-BE49-F238E27FC236}">
                      <a16:creationId xmlns:a16="http://schemas.microsoft.com/office/drawing/2014/main" id="{87FB5CB3-CE0B-2545-47E4-8C0CCD2338A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4" name="Rectangle: Rounded Corners 1213">
                  <a:extLst>
                    <a:ext uri="{FF2B5EF4-FFF2-40B4-BE49-F238E27FC236}">
                      <a16:creationId xmlns:a16="http://schemas.microsoft.com/office/drawing/2014/main" id="{7C043072-4C8C-345B-57FA-8CC89F82C66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5" name="Rectangle: Rounded Corners 1214">
                  <a:extLst>
                    <a:ext uri="{FF2B5EF4-FFF2-40B4-BE49-F238E27FC236}">
                      <a16:creationId xmlns:a16="http://schemas.microsoft.com/office/drawing/2014/main" id="{704DC87E-0E37-BDA5-85B2-A193D9A4605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6" name="Rectangle: Rounded Corners 1215">
                  <a:extLst>
                    <a:ext uri="{FF2B5EF4-FFF2-40B4-BE49-F238E27FC236}">
                      <a16:creationId xmlns:a16="http://schemas.microsoft.com/office/drawing/2014/main" id="{0588864C-B921-289E-AD93-2A193C4A189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7" name="Rectangle: Rounded Corners 1216">
                  <a:extLst>
                    <a:ext uri="{FF2B5EF4-FFF2-40B4-BE49-F238E27FC236}">
                      <a16:creationId xmlns:a16="http://schemas.microsoft.com/office/drawing/2014/main" id="{6E480A2C-C2F0-3A80-E31F-1CB3760B00B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8" name="Rectangle: Rounded Corners 1217">
                  <a:extLst>
                    <a:ext uri="{FF2B5EF4-FFF2-40B4-BE49-F238E27FC236}">
                      <a16:creationId xmlns:a16="http://schemas.microsoft.com/office/drawing/2014/main" id="{E7E71215-D8F9-13E6-C637-EBCDB0C17DC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9" name="Rectangle: Rounded Corners 1218">
                  <a:extLst>
                    <a:ext uri="{FF2B5EF4-FFF2-40B4-BE49-F238E27FC236}">
                      <a16:creationId xmlns:a16="http://schemas.microsoft.com/office/drawing/2014/main" id="{AC4031D6-AD74-B730-9D16-4ED1B1F558D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0" name="Rectangle: Rounded Corners 1219">
                  <a:extLst>
                    <a:ext uri="{FF2B5EF4-FFF2-40B4-BE49-F238E27FC236}">
                      <a16:creationId xmlns:a16="http://schemas.microsoft.com/office/drawing/2014/main" id="{FE850FAD-F65E-F40B-8D98-485CE69ABDC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04" name="Group 1203">
                <a:extLst>
                  <a:ext uri="{FF2B5EF4-FFF2-40B4-BE49-F238E27FC236}">
                    <a16:creationId xmlns:a16="http://schemas.microsoft.com/office/drawing/2014/main" id="{34A702A1-B3A2-21F1-A2E8-E099F91030E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05" name="Rectangle: Rounded Corners 1204">
                  <a:extLst>
                    <a:ext uri="{FF2B5EF4-FFF2-40B4-BE49-F238E27FC236}">
                      <a16:creationId xmlns:a16="http://schemas.microsoft.com/office/drawing/2014/main" id="{4F355EA6-6145-F035-FAB2-00CB5D9D22F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6" name="Rectangle: Rounded Corners 1205">
                  <a:extLst>
                    <a:ext uri="{FF2B5EF4-FFF2-40B4-BE49-F238E27FC236}">
                      <a16:creationId xmlns:a16="http://schemas.microsoft.com/office/drawing/2014/main" id="{3A59CEA3-5E53-D9D2-461A-7192D558B0D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7" name="Rectangle: Rounded Corners 1206">
                  <a:extLst>
                    <a:ext uri="{FF2B5EF4-FFF2-40B4-BE49-F238E27FC236}">
                      <a16:creationId xmlns:a16="http://schemas.microsoft.com/office/drawing/2014/main" id="{54F7F280-2458-9476-272B-BBCD5CDD11D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8" name="Rectangle: Rounded Corners 1207">
                  <a:extLst>
                    <a:ext uri="{FF2B5EF4-FFF2-40B4-BE49-F238E27FC236}">
                      <a16:creationId xmlns:a16="http://schemas.microsoft.com/office/drawing/2014/main" id="{E6E46226-5FE5-C3E1-3A84-DADFAA0F89D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9" name="Rectangle: Rounded Corners 1208">
                  <a:extLst>
                    <a:ext uri="{FF2B5EF4-FFF2-40B4-BE49-F238E27FC236}">
                      <a16:creationId xmlns:a16="http://schemas.microsoft.com/office/drawing/2014/main" id="{791D5766-AF13-CE07-086F-D7C1BEEC0BC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0" name="Rectangle: Rounded Corners 1209">
                  <a:extLst>
                    <a:ext uri="{FF2B5EF4-FFF2-40B4-BE49-F238E27FC236}">
                      <a16:creationId xmlns:a16="http://schemas.microsoft.com/office/drawing/2014/main" id="{E6EAD6E4-2527-9D67-773D-C9AF644860C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1" name="Rectangle: Rounded Corners 1210">
                  <a:extLst>
                    <a:ext uri="{FF2B5EF4-FFF2-40B4-BE49-F238E27FC236}">
                      <a16:creationId xmlns:a16="http://schemas.microsoft.com/office/drawing/2014/main" id="{E65DA8A7-ABCC-CD7A-0912-313FA92D715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2" name="Rectangle: Rounded Corners 1211">
                  <a:extLst>
                    <a:ext uri="{FF2B5EF4-FFF2-40B4-BE49-F238E27FC236}">
                      <a16:creationId xmlns:a16="http://schemas.microsoft.com/office/drawing/2014/main" id="{7FD74B52-4CBD-B421-6222-63071D8C8C1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42" name="Group 1141">
              <a:extLst>
                <a:ext uri="{FF2B5EF4-FFF2-40B4-BE49-F238E27FC236}">
                  <a16:creationId xmlns:a16="http://schemas.microsoft.com/office/drawing/2014/main" id="{1A0A647B-4365-89A6-F874-5347A2B0D385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183" name="Rectangle: Rounded Corners 1182">
                <a:extLst>
                  <a:ext uri="{FF2B5EF4-FFF2-40B4-BE49-F238E27FC236}">
                    <a16:creationId xmlns:a16="http://schemas.microsoft.com/office/drawing/2014/main" id="{3FA84AC4-F5E6-9AF6-9690-7705BA10F87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184" name="Group 1183">
                <a:extLst>
                  <a:ext uri="{FF2B5EF4-FFF2-40B4-BE49-F238E27FC236}">
                    <a16:creationId xmlns:a16="http://schemas.microsoft.com/office/drawing/2014/main" id="{EFEC84C5-57B4-2ADB-4462-0A1B64C007C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94" name="Rectangle: Rounded Corners 1193">
                  <a:extLst>
                    <a:ext uri="{FF2B5EF4-FFF2-40B4-BE49-F238E27FC236}">
                      <a16:creationId xmlns:a16="http://schemas.microsoft.com/office/drawing/2014/main" id="{261781C4-4280-13FB-6552-D523342AA0D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5" name="Rectangle: Rounded Corners 1194">
                  <a:extLst>
                    <a:ext uri="{FF2B5EF4-FFF2-40B4-BE49-F238E27FC236}">
                      <a16:creationId xmlns:a16="http://schemas.microsoft.com/office/drawing/2014/main" id="{B6B3D309-01CF-C4CF-F81D-0BC4E4D9832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6" name="Rectangle: Rounded Corners 1195">
                  <a:extLst>
                    <a:ext uri="{FF2B5EF4-FFF2-40B4-BE49-F238E27FC236}">
                      <a16:creationId xmlns:a16="http://schemas.microsoft.com/office/drawing/2014/main" id="{00DFFBD8-9002-2B34-EC3C-19009CF02E0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7" name="Rectangle: Rounded Corners 1196">
                  <a:extLst>
                    <a:ext uri="{FF2B5EF4-FFF2-40B4-BE49-F238E27FC236}">
                      <a16:creationId xmlns:a16="http://schemas.microsoft.com/office/drawing/2014/main" id="{3E3A53E6-7FC0-F339-254C-383963DF6C2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8" name="Rectangle: Rounded Corners 1197">
                  <a:extLst>
                    <a:ext uri="{FF2B5EF4-FFF2-40B4-BE49-F238E27FC236}">
                      <a16:creationId xmlns:a16="http://schemas.microsoft.com/office/drawing/2014/main" id="{09E48298-93D5-3469-C395-C5FE0BCB7FB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9" name="Rectangle: Rounded Corners 1198">
                  <a:extLst>
                    <a:ext uri="{FF2B5EF4-FFF2-40B4-BE49-F238E27FC236}">
                      <a16:creationId xmlns:a16="http://schemas.microsoft.com/office/drawing/2014/main" id="{3E29CB1D-D0EB-9642-4CCC-A3D1BB82FF4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0" name="Rectangle: Rounded Corners 1199">
                  <a:extLst>
                    <a:ext uri="{FF2B5EF4-FFF2-40B4-BE49-F238E27FC236}">
                      <a16:creationId xmlns:a16="http://schemas.microsoft.com/office/drawing/2014/main" id="{C2D70B97-E3ED-27B8-1C80-C370E74F02B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1" name="Rectangle: Rounded Corners 1200">
                  <a:extLst>
                    <a:ext uri="{FF2B5EF4-FFF2-40B4-BE49-F238E27FC236}">
                      <a16:creationId xmlns:a16="http://schemas.microsoft.com/office/drawing/2014/main" id="{313E9B7F-0172-64E0-00A1-BD8CEC44CCB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85" name="Group 1184">
                <a:extLst>
                  <a:ext uri="{FF2B5EF4-FFF2-40B4-BE49-F238E27FC236}">
                    <a16:creationId xmlns:a16="http://schemas.microsoft.com/office/drawing/2014/main" id="{09CBFCBA-812D-682D-EE21-AFA5673AAB5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86" name="Rectangle: Rounded Corners 1185">
                  <a:extLst>
                    <a:ext uri="{FF2B5EF4-FFF2-40B4-BE49-F238E27FC236}">
                      <a16:creationId xmlns:a16="http://schemas.microsoft.com/office/drawing/2014/main" id="{183E0C4A-3DC8-1722-B3A8-05325F11FC6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7" name="Rectangle: Rounded Corners 1186">
                  <a:extLst>
                    <a:ext uri="{FF2B5EF4-FFF2-40B4-BE49-F238E27FC236}">
                      <a16:creationId xmlns:a16="http://schemas.microsoft.com/office/drawing/2014/main" id="{156E3729-6A0C-9875-D60C-CA71114BA2E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8" name="Rectangle: Rounded Corners 1187">
                  <a:extLst>
                    <a:ext uri="{FF2B5EF4-FFF2-40B4-BE49-F238E27FC236}">
                      <a16:creationId xmlns:a16="http://schemas.microsoft.com/office/drawing/2014/main" id="{BBFDCA4E-1974-A378-4EC5-10DDB54F05B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9" name="Rectangle: Rounded Corners 1188">
                  <a:extLst>
                    <a:ext uri="{FF2B5EF4-FFF2-40B4-BE49-F238E27FC236}">
                      <a16:creationId xmlns:a16="http://schemas.microsoft.com/office/drawing/2014/main" id="{61FF9B54-2FE6-D510-D15F-514DBD16EFB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0" name="Rectangle: Rounded Corners 1189">
                  <a:extLst>
                    <a:ext uri="{FF2B5EF4-FFF2-40B4-BE49-F238E27FC236}">
                      <a16:creationId xmlns:a16="http://schemas.microsoft.com/office/drawing/2014/main" id="{2A3FE6A0-FA07-BB5D-47D1-BD34D561144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1" name="Rectangle: Rounded Corners 1190">
                  <a:extLst>
                    <a:ext uri="{FF2B5EF4-FFF2-40B4-BE49-F238E27FC236}">
                      <a16:creationId xmlns:a16="http://schemas.microsoft.com/office/drawing/2014/main" id="{07CD84CB-AC0E-3C65-567A-C0CB10FA801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2" name="Rectangle: Rounded Corners 1191">
                  <a:extLst>
                    <a:ext uri="{FF2B5EF4-FFF2-40B4-BE49-F238E27FC236}">
                      <a16:creationId xmlns:a16="http://schemas.microsoft.com/office/drawing/2014/main" id="{D40149A9-1331-237C-6550-D48ED0D5462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3" name="Rectangle: Rounded Corners 1192">
                  <a:extLst>
                    <a:ext uri="{FF2B5EF4-FFF2-40B4-BE49-F238E27FC236}">
                      <a16:creationId xmlns:a16="http://schemas.microsoft.com/office/drawing/2014/main" id="{57003AE2-743B-B3E1-E409-0678DA056D1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43" name="Group 1142">
              <a:extLst>
                <a:ext uri="{FF2B5EF4-FFF2-40B4-BE49-F238E27FC236}">
                  <a16:creationId xmlns:a16="http://schemas.microsoft.com/office/drawing/2014/main" id="{9099599D-F234-F7DE-36E0-11EE1FB13734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164" name="Rectangle: Rounded Corners 1163">
                <a:extLst>
                  <a:ext uri="{FF2B5EF4-FFF2-40B4-BE49-F238E27FC236}">
                    <a16:creationId xmlns:a16="http://schemas.microsoft.com/office/drawing/2014/main" id="{226273D5-E943-BD03-E7AD-563D4A05098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165" name="Group 1164">
                <a:extLst>
                  <a:ext uri="{FF2B5EF4-FFF2-40B4-BE49-F238E27FC236}">
                    <a16:creationId xmlns:a16="http://schemas.microsoft.com/office/drawing/2014/main" id="{26397F43-017E-1B6B-D151-1EEB347B9127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75" name="Rectangle: Rounded Corners 1174">
                  <a:extLst>
                    <a:ext uri="{FF2B5EF4-FFF2-40B4-BE49-F238E27FC236}">
                      <a16:creationId xmlns:a16="http://schemas.microsoft.com/office/drawing/2014/main" id="{76011998-8B4B-F78A-98E4-941B1632943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6" name="Rectangle: Rounded Corners 1175">
                  <a:extLst>
                    <a:ext uri="{FF2B5EF4-FFF2-40B4-BE49-F238E27FC236}">
                      <a16:creationId xmlns:a16="http://schemas.microsoft.com/office/drawing/2014/main" id="{37F617F2-4FEB-1CE0-CF6B-D524480D6CC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7" name="Rectangle: Rounded Corners 1176">
                  <a:extLst>
                    <a:ext uri="{FF2B5EF4-FFF2-40B4-BE49-F238E27FC236}">
                      <a16:creationId xmlns:a16="http://schemas.microsoft.com/office/drawing/2014/main" id="{C69CF293-9EA7-7FC2-42AE-10351FCA714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8" name="Rectangle: Rounded Corners 1177">
                  <a:extLst>
                    <a:ext uri="{FF2B5EF4-FFF2-40B4-BE49-F238E27FC236}">
                      <a16:creationId xmlns:a16="http://schemas.microsoft.com/office/drawing/2014/main" id="{E8D2AC3D-854E-E22E-FFFE-69AEA96C377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9" name="Rectangle: Rounded Corners 1178">
                  <a:extLst>
                    <a:ext uri="{FF2B5EF4-FFF2-40B4-BE49-F238E27FC236}">
                      <a16:creationId xmlns:a16="http://schemas.microsoft.com/office/drawing/2014/main" id="{613E62E7-A36B-66E5-0CAE-596B40CC2E7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0" name="Rectangle: Rounded Corners 1179">
                  <a:extLst>
                    <a:ext uri="{FF2B5EF4-FFF2-40B4-BE49-F238E27FC236}">
                      <a16:creationId xmlns:a16="http://schemas.microsoft.com/office/drawing/2014/main" id="{60E40212-F716-69E6-1728-C214FA9DC1A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1" name="Rectangle: Rounded Corners 1180">
                  <a:extLst>
                    <a:ext uri="{FF2B5EF4-FFF2-40B4-BE49-F238E27FC236}">
                      <a16:creationId xmlns:a16="http://schemas.microsoft.com/office/drawing/2014/main" id="{1DD5D535-979B-86A6-15F9-183DFE783CA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2" name="Rectangle: Rounded Corners 1181">
                  <a:extLst>
                    <a:ext uri="{FF2B5EF4-FFF2-40B4-BE49-F238E27FC236}">
                      <a16:creationId xmlns:a16="http://schemas.microsoft.com/office/drawing/2014/main" id="{7960CDAD-8FA9-E683-9356-A80C23C2C34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66" name="Group 1165">
                <a:extLst>
                  <a:ext uri="{FF2B5EF4-FFF2-40B4-BE49-F238E27FC236}">
                    <a16:creationId xmlns:a16="http://schemas.microsoft.com/office/drawing/2014/main" id="{FCA05CC5-9521-D2D1-DB2F-6912B1FF4F4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67" name="Rectangle: Rounded Corners 1166">
                  <a:extLst>
                    <a:ext uri="{FF2B5EF4-FFF2-40B4-BE49-F238E27FC236}">
                      <a16:creationId xmlns:a16="http://schemas.microsoft.com/office/drawing/2014/main" id="{FCEA1680-F27E-CB39-2281-BEF598D865B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8" name="Rectangle: Rounded Corners 1167">
                  <a:extLst>
                    <a:ext uri="{FF2B5EF4-FFF2-40B4-BE49-F238E27FC236}">
                      <a16:creationId xmlns:a16="http://schemas.microsoft.com/office/drawing/2014/main" id="{DAC3E1B1-C257-5E8A-03E6-68660E4F6C1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9" name="Rectangle: Rounded Corners 1168">
                  <a:extLst>
                    <a:ext uri="{FF2B5EF4-FFF2-40B4-BE49-F238E27FC236}">
                      <a16:creationId xmlns:a16="http://schemas.microsoft.com/office/drawing/2014/main" id="{B96F1672-7F5B-A384-3823-EEC2DB9E308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0" name="Rectangle: Rounded Corners 1169">
                  <a:extLst>
                    <a:ext uri="{FF2B5EF4-FFF2-40B4-BE49-F238E27FC236}">
                      <a16:creationId xmlns:a16="http://schemas.microsoft.com/office/drawing/2014/main" id="{68F2BF72-A843-D45B-4023-AE9436F31F5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1" name="Rectangle: Rounded Corners 1170">
                  <a:extLst>
                    <a:ext uri="{FF2B5EF4-FFF2-40B4-BE49-F238E27FC236}">
                      <a16:creationId xmlns:a16="http://schemas.microsoft.com/office/drawing/2014/main" id="{E80594D9-C8BE-CC52-A44E-2AC15676220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2" name="Rectangle: Rounded Corners 1171">
                  <a:extLst>
                    <a:ext uri="{FF2B5EF4-FFF2-40B4-BE49-F238E27FC236}">
                      <a16:creationId xmlns:a16="http://schemas.microsoft.com/office/drawing/2014/main" id="{711F8584-F130-E426-8898-3B72ACEA638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3" name="Rectangle: Rounded Corners 1172">
                  <a:extLst>
                    <a:ext uri="{FF2B5EF4-FFF2-40B4-BE49-F238E27FC236}">
                      <a16:creationId xmlns:a16="http://schemas.microsoft.com/office/drawing/2014/main" id="{F445A42A-F0E8-1D45-197D-0BB3966998D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4" name="Rectangle: Rounded Corners 1173">
                  <a:extLst>
                    <a:ext uri="{FF2B5EF4-FFF2-40B4-BE49-F238E27FC236}">
                      <a16:creationId xmlns:a16="http://schemas.microsoft.com/office/drawing/2014/main" id="{E0ABD142-C8BD-B7C0-4034-3963F95F2DA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44" name="Group 1143">
              <a:extLst>
                <a:ext uri="{FF2B5EF4-FFF2-40B4-BE49-F238E27FC236}">
                  <a16:creationId xmlns:a16="http://schemas.microsoft.com/office/drawing/2014/main" id="{54A49587-E0CD-21D3-EF8F-6BCA5D925EE0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145" name="Rectangle: Rounded Corners 1144">
                <a:extLst>
                  <a:ext uri="{FF2B5EF4-FFF2-40B4-BE49-F238E27FC236}">
                    <a16:creationId xmlns:a16="http://schemas.microsoft.com/office/drawing/2014/main" id="{76301123-E102-F621-DF1C-D2A35D732AD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146" name="Group 1145">
                <a:extLst>
                  <a:ext uri="{FF2B5EF4-FFF2-40B4-BE49-F238E27FC236}">
                    <a16:creationId xmlns:a16="http://schemas.microsoft.com/office/drawing/2014/main" id="{9D742D28-8EBB-ECA8-E7C0-137A0EECC177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56" name="Rectangle: Rounded Corners 1155">
                  <a:extLst>
                    <a:ext uri="{FF2B5EF4-FFF2-40B4-BE49-F238E27FC236}">
                      <a16:creationId xmlns:a16="http://schemas.microsoft.com/office/drawing/2014/main" id="{B0F2BA9F-294C-8AE3-9469-3355B530422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7" name="Rectangle: Rounded Corners 1156">
                  <a:extLst>
                    <a:ext uri="{FF2B5EF4-FFF2-40B4-BE49-F238E27FC236}">
                      <a16:creationId xmlns:a16="http://schemas.microsoft.com/office/drawing/2014/main" id="{726AD4D8-0941-D356-017E-4D116457619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8" name="Rectangle: Rounded Corners 1157">
                  <a:extLst>
                    <a:ext uri="{FF2B5EF4-FFF2-40B4-BE49-F238E27FC236}">
                      <a16:creationId xmlns:a16="http://schemas.microsoft.com/office/drawing/2014/main" id="{9A113598-5981-1CFA-D8E1-C4B5AB2F1D3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9" name="Rectangle: Rounded Corners 1158">
                  <a:extLst>
                    <a:ext uri="{FF2B5EF4-FFF2-40B4-BE49-F238E27FC236}">
                      <a16:creationId xmlns:a16="http://schemas.microsoft.com/office/drawing/2014/main" id="{9B4E7201-9C8E-BC3C-717E-D819B4B5A48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0" name="Rectangle: Rounded Corners 1159">
                  <a:extLst>
                    <a:ext uri="{FF2B5EF4-FFF2-40B4-BE49-F238E27FC236}">
                      <a16:creationId xmlns:a16="http://schemas.microsoft.com/office/drawing/2014/main" id="{7767E2A2-CE0C-C8CA-F4D9-6EFC3B20A79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1" name="Rectangle: Rounded Corners 1160">
                  <a:extLst>
                    <a:ext uri="{FF2B5EF4-FFF2-40B4-BE49-F238E27FC236}">
                      <a16:creationId xmlns:a16="http://schemas.microsoft.com/office/drawing/2014/main" id="{5D23AACF-AB03-03ED-5FB2-D577BADF6FB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2" name="Rectangle: Rounded Corners 1161">
                  <a:extLst>
                    <a:ext uri="{FF2B5EF4-FFF2-40B4-BE49-F238E27FC236}">
                      <a16:creationId xmlns:a16="http://schemas.microsoft.com/office/drawing/2014/main" id="{2281F06D-8583-1554-858A-5F4547453A3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3" name="Rectangle: Rounded Corners 1162">
                  <a:extLst>
                    <a:ext uri="{FF2B5EF4-FFF2-40B4-BE49-F238E27FC236}">
                      <a16:creationId xmlns:a16="http://schemas.microsoft.com/office/drawing/2014/main" id="{CB30E37C-178E-A61A-2211-E5DF5D04F60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47" name="Group 1146">
                <a:extLst>
                  <a:ext uri="{FF2B5EF4-FFF2-40B4-BE49-F238E27FC236}">
                    <a16:creationId xmlns:a16="http://schemas.microsoft.com/office/drawing/2014/main" id="{5D55C947-A67F-1238-C185-5C415E40901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48" name="Rectangle: Rounded Corners 1147">
                  <a:extLst>
                    <a:ext uri="{FF2B5EF4-FFF2-40B4-BE49-F238E27FC236}">
                      <a16:creationId xmlns:a16="http://schemas.microsoft.com/office/drawing/2014/main" id="{F0F06ACF-3AA1-CD3D-2397-43B9312EB42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49" name="Rectangle: Rounded Corners 1148">
                  <a:extLst>
                    <a:ext uri="{FF2B5EF4-FFF2-40B4-BE49-F238E27FC236}">
                      <a16:creationId xmlns:a16="http://schemas.microsoft.com/office/drawing/2014/main" id="{5F75B0A5-4D4E-137E-4A7D-42496B4A290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0" name="Rectangle: Rounded Corners 1149">
                  <a:extLst>
                    <a:ext uri="{FF2B5EF4-FFF2-40B4-BE49-F238E27FC236}">
                      <a16:creationId xmlns:a16="http://schemas.microsoft.com/office/drawing/2014/main" id="{9EBFCE27-3E69-F033-8D2D-6B9E908D155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1" name="Rectangle: Rounded Corners 1150">
                  <a:extLst>
                    <a:ext uri="{FF2B5EF4-FFF2-40B4-BE49-F238E27FC236}">
                      <a16:creationId xmlns:a16="http://schemas.microsoft.com/office/drawing/2014/main" id="{781B675E-D7C9-45D3-F454-B7FCEEE37CF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2" name="Rectangle: Rounded Corners 1151">
                  <a:extLst>
                    <a:ext uri="{FF2B5EF4-FFF2-40B4-BE49-F238E27FC236}">
                      <a16:creationId xmlns:a16="http://schemas.microsoft.com/office/drawing/2014/main" id="{7175F22C-A1CE-D343-3B0F-09CA95726F0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3" name="Rectangle: Rounded Corners 1152">
                  <a:extLst>
                    <a:ext uri="{FF2B5EF4-FFF2-40B4-BE49-F238E27FC236}">
                      <a16:creationId xmlns:a16="http://schemas.microsoft.com/office/drawing/2014/main" id="{7E2A2B3D-CE89-27D7-440C-B6C1FDEF767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4" name="Rectangle: Rounded Corners 1153">
                  <a:extLst>
                    <a:ext uri="{FF2B5EF4-FFF2-40B4-BE49-F238E27FC236}">
                      <a16:creationId xmlns:a16="http://schemas.microsoft.com/office/drawing/2014/main" id="{815CBC41-76F9-A44F-1F67-DFC1499A637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5" name="Rectangle: Rounded Corners 1154">
                  <a:extLst>
                    <a:ext uri="{FF2B5EF4-FFF2-40B4-BE49-F238E27FC236}">
                      <a16:creationId xmlns:a16="http://schemas.microsoft.com/office/drawing/2014/main" id="{0B9817C6-C68C-B022-814F-4F53D032703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424FC4F0-18D2-A7CD-29D8-AF46B045BD6D}"/>
              </a:ext>
            </a:extLst>
          </p:cNvPr>
          <p:cNvGrpSpPr/>
          <p:nvPr/>
        </p:nvGrpSpPr>
        <p:grpSpPr>
          <a:xfrm>
            <a:off x="-478972" y="439777"/>
            <a:ext cx="13102977" cy="1243880"/>
            <a:chOff x="3628570" y="4023519"/>
            <a:chExt cx="23905029" cy="226933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D4FB2A1-B3C9-71ED-B379-983A4A7613C3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12A9838-C15E-1DE7-6097-C9C6F4E847CB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8E28043D-CF43-D6A3-9C4F-6DBBDC2FE16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3BF9F007-84E2-5CCA-6B64-98D595DB045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DF47D0DD-603A-0829-DAFB-25DCAB68282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D971C30D-33E8-B5E2-E803-2929675EB8D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AF82DDE1-B1E1-C5C2-49F7-20144F9F65D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1C9A2296-319B-7ADA-A959-20A723DC528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6484C9AA-FCEB-C857-95BA-BE2B5696EDD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D5EF765A-83BF-F44B-1E9E-A46C594C899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BF6F79E5-A5DC-E452-EB4D-DDCBC6FCCAB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EE1B297D-34C8-6983-CAD7-A0B7E0F3182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DEE3486F-D8AD-6413-34A6-88BEAC3038E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87064B40-B753-8D7B-3E93-8FB7F4E26DA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748BB0F5-BDC6-5A8C-1AD1-F17E5A68248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5625DC90-2BE3-917B-24F2-7B45ABAB6ED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21F706EE-073B-35DF-D78C-5EA9A6A5C9E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51BE860F-BE78-74A3-DC89-02313F84259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CEC13565-CF01-3ADA-A87E-DD6214D7404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C9CFDBAE-2F69-3165-CBC0-3E23440E74F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E9D66B34-519D-06F0-0250-70334C5E3B1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BF78A44F-B238-10AA-2211-654F5CF97C76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F3A0061C-9561-9B46-3E30-DD0BF17D96E9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61A68365-7324-4682-E1BE-9A2792FB96E1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F9BBA1C0-F987-E9C9-304D-07AA2F8F305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248AC9EC-0868-926A-2C1C-05CDDABCB2E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13331F0C-603A-97DB-5A36-D78F63BAAE4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Rectangle: Rounded Corners 68">
                  <a:extLst>
                    <a:ext uri="{FF2B5EF4-FFF2-40B4-BE49-F238E27FC236}">
                      <a16:creationId xmlns:a16="http://schemas.microsoft.com/office/drawing/2014/main" id="{5EA1A643-EBCE-5A95-F4C1-C01715EA2D5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" name="Rectangle: Rounded Corners 69">
                  <a:extLst>
                    <a:ext uri="{FF2B5EF4-FFF2-40B4-BE49-F238E27FC236}">
                      <a16:creationId xmlns:a16="http://schemas.microsoft.com/office/drawing/2014/main" id="{FE41F81E-1A46-A91F-F594-BEA263CBAA5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1" name="Rectangle: Rounded Corners 70">
                  <a:extLst>
                    <a:ext uri="{FF2B5EF4-FFF2-40B4-BE49-F238E27FC236}">
                      <a16:creationId xmlns:a16="http://schemas.microsoft.com/office/drawing/2014/main" id="{3B696A68-D6F0-1097-780B-EBC3633276B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2" name="Rectangle: Rounded Corners 71">
                  <a:extLst>
                    <a:ext uri="{FF2B5EF4-FFF2-40B4-BE49-F238E27FC236}">
                      <a16:creationId xmlns:a16="http://schemas.microsoft.com/office/drawing/2014/main" id="{7579BA3F-9BAC-F330-50BF-66BAC78F6D2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" name="Rectangle: Rounded Corners 72">
                  <a:extLst>
                    <a:ext uri="{FF2B5EF4-FFF2-40B4-BE49-F238E27FC236}">
                      <a16:creationId xmlns:a16="http://schemas.microsoft.com/office/drawing/2014/main" id="{30BFC9FB-AA72-6637-4FA8-016945B0DC0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CE7C90A5-AC3F-0FF1-8D4D-7CCD102F1D4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CE075E4D-0A12-A578-BF5D-263313BE903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D7E29274-5B95-1993-B735-9EBC326CF2B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Rectangle: Rounded Corners 59">
                  <a:extLst>
                    <a:ext uri="{FF2B5EF4-FFF2-40B4-BE49-F238E27FC236}">
                      <a16:creationId xmlns:a16="http://schemas.microsoft.com/office/drawing/2014/main" id="{FCF5A234-CEFB-F40C-57CD-B7C365EC8D7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4BE46C6F-34A7-5215-E37A-68AF32D3131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E0DD8770-330E-18B6-BC8A-A6606A4E7C4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B8A6CF56-B393-7B41-E39F-05DED981B9F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41D6827E-689B-9988-FAE9-BE88D2E543B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E31F0503-7665-544F-097F-FA2FBEE95D9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6D3245CC-19E6-9F83-49F5-EB0C5B81B0FE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39A4AED4-EFB2-8C11-FDC8-FD7F1B95682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C0058311-79A9-3605-B18F-5DF983752FF9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86" name="Rectangle: Rounded Corners 85">
                  <a:extLst>
                    <a:ext uri="{FF2B5EF4-FFF2-40B4-BE49-F238E27FC236}">
                      <a16:creationId xmlns:a16="http://schemas.microsoft.com/office/drawing/2014/main" id="{3934FA83-66E8-985A-23BC-7D13B0EB338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" name="Rectangle: Rounded Corners 86">
                  <a:extLst>
                    <a:ext uri="{FF2B5EF4-FFF2-40B4-BE49-F238E27FC236}">
                      <a16:creationId xmlns:a16="http://schemas.microsoft.com/office/drawing/2014/main" id="{DFF540CF-7BC5-12E9-69BA-37395F35670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Rectangle: Rounded Corners 87">
                  <a:extLst>
                    <a:ext uri="{FF2B5EF4-FFF2-40B4-BE49-F238E27FC236}">
                      <a16:creationId xmlns:a16="http://schemas.microsoft.com/office/drawing/2014/main" id="{7BEC6C0A-955D-C454-4896-59C6F5F5413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9" name="Rectangle: Rounded Corners 88">
                  <a:extLst>
                    <a:ext uri="{FF2B5EF4-FFF2-40B4-BE49-F238E27FC236}">
                      <a16:creationId xmlns:a16="http://schemas.microsoft.com/office/drawing/2014/main" id="{1C8CDDE4-892A-C32B-0728-D7CB416F31C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Rectangle: Rounded Corners 89">
                  <a:extLst>
                    <a:ext uri="{FF2B5EF4-FFF2-40B4-BE49-F238E27FC236}">
                      <a16:creationId xmlns:a16="http://schemas.microsoft.com/office/drawing/2014/main" id="{E65E28AF-B95D-4D18-70FA-7309E317871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Rectangle: Rounded Corners 90">
                  <a:extLst>
                    <a:ext uri="{FF2B5EF4-FFF2-40B4-BE49-F238E27FC236}">
                      <a16:creationId xmlns:a16="http://schemas.microsoft.com/office/drawing/2014/main" id="{113413B8-AE0C-D44E-D657-437A7DA608F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Rectangle: Rounded Corners 91">
                  <a:extLst>
                    <a:ext uri="{FF2B5EF4-FFF2-40B4-BE49-F238E27FC236}">
                      <a16:creationId xmlns:a16="http://schemas.microsoft.com/office/drawing/2014/main" id="{0A006CD4-55EF-7C9C-45C4-F58C4604312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Rectangle: Rounded Corners 92">
                  <a:extLst>
                    <a:ext uri="{FF2B5EF4-FFF2-40B4-BE49-F238E27FC236}">
                      <a16:creationId xmlns:a16="http://schemas.microsoft.com/office/drawing/2014/main" id="{CC2CA0F9-BFF4-D75B-448A-9327AEB2D18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A786699A-74F4-4A3C-AC7A-11A83160ADB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A393FB69-F079-C273-98AF-061F5C08A95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A05B7D51-9AC0-D01C-A262-9FF766A9686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76F9D04D-FDD4-4F41-FFFD-1FAE1F312C4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52B65287-8767-1F6D-EC54-9037F817F1F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0E47B0DF-483E-EC86-E0A2-9B1A241AC51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3D526DAD-F9F7-3BF5-F4A1-0FC619B8682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BA9DD1B4-D933-1226-DC60-12B1675A5FC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Rectangle: Rounded Corners 84">
                  <a:extLst>
                    <a:ext uri="{FF2B5EF4-FFF2-40B4-BE49-F238E27FC236}">
                      <a16:creationId xmlns:a16="http://schemas.microsoft.com/office/drawing/2014/main" id="{2C0A5CDC-238D-64FD-A66F-7DDD2BFD8EA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AB2611B-C445-7402-3349-76864C226053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CD798DDE-2A0A-213A-4B16-AF0DF922AC3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C3186FD8-29CD-B851-B0AD-364400BC8F6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06" name="Rectangle: Rounded Corners 105">
                  <a:extLst>
                    <a:ext uri="{FF2B5EF4-FFF2-40B4-BE49-F238E27FC236}">
                      <a16:creationId xmlns:a16="http://schemas.microsoft.com/office/drawing/2014/main" id="{B035FB53-7073-DC21-69A0-F5B610C3D47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7" name="Rectangle: Rounded Corners 106">
                  <a:extLst>
                    <a:ext uri="{FF2B5EF4-FFF2-40B4-BE49-F238E27FC236}">
                      <a16:creationId xmlns:a16="http://schemas.microsoft.com/office/drawing/2014/main" id="{27342D67-A5F3-8CB2-5DEC-28FD80625FC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" name="Rectangle: Rounded Corners 107">
                  <a:extLst>
                    <a:ext uri="{FF2B5EF4-FFF2-40B4-BE49-F238E27FC236}">
                      <a16:creationId xmlns:a16="http://schemas.microsoft.com/office/drawing/2014/main" id="{34D8C085-E7CF-DB36-25E7-8528C413F19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Rectangle: Rounded Corners 108">
                  <a:extLst>
                    <a:ext uri="{FF2B5EF4-FFF2-40B4-BE49-F238E27FC236}">
                      <a16:creationId xmlns:a16="http://schemas.microsoft.com/office/drawing/2014/main" id="{F1F961DF-7638-92C6-7336-4551E396FA6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" name="Rectangle: Rounded Corners 109">
                  <a:extLst>
                    <a:ext uri="{FF2B5EF4-FFF2-40B4-BE49-F238E27FC236}">
                      <a16:creationId xmlns:a16="http://schemas.microsoft.com/office/drawing/2014/main" id="{976B82CF-C3C4-CA61-34B4-F9D89BEA78A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" name="Rectangle: Rounded Corners 110">
                  <a:extLst>
                    <a:ext uri="{FF2B5EF4-FFF2-40B4-BE49-F238E27FC236}">
                      <a16:creationId xmlns:a16="http://schemas.microsoft.com/office/drawing/2014/main" id="{C0B1EE41-12B1-9BF2-1043-5405789E610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" name="Rectangle: Rounded Corners 111">
                  <a:extLst>
                    <a:ext uri="{FF2B5EF4-FFF2-40B4-BE49-F238E27FC236}">
                      <a16:creationId xmlns:a16="http://schemas.microsoft.com/office/drawing/2014/main" id="{B4F4CF9D-D6F2-D986-DF0B-06E465ACB30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" name="Rectangle: Rounded Corners 112">
                  <a:extLst>
                    <a:ext uri="{FF2B5EF4-FFF2-40B4-BE49-F238E27FC236}">
                      <a16:creationId xmlns:a16="http://schemas.microsoft.com/office/drawing/2014/main" id="{BBFE4474-15B6-999D-3644-153D12F0AF9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EAC47816-6E8D-9FBC-D98E-81E0FC1C8E1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98" name="Rectangle: Rounded Corners 97">
                  <a:extLst>
                    <a:ext uri="{FF2B5EF4-FFF2-40B4-BE49-F238E27FC236}">
                      <a16:creationId xmlns:a16="http://schemas.microsoft.com/office/drawing/2014/main" id="{10B1E582-3E3D-2CE8-8FC7-F7BF5F9973E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Rectangle: Rounded Corners 98">
                  <a:extLst>
                    <a:ext uri="{FF2B5EF4-FFF2-40B4-BE49-F238E27FC236}">
                      <a16:creationId xmlns:a16="http://schemas.microsoft.com/office/drawing/2014/main" id="{CC445D13-EC84-0756-1FE2-18A267E8AFC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Rectangle: Rounded Corners 99">
                  <a:extLst>
                    <a:ext uri="{FF2B5EF4-FFF2-40B4-BE49-F238E27FC236}">
                      <a16:creationId xmlns:a16="http://schemas.microsoft.com/office/drawing/2014/main" id="{20F21CCC-5F87-3EE3-9ABA-B1386862ADF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Rectangle: Rounded Corners 100">
                  <a:extLst>
                    <a:ext uri="{FF2B5EF4-FFF2-40B4-BE49-F238E27FC236}">
                      <a16:creationId xmlns:a16="http://schemas.microsoft.com/office/drawing/2014/main" id="{B3E6E32C-11F6-2947-AB66-944FA91D002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Rectangle: Rounded Corners 101">
                  <a:extLst>
                    <a:ext uri="{FF2B5EF4-FFF2-40B4-BE49-F238E27FC236}">
                      <a16:creationId xmlns:a16="http://schemas.microsoft.com/office/drawing/2014/main" id="{11C436AD-D942-1DAE-F7C4-826A1B17463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3" name="Rectangle: Rounded Corners 102">
                  <a:extLst>
                    <a:ext uri="{FF2B5EF4-FFF2-40B4-BE49-F238E27FC236}">
                      <a16:creationId xmlns:a16="http://schemas.microsoft.com/office/drawing/2014/main" id="{13DC6B3F-3F46-199E-5D0F-1191D87CD2D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Rectangle: Rounded Corners 103">
                  <a:extLst>
                    <a:ext uri="{FF2B5EF4-FFF2-40B4-BE49-F238E27FC236}">
                      <a16:creationId xmlns:a16="http://schemas.microsoft.com/office/drawing/2014/main" id="{A0BF0D6E-806B-0145-F2CC-F6B5D7687DB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5" name="Rectangle: Rounded Corners 104">
                  <a:extLst>
                    <a:ext uri="{FF2B5EF4-FFF2-40B4-BE49-F238E27FC236}">
                      <a16:creationId xmlns:a16="http://schemas.microsoft.com/office/drawing/2014/main" id="{F592E2DD-0BC1-1AC3-D59D-12F876DC24C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5E7F157B-E9B7-EB08-0E5C-44AD635A3BCA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EE846D3A-0FB2-F40E-D567-F81EA6884EF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0E242D41-0EEF-FA78-4998-B7190DA3A34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6" name="Rectangle: Rounded Corners 125">
                  <a:extLst>
                    <a:ext uri="{FF2B5EF4-FFF2-40B4-BE49-F238E27FC236}">
                      <a16:creationId xmlns:a16="http://schemas.microsoft.com/office/drawing/2014/main" id="{935D554B-A03F-3C02-5DB5-F046C2A76CF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" name="Rectangle: Rounded Corners 126">
                  <a:extLst>
                    <a:ext uri="{FF2B5EF4-FFF2-40B4-BE49-F238E27FC236}">
                      <a16:creationId xmlns:a16="http://schemas.microsoft.com/office/drawing/2014/main" id="{A30D327D-5599-A337-4602-A7BF9BCCE8F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Rectangle: Rounded Corners 127">
                  <a:extLst>
                    <a:ext uri="{FF2B5EF4-FFF2-40B4-BE49-F238E27FC236}">
                      <a16:creationId xmlns:a16="http://schemas.microsoft.com/office/drawing/2014/main" id="{6A159A13-C860-8062-B4F5-4E3D9A79EDB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Rectangle: Rounded Corners 128">
                  <a:extLst>
                    <a:ext uri="{FF2B5EF4-FFF2-40B4-BE49-F238E27FC236}">
                      <a16:creationId xmlns:a16="http://schemas.microsoft.com/office/drawing/2014/main" id="{541FFD35-98F5-22CF-355E-22F1BFA9995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" name="Rectangle: Rounded Corners 129">
                  <a:extLst>
                    <a:ext uri="{FF2B5EF4-FFF2-40B4-BE49-F238E27FC236}">
                      <a16:creationId xmlns:a16="http://schemas.microsoft.com/office/drawing/2014/main" id="{FE8BAF69-93D4-03F6-540E-A4EDFB2A745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1" name="Rectangle: Rounded Corners 130">
                  <a:extLst>
                    <a:ext uri="{FF2B5EF4-FFF2-40B4-BE49-F238E27FC236}">
                      <a16:creationId xmlns:a16="http://schemas.microsoft.com/office/drawing/2014/main" id="{42AB3BDC-8B6B-4C71-6919-F25F42E5941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Rectangle: Rounded Corners 131">
                  <a:extLst>
                    <a:ext uri="{FF2B5EF4-FFF2-40B4-BE49-F238E27FC236}">
                      <a16:creationId xmlns:a16="http://schemas.microsoft.com/office/drawing/2014/main" id="{79CE1EC2-C5F7-EE75-9E1B-700328643CA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3" name="Rectangle: Rounded Corners 132">
                  <a:extLst>
                    <a:ext uri="{FF2B5EF4-FFF2-40B4-BE49-F238E27FC236}">
                      <a16:creationId xmlns:a16="http://schemas.microsoft.com/office/drawing/2014/main" id="{78F971D8-7225-98B0-2C92-9463641D41A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163CF869-8716-0412-99BE-EA6ADF6096A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8" name="Rectangle: Rounded Corners 117">
                  <a:extLst>
                    <a:ext uri="{FF2B5EF4-FFF2-40B4-BE49-F238E27FC236}">
                      <a16:creationId xmlns:a16="http://schemas.microsoft.com/office/drawing/2014/main" id="{5A53DF51-5775-3E16-D2D8-BEC143380FB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" name="Rectangle: Rounded Corners 118">
                  <a:extLst>
                    <a:ext uri="{FF2B5EF4-FFF2-40B4-BE49-F238E27FC236}">
                      <a16:creationId xmlns:a16="http://schemas.microsoft.com/office/drawing/2014/main" id="{B54CAF68-56AA-42C4-8357-0428CB731F5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" name="Rectangle: Rounded Corners 119">
                  <a:extLst>
                    <a:ext uri="{FF2B5EF4-FFF2-40B4-BE49-F238E27FC236}">
                      <a16:creationId xmlns:a16="http://schemas.microsoft.com/office/drawing/2014/main" id="{36431CDB-799A-0C3C-D7A5-E7046F069A4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" name="Rectangle: Rounded Corners 120">
                  <a:extLst>
                    <a:ext uri="{FF2B5EF4-FFF2-40B4-BE49-F238E27FC236}">
                      <a16:creationId xmlns:a16="http://schemas.microsoft.com/office/drawing/2014/main" id="{5D36A630-0CB3-0F20-922C-9C7C52BF8AD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Rectangle: Rounded Corners 121">
                  <a:extLst>
                    <a:ext uri="{FF2B5EF4-FFF2-40B4-BE49-F238E27FC236}">
                      <a16:creationId xmlns:a16="http://schemas.microsoft.com/office/drawing/2014/main" id="{5A1438E2-D718-3EDD-9D69-F9C9B9BA87C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" name="Rectangle: Rounded Corners 122">
                  <a:extLst>
                    <a:ext uri="{FF2B5EF4-FFF2-40B4-BE49-F238E27FC236}">
                      <a16:creationId xmlns:a16="http://schemas.microsoft.com/office/drawing/2014/main" id="{A6C868CC-2E2C-1EB3-8E9D-DDA69AFA5B4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Rectangle: Rounded Corners 123">
                  <a:extLst>
                    <a:ext uri="{FF2B5EF4-FFF2-40B4-BE49-F238E27FC236}">
                      <a16:creationId xmlns:a16="http://schemas.microsoft.com/office/drawing/2014/main" id="{12913752-20FA-03CE-546F-6827985155E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" name="Rectangle: Rounded Corners 124">
                  <a:extLst>
                    <a:ext uri="{FF2B5EF4-FFF2-40B4-BE49-F238E27FC236}">
                      <a16:creationId xmlns:a16="http://schemas.microsoft.com/office/drawing/2014/main" id="{F05F978D-B56F-EF42-F478-F8168898B71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65EEB24E-66BD-3A00-0C95-57EA0AC81473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35" name="Rectangle: Rounded Corners 134">
                <a:extLst>
                  <a:ext uri="{FF2B5EF4-FFF2-40B4-BE49-F238E27FC236}">
                    <a16:creationId xmlns:a16="http://schemas.microsoft.com/office/drawing/2014/main" id="{14725EB7-5F6D-5E0C-74FC-A56636876AE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4EDBDFD2-1BCE-E220-EE23-E5759913F01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6" name="Rectangle: Rounded Corners 145">
                  <a:extLst>
                    <a:ext uri="{FF2B5EF4-FFF2-40B4-BE49-F238E27FC236}">
                      <a16:creationId xmlns:a16="http://schemas.microsoft.com/office/drawing/2014/main" id="{40138E39-DD10-AEBE-A353-7D1FEF81844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" name="Rectangle: Rounded Corners 146">
                  <a:extLst>
                    <a:ext uri="{FF2B5EF4-FFF2-40B4-BE49-F238E27FC236}">
                      <a16:creationId xmlns:a16="http://schemas.microsoft.com/office/drawing/2014/main" id="{5B1619C4-2B9E-FA83-AC61-337A3173DD3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" name="Rectangle: Rounded Corners 147">
                  <a:extLst>
                    <a:ext uri="{FF2B5EF4-FFF2-40B4-BE49-F238E27FC236}">
                      <a16:creationId xmlns:a16="http://schemas.microsoft.com/office/drawing/2014/main" id="{B8F9A9C4-2665-00DB-6520-163FDA5B0DA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" name="Rectangle: Rounded Corners 148">
                  <a:extLst>
                    <a:ext uri="{FF2B5EF4-FFF2-40B4-BE49-F238E27FC236}">
                      <a16:creationId xmlns:a16="http://schemas.microsoft.com/office/drawing/2014/main" id="{0038931D-9F31-5C70-B958-5EE68593D0F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Rectangle: Rounded Corners 149">
                  <a:extLst>
                    <a:ext uri="{FF2B5EF4-FFF2-40B4-BE49-F238E27FC236}">
                      <a16:creationId xmlns:a16="http://schemas.microsoft.com/office/drawing/2014/main" id="{873D539C-022E-1367-45BF-02B51D90D8B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" name="Rectangle: Rounded Corners 150">
                  <a:extLst>
                    <a:ext uri="{FF2B5EF4-FFF2-40B4-BE49-F238E27FC236}">
                      <a16:creationId xmlns:a16="http://schemas.microsoft.com/office/drawing/2014/main" id="{672B35F8-B58D-0642-11EE-C6D54248192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" name="Rectangle: Rounded Corners 151">
                  <a:extLst>
                    <a:ext uri="{FF2B5EF4-FFF2-40B4-BE49-F238E27FC236}">
                      <a16:creationId xmlns:a16="http://schemas.microsoft.com/office/drawing/2014/main" id="{333AAF74-2AC9-513C-D87E-5A1A6362DF6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" name="Rectangle: Rounded Corners 152">
                  <a:extLst>
                    <a:ext uri="{FF2B5EF4-FFF2-40B4-BE49-F238E27FC236}">
                      <a16:creationId xmlns:a16="http://schemas.microsoft.com/office/drawing/2014/main" id="{D749CA86-0AFC-CFBC-DB67-B32C1AABAFD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127AFE42-92A9-86AD-91C7-D8A8D551A5D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8" name="Rectangle: Rounded Corners 137">
                  <a:extLst>
                    <a:ext uri="{FF2B5EF4-FFF2-40B4-BE49-F238E27FC236}">
                      <a16:creationId xmlns:a16="http://schemas.microsoft.com/office/drawing/2014/main" id="{AF98213E-5E2E-A12A-824F-BD52923036C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" name="Rectangle: Rounded Corners 138">
                  <a:extLst>
                    <a:ext uri="{FF2B5EF4-FFF2-40B4-BE49-F238E27FC236}">
                      <a16:creationId xmlns:a16="http://schemas.microsoft.com/office/drawing/2014/main" id="{7CF4025F-B683-5586-DE35-170C76F16F7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" name="Rectangle: Rounded Corners 139">
                  <a:extLst>
                    <a:ext uri="{FF2B5EF4-FFF2-40B4-BE49-F238E27FC236}">
                      <a16:creationId xmlns:a16="http://schemas.microsoft.com/office/drawing/2014/main" id="{3CEA637C-5129-61E4-55C4-50F46F0B2D5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Rectangle: Rounded Corners 140">
                  <a:extLst>
                    <a:ext uri="{FF2B5EF4-FFF2-40B4-BE49-F238E27FC236}">
                      <a16:creationId xmlns:a16="http://schemas.microsoft.com/office/drawing/2014/main" id="{012AE3B0-CEBE-DF17-BC3C-EF9EBA6239E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Rectangle: Rounded Corners 141">
                  <a:extLst>
                    <a:ext uri="{FF2B5EF4-FFF2-40B4-BE49-F238E27FC236}">
                      <a16:creationId xmlns:a16="http://schemas.microsoft.com/office/drawing/2014/main" id="{771F21F3-A2E8-4DEA-5D6D-21E28F81F88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Rectangle: Rounded Corners 142">
                  <a:extLst>
                    <a:ext uri="{FF2B5EF4-FFF2-40B4-BE49-F238E27FC236}">
                      <a16:creationId xmlns:a16="http://schemas.microsoft.com/office/drawing/2014/main" id="{F9B7186A-21C6-85C6-6839-6D78DA93D75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Rectangle: Rounded Corners 143">
                  <a:extLst>
                    <a:ext uri="{FF2B5EF4-FFF2-40B4-BE49-F238E27FC236}">
                      <a16:creationId xmlns:a16="http://schemas.microsoft.com/office/drawing/2014/main" id="{598EABC4-F336-341E-DA94-FBC71F69B71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Rectangle: Rounded Corners 144">
                  <a:extLst>
                    <a:ext uri="{FF2B5EF4-FFF2-40B4-BE49-F238E27FC236}">
                      <a16:creationId xmlns:a16="http://schemas.microsoft.com/office/drawing/2014/main" id="{9D81DB5B-3348-19FB-6859-4146DFD2461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4ED35D60-58CD-0B23-B89B-ED6327445471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55" name="Rectangle: Rounded Corners 154">
                <a:extLst>
                  <a:ext uri="{FF2B5EF4-FFF2-40B4-BE49-F238E27FC236}">
                    <a16:creationId xmlns:a16="http://schemas.microsoft.com/office/drawing/2014/main" id="{D68E2907-A742-C533-9941-3F722507528B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1F3AC0CD-393F-9B32-2FA2-EF59D07CF40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6" name="Rectangle: Rounded Corners 165">
                  <a:extLst>
                    <a:ext uri="{FF2B5EF4-FFF2-40B4-BE49-F238E27FC236}">
                      <a16:creationId xmlns:a16="http://schemas.microsoft.com/office/drawing/2014/main" id="{2FF48E9B-BE20-0487-251D-E3F8E188D65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" name="Rectangle: Rounded Corners 166">
                  <a:extLst>
                    <a:ext uri="{FF2B5EF4-FFF2-40B4-BE49-F238E27FC236}">
                      <a16:creationId xmlns:a16="http://schemas.microsoft.com/office/drawing/2014/main" id="{A5DE3497-73BF-A465-1692-8C5D092E4EE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8" name="Rectangle: Rounded Corners 167">
                  <a:extLst>
                    <a:ext uri="{FF2B5EF4-FFF2-40B4-BE49-F238E27FC236}">
                      <a16:creationId xmlns:a16="http://schemas.microsoft.com/office/drawing/2014/main" id="{3F1A0EE4-17D5-D8CD-D9B6-17955FA3A40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" name="Rectangle: Rounded Corners 168">
                  <a:extLst>
                    <a:ext uri="{FF2B5EF4-FFF2-40B4-BE49-F238E27FC236}">
                      <a16:creationId xmlns:a16="http://schemas.microsoft.com/office/drawing/2014/main" id="{8F196557-B874-672E-1F98-E37D561E510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0" name="Rectangle: Rounded Corners 169">
                  <a:extLst>
                    <a:ext uri="{FF2B5EF4-FFF2-40B4-BE49-F238E27FC236}">
                      <a16:creationId xmlns:a16="http://schemas.microsoft.com/office/drawing/2014/main" id="{CEF4921E-E3D5-3801-91AB-D544B1D9D4F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" name="Rectangle: Rounded Corners 170">
                  <a:extLst>
                    <a:ext uri="{FF2B5EF4-FFF2-40B4-BE49-F238E27FC236}">
                      <a16:creationId xmlns:a16="http://schemas.microsoft.com/office/drawing/2014/main" id="{8DFB2BF4-E015-8C9B-AA15-AD177061909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" name="Rectangle: Rounded Corners 171">
                  <a:extLst>
                    <a:ext uri="{FF2B5EF4-FFF2-40B4-BE49-F238E27FC236}">
                      <a16:creationId xmlns:a16="http://schemas.microsoft.com/office/drawing/2014/main" id="{26E37420-F403-FA36-8AC1-B8D1A2982B1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" name="Rectangle: Rounded Corners 172">
                  <a:extLst>
                    <a:ext uri="{FF2B5EF4-FFF2-40B4-BE49-F238E27FC236}">
                      <a16:creationId xmlns:a16="http://schemas.microsoft.com/office/drawing/2014/main" id="{FD5693A9-6948-801C-9EA7-51B40108CCA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F2FF87D7-A761-95DF-3E5F-34C618906A8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8" name="Rectangle: Rounded Corners 157">
                  <a:extLst>
                    <a:ext uri="{FF2B5EF4-FFF2-40B4-BE49-F238E27FC236}">
                      <a16:creationId xmlns:a16="http://schemas.microsoft.com/office/drawing/2014/main" id="{F5E171C4-2BAF-AE5D-7685-A7CFD901ACC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" name="Rectangle: Rounded Corners 158">
                  <a:extLst>
                    <a:ext uri="{FF2B5EF4-FFF2-40B4-BE49-F238E27FC236}">
                      <a16:creationId xmlns:a16="http://schemas.microsoft.com/office/drawing/2014/main" id="{40B12E20-D791-811A-8044-4C866E0D468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0" name="Rectangle: Rounded Corners 159">
                  <a:extLst>
                    <a:ext uri="{FF2B5EF4-FFF2-40B4-BE49-F238E27FC236}">
                      <a16:creationId xmlns:a16="http://schemas.microsoft.com/office/drawing/2014/main" id="{7EE66CCC-C15D-925F-1AF2-9AC67977DD1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Rectangle: Rounded Corners 160">
                  <a:extLst>
                    <a:ext uri="{FF2B5EF4-FFF2-40B4-BE49-F238E27FC236}">
                      <a16:creationId xmlns:a16="http://schemas.microsoft.com/office/drawing/2014/main" id="{722C2551-5992-11C7-4E1C-35DEA000085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Rectangle: Rounded Corners 161">
                  <a:extLst>
                    <a:ext uri="{FF2B5EF4-FFF2-40B4-BE49-F238E27FC236}">
                      <a16:creationId xmlns:a16="http://schemas.microsoft.com/office/drawing/2014/main" id="{3481C9CA-8FB0-8218-F4A8-92011E521E0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Rectangle: Rounded Corners 162">
                  <a:extLst>
                    <a:ext uri="{FF2B5EF4-FFF2-40B4-BE49-F238E27FC236}">
                      <a16:creationId xmlns:a16="http://schemas.microsoft.com/office/drawing/2014/main" id="{DD5647A6-02F3-76AF-60B7-5AA1D734A0A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4" name="Rectangle: Rounded Corners 163">
                  <a:extLst>
                    <a:ext uri="{FF2B5EF4-FFF2-40B4-BE49-F238E27FC236}">
                      <a16:creationId xmlns:a16="http://schemas.microsoft.com/office/drawing/2014/main" id="{AA949DC7-43F5-7BF3-23D0-B9A568A5C86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" name="Rectangle: Rounded Corners 164">
                  <a:extLst>
                    <a:ext uri="{FF2B5EF4-FFF2-40B4-BE49-F238E27FC236}">
                      <a16:creationId xmlns:a16="http://schemas.microsoft.com/office/drawing/2014/main" id="{AC7A0B0A-75EA-D688-63B0-B0A5CA98F0A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FA3E7858-5341-71C6-0340-9D0595F3F480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75" name="Rectangle: Rounded Corners 174">
                <a:extLst>
                  <a:ext uri="{FF2B5EF4-FFF2-40B4-BE49-F238E27FC236}">
                    <a16:creationId xmlns:a16="http://schemas.microsoft.com/office/drawing/2014/main" id="{75D0086F-3228-D81F-55F0-389E3DC58A87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BA44C102-F33E-A9AE-5392-DD3F1E6FF8A9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6" name="Rectangle: Rounded Corners 185">
                  <a:extLst>
                    <a:ext uri="{FF2B5EF4-FFF2-40B4-BE49-F238E27FC236}">
                      <a16:creationId xmlns:a16="http://schemas.microsoft.com/office/drawing/2014/main" id="{F3684284-2F80-B024-AD8F-6DBF4DDFBD7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" name="Rectangle: Rounded Corners 186">
                  <a:extLst>
                    <a:ext uri="{FF2B5EF4-FFF2-40B4-BE49-F238E27FC236}">
                      <a16:creationId xmlns:a16="http://schemas.microsoft.com/office/drawing/2014/main" id="{59F5F940-51A6-63FA-F966-DDDF4AA0061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8" name="Rectangle: Rounded Corners 187">
                  <a:extLst>
                    <a:ext uri="{FF2B5EF4-FFF2-40B4-BE49-F238E27FC236}">
                      <a16:creationId xmlns:a16="http://schemas.microsoft.com/office/drawing/2014/main" id="{EA804139-629A-D444-E634-2D9681EFB69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Rectangle: Rounded Corners 188">
                  <a:extLst>
                    <a:ext uri="{FF2B5EF4-FFF2-40B4-BE49-F238E27FC236}">
                      <a16:creationId xmlns:a16="http://schemas.microsoft.com/office/drawing/2014/main" id="{06393EA1-E844-1F07-73E1-ED2C921A260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" name="Rectangle: Rounded Corners 189">
                  <a:extLst>
                    <a:ext uri="{FF2B5EF4-FFF2-40B4-BE49-F238E27FC236}">
                      <a16:creationId xmlns:a16="http://schemas.microsoft.com/office/drawing/2014/main" id="{6CB5415D-507B-3796-F70C-35AB1BC7D64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" name="Rectangle: Rounded Corners 190">
                  <a:extLst>
                    <a:ext uri="{FF2B5EF4-FFF2-40B4-BE49-F238E27FC236}">
                      <a16:creationId xmlns:a16="http://schemas.microsoft.com/office/drawing/2014/main" id="{D416788B-67F1-8895-EE2F-7E89EBF1404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Rectangle: Rounded Corners 191">
                  <a:extLst>
                    <a:ext uri="{FF2B5EF4-FFF2-40B4-BE49-F238E27FC236}">
                      <a16:creationId xmlns:a16="http://schemas.microsoft.com/office/drawing/2014/main" id="{B24715AD-6361-F1F5-7ED8-75B1EAF2B72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" name="Rectangle: Rounded Corners 192">
                  <a:extLst>
                    <a:ext uri="{FF2B5EF4-FFF2-40B4-BE49-F238E27FC236}">
                      <a16:creationId xmlns:a16="http://schemas.microsoft.com/office/drawing/2014/main" id="{28C95125-E481-8DF0-1DFB-8F9A19F6FEB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775550C8-E5AD-2FD1-D6D7-03B76E48ED1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8" name="Rectangle: Rounded Corners 177">
                  <a:extLst>
                    <a:ext uri="{FF2B5EF4-FFF2-40B4-BE49-F238E27FC236}">
                      <a16:creationId xmlns:a16="http://schemas.microsoft.com/office/drawing/2014/main" id="{2B50A939-7465-A37F-FCF3-03C6D6470FF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" name="Rectangle: Rounded Corners 178">
                  <a:extLst>
                    <a:ext uri="{FF2B5EF4-FFF2-40B4-BE49-F238E27FC236}">
                      <a16:creationId xmlns:a16="http://schemas.microsoft.com/office/drawing/2014/main" id="{FA973A8C-5934-21AA-BB9B-B40F068E2B1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" name="Rectangle: Rounded Corners 179">
                  <a:extLst>
                    <a:ext uri="{FF2B5EF4-FFF2-40B4-BE49-F238E27FC236}">
                      <a16:creationId xmlns:a16="http://schemas.microsoft.com/office/drawing/2014/main" id="{16E8FFF0-2C71-71BC-957E-145E3642CB8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" name="Rectangle: Rounded Corners 180">
                  <a:extLst>
                    <a:ext uri="{FF2B5EF4-FFF2-40B4-BE49-F238E27FC236}">
                      <a16:creationId xmlns:a16="http://schemas.microsoft.com/office/drawing/2014/main" id="{19B6AD3D-DC00-348D-A2D2-E7A5C310E71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" name="Rectangle: Rounded Corners 181">
                  <a:extLst>
                    <a:ext uri="{FF2B5EF4-FFF2-40B4-BE49-F238E27FC236}">
                      <a16:creationId xmlns:a16="http://schemas.microsoft.com/office/drawing/2014/main" id="{4EF46DAF-2B9D-C957-3E6F-5AD6320A398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" name="Rectangle: Rounded Corners 182">
                  <a:extLst>
                    <a:ext uri="{FF2B5EF4-FFF2-40B4-BE49-F238E27FC236}">
                      <a16:creationId xmlns:a16="http://schemas.microsoft.com/office/drawing/2014/main" id="{59B89EED-CE70-939E-41EB-4B0407A39B8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" name="Rectangle: Rounded Corners 183">
                  <a:extLst>
                    <a:ext uri="{FF2B5EF4-FFF2-40B4-BE49-F238E27FC236}">
                      <a16:creationId xmlns:a16="http://schemas.microsoft.com/office/drawing/2014/main" id="{6BB2341A-2E6E-BB7C-830E-09D45571CE5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" name="Rectangle: Rounded Corners 184">
                  <a:extLst>
                    <a:ext uri="{FF2B5EF4-FFF2-40B4-BE49-F238E27FC236}">
                      <a16:creationId xmlns:a16="http://schemas.microsoft.com/office/drawing/2014/main" id="{00526923-FC3E-B7FE-E6F1-0EAE88B23D1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8D0FD114-3EAD-D118-C9AE-DA06A002B74B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95" name="Rectangle: Rounded Corners 194">
                <a:extLst>
                  <a:ext uri="{FF2B5EF4-FFF2-40B4-BE49-F238E27FC236}">
                    <a16:creationId xmlns:a16="http://schemas.microsoft.com/office/drawing/2014/main" id="{B2E932B5-C7CC-5A7E-45E8-F72CD66E765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B16E07F8-8A71-AB1F-3FE9-B2BFBF710DA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6" name="Rectangle: Rounded Corners 205">
                  <a:extLst>
                    <a:ext uri="{FF2B5EF4-FFF2-40B4-BE49-F238E27FC236}">
                      <a16:creationId xmlns:a16="http://schemas.microsoft.com/office/drawing/2014/main" id="{98F36D52-42BF-4860-A16F-E8E955B3F81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Rectangle: Rounded Corners 206">
                  <a:extLst>
                    <a:ext uri="{FF2B5EF4-FFF2-40B4-BE49-F238E27FC236}">
                      <a16:creationId xmlns:a16="http://schemas.microsoft.com/office/drawing/2014/main" id="{AA873494-E005-8E61-DAB7-95D266AEE72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" name="Rectangle: Rounded Corners 207">
                  <a:extLst>
                    <a:ext uri="{FF2B5EF4-FFF2-40B4-BE49-F238E27FC236}">
                      <a16:creationId xmlns:a16="http://schemas.microsoft.com/office/drawing/2014/main" id="{8C3EDF3C-A066-912E-97FB-13E0E1511B9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" name="Rectangle: Rounded Corners 208">
                  <a:extLst>
                    <a:ext uri="{FF2B5EF4-FFF2-40B4-BE49-F238E27FC236}">
                      <a16:creationId xmlns:a16="http://schemas.microsoft.com/office/drawing/2014/main" id="{EB798FE0-B45F-2DCF-277F-865C446DD52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0" name="Rectangle: Rounded Corners 209">
                  <a:extLst>
                    <a:ext uri="{FF2B5EF4-FFF2-40B4-BE49-F238E27FC236}">
                      <a16:creationId xmlns:a16="http://schemas.microsoft.com/office/drawing/2014/main" id="{93F9101E-8E5B-F2B4-37ED-14273058F87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Rectangle: Rounded Corners 210">
                  <a:extLst>
                    <a:ext uri="{FF2B5EF4-FFF2-40B4-BE49-F238E27FC236}">
                      <a16:creationId xmlns:a16="http://schemas.microsoft.com/office/drawing/2014/main" id="{772D6E23-B143-A4B2-1609-36014C344F0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Rectangle: Rounded Corners 211">
                  <a:extLst>
                    <a:ext uri="{FF2B5EF4-FFF2-40B4-BE49-F238E27FC236}">
                      <a16:creationId xmlns:a16="http://schemas.microsoft.com/office/drawing/2014/main" id="{ED3C720C-5524-DB9F-DC7E-CB1797128CD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Rectangle: Rounded Corners 212">
                  <a:extLst>
                    <a:ext uri="{FF2B5EF4-FFF2-40B4-BE49-F238E27FC236}">
                      <a16:creationId xmlns:a16="http://schemas.microsoft.com/office/drawing/2014/main" id="{A42B493D-AA78-F920-B6FF-F6E01720786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76E59E87-D8F1-2842-9ADD-70C67340CD2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8" name="Rectangle: Rounded Corners 197">
                  <a:extLst>
                    <a:ext uri="{FF2B5EF4-FFF2-40B4-BE49-F238E27FC236}">
                      <a16:creationId xmlns:a16="http://schemas.microsoft.com/office/drawing/2014/main" id="{E8F1B3F1-B4BC-1718-B287-BAACC5ECD99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" name="Rectangle: Rounded Corners 198">
                  <a:extLst>
                    <a:ext uri="{FF2B5EF4-FFF2-40B4-BE49-F238E27FC236}">
                      <a16:creationId xmlns:a16="http://schemas.microsoft.com/office/drawing/2014/main" id="{48DE61A5-A864-DA8E-7D6A-5DB83809F63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" name="Rectangle: Rounded Corners 199">
                  <a:extLst>
                    <a:ext uri="{FF2B5EF4-FFF2-40B4-BE49-F238E27FC236}">
                      <a16:creationId xmlns:a16="http://schemas.microsoft.com/office/drawing/2014/main" id="{F37C6F9F-75B9-099C-4D6C-05934886D8E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" name="Rectangle: Rounded Corners 200">
                  <a:extLst>
                    <a:ext uri="{FF2B5EF4-FFF2-40B4-BE49-F238E27FC236}">
                      <a16:creationId xmlns:a16="http://schemas.microsoft.com/office/drawing/2014/main" id="{876D5E45-E16C-667D-621B-0A3A834758A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" name="Rectangle: Rounded Corners 201">
                  <a:extLst>
                    <a:ext uri="{FF2B5EF4-FFF2-40B4-BE49-F238E27FC236}">
                      <a16:creationId xmlns:a16="http://schemas.microsoft.com/office/drawing/2014/main" id="{2823C49B-4EDD-2072-965C-977E1FB919D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" name="Rectangle: Rounded Corners 202">
                  <a:extLst>
                    <a:ext uri="{FF2B5EF4-FFF2-40B4-BE49-F238E27FC236}">
                      <a16:creationId xmlns:a16="http://schemas.microsoft.com/office/drawing/2014/main" id="{E135C689-30B5-DE12-FE8D-C5BCBA546FF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Rectangle: Rounded Corners 203">
                  <a:extLst>
                    <a:ext uri="{FF2B5EF4-FFF2-40B4-BE49-F238E27FC236}">
                      <a16:creationId xmlns:a16="http://schemas.microsoft.com/office/drawing/2014/main" id="{33B3DA99-88DE-95C2-12EB-E51B9EA09F8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Rectangle: Rounded Corners 204">
                  <a:extLst>
                    <a:ext uri="{FF2B5EF4-FFF2-40B4-BE49-F238E27FC236}">
                      <a16:creationId xmlns:a16="http://schemas.microsoft.com/office/drawing/2014/main" id="{23B74E85-AA78-F42F-473F-E7E949762A1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FDC52019-A3ED-AEC9-425D-FEABCAC7B518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215" name="Rectangle: Rounded Corners 214">
                <a:extLst>
                  <a:ext uri="{FF2B5EF4-FFF2-40B4-BE49-F238E27FC236}">
                    <a16:creationId xmlns:a16="http://schemas.microsoft.com/office/drawing/2014/main" id="{AFB1AA15-4227-3304-5055-19DFD98ED2F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05407924-3156-1C72-7D57-7FD844BC806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26" name="Rectangle: Rounded Corners 225">
                  <a:extLst>
                    <a:ext uri="{FF2B5EF4-FFF2-40B4-BE49-F238E27FC236}">
                      <a16:creationId xmlns:a16="http://schemas.microsoft.com/office/drawing/2014/main" id="{5184689B-DE88-9DFF-52AE-699613BD1E4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7" name="Rectangle: Rounded Corners 226">
                  <a:extLst>
                    <a:ext uri="{FF2B5EF4-FFF2-40B4-BE49-F238E27FC236}">
                      <a16:creationId xmlns:a16="http://schemas.microsoft.com/office/drawing/2014/main" id="{750AC500-59ED-AF78-BCAF-F9A0F9D01B5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8" name="Rectangle: Rounded Corners 227">
                  <a:extLst>
                    <a:ext uri="{FF2B5EF4-FFF2-40B4-BE49-F238E27FC236}">
                      <a16:creationId xmlns:a16="http://schemas.microsoft.com/office/drawing/2014/main" id="{34F3DE08-0942-43C9-1B2F-0DAD96B2E0D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9" name="Rectangle: Rounded Corners 228">
                  <a:extLst>
                    <a:ext uri="{FF2B5EF4-FFF2-40B4-BE49-F238E27FC236}">
                      <a16:creationId xmlns:a16="http://schemas.microsoft.com/office/drawing/2014/main" id="{2C2EB48D-332C-9E48-E390-16C14EA4EB7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0" name="Rectangle: Rounded Corners 229">
                  <a:extLst>
                    <a:ext uri="{FF2B5EF4-FFF2-40B4-BE49-F238E27FC236}">
                      <a16:creationId xmlns:a16="http://schemas.microsoft.com/office/drawing/2014/main" id="{72556478-5763-2AF3-EA99-2E5DB83E61F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1" name="Rectangle: Rounded Corners 230">
                  <a:extLst>
                    <a:ext uri="{FF2B5EF4-FFF2-40B4-BE49-F238E27FC236}">
                      <a16:creationId xmlns:a16="http://schemas.microsoft.com/office/drawing/2014/main" id="{46FDFCFF-3463-257E-FA3E-C749C2FC949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2" name="Rectangle: Rounded Corners 231">
                  <a:extLst>
                    <a:ext uri="{FF2B5EF4-FFF2-40B4-BE49-F238E27FC236}">
                      <a16:creationId xmlns:a16="http://schemas.microsoft.com/office/drawing/2014/main" id="{669390F1-1BFC-2A4C-AF9F-2E8771F4567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3" name="Rectangle: Rounded Corners 232">
                  <a:extLst>
                    <a:ext uri="{FF2B5EF4-FFF2-40B4-BE49-F238E27FC236}">
                      <a16:creationId xmlns:a16="http://schemas.microsoft.com/office/drawing/2014/main" id="{F4FFD485-47B0-CF10-08EF-7DF697A6450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id="{88977575-89FE-8101-A472-B4C458CFE1A0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8" name="Rectangle: Rounded Corners 217">
                  <a:extLst>
                    <a:ext uri="{FF2B5EF4-FFF2-40B4-BE49-F238E27FC236}">
                      <a16:creationId xmlns:a16="http://schemas.microsoft.com/office/drawing/2014/main" id="{184FE6D3-9805-12EF-AA29-C8CEE8F9D51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Rectangle: Rounded Corners 218">
                  <a:extLst>
                    <a:ext uri="{FF2B5EF4-FFF2-40B4-BE49-F238E27FC236}">
                      <a16:creationId xmlns:a16="http://schemas.microsoft.com/office/drawing/2014/main" id="{38C54774-8061-14D4-5A2A-5A98F6A7544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0" name="Rectangle: Rounded Corners 219">
                  <a:extLst>
                    <a:ext uri="{FF2B5EF4-FFF2-40B4-BE49-F238E27FC236}">
                      <a16:creationId xmlns:a16="http://schemas.microsoft.com/office/drawing/2014/main" id="{606D83FA-D70B-F942-5271-235B8C460CE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Rectangle: Rounded Corners 220">
                  <a:extLst>
                    <a:ext uri="{FF2B5EF4-FFF2-40B4-BE49-F238E27FC236}">
                      <a16:creationId xmlns:a16="http://schemas.microsoft.com/office/drawing/2014/main" id="{4619C56E-70BE-73BD-1A8B-7EADEA19DE5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Rectangle: Rounded Corners 221">
                  <a:extLst>
                    <a:ext uri="{FF2B5EF4-FFF2-40B4-BE49-F238E27FC236}">
                      <a16:creationId xmlns:a16="http://schemas.microsoft.com/office/drawing/2014/main" id="{5C369212-4D50-7246-CFFD-D84F74B774D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3" name="Rectangle: Rounded Corners 222">
                  <a:extLst>
                    <a:ext uri="{FF2B5EF4-FFF2-40B4-BE49-F238E27FC236}">
                      <a16:creationId xmlns:a16="http://schemas.microsoft.com/office/drawing/2014/main" id="{BFFD4108-1E21-714B-4A28-9C57DD54E36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4" name="Rectangle: Rounded Corners 223">
                  <a:extLst>
                    <a:ext uri="{FF2B5EF4-FFF2-40B4-BE49-F238E27FC236}">
                      <a16:creationId xmlns:a16="http://schemas.microsoft.com/office/drawing/2014/main" id="{F8AF8C25-2848-C2D0-7BE3-62D8B3E7C71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5" name="Rectangle: Rounded Corners 224">
                  <a:extLst>
                    <a:ext uri="{FF2B5EF4-FFF2-40B4-BE49-F238E27FC236}">
                      <a16:creationId xmlns:a16="http://schemas.microsoft.com/office/drawing/2014/main" id="{326A4C8E-3ACF-95F7-C9C4-7572EA63338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BDF335-AC0D-0560-56B0-E53897EC344F}"/>
                  </a:ext>
                </a:extLst>
              </p:cNvPr>
              <p:cNvSpPr txBox="1"/>
              <p:nvPr/>
            </p:nvSpPr>
            <p:spPr>
              <a:xfrm>
                <a:off x="6304636" y="4663745"/>
                <a:ext cx="2484847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8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d>
                        <m:dPr>
                          <m:ctrlPr>
                            <a:rPr kumimoji="0" lang="en-US" sz="8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8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kumimoji="0" lang="en-US" sz="8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BDF335-AC0D-0560-56B0-E53897EC3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636" y="4663745"/>
                <a:ext cx="2484847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4283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3.7037E-6 L -1.04336 -3.7037E-6 L -1.04336 -0.12268 " pathEditMode="relative" rAng="0" ptsTypes="AAA">
                                      <p:cBhvr>
                                        <p:cTn id="6" dur="2000" fill="hold"/>
                                        <p:tgtEl>
                                          <p:spTgt spid="11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174" y="-613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2.22222E-6 L -1.04335 2.22222E-6 L -1.04335 -0.24584 " pathEditMode="relative" rAng="0" ptsTypes="AAA">
                                      <p:cBhvr>
                                        <p:cTn id="8" dur="2000" fill="hold"/>
                                        <p:tgtEl>
                                          <p:spTgt spid="13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174" y="-1229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3.7037E-7 L -1.04336 -3.7037E-7 L -1.04336 -0.37176 " pathEditMode="relative" rAng="0" ptsTypes="AAA">
                                      <p:cBhvr>
                                        <p:cTn id="10" dur="2000" fill="hold"/>
                                        <p:tgtEl>
                                          <p:spTgt spid="15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174" y="-1858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4.44444E-6 L -1.04336 -4.44444E-6 L -1.04336 -0.4993 " pathEditMode="relative" rAng="0" ptsTypes="AAA">
                                      <p:cBhvr>
                                        <p:cTn id="12" dur="2000" fill="hold"/>
                                        <p:tgtEl>
                                          <p:spTgt spid="17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174" y="-2497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2.96296E-6 L -1.04336 2.96296E-6 L -1.04336 -0.62084 " pathEditMode="relative" rAng="0" ptsTypes="AAA">
                                      <p:cBhvr>
                                        <p:cTn id="14" dur="2000" fill="hold"/>
                                        <p:tgtEl>
                                          <p:spTgt spid="19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174" y="-31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6F579-4907-E001-DD66-D7311F6BD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: Rounded Corners 236">
            <a:extLst>
              <a:ext uri="{FF2B5EF4-FFF2-40B4-BE49-F238E27FC236}">
                <a16:creationId xmlns:a16="http://schemas.microsoft.com/office/drawing/2014/main" id="{50CB8970-AD23-86DA-B256-99F5672F7D8D}"/>
              </a:ext>
            </a:extLst>
          </p:cNvPr>
          <p:cNvSpPr/>
          <p:nvPr/>
        </p:nvSpPr>
        <p:spPr>
          <a:xfrm>
            <a:off x="1071880" y="2609850"/>
            <a:ext cx="3834592" cy="2699710"/>
          </a:xfrm>
          <a:prstGeom prst="roundRect">
            <a:avLst>
              <a:gd name="adj" fmla="val 738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4" name="Freeform: Shape 253">
            <a:extLst>
              <a:ext uri="{FF2B5EF4-FFF2-40B4-BE49-F238E27FC236}">
                <a16:creationId xmlns:a16="http://schemas.microsoft.com/office/drawing/2014/main" id="{00802102-E1E7-AC5D-B759-FFC309D51D15}"/>
              </a:ext>
            </a:extLst>
          </p:cNvPr>
          <p:cNvSpPr/>
          <p:nvPr/>
        </p:nvSpPr>
        <p:spPr>
          <a:xfrm>
            <a:off x="1064382" y="3489329"/>
            <a:ext cx="3606460" cy="1820232"/>
          </a:xfrm>
          <a:custGeom>
            <a:avLst/>
            <a:gdLst>
              <a:gd name="connsiteX0" fmla="*/ 0 w 3054177"/>
              <a:gd name="connsiteY0" fmla="*/ 0 h 1541487"/>
              <a:gd name="connsiteX1" fmla="*/ 2197 w 3054177"/>
              <a:gd name="connsiteY1" fmla="*/ 4311 h 1541487"/>
              <a:gd name="connsiteX2" fmla="*/ 19238 w 3054177"/>
              <a:gd name="connsiteY2" fmla="*/ 23553 h 1541487"/>
              <a:gd name="connsiteX3" fmla="*/ 133538 w 3054177"/>
              <a:gd name="connsiteY3" fmla="*/ 93403 h 1541487"/>
              <a:gd name="connsiteX4" fmla="*/ 228788 w 3054177"/>
              <a:gd name="connsiteY4" fmla="*/ 182303 h 1541487"/>
              <a:gd name="connsiteX5" fmla="*/ 349438 w 3054177"/>
              <a:gd name="connsiteY5" fmla="*/ 233103 h 1541487"/>
              <a:gd name="connsiteX6" fmla="*/ 482788 w 3054177"/>
              <a:gd name="connsiteY6" fmla="*/ 277553 h 1541487"/>
              <a:gd name="connsiteX7" fmla="*/ 597088 w 3054177"/>
              <a:gd name="connsiteY7" fmla="*/ 366453 h 1541487"/>
              <a:gd name="connsiteX8" fmla="*/ 711388 w 3054177"/>
              <a:gd name="connsiteY8" fmla="*/ 436303 h 1541487"/>
              <a:gd name="connsiteX9" fmla="*/ 838388 w 3054177"/>
              <a:gd name="connsiteY9" fmla="*/ 480753 h 1541487"/>
              <a:gd name="connsiteX10" fmla="*/ 978088 w 3054177"/>
              <a:gd name="connsiteY10" fmla="*/ 544253 h 1541487"/>
              <a:gd name="connsiteX11" fmla="*/ 1079688 w 3054177"/>
              <a:gd name="connsiteY11" fmla="*/ 626803 h 1541487"/>
              <a:gd name="connsiteX12" fmla="*/ 1206688 w 3054177"/>
              <a:gd name="connsiteY12" fmla="*/ 703003 h 1541487"/>
              <a:gd name="connsiteX13" fmla="*/ 1320988 w 3054177"/>
              <a:gd name="connsiteY13" fmla="*/ 747453 h 1541487"/>
              <a:gd name="connsiteX14" fmla="*/ 1479738 w 3054177"/>
              <a:gd name="connsiteY14" fmla="*/ 817303 h 1541487"/>
              <a:gd name="connsiteX15" fmla="*/ 1619438 w 3054177"/>
              <a:gd name="connsiteY15" fmla="*/ 893503 h 1541487"/>
              <a:gd name="connsiteX16" fmla="*/ 1721038 w 3054177"/>
              <a:gd name="connsiteY16" fmla="*/ 963353 h 1541487"/>
              <a:gd name="connsiteX17" fmla="*/ 1841688 w 3054177"/>
              <a:gd name="connsiteY17" fmla="*/ 982403 h 1541487"/>
              <a:gd name="connsiteX18" fmla="*/ 1943288 w 3054177"/>
              <a:gd name="connsiteY18" fmla="*/ 1020503 h 1541487"/>
              <a:gd name="connsiteX19" fmla="*/ 2032188 w 3054177"/>
              <a:gd name="connsiteY19" fmla="*/ 1077653 h 1541487"/>
              <a:gd name="connsiteX20" fmla="*/ 2178238 w 3054177"/>
              <a:gd name="connsiteY20" fmla="*/ 1166553 h 1541487"/>
              <a:gd name="connsiteX21" fmla="*/ 2254438 w 3054177"/>
              <a:gd name="connsiteY21" fmla="*/ 1191953 h 1541487"/>
              <a:gd name="connsiteX22" fmla="*/ 2343338 w 3054177"/>
              <a:gd name="connsiteY22" fmla="*/ 1236403 h 1541487"/>
              <a:gd name="connsiteX23" fmla="*/ 2406838 w 3054177"/>
              <a:gd name="connsiteY23" fmla="*/ 1274503 h 1541487"/>
              <a:gd name="connsiteX24" fmla="*/ 2546538 w 3054177"/>
              <a:gd name="connsiteY24" fmla="*/ 1331653 h 1541487"/>
              <a:gd name="connsiteX25" fmla="*/ 2654488 w 3054177"/>
              <a:gd name="connsiteY25" fmla="*/ 1369753 h 1541487"/>
              <a:gd name="connsiteX26" fmla="*/ 2800538 w 3054177"/>
              <a:gd name="connsiteY26" fmla="*/ 1458653 h 1541487"/>
              <a:gd name="connsiteX27" fmla="*/ 2984688 w 3054177"/>
              <a:gd name="connsiteY27" fmla="*/ 1522153 h 1541487"/>
              <a:gd name="connsiteX28" fmla="*/ 3035488 w 3054177"/>
              <a:gd name="connsiteY28" fmla="*/ 1535647 h 1541487"/>
              <a:gd name="connsiteX29" fmla="*/ 3054177 w 3054177"/>
              <a:gd name="connsiteY29" fmla="*/ 1541487 h 1541487"/>
              <a:gd name="connsiteX30" fmla="*/ 168819 w 3054177"/>
              <a:gd name="connsiteY30" fmla="*/ 1541487 h 1541487"/>
              <a:gd name="connsiteX31" fmla="*/ 0 w 3054177"/>
              <a:gd name="connsiteY31" fmla="*/ 1372668 h 1541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054177" h="1541487">
                <a:moveTo>
                  <a:pt x="0" y="0"/>
                </a:moveTo>
                <a:lnTo>
                  <a:pt x="2197" y="4311"/>
                </a:lnTo>
                <a:cubicBezTo>
                  <a:pt x="8109" y="14061"/>
                  <a:pt x="13814" y="21040"/>
                  <a:pt x="19238" y="23553"/>
                </a:cubicBezTo>
                <a:cubicBezTo>
                  <a:pt x="62630" y="43661"/>
                  <a:pt x="98613" y="66945"/>
                  <a:pt x="133538" y="93403"/>
                </a:cubicBezTo>
                <a:cubicBezTo>
                  <a:pt x="168463" y="119861"/>
                  <a:pt x="192805" y="159020"/>
                  <a:pt x="228788" y="182303"/>
                </a:cubicBezTo>
                <a:cubicBezTo>
                  <a:pt x="264771" y="205586"/>
                  <a:pt x="307105" y="217228"/>
                  <a:pt x="349438" y="233103"/>
                </a:cubicBezTo>
                <a:cubicBezTo>
                  <a:pt x="391771" y="248978"/>
                  <a:pt x="441513" y="255328"/>
                  <a:pt x="482788" y="277553"/>
                </a:cubicBezTo>
                <a:cubicBezTo>
                  <a:pt x="524063" y="299778"/>
                  <a:pt x="558988" y="339995"/>
                  <a:pt x="597088" y="366453"/>
                </a:cubicBezTo>
                <a:cubicBezTo>
                  <a:pt x="635188" y="392911"/>
                  <a:pt x="671171" y="417253"/>
                  <a:pt x="711388" y="436303"/>
                </a:cubicBezTo>
                <a:cubicBezTo>
                  <a:pt x="751605" y="455353"/>
                  <a:pt x="793938" y="462761"/>
                  <a:pt x="838388" y="480753"/>
                </a:cubicBezTo>
                <a:cubicBezTo>
                  <a:pt x="882838" y="498745"/>
                  <a:pt x="937871" y="519911"/>
                  <a:pt x="978088" y="544253"/>
                </a:cubicBezTo>
                <a:cubicBezTo>
                  <a:pt x="1018305" y="568595"/>
                  <a:pt x="1041588" y="600345"/>
                  <a:pt x="1079688" y="626803"/>
                </a:cubicBezTo>
                <a:cubicBezTo>
                  <a:pt x="1117788" y="653261"/>
                  <a:pt x="1166471" y="682895"/>
                  <a:pt x="1206688" y="703003"/>
                </a:cubicBezTo>
                <a:cubicBezTo>
                  <a:pt x="1246905" y="723111"/>
                  <a:pt x="1275480" y="728403"/>
                  <a:pt x="1320988" y="747453"/>
                </a:cubicBezTo>
                <a:cubicBezTo>
                  <a:pt x="1366496" y="766503"/>
                  <a:pt x="1429996" y="792961"/>
                  <a:pt x="1479738" y="817303"/>
                </a:cubicBezTo>
                <a:cubicBezTo>
                  <a:pt x="1529480" y="841645"/>
                  <a:pt x="1579221" y="869161"/>
                  <a:pt x="1619438" y="893503"/>
                </a:cubicBezTo>
                <a:cubicBezTo>
                  <a:pt x="1659655" y="917845"/>
                  <a:pt x="1683996" y="948536"/>
                  <a:pt x="1721038" y="963353"/>
                </a:cubicBezTo>
                <a:cubicBezTo>
                  <a:pt x="1758080" y="978170"/>
                  <a:pt x="1804646" y="972878"/>
                  <a:pt x="1841688" y="982403"/>
                </a:cubicBezTo>
                <a:cubicBezTo>
                  <a:pt x="1878730" y="991928"/>
                  <a:pt x="1911538" y="1004628"/>
                  <a:pt x="1943288" y="1020503"/>
                </a:cubicBezTo>
                <a:cubicBezTo>
                  <a:pt x="1975038" y="1036378"/>
                  <a:pt x="2032188" y="1077653"/>
                  <a:pt x="2032188" y="1077653"/>
                </a:cubicBezTo>
                <a:cubicBezTo>
                  <a:pt x="2071346" y="1101995"/>
                  <a:pt x="2141196" y="1147503"/>
                  <a:pt x="2178238" y="1166553"/>
                </a:cubicBezTo>
                <a:cubicBezTo>
                  <a:pt x="2215280" y="1185603"/>
                  <a:pt x="2226921" y="1180311"/>
                  <a:pt x="2254438" y="1191953"/>
                </a:cubicBezTo>
                <a:cubicBezTo>
                  <a:pt x="2281955" y="1203595"/>
                  <a:pt x="2317938" y="1222645"/>
                  <a:pt x="2343338" y="1236403"/>
                </a:cubicBezTo>
                <a:cubicBezTo>
                  <a:pt x="2368738" y="1250161"/>
                  <a:pt x="2372971" y="1258628"/>
                  <a:pt x="2406838" y="1274503"/>
                </a:cubicBezTo>
                <a:cubicBezTo>
                  <a:pt x="2440705" y="1290378"/>
                  <a:pt x="2505263" y="1315778"/>
                  <a:pt x="2546538" y="1331653"/>
                </a:cubicBezTo>
                <a:cubicBezTo>
                  <a:pt x="2587813" y="1347528"/>
                  <a:pt x="2612155" y="1348586"/>
                  <a:pt x="2654488" y="1369753"/>
                </a:cubicBezTo>
                <a:cubicBezTo>
                  <a:pt x="2696821" y="1390920"/>
                  <a:pt x="2745505" y="1433253"/>
                  <a:pt x="2800538" y="1458653"/>
                </a:cubicBezTo>
                <a:cubicBezTo>
                  <a:pt x="2855571" y="1484053"/>
                  <a:pt x="2939180" y="1507336"/>
                  <a:pt x="2984688" y="1522153"/>
                </a:cubicBezTo>
                <a:cubicBezTo>
                  <a:pt x="3007442" y="1529562"/>
                  <a:pt x="3022524" y="1532737"/>
                  <a:pt x="3035488" y="1535647"/>
                </a:cubicBezTo>
                <a:lnTo>
                  <a:pt x="3054177" y="1541487"/>
                </a:lnTo>
                <a:lnTo>
                  <a:pt x="168819" y="1541487"/>
                </a:lnTo>
                <a:cubicBezTo>
                  <a:pt x="75583" y="1541487"/>
                  <a:pt x="0" y="1465904"/>
                  <a:pt x="0" y="1372668"/>
                </a:cubicBezTo>
                <a:close/>
              </a:path>
            </a:pathLst>
          </a:custGeom>
          <a:solidFill>
            <a:srgbClr val="548235">
              <a:alpha val="50196"/>
            </a:srgbClr>
          </a:solidFill>
          <a:ln w="28575">
            <a:solidFill>
              <a:srgbClr val="111B0B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0" name="Freeform: Shape 249">
            <a:extLst>
              <a:ext uri="{FF2B5EF4-FFF2-40B4-BE49-F238E27FC236}">
                <a16:creationId xmlns:a16="http://schemas.microsoft.com/office/drawing/2014/main" id="{782517C0-2148-E6A8-2E0E-EDBCFC1BC1D7}"/>
              </a:ext>
            </a:extLst>
          </p:cNvPr>
          <p:cNvSpPr/>
          <p:nvPr/>
        </p:nvSpPr>
        <p:spPr>
          <a:xfrm>
            <a:off x="2091864" y="3090145"/>
            <a:ext cx="1387181" cy="1309299"/>
          </a:xfrm>
          <a:custGeom>
            <a:avLst/>
            <a:gdLst>
              <a:gd name="connsiteX0" fmla="*/ 266936 w 914984"/>
              <a:gd name="connsiteY0" fmla="*/ 808736 h 863613"/>
              <a:gd name="connsiteX1" fmla="*/ 378061 w 914984"/>
              <a:gd name="connsiteY1" fmla="*/ 853186 h 863613"/>
              <a:gd name="connsiteX2" fmla="*/ 517761 w 914984"/>
              <a:gd name="connsiteY2" fmla="*/ 862711 h 863613"/>
              <a:gd name="connsiteX3" fmla="*/ 619361 w 914984"/>
              <a:gd name="connsiteY3" fmla="*/ 837311 h 863613"/>
              <a:gd name="connsiteX4" fmla="*/ 752711 w 914984"/>
              <a:gd name="connsiteY4" fmla="*/ 780161 h 863613"/>
              <a:gd name="connsiteX5" fmla="*/ 809861 w 914984"/>
              <a:gd name="connsiteY5" fmla="*/ 694436 h 863613"/>
              <a:gd name="connsiteX6" fmla="*/ 873361 w 914984"/>
              <a:gd name="connsiteY6" fmla="*/ 611886 h 863613"/>
              <a:gd name="connsiteX7" fmla="*/ 901936 w 914984"/>
              <a:gd name="connsiteY7" fmla="*/ 497586 h 863613"/>
              <a:gd name="connsiteX8" fmla="*/ 914636 w 914984"/>
              <a:gd name="connsiteY8" fmla="*/ 421386 h 863613"/>
              <a:gd name="connsiteX9" fmla="*/ 889236 w 914984"/>
              <a:gd name="connsiteY9" fmla="*/ 310261 h 863613"/>
              <a:gd name="connsiteX10" fmla="*/ 857486 w 914984"/>
              <a:gd name="connsiteY10" fmla="*/ 240411 h 863613"/>
              <a:gd name="connsiteX11" fmla="*/ 832086 w 914984"/>
              <a:gd name="connsiteY11" fmla="*/ 170561 h 863613"/>
              <a:gd name="connsiteX12" fmla="*/ 771761 w 914984"/>
              <a:gd name="connsiteY12" fmla="*/ 116586 h 863613"/>
              <a:gd name="connsiteX13" fmla="*/ 692386 w 914984"/>
              <a:gd name="connsiteY13" fmla="*/ 59436 h 863613"/>
              <a:gd name="connsiteX14" fmla="*/ 606661 w 914984"/>
              <a:gd name="connsiteY14" fmla="*/ 14986 h 863613"/>
              <a:gd name="connsiteX15" fmla="*/ 486011 w 914984"/>
              <a:gd name="connsiteY15" fmla="*/ 5461 h 863613"/>
              <a:gd name="connsiteX16" fmla="*/ 384411 w 914984"/>
              <a:gd name="connsiteY16" fmla="*/ 2286 h 863613"/>
              <a:gd name="connsiteX17" fmla="*/ 282811 w 914984"/>
              <a:gd name="connsiteY17" fmla="*/ 40386 h 863613"/>
              <a:gd name="connsiteX18" fmla="*/ 212961 w 914984"/>
              <a:gd name="connsiteY18" fmla="*/ 49911 h 863613"/>
              <a:gd name="connsiteX19" fmla="*/ 146286 w 914984"/>
              <a:gd name="connsiteY19" fmla="*/ 94361 h 863613"/>
              <a:gd name="connsiteX20" fmla="*/ 105011 w 914984"/>
              <a:gd name="connsiteY20" fmla="*/ 167386 h 863613"/>
              <a:gd name="connsiteX21" fmla="*/ 51036 w 914984"/>
              <a:gd name="connsiteY21" fmla="*/ 221361 h 863613"/>
              <a:gd name="connsiteX22" fmla="*/ 16111 w 914984"/>
              <a:gd name="connsiteY22" fmla="*/ 300736 h 863613"/>
              <a:gd name="connsiteX23" fmla="*/ 236 w 914984"/>
              <a:gd name="connsiteY23" fmla="*/ 386461 h 863613"/>
              <a:gd name="connsiteX24" fmla="*/ 6586 w 914984"/>
              <a:gd name="connsiteY24" fmla="*/ 456311 h 863613"/>
              <a:gd name="connsiteX25" fmla="*/ 6586 w 914984"/>
              <a:gd name="connsiteY25" fmla="*/ 522986 h 863613"/>
              <a:gd name="connsiteX26" fmla="*/ 28811 w 914984"/>
              <a:gd name="connsiteY26" fmla="*/ 564261 h 863613"/>
              <a:gd name="connsiteX27" fmla="*/ 51036 w 914984"/>
              <a:gd name="connsiteY27" fmla="*/ 630936 h 863613"/>
              <a:gd name="connsiteX28" fmla="*/ 105011 w 914984"/>
              <a:gd name="connsiteY28" fmla="*/ 678561 h 863613"/>
              <a:gd name="connsiteX29" fmla="*/ 139936 w 914984"/>
              <a:gd name="connsiteY29" fmla="*/ 719836 h 863613"/>
              <a:gd name="connsiteX30" fmla="*/ 266936 w 914984"/>
              <a:gd name="connsiteY30" fmla="*/ 808736 h 863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14984" h="863613">
                <a:moveTo>
                  <a:pt x="266936" y="808736"/>
                </a:moveTo>
                <a:cubicBezTo>
                  <a:pt x="306623" y="830961"/>
                  <a:pt x="336257" y="844190"/>
                  <a:pt x="378061" y="853186"/>
                </a:cubicBezTo>
                <a:cubicBezTo>
                  <a:pt x="419865" y="862182"/>
                  <a:pt x="477544" y="865357"/>
                  <a:pt x="517761" y="862711"/>
                </a:cubicBezTo>
                <a:cubicBezTo>
                  <a:pt x="557978" y="860065"/>
                  <a:pt x="580203" y="851069"/>
                  <a:pt x="619361" y="837311"/>
                </a:cubicBezTo>
                <a:cubicBezTo>
                  <a:pt x="658519" y="823553"/>
                  <a:pt x="720961" y="803973"/>
                  <a:pt x="752711" y="780161"/>
                </a:cubicBezTo>
                <a:cubicBezTo>
                  <a:pt x="784461" y="756349"/>
                  <a:pt x="789753" y="722482"/>
                  <a:pt x="809861" y="694436"/>
                </a:cubicBezTo>
                <a:cubicBezTo>
                  <a:pt x="829969" y="666390"/>
                  <a:pt x="858015" y="644694"/>
                  <a:pt x="873361" y="611886"/>
                </a:cubicBezTo>
                <a:cubicBezTo>
                  <a:pt x="888707" y="579078"/>
                  <a:pt x="895057" y="529336"/>
                  <a:pt x="901936" y="497586"/>
                </a:cubicBezTo>
                <a:cubicBezTo>
                  <a:pt x="908815" y="465836"/>
                  <a:pt x="916753" y="452607"/>
                  <a:pt x="914636" y="421386"/>
                </a:cubicBezTo>
                <a:cubicBezTo>
                  <a:pt x="912519" y="390165"/>
                  <a:pt x="898761" y="340423"/>
                  <a:pt x="889236" y="310261"/>
                </a:cubicBezTo>
                <a:cubicBezTo>
                  <a:pt x="879711" y="280099"/>
                  <a:pt x="867011" y="263694"/>
                  <a:pt x="857486" y="240411"/>
                </a:cubicBezTo>
                <a:cubicBezTo>
                  <a:pt x="847961" y="217128"/>
                  <a:pt x="846373" y="191198"/>
                  <a:pt x="832086" y="170561"/>
                </a:cubicBezTo>
                <a:cubicBezTo>
                  <a:pt x="817799" y="149924"/>
                  <a:pt x="795044" y="135107"/>
                  <a:pt x="771761" y="116586"/>
                </a:cubicBezTo>
                <a:cubicBezTo>
                  <a:pt x="748478" y="98065"/>
                  <a:pt x="719903" y="76369"/>
                  <a:pt x="692386" y="59436"/>
                </a:cubicBezTo>
                <a:cubicBezTo>
                  <a:pt x="664869" y="42503"/>
                  <a:pt x="641057" y="23982"/>
                  <a:pt x="606661" y="14986"/>
                </a:cubicBezTo>
                <a:cubicBezTo>
                  <a:pt x="572265" y="5990"/>
                  <a:pt x="523053" y="7578"/>
                  <a:pt x="486011" y="5461"/>
                </a:cubicBezTo>
                <a:cubicBezTo>
                  <a:pt x="448969" y="3344"/>
                  <a:pt x="418278" y="-3535"/>
                  <a:pt x="384411" y="2286"/>
                </a:cubicBezTo>
                <a:cubicBezTo>
                  <a:pt x="350544" y="8107"/>
                  <a:pt x="311386" y="32448"/>
                  <a:pt x="282811" y="40386"/>
                </a:cubicBezTo>
                <a:cubicBezTo>
                  <a:pt x="254236" y="48324"/>
                  <a:pt x="235715" y="40915"/>
                  <a:pt x="212961" y="49911"/>
                </a:cubicBezTo>
                <a:cubicBezTo>
                  <a:pt x="190207" y="58907"/>
                  <a:pt x="164278" y="74782"/>
                  <a:pt x="146286" y="94361"/>
                </a:cubicBezTo>
                <a:cubicBezTo>
                  <a:pt x="128294" y="113940"/>
                  <a:pt x="120886" y="146219"/>
                  <a:pt x="105011" y="167386"/>
                </a:cubicBezTo>
                <a:cubicBezTo>
                  <a:pt x="89136" y="188553"/>
                  <a:pt x="65853" y="199136"/>
                  <a:pt x="51036" y="221361"/>
                </a:cubicBezTo>
                <a:cubicBezTo>
                  <a:pt x="36219" y="243586"/>
                  <a:pt x="24578" y="273219"/>
                  <a:pt x="16111" y="300736"/>
                </a:cubicBezTo>
                <a:cubicBezTo>
                  <a:pt x="7644" y="328253"/>
                  <a:pt x="1823" y="360532"/>
                  <a:pt x="236" y="386461"/>
                </a:cubicBezTo>
                <a:cubicBezTo>
                  <a:pt x="-1352" y="412390"/>
                  <a:pt x="5528" y="433557"/>
                  <a:pt x="6586" y="456311"/>
                </a:cubicBezTo>
                <a:cubicBezTo>
                  <a:pt x="7644" y="479065"/>
                  <a:pt x="2882" y="504994"/>
                  <a:pt x="6586" y="522986"/>
                </a:cubicBezTo>
                <a:cubicBezTo>
                  <a:pt x="10290" y="540978"/>
                  <a:pt x="21403" y="546269"/>
                  <a:pt x="28811" y="564261"/>
                </a:cubicBezTo>
                <a:cubicBezTo>
                  <a:pt x="36219" y="582253"/>
                  <a:pt x="38336" y="611886"/>
                  <a:pt x="51036" y="630936"/>
                </a:cubicBezTo>
                <a:cubicBezTo>
                  <a:pt x="63736" y="649986"/>
                  <a:pt x="90194" y="663744"/>
                  <a:pt x="105011" y="678561"/>
                </a:cubicBezTo>
                <a:cubicBezTo>
                  <a:pt x="119828" y="693378"/>
                  <a:pt x="108715" y="696553"/>
                  <a:pt x="139936" y="719836"/>
                </a:cubicBezTo>
                <a:cubicBezTo>
                  <a:pt x="171157" y="743119"/>
                  <a:pt x="227249" y="786511"/>
                  <a:pt x="266936" y="808736"/>
                </a:cubicBezTo>
                <a:close/>
              </a:path>
            </a:pathLst>
          </a:custGeom>
          <a:solidFill>
            <a:srgbClr val="A5A5A5">
              <a:alpha val="50196"/>
            </a:srgbClr>
          </a:solidFill>
          <a:ln w="28575">
            <a:solidFill>
              <a:srgbClr val="434343">
                <a:alpha val="30196"/>
              </a:srgb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060CECD1-0707-AED1-598D-4C60DA086635}"/>
              </a:ext>
            </a:extLst>
          </p:cNvPr>
          <p:cNvCxnSpPr/>
          <p:nvPr/>
        </p:nvCxnSpPr>
        <p:spPr>
          <a:xfrm>
            <a:off x="10715625" y="219075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61080F3D-8862-FE27-A446-C1402AA069E3}"/>
                  </a:ext>
                </a:extLst>
              </p:cNvPr>
              <p:cNvSpPr txBox="1"/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61080F3D-8862-FE27-A446-C1402AA06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41" name="Group 1940">
            <a:extLst>
              <a:ext uri="{FF2B5EF4-FFF2-40B4-BE49-F238E27FC236}">
                <a16:creationId xmlns:a16="http://schemas.microsoft.com/office/drawing/2014/main" id="{2F4B43EA-9B92-971A-C6E9-01A4CD4AD19A}"/>
              </a:ext>
            </a:extLst>
          </p:cNvPr>
          <p:cNvGrpSpPr/>
          <p:nvPr/>
        </p:nvGrpSpPr>
        <p:grpSpPr>
          <a:xfrm>
            <a:off x="-145597" y="820777"/>
            <a:ext cx="13102977" cy="1243880"/>
            <a:chOff x="3628570" y="4023519"/>
            <a:chExt cx="23905029" cy="2269331"/>
          </a:xfrm>
        </p:grpSpPr>
        <p:sp>
          <p:nvSpPr>
            <p:cNvPr id="1942" name="Rectangle 1941">
              <a:extLst>
                <a:ext uri="{FF2B5EF4-FFF2-40B4-BE49-F238E27FC236}">
                  <a16:creationId xmlns:a16="http://schemas.microsoft.com/office/drawing/2014/main" id="{8CB981D9-7DA0-DFDE-BD19-A1F5A32E5A9D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943" name="Group 1942">
              <a:extLst>
                <a:ext uri="{FF2B5EF4-FFF2-40B4-BE49-F238E27FC236}">
                  <a16:creationId xmlns:a16="http://schemas.microsoft.com/office/drawing/2014/main" id="{245E0E94-962E-7DEC-DDE0-99F01A4F3EA7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2124" name="Rectangle: Rounded Corners 2123">
                <a:extLst>
                  <a:ext uri="{FF2B5EF4-FFF2-40B4-BE49-F238E27FC236}">
                    <a16:creationId xmlns:a16="http://schemas.microsoft.com/office/drawing/2014/main" id="{689B5C08-5F9D-FE58-5EE0-25CBBA030A9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125" name="Group 2124">
                <a:extLst>
                  <a:ext uri="{FF2B5EF4-FFF2-40B4-BE49-F238E27FC236}">
                    <a16:creationId xmlns:a16="http://schemas.microsoft.com/office/drawing/2014/main" id="{EE70F01B-8396-41A5-C21C-98945605A53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35" name="Rectangle: Rounded Corners 2134">
                  <a:extLst>
                    <a:ext uri="{FF2B5EF4-FFF2-40B4-BE49-F238E27FC236}">
                      <a16:creationId xmlns:a16="http://schemas.microsoft.com/office/drawing/2014/main" id="{D7DB333B-3FBD-4C44-8026-3047747CCB0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6" name="Rectangle: Rounded Corners 2135">
                  <a:extLst>
                    <a:ext uri="{FF2B5EF4-FFF2-40B4-BE49-F238E27FC236}">
                      <a16:creationId xmlns:a16="http://schemas.microsoft.com/office/drawing/2014/main" id="{C2CBD118-F1C4-AE06-F034-460780E5394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7" name="Rectangle: Rounded Corners 2136">
                  <a:extLst>
                    <a:ext uri="{FF2B5EF4-FFF2-40B4-BE49-F238E27FC236}">
                      <a16:creationId xmlns:a16="http://schemas.microsoft.com/office/drawing/2014/main" id="{CD1F0F46-3DEA-2DA2-8480-6DF98097FC7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8" name="Rectangle: Rounded Corners 2137">
                  <a:extLst>
                    <a:ext uri="{FF2B5EF4-FFF2-40B4-BE49-F238E27FC236}">
                      <a16:creationId xmlns:a16="http://schemas.microsoft.com/office/drawing/2014/main" id="{98C03170-561F-860D-A34B-9C041E7C077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9" name="Rectangle: Rounded Corners 2138">
                  <a:extLst>
                    <a:ext uri="{FF2B5EF4-FFF2-40B4-BE49-F238E27FC236}">
                      <a16:creationId xmlns:a16="http://schemas.microsoft.com/office/drawing/2014/main" id="{21A264B3-7D6F-F6C9-DF65-E542332A626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0" name="Rectangle: Rounded Corners 2139">
                  <a:extLst>
                    <a:ext uri="{FF2B5EF4-FFF2-40B4-BE49-F238E27FC236}">
                      <a16:creationId xmlns:a16="http://schemas.microsoft.com/office/drawing/2014/main" id="{8B7A256F-D017-945A-9B42-B29E0913D52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1" name="Rectangle: Rounded Corners 2140">
                  <a:extLst>
                    <a:ext uri="{FF2B5EF4-FFF2-40B4-BE49-F238E27FC236}">
                      <a16:creationId xmlns:a16="http://schemas.microsoft.com/office/drawing/2014/main" id="{B253840C-4743-F12F-A3A0-C9F9BE24323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2" name="Rectangle: Rounded Corners 2141">
                  <a:extLst>
                    <a:ext uri="{FF2B5EF4-FFF2-40B4-BE49-F238E27FC236}">
                      <a16:creationId xmlns:a16="http://schemas.microsoft.com/office/drawing/2014/main" id="{A3DF46AD-91B6-4F56-BDAC-D6903B6D41B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26" name="Group 2125">
                <a:extLst>
                  <a:ext uri="{FF2B5EF4-FFF2-40B4-BE49-F238E27FC236}">
                    <a16:creationId xmlns:a16="http://schemas.microsoft.com/office/drawing/2014/main" id="{53E0C841-703B-D263-C480-5C66CFD1EA8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27" name="Rectangle: Rounded Corners 2126">
                  <a:extLst>
                    <a:ext uri="{FF2B5EF4-FFF2-40B4-BE49-F238E27FC236}">
                      <a16:creationId xmlns:a16="http://schemas.microsoft.com/office/drawing/2014/main" id="{ABB60EDD-A81B-7581-11CB-5B28B779FC9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8" name="Rectangle: Rounded Corners 2127">
                  <a:extLst>
                    <a:ext uri="{FF2B5EF4-FFF2-40B4-BE49-F238E27FC236}">
                      <a16:creationId xmlns:a16="http://schemas.microsoft.com/office/drawing/2014/main" id="{7DEEDDCB-EB19-6B5C-E71F-69A1F9F3BD1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9" name="Rectangle: Rounded Corners 2128">
                  <a:extLst>
                    <a:ext uri="{FF2B5EF4-FFF2-40B4-BE49-F238E27FC236}">
                      <a16:creationId xmlns:a16="http://schemas.microsoft.com/office/drawing/2014/main" id="{E644CEFD-F645-DC47-255F-D3227D6C8C8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0" name="Rectangle: Rounded Corners 2129">
                  <a:extLst>
                    <a:ext uri="{FF2B5EF4-FFF2-40B4-BE49-F238E27FC236}">
                      <a16:creationId xmlns:a16="http://schemas.microsoft.com/office/drawing/2014/main" id="{63D5FC85-0619-E306-E789-94655119ECC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1" name="Rectangle: Rounded Corners 2130">
                  <a:extLst>
                    <a:ext uri="{FF2B5EF4-FFF2-40B4-BE49-F238E27FC236}">
                      <a16:creationId xmlns:a16="http://schemas.microsoft.com/office/drawing/2014/main" id="{5453E2E6-5732-8E09-A339-41C8BE18DCB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2" name="Rectangle: Rounded Corners 2131">
                  <a:extLst>
                    <a:ext uri="{FF2B5EF4-FFF2-40B4-BE49-F238E27FC236}">
                      <a16:creationId xmlns:a16="http://schemas.microsoft.com/office/drawing/2014/main" id="{3E86EDA8-A4B6-AB82-1101-7A3AD812E67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3" name="Rectangle: Rounded Corners 2132">
                  <a:extLst>
                    <a:ext uri="{FF2B5EF4-FFF2-40B4-BE49-F238E27FC236}">
                      <a16:creationId xmlns:a16="http://schemas.microsoft.com/office/drawing/2014/main" id="{5790DC6A-21F6-60D4-76E4-F4A9762DBDB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4" name="Rectangle: Rounded Corners 2133">
                  <a:extLst>
                    <a:ext uri="{FF2B5EF4-FFF2-40B4-BE49-F238E27FC236}">
                      <a16:creationId xmlns:a16="http://schemas.microsoft.com/office/drawing/2014/main" id="{786AEC35-54BF-2C59-348E-2241257E24D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44" name="Group 1943">
              <a:extLst>
                <a:ext uri="{FF2B5EF4-FFF2-40B4-BE49-F238E27FC236}">
                  <a16:creationId xmlns:a16="http://schemas.microsoft.com/office/drawing/2014/main" id="{C4F2ADDA-4C94-3426-CB89-B27E03541340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2105" name="Rectangle: Rounded Corners 2104">
                <a:extLst>
                  <a:ext uri="{FF2B5EF4-FFF2-40B4-BE49-F238E27FC236}">
                    <a16:creationId xmlns:a16="http://schemas.microsoft.com/office/drawing/2014/main" id="{1F724157-E851-DD57-2BF9-DEE1BEEE3FD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106" name="Group 2105">
                <a:extLst>
                  <a:ext uri="{FF2B5EF4-FFF2-40B4-BE49-F238E27FC236}">
                    <a16:creationId xmlns:a16="http://schemas.microsoft.com/office/drawing/2014/main" id="{E7B20A09-1E29-7AF1-E713-18FB1D17E60B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16" name="Rectangle: Rounded Corners 2115">
                  <a:extLst>
                    <a:ext uri="{FF2B5EF4-FFF2-40B4-BE49-F238E27FC236}">
                      <a16:creationId xmlns:a16="http://schemas.microsoft.com/office/drawing/2014/main" id="{03BC8108-F1E9-81D9-0B97-37303BB3443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7" name="Rectangle: Rounded Corners 2116">
                  <a:extLst>
                    <a:ext uri="{FF2B5EF4-FFF2-40B4-BE49-F238E27FC236}">
                      <a16:creationId xmlns:a16="http://schemas.microsoft.com/office/drawing/2014/main" id="{6D2A60B2-641B-8D0A-77B0-CB380754D2E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8" name="Rectangle: Rounded Corners 2117">
                  <a:extLst>
                    <a:ext uri="{FF2B5EF4-FFF2-40B4-BE49-F238E27FC236}">
                      <a16:creationId xmlns:a16="http://schemas.microsoft.com/office/drawing/2014/main" id="{A780222F-1CC6-A317-B2E5-352809BC719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9" name="Rectangle: Rounded Corners 2118">
                  <a:extLst>
                    <a:ext uri="{FF2B5EF4-FFF2-40B4-BE49-F238E27FC236}">
                      <a16:creationId xmlns:a16="http://schemas.microsoft.com/office/drawing/2014/main" id="{623D1523-4386-9B8C-D364-082F696DD5E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0" name="Rectangle: Rounded Corners 2119">
                  <a:extLst>
                    <a:ext uri="{FF2B5EF4-FFF2-40B4-BE49-F238E27FC236}">
                      <a16:creationId xmlns:a16="http://schemas.microsoft.com/office/drawing/2014/main" id="{62C7A2D0-B503-930E-5212-D8CBF563EE6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1" name="Rectangle: Rounded Corners 2120">
                  <a:extLst>
                    <a:ext uri="{FF2B5EF4-FFF2-40B4-BE49-F238E27FC236}">
                      <a16:creationId xmlns:a16="http://schemas.microsoft.com/office/drawing/2014/main" id="{64D45725-2A95-1A06-68A5-7D8611BA147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2" name="Rectangle: Rounded Corners 2121">
                  <a:extLst>
                    <a:ext uri="{FF2B5EF4-FFF2-40B4-BE49-F238E27FC236}">
                      <a16:creationId xmlns:a16="http://schemas.microsoft.com/office/drawing/2014/main" id="{302E50C4-D9DB-0BAE-1C16-AC58BD4333E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3" name="Rectangle: Rounded Corners 2122">
                  <a:extLst>
                    <a:ext uri="{FF2B5EF4-FFF2-40B4-BE49-F238E27FC236}">
                      <a16:creationId xmlns:a16="http://schemas.microsoft.com/office/drawing/2014/main" id="{7A08C322-C333-A833-0DF5-E57104FCB9C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07" name="Group 2106">
                <a:extLst>
                  <a:ext uri="{FF2B5EF4-FFF2-40B4-BE49-F238E27FC236}">
                    <a16:creationId xmlns:a16="http://schemas.microsoft.com/office/drawing/2014/main" id="{79B8E513-B376-BDA4-6F47-C9F1637BC2F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08" name="Rectangle: Rounded Corners 2107">
                  <a:extLst>
                    <a:ext uri="{FF2B5EF4-FFF2-40B4-BE49-F238E27FC236}">
                      <a16:creationId xmlns:a16="http://schemas.microsoft.com/office/drawing/2014/main" id="{D816D35B-18B8-2A64-F800-97D3B9CC1A8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09" name="Rectangle: Rounded Corners 2108">
                  <a:extLst>
                    <a:ext uri="{FF2B5EF4-FFF2-40B4-BE49-F238E27FC236}">
                      <a16:creationId xmlns:a16="http://schemas.microsoft.com/office/drawing/2014/main" id="{17560979-846D-CEA3-5E0C-90D1E8E6A07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0" name="Rectangle: Rounded Corners 2109">
                  <a:extLst>
                    <a:ext uri="{FF2B5EF4-FFF2-40B4-BE49-F238E27FC236}">
                      <a16:creationId xmlns:a16="http://schemas.microsoft.com/office/drawing/2014/main" id="{3109D33D-61A0-B696-71B5-33FBD2A5C6F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1" name="Rectangle: Rounded Corners 2110">
                  <a:extLst>
                    <a:ext uri="{FF2B5EF4-FFF2-40B4-BE49-F238E27FC236}">
                      <a16:creationId xmlns:a16="http://schemas.microsoft.com/office/drawing/2014/main" id="{33100A36-2DD2-C1F3-7D1F-D67B3C81E49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2" name="Rectangle: Rounded Corners 2111">
                  <a:extLst>
                    <a:ext uri="{FF2B5EF4-FFF2-40B4-BE49-F238E27FC236}">
                      <a16:creationId xmlns:a16="http://schemas.microsoft.com/office/drawing/2014/main" id="{E1405762-31EE-B33B-07FB-9B7E46BD480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3" name="Rectangle: Rounded Corners 2112">
                  <a:extLst>
                    <a:ext uri="{FF2B5EF4-FFF2-40B4-BE49-F238E27FC236}">
                      <a16:creationId xmlns:a16="http://schemas.microsoft.com/office/drawing/2014/main" id="{928B243F-2B3D-2C9D-7DF4-F0CBBE96045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4" name="Rectangle: Rounded Corners 2113">
                  <a:extLst>
                    <a:ext uri="{FF2B5EF4-FFF2-40B4-BE49-F238E27FC236}">
                      <a16:creationId xmlns:a16="http://schemas.microsoft.com/office/drawing/2014/main" id="{151506C1-DBCF-C8C7-EEDC-5FE5203F287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5" name="Rectangle: Rounded Corners 2114">
                  <a:extLst>
                    <a:ext uri="{FF2B5EF4-FFF2-40B4-BE49-F238E27FC236}">
                      <a16:creationId xmlns:a16="http://schemas.microsoft.com/office/drawing/2014/main" id="{62983863-D938-89E5-C227-311B6AE7FE6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45" name="Group 1944">
              <a:extLst>
                <a:ext uri="{FF2B5EF4-FFF2-40B4-BE49-F238E27FC236}">
                  <a16:creationId xmlns:a16="http://schemas.microsoft.com/office/drawing/2014/main" id="{BD3F1330-934D-E9BF-D593-16AE0840DD45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2086" name="Rectangle: Rounded Corners 2085">
                <a:extLst>
                  <a:ext uri="{FF2B5EF4-FFF2-40B4-BE49-F238E27FC236}">
                    <a16:creationId xmlns:a16="http://schemas.microsoft.com/office/drawing/2014/main" id="{55007933-3CB8-80F3-DF86-731A32A81A3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087" name="Group 2086">
                <a:extLst>
                  <a:ext uri="{FF2B5EF4-FFF2-40B4-BE49-F238E27FC236}">
                    <a16:creationId xmlns:a16="http://schemas.microsoft.com/office/drawing/2014/main" id="{F7E2D25C-5FFC-3CD2-A98A-BC83C60A113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97" name="Rectangle: Rounded Corners 2096">
                  <a:extLst>
                    <a:ext uri="{FF2B5EF4-FFF2-40B4-BE49-F238E27FC236}">
                      <a16:creationId xmlns:a16="http://schemas.microsoft.com/office/drawing/2014/main" id="{ED29AB5A-5CD9-C1B0-F954-6193DFAC718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8" name="Rectangle: Rounded Corners 2097">
                  <a:extLst>
                    <a:ext uri="{FF2B5EF4-FFF2-40B4-BE49-F238E27FC236}">
                      <a16:creationId xmlns:a16="http://schemas.microsoft.com/office/drawing/2014/main" id="{4A5BD36A-3A54-8AC8-45B0-F8F7B834A9F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9" name="Rectangle: Rounded Corners 2098">
                  <a:extLst>
                    <a:ext uri="{FF2B5EF4-FFF2-40B4-BE49-F238E27FC236}">
                      <a16:creationId xmlns:a16="http://schemas.microsoft.com/office/drawing/2014/main" id="{DF114554-C91E-A1E4-9542-667BF4EEDC8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00" name="Rectangle: Rounded Corners 2099">
                  <a:extLst>
                    <a:ext uri="{FF2B5EF4-FFF2-40B4-BE49-F238E27FC236}">
                      <a16:creationId xmlns:a16="http://schemas.microsoft.com/office/drawing/2014/main" id="{766A2FBE-ACD0-A639-D313-3605B19D6D2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01" name="Rectangle: Rounded Corners 2100">
                  <a:extLst>
                    <a:ext uri="{FF2B5EF4-FFF2-40B4-BE49-F238E27FC236}">
                      <a16:creationId xmlns:a16="http://schemas.microsoft.com/office/drawing/2014/main" id="{83503C86-0C5A-B8D1-D5BE-D796CDF8464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02" name="Rectangle: Rounded Corners 2101">
                  <a:extLst>
                    <a:ext uri="{FF2B5EF4-FFF2-40B4-BE49-F238E27FC236}">
                      <a16:creationId xmlns:a16="http://schemas.microsoft.com/office/drawing/2014/main" id="{AA01B4B3-1DA1-9EC3-9040-E0A4D88AD7F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03" name="Rectangle: Rounded Corners 2102">
                  <a:extLst>
                    <a:ext uri="{FF2B5EF4-FFF2-40B4-BE49-F238E27FC236}">
                      <a16:creationId xmlns:a16="http://schemas.microsoft.com/office/drawing/2014/main" id="{AB7E6BFF-FB98-F5A8-73B1-A71CBA9346E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04" name="Rectangle: Rounded Corners 2103">
                  <a:extLst>
                    <a:ext uri="{FF2B5EF4-FFF2-40B4-BE49-F238E27FC236}">
                      <a16:creationId xmlns:a16="http://schemas.microsoft.com/office/drawing/2014/main" id="{ABB21F8A-AC6A-FD67-A284-B9697A98AAE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088" name="Group 2087">
                <a:extLst>
                  <a:ext uri="{FF2B5EF4-FFF2-40B4-BE49-F238E27FC236}">
                    <a16:creationId xmlns:a16="http://schemas.microsoft.com/office/drawing/2014/main" id="{03DB8464-113B-E363-A08C-9CEA024DD41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89" name="Rectangle: Rounded Corners 2088">
                  <a:extLst>
                    <a:ext uri="{FF2B5EF4-FFF2-40B4-BE49-F238E27FC236}">
                      <a16:creationId xmlns:a16="http://schemas.microsoft.com/office/drawing/2014/main" id="{47CF018B-D489-8626-C338-7A10624C72A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0" name="Rectangle: Rounded Corners 2089">
                  <a:extLst>
                    <a:ext uri="{FF2B5EF4-FFF2-40B4-BE49-F238E27FC236}">
                      <a16:creationId xmlns:a16="http://schemas.microsoft.com/office/drawing/2014/main" id="{4CAF951E-52D4-3A9C-44E6-814A4461085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1" name="Rectangle: Rounded Corners 2090">
                  <a:extLst>
                    <a:ext uri="{FF2B5EF4-FFF2-40B4-BE49-F238E27FC236}">
                      <a16:creationId xmlns:a16="http://schemas.microsoft.com/office/drawing/2014/main" id="{2A607001-F225-99A6-DFE6-AD357B3F56B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2" name="Rectangle: Rounded Corners 2091">
                  <a:extLst>
                    <a:ext uri="{FF2B5EF4-FFF2-40B4-BE49-F238E27FC236}">
                      <a16:creationId xmlns:a16="http://schemas.microsoft.com/office/drawing/2014/main" id="{6D7A5F91-EE61-D552-3BF7-22510FDEAD5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3" name="Rectangle: Rounded Corners 2092">
                  <a:extLst>
                    <a:ext uri="{FF2B5EF4-FFF2-40B4-BE49-F238E27FC236}">
                      <a16:creationId xmlns:a16="http://schemas.microsoft.com/office/drawing/2014/main" id="{D5B1E342-9457-E2E4-1129-9F1244262B6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4" name="Rectangle: Rounded Corners 2093">
                  <a:extLst>
                    <a:ext uri="{FF2B5EF4-FFF2-40B4-BE49-F238E27FC236}">
                      <a16:creationId xmlns:a16="http://schemas.microsoft.com/office/drawing/2014/main" id="{75FF10E5-99FF-FE07-9D3A-B415DE5AC8A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5" name="Rectangle: Rounded Corners 2094">
                  <a:extLst>
                    <a:ext uri="{FF2B5EF4-FFF2-40B4-BE49-F238E27FC236}">
                      <a16:creationId xmlns:a16="http://schemas.microsoft.com/office/drawing/2014/main" id="{A9EB7B3E-8FFB-2B4C-6527-D9D91768982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6" name="Rectangle: Rounded Corners 2095">
                  <a:extLst>
                    <a:ext uri="{FF2B5EF4-FFF2-40B4-BE49-F238E27FC236}">
                      <a16:creationId xmlns:a16="http://schemas.microsoft.com/office/drawing/2014/main" id="{F45CC29A-4D34-4C73-30E8-03BCC16A010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46" name="Group 1945">
              <a:extLst>
                <a:ext uri="{FF2B5EF4-FFF2-40B4-BE49-F238E27FC236}">
                  <a16:creationId xmlns:a16="http://schemas.microsoft.com/office/drawing/2014/main" id="{2639400C-865E-DB01-E796-5046483E77BA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2067" name="Rectangle: Rounded Corners 2066">
                <a:extLst>
                  <a:ext uri="{FF2B5EF4-FFF2-40B4-BE49-F238E27FC236}">
                    <a16:creationId xmlns:a16="http://schemas.microsoft.com/office/drawing/2014/main" id="{616F53F5-74B3-3B58-0BC4-6E61FC21F48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068" name="Group 2067">
                <a:extLst>
                  <a:ext uri="{FF2B5EF4-FFF2-40B4-BE49-F238E27FC236}">
                    <a16:creationId xmlns:a16="http://schemas.microsoft.com/office/drawing/2014/main" id="{FE18E943-DC61-44B2-2F5F-A752A263D4FA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78" name="Rectangle: Rounded Corners 2077">
                  <a:extLst>
                    <a:ext uri="{FF2B5EF4-FFF2-40B4-BE49-F238E27FC236}">
                      <a16:creationId xmlns:a16="http://schemas.microsoft.com/office/drawing/2014/main" id="{71CA247D-834E-BCEF-1853-1DCA0992D0E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9" name="Rectangle: Rounded Corners 2078">
                  <a:extLst>
                    <a:ext uri="{FF2B5EF4-FFF2-40B4-BE49-F238E27FC236}">
                      <a16:creationId xmlns:a16="http://schemas.microsoft.com/office/drawing/2014/main" id="{E01C3E3D-BE32-3272-81C0-0F952A7E326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0" name="Rectangle: Rounded Corners 2079">
                  <a:extLst>
                    <a:ext uri="{FF2B5EF4-FFF2-40B4-BE49-F238E27FC236}">
                      <a16:creationId xmlns:a16="http://schemas.microsoft.com/office/drawing/2014/main" id="{004395A5-6094-9C5A-88FE-F643D248B4B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1" name="Rectangle: Rounded Corners 2080">
                  <a:extLst>
                    <a:ext uri="{FF2B5EF4-FFF2-40B4-BE49-F238E27FC236}">
                      <a16:creationId xmlns:a16="http://schemas.microsoft.com/office/drawing/2014/main" id="{573A9591-01D1-6138-70A3-63EF6B042D0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2" name="Rectangle: Rounded Corners 2081">
                  <a:extLst>
                    <a:ext uri="{FF2B5EF4-FFF2-40B4-BE49-F238E27FC236}">
                      <a16:creationId xmlns:a16="http://schemas.microsoft.com/office/drawing/2014/main" id="{AB339920-0E8C-3D2D-0FBE-073035833C7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3" name="Rectangle: Rounded Corners 2082">
                  <a:extLst>
                    <a:ext uri="{FF2B5EF4-FFF2-40B4-BE49-F238E27FC236}">
                      <a16:creationId xmlns:a16="http://schemas.microsoft.com/office/drawing/2014/main" id="{86242D61-7B2C-EF38-BDA9-C5571971F3A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4" name="Rectangle: Rounded Corners 2083">
                  <a:extLst>
                    <a:ext uri="{FF2B5EF4-FFF2-40B4-BE49-F238E27FC236}">
                      <a16:creationId xmlns:a16="http://schemas.microsoft.com/office/drawing/2014/main" id="{A1947968-1F08-5D20-E2DF-72651A1752B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5" name="Rectangle: Rounded Corners 2084">
                  <a:extLst>
                    <a:ext uri="{FF2B5EF4-FFF2-40B4-BE49-F238E27FC236}">
                      <a16:creationId xmlns:a16="http://schemas.microsoft.com/office/drawing/2014/main" id="{EECA3102-8C5A-2D44-5C75-613931B637F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069" name="Group 2068">
                <a:extLst>
                  <a:ext uri="{FF2B5EF4-FFF2-40B4-BE49-F238E27FC236}">
                    <a16:creationId xmlns:a16="http://schemas.microsoft.com/office/drawing/2014/main" id="{933D947A-DE8F-6294-7687-6B6F600C573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70" name="Rectangle: Rounded Corners 2069">
                  <a:extLst>
                    <a:ext uri="{FF2B5EF4-FFF2-40B4-BE49-F238E27FC236}">
                      <a16:creationId xmlns:a16="http://schemas.microsoft.com/office/drawing/2014/main" id="{AF668052-25D5-3D01-E6A7-227F53AED67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1" name="Rectangle: Rounded Corners 2070">
                  <a:extLst>
                    <a:ext uri="{FF2B5EF4-FFF2-40B4-BE49-F238E27FC236}">
                      <a16:creationId xmlns:a16="http://schemas.microsoft.com/office/drawing/2014/main" id="{26E62677-B2EB-76FF-E90C-054C11F02A2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2" name="Rectangle: Rounded Corners 2071">
                  <a:extLst>
                    <a:ext uri="{FF2B5EF4-FFF2-40B4-BE49-F238E27FC236}">
                      <a16:creationId xmlns:a16="http://schemas.microsoft.com/office/drawing/2014/main" id="{3E52DD17-4B80-C48E-35EB-D7AC06821E7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3" name="Rectangle: Rounded Corners 2072">
                  <a:extLst>
                    <a:ext uri="{FF2B5EF4-FFF2-40B4-BE49-F238E27FC236}">
                      <a16:creationId xmlns:a16="http://schemas.microsoft.com/office/drawing/2014/main" id="{2E67A22C-EF6F-C0A5-BACC-3D5B1DF2B05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4" name="Rectangle: Rounded Corners 2073">
                  <a:extLst>
                    <a:ext uri="{FF2B5EF4-FFF2-40B4-BE49-F238E27FC236}">
                      <a16:creationId xmlns:a16="http://schemas.microsoft.com/office/drawing/2014/main" id="{58A35D83-D7D2-48CE-E351-66298CE24E6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5" name="Rectangle: Rounded Corners 2074">
                  <a:extLst>
                    <a:ext uri="{FF2B5EF4-FFF2-40B4-BE49-F238E27FC236}">
                      <a16:creationId xmlns:a16="http://schemas.microsoft.com/office/drawing/2014/main" id="{C148FB3F-45DD-1048-7A1E-C978075D806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6" name="Rectangle: Rounded Corners 2075">
                  <a:extLst>
                    <a:ext uri="{FF2B5EF4-FFF2-40B4-BE49-F238E27FC236}">
                      <a16:creationId xmlns:a16="http://schemas.microsoft.com/office/drawing/2014/main" id="{DFB83844-8936-F981-E8D6-39FA1928DBA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7" name="Rectangle: Rounded Corners 2076">
                  <a:extLst>
                    <a:ext uri="{FF2B5EF4-FFF2-40B4-BE49-F238E27FC236}">
                      <a16:creationId xmlns:a16="http://schemas.microsoft.com/office/drawing/2014/main" id="{E108D4C6-DB23-0C7E-8D2D-2C98A8729E1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47" name="Group 1946">
              <a:extLst>
                <a:ext uri="{FF2B5EF4-FFF2-40B4-BE49-F238E27FC236}">
                  <a16:creationId xmlns:a16="http://schemas.microsoft.com/office/drawing/2014/main" id="{B55041EE-1B55-F81D-31FB-B9B10EEBC883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2048" name="Rectangle: Rounded Corners 2047">
                <a:extLst>
                  <a:ext uri="{FF2B5EF4-FFF2-40B4-BE49-F238E27FC236}">
                    <a16:creationId xmlns:a16="http://schemas.microsoft.com/office/drawing/2014/main" id="{C1CDE525-F69C-B659-29A3-B403495725F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049" name="Group 2048">
                <a:extLst>
                  <a:ext uri="{FF2B5EF4-FFF2-40B4-BE49-F238E27FC236}">
                    <a16:creationId xmlns:a16="http://schemas.microsoft.com/office/drawing/2014/main" id="{A130D7BC-EAEF-0A17-9460-F254C65DD69A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59" name="Rectangle: Rounded Corners 2058">
                  <a:extLst>
                    <a:ext uri="{FF2B5EF4-FFF2-40B4-BE49-F238E27FC236}">
                      <a16:creationId xmlns:a16="http://schemas.microsoft.com/office/drawing/2014/main" id="{0E5317A6-A10E-E16D-6100-6139351ED25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0" name="Rectangle: Rounded Corners 2059">
                  <a:extLst>
                    <a:ext uri="{FF2B5EF4-FFF2-40B4-BE49-F238E27FC236}">
                      <a16:creationId xmlns:a16="http://schemas.microsoft.com/office/drawing/2014/main" id="{77A30C3E-A8EE-4061-158D-FA3EAB0EB44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1" name="Rectangle: Rounded Corners 2060">
                  <a:extLst>
                    <a:ext uri="{FF2B5EF4-FFF2-40B4-BE49-F238E27FC236}">
                      <a16:creationId xmlns:a16="http://schemas.microsoft.com/office/drawing/2014/main" id="{504AF1FD-CBD2-1F48-410D-D81595FEE1E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2" name="Rectangle: Rounded Corners 2061">
                  <a:extLst>
                    <a:ext uri="{FF2B5EF4-FFF2-40B4-BE49-F238E27FC236}">
                      <a16:creationId xmlns:a16="http://schemas.microsoft.com/office/drawing/2014/main" id="{B0FD4DAD-B528-A511-5881-A1F6C60B672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3" name="Rectangle: Rounded Corners 2062">
                  <a:extLst>
                    <a:ext uri="{FF2B5EF4-FFF2-40B4-BE49-F238E27FC236}">
                      <a16:creationId xmlns:a16="http://schemas.microsoft.com/office/drawing/2014/main" id="{26727306-4A41-6608-E2AE-A56D4453578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4" name="Rectangle: Rounded Corners 2063">
                  <a:extLst>
                    <a:ext uri="{FF2B5EF4-FFF2-40B4-BE49-F238E27FC236}">
                      <a16:creationId xmlns:a16="http://schemas.microsoft.com/office/drawing/2014/main" id="{A0D8F304-984D-1BEB-B889-2C4DABF30D3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5" name="Rectangle: Rounded Corners 2064">
                  <a:extLst>
                    <a:ext uri="{FF2B5EF4-FFF2-40B4-BE49-F238E27FC236}">
                      <a16:creationId xmlns:a16="http://schemas.microsoft.com/office/drawing/2014/main" id="{524859EE-B5ED-644A-89C9-F788C2C548F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6" name="Rectangle: Rounded Corners 2065">
                  <a:extLst>
                    <a:ext uri="{FF2B5EF4-FFF2-40B4-BE49-F238E27FC236}">
                      <a16:creationId xmlns:a16="http://schemas.microsoft.com/office/drawing/2014/main" id="{D85BC3B5-6726-B270-73D1-99CABCD0AFE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050" name="Group 2049">
                <a:extLst>
                  <a:ext uri="{FF2B5EF4-FFF2-40B4-BE49-F238E27FC236}">
                    <a16:creationId xmlns:a16="http://schemas.microsoft.com/office/drawing/2014/main" id="{C29B173F-E1A5-887E-EE7E-E46D722E7866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51" name="Rectangle: Rounded Corners 2050">
                  <a:extLst>
                    <a:ext uri="{FF2B5EF4-FFF2-40B4-BE49-F238E27FC236}">
                      <a16:creationId xmlns:a16="http://schemas.microsoft.com/office/drawing/2014/main" id="{11987946-92DC-4058-8B4A-7FF022F5663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2" name="Rectangle: Rounded Corners 2051">
                  <a:extLst>
                    <a:ext uri="{FF2B5EF4-FFF2-40B4-BE49-F238E27FC236}">
                      <a16:creationId xmlns:a16="http://schemas.microsoft.com/office/drawing/2014/main" id="{A51FC9C0-C35E-E50F-1F21-90CC956AE26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3" name="Rectangle: Rounded Corners 2052">
                  <a:extLst>
                    <a:ext uri="{FF2B5EF4-FFF2-40B4-BE49-F238E27FC236}">
                      <a16:creationId xmlns:a16="http://schemas.microsoft.com/office/drawing/2014/main" id="{A5340612-3476-1617-B162-3F947640D4B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4" name="Rectangle: Rounded Corners 2053">
                  <a:extLst>
                    <a:ext uri="{FF2B5EF4-FFF2-40B4-BE49-F238E27FC236}">
                      <a16:creationId xmlns:a16="http://schemas.microsoft.com/office/drawing/2014/main" id="{391FA90B-24E6-7D19-5684-EADC94406F6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5" name="Rectangle: Rounded Corners 2054">
                  <a:extLst>
                    <a:ext uri="{FF2B5EF4-FFF2-40B4-BE49-F238E27FC236}">
                      <a16:creationId xmlns:a16="http://schemas.microsoft.com/office/drawing/2014/main" id="{D81E0902-3691-98A8-C539-FCF188AF8F5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6" name="Rectangle: Rounded Corners 2055">
                  <a:extLst>
                    <a:ext uri="{FF2B5EF4-FFF2-40B4-BE49-F238E27FC236}">
                      <a16:creationId xmlns:a16="http://schemas.microsoft.com/office/drawing/2014/main" id="{47085C11-E2C7-1C44-A263-016E5E5524F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7" name="Rectangle: Rounded Corners 2056">
                  <a:extLst>
                    <a:ext uri="{FF2B5EF4-FFF2-40B4-BE49-F238E27FC236}">
                      <a16:creationId xmlns:a16="http://schemas.microsoft.com/office/drawing/2014/main" id="{E9EFEAD9-5E99-507A-2FA8-7D53B63EE4C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8" name="Rectangle: Rounded Corners 2057">
                  <a:extLst>
                    <a:ext uri="{FF2B5EF4-FFF2-40B4-BE49-F238E27FC236}">
                      <a16:creationId xmlns:a16="http://schemas.microsoft.com/office/drawing/2014/main" id="{A2FEE6BD-E52D-BD33-0712-58CA2C1E83E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48" name="Group 1947">
              <a:extLst>
                <a:ext uri="{FF2B5EF4-FFF2-40B4-BE49-F238E27FC236}">
                  <a16:creationId xmlns:a16="http://schemas.microsoft.com/office/drawing/2014/main" id="{3BB8F8DC-D390-9AD1-F219-ED0116ECEF0A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2029" name="Rectangle: Rounded Corners 2028">
                <a:extLst>
                  <a:ext uri="{FF2B5EF4-FFF2-40B4-BE49-F238E27FC236}">
                    <a16:creationId xmlns:a16="http://schemas.microsoft.com/office/drawing/2014/main" id="{A8D150B4-735D-7DEC-7134-17682584F52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030" name="Group 2029">
                <a:extLst>
                  <a:ext uri="{FF2B5EF4-FFF2-40B4-BE49-F238E27FC236}">
                    <a16:creationId xmlns:a16="http://schemas.microsoft.com/office/drawing/2014/main" id="{F46B5A75-9B05-71A4-1CA1-D71DC1647D1B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40" name="Rectangle: Rounded Corners 2039">
                  <a:extLst>
                    <a:ext uri="{FF2B5EF4-FFF2-40B4-BE49-F238E27FC236}">
                      <a16:creationId xmlns:a16="http://schemas.microsoft.com/office/drawing/2014/main" id="{FBD404FC-F32F-568B-53FB-1B6C957A48C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1" name="Rectangle: Rounded Corners 2040">
                  <a:extLst>
                    <a:ext uri="{FF2B5EF4-FFF2-40B4-BE49-F238E27FC236}">
                      <a16:creationId xmlns:a16="http://schemas.microsoft.com/office/drawing/2014/main" id="{923E0EB6-FCC4-49E9-61D2-933B4DF65B3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2" name="Rectangle: Rounded Corners 2041">
                  <a:extLst>
                    <a:ext uri="{FF2B5EF4-FFF2-40B4-BE49-F238E27FC236}">
                      <a16:creationId xmlns:a16="http://schemas.microsoft.com/office/drawing/2014/main" id="{447302C0-8994-2C06-AC47-012F8C72DC4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3" name="Rectangle: Rounded Corners 2042">
                  <a:extLst>
                    <a:ext uri="{FF2B5EF4-FFF2-40B4-BE49-F238E27FC236}">
                      <a16:creationId xmlns:a16="http://schemas.microsoft.com/office/drawing/2014/main" id="{B22FED1A-B438-BBE7-9BD0-F31C483B984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4" name="Rectangle: Rounded Corners 2043">
                  <a:extLst>
                    <a:ext uri="{FF2B5EF4-FFF2-40B4-BE49-F238E27FC236}">
                      <a16:creationId xmlns:a16="http://schemas.microsoft.com/office/drawing/2014/main" id="{83ADB42F-D139-5A1B-4B05-E02A8A3605C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5" name="Rectangle: Rounded Corners 2044">
                  <a:extLst>
                    <a:ext uri="{FF2B5EF4-FFF2-40B4-BE49-F238E27FC236}">
                      <a16:creationId xmlns:a16="http://schemas.microsoft.com/office/drawing/2014/main" id="{F970AB74-B4E4-5095-5B52-FC4F5032BAB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6" name="Rectangle: Rounded Corners 2045">
                  <a:extLst>
                    <a:ext uri="{FF2B5EF4-FFF2-40B4-BE49-F238E27FC236}">
                      <a16:creationId xmlns:a16="http://schemas.microsoft.com/office/drawing/2014/main" id="{F8A5B9D5-650E-77E7-79F8-14EA4C3AB39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7" name="Rectangle: Rounded Corners 2046">
                  <a:extLst>
                    <a:ext uri="{FF2B5EF4-FFF2-40B4-BE49-F238E27FC236}">
                      <a16:creationId xmlns:a16="http://schemas.microsoft.com/office/drawing/2014/main" id="{DF910F7F-9C1B-AB8C-A9DA-045605CF3B0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031" name="Group 2030">
                <a:extLst>
                  <a:ext uri="{FF2B5EF4-FFF2-40B4-BE49-F238E27FC236}">
                    <a16:creationId xmlns:a16="http://schemas.microsoft.com/office/drawing/2014/main" id="{5EB72DEA-1E91-EA3C-EEA9-B294DCA58190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32" name="Rectangle: Rounded Corners 2031">
                  <a:extLst>
                    <a:ext uri="{FF2B5EF4-FFF2-40B4-BE49-F238E27FC236}">
                      <a16:creationId xmlns:a16="http://schemas.microsoft.com/office/drawing/2014/main" id="{4049BA8C-33AF-0AF7-A59D-D6447604BEE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3" name="Rectangle: Rounded Corners 2032">
                  <a:extLst>
                    <a:ext uri="{FF2B5EF4-FFF2-40B4-BE49-F238E27FC236}">
                      <a16:creationId xmlns:a16="http://schemas.microsoft.com/office/drawing/2014/main" id="{0A20730B-AFBB-0B7E-58BC-F0A13E6A77B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4" name="Rectangle: Rounded Corners 2033">
                  <a:extLst>
                    <a:ext uri="{FF2B5EF4-FFF2-40B4-BE49-F238E27FC236}">
                      <a16:creationId xmlns:a16="http://schemas.microsoft.com/office/drawing/2014/main" id="{96296046-4B82-4490-A375-2BEC89C186D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5" name="Rectangle: Rounded Corners 2034">
                  <a:extLst>
                    <a:ext uri="{FF2B5EF4-FFF2-40B4-BE49-F238E27FC236}">
                      <a16:creationId xmlns:a16="http://schemas.microsoft.com/office/drawing/2014/main" id="{1C629D8F-A4C9-7DEA-95C0-D9D1321EFF8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6" name="Rectangle: Rounded Corners 2035">
                  <a:extLst>
                    <a:ext uri="{FF2B5EF4-FFF2-40B4-BE49-F238E27FC236}">
                      <a16:creationId xmlns:a16="http://schemas.microsoft.com/office/drawing/2014/main" id="{7C5DCC49-888F-2C8F-ABC7-DF80B5F2D0F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7" name="Rectangle: Rounded Corners 2036">
                  <a:extLst>
                    <a:ext uri="{FF2B5EF4-FFF2-40B4-BE49-F238E27FC236}">
                      <a16:creationId xmlns:a16="http://schemas.microsoft.com/office/drawing/2014/main" id="{71B20756-9591-9AEA-B236-D0BA7E3709B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8" name="Rectangle: Rounded Corners 2037">
                  <a:extLst>
                    <a:ext uri="{FF2B5EF4-FFF2-40B4-BE49-F238E27FC236}">
                      <a16:creationId xmlns:a16="http://schemas.microsoft.com/office/drawing/2014/main" id="{12029EB7-063E-5056-970C-0B406CC997F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9" name="Rectangle: Rounded Corners 2038">
                  <a:extLst>
                    <a:ext uri="{FF2B5EF4-FFF2-40B4-BE49-F238E27FC236}">
                      <a16:creationId xmlns:a16="http://schemas.microsoft.com/office/drawing/2014/main" id="{C14AD8DE-72B1-15A7-8F80-3F49718B08D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49" name="Group 1948">
              <a:extLst>
                <a:ext uri="{FF2B5EF4-FFF2-40B4-BE49-F238E27FC236}">
                  <a16:creationId xmlns:a16="http://schemas.microsoft.com/office/drawing/2014/main" id="{11EE9377-3335-4245-483E-613F01733E4C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2010" name="Rectangle: Rounded Corners 2009">
                <a:extLst>
                  <a:ext uri="{FF2B5EF4-FFF2-40B4-BE49-F238E27FC236}">
                    <a16:creationId xmlns:a16="http://schemas.microsoft.com/office/drawing/2014/main" id="{CDA91C07-AAB6-7506-1484-2FB8E435687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011" name="Group 2010">
                <a:extLst>
                  <a:ext uri="{FF2B5EF4-FFF2-40B4-BE49-F238E27FC236}">
                    <a16:creationId xmlns:a16="http://schemas.microsoft.com/office/drawing/2014/main" id="{A5F1E4CD-1E5A-29A6-E89B-240899C273C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21" name="Rectangle: Rounded Corners 2020">
                  <a:extLst>
                    <a:ext uri="{FF2B5EF4-FFF2-40B4-BE49-F238E27FC236}">
                      <a16:creationId xmlns:a16="http://schemas.microsoft.com/office/drawing/2014/main" id="{B2552814-9815-9A07-8521-F333C3FD902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2" name="Rectangle: Rounded Corners 2021">
                  <a:extLst>
                    <a:ext uri="{FF2B5EF4-FFF2-40B4-BE49-F238E27FC236}">
                      <a16:creationId xmlns:a16="http://schemas.microsoft.com/office/drawing/2014/main" id="{9ABFAAEA-CFDE-FD8B-2C69-089023F1FF3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3" name="Rectangle: Rounded Corners 2022">
                  <a:extLst>
                    <a:ext uri="{FF2B5EF4-FFF2-40B4-BE49-F238E27FC236}">
                      <a16:creationId xmlns:a16="http://schemas.microsoft.com/office/drawing/2014/main" id="{538BE1D1-F88E-9AD0-FBE3-4EB2F1B7525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4" name="Rectangle: Rounded Corners 2023">
                  <a:extLst>
                    <a:ext uri="{FF2B5EF4-FFF2-40B4-BE49-F238E27FC236}">
                      <a16:creationId xmlns:a16="http://schemas.microsoft.com/office/drawing/2014/main" id="{04CF2B3C-20A2-0C69-01BA-B77D9ABAB51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5" name="Rectangle: Rounded Corners 2024">
                  <a:extLst>
                    <a:ext uri="{FF2B5EF4-FFF2-40B4-BE49-F238E27FC236}">
                      <a16:creationId xmlns:a16="http://schemas.microsoft.com/office/drawing/2014/main" id="{F7425B5B-6DB0-A3BF-C8E2-D731B6509E2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6" name="Rectangle: Rounded Corners 2025">
                  <a:extLst>
                    <a:ext uri="{FF2B5EF4-FFF2-40B4-BE49-F238E27FC236}">
                      <a16:creationId xmlns:a16="http://schemas.microsoft.com/office/drawing/2014/main" id="{440B24D2-6689-12C3-2D1B-9CF98435077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7" name="Rectangle: Rounded Corners 2026">
                  <a:extLst>
                    <a:ext uri="{FF2B5EF4-FFF2-40B4-BE49-F238E27FC236}">
                      <a16:creationId xmlns:a16="http://schemas.microsoft.com/office/drawing/2014/main" id="{D1BC06E8-9CC2-9791-2618-B1A55B9F6FE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8" name="Rectangle: Rounded Corners 2027">
                  <a:extLst>
                    <a:ext uri="{FF2B5EF4-FFF2-40B4-BE49-F238E27FC236}">
                      <a16:creationId xmlns:a16="http://schemas.microsoft.com/office/drawing/2014/main" id="{2FAC1C67-7F1C-A331-C07E-ECDE3146448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012" name="Group 2011">
                <a:extLst>
                  <a:ext uri="{FF2B5EF4-FFF2-40B4-BE49-F238E27FC236}">
                    <a16:creationId xmlns:a16="http://schemas.microsoft.com/office/drawing/2014/main" id="{2B960D7F-8E41-5BAA-68DB-00E7DC9894C2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13" name="Rectangle: Rounded Corners 2012">
                  <a:extLst>
                    <a:ext uri="{FF2B5EF4-FFF2-40B4-BE49-F238E27FC236}">
                      <a16:creationId xmlns:a16="http://schemas.microsoft.com/office/drawing/2014/main" id="{06D6229D-351C-0C76-88D8-582AD91B016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4" name="Rectangle: Rounded Corners 2013">
                  <a:extLst>
                    <a:ext uri="{FF2B5EF4-FFF2-40B4-BE49-F238E27FC236}">
                      <a16:creationId xmlns:a16="http://schemas.microsoft.com/office/drawing/2014/main" id="{63CCD58B-0B78-85E2-242D-233DF923AE8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5" name="Rectangle: Rounded Corners 2014">
                  <a:extLst>
                    <a:ext uri="{FF2B5EF4-FFF2-40B4-BE49-F238E27FC236}">
                      <a16:creationId xmlns:a16="http://schemas.microsoft.com/office/drawing/2014/main" id="{A59E97AC-5AF8-8396-2827-1DD546913E1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6" name="Rectangle: Rounded Corners 2015">
                  <a:extLst>
                    <a:ext uri="{FF2B5EF4-FFF2-40B4-BE49-F238E27FC236}">
                      <a16:creationId xmlns:a16="http://schemas.microsoft.com/office/drawing/2014/main" id="{1C33B137-94A0-1BE4-E007-583F256413F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7" name="Rectangle: Rounded Corners 2016">
                  <a:extLst>
                    <a:ext uri="{FF2B5EF4-FFF2-40B4-BE49-F238E27FC236}">
                      <a16:creationId xmlns:a16="http://schemas.microsoft.com/office/drawing/2014/main" id="{DB625B2E-41EE-7197-E82C-6A7A35F1C89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8" name="Rectangle: Rounded Corners 2017">
                  <a:extLst>
                    <a:ext uri="{FF2B5EF4-FFF2-40B4-BE49-F238E27FC236}">
                      <a16:creationId xmlns:a16="http://schemas.microsoft.com/office/drawing/2014/main" id="{859843F5-EB21-6E45-979E-7D865F213A4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9" name="Rectangle: Rounded Corners 2018">
                  <a:extLst>
                    <a:ext uri="{FF2B5EF4-FFF2-40B4-BE49-F238E27FC236}">
                      <a16:creationId xmlns:a16="http://schemas.microsoft.com/office/drawing/2014/main" id="{27107F82-979B-7AA8-EC61-CBDB78F9E04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0" name="Rectangle: Rounded Corners 2019">
                  <a:extLst>
                    <a:ext uri="{FF2B5EF4-FFF2-40B4-BE49-F238E27FC236}">
                      <a16:creationId xmlns:a16="http://schemas.microsoft.com/office/drawing/2014/main" id="{3C897AC0-7E83-1FB9-CC24-1C32296B060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50" name="Group 1949">
              <a:extLst>
                <a:ext uri="{FF2B5EF4-FFF2-40B4-BE49-F238E27FC236}">
                  <a16:creationId xmlns:a16="http://schemas.microsoft.com/office/drawing/2014/main" id="{F8B235AB-E7DE-7B73-CA4E-8E75D4AC0588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991" name="Rectangle: Rounded Corners 1990">
                <a:extLst>
                  <a:ext uri="{FF2B5EF4-FFF2-40B4-BE49-F238E27FC236}">
                    <a16:creationId xmlns:a16="http://schemas.microsoft.com/office/drawing/2014/main" id="{9336AEA8-9CDE-3BCC-52F3-8AEC91769A99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992" name="Group 1991">
                <a:extLst>
                  <a:ext uri="{FF2B5EF4-FFF2-40B4-BE49-F238E27FC236}">
                    <a16:creationId xmlns:a16="http://schemas.microsoft.com/office/drawing/2014/main" id="{8794AD02-A411-769D-B0FA-C41C5C79F6B7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02" name="Rectangle: Rounded Corners 2001">
                  <a:extLst>
                    <a:ext uri="{FF2B5EF4-FFF2-40B4-BE49-F238E27FC236}">
                      <a16:creationId xmlns:a16="http://schemas.microsoft.com/office/drawing/2014/main" id="{6FE42FD4-E997-2D6C-88A2-CAA91176F9D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3" name="Rectangle: Rounded Corners 2002">
                  <a:extLst>
                    <a:ext uri="{FF2B5EF4-FFF2-40B4-BE49-F238E27FC236}">
                      <a16:creationId xmlns:a16="http://schemas.microsoft.com/office/drawing/2014/main" id="{1F3D9C96-9019-B1B0-8AEA-E628912817C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4" name="Rectangle: Rounded Corners 2003">
                  <a:extLst>
                    <a:ext uri="{FF2B5EF4-FFF2-40B4-BE49-F238E27FC236}">
                      <a16:creationId xmlns:a16="http://schemas.microsoft.com/office/drawing/2014/main" id="{767223A3-BAF5-0998-8539-C67FA0F1AF4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5" name="Rectangle: Rounded Corners 2004">
                  <a:extLst>
                    <a:ext uri="{FF2B5EF4-FFF2-40B4-BE49-F238E27FC236}">
                      <a16:creationId xmlns:a16="http://schemas.microsoft.com/office/drawing/2014/main" id="{0857473C-3F69-C5F4-F3BA-8566D6B8B7F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6" name="Rectangle: Rounded Corners 2005">
                  <a:extLst>
                    <a:ext uri="{FF2B5EF4-FFF2-40B4-BE49-F238E27FC236}">
                      <a16:creationId xmlns:a16="http://schemas.microsoft.com/office/drawing/2014/main" id="{74B5D61A-A232-69DC-C342-53BDCB78AAB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7" name="Rectangle: Rounded Corners 2006">
                  <a:extLst>
                    <a:ext uri="{FF2B5EF4-FFF2-40B4-BE49-F238E27FC236}">
                      <a16:creationId xmlns:a16="http://schemas.microsoft.com/office/drawing/2014/main" id="{51673142-65D9-3513-5607-E5A27FFB487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8" name="Rectangle: Rounded Corners 2007">
                  <a:extLst>
                    <a:ext uri="{FF2B5EF4-FFF2-40B4-BE49-F238E27FC236}">
                      <a16:creationId xmlns:a16="http://schemas.microsoft.com/office/drawing/2014/main" id="{FFE44006-ADAA-EDB3-1F09-BA2CFD24500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9" name="Rectangle: Rounded Corners 2008">
                  <a:extLst>
                    <a:ext uri="{FF2B5EF4-FFF2-40B4-BE49-F238E27FC236}">
                      <a16:creationId xmlns:a16="http://schemas.microsoft.com/office/drawing/2014/main" id="{6E6C77DD-80BB-21B5-7984-822B045CA8A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93" name="Group 1992">
                <a:extLst>
                  <a:ext uri="{FF2B5EF4-FFF2-40B4-BE49-F238E27FC236}">
                    <a16:creationId xmlns:a16="http://schemas.microsoft.com/office/drawing/2014/main" id="{1A16E45A-4A50-8046-753F-DB92B8D613A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94" name="Rectangle: Rounded Corners 1993">
                  <a:extLst>
                    <a:ext uri="{FF2B5EF4-FFF2-40B4-BE49-F238E27FC236}">
                      <a16:creationId xmlns:a16="http://schemas.microsoft.com/office/drawing/2014/main" id="{A88320A8-065E-4AD6-1CCB-9D66E4BA374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5" name="Rectangle: Rounded Corners 1994">
                  <a:extLst>
                    <a:ext uri="{FF2B5EF4-FFF2-40B4-BE49-F238E27FC236}">
                      <a16:creationId xmlns:a16="http://schemas.microsoft.com/office/drawing/2014/main" id="{096902DE-E370-75A9-B051-7E2D7C885C3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6" name="Rectangle: Rounded Corners 1995">
                  <a:extLst>
                    <a:ext uri="{FF2B5EF4-FFF2-40B4-BE49-F238E27FC236}">
                      <a16:creationId xmlns:a16="http://schemas.microsoft.com/office/drawing/2014/main" id="{55FD1924-7091-8CAC-A047-41A2A064364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7" name="Rectangle: Rounded Corners 1996">
                  <a:extLst>
                    <a:ext uri="{FF2B5EF4-FFF2-40B4-BE49-F238E27FC236}">
                      <a16:creationId xmlns:a16="http://schemas.microsoft.com/office/drawing/2014/main" id="{F9D00600-0BE2-FC1C-6631-8D02964D7EB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8" name="Rectangle: Rounded Corners 1997">
                  <a:extLst>
                    <a:ext uri="{FF2B5EF4-FFF2-40B4-BE49-F238E27FC236}">
                      <a16:creationId xmlns:a16="http://schemas.microsoft.com/office/drawing/2014/main" id="{CB6D0AC8-56DB-0D49-7876-14C06105772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9" name="Rectangle: Rounded Corners 1998">
                  <a:extLst>
                    <a:ext uri="{FF2B5EF4-FFF2-40B4-BE49-F238E27FC236}">
                      <a16:creationId xmlns:a16="http://schemas.microsoft.com/office/drawing/2014/main" id="{1B832D16-A7FF-F1BA-3593-D9292CC9E96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0" name="Rectangle: Rounded Corners 1999">
                  <a:extLst>
                    <a:ext uri="{FF2B5EF4-FFF2-40B4-BE49-F238E27FC236}">
                      <a16:creationId xmlns:a16="http://schemas.microsoft.com/office/drawing/2014/main" id="{543E1B4F-D155-83D0-8323-5D3ADF9AF4A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1" name="Rectangle: Rounded Corners 2000">
                  <a:extLst>
                    <a:ext uri="{FF2B5EF4-FFF2-40B4-BE49-F238E27FC236}">
                      <a16:creationId xmlns:a16="http://schemas.microsoft.com/office/drawing/2014/main" id="{26765BE4-8429-3480-FD62-FC8F4A123BE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51" name="Group 1950">
              <a:extLst>
                <a:ext uri="{FF2B5EF4-FFF2-40B4-BE49-F238E27FC236}">
                  <a16:creationId xmlns:a16="http://schemas.microsoft.com/office/drawing/2014/main" id="{E784DFC0-D683-A3FC-D3F6-8FB49622CE87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972" name="Rectangle: Rounded Corners 1971">
                <a:extLst>
                  <a:ext uri="{FF2B5EF4-FFF2-40B4-BE49-F238E27FC236}">
                    <a16:creationId xmlns:a16="http://schemas.microsoft.com/office/drawing/2014/main" id="{2EA18FE3-F47E-6D61-FB0B-A49370D5DA6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973" name="Group 1972">
                <a:extLst>
                  <a:ext uri="{FF2B5EF4-FFF2-40B4-BE49-F238E27FC236}">
                    <a16:creationId xmlns:a16="http://schemas.microsoft.com/office/drawing/2014/main" id="{003209A0-3133-9A98-8567-225409FBE0AA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83" name="Rectangle: Rounded Corners 1982">
                  <a:extLst>
                    <a:ext uri="{FF2B5EF4-FFF2-40B4-BE49-F238E27FC236}">
                      <a16:creationId xmlns:a16="http://schemas.microsoft.com/office/drawing/2014/main" id="{0A8C4B89-24DC-D5A4-F351-34A8635FDF0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4" name="Rectangle: Rounded Corners 1983">
                  <a:extLst>
                    <a:ext uri="{FF2B5EF4-FFF2-40B4-BE49-F238E27FC236}">
                      <a16:creationId xmlns:a16="http://schemas.microsoft.com/office/drawing/2014/main" id="{FA10A0EE-B101-2437-A9DD-A3C09A28745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5" name="Rectangle: Rounded Corners 1984">
                  <a:extLst>
                    <a:ext uri="{FF2B5EF4-FFF2-40B4-BE49-F238E27FC236}">
                      <a16:creationId xmlns:a16="http://schemas.microsoft.com/office/drawing/2014/main" id="{415E012C-92BE-192E-61E7-12695FF8DA2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6" name="Rectangle: Rounded Corners 1985">
                  <a:extLst>
                    <a:ext uri="{FF2B5EF4-FFF2-40B4-BE49-F238E27FC236}">
                      <a16:creationId xmlns:a16="http://schemas.microsoft.com/office/drawing/2014/main" id="{8E5BEFB4-3023-9BE2-80D9-25FDD2E3766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7" name="Rectangle: Rounded Corners 1986">
                  <a:extLst>
                    <a:ext uri="{FF2B5EF4-FFF2-40B4-BE49-F238E27FC236}">
                      <a16:creationId xmlns:a16="http://schemas.microsoft.com/office/drawing/2014/main" id="{88AA2ABA-F57E-DAC0-EE63-76B1B2F6E6A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8" name="Rectangle: Rounded Corners 1987">
                  <a:extLst>
                    <a:ext uri="{FF2B5EF4-FFF2-40B4-BE49-F238E27FC236}">
                      <a16:creationId xmlns:a16="http://schemas.microsoft.com/office/drawing/2014/main" id="{B9BF51A0-2FF0-15D9-E22E-6915D0AB046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9" name="Rectangle: Rounded Corners 1988">
                  <a:extLst>
                    <a:ext uri="{FF2B5EF4-FFF2-40B4-BE49-F238E27FC236}">
                      <a16:creationId xmlns:a16="http://schemas.microsoft.com/office/drawing/2014/main" id="{D2EDDAAA-BD43-C5B8-9A9A-41370BDB7E1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0" name="Rectangle: Rounded Corners 1989">
                  <a:extLst>
                    <a:ext uri="{FF2B5EF4-FFF2-40B4-BE49-F238E27FC236}">
                      <a16:creationId xmlns:a16="http://schemas.microsoft.com/office/drawing/2014/main" id="{C6F347FB-5ADD-1341-E38D-1FA446B10C7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74" name="Group 1973">
                <a:extLst>
                  <a:ext uri="{FF2B5EF4-FFF2-40B4-BE49-F238E27FC236}">
                    <a16:creationId xmlns:a16="http://schemas.microsoft.com/office/drawing/2014/main" id="{28EC8316-43FB-919A-067A-8144961C2FE0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75" name="Rectangle: Rounded Corners 1974">
                  <a:extLst>
                    <a:ext uri="{FF2B5EF4-FFF2-40B4-BE49-F238E27FC236}">
                      <a16:creationId xmlns:a16="http://schemas.microsoft.com/office/drawing/2014/main" id="{59F74E26-CAF3-9793-24A3-66CB177C1AE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76" name="Rectangle: Rounded Corners 1975">
                  <a:extLst>
                    <a:ext uri="{FF2B5EF4-FFF2-40B4-BE49-F238E27FC236}">
                      <a16:creationId xmlns:a16="http://schemas.microsoft.com/office/drawing/2014/main" id="{7758EA55-4C14-78B0-FC43-FD46CABFA6A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77" name="Rectangle: Rounded Corners 1976">
                  <a:extLst>
                    <a:ext uri="{FF2B5EF4-FFF2-40B4-BE49-F238E27FC236}">
                      <a16:creationId xmlns:a16="http://schemas.microsoft.com/office/drawing/2014/main" id="{9457CCC8-BFB5-1624-4EEE-74EEA0617EA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78" name="Rectangle: Rounded Corners 1977">
                  <a:extLst>
                    <a:ext uri="{FF2B5EF4-FFF2-40B4-BE49-F238E27FC236}">
                      <a16:creationId xmlns:a16="http://schemas.microsoft.com/office/drawing/2014/main" id="{66A79B27-667A-7850-AE6D-0148388CC6D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79" name="Rectangle: Rounded Corners 1978">
                  <a:extLst>
                    <a:ext uri="{FF2B5EF4-FFF2-40B4-BE49-F238E27FC236}">
                      <a16:creationId xmlns:a16="http://schemas.microsoft.com/office/drawing/2014/main" id="{9E4695B5-D57E-A9C2-CE9C-258DCD7CAF3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0" name="Rectangle: Rounded Corners 1979">
                  <a:extLst>
                    <a:ext uri="{FF2B5EF4-FFF2-40B4-BE49-F238E27FC236}">
                      <a16:creationId xmlns:a16="http://schemas.microsoft.com/office/drawing/2014/main" id="{3ACCE3A3-2B18-2587-EC8B-0F0414950B2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1" name="Rectangle: Rounded Corners 1980">
                  <a:extLst>
                    <a:ext uri="{FF2B5EF4-FFF2-40B4-BE49-F238E27FC236}">
                      <a16:creationId xmlns:a16="http://schemas.microsoft.com/office/drawing/2014/main" id="{17EF4767-DBB4-93DB-CE46-DCF8EF97752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2" name="Rectangle: Rounded Corners 1981">
                  <a:extLst>
                    <a:ext uri="{FF2B5EF4-FFF2-40B4-BE49-F238E27FC236}">
                      <a16:creationId xmlns:a16="http://schemas.microsoft.com/office/drawing/2014/main" id="{AF2F6080-B37E-EDDE-AEAA-D98C951C471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52" name="Group 1951">
              <a:extLst>
                <a:ext uri="{FF2B5EF4-FFF2-40B4-BE49-F238E27FC236}">
                  <a16:creationId xmlns:a16="http://schemas.microsoft.com/office/drawing/2014/main" id="{8770225D-BDE9-CED5-8DD3-E5E1C4FD3383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953" name="Rectangle: Rounded Corners 1952">
                <a:extLst>
                  <a:ext uri="{FF2B5EF4-FFF2-40B4-BE49-F238E27FC236}">
                    <a16:creationId xmlns:a16="http://schemas.microsoft.com/office/drawing/2014/main" id="{39062C1A-7270-1BF5-6BB6-35114E4A7C0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954" name="Group 1953">
                <a:extLst>
                  <a:ext uri="{FF2B5EF4-FFF2-40B4-BE49-F238E27FC236}">
                    <a16:creationId xmlns:a16="http://schemas.microsoft.com/office/drawing/2014/main" id="{970A7FCB-4E00-A879-D83C-1AC9545E6440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64" name="Rectangle: Rounded Corners 1963">
                  <a:extLst>
                    <a:ext uri="{FF2B5EF4-FFF2-40B4-BE49-F238E27FC236}">
                      <a16:creationId xmlns:a16="http://schemas.microsoft.com/office/drawing/2014/main" id="{F8617CFC-16E7-7585-A141-62AD0058E8E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5" name="Rectangle: Rounded Corners 1964">
                  <a:extLst>
                    <a:ext uri="{FF2B5EF4-FFF2-40B4-BE49-F238E27FC236}">
                      <a16:creationId xmlns:a16="http://schemas.microsoft.com/office/drawing/2014/main" id="{0B06CB65-8A1E-C383-8B0C-70023249D02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6" name="Rectangle: Rounded Corners 1965">
                  <a:extLst>
                    <a:ext uri="{FF2B5EF4-FFF2-40B4-BE49-F238E27FC236}">
                      <a16:creationId xmlns:a16="http://schemas.microsoft.com/office/drawing/2014/main" id="{80AC4AD7-FEF6-94BA-4568-CD0B97D52C9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7" name="Rectangle: Rounded Corners 1966">
                  <a:extLst>
                    <a:ext uri="{FF2B5EF4-FFF2-40B4-BE49-F238E27FC236}">
                      <a16:creationId xmlns:a16="http://schemas.microsoft.com/office/drawing/2014/main" id="{33EC877B-B844-92A1-5D74-6CC7C790D8C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8" name="Rectangle: Rounded Corners 1967">
                  <a:extLst>
                    <a:ext uri="{FF2B5EF4-FFF2-40B4-BE49-F238E27FC236}">
                      <a16:creationId xmlns:a16="http://schemas.microsoft.com/office/drawing/2014/main" id="{0AEDF2A7-B3CF-6D58-833C-2E002349C22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9" name="Rectangle: Rounded Corners 1968">
                  <a:extLst>
                    <a:ext uri="{FF2B5EF4-FFF2-40B4-BE49-F238E27FC236}">
                      <a16:creationId xmlns:a16="http://schemas.microsoft.com/office/drawing/2014/main" id="{54D17E14-9205-3CB2-A449-DBC9437959E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70" name="Rectangle: Rounded Corners 1969">
                  <a:extLst>
                    <a:ext uri="{FF2B5EF4-FFF2-40B4-BE49-F238E27FC236}">
                      <a16:creationId xmlns:a16="http://schemas.microsoft.com/office/drawing/2014/main" id="{F05CAB10-3C23-C83B-E527-0EFEBAEE892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71" name="Rectangle: Rounded Corners 1970">
                  <a:extLst>
                    <a:ext uri="{FF2B5EF4-FFF2-40B4-BE49-F238E27FC236}">
                      <a16:creationId xmlns:a16="http://schemas.microsoft.com/office/drawing/2014/main" id="{82464415-2BB9-3109-1322-C24CD4E2982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55" name="Group 1954">
                <a:extLst>
                  <a:ext uri="{FF2B5EF4-FFF2-40B4-BE49-F238E27FC236}">
                    <a16:creationId xmlns:a16="http://schemas.microsoft.com/office/drawing/2014/main" id="{F268CE5A-561F-FEBD-9E14-05FD6B44F42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56" name="Rectangle: Rounded Corners 1955">
                  <a:extLst>
                    <a:ext uri="{FF2B5EF4-FFF2-40B4-BE49-F238E27FC236}">
                      <a16:creationId xmlns:a16="http://schemas.microsoft.com/office/drawing/2014/main" id="{C1C4C6E9-2741-FF5B-D974-C3A3F8FFEAF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57" name="Rectangle: Rounded Corners 1956">
                  <a:extLst>
                    <a:ext uri="{FF2B5EF4-FFF2-40B4-BE49-F238E27FC236}">
                      <a16:creationId xmlns:a16="http://schemas.microsoft.com/office/drawing/2014/main" id="{0374D70A-3454-C274-DF3C-83446B700A1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58" name="Rectangle: Rounded Corners 1957">
                  <a:extLst>
                    <a:ext uri="{FF2B5EF4-FFF2-40B4-BE49-F238E27FC236}">
                      <a16:creationId xmlns:a16="http://schemas.microsoft.com/office/drawing/2014/main" id="{5C2E1CFB-B9DA-3816-F341-D5EF01F1F6F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59" name="Rectangle: Rounded Corners 1958">
                  <a:extLst>
                    <a:ext uri="{FF2B5EF4-FFF2-40B4-BE49-F238E27FC236}">
                      <a16:creationId xmlns:a16="http://schemas.microsoft.com/office/drawing/2014/main" id="{9CB9FEE9-D97B-6830-F9BF-673C098A0E5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0" name="Rectangle: Rounded Corners 1959">
                  <a:extLst>
                    <a:ext uri="{FF2B5EF4-FFF2-40B4-BE49-F238E27FC236}">
                      <a16:creationId xmlns:a16="http://schemas.microsoft.com/office/drawing/2014/main" id="{76CFD69F-637F-E1D4-A60E-30CCCF91B49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1" name="Rectangle: Rounded Corners 1960">
                  <a:extLst>
                    <a:ext uri="{FF2B5EF4-FFF2-40B4-BE49-F238E27FC236}">
                      <a16:creationId xmlns:a16="http://schemas.microsoft.com/office/drawing/2014/main" id="{730FC247-9937-7891-8102-4B281E60BBC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2" name="Rectangle: Rounded Corners 1961">
                  <a:extLst>
                    <a:ext uri="{FF2B5EF4-FFF2-40B4-BE49-F238E27FC236}">
                      <a16:creationId xmlns:a16="http://schemas.microsoft.com/office/drawing/2014/main" id="{FE824054-0926-A266-3814-D48B80DD889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3" name="Rectangle: Rounded Corners 1962">
                  <a:extLst>
                    <a:ext uri="{FF2B5EF4-FFF2-40B4-BE49-F238E27FC236}">
                      <a16:creationId xmlns:a16="http://schemas.microsoft.com/office/drawing/2014/main" id="{267A7137-B2F8-4097-A0C0-37F425DE567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1739" name="Group 1738">
            <a:extLst>
              <a:ext uri="{FF2B5EF4-FFF2-40B4-BE49-F238E27FC236}">
                <a16:creationId xmlns:a16="http://schemas.microsoft.com/office/drawing/2014/main" id="{E495440B-9628-E2A4-C623-313DEA663D11}"/>
              </a:ext>
            </a:extLst>
          </p:cNvPr>
          <p:cNvGrpSpPr/>
          <p:nvPr/>
        </p:nvGrpSpPr>
        <p:grpSpPr>
          <a:xfrm>
            <a:off x="-212272" y="744577"/>
            <a:ext cx="13102977" cy="1243880"/>
            <a:chOff x="3628570" y="4023519"/>
            <a:chExt cx="23905029" cy="2269331"/>
          </a:xfrm>
        </p:grpSpPr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CB29350F-3C1F-502D-AE34-A2E9BE2E6109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741" name="Group 1740">
              <a:extLst>
                <a:ext uri="{FF2B5EF4-FFF2-40B4-BE49-F238E27FC236}">
                  <a16:creationId xmlns:a16="http://schemas.microsoft.com/office/drawing/2014/main" id="{983AE082-CD7A-EC07-9A76-F3CE7EB66BCA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1922" name="Rectangle: Rounded Corners 1921">
                <a:extLst>
                  <a:ext uri="{FF2B5EF4-FFF2-40B4-BE49-F238E27FC236}">
                    <a16:creationId xmlns:a16="http://schemas.microsoft.com/office/drawing/2014/main" id="{D8066DB9-BF6B-307C-31D6-F4C70ECD41B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923" name="Group 1922">
                <a:extLst>
                  <a:ext uri="{FF2B5EF4-FFF2-40B4-BE49-F238E27FC236}">
                    <a16:creationId xmlns:a16="http://schemas.microsoft.com/office/drawing/2014/main" id="{8A2752A1-2D60-5E7E-5A07-C5CC065DD72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33" name="Rectangle: Rounded Corners 1932">
                  <a:extLst>
                    <a:ext uri="{FF2B5EF4-FFF2-40B4-BE49-F238E27FC236}">
                      <a16:creationId xmlns:a16="http://schemas.microsoft.com/office/drawing/2014/main" id="{96A5F8BA-5142-13B3-87DE-CC354504472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4" name="Rectangle: Rounded Corners 1933">
                  <a:extLst>
                    <a:ext uri="{FF2B5EF4-FFF2-40B4-BE49-F238E27FC236}">
                      <a16:creationId xmlns:a16="http://schemas.microsoft.com/office/drawing/2014/main" id="{C66F8C57-CB8A-58C3-4646-32E596290F8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5" name="Rectangle: Rounded Corners 1934">
                  <a:extLst>
                    <a:ext uri="{FF2B5EF4-FFF2-40B4-BE49-F238E27FC236}">
                      <a16:creationId xmlns:a16="http://schemas.microsoft.com/office/drawing/2014/main" id="{80C9194C-228D-15D9-F7A2-CEF8D675B01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6" name="Rectangle: Rounded Corners 1935">
                  <a:extLst>
                    <a:ext uri="{FF2B5EF4-FFF2-40B4-BE49-F238E27FC236}">
                      <a16:creationId xmlns:a16="http://schemas.microsoft.com/office/drawing/2014/main" id="{97421F42-ED79-95F6-028F-E2D18B1D4CA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7" name="Rectangle: Rounded Corners 1936">
                  <a:extLst>
                    <a:ext uri="{FF2B5EF4-FFF2-40B4-BE49-F238E27FC236}">
                      <a16:creationId xmlns:a16="http://schemas.microsoft.com/office/drawing/2014/main" id="{DA0FCC3C-4D9B-A64D-D820-F1F68024456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8" name="Rectangle: Rounded Corners 1937">
                  <a:extLst>
                    <a:ext uri="{FF2B5EF4-FFF2-40B4-BE49-F238E27FC236}">
                      <a16:creationId xmlns:a16="http://schemas.microsoft.com/office/drawing/2014/main" id="{2B4AB3AC-1629-68F6-F813-8BAE99BD353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9" name="Rectangle: Rounded Corners 1938">
                  <a:extLst>
                    <a:ext uri="{FF2B5EF4-FFF2-40B4-BE49-F238E27FC236}">
                      <a16:creationId xmlns:a16="http://schemas.microsoft.com/office/drawing/2014/main" id="{5057107C-8F75-0617-96DF-1DEF1032DCC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40" name="Rectangle: Rounded Corners 1939">
                  <a:extLst>
                    <a:ext uri="{FF2B5EF4-FFF2-40B4-BE49-F238E27FC236}">
                      <a16:creationId xmlns:a16="http://schemas.microsoft.com/office/drawing/2014/main" id="{EF9F9EB8-287C-AF9D-9460-CCFAEE53F7B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24" name="Group 1923">
                <a:extLst>
                  <a:ext uri="{FF2B5EF4-FFF2-40B4-BE49-F238E27FC236}">
                    <a16:creationId xmlns:a16="http://schemas.microsoft.com/office/drawing/2014/main" id="{15606901-8E7D-6310-9841-F5479D790840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25" name="Rectangle: Rounded Corners 1924">
                  <a:extLst>
                    <a:ext uri="{FF2B5EF4-FFF2-40B4-BE49-F238E27FC236}">
                      <a16:creationId xmlns:a16="http://schemas.microsoft.com/office/drawing/2014/main" id="{29C6FB2F-FAE3-4E6B-7786-F331DCA9F7E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6" name="Rectangle: Rounded Corners 1925">
                  <a:extLst>
                    <a:ext uri="{FF2B5EF4-FFF2-40B4-BE49-F238E27FC236}">
                      <a16:creationId xmlns:a16="http://schemas.microsoft.com/office/drawing/2014/main" id="{114304EE-7F39-7F7E-3CAD-D679784022F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7" name="Rectangle: Rounded Corners 1926">
                  <a:extLst>
                    <a:ext uri="{FF2B5EF4-FFF2-40B4-BE49-F238E27FC236}">
                      <a16:creationId xmlns:a16="http://schemas.microsoft.com/office/drawing/2014/main" id="{4B55D9D1-9C9B-4B68-C628-16C8B916988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8" name="Rectangle: Rounded Corners 1927">
                  <a:extLst>
                    <a:ext uri="{FF2B5EF4-FFF2-40B4-BE49-F238E27FC236}">
                      <a16:creationId xmlns:a16="http://schemas.microsoft.com/office/drawing/2014/main" id="{B6258411-C061-F9A0-9ECD-F08FBB1051F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9" name="Rectangle: Rounded Corners 1928">
                  <a:extLst>
                    <a:ext uri="{FF2B5EF4-FFF2-40B4-BE49-F238E27FC236}">
                      <a16:creationId xmlns:a16="http://schemas.microsoft.com/office/drawing/2014/main" id="{88EC9FFD-3B4D-1305-5117-4FC0AE8057B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0" name="Rectangle: Rounded Corners 1929">
                  <a:extLst>
                    <a:ext uri="{FF2B5EF4-FFF2-40B4-BE49-F238E27FC236}">
                      <a16:creationId xmlns:a16="http://schemas.microsoft.com/office/drawing/2014/main" id="{EC4939C8-034A-6227-C50B-3D526CB1780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1" name="Rectangle: Rounded Corners 1930">
                  <a:extLst>
                    <a:ext uri="{FF2B5EF4-FFF2-40B4-BE49-F238E27FC236}">
                      <a16:creationId xmlns:a16="http://schemas.microsoft.com/office/drawing/2014/main" id="{3FD0F0F9-1CF8-CBAD-DDEE-0FD00AE79E6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2" name="Rectangle: Rounded Corners 1931">
                  <a:extLst>
                    <a:ext uri="{FF2B5EF4-FFF2-40B4-BE49-F238E27FC236}">
                      <a16:creationId xmlns:a16="http://schemas.microsoft.com/office/drawing/2014/main" id="{60E008BB-0250-17ED-7974-661504EA634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42" name="Group 1741">
              <a:extLst>
                <a:ext uri="{FF2B5EF4-FFF2-40B4-BE49-F238E27FC236}">
                  <a16:creationId xmlns:a16="http://schemas.microsoft.com/office/drawing/2014/main" id="{31B7C4DF-CD29-CE56-5BDB-0E7F27A80174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1903" name="Rectangle: Rounded Corners 1902">
                <a:extLst>
                  <a:ext uri="{FF2B5EF4-FFF2-40B4-BE49-F238E27FC236}">
                    <a16:creationId xmlns:a16="http://schemas.microsoft.com/office/drawing/2014/main" id="{B3D2EE76-E25C-08E0-C54E-F27CF1BF628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904" name="Group 1903">
                <a:extLst>
                  <a:ext uri="{FF2B5EF4-FFF2-40B4-BE49-F238E27FC236}">
                    <a16:creationId xmlns:a16="http://schemas.microsoft.com/office/drawing/2014/main" id="{5DE8808D-5567-311D-BD63-5EBFFB67BC89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14" name="Rectangle: Rounded Corners 1913">
                  <a:extLst>
                    <a:ext uri="{FF2B5EF4-FFF2-40B4-BE49-F238E27FC236}">
                      <a16:creationId xmlns:a16="http://schemas.microsoft.com/office/drawing/2014/main" id="{3507D687-E762-17DB-1170-ECE83A02799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5" name="Rectangle: Rounded Corners 1914">
                  <a:extLst>
                    <a:ext uri="{FF2B5EF4-FFF2-40B4-BE49-F238E27FC236}">
                      <a16:creationId xmlns:a16="http://schemas.microsoft.com/office/drawing/2014/main" id="{A32F82EB-EA2A-DE66-61F0-7936FFF1FC1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6" name="Rectangle: Rounded Corners 1915">
                  <a:extLst>
                    <a:ext uri="{FF2B5EF4-FFF2-40B4-BE49-F238E27FC236}">
                      <a16:creationId xmlns:a16="http://schemas.microsoft.com/office/drawing/2014/main" id="{90D84287-9F6F-2326-A462-49BC79EF42D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7" name="Rectangle: Rounded Corners 1916">
                  <a:extLst>
                    <a:ext uri="{FF2B5EF4-FFF2-40B4-BE49-F238E27FC236}">
                      <a16:creationId xmlns:a16="http://schemas.microsoft.com/office/drawing/2014/main" id="{C12A404D-FA2B-1574-6B7A-7B547F8C0D4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8" name="Rectangle: Rounded Corners 1917">
                  <a:extLst>
                    <a:ext uri="{FF2B5EF4-FFF2-40B4-BE49-F238E27FC236}">
                      <a16:creationId xmlns:a16="http://schemas.microsoft.com/office/drawing/2014/main" id="{AED0BB04-8301-7509-5A41-27E0C03C634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9" name="Rectangle: Rounded Corners 1918">
                  <a:extLst>
                    <a:ext uri="{FF2B5EF4-FFF2-40B4-BE49-F238E27FC236}">
                      <a16:creationId xmlns:a16="http://schemas.microsoft.com/office/drawing/2014/main" id="{EF6FD8B0-D53F-84E4-EEFF-8983A2A7208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0" name="Rectangle: Rounded Corners 1919">
                  <a:extLst>
                    <a:ext uri="{FF2B5EF4-FFF2-40B4-BE49-F238E27FC236}">
                      <a16:creationId xmlns:a16="http://schemas.microsoft.com/office/drawing/2014/main" id="{95788D01-B791-E0A6-2364-8C437B0DBDE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1" name="Rectangle: Rounded Corners 1920">
                  <a:extLst>
                    <a:ext uri="{FF2B5EF4-FFF2-40B4-BE49-F238E27FC236}">
                      <a16:creationId xmlns:a16="http://schemas.microsoft.com/office/drawing/2014/main" id="{2F28CE58-12F7-E53B-E89B-BBBDF9EDC83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05" name="Group 1904">
                <a:extLst>
                  <a:ext uri="{FF2B5EF4-FFF2-40B4-BE49-F238E27FC236}">
                    <a16:creationId xmlns:a16="http://schemas.microsoft.com/office/drawing/2014/main" id="{BC303492-D3CD-1C0F-F37E-40173F1D00D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06" name="Rectangle: Rounded Corners 1905">
                  <a:extLst>
                    <a:ext uri="{FF2B5EF4-FFF2-40B4-BE49-F238E27FC236}">
                      <a16:creationId xmlns:a16="http://schemas.microsoft.com/office/drawing/2014/main" id="{4636C7DC-313D-4101-A8F5-F84A266B0F2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7" name="Rectangle: Rounded Corners 1906">
                  <a:extLst>
                    <a:ext uri="{FF2B5EF4-FFF2-40B4-BE49-F238E27FC236}">
                      <a16:creationId xmlns:a16="http://schemas.microsoft.com/office/drawing/2014/main" id="{219819EB-F898-530A-CB51-F7C28CDDA94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8" name="Rectangle: Rounded Corners 1907">
                  <a:extLst>
                    <a:ext uri="{FF2B5EF4-FFF2-40B4-BE49-F238E27FC236}">
                      <a16:creationId xmlns:a16="http://schemas.microsoft.com/office/drawing/2014/main" id="{F6C2946D-BCC3-F380-DA9B-72FDAB89A47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9" name="Rectangle: Rounded Corners 1908">
                  <a:extLst>
                    <a:ext uri="{FF2B5EF4-FFF2-40B4-BE49-F238E27FC236}">
                      <a16:creationId xmlns:a16="http://schemas.microsoft.com/office/drawing/2014/main" id="{5A508F54-D5C2-544A-8279-AB260E59E77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0" name="Rectangle: Rounded Corners 1909">
                  <a:extLst>
                    <a:ext uri="{FF2B5EF4-FFF2-40B4-BE49-F238E27FC236}">
                      <a16:creationId xmlns:a16="http://schemas.microsoft.com/office/drawing/2014/main" id="{2757529A-8A30-E50F-B1D8-755F0C807D3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1" name="Rectangle: Rounded Corners 1910">
                  <a:extLst>
                    <a:ext uri="{FF2B5EF4-FFF2-40B4-BE49-F238E27FC236}">
                      <a16:creationId xmlns:a16="http://schemas.microsoft.com/office/drawing/2014/main" id="{25037A29-DDE4-6933-75C9-5126B6DF62F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2" name="Rectangle: Rounded Corners 1911">
                  <a:extLst>
                    <a:ext uri="{FF2B5EF4-FFF2-40B4-BE49-F238E27FC236}">
                      <a16:creationId xmlns:a16="http://schemas.microsoft.com/office/drawing/2014/main" id="{2FE08B7E-FFF8-FFA4-5AEB-151CD0066E7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3" name="Rectangle: Rounded Corners 1912">
                  <a:extLst>
                    <a:ext uri="{FF2B5EF4-FFF2-40B4-BE49-F238E27FC236}">
                      <a16:creationId xmlns:a16="http://schemas.microsoft.com/office/drawing/2014/main" id="{4BFADBE4-E192-3280-A917-6741CF63C2D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43" name="Group 1742">
              <a:extLst>
                <a:ext uri="{FF2B5EF4-FFF2-40B4-BE49-F238E27FC236}">
                  <a16:creationId xmlns:a16="http://schemas.microsoft.com/office/drawing/2014/main" id="{770D4196-27E0-409A-4919-539840A2B66F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1884" name="Rectangle: Rounded Corners 1883">
                <a:extLst>
                  <a:ext uri="{FF2B5EF4-FFF2-40B4-BE49-F238E27FC236}">
                    <a16:creationId xmlns:a16="http://schemas.microsoft.com/office/drawing/2014/main" id="{7137111D-3C21-9EE2-6D60-FD5B2EE6910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885" name="Group 1884">
                <a:extLst>
                  <a:ext uri="{FF2B5EF4-FFF2-40B4-BE49-F238E27FC236}">
                    <a16:creationId xmlns:a16="http://schemas.microsoft.com/office/drawing/2014/main" id="{B83D2F90-A94E-AFA5-B1D6-7BBA32F45E59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95" name="Rectangle: Rounded Corners 1894">
                  <a:extLst>
                    <a:ext uri="{FF2B5EF4-FFF2-40B4-BE49-F238E27FC236}">
                      <a16:creationId xmlns:a16="http://schemas.microsoft.com/office/drawing/2014/main" id="{70DE62FD-AEDB-992A-912E-996C3236975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6" name="Rectangle: Rounded Corners 1895">
                  <a:extLst>
                    <a:ext uri="{FF2B5EF4-FFF2-40B4-BE49-F238E27FC236}">
                      <a16:creationId xmlns:a16="http://schemas.microsoft.com/office/drawing/2014/main" id="{9F4548F6-9C33-98F3-F421-F92BB01A564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7" name="Rectangle: Rounded Corners 1896">
                  <a:extLst>
                    <a:ext uri="{FF2B5EF4-FFF2-40B4-BE49-F238E27FC236}">
                      <a16:creationId xmlns:a16="http://schemas.microsoft.com/office/drawing/2014/main" id="{87D4E682-A444-240E-54F8-A01C55829FF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8" name="Rectangle: Rounded Corners 1897">
                  <a:extLst>
                    <a:ext uri="{FF2B5EF4-FFF2-40B4-BE49-F238E27FC236}">
                      <a16:creationId xmlns:a16="http://schemas.microsoft.com/office/drawing/2014/main" id="{8F0E32C6-4ED9-4FE5-AE32-C34F28C0BCB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9" name="Rectangle: Rounded Corners 1898">
                  <a:extLst>
                    <a:ext uri="{FF2B5EF4-FFF2-40B4-BE49-F238E27FC236}">
                      <a16:creationId xmlns:a16="http://schemas.microsoft.com/office/drawing/2014/main" id="{01008E2F-12F7-EEA0-5001-0D605CF5166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0" name="Rectangle: Rounded Corners 1899">
                  <a:extLst>
                    <a:ext uri="{FF2B5EF4-FFF2-40B4-BE49-F238E27FC236}">
                      <a16:creationId xmlns:a16="http://schemas.microsoft.com/office/drawing/2014/main" id="{D239827B-B36E-86D3-9229-3C0EC5D0FA0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1" name="Rectangle: Rounded Corners 1900">
                  <a:extLst>
                    <a:ext uri="{FF2B5EF4-FFF2-40B4-BE49-F238E27FC236}">
                      <a16:creationId xmlns:a16="http://schemas.microsoft.com/office/drawing/2014/main" id="{3D4E5E68-AA74-B591-3C10-19AE2EAF8E5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2" name="Rectangle: Rounded Corners 1901">
                  <a:extLst>
                    <a:ext uri="{FF2B5EF4-FFF2-40B4-BE49-F238E27FC236}">
                      <a16:creationId xmlns:a16="http://schemas.microsoft.com/office/drawing/2014/main" id="{20E8EC4C-902B-FDB7-47E3-2C4B2B851CB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86" name="Group 1885">
                <a:extLst>
                  <a:ext uri="{FF2B5EF4-FFF2-40B4-BE49-F238E27FC236}">
                    <a16:creationId xmlns:a16="http://schemas.microsoft.com/office/drawing/2014/main" id="{AF9C3DE6-51FA-A492-9D23-8571D612383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87" name="Rectangle: Rounded Corners 1886">
                  <a:extLst>
                    <a:ext uri="{FF2B5EF4-FFF2-40B4-BE49-F238E27FC236}">
                      <a16:creationId xmlns:a16="http://schemas.microsoft.com/office/drawing/2014/main" id="{3DE69B17-CE58-71FB-141E-AE04D76C106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88" name="Rectangle: Rounded Corners 1887">
                  <a:extLst>
                    <a:ext uri="{FF2B5EF4-FFF2-40B4-BE49-F238E27FC236}">
                      <a16:creationId xmlns:a16="http://schemas.microsoft.com/office/drawing/2014/main" id="{FECA30B5-C595-5BA1-A2F3-C83E684A444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89" name="Rectangle: Rounded Corners 1888">
                  <a:extLst>
                    <a:ext uri="{FF2B5EF4-FFF2-40B4-BE49-F238E27FC236}">
                      <a16:creationId xmlns:a16="http://schemas.microsoft.com/office/drawing/2014/main" id="{5FE53B67-78C8-0E1D-64AB-11DF98D0C60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0" name="Rectangle: Rounded Corners 1889">
                  <a:extLst>
                    <a:ext uri="{FF2B5EF4-FFF2-40B4-BE49-F238E27FC236}">
                      <a16:creationId xmlns:a16="http://schemas.microsoft.com/office/drawing/2014/main" id="{DF821ED3-7BF7-BC62-CC7F-E0D02777628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1" name="Rectangle: Rounded Corners 1890">
                  <a:extLst>
                    <a:ext uri="{FF2B5EF4-FFF2-40B4-BE49-F238E27FC236}">
                      <a16:creationId xmlns:a16="http://schemas.microsoft.com/office/drawing/2014/main" id="{4DC0998B-D679-A56D-6FB6-DF9E1C416A5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2" name="Rectangle: Rounded Corners 1891">
                  <a:extLst>
                    <a:ext uri="{FF2B5EF4-FFF2-40B4-BE49-F238E27FC236}">
                      <a16:creationId xmlns:a16="http://schemas.microsoft.com/office/drawing/2014/main" id="{D9A10971-30AD-CEA5-53CA-37B7DC19456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3" name="Rectangle: Rounded Corners 1892">
                  <a:extLst>
                    <a:ext uri="{FF2B5EF4-FFF2-40B4-BE49-F238E27FC236}">
                      <a16:creationId xmlns:a16="http://schemas.microsoft.com/office/drawing/2014/main" id="{4A42773A-37F9-C7E1-BCE6-C10FB2292F0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4" name="Rectangle: Rounded Corners 1893">
                  <a:extLst>
                    <a:ext uri="{FF2B5EF4-FFF2-40B4-BE49-F238E27FC236}">
                      <a16:creationId xmlns:a16="http://schemas.microsoft.com/office/drawing/2014/main" id="{0645D2B5-A740-1B6C-F553-0946377621E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44" name="Group 1743">
              <a:extLst>
                <a:ext uri="{FF2B5EF4-FFF2-40B4-BE49-F238E27FC236}">
                  <a16:creationId xmlns:a16="http://schemas.microsoft.com/office/drawing/2014/main" id="{727EB7F2-017A-0746-8CA1-E83EA3065289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1865" name="Rectangle: Rounded Corners 1864">
                <a:extLst>
                  <a:ext uri="{FF2B5EF4-FFF2-40B4-BE49-F238E27FC236}">
                    <a16:creationId xmlns:a16="http://schemas.microsoft.com/office/drawing/2014/main" id="{EC2AAC2C-0308-AFB2-FF83-10DB7B2B2C5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866" name="Group 1865">
                <a:extLst>
                  <a:ext uri="{FF2B5EF4-FFF2-40B4-BE49-F238E27FC236}">
                    <a16:creationId xmlns:a16="http://schemas.microsoft.com/office/drawing/2014/main" id="{056E3976-2566-8E74-258D-BBD31D2F184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76" name="Rectangle: Rounded Corners 1875">
                  <a:extLst>
                    <a:ext uri="{FF2B5EF4-FFF2-40B4-BE49-F238E27FC236}">
                      <a16:creationId xmlns:a16="http://schemas.microsoft.com/office/drawing/2014/main" id="{007B127E-F618-1DAF-8A25-07EB0DE4A0F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7" name="Rectangle: Rounded Corners 1876">
                  <a:extLst>
                    <a:ext uri="{FF2B5EF4-FFF2-40B4-BE49-F238E27FC236}">
                      <a16:creationId xmlns:a16="http://schemas.microsoft.com/office/drawing/2014/main" id="{A4C85A89-6E1C-915E-637D-D6CD5E84C63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8" name="Rectangle: Rounded Corners 1877">
                  <a:extLst>
                    <a:ext uri="{FF2B5EF4-FFF2-40B4-BE49-F238E27FC236}">
                      <a16:creationId xmlns:a16="http://schemas.microsoft.com/office/drawing/2014/main" id="{A273DDFF-91AC-8C2C-F480-625D241E869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9" name="Rectangle: Rounded Corners 1878">
                  <a:extLst>
                    <a:ext uri="{FF2B5EF4-FFF2-40B4-BE49-F238E27FC236}">
                      <a16:creationId xmlns:a16="http://schemas.microsoft.com/office/drawing/2014/main" id="{5084CE7A-92F0-E90E-FE05-078D5C0EC82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80" name="Rectangle: Rounded Corners 1879">
                  <a:extLst>
                    <a:ext uri="{FF2B5EF4-FFF2-40B4-BE49-F238E27FC236}">
                      <a16:creationId xmlns:a16="http://schemas.microsoft.com/office/drawing/2014/main" id="{0EC24ECF-373B-9160-7DD2-EDF0541EB44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81" name="Rectangle: Rounded Corners 1880">
                  <a:extLst>
                    <a:ext uri="{FF2B5EF4-FFF2-40B4-BE49-F238E27FC236}">
                      <a16:creationId xmlns:a16="http://schemas.microsoft.com/office/drawing/2014/main" id="{544A173E-5D6C-459E-FE4F-E819DB546B7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82" name="Rectangle: Rounded Corners 1881">
                  <a:extLst>
                    <a:ext uri="{FF2B5EF4-FFF2-40B4-BE49-F238E27FC236}">
                      <a16:creationId xmlns:a16="http://schemas.microsoft.com/office/drawing/2014/main" id="{3FF9A0C0-56C5-3B70-E438-7088F19764F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83" name="Rectangle: Rounded Corners 1882">
                  <a:extLst>
                    <a:ext uri="{FF2B5EF4-FFF2-40B4-BE49-F238E27FC236}">
                      <a16:creationId xmlns:a16="http://schemas.microsoft.com/office/drawing/2014/main" id="{479BE84C-2053-ABF2-C014-A9D5167EBD7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67" name="Group 1866">
                <a:extLst>
                  <a:ext uri="{FF2B5EF4-FFF2-40B4-BE49-F238E27FC236}">
                    <a16:creationId xmlns:a16="http://schemas.microsoft.com/office/drawing/2014/main" id="{99D13E0D-29F2-A3C6-365D-AB56009B216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68" name="Rectangle: Rounded Corners 1867">
                  <a:extLst>
                    <a:ext uri="{FF2B5EF4-FFF2-40B4-BE49-F238E27FC236}">
                      <a16:creationId xmlns:a16="http://schemas.microsoft.com/office/drawing/2014/main" id="{B5496C85-D3B8-1EB0-1EA2-CB29F83DC70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69" name="Rectangle: Rounded Corners 1868">
                  <a:extLst>
                    <a:ext uri="{FF2B5EF4-FFF2-40B4-BE49-F238E27FC236}">
                      <a16:creationId xmlns:a16="http://schemas.microsoft.com/office/drawing/2014/main" id="{A0FB6A23-784B-ADB1-5335-050EE8118C2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0" name="Rectangle: Rounded Corners 1869">
                  <a:extLst>
                    <a:ext uri="{FF2B5EF4-FFF2-40B4-BE49-F238E27FC236}">
                      <a16:creationId xmlns:a16="http://schemas.microsoft.com/office/drawing/2014/main" id="{05E8C1AE-5FBC-FD20-A150-8EA7423ED20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1" name="Rectangle: Rounded Corners 1870">
                  <a:extLst>
                    <a:ext uri="{FF2B5EF4-FFF2-40B4-BE49-F238E27FC236}">
                      <a16:creationId xmlns:a16="http://schemas.microsoft.com/office/drawing/2014/main" id="{7EAAECC4-0FF8-ABE7-7FFB-E32A19308E2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2" name="Rectangle: Rounded Corners 1871">
                  <a:extLst>
                    <a:ext uri="{FF2B5EF4-FFF2-40B4-BE49-F238E27FC236}">
                      <a16:creationId xmlns:a16="http://schemas.microsoft.com/office/drawing/2014/main" id="{4607C70F-8CCC-B5FE-68D6-1B6D90D28C2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3" name="Rectangle: Rounded Corners 1872">
                  <a:extLst>
                    <a:ext uri="{FF2B5EF4-FFF2-40B4-BE49-F238E27FC236}">
                      <a16:creationId xmlns:a16="http://schemas.microsoft.com/office/drawing/2014/main" id="{66396C46-82A4-4EE9-C9C3-BC756129DE3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4" name="Rectangle: Rounded Corners 1873">
                  <a:extLst>
                    <a:ext uri="{FF2B5EF4-FFF2-40B4-BE49-F238E27FC236}">
                      <a16:creationId xmlns:a16="http://schemas.microsoft.com/office/drawing/2014/main" id="{E7E84EB7-1DD5-7375-42ED-DD0A74459D0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5" name="Rectangle: Rounded Corners 1874">
                  <a:extLst>
                    <a:ext uri="{FF2B5EF4-FFF2-40B4-BE49-F238E27FC236}">
                      <a16:creationId xmlns:a16="http://schemas.microsoft.com/office/drawing/2014/main" id="{88283490-4DA0-96F5-B1C4-51EA5B321CD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45" name="Group 1744">
              <a:extLst>
                <a:ext uri="{FF2B5EF4-FFF2-40B4-BE49-F238E27FC236}">
                  <a16:creationId xmlns:a16="http://schemas.microsoft.com/office/drawing/2014/main" id="{6BA0BA1D-BC9B-B7D3-3FA7-909E1421EB8E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846" name="Rectangle: Rounded Corners 1845">
                <a:extLst>
                  <a:ext uri="{FF2B5EF4-FFF2-40B4-BE49-F238E27FC236}">
                    <a16:creationId xmlns:a16="http://schemas.microsoft.com/office/drawing/2014/main" id="{3864F656-5BDC-5E27-0B6F-F671A10EA8B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847" name="Group 1846">
                <a:extLst>
                  <a:ext uri="{FF2B5EF4-FFF2-40B4-BE49-F238E27FC236}">
                    <a16:creationId xmlns:a16="http://schemas.microsoft.com/office/drawing/2014/main" id="{4E159941-2980-82C4-73D6-12DAA76733C9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57" name="Rectangle: Rounded Corners 1856">
                  <a:extLst>
                    <a:ext uri="{FF2B5EF4-FFF2-40B4-BE49-F238E27FC236}">
                      <a16:creationId xmlns:a16="http://schemas.microsoft.com/office/drawing/2014/main" id="{5D2569F2-FBAF-3AC4-E98E-C8749E984F2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8" name="Rectangle: Rounded Corners 1857">
                  <a:extLst>
                    <a:ext uri="{FF2B5EF4-FFF2-40B4-BE49-F238E27FC236}">
                      <a16:creationId xmlns:a16="http://schemas.microsoft.com/office/drawing/2014/main" id="{5A345DB4-B7AD-224C-D472-21792BF266A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9" name="Rectangle: Rounded Corners 1858">
                  <a:extLst>
                    <a:ext uri="{FF2B5EF4-FFF2-40B4-BE49-F238E27FC236}">
                      <a16:creationId xmlns:a16="http://schemas.microsoft.com/office/drawing/2014/main" id="{75F3CB94-EA94-CB3D-0507-A37D9CD4A6B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60" name="Rectangle: Rounded Corners 1859">
                  <a:extLst>
                    <a:ext uri="{FF2B5EF4-FFF2-40B4-BE49-F238E27FC236}">
                      <a16:creationId xmlns:a16="http://schemas.microsoft.com/office/drawing/2014/main" id="{C4DAE969-2CDA-29E1-E583-B2038B73E59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61" name="Rectangle: Rounded Corners 1860">
                  <a:extLst>
                    <a:ext uri="{FF2B5EF4-FFF2-40B4-BE49-F238E27FC236}">
                      <a16:creationId xmlns:a16="http://schemas.microsoft.com/office/drawing/2014/main" id="{560EF945-7FC9-7BBF-7F4D-437F1736961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62" name="Rectangle: Rounded Corners 1861">
                  <a:extLst>
                    <a:ext uri="{FF2B5EF4-FFF2-40B4-BE49-F238E27FC236}">
                      <a16:creationId xmlns:a16="http://schemas.microsoft.com/office/drawing/2014/main" id="{41D24097-6F1C-667A-FDE5-EA0B3B0B802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63" name="Rectangle: Rounded Corners 1862">
                  <a:extLst>
                    <a:ext uri="{FF2B5EF4-FFF2-40B4-BE49-F238E27FC236}">
                      <a16:creationId xmlns:a16="http://schemas.microsoft.com/office/drawing/2014/main" id="{2A256F47-2A9E-D9DE-9881-A58DD42A9B4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64" name="Rectangle: Rounded Corners 1863">
                  <a:extLst>
                    <a:ext uri="{FF2B5EF4-FFF2-40B4-BE49-F238E27FC236}">
                      <a16:creationId xmlns:a16="http://schemas.microsoft.com/office/drawing/2014/main" id="{F02A1F50-9F40-44F0-15EF-31A27FEBAFA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48" name="Group 1847">
                <a:extLst>
                  <a:ext uri="{FF2B5EF4-FFF2-40B4-BE49-F238E27FC236}">
                    <a16:creationId xmlns:a16="http://schemas.microsoft.com/office/drawing/2014/main" id="{4BBFA183-F59B-F858-4433-F873798BA7C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49" name="Rectangle: Rounded Corners 1848">
                  <a:extLst>
                    <a:ext uri="{FF2B5EF4-FFF2-40B4-BE49-F238E27FC236}">
                      <a16:creationId xmlns:a16="http://schemas.microsoft.com/office/drawing/2014/main" id="{51C24299-E6E8-8AAA-E89B-A407787B53B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0" name="Rectangle: Rounded Corners 1849">
                  <a:extLst>
                    <a:ext uri="{FF2B5EF4-FFF2-40B4-BE49-F238E27FC236}">
                      <a16:creationId xmlns:a16="http://schemas.microsoft.com/office/drawing/2014/main" id="{45104D34-BD25-B5D4-1DAB-D94774FA3F2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1" name="Rectangle: Rounded Corners 1850">
                  <a:extLst>
                    <a:ext uri="{FF2B5EF4-FFF2-40B4-BE49-F238E27FC236}">
                      <a16:creationId xmlns:a16="http://schemas.microsoft.com/office/drawing/2014/main" id="{FFA7DCD0-0488-617A-195F-BBB0E72B7C9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2" name="Rectangle: Rounded Corners 1851">
                  <a:extLst>
                    <a:ext uri="{FF2B5EF4-FFF2-40B4-BE49-F238E27FC236}">
                      <a16:creationId xmlns:a16="http://schemas.microsoft.com/office/drawing/2014/main" id="{B10B062A-DA20-F123-F315-5503B2B6BA6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3" name="Rectangle: Rounded Corners 1852">
                  <a:extLst>
                    <a:ext uri="{FF2B5EF4-FFF2-40B4-BE49-F238E27FC236}">
                      <a16:creationId xmlns:a16="http://schemas.microsoft.com/office/drawing/2014/main" id="{0724948C-F315-7EB6-48F1-4D9BF9DAE84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4" name="Rectangle: Rounded Corners 1853">
                  <a:extLst>
                    <a:ext uri="{FF2B5EF4-FFF2-40B4-BE49-F238E27FC236}">
                      <a16:creationId xmlns:a16="http://schemas.microsoft.com/office/drawing/2014/main" id="{DB8114B3-1882-EEC2-DF9B-E4736FCCB47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5" name="Rectangle: Rounded Corners 1854">
                  <a:extLst>
                    <a:ext uri="{FF2B5EF4-FFF2-40B4-BE49-F238E27FC236}">
                      <a16:creationId xmlns:a16="http://schemas.microsoft.com/office/drawing/2014/main" id="{AD3FDD28-B789-B9C8-B84D-418AA3DBE6F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6" name="Rectangle: Rounded Corners 1855">
                  <a:extLst>
                    <a:ext uri="{FF2B5EF4-FFF2-40B4-BE49-F238E27FC236}">
                      <a16:creationId xmlns:a16="http://schemas.microsoft.com/office/drawing/2014/main" id="{45A4CF2D-C619-ED48-30A4-34BA817BA31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46" name="Group 1745">
              <a:extLst>
                <a:ext uri="{FF2B5EF4-FFF2-40B4-BE49-F238E27FC236}">
                  <a16:creationId xmlns:a16="http://schemas.microsoft.com/office/drawing/2014/main" id="{16E7311D-3F52-0967-40D3-8C3CF0601559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827" name="Rectangle: Rounded Corners 1826">
                <a:extLst>
                  <a:ext uri="{FF2B5EF4-FFF2-40B4-BE49-F238E27FC236}">
                    <a16:creationId xmlns:a16="http://schemas.microsoft.com/office/drawing/2014/main" id="{71DB787D-9DFE-F59A-7E27-414AE2B791E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828" name="Group 1827">
                <a:extLst>
                  <a:ext uri="{FF2B5EF4-FFF2-40B4-BE49-F238E27FC236}">
                    <a16:creationId xmlns:a16="http://schemas.microsoft.com/office/drawing/2014/main" id="{BF75C20F-5C82-1505-E429-00D2BDF18FEA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38" name="Rectangle: Rounded Corners 1837">
                  <a:extLst>
                    <a:ext uri="{FF2B5EF4-FFF2-40B4-BE49-F238E27FC236}">
                      <a16:creationId xmlns:a16="http://schemas.microsoft.com/office/drawing/2014/main" id="{2E0F6273-74C1-CDD7-7822-A0F52C126D5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9" name="Rectangle: Rounded Corners 1838">
                  <a:extLst>
                    <a:ext uri="{FF2B5EF4-FFF2-40B4-BE49-F238E27FC236}">
                      <a16:creationId xmlns:a16="http://schemas.microsoft.com/office/drawing/2014/main" id="{FB53356F-D98F-1137-A122-D4869E1D6B8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0" name="Rectangle: Rounded Corners 1839">
                  <a:extLst>
                    <a:ext uri="{FF2B5EF4-FFF2-40B4-BE49-F238E27FC236}">
                      <a16:creationId xmlns:a16="http://schemas.microsoft.com/office/drawing/2014/main" id="{D1B0C296-DD68-7482-BF75-CCA8AB2EB3F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1" name="Rectangle: Rounded Corners 1840">
                  <a:extLst>
                    <a:ext uri="{FF2B5EF4-FFF2-40B4-BE49-F238E27FC236}">
                      <a16:creationId xmlns:a16="http://schemas.microsoft.com/office/drawing/2014/main" id="{EC092C15-E490-DFDC-69EE-7AB9A9C567C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2" name="Rectangle: Rounded Corners 1841">
                  <a:extLst>
                    <a:ext uri="{FF2B5EF4-FFF2-40B4-BE49-F238E27FC236}">
                      <a16:creationId xmlns:a16="http://schemas.microsoft.com/office/drawing/2014/main" id="{A963B03A-BEFB-6408-CCE1-A57BC540364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3" name="Rectangle: Rounded Corners 1842">
                  <a:extLst>
                    <a:ext uri="{FF2B5EF4-FFF2-40B4-BE49-F238E27FC236}">
                      <a16:creationId xmlns:a16="http://schemas.microsoft.com/office/drawing/2014/main" id="{2AE5E4B0-892E-1576-5CE7-46AEA781F44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4" name="Rectangle: Rounded Corners 1843">
                  <a:extLst>
                    <a:ext uri="{FF2B5EF4-FFF2-40B4-BE49-F238E27FC236}">
                      <a16:creationId xmlns:a16="http://schemas.microsoft.com/office/drawing/2014/main" id="{A5C1D491-29E2-90FB-C324-17B258E21DC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5" name="Rectangle: Rounded Corners 1844">
                  <a:extLst>
                    <a:ext uri="{FF2B5EF4-FFF2-40B4-BE49-F238E27FC236}">
                      <a16:creationId xmlns:a16="http://schemas.microsoft.com/office/drawing/2014/main" id="{6A091216-3092-003F-1B4F-2730CB5DE90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29" name="Group 1828">
                <a:extLst>
                  <a:ext uri="{FF2B5EF4-FFF2-40B4-BE49-F238E27FC236}">
                    <a16:creationId xmlns:a16="http://schemas.microsoft.com/office/drawing/2014/main" id="{DAED956A-25D3-955F-FFD5-FC65828C3D4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30" name="Rectangle: Rounded Corners 1829">
                  <a:extLst>
                    <a:ext uri="{FF2B5EF4-FFF2-40B4-BE49-F238E27FC236}">
                      <a16:creationId xmlns:a16="http://schemas.microsoft.com/office/drawing/2014/main" id="{3C602BE7-17C2-0A2B-190F-61F7D147F59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1" name="Rectangle: Rounded Corners 1830">
                  <a:extLst>
                    <a:ext uri="{FF2B5EF4-FFF2-40B4-BE49-F238E27FC236}">
                      <a16:creationId xmlns:a16="http://schemas.microsoft.com/office/drawing/2014/main" id="{A53F7FB9-4B81-30B2-62C6-337ED927242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2" name="Rectangle: Rounded Corners 1831">
                  <a:extLst>
                    <a:ext uri="{FF2B5EF4-FFF2-40B4-BE49-F238E27FC236}">
                      <a16:creationId xmlns:a16="http://schemas.microsoft.com/office/drawing/2014/main" id="{579F1CB9-0A10-CE24-4CC6-8F78669CA14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3" name="Rectangle: Rounded Corners 1832">
                  <a:extLst>
                    <a:ext uri="{FF2B5EF4-FFF2-40B4-BE49-F238E27FC236}">
                      <a16:creationId xmlns:a16="http://schemas.microsoft.com/office/drawing/2014/main" id="{DA47ABF0-4A8D-B23A-9726-B49FD358969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4" name="Rectangle: Rounded Corners 1833">
                  <a:extLst>
                    <a:ext uri="{FF2B5EF4-FFF2-40B4-BE49-F238E27FC236}">
                      <a16:creationId xmlns:a16="http://schemas.microsoft.com/office/drawing/2014/main" id="{AE74654B-0AC0-3E4D-FDB6-70D20BA478A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5" name="Rectangle: Rounded Corners 1834">
                  <a:extLst>
                    <a:ext uri="{FF2B5EF4-FFF2-40B4-BE49-F238E27FC236}">
                      <a16:creationId xmlns:a16="http://schemas.microsoft.com/office/drawing/2014/main" id="{39A06866-59EE-374D-5C1F-8EB901EBC78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6" name="Rectangle: Rounded Corners 1835">
                  <a:extLst>
                    <a:ext uri="{FF2B5EF4-FFF2-40B4-BE49-F238E27FC236}">
                      <a16:creationId xmlns:a16="http://schemas.microsoft.com/office/drawing/2014/main" id="{B19D9B10-14A6-86D5-184A-589BDC3FF85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7" name="Rectangle: Rounded Corners 1836">
                  <a:extLst>
                    <a:ext uri="{FF2B5EF4-FFF2-40B4-BE49-F238E27FC236}">
                      <a16:creationId xmlns:a16="http://schemas.microsoft.com/office/drawing/2014/main" id="{28B0AD2F-4454-40E5-A9FB-D4152F786D4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47" name="Group 1746">
              <a:extLst>
                <a:ext uri="{FF2B5EF4-FFF2-40B4-BE49-F238E27FC236}">
                  <a16:creationId xmlns:a16="http://schemas.microsoft.com/office/drawing/2014/main" id="{909B15D4-118B-6983-E4ED-434E5DCC6C61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808" name="Rectangle: Rounded Corners 1807">
                <a:extLst>
                  <a:ext uri="{FF2B5EF4-FFF2-40B4-BE49-F238E27FC236}">
                    <a16:creationId xmlns:a16="http://schemas.microsoft.com/office/drawing/2014/main" id="{950489F0-C223-D448-0D84-8A5AE1C8B23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809" name="Group 1808">
                <a:extLst>
                  <a:ext uri="{FF2B5EF4-FFF2-40B4-BE49-F238E27FC236}">
                    <a16:creationId xmlns:a16="http://schemas.microsoft.com/office/drawing/2014/main" id="{87C2F6EF-AF70-03D3-ED44-772B3631B79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19" name="Rectangle: Rounded Corners 1818">
                  <a:extLst>
                    <a:ext uri="{FF2B5EF4-FFF2-40B4-BE49-F238E27FC236}">
                      <a16:creationId xmlns:a16="http://schemas.microsoft.com/office/drawing/2014/main" id="{035FFC1C-2C7A-A0D5-16FE-58501BC45DD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0" name="Rectangle: Rounded Corners 1819">
                  <a:extLst>
                    <a:ext uri="{FF2B5EF4-FFF2-40B4-BE49-F238E27FC236}">
                      <a16:creationId xmlns:a16="http://schemas.microsoft.com/office/drawing/2014/main" id="{CF7372D0-C50D-BEE5-2BA4-9A63DE5A8B0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1" name="Rectangle: Rounded Corners 1820">
                  <a:extLst>
                    <a:ext uri="{FF2B5EF4-FFF2-40B4-BE49-F238E27FC236}">
                      <a16:creationId xmlns:a16="http://schemas.microsoft.com/office/drawing/2014/main" id="{753022CF-8A15-2FEB-7F24-61BDD997951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2" name="Rectangle: Rounded Corners 1821">
                  <a:extLst>
                    <a:ext uri="{FF2B5EF4-FFF2-40B4-BE49-F238E27FC236}">
                      <a16:creationId xmlns:a16="http://schemas.microsoft.com/office/drawing/2014/main" id="{CAF8A53F-CBC9-CB22-0A25-01E18DBB531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3" name="Rectangle: Rounded Corners 1822">
                  <a:extLst>
                    <a:ext uri="{FF2B5EF4-FFF2-40B4-BE49-F238E27FC236}">
                      <a16:creationId xmlns:a16="http://schemas.microsoft.com/office/drawing/2014/main" id="{4C059007-3DB7-006E-8069-5AD8381BD1D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4" name="Rectangle: Rounded Corners 1823">
                  <a:extLst>
                    <a:ext uri="{FF2B5EF4-FFF2-40B4-BE49-F238E27FC236}">
                      <a16:creationId xmlns:a16="http://schemas.microsoft.com/office/drawing/2014/main" id="{9ABCA2B4-2D7D-6D3D-1D1C-00CA606B216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5" name="Rectangle: Rounded Corners 1824">
                  <a:extLst>
                    <a:ext uri="{FF2B5EF4-FFF2-40B4-BE49-F238E27FC236}">
                      <a16:creationId xmlns:a16="http://schemas.microsoft.com/office/drawing/2014/main" id="{09553E68-8586-FCB0-6BAA-F9132999A8D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6" name="Rectangle: Rounded Corners 1825">
                  <a:extLst>
                    <a:ext uri="{FF2B5EF4-FFF2-40B4-BE49-F238E27FC236}">
                      <a16:creationId xmlns:a16="http://schemas.microsoft.com/office/drawing/2014/main" id="{3E6924BE-1FC9-4EDB-685A-477B3D0C306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10" name="Group 1809">
                <a:extLst>
                  <a:ext uri="{FF2B5EF4-FFF2-40B4-BE49-F238E27FC236}">
                    <a16:creationId xmlns:a16="http://schemas.microsoft.com/office/drawing/2014/main" id="{0F6EF6E1-4849-A096-33F6-FBE58345102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11" name="Rectangle: Rounded Corners 1810">
                  <a:extLst>
                    <a:ext uri="{FF2B5EF4-FFF2-40B4-BE49-F238E27FC236}">
                      <a16:creationId xmlns:a16="http://schemas.microsoft.com/office/drawing/2014/main" id="{92C0CEC3-EAC3-368A-E743-A7C6CE36CE2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2" name="Rectangle: Rounded Corners 1811">
                  <a:extLst>
                    <a:ext uri="{FF2B5EF4-FFF2-40B4-BE49-F238E27FC236}">
                      <a16:creationId xmlns:a16="http://schemas.microsoft.com/office/drawing/2014/main" id="{B8C8F159-3CF9-559D-52C9-2BFCF725273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3" name="Rectangle: Rounded Corners 1812">
                  <a:extLst>
                    <a:ext uri="{FF2B5EF4-FFF2-40B4-BE49-F238E27FC236}">
                      <a16:creationId xmlns:a16="http://schemas.microsoft.com/office/drawing/2014/main" id="{63374E15-BF0A-E4AF-2B62-B9E9DCD42F7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4" name="Rectangle: Rounded Corners 1813">
                  <a:extLst>
                    <a:ext uri="{FF2B5EF4-FFF2-40B4-BE49-F238E27FC236}">
                      <a16:creationId xmlns:a16="http://schemas.microsoft.com/office/drawing/2014/main" id="{BF5FCA35-2950-1425-BA94-3CC1F01EA61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5" name="Rectangle: Rounded Corners 1814">
                  <a:extLst>
                    <a:ext uri="{FF2B5EF4-FFF2-40B4-BE49-F238E27FC236}">
                      <a16:creationId xmlns:a16="http://schemas.microsoft.com/office/drawing/2014/main" id="{6E36FDBD-E6B4-50F2-9139-FA66F494E7C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6" name="Rectangle: Rounded Corners 1815">
                  <a:extLst>
                    <a:ext uri="{FF2B5EF4-FFF2-40B4-BE49-F238E27FC236}">
                      <a16:creationId xmlns:a16="http://schemas.microsoft.com/office/drawing/2014/main" id="{39F15053-9878-0276-410C-D73EEEC0519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7" name="Rectangle: Rounded Corners 1816">
                  <a:extLst>
                    <a:ext uri="{FF2B5EF4-FFF2-40B4-BE49-F238E27FC236}">
                      <a16:creationId xmlns:a16="http://schemas.microsoft.com/office/drawing/2014/main" id="{9F8E7DBF-3B64-32AD-CCE7-B9566F0D103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8" name="Rectangle: Rounded Corners 1817">
                  <a:extLst>
                    <a:ext uri="{FF2B5EF4-FFF2-40B4-BE49-F238E27FC236}">
                      <a16:creationId xmlns:a16="http://schemas.microsoft.com/office/drawing/2014/main" id="{052A9827-436C-72E3-0A9C-C25BFE84612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48" name="Group 1747">
              <a:extLst>
                <a:ext uri="{FF2B5EF4-FFF2-40B4-BE49-F238E27FC236}">
                  <a16:creationId xmlns:a16="http://schemas.microsoft.com/office/drawing/2014/main" id="{D89D77C5-D510-6906-C663-3A46E7AD8988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789" name="Rectangle: Rounded Corners 1788">
                <a:extLst>
                  <a:ext uri="{FF2B5EF4-FFF2-40B4-BE49-F238E27FC236}">
                    <a16:creationId xmlns:a16="http://schemas.microsoft.com/office/drawing/2014/main" id="{8BA7F50C-A412-BF9D-53B5-0EDECCB0D35B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90" name="Group 1789">
                <a:extLst>
                  <a:ext uri="{FF2B5EF4-FFF2-40B4-BE49-F238E27FC236}">
                    <a16:creationId xmlns:a16="http://schemas.microsoft.com/office/drawing/2014/main" id="{1EC63B78-9E9D-FDAA-C15B-D144F657EAA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00" name="Rectangle: Rounded Corners 1799">
                  <a:extLst>
                    <a:ext uri="{FF2B5EF4-FFF2-40B4-BE49-F238E27FC236}">
                      <a16:creationId xmlns:a16="http://schemas.microsoft.com/office/drawing/2014/main" id="{57E87FA0-66CA-959A-41F2-7DA3EFE9734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1" name="Rectangle: Rounded Corners 1800">
                  <a:extLst>
                    <a:ext uri="{FF2B5EF4-FFF2-40B4-BE49-F238E27FC236}">
                      <a16:creationId xmlns:a16="http://schemas.microsoft.com/office/drawing/2014/main" id="{B0D2529C-069B-B4FB-FF1B-CD2A475DAA2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2" name="Rectangle: Rounded Corners 1801">
                  <a:extLst>
                    <a:ext uri="{FF2B5EF4-FFF2-40B4-BE49-F238E27FC236}">
                      <a16:creationId xmlns:a16="http://schemas.microsoft.com/office/drawing/2014/main" id="{BF346A8B-E31B-2805-D620-9714A3A887E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3" name="Rectangle: Rounded Corners 1802">
                  <a:extLst>
                    <a:ext uri="{FF2B5EF4-FFF2-40B4-BE49-F238E27FC236}">
                      <a16:creationId xmlns:a16="http://schemas.microsoft.com/office/drawing/2014/main" id="{CA4A322B-18F1-433E-B124-0501352F427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4" name="Rectangle: Rounded Corners 1803">
                  <a:extLst>
                    <a:ext uri="{FF2B5EF4-FFF2-40B4-BE49-F238E27FC236}">
                      <a16:creationId xmlns:a16="http://schemas.microsoft.com/office/drawing/2014/main" id="{9B5F4BA2-C1B1-F12C-98C3-652016CDF0A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5" name="Rectangle: Rounded Corners 1804">
                  <a:extLst>
                    <a:ext uri="{FF2B5EF4-FFF2-40B4-BE49-F238E27FC236}">
                      <a16:creationId xmlns:a16="http://schemas.microsoft.com/office/drawing/2014/main" id="{555A3801-DB76-DAB4-74FC-90C386CF769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6" name="Rectangle: Rounded Corners 1805">
                  <a:extLst>
                    <a:ext uri="{FF2B5EF4-FFF2-40B4-BE49-F238E27FC236}">
                      <a16:creationId xmlns:a16="http://schemas.microsoft.com/office/drawing/2014/main" id="{74B2093D-ACB8-D60B-531C-0BE94A767BC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7" name="Rectangle: Rounded Corners 1806">
                  <a:extLst>
                    <a:ext uri="{FF2B5EF4-FFF2-40B4-BE49-F238E27FC236}">
                      <a16:creationId xmlns:a16="http://schemas.microsoft.com/office/drawing/2014/main" id="{C11E09AD-8EDC-E72E-39B2-6C916F82A25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" name="Group 1790">
                <a:extLst>
                  <a:ext uri="{FF2B5EF4-FFF2-40B4-BE49-F238E27FC236}">
                    <a16:creationId xmlns:a16="http://schemas.microsoft.com/office/drawing/2014/main" id="{C1A4F8AE-E816-6563-6C88-71D477DEF271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92" name="Rectangle: Rounded Corners 1791">
                  <a:extLst>
                    <a:ext uri="{FF2B5EF4-FFF2-40B4-BE49-F238E27FC236}">
                      <a16:creationId xmlns:a16="http://schemas.microsoft.com/office/drawing/2014/main" id="{FD7083DD-58DF-0DA8-CB74-A9749E90B99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3" name="Rectangle: Rounded Corners 1792">
                  <a:extLst>
                    <a:ext uri="{FF2B5EF4-FFF2-40B4-BE49-F238E27FC236}">
                      <a16:creationId xmlns:a16="http://schemas.microsoft.com/office/drawing/2014/main" id="{D331C4C2-76A6-DA71-D993-FBB0ADA705C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4" name="Rectangle: Rounded Corners 1793">
                  <a:extLst>
                    <a:ext uri="{FF2B5EF4-FFF2-40B4-BE49-F238E27FC236}">
                      <a16:creationId xmlns:a16="http://schemas.microsoft.com/office/drawing/2014/main" id="{F9A428F6-096C-6FBC-54A2-C4008DEE8A2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5" name="Rectangle: Rounded Corners 1794">
                  <a:extLst>
                    <a:ext uri="{FF2B5EF4-FFF2-40B4-BE49-F238E27FC236}">
                      <a16:creationId xmlns:a16="http://schemas.microsoft.com/office/drawing/2014/main" id="{45EB712A-1EB3-288E-EB6B-EE88D343193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6" name="Rectangle: Rounded Corners 1795">
                  <a:extLst>
                    <a:ext uri="{FF2B5EF4-FFF2-40B4-BE49-F238E27FC236}">
                      <a16:creationId xmlns:a16="http://schemas.microsoft.com/office/drawing/2014/main" id="{97413F62-40E3-A5D7-7DAF-3FCB44888A9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7" name="Rectangle: Rounded Corners 1796">
                  <a:extLst>
                    <a:ext uri="{FF2B5EF4-FFF2-40B4-BE49-F238E27FC236}">
                      <a16:creationId xmlns:a16="http://schemas.microsoft.com/office/drawing/2014/main" id="{A1508798-3948-48E3-D135-84FB2FCC10E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8" name="Rectangle: Rounded Corners 1797">
                  <a:extLst>
                    <a:ext uri="{FF2B5EF4-FFF2-40B4-BE49-F238E27FC236}">
                      <a16:creationId xmlns:a16="http://schemas.microsoft.com/office/drawing/2014/main" id="{472425D4-72D1-DB8B-F53E-19BFD83496B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9" name="Rectangle: Rounded Corners 1798">
                  <a:extLst>
                    <a:ext uri="{FF2B5EF4-FFF2-40B4-BE49-F238E27FC236}">
                      <a16:creationId xmlns:a16="http://schemas.microsoft.com/office/drawing/2014/main" id="{18971BBB-F8E8-CB82-C9BD-BD455FE1B4A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49" name="Group 1748">
              <a:extLst>
                <a:ext uri="{FF2B5EF4-FFF2-40B4-BE49-F238E27FC236}">
                  <a16:creationId xmlns:a16="http://schemas.microsoft.com/office/drawing/2014/main" id="{FD309308-ACBE-9013-C141-C2D9CEC41A22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770" name="Rectangle: Rounded Corners 1769">
                <a:extLst>
                  <a:ext uri="{FF2B5EF4-FFF2-40B4-BE49-F238E27FC236}">
                    <a16:creationId xmlns:a16="http://schemas.microsoft.com/office/drawing/2014/main" id="{FFD9DF31-B096-C706-ABDC-75FFD9ABFE40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71" name="Group 1770">
                <a:extLst>
                  <a:ext uri="{FF2B5EF4-FFF2-40B4-BE49-F238E27FC236}">
                    <a16:creationId xmlns:a16="http://schemas.microsoft.com/office/drawing/2014/main" id="{80A80122-B92E-E765-5281-6617558DC4A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81" name="Rectangle: Rounded Corners 1780">
                  <a:extLst>
                    <a:ext uri="{FF2B5EF4-FFF2-40B4-BE49-F238E27FC236}">
                      <a16:creationId xmlns:a16="http://schemas.microsoft.com/office/drawing/2014/main" id="{65B321E6-ED87-6F74-4CD1-56FD5820686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" name="Rectangle: Rounded Corners 1781">
                  <a:extLst>
                    <a:ext uri="{FF2B5EF4-FFF2-40B4-BE49-F238E27FC236}">
                      <a16:creationId xmlns:a16="http://schemas.microsoft.com/office/drawing/2014/main" id="{30E68CC5-0248-8C8C-1522-FA7742B35D4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3" name="Rectangle: Rounded Corners 1782">
                  <a:extLst>
                    <a:ext uri="{FF2B5EF4-FFF2-40B4-BE49-F238E27FC236}">
                      <a16:creationId xmlns:a16="http://schemas.microsoft.com/office/drawing/2014/main" id="{67FD21D0-A153-1ABE-2276-BD7381FF52E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4" name="Rectangle: Rounded Corners 1783">
                  <a:extLst>
                    <a:ext uri="{FF2B5EF4-FFF2-40B4-BE49-F238E27FC236}">
                      <a16:creationId xmlns:a16="http://schemas.microsoft.com/office/drawing/2014/main" id="{EA01B60B-061F-4376-3EF1-CC02B498906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5" name="Rectangle: Rounded Corners 1784">
                  <a:extLst>
                    <a:ext uri="{FF2B5EF4-FFF2-40B4-BE49-F238E27FC236}">
                      <a16:creationId xmlns:a16="http://schemas.microsoft.com/office/drawing/2014/main" id="{90136AA3-7211-9F7E-EB04-F71C420CDB5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6" name="Rectangle: Rounded Corners 1785">
                  <a:extLst>
                    <a:ext uri="{FF2B5EF4-FFF2-40B4-BE49-F238E27FC236}">
                      <a16:creationId xmlns:a16="http://schemas.microsoft.com/office/drawing/2014/main" id="{11F68254-AFA2-0BAC-67DA-2B0A2C6AB4A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7" name="Rectangle: Rounded Corners 1786">
                  <a:extLst>
                    <a:ext uri="{FF2B5EF4-FFF2-40B4-BE49-F238E27FC236}">
                      <a16:creationId xmlns:a16="http://schemas.microsoft.com/office/drawing/2014/main" id="{6DD7DD0E-385D-52E0-7BAA-C77ACDB334B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8" name="Rectangle: Rounded Corners 1787">
                  <a:extLst>
                    <a:ext uri="{FF2B5EF4-FFF2-40B4-BE49-F238E27FC236}">
                      <a16:creationId xmlns:a16="http://schemas.microsoft.com/office/drawing/2014/main" id="{386B974B-8C36-9FDF-BBC6-9919CA125C7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2" name="Group 1771">
                <a:extLst>
                  <a:ext uri="{FF2B5EF4-FFF2-40B4-BE49-F238E27FC236}">
                    <a16:creationId xmlns:a16="http://schemas.microsoft.com/office/drawing/2014/main" id="{3F29FDD9-49DD-D2DA-C1D0-53B318B622C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73" name="Rectangle: Rounded Corners 1772">
                  <a:extLst>
                    <a:ext uri="{FF2B5EF4-FFF2-40B4-BE49-F238E27FC236}">
                      <a16:creationId xmlns:a16="http://schemas.microsoft.com/office/drawing/2014/main" id="{71B05CD5-86F1-E718-6871-65EC8824295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" name="Rectangle: Rounded Corners 1773">
                  <a:extLst>
                    <a:ext uri="{FF2B5EF4-FFF2-40B4-BE49-F238E27FC236}">
                      <a16:creationId xmlns:a16="http://schemas.microsoft.com/office/drawing/2014/main" id="{423474F1-4E7A-15B1-3054-5E417789483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" name="Rectangle: Rounded Corners 1774">
                  <a:extLst>
                    <a:ext uri="{FF2B5EF4-FFF2-40B4-BE49-F238E27FC236}">
                      <a16:creationId xmlns:a16="http://schemas.microsoft.com/office/drawing/2014/main" id="{5690C1FD-33C5-3152-8437-3752B30D98D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" name="Rectangle: Rounded Corners 1775">
                  <a:extLst>
                    <a:ext uri="{FF2B5EF4-FFF2-40B4-BE49-F238E27FC236}">
                      <a16:creationId xmlns:a16="http://schemas.microsoft.com/office/drawing/2014/main" id="{539D0D98-1F67-42A1-947C-4DF849BD1D7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" name="Rectangle: Rounded Corners 1776">
                  <a:extLst>
                    <a:ext uri="{FF2B5EF4-FFF2-40B4-BE49-F238E27FC236}">
                      <a16:creationId xmlns:a16="http://schemas.microsoft.com/office/drawing/2014/main" id="{29B21214-B5F3-232A-64E7-282B70AAE43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" name="Rectangle: Rounded Corners 1777">
                  <a:extLst>
                    <a:ext uri="{FF2B5EF4-FFF2-40B4-BE49-F238E27FC236}">
                      <a16:creationId xmlns:a16="http://schemas.microsoft.com/office/drawing/2014/main" id="{F9046444-3A76-F41C-E8D8-0907EC80AC0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" name="Rectangle: Rounded Corners 1778">
                  <a:extLst>
                    <a:ext uri="{FF2B5EF4-FFF2-40B4-BE49-F238E27FC236}">
                      <a16:creationId xmlns:a16="http://schemas.microsoft.com/office/drawing/2014/main" id="{598F4B88-A925-C44C-F97F-BE86F79815A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" name="Rectangle: Rounded Corners 1779">
                  <a:extLst>
                    <a:ext uri="{FF2B5EF4-FFF2-40B4-BE49-F238E27FC236}">
                      <a16:creationId xmlns:a16="http://schemas.microsoft.com/office/drawing/2014/main" id="{50CC1D97-333D-0785-E7D2-E6FF693353B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50" name="Group 1749">
              <a:extLst>
                <a:ext uri="{FF2B5EF4-FFF2-40B4-BE49-F238E27FC236}">
                  <a16:creationId xmlns:a16="http://schemas.microsoft.com/office/drawing/2014/main" id="{C1DE3F6D-1B1A-BC36-ACE9-0C15318B3D04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751" name="Rectangle: Rounded Corners 1750">
                <a:extLst>
                  <a:ext uri="{FF2B5EF4-FFF2-40B4-BE49-F238E27FC236}">
                    <a16:creationId xmlns:a16="http://schemas.microsoft.com/office/drawing/2014/main" id="{BC2F8CDA-B122-70C8-E3E3-2786E8AF710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52" name="Group 1751">
                <a:extLst>
                  <a:ext uri="{FF2B5EF4-FFF2-40B4-BE49-F238E27FC236}">
                    <a16:creationId xmlns:a16="http://schemas.microsoft.com/office/drawing/2014/main" id="{62A7C307-577B-AF1F-8A44-CA4943128A77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62" name="Rectangle: Rounded Corners 1761">
                  <a:extLst>
                    <a:ext uri="{FF2B5EF4-FFF2-40B4-BE49-F238E27FC236}">
                      <a16:creationId xmlns:a16="http://schemas.microsoft.com/office/drawing/2014/main" id="{650465AE-7EE5-2246-F7B8-FA3418334B4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" name="Rectangle: Rounded Corners 1762">
                  <a:extLst>
                    <a:ext uri="{FF2B5EF4-FFF2-40B4-BE49-F238E27FC236}">
                      <a16:creationId xmlns:a16="http://schemas.microsoft.com/office/drawing/2014/main" id="{E1A1F9D4-D678-5DB2-EA27-570EC13A982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" name="Rectangle: Rounded Corners 1763">
                  <a:extLst>
                    <a:ext uri="{FF2B5EF4-FFF2-40B4-BE49-F238E27FC236}">
                      <a16:creationId xmlns:a16="http://schemas.microsoft.com/office/drawing/2014/main" id="{9D9D014C-FD1E-1D92-D3C4-4F635BC321C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" name="Rectangle: Rounded Corners 1764">
                  <a:extLst>
                    <a:ext uri="{FF2B5EF4-FFF2-40B4-BE49-F238E27FC236}">
                      <a16:creationId xmlns:a16="http://schemas.microsoft.com/office/drawing/2014/main" id="{E5443D2B-5A63-977C-1B9D-3C6E8B8E539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" name="Rectangle: Rounded Corners 1765">
                  <a:extLst>
                    <a:ext uri="{FF2B5EF4-FFF2-40B4-BE49-F238E27FC236}">
                      <a16:creationId xmlns:a16="http://schemas.microsoft.com/office/drawing/2014/main" id="{97BF60A2-4F2F-2BAB-A4D8-23A0241E509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7" name="Rectangle: Rounded Corners 1766">
                  <a:extLst>
                    <a:ext uri="{FF2B5EF4-FFF2-40B4-BE49-F238E27FC236}">
                      <a16:creationId xmlns:a16="http://schemas.microsoft.com/office/drawing/2014/main" id="{77FDA745-71FF-201B-6FD3-D31DAB47836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8" name="Rectangle: Rounded Corners 1767">
                  <a:extLst>
                    <a:ext uri="{FF2B5EF4-FFF2-40B4-BE49-F238E27FC236}">
                      <a16:creationId xmlns:a16="http://schemas.microsoft.com/office/drawing/2014/main" id="{6FD0CD66-9C6A-8ED7-3F9E-67A5025F75A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9" name="Rectangle: Rounded Corners 1768">
                  <a:extLst>
                    <a:ext uri="{FF2B5EF4-FFF2-40B4-BE49-F238E27FC236}">
                      <a16:creationId xmlns:a16="http://schemas.microsoft.com/office/drawing/2014/main" id="{C6368998-7640-3406-80D9-34C0BA07BC7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53" name="Group 1752">
                <a:extLst>
                  <a:ext uri="{FF2B5EF4-FFF2-40B4-BE49-F238E27FC236}">
                    <a16:creationId xmlns:a16="http://schemas.microsoft.com/office/drawing/2014/main" id="{79B135FD-933F-D3EF-E7FC-5F412F512F2C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54" name="Rectangle: Rounded Corners 1753">
                  <a:extLst>
                    <a:ext uri="{FF2B5EF4-FFF2-40B4-BE49-F238E27FC236}">
                      <a16:creationId xmlns:a16="http://schemas.microsoft.com/office/drawing/2014/main" id="{4CEE23FF-C6ED-5C2A-7112-EB372C0171F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" name="Rectangle: Rounded Corners 1754">
                  <a:extLst>
                    <a:ext uri="{FF2B5EF4-FFF2-40B4-BE49-F238E27FC236}">
                      <a16:creationId xmlns:a16="http://schemas.microsoft.com/office/drawing/2014/main" id="{6D37DE61-4C03-F5CF-E14B-3E3EA102510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" name="Rectangle: Rounded Corners 1755">
                  <a:extLst>
                    <a:ext uri="{FF2B5EF4-FFF2-40B4-BE49-F238E27FC236}">
                      <a16:creationId xmlns:a16="http://schemas.microsoft.com/office/drawing/2014/main" id="{3817BE3A-7389-A79D-CB0C-C2FB35D3150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" name="Rectangle: Rounded Corners 1756">
                  <a:extLst>
                    <a:ext uri="{FF2B5EF4-FFF2-40B4-BE49-F238E27FC236}">
                      <a16:creationId xmlns:a16="http://schemas.microsoft.com/office/drawing/2014/main" id="{F8D188D2-053C-BD33-6808-FAE08B156D3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" name="Rectangle: Rounded Corners 1757">
                  <a:extLst>
                    <a:ext uri="{FF2B5EF4-FFF2-40B4-BE49-F238E27FC236}">
                      <a16:creationId xmlns:a16="http://schemas.microsoft.com/office/drawing/2014/main" id="{63EF5E11-6F96-9599-08FA-38512B8DD46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" name="Rectangle: Rounded Corners 1758">
                  <a:extLst>
                    <a:ext uri="{FF2B5EF4-FFF2-40B4-BE49-F238E27FC236}">
                      <a16:creationId xmlns:a16="http://schemas.microsoft.com/office/drawing/2014/main" id="{4370D524-F118-474C-8732-B0ABCD4C6B3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" name="Rectangle: Rounded Corners 1759">
                  <a:extLst>
                    <a:ext uri="{FF2B5EF4-FFF2-40B4-BE49-F238E27FC236}">
                      <a16:creationId xmlns:a16="http://schemas.microsoft.com/office/drawing/2014/main" id="{3B8DB02F-89EC-87A9-EAF2-714EE473932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" name="Rectangle: Rounded Corners 1760">
                  <a:extLst>
                    <a:ext uri="{FF2B5EF4-FFF2-40B4-BE49-F238E27FC236}">
                      <a16:creationId xmlns:a16="http://schemas.microsoft.com/office/drawing/2014/main" id="{8330FCB2-E398-554D-09F8-E5401320079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1537" name="Group 1536">
            <a:extLst>
              <a:ext uri="{FF2B5EF4-FFF2-40B4-BE49-F238E27FC236}">
                <a16:creationId xmlns:a16="http://schemas.microsoft.com/office/drawing/2014/main" id="{828558E9-8366-4277-E4D4-D42BB55C3160}"/>
              </a:ext>
            </a:extLst>
          </p:cNvPr>
          <p:cNvGrpSpPr/>
          <p:nvPr/>
        </p:nvGrpSpPr>
        <p:grpSpPr>
          <a:xfrm>
            <a:off x="-278947" y="668377"/>
            <a:ext cx="13102977" cy="1243880"/>
            <a:chOff x="3628570" y="4023519"/>
            <a:chExt cx="23905029" cy="2269331"/>
          </a:xfrm>
        </p:grpSpPr>
        <p:sp>
          <p:nvSpPr>
            <p:cNvPr id="1538" name="Rectangle 1537">
              <a:extLst>
                <a:ext uri="{FF2B5EF4-FFF2-40B4-BE49-F238E27FC236}">
                  <a16:creationId xmlns:a16="http://schemas.microsoft.com/office/drawing/2014/main" id="{BB42BA0E-2D73-70BE-47D0-32C2B7826D05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39" name="Group 1538">
              <a:extLst>
                <a:ext uri="{FF2B5EF4-FFF2-40B4-BE49-F238E27FC236}">
                  <a16:creationId xmlns:a16="http://schemas.microsoft.com/office/drawing/2014/main" id="{54219A93-6368-CAA2-4F9C-81807226A80F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1720" name="Rectangle: Rounded Corners 1719">
                <a:extLst>
                  <a:ext uri="{FF2B5EF4-FFF2-40B4-BE49-F238E27FC236}">
                    <a16:creationId xmlns:a16="http://schemas.microsoft.com/office/drawing/2014/main" id="{A67A166E-6C08-D4CD-D851-09288332006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21" name="Group 1720">
                <a:extLst>
                  <a:ext uri="{FF2B5EF4-FFF2-40B4-BE49-F238E27FC236}">
                    <a16:creationId xmlns:a16="http://schemas.microsoft.com/office/drawing/2014/main" id="{9DD2666A-D2D2-B12A-DF09-33B2EEC2619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31" name="Rectangle: Rounded Corners 1730">
                  <a:extLst>
                    <a:ext uri="{FF2B5EF4-FFF2-40B4-BE49-F238E27FC236}">
                      <a16:creationId xmlns:a16="http://schemas.microsoft.com/office/drawing/2014/main" id="{BC492810-4F0C-92DE-C29C-873137E7FCF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2" name="Rectangle: Rounded Corners 1731">
                  <a:extLst>
                    <a:ext uri="{FF2B5EF4-FFF2-40B4-BE49-F238E27FC236}">
                      <a16:creationId xmlns:a16="http://schemas.microsoft.com/office/drawing/2014/main" id="{BBE43C80-97D0-4FC2-C193-71EACEDB0E8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3" name="Rectangle: Rounded Corners 1732">
                  <a:extLst>
                    <a:ext uri="{FF2B5EF4-FFF2-40B4-BE49-F238E27FC236}">
                      <a16:creationId xmlns:a16="http://schemas.microsoft.com/office/drawing/2014/main" id="{6F88AE89-1DC1-CB69-BECD-12D3D4176C0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4" name="Rectangle: Rounded Corners 1733">
                  <a:extLst>
                    <a:ext uri="{FF2B5EF4-FFF2-40B4-BE49-F238E27FC236}">
                      <a16:creationId xmlns:a16="http://schemas.microsoft.com/office/drawing/2014/main" id="{26E49922-2233-F638-9A50-A9C13FE006E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5" name="Rectangle: Rounded Corners 1734">
                  <a:extLst>
                    <a:ext uri="{FF2B5EF4-FFF2-40B4-BE49-F238E27FC236}">
                      <a16:creationId xmlns:a16="http://schemas.microsoft.com/office/drawing/2014/main" id="{B024394C-BAA3-B688-B2D3-5B55852525F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6" name="Rectangle: Rounded Corners 1735">
                  <a:extLst>
                    <a:ext uri="{FF2B5EF4-FFF2-40B4-BE49-F238E27FC236}">
                      <a16:creationId xmlns:a16="http://schemas.microsoft.com/office/drawing/2014/main" id="{51894894-D7BE-99E4-6174-41A6D49A401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7" name="Rectangle: Rounded Corners 1736">
                  <a:extLst>
                    <a:ext uri="{FF2B5EF4-FFF2-40B4-BE49-F238E27FC236}">
                      <a16:creationId xmlns:a16="http://schemas.microsoft.com/office/drawing/2014/main" id="{06A25729-1AFB-3934-4020-B1941E79CB3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8" name="Rectangle: Rounded Corners 1737">
                  <a:extLst>
                    <a:ext uri="{FF2B5EF4-FFF2-40B4-BE49-F238E27FC236}">
                      <a16:creationId xmlns:a16="http://schemas.microsoft.com/office/drawing/2014/main" id="{480C85E0-4030-FEBE-78AB-FEECF701A67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22" name="Group 1721">
                <a:extLst>
                  <a:ext uri="{FF2B5EF4-FFF2-40B4-BE49-F238E27FC236}">
                    <a16:creationId xmlns:a16="http://schemas.microsoft.com/office/drawing/2014/main" id="{AA887804-8075-0FB0-27C1-0292CF5B945C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23" name="Rectangle: Rounded Corners 1722">
                  <a:extLst>
                    <a:ext uri="{FF2B5EF4-FFF2-40B4-BE49-F238E27FC236}">
                      <a16:creationId xmlns:a16="http://schemas.microsoft.com/office/drawing/2014/main" id="{8BC32693-505C-0B1D-7509-7BF35E76A1A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4" name="Rectangle: Rounded Corners 1723">
                  <a:extLst>
                    <a:ext uri="{FF2B5EF4-FFF2-40B4-BE49-F238E27FC236}">
                      <a16:creationId xmlns:a16="http://schemas.microsoft.com/office/drawing/2014/main" id="{90C4B1B9-D6D0-7B84-55E0-307C3E1FB92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5" name="Rectangle: Rounded Corners 1724">
                  <a:extLst>
                    <a:ext uri="{FF2B5EF4-FFF2-40B4-BE49-F238E27FC236}">
                      <a16:creationId xmlns:a16="http://schemas.microsoft.com/office/drawing/2014/main" id="{09F73530-11D8-BE46-6664-E3C9B2B1107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6" name="Rectangle: Rounded Corners 1725">
                  <a:extLst>
                    <a:ext uri="{FF2B5EF4-FFF2-40B4-BE49-F238E27FC236}">
                      <a16:creationId xmlns:a16="http://schemas.microsoft.com/office/drawing/2014/main" id="{43D13108-0D78-90AF-0B59-8C80241D884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7" name="Rectangle: Rounded Corners 1726">
                  <a:extLst>
                    <a:ext uri="{FF2B5EF4-FFF2-40B4-BE49-F238E27FC236}">
                      <a16:creationId xmlns:a16="http://schemas.microsoft.com/office/drawing/2014/main" id="{36069DF0-6ED6-0694-F553-25DF19B840C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8" name="Rectangle: Rounded Corners 1727">
                  <a:extLst>
                    <a:ext uri="{FF2B5EF4-FFF2-40B4-BE49-F238E27FC236}">
                      <a16:creationId xmlns:a16="http://schemas.microsoft.com/office/drawing/2014/main" id="{CAAE19ED-A61C-DCED-C3CC-6D6F0157C6F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9" name="Rectangle: Rounded Corners 1728">
                  <a:extLst>
                    <a:ext uri="{FF2B5EF4-FFF2-40B4-BE49-F238E27FC236}">
                      <a16:creationId xmlns:a16="http://schemas.microsoft.com/office/drawing/2014/main" id="{13173855-EB59-E232-07C1-4DD58CBB660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0" name="Rectangle: Rounded Corners 1729">
                  <a:extLst>
                    <a:ext uri="{FF2B5EF4-FFF2-40B4-BE49-F238E27FC236}">
                      <a16:creationId xmlns:a16="http://schemas.microsoft.com/office/drawing/2014/main" id="{7CB5F5BA-FDF8-AD91-1F1F-51FC373699C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40" name="Group 1539">
              <a:extLst>
                <a:ext uri="{FF2B5EF4-FFF2-40B4-BE49-F238E27FC236}">
                  <a16:creationId xmlns:a16="http://schemas.microsoft.com/office/drawing/2014/main" id="{05E4503C-A525-F9B5-5283-EB4D1AB65287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1701" name="Rectangle: Rounded Corners 1700">
                <a:extLst>
                  <a:ext uri="{FF2B5EF4-FFF2-40B4-BE49-F238E27FC236}">
                    <a16:creationId xmlns:a16="http://schemas.microsoft.com/office/drawing/2014/main" id="{44A9A73B-680F-2572-52CF-4DD28678181B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02" name="Group 1701">
                <a:extLst>
                  <a:ext uri="{FF2B5EF4-FFF2-40B4-BE49-F238E27FC236}">
                    <a16:creationId xmlns:a16="http://schemas.microsoft.com/office/drawing/2014/main" id="{3F882A50-22FB-E1E0-3874-B7B763AD9A7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12" name="Rectangle: Rounded Corners 1711">
                  <a:extLst>
                    <a:ext uri="{FF2B5EF4-FFF2-40B4-BE49-F238E27FC236}">
                      <a16:creationId xmlns:a16="http://schemas.microsoft.com/office/drawing/2014/main" id="{9969C80D-361D-3F8E-3E43-9FE54A3E7EC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3" name="Rectangle: Rounded Corners 1712">
                  <a:extLst>
                    <a:ext uri="{FF2B5EF4-FFF2-40B4-BE49-F238E27FC236}">
                      <a16:creationId xmlns:a16="http://schemas.microsoft.com/office/drawing/2014/main" id="{5E39B88F-AE15-72BE-BEB6-DF336DE10CA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4" name="Rectangle: Rounded Corners 1713">
                  <a:extLst>
                    <a:ext uri="{FF2B5EF4-FFF2-40B4-BE49-F238E27FC236}">
                      <a16:creationId xmlns:a16="http://schemas.microsoft.com/office/drawing/2014/main" id="{A658DA52-44F8-F6AE-D821-52AED0526BC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5" name="Rectangle: Rounded Corners 1714">
                  <a:extLst>
                    <a:ext uri="{FF2B5EF4-FFF2-40B4-BE49-F238E27FC236}">
                      <a16:creationId xmlns:a16="http://schemas.microsoft.com/office/drawing/2014/main" id="{0038D4C2-1924-E9CD-EF81-BAF1161C3A8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6" name="Rectangle: Rounded Corners 1715">
                  <a:extLst>
                    <a:ext uri="{FF2B5EF4-FFF2-40B4-BE49-F238E27FC236}">
                      <a16:creationId xmlns:a16="http://schemas.microsoft.com/office/drawing/2014/main" id="{767757C4-863D-E682-B787-D2B9104300D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7" name="Rectangle: Rounded Corners 1716">
                  <a:extLst>
                    <a:ext uri="{FF2B5EF4-FFF2-40B4-BE49-F238E27FC236}">
                      <a16:creationId xmlns:a16="http://schemas.microsoft.com/office/drawing/2014/main" id="{5AA8F420-BF2F-EE5D-A33A-01A04A6826E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8" name="Rectangle: Rounded Corners 1717">
                  <a:extLst>
                    <a:ext uri="{FF2B5EF4-FFF2-40B4-BE49-F238E27FC236}">
                      <a16:creationId xmlns:a16="http://schemas.microsoft.com/office/drawing/2014/main" id="{871FF4FB-E4B7-1B03-25CE-C2ACD6E9D64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9" name="Rectangle: Rounded Corners 1718">
                  <a:extLst>
                    <a:ext uri="{FF2B5EF4-FFF2-40B4-BE49-F238E27FC236}">
                      <a16:creationId xmlns:a16="http://schemas.microsoft.com/office/drawing/2014/main" id="{34FA0C0F-2214-A67E-9A3B-C952776B6C7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03" name="Group 1702">
                <a:extLst>
                  <a:ext uri="{FF2B5EF4-FFF2-40B4-BE49-F238E27FC236}">
                    <a16:creationId xmlns:a16="http://schemas.microsoft.com/office/drawing/2014/main" id="{E59FC111-7C76-4D8A-1CAD-4A48A9AAF50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04" name="Rectangle: Rounded Corners 1703">
                  <a:extLst>
                    <a:ext uri="{FF2B5EF4-FFF2-40B4-BE49-F238E27FC236}">
                      <a16:creationId xmlns:a16="http://schemas.microsoft.com/office/drawing/2014/main" id="{BEB36BE5-7290-9C1F-4B66-3AD6DAAB661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05" name="Rectangle: Rounded Corners 1704">
                  <a:extLst>
                    <a:ext uri="{FF2B5EF4-FFF2-40B4-BE49-F238E27FC236}">
                      <a16:creationId xmlns:a16="http://schemas.microsoft.com/office/drawing/2014/main" id="{55211ABE-7071-E6CC-F399-62BF9287319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06" name="Rectangle: Rounded Corners 1705">
                  <a:extLst>
                    <a:ext uri="{FF2B5EF4-FFF2-40B4-BE49-F238E27FC236}">
                      <a16:creationId xmlns:a16="http://schemas.microsoft.com/office/drawing/2014/main" id="{1BF15637-1946-B35F-AE92-D926CC044A2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07" name="Rectangle: Rounded Corners 1706">
                  <a:extLst>
                    <a:ext uri="{FF2B5EF4-FFF2-40B4-BE49-F238E27FC236}">
                      <a16:creationId xmlns:a16="http://schemas.microsoft.com/office/drawing/2014/main" id="{5781EA60-7B31-8360-40A4-BAB4DE6336C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08" name="Rectangle: Rounded Corners 1707">
                  <a:extLst>
                    <a:ext uri="{FF2B5EF4-FFF2-40B4-BE49-F238E27FC236}">
                      <a16:creationId xmlns:a16="http://schemas.microsoft.com/office/drawing/2014/main" id="{E2AD1D3A-A3C7-0275-3632-BEFE2AC999C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09" name="Rectangle: Rounded Corners 1708">
                  <a:extLst>
                    <a:ext uri="{FF2B5EF4-FFF2-40B4-BE49-F238E27FC236}">
                      <a16:creationId xmlns:a16="http://schemas.microsoft.com/office/drawing/2014/main" id="{4838DE5E-11DF-3C09-07F9-EAF5677A1E6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0" name="Rectangle: Rounded Corners 1709">
                  <a:extLst>
                    <a:ext uri="{FF2B5EF4-FFF2-40B4-BE49-F238E27FC236}">
                      <a16:creationId xmlns:a16="http://schemas.microsoft.com/office/drawing/2014/main" id="{2E0EBF61-FC09-4C00-ED83-E4CB3D62E77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1" name="Rectangle: Rounded Corners 1710">
                  <a:extLst>
                    <a:ext uri="{FF2B5EF4-FFF2-40B4-BE49-F238E27FC236}">
                      <a16:creationId xmlns:a16="http://schemas.microsoft.com/office/drawing/2014/main" id="{E6235534-D87F-3FC8-2672-912B35BF1D1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41" name="Group 1540">
              <a:extLst>
                <a:ext uri="{FF2B5EF4-FFF2-40B4-BE49-F238E27FC236}">
                  <a16:creationId xmlns:a16="http://schemas.microsoft.com/office/drawing/2014/main" id="{94168385-4A5D-5D12-714D-76BB953B3331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1682" name="Rectangle: Rounded Corners 1681">
                <a:extLst>
                  <a:ext uri="{FF2B5EF4-FFF2-40B4-BE49-F238E27FC236}">
                    <a16:creationId xmlns:a16="http://schemas.microsoft.com/office/drawing/2014/main" id="{80912CA9-E667-E99F-3D23-13F191311427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683" name="Group 1682">
                <a:extLst>
                  <a:ext uri="{FF2B5EF4-FFF2-40B4-BE49-F238E27FC236}">
                    <a16:creationId xmlns:a16="http://schemas.microsoft.com/office/drawing/2014/main" id="{0B581FCA-663F-B413-AD14-85278542146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93" name="Rectangle: Rounded Corners 1692">
                  <a:extLst>
                    <a:ext uri="{FF2B5EF4-FFF2-40B4-BE49-F238E27FC236}">
                      <a16:creationId xmlns:a16="http://schemas.microsoft.com/office/drawing/2014/main" id="{8AF1735B-386D-BF63-8E9D-633A24A4C60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4" name="Rectangle: Rounded Corners 1693">
                  <a:extLst>
                    <a:ext uri="{FF2B5EF4-FFF2-40B4-BE49-F238E27FC236}">
                      <a16:creationId xmlns:a16="http://schemas.microsoft.com/office/drawing/2014/main" id="{973321C8-21FC-FA6F-4FE4-E10E4A9E9CD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5" name="Rectangle: Rounded Corners 1694">
                  <a:extLst>
                    <a:ext uri="{FF2B5EF4-FFF2-40B4-BE49-F238E27FC236}">
                      <a16:creationId xmlns:a16="http://schemas.microsoft.com/office/drawing/2014/main" id="{326F84ED-A1D4-CA18-00B7-C9268CFC65A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6" name="Rectangle: Rounded Corners 1695">
                  <a:extLst>
                    <a:ext uri="{FF2B5EF4-FFF2-40B4-BE49-F238E27FC236}">
                      <a16:creationId xmlns:a16="http://schemas.microsoft.com/office/drawing/2014/main" id="{DBB9DCE0-2C6C-477E-E779-E54A03C3D19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7" name="Rectangle: Rounded Corners 1696">
                  <a:extLst>
                    <a:ext uri="{FF2B5EF4-FFF2-40B4-BE49-F238E27FC236}">
                      <a16:creationId xmlns:a16="http://schemas.microsoft.com/office/drawing/2014/main" id="{B210AE5E-24F4-2CFB-9EE1-0DD959FB7CF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8" name="Rectangle: Rounded Corners 1697">
                  <a:extLst>
                    <a:ext uri="{FF2B5EF4-FFF2-40B4-BE49-F238E27FC236}">
                      <a16:creationId xmlns:a16="http://schemas.microsoft.com/office/drawing/2014/main" id="{BFC62131-2F34-33B1-52D8-4FA3C4EA759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9" name="Rectangle: Rounded Corners 1698">
                  <a:extLst>
                    <a:ext uri="{FF2B5EF4-FFF2-40B4-BE49-F238E27FC236}">
                      <a16:creationId xmlns:a16="http://schemas.microsoft.com/office/drawing/2014/main" id="{694ACB1A-5EEF-E59A-AE01-4F19BA4D734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00" name="Rectangle: Rounded Corners 1699">
                  <a:extLst>
                    <a:ext uri="{FF2B5EF4-FFF2-40B4-BE49-F238E27FC236}">
                      <a16:creationId xmlns:a16="http://schemas.microsoft.com/office/drawing/2014/main" id="{A6BCFDC6-A2A3-95D7-BF92-F942FED4AFC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84" name="Group 1683">
                <a:extLst>
                  <a:ext uri="{FF2B5EF4-FFF2-40B4-BE49-F238E27FC236}">
                    <a16:creationId xmlns:a16="http://schemas.microsoft.com/office/drawing/2014/main" id="{7B811B24-8318-DF23-63C3-21D53C2AA10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85" name="Rectangle: Rounded Corners 1684">
                  <a:extLst>
                    <a:ext uri="{FF2B5EF4-FFF2-40B4-BE49-F238E27FC236}">
                      <a16:creationId xmlns:a16="http://schemas.microsoft.com/office/drawing/2014/main" id="{67A5C2E2-2361-C570-2BC6-28926BE51E7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86" name="Rectangle: Rounded Corners 1685">
                  <a:extLst>
                    <a:ext uri="{FF2B5EF4-FFF2-40B4-BE49-F238E27FC236}">
                      <a16:creationId xmlns:a16="http://schemas.microsoft.com/office/drawing/2014/main" id="{F04624CC-563A-0548-A469-B048D899D49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87" name="Rectangle: Rounded Corners 1686">
                  <a:extLst>
                    <a:ext uri="{FF2B5EF4-FFF2-40B4-BE49-F238E27FC236}">
                      <a16:creationId xmlns:a16="http://schemas.microsoft.com/office/drawing/2014/main" id="{78EA4B9A-6884-A3FF-CDA1-68C84833FCB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88" name="Rectangle: Rounded Corners 1687">
                  <a:extLst>
                    <a:ext uri="{FF2B5EF4-FFF2-40B4-BE49-F238E27FC236}">
                      <a16:creationId xmlns:a16="http://schemas.microsoft.com/office/drawing/2014/main" id="{5E5D9AAF-759D-8708-A8D1-A6D69B59181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89" name="Rectangle: Rounded Corners 1688">
                  <a:extLst>
                    <a:ext uri="{FF2B5EF4-FFF2-40B4-BE49-F238E27FC236}">
                      <a16:creationId xmlns:a16="http://schemas.microsoft.com/office/drawing/2014/main" id="{0D9A7F3D-04FF-4D41-F254-7B4CFD51364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0" name="Rectangle: Rounded Corners 1689">
                  <a:extLst>
                    <a:ext uri="{FF2B5EF4-FFF2-40B4-BE49-F238E27FC236}">
                      <a16:creationId xmlns:a16="http://schemas.microsoft.com/office/drawing/2014/main" id="{5517F7BA-2763-3095-3473-3F5EE9ED8C7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1" name="Rectangle: Rounded Corners 1690">
                  <a:extLst>
                    <a:ext uri="{FF2B5EF4-FFF2-40B4-BE49-F238E27FC236}">
                      <a16:creationId xmlns:a16="http://schemas.microsoft.com/office/drawing/2014/main" id="{6511919D-1756-EE6E-74C2-ED8768D4F1D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2" name="Rectangle: Rounded Corners 1691">
                  <a:extLst>
                    <a:ext uri="{FF2B5EF4-FFF2-40B4-BE49-F238E27FC236}">
                      <a16:creationId xmlns:a16="http://schemas.microsoft.com/office/drawing/2014/main" id="{D0A57E5D-BF1C-0228-70D5-7E41A965CF5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42" name="Group 1541">
              <a:extLst>
                <a:ext uri="{FF2B5EF4-FFF2-40B4-BE49-F238E27FC236}">
                  <a16:creationId xmlns:a16="http://schemas.microsoft.com/office/drawing/2014/main" id="{729E8B0F-9A6B-AD71-F764-F539D32B1552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1663" name="Rectangle: Rounded Corners 1662">
                <a:extLst>
                  <a:ext uri="{FF2B5EF4-FFF2-40B4-BE49-F238E27FC236}">
                    <a16:creationId xmlns:a16="http://schemas.microsoft.com/office/drawing/2014/main" id="{3FCDAB70-D0FF-9A7F-9E5E-7105216DBEE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664" name="Group 1663">
                <a:extLst>
                  <a:ext uri="{FF2B5EF4-FFF2-40B4-BE49-F238E27FC236}">
                    <a16:creationId xmlns:a16="http://schemas.microsoft.com/office/drawing/2014/main" id="{DA7B1CAC-C2BE-96DC-61A7-F48CA82AB55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74" name="Rectangle: Rounded Corners 1673">
                  <a:extLst>
                    <a:ext uri="{FF2B5EF4-FFF2-40B4-BE49-F238E27FC236}">
                      <a16:creationId xmlns:a16="http://schemas.microsoft.com/office/drawing/2014/main" id="{112E771D-6945-A32D-109B-15860DA3469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5" name="Rectangle: Rounded Corners 1674">
                  <a:extLst>
                    <a:ext uri="{FF2B5EF4-FFF2-40B4-BE49-F238E27FC236}">
                      <a16:creationId xmlns:a16="http://schemas.microsoft.com/office/drawing/2014/main" id="{5950DFEC-E2FC-CADD-1EB7-752B2A64439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6" name="Rectangle: Rounded Corners 1675">
                  <a:extLst>
                    <a:ext uri="{FF2B5EF4-FFF2-40B4-BE49-F238E27FC236}">
                      <a16:creationId xmlns:a16="http://schemas.microsoft.com/office/drawing/2014/main" id="{08DE5D3F-DC03-EBC2-A36D-5403B18EDCB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7" name="Rectangle: Rounded Corners 1676">
                  <a:extLst>
                    <a:ext uri="{FF2B5EF4-FFF2-40B4-BE49-F238E27FC236}">
                      <a16:creationId xmlns:a16="http://schemas.microsoft.com/office/drawing/2014/main" id="{69963887-884E-44F4-5B03-F5A77FACECC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8" name="Rectangle: Rounded Corners 1677">
                  <a:extLst>
                    <a:ext uri="{FF2B5EF4-FFF2-40B4-BE49-F238E27FC236}">
                      <a16:creationId xmlns:a16="http://schemas.microsoft.com/office/drawing/2014/main" id="{7F12B740-0388-111C-D81E-B5F342D28BD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9" name="Rectangle: Rounded Corners 1678">
                  <a:extLst>
                    <a:ext uri="{FF2B5EF4-FFF2-40B4-BE49-F238E27FC236}">
                      <a16:creationId xmlns:a16="http://schemas.microsoft.com/office/drawing/2014/main" id="{EAFAA02D-CEA1-5C67-5581-AD2B96AAE94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80" name="Rectangle: Rounded Corners 1679">
                  <a:extLst>
                    <a:ext uri="{FF2B5EF4-FFF2-40B4-BE49-F238E27FC236}">
                      <a16:creationId xmlns:a16="http://schemas.microsoft.com/office/drawing/2014/main" id="{4C9D0B1B-30C4-A473-CE30-782637BD672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81" name="Rectangle: Rounded Corners 1680">
                  <a:extLst>
                    <a:ext uri="{FF2B5EF4-FFF2-40B4-BE49-F238E27FC236}">
                      <a16:creationId xmlns:a16="http://schemas.microsoft.com/office/drawing/2014/main" id="{246E9430-F636-BEA0-4C0A-0E525982E58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65" name="Group 1664">
                <a:extLst>
                  <a:ext uri="{FF2B5EF4-FFF2-40B4-BE49-F238E27FC236}">
                    <a16:creationId xmlns:a16="http://schemas.microsoft.com/office/drawing/2014/main" id="{7372ACBC-DC38-9949-CD28-6E6D2A9EFFE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66" name="Rectangle: Rounded Corners 1665">
                  <a:extLst>
                    <a:ext uri="{FF2B5EF4-FFF2-40B4-BE49-F238E27FC236}">
                      <a16:creationId xmlns:a16="http://schemas.microsoft.com/office/drawing/2014/main" id="{9AAAFF37-D88B-A3EF-06E7-04374D4EEE7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67" name="Rectangle: Rounded Corners 1666">
                  <a:extLst>
                    <a:ext uri="{FF2B5EF4-FFF2-40B4-BE49-F238E27FC236}">
                      <a16:creationId xmlns:a16="http://schemas.microsoft.com/office/drawing/2014/main" id="{FFBB5E1F-2F5A-992B-596E-88A76103A82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68" name="Rectangle: Rounded Corners 1667">
                  <a:extLst>
                    <a:ext uri="{FF2B5EF4-FFF2-40B4-BE49-F238E27FC236}">
                      <a16:creationId xmlns:a16="http://schemas.microsoft.com/office/drawing/2014/main" id="{B5F13A68-00EC-6423-E7CB-2A6259353BF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69" name="Rectangle: Rounded Corners 1668">
                  <a:extLst>
                    <a:ext uri="{FF2B5EF4-FFF2-40B4-BE49-F238E27FC236}">
                      <a16:creationId xmlns:a16="http://schemas.microsoft.com/office/drawing/2014/main" id="{77668513-01B0-AAD1-C721-2D7436D80D4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0" name="Rectangle: Rounded Corners 1669">
                  <a:extLst>
                    <a:ext uri="{FF2B5EF4-FFF2-40B4-BE49-F238E27FC236}">
                      <a16:creationId xmlns:a16="http://schemas.microsoft.com/office/drawing/2014/main" id="{0B8DABFA-1D5C-5771-264C-E0397969FBD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1" name="Rectangle: Rounded Corners 1670">
                  <a:extLst>
                    <a:ext uri="{FF2B5EF4-FFF2-40B4-BE49-F238E27FC236}">
                      <a16:creationId xmlns:a16="http://schemas.microsoft.com/office/drawing/2014/main" id="{034A9D35-4961-7DC6-80D4-FECBC4E0D15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2" name="Rectangle: Rounded Corners 1671">
                  <a:extLst>
                    <a:ext uri="{FF2B5EF4-FFF2-40B4-BE49-F238E27FC236}">
                      <a16:creationId xmlns:a16="http://schemas.microsoft.com/office/drawing/2014/main" id="{142DA324-07F4-0ADD-57F5-901A913638E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3" name="Rectangle: Rounded Corners 1672">
                  <a:extLst>
                    <a:ext uri="{FF2B5EF4-FFF2-40B4-BE49-F238E27FC236}">
                      <a16:creationId xmlns:a16="http://schemas.microsoft.com/office/drawing/2014/main" id="{6D480DEB-CEC9-A764-4325-71C656769B2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43" name="Group 1542">
              <a:extLst>
                <a:ext uri="{FF2B5EF4-FFF2-40B4-BE49-F238E27FC236}">
                  <a16:creationId xmlns:a16="http://schemas.microsoft.com/office/drawing/2014/main" id="{92149025-1B53-9D93-5349-359483C4E415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644" name="Rectangle: Rounded Corners 1643">
                <a:extLst>
                  <a:ext uri="{FF2B5EF4-FFF2-40B4-BE49-F238E27FC236}">
                    <a16:creationId xmlns:a16="http://schemas.microsoft.com/office/drawing/2014/main" id="{26E6A2AB-B997-A538-BB3C-7188DDD8B94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645" name="Group 1644">
                <a:extLst>
                  <a:ext uri="{FF2B5EF4-FFF2-40B4-BE49-F238E27FC236}">
                    <a16:creationId xmlns:a16="http://schemas.microsoft.com/office/drawing/2014/main" id="{A62EDF48-9E75-72A1-9B9D-D9A49AECD201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55" name="Rectangle: Rounded Corners 1654">
                  <a:extLst>
                    <a:ext uri="{FF2B5EF4-FFF2-40B4-BE49-F238E27FC236}">
                      <a16:creationId xmlns:a16="http://schemas.microsoft.com/office/drawing/2014/main" id="{DBEA5E19-7A20-7751-7FEC-FD22900A928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6" name="Rectangle: Rounded Corners 1655">
                  <a:extLst>
                    <a:ext uri="{FF2B5EF4-FFF2-40B4-BE49-F238E27FC236}">
                      <a16:creationId xmlns:a16="http://schemas.microsoft.com/office/drawing/2014/main" id="{37997716-6678-5552-74CD-505CDADDBCF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7" name="Rectangle: Rounded Corners 1656">
                  <a:extLst>
                    <a:ext uri="{FF2B5EF4-FFF2-40B4-BE49-F238E27FC236}">
                      <a16:creationId xmlns:a16="http://schemas.microsoft.com/office/drawing/2014/main" id="{2DC5328A-2CC0-597D-F29F-AEB71D0315E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8" name="Rectangle: Rounded Corners 1657">
                  <a:extLst>
                    <a:ext uri="{FF2B5EF4-FFF2-40B4-BE49-F238E27FC236}">
                      <a16:creationId xmlns:a16="http://schemas.microsoft.com/office/drawing/2014/main" id="{1DB6C7F8-80EE-8C1A-82EC-65ED3795259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9" name="Rectangle: Rounded Corners 1658">
                  <a:extLst>
                    <a:ext uri="{FF2B5EF4-FFF2-40B4-BE49-F238E27FC236}">
                      <a16:creationId xmlns:a16="http://schemas.microsoft.com/office/drawing/2014/main" id="{54271028-68A8-42F0-07B9-5308F531477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60" name="Rectangle: Rounded Corners 1659">
                  <a:extLst>
                    <a:ext uri="{FF2B5EF4-FFF2-40B4-BE49-F238E27FC236}">
                      <a16:creationId xmlns:a16="http://schemas.microsoft.com/office/drawing/2014/main" id="{9DA67FA4-8AFD-994D-4980-FD411016A4A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61" name="Rectangle: Rounded Corners 1660">
                  <a:extLst>
                    <a:ext uri="{FF2B5EF4-FFF2-40B4-BE49-F238E27FC236}">
                      <a16:creationId xmlns:a16="http://schemas.microsoft.com/office/drawing/2014/main" id="{31C35B0B-46B0-E15F-5D45-54246FDA4EC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62" name="Rectangle: Rounded Corners 1661">
                  <a:extLst>
                    <a:ext uri="{FF2B5EF4-FFF2-40B4-BE49-F238E27FC236}">
                      <a16:creationId xmlns:a16="http://schemas.microsoft.com/office/drawing/2014/main" id="{1E1E297B-7A05-53E6-BF24-CEDC36B9EAE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46" name="Group 1645">
                <a:extLst>
                  <a:ext uri="{FF2B5EF4-FFF2-40B4-BE49-F238E27FC236}">
                    <a16:creationId xmlns:a16="http://schemas.microsoft.com/office/drawing/2014/main" id="{B3B9E9A9-54D3-4BD7-EFDE-8D85072CFD02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47" name="Rectangle: Rounded Corners 1646">
                  <a:extLst>
                    <a:ext uri="{FF2B5EF4-FFF2-40B4-BE49-F238E27FC236}">
                      <a16:creationId xmlns:a16="http://schemas.microsoft.com/office/drawing/2014/main" id="{FF8B11C9-A833-7700-D16A-41FA688CADF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48" name="Rectangle: Rounded Corners 1647">
                  <a:extLst>
                    <a:ext uri="{FF2B5EF4-FFF2-40B4-BE49-F238E27FC236}">
                      <a16:creationId xmlns:a16="http://schemas.microsoft.com/office/drawing/2014/main" id="{61E6C11A-29FC-7E85-949F-E26E089DBE2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49" name="Rectangle: Rounded Corners 1648">
                  <a:extLst>
                    <a:ext uri="{FF2B5EF4-FFF2-40B4-BE49-F238E27FC236}">
                      <a16:creationId xmlns:a16="http://schemas.microsoft.com/office/drawing/2014/main" id="{45AAAD76-D935-8502-4831-C8BEA9218D0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0" name="Rectangle: Rounded Corners 1649">
                  <a:extLst>
                    <a:ext uri="{FF2B5EF4-FFF2-40B4-BE49-F238E27FC236}">
                      <a16:creationId xmlns:a16="http://schemas.microsoft.com/office/drawing/2014/main" id="{215E0FD4-3BCF-FCB3-C71D-572CB342A11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1" name="Rectangle: Rounded Corners 1650">
                  <a:extLst>
                    <a:ext uri="{FF2B5EF4-FFF2-40B4-BE49-F238E27FC236}">
                      <a16:creationId xmlns:a16="http://schemas.microsoft.com/office/drawing/2014/main" id="{F6D2B5CC-8F3E-7D40-3AA5-B08F2DCD3FD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2" name="Rectangle: Rounded Corners 1651">
                  <a:extLst>
                    <a:ext uri="{FF2B5EF4-FFF2-40B4-BE49-F238E27FC236}">
                      <a16:creationId xmlns:a16="http://schemas.microsoft.com/office/drawing/2014/main" id="{6E31F454-3091-8B24-6FF9-9FCDAAE9205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3" name="Rectangle: Rounded Corners 1652">
                  <a:extLst>
                    <a:ext uri="{FF2B5EF4-FFF2-40B4-BE49-F238E27FC236}">
                      <a16:creationId xmlns:a16="http://schemas.microsoft.com/office/drawing/2014/main" id="{8A6780D5-E95D-E40E-71C0-5B750E308BF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4" name="Rectangle: Rounded Corners 1653">
                  <a:extLst>
                    <a:ext uri="{FF2B5EF4-FFF2-40B4-BE49-F238E27FC236}">
                      <a16:creationId xmlns:a16="http://schemas.microsoft.com/office/drawing/2014/main" id="{AC0DA8D6-9F3A-E98E-8403-1EBAA1F1817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44" name="Group 1543">
              <a:extLst>
                <a:ext uri="{FF2B5EF4-FFF2-40B4-BE49-F238E27FC236}">
                  <a16:creationId xmlns:a16="http://schemas.microsoft.com/office/drawing/2014/main" id="{B0D92878-AB2A-6915-EDEE-E852313A0D29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625" name="Rectangle: Rounded Corners 1624">
                <a:extLst>
                  <a:ext uri="{FF2B5EF4-FFF2-40B4-BE49-F238E27FC236}">
                    <a16:creationId xmlns:a16="http://schemas.microsoft.com/office/drawing/2014/main" id="{EE85A514-CE66-D614-EE65-FFAF0957406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626" name="Group 1625">
                <a:extLst>
                  <a:ext uri="{FF2B5EF4-FFF2-40B4-BE49-F238E27FC236}">
                    <a16:creationId xmlns:a16="http://schemas.microsoft.com/office/drawing/2014/main" id="{5C9028D6-F78F-811A-F34C-AA8CA1C5FB77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36" name="Rectangle: Rounded Corners 1635">
                  <a:extLst>
                    <a:ext uri="{FF2B5EF4-FFF2-40B4-BE49-F238E27FC236}">
                      <a16:creationId xmlns:a16="http://schemas.microsoft.com/office/drawing/2014/main" id="{6A9B40BE-14C5-1CD0-C2EE-837E2C928A2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7" name="Rectangle: Rounded Corners 1636">
                  <a:extLst>
                    <a:ext uri="{FF2B5EF4-FFF2-40B4-BE49-F238E27FC236}">
                      <a16:creationId xmlns:a16="http://schemas.microsoft.com/office/drawing/2014/main" id="{113AB839-B69C-3F07-D3ED-793F7CABF8C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8" name="Rectangle: Rounded Corners 1637">
                  <a:extLst>
                    <a:ext uri="{FF2B5EF4-FFF2-40B4-BE49-F238E27FC236}">
                      <a16:creationId xmlns:a16="http://schemas.microsoft.com/office/drawing/2014/main" id="{AE0596E8-507E-B50F-105A-E7ED81E599F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9" name="Rectangle: Rounded Corners 1638">
                  <a:extLst>
                    <a:ext uri="{FF2B5EF4-FFF2-40B4-BE49-F238E27FC236}">
                      <a16:creationId xmlns:a16="http://schemas.microsoft.com/office/drawing/2014/main" id="{85E4CB08-ED28-72F8-8A32-04CB61170BC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40" name="Rectangle: Rounded Corners 1639">
                  <a:extLst>
                    <a:ext uri="{FF2B5EF4-FFF2-40B4-BE49-F238E27FC236}">
                      <a16:creationId xmlns:a16="http://schemas.microsoft.com/office/drawing/2014/main" id="{8A08A614-B4BE-4CE0-1D88-32AC135E301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41" name="Rectangle: Rounded Corners 1640">
                  <a:extLst>
                    <a:ext uri="{FF2B5EF4-FFF2-40B4-BE49-F238E27FC236}">
                      <a16:creationId xmlns:a16="http://schemas.microsoft.com/office/drawing/2014/main" id="{368D3B4D-A019-16F4-8EB1-A864DD841BB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42" name="Rectangle: Rounded Corners 1641">
                  <a:extLst>
                    <a:ext uri="{FF2B5EF4-FFF2-40B4-BE49-F238E27FC236}">
                      <a16:creationId xmlns:a16="http://schemas.microsoft.com/office/drawing/2014/main" id="{419EDBC8-CFD9-94D4-150C-F71A7F9991B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43" name="Rectangle: Rounded Corners 1642">
                  <a:extLst>
                    <a:ext uri="{FF2B5EF4-FFF2-40B4-BE49-F238E27FC236}">
                      <a16:creationId xmlns:a16="http://schemas.microsoft.com/office/drawing/2014/main" id="{DD5E59E1-C9D4-0970-5208-400F771658E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27" name="Group 1626">
                <a:extLst>
                  <a:ext uri="{FF2B5EF4-FFF2-40B4-BE49-F238E27FC236}">
                    <a16:creationId xmlns:a16="http://schemas.microsoft.com/office/drawing/2014/main" id="{8328DDF4-CBB4-A437-9642-DE666AAEE92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28" name="Rectangle: Rounded Corners 1627">
                  <a:extLst>
                    <a:ext uri="{FF2B5EF4-FFF2-40B4-BE49-F238E27FC236}">
                      <a16:creationId xmlns:a16="http://schemas.microsoft.com/office/drawing/2014/main" id="{298DF737-2293-0905-62E0-49A1033081C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9" name="Rectangle: Rounded Corners 1628">
                  <a:extLst>
                    <a:ext uri="{FF2B5EF4-FFF2-40B4-BE49-F238E27FC236}">
                      <a16:creationId xmlns:a16="http://schemas.microsoft.com/office/drawing/2014/main" id="{095DD64F-BFB1-5E67-B8B5-EEE134BE33E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0" name="Rectangle: Rounded Corners 1629">
                  <a:extLst>
                    <a:ext uri="{FF2B5EF4-FFF2-40B4-BE49-F238E27FC236}">
                      <a16:creationId xmlns:a16="http://schemas.microsoft.com/office/drawing/2014/main" id="{F54932B8-B0DF-A2CE-E5F0-E87D7EBC2C4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1" name="Rectangle: Rounded Corners 1630">
                  <a:extLst>
                    <a:ext uri="{FF2B5EF4-FFF2-40B4-BE49-F238E27FC236}">
                      <a16:creationId xmlns:a16="http://schemas.microsoft.com/office/drawing/2014/main" id="{B18DFD01-65E3-7233-C778-B9BBBDE0A2D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2" name="Rectangle: Rounded Corners 1631">
                  <a:extLst>
                    <a:ext uri="{FF2B5EF4-FFF2-40B4-BE49-F238E27FC236}">
                      <a16:creationId xmlns:a16="http://schemas.microsoft.com/office/drawing/2014/main" id="{72C6DF38-788C-D444-7E33-3823BC19635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3" name="Rectangle: Rounded Corners 1632">
                  <a:extLst>
                    <a:ext uri="{FF2B5EF4-FFF2-40B4-BE49-F238E27FC236}">
                      <a16:creationId xmlns:a16="http://schemas.microsoft.com/office/drawing/2014/main" id="{60289784-8880-CB37-C5C8-4E99379578A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4" name="Rectangle: Rounded Corners 1633">
                  <a:extLst>
                    <a:ext uri="{FF2B5EF4-FFF2-40B4-BE49-F238E27FC236}">
                      <a16:creationId xmlns:a16="http://schemas.microsoft.com/office/drawing/2014/main" id="{2AD69BA9-39E6-7874-22CB-B9682200807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5" name="Rectangle: Rounded Corners 1634">
                  <a:extLst>
                    <a:ext uri="{FF2B5EF4-FFF2-40B4-BE49-F238E27FC236}">
                      <a16:creationId xmlns:a16="http://schemas.microsoft.com/office/drawing/2014/main" id="{DC492CD9-CC55-14E9-57F5-A43CA9A7A43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45" name="Group 1544">
              <a:extLst>
                <a:ext uri="{FF2B5EF4-FFF2-40B4-BE49-F238E27FC236}">
                  <a16:creationId xmlns:a16="http://schemas.microsoft.com/office/drawing/2014/main" id="{8A5DFB48-A847-D64D-36CF-03D3D492CAD0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606" name="Rectangle: Rounded Corners 1605">
                <a:extLst>
                  <a:ext uri="{FF2B5EF4-FFF2-40B4-BE49-F238E27FC236}">
                    <a16:creationId xmlns:a16="http://schemas.microsoft.com/office/drawing/2014/main" id="{EEBCE266-C995-BB0B-F85B-8437EC0B50F7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607" name="Group 1606">
                <a:extLst>
                  <a:ext uri="{FF2B5EF4-FFF2-40B4-BE49-F238E27FC236}">
                    <a16:creationId xmlns:a16="http://schemas.microsoft.com/office/drawing/2014/main" id="{E124A51A-554E-D9CB-8941-C1C84187399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17" name="Rectangle: Rounded Corners 1616">
                  <a:extLst>
                    <a:ext uri="{FF2B5EF4-FFF2-40B4-BE49-F238E27FC236}">
                      <a16:creationId xmlns:a16="http://schemas.microsoft.com/office/drawing/2014/main" id="{DEFED19F-6D2D-C9C8-06C5-A3D16B0CE70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8" name="Rectangle: Rounded Corners 1617">
                  <a:extLst>
                    <a:ext uri="{FF2B5EF4-FFF2-40B4-BE49-F238E27FC236}">
                      <a16:creationId xmlns:a16="http://schemas.microsoft.com/office/drawing/2014/main" id="{0DD4D230-760B-4A7C-CF5D-963595ACF36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9" name="Rectangle: Rounded Corners 1618">
                  <a:extLst>
                    <a:ext uri="{FF2B5EF4-FFF2-40B4-BE49-F238E27FC236}">
                      <a16:creationId xmlns:a16="http://schemas.microsoft.com/office/drawing/2014/main" id="{361F597C-BEAA-2910-C48A-57492203D27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0" name="Rectangle: Rounded Corners 1619">
                  <a:extLst>
                    <a:ext uri="{FF2B5EF4-FFF2-40B4-BE49-F238E27FC236}">
                      <a16:creationId xmlns:a16="http://schemas.microsoft.com/office/drawing/2014/main" id="{E6317226-37C7-353B-7AA5-A1D323B710D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1" name="Rectangle: Rounded Corners 1620">
                  <a:extLst>
                    <a:ext uri="{FF2B5EF4-FFF2-40B4-BE49-F238E27FC236}">
                      <a16:creationId xmlns:a16="http://schemas.microsoft.com/office/drawing/2014/main" id="{DC9FB639-FA81-FDD6-F91B-F79D56A0779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2" name="Rectangle: Rounded Corners 1621">
                  <a:extLst>
                    <a:ext uri="{FF2B5EF4-FFF2-40B4-BE49-F238E27FC236}">
                      <a16:creationId xmlns:a16="http://schemas.microsoft.com/office/drawing/2014/main" id="{B05080FB-7EB8-7725-18FD-A9B5D5E798A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3" name="Rectangle: Rounded Corners 1622">
                  <a:extLst>
                    <a:ext uri="{FF2B5EF4-FFF2-40B4-BE49-F238E27FC236}">
                      <a16:creationId xmlns:a16="http://schemas.microsoft.com/office/drawing/2014/main" id="{4FC29EEF-2CAC-0E00-53E9-39E2A8B6533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4" name="Rectangle: Rounded Corners 1623">
                  <a:extLst>
                    <a:ext uri="{FF2B5EF4-FFF2-40B4-BE49-F238E27FC236}">
                      <a16:creationId xmlns:a16="http://schemas.microsoft.com/office/drawing/2014/main" id="{286048EF-05B3-2D3D-07C6-8707E45C00A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08" name="Group 1607">
                <a:extLst>
                  <a:ext uri="{FF2B5EF4-FFF2-40B4-BE49-F238E27FC236}">
                    <a16:creationId xmlns:a16="http://schemas.microsoft.com/office/drawing/2014/main" id="{AC861D02-7B37-54F5-8A83-DEF49829445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09" name="Rectangle: Rounded Corners 1608">
                  <a:extLst>
                    <a:ext uri="{FF2B5EF4-FFF2-40B4-BE49-F238E27FC236}">
                      <a16:creationId xmlns:a16="http://schemas.microsoft.com/office/drawing/2014/main" id="{174CA93A-4B66-977D-945B-6776A10315A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0" name="Rectangle: Rounded Corners 1609">
                  <a:extLst>
                    <a:ext uri="{FF2B5EF4-FFF2-40B4-BE49-F238E27FC236}">
                      <a16:creationId xmlns:a16="http://schemas.microsoft.com/office/drawing/2014/main" id="{FAA2AAE2-D952-1582-8C3D-003724FC46C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1" name="Rectangle: Rounded Corners 1610">
                  <a:extLst>
                    <a:ext uri="{FF2B5EF4-FFF2-40B4-BE49-F238E27FC236}">
                      <a16:creationId xmlns:a16="http://schemas.microsoft.com/office/drawing/2014/main" id="{DA493AD6-08EA-79AA-C4DF-749511947EB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2" name="Rectangle: Rounded Corners 1611">
                  <a:extLst>
                    <a:ext uri="{FF2B5EF4-FFF2-40B4-BE49-F238E27FC236}">
                      <a16:creationId xmlns:a16="http://schemas.microsoft.com/office/drawing/2014/main" id="{F7B1FB35-90AD-98AB-71EC-50CF5D2550C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3" name="Rectangle: Rounded Corners 1612">
                  <a:extLst>
                    <a:ext uri="{FF2B5EF4-FFF2-40B4-BE49-F238E27FC236}">
                      <a16:creationId xmlns:a16="http://schemas.microsoft.com/office/drawing/2014/main" id="{CF428F19-F640-45C4-7F9D-0BD5397EAD4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4" name="Rectangle: Rounded Corners 1613">
                  <a:extLst>
                    <a:ext uri="{FF2B5EF4-FFF2-40B4-BE49-F238E27FC236}">
                      <a16:creationId xmlns:a16="http://schemas.microsoft.com/office/drawing/2014/main" id="{2B7725F7-73E9-BD83-D1AE-13985B99C1F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5" name="Rectangle: Rounded Corners 1614">
                  <a:extLst>
                    <a:ext uri="{FF2B5EF4-FFF2-40B4-BE49-F238E27FC236}">
                      <a16:creationId xmlns:a16="http://schemas.microsoft.com/office/drawing/2014/main" id="{855BE42F-484F-5746-1A95-699CBA1F7C9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6" name="Rectangle: Rounded Corners 1615">
                  <a:extLst>
                    <a:ext uri="{FF2B5EF4-FFF2-40B4-BE49-F238E27FC236}">
                      <a16:creationId xmlns:a16="http://schemas.microsoft.com/office/drawing/2014/main" id="{48CF7C17-06AF-F396-C325-F9CFD4EA402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46" name="Group 1545">
              <a:extLst>
                <a:ext uri="{FF2B5EF4-FFF2-40B4-BE49-F238E27FC236}">
                  <a16:creationId xmlns:a16="http://schemas.microsoft.com/office/drawing/2014/main" id="{396C02D8-E54F-2684-1AC8-16E9884E8482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587" name="Rectangle: Rounded Corners 1586">
                <a:extLst>
                  <a:ext uri="{FF2B5EF4-FFF2-40B4-BE49-F238E27FC236}">
                    <a16:creationId xmlns:a16="http://schemas.microsoft.com/office/drawing/2014/main" id="{196D94EF-1650-07D3-4982-0522C4CB4F1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588" name="Group 1587">
                <a:extLst>
                  <a:ext uri="{FF2B5EF4-FFF2-40B4-BE49-F238E27FC236}">
                    <a16:creationId xmlns:a16="http://schemas.microsoft.com/office/drawing/2014/main" id="{C6CF3D26-8299-7C69-A75B-7F28D2417AC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98" name="Rectangle: Rounded Corners 1597">
                  <a:extLst>
                    <a:ext uri="{FF2B5EF4-FFF2-40B4-BE49-F238E27FC236}">
                      <a16:creationId xmlns:a16="http://schemas.microsoft.com/office/drawing/2014/main" id="{14640D5A-4AA9-49CA-5E43-316BD7F9948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9" name="Rectangle: Rounded Corners 1598">
                  <a:extLst>
                    <a:ext uri="{FF2B5EF4-FFF2-40B4-BE49-F238E27FC236}">
                      <a16:creationId xmlns:a16="http://schemas.microsoft.com/office/drawing/2014/main" id="{5DE899BF-51D0-DDA6-0451-43BB5A72980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00" name="Rectangle: Rounded Corners 1599">
                  <a:extLst>
                    <a:ext uri="{FF2B5EF4-FFF2-40B4-BE49-F238E27FC236}">
                      <a16:creationId xmlns:a16="http://schemas.microsoft.com/office/drawing/2014/main" id="{E54CE55E-1EFF-6765-140A-850C121AB2E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01" name="Rectangle: Rounded Corners 1600">
                  <a:extLst>
                    <a:ext uri="{FF2B5EF4-FFF2-40B4-BE49-F238E27FC236}">
                      <a16:creationId xmlns:a16="http://schemas.microsoft.com/office/drawing/2014/main" id="{70B7B92D-4643-7D96-7A51-EA3AD39DA2B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02" name="Rectangle: Rounded Corners 1601">
                  <a:extLst>
                    <a:ext uri="{FF2B5EF4-FFF2-40B4-BE49-F238E27FC236}">
                      <a16:creationId xmlns:a16="http://schemas.microsoft.com/office/drawing/2014/main" id="{972C4D82-EA10-3A26-2A8A-D265715FB15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03" name="Rectangle: Rounded Corners 1602">
                  <a:extLst>
                    <a:ext uri="{FF2B5EF4-FFF2-40B4-BE49-F238E27FC236}">
                      <a16:creationId xmlns:a16="http://schemas.microsoft.com/office/drawing/2014/main" id="{6F9D1595-A093-41E0-7AD7-9E942B1180F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04" name="Rectangle: Rounded Corners 1603">
                  <a:extLst>
                    <a:ext uri="{FF2B5EF4-FFF2-40B4-BE49-F238E27FC236}">
                      <a16:creationId xmlns:a16="http://schemas.microsoft.com/office/drawing/2014/main" id="{13C8AE5A-F697-F69E-C465-9AA2E4CF872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05" name="Rectangle: Rounded Corners 1604">
                  <a:extLst>
                    <a:ext uri="{FF2B5EF4-FFF2-40B4-BE49-F238E27FC236}">
                      <a16:creationId xmlns:a16="http://schemas.microsoft.com/office/drawing/2014/main" id="{F82D05C0-C8E2-C929-BDA0-0CFE6E10FFA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89" name="Group 1588">
                <a:extLst>
                  <a:ext uri="{FF2B5EF4-FFF2-40B4-BE49-F238E27FC236}">
                    <a16:creationId xmlns:a16="http://schemas.microsoft.com/office/drawing/2014/main" id="{42534FF8-743A-C9E9-567A-547232C51C6C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90" name="Rectangle: Rounded Corners 1589">
                  <a:extLst>
                    <a:ext uri="{FF2B5EF4-FFF2-40B4-BE49-F238E27FC236}">
                      <a16:creationId xmlns:a16="http://schemas.microsoft.com/office/drawing/2014/main" id="{1CE1A90E-72C6-E18B-5D65-D3AFC51DA0E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1" name="Rectangle: Rounded Corners 1590">
                  <a:extLst>
                    <a:ext uri="{FF2B5EF4-FFF2-40B4-BE49-F238E27FC236}">
                      <a16:creationId xmlns:a16="http://schemas.microsoft.com/office/drawing/2014/main" id="{64091C8D-1BE2-4F0A-F39E-F57B02CAE08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2" name="Rectangle: Rounded Corners 1591">
                  <a:extLst>
                    <a:ext uri="{FF2B5EF4-FFF2-40B4-BE49-F238E27FC236}">
                      <a16:creationId xmlns:a16="http://schemas.microsoft.com/office/drawing/2014/main" id="{D248C705-8A49-2286-C0BD-813B8CC139B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3" name="Rectangle: Rounded Corners 1592">
                  <a:extLst>
                    <a:ext uri="{FF2B5EF4-FFF2-40B4-BE49-F238E27FC236}">
                      <a16:creationId xmlns:a16="http://schemas.microsoft.com/office/drawing/2014/main" id="{BFD4D4DD-CF2F-FA5D-97BC-E0102BF9266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4" name="Rectangle: Rounded Corners 1593">
                  <a:extLst>
                    <a:ext uri="{FF2B5EF4-FFF2-40B4-BE49-F238E27FC236}">
                      <a16:creationId xmlns:a16="http://schemas.microsoft.com/office/drawing/2014/main" id="{F5CEB1A4-D634-9BD1-6633-BE0D1C654EF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5" name="Rectangle: Rounded Corners 1594">
                  <a:extLst>
                    <a:ext uri="{FF2B5EF4-FFF2-40B4-BE49-F238E27FC236}">
                      <a16:creationId xmlns:a16="http://schemas.microsoft.com/office/drawing/2014/main" id="{6EC53EB9-1BD0-DCC5-E10C-27B5F422DB9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6" name="Rectangle: Rounded Corners 1595">
                  <a:extLst>
                    <a:ext uri="{FF2B5EF4-FFF2-40B4-BE49-F238E27FC236}">
                      <a16:creationId xmlns:a16="http://schemas.microsoft.com/office/drawing/2014/main" id="{9EA3B1F6-5B37-C57E-CCE6-8F42A3F70DF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7" name="Rectangle: Rounded Corners 1596">
                  <a:extLst>
                    <a:ext uri="{FF2B5EF4-FFF2-40B4-BE49-F238E27FC236}">
                      <a16:creationId xmlns:a16="http://schemas.microsoft.com/office/drawing/2014/main" id="{92DFC21B-7379-8BE2-4F6E-2D5651D3902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47" name="Group 1546">
              <a:extLst>
                <a:ext uri="{FF2B5EF4-FFF2-40B4-BE49-F238E27FC236}">
                  <a16:creationId xmlns:a16="http://schemas.microsoft.com/office/drawing/2014/main" id="{2D881268-1A03-26FA-5335-27CEEAE0F8A9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568" name="Rectangle: Rounded Corners 1567">
                <a:extLst>
                  <a:ext uri="{FF2B5EF4-FFF2-40B4-BE49-F238E27FC236}">
                    <a16:creationId xmlns:a16="http://schemas.microsoft.com/office/drawing/2014/main" id="{0D3F0BD3-B860-AA14-738B-8278B604E02E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569" name="Group 1568">
                <a:extLst>
                  <a:ext uri="{FF2B5EF4-FFF2-40B4-BE49-F238E27FC236}">
                    <a16:creationId xmlns:a16="http://schemas.microsoft.com/office/drawing/2014/main" id="{FF27B4BD-2681-46F7-96FC-3D21EF684A3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79" name="Rectangle: Rounded Corners 1578">
                  <a:extLst>
                    <a:ext uri="{FF2B5EF4-FFF2-40B4-BE49-F238E27FC236}">
                      <a16:creationId xmlns:a16="http://schemas.microsoft.com/office/drawing/2014/main" id="{69FD7865-8F06-626B-D769-15B0BBC3A4D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80" name="Rectangle: Rounded Corners 1579">
                  <a:extLst>
                    <a:ext uri="{FF2B5EF4-FFF2-40B4-BE49-F238E27FC236}">
                      <a16:creationId xmlns:a16="http://schemas.microsoft.com/office/drawing/2014/main" id="{49B49111-2ECE-FDCD-D462-82AF79ABC48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81" name="Rectangle: Rounded Corners 1580">
                  <a:extLst>
                    <a:ext uri="{FF2B5EF4-FFF2-40B4-BE49-F238E27FC236}">
                      <a16:creationId xmlns:a16="http://schemas.microsoft.com/office/drawing/2014/main" id="{075A7712-25D9-7E58-9CA2-BE7B3403370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82" name="Rectangle: Rounded Corners 1581">
                  <a:extLst>
                    <a:ext uri="{FF2B5EF4-FFF2-40B4-BE49-F238E27FC236}">
                      <a16:creationId xmlns:a16="http://schemas.microsoft.com/office/drawing/2014/main" id="{18CCED18-BA9B-42C2-CE09-8B147D85215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83" name="Rectangle: Rounded Corners 1582">
                  <a:extLst>
                    <a:ext uri="{FF2B5EF4-FFF2-40B4-BE49-F238E27FC236}">
                      <a16:creationId xmlns:a16="http://schemas.microsoft.com/office/drawing/2014/main" id="{1C4DEB10-3485-E8B7-3AF7-290B64F05C0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84" name="Rectangle: Rounded Corners 1583">
                  <a:extLst>
                    <a:ext uri="{FF2B5EF4-FFF2-40B4-BE49-F238E27FC236}">
                      <a16:creationId xmlns:a16="http://schemas.microsoft.com/office/drawing/2014/main" id="{669890F6-40B3-AC61-FBA2-A66D5C89F87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85" name="Rectangle: Rounded Corners 1584">
                  <a:extLst>
                    <a:ext uri="{FF2B5EF4-FFF2-40B4-BE49-F238E27FC236}">
                      <a16:creationId xmlns:a16="http://schemas.microsoft.com/office/drawing/2014/main" id="{8707BE9B-0B45-F452-8A8A-30F57D6A5A2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86" name="Rectangle: Rounded Corners 1585">
                  <a:extLst>
                    <a:ext uri="{FF2B5EF4-FFF2-40B4-BE49-F238E27FC236}">
                      <a16:creationId xmlns:a16="http://schemas.microsoft.com/office/drawing/2014/main" id="{D6DD5B83-9971-D56E-DC40-65134711D42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70" name="Group 1569">
                <a:extLst>
                  <a:ext uri="{FF2B5EF4-FFF2-40B4-BE49-F238E27FC236}">
                    <a16:creationId xmlns:a16="http://schemas.microsoft.com/office/drawing/2014/main" id="{6505B598-C421-6F42-5755-A5A4FFF3330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71" name="Rectangle: Rounded Corners 1570">
                  <a:extLst>
                    <a:ext uri="{FF2B5EF4-FFF2-40B4-BE49-F238E27FC236}">
                      <a16:creationId xmlns:a16="http://schemas.microsoft.com/office/drawing/2014/main" id="{1F980281-41A8-2EBA-541F-57ECAA5E845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72" name="Rectangle: Rounded Corners 1571">
                  <a:extLst>
                    <a:ext uri="{FF2B5EF4-FFF2-40B4-BE49-F238E27FC236}">
                      <a16:creationId xmlns:a16="http://schemas.microsoft.com/office/drawing/2014/main" id="{479EB63E-CE95-FF79-C915-304475E6AD0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73" name="Rectangle: Rounded Corners 1572">
                  <a:extLst>
                    <a:ext uri="{FF2B5EF4-FFF2-40B4-BE49-F238E27FC236}">
                      <a16:creationId xmlns:a16="http://schemas.microsoft.com/office/drawing/2014/main" id="{4AA17CFD-03B0-DD2C-0E9D-E31DACED6AE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74" name="Rectangle: Rounded Corners 1573">
                  <a:extLst>
                    <a:ext uri="{FF2B5EF4-FFF2-40B4-BE49-F238E27FC236}">
                      <a16:creationId xmlns:a16="http://schemas.microsoft.com/office/drawing/2014/main" id="{F45868D9-E591-4989-4E2F-09F56F81E89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75" name="Rectangle: Rounded Corners 1574">
                  <a:extLst>
                    <a:ext uri="{FF2B5EF4-FFF2-40B4-BE49-F238E27FC236}">
                      <a16:creationId xmlns:a16="http://schemas.microsoft.com/office/drawing/2014/main" id="{E685ABF9-1558-D986-95CF-9A465959AF7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76" name="Rectangle: Rounded Corners 1575">
                  <a:extLst>
                    <a:ext uri="{FF2B5EF4-FFF2-40B4-BE49-F238E27FC236}">
                      <a16:creationId xmlns:a16="http://schemas.microsoft.com/office/drawing/2014/main" id="{696A89D1-1CAF-F4A6-665A-6EDAA8491A1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77" name="Rectangle: Rounded Corners 1576">
                  <a:extLst>
                    <a:ext uri="{FF2B5EF4-FFF2-40B4-BE49-F238E27FC236}">
                      <a16:creationId xmlns:a16="http://schemas.microsoft.com/office/drawing/2014/main" id="{CC326657-AE18-63E8-1117-4D346F471C5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78" name="Rectangle: Rounded Corners 1577">
                  <a:extLst>
                    <a:ext uri="{FF2B5EF4-FFF2-40B4-BE49-F238E27FC236}">
                      <a16:creationId xmlns:a16="http://schemas.microsoft.com/office/drawing/2014/main" id="{71B9841D-DDDB-D460-440D-EAFE7D351F6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48" name="Group 1547">
              <a:extLst>
                <a:ext uri="{FF2B5EF4-FFF2-40B4-BE49-F238E27FC236}">
                  <a16:creationId xmlns:a16="http://schemas.microsoft.com/office/drawing/2014/main" id="{57930469-2E6E-5DB2-F8ED-089639D27BE7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549" name="Rectangle: Rounded Corners 1548">
                <a:extLst>
                  <a:ext uri="{FF2B5EF4-FFF2-40B4-BE49-F238E27FC236}">
                    <a16:creationId xmlns:a16="http://schemas.microsoft.com/office/drawing/2014/main" id="{B11226D7-AA84-2B3A-8CBF-CFFA8DE431B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550" name="Group 1549">
                <a:extLst>
                  <a:ext uri="{FF2B5EF4-FFF2-40B4-BE49-F238E27FC236}">
                    <a16:creationId xmlns:a16="http://schemas.microsoft.com/office/drawing/2014/main" id="{1D4BFED0-0E0A-CA87-AD4F-6E88D8464BB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60" name="Rectangle: Rounded Corners 1559">
                  <a:extLst>
                    <a:ext uri="{FF2B5EF4-FFF2-40B4-BE49-F238E27FC236}">
                      <a16:creationId xmlns:a16="http://schemas.microsoft.com/office/drawing/2014/main" id="{416EFD7B-E4C6-A03A-1C88-F33D2DF288B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61" name="Rectangle: Rounded Corners 1560">
                  <a:extLst>
                    <a:ext uri="{FF2B5EF4-FFF2-40B4-BE49-F238E27FC236}">
                      <a16:creationId xmlns:a16="http://schemas.microsoft.com/office/drawing/2014/main" id="{028AC93F-E402-54B7-5177-A36D553E00F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62" name="Rectangle: Rounded Corners 1561">
                  <a:extLst>
                    <a:ext uri="{FF2B5EF4-FFF2-40B4-BE49-F238E27FC236}">
                      <a16:creationId xmlns:a16="http://schemas.microsoft.com/office/drawing/2014/main" id="{2C537BBB-9407-D364-BF70-4AC874460B2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63" name="Rectangle: Rounded Corners 1562">
                  <a:extLst>
                    <a:ext uri="{FF2B5EF4-FFF2-40B4-BE49-F238E27FC236}">
                      <a16:creationId xmlns:a16="http://schemas.microsoft.com/office/drawing/2014/main" id="{D1A4C02A-FC2D-4C21-C2E6-E8FDEEE6528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64" name="Rectangle: Rounded Corners 1563">
                  <a:extLst>
                    <a:ext uri="{FF2B5EF4-FFF2-40B4-BE49-F238E27FC236}">
                      <a16:creationId xmlns:a16="http://schemas.microsoft.com/office/drawing/2014/main" id="{2B7022CD-2844-B28C-1D6B-DB4B541320B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65" name="Rectangle: Rounded Corners 1564">
                  <a:extLst>
                    <a:ext uri="{FF2B5EF4-FFF2-40B4-BE49-F238E27FC236}">
                      <a16:creationId xmlns:a16="http://schemas.microsoft.com/office/drawing/2014/main" id="{25474D06-3B98-CFC3-0336-1EEAB554F28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66" name="Rectangle: Rounded Corners 1565">
                  <a:extLst>
                    <a:ext uri="{FF2B5EF4-FFF2-40B4-BE49-F238E27FC236}">
                      <a16:creationId xmlns:a16="http://schemas.microsoft.com/office/drawing/2014/main" id="{1103BA5A-A4C0-880C-5ED7-44E434E1A80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67" name="Rectangle: Rounded Corners 1566">
                  <a:extLst>
                    <a:ext uri="{FF2B5EF4-FFF2-40B4-BE49-F238E27FC236}">
                      <a16:creationId xmlns:a16="http://schemas.microsoft.com/office/drawing/2014/main" id="{C0D7329D-40D0-5C29-E739-A68999E80FA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51" name="Group 1550">
                <a:extLst>
                  <a:ext uri="{FF2B5EF4-FFF2-40B4-BE49-F238E27FC236}">
                    <a16:creationId xmlns:a16="http://schemas.microsoft.com/office/drawing/2014/main" id="{5C1F0F75-E901-EB61-A8BF-2684F93C0E1C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52" name="Rectangle: Rounded Corners 1551">
                  <a:extLst>
                    <a:ext uri="{FF2B5EF4-FFF2-40B4-BE49-F238E27FC236}">
                      <a16:creationId xmlns:a16="http://schemas.microsoft.com/office/drawing/2014/main" id="{688AB870-23C0-72F4-E29F-FF1C63BB8A5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53" name="Rectangle: Rounded Corners 1552">
                  <a:extLst>
                    <a:ext uri="{FF2B5EF4-FFF2-40B4-BE49-F238E27FC236}">
                      <a16:creationId xmlns:a16="http://schemas.microsoft.com/office/drawing/2014/main" id="{0D8053B6-E5AA-9F02-23EC-2BA4C5F9BA3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54" name="Rectangle: Rounded Corners 1553">
                  <a:extLst>
                    <a:ext uri="{FF2B5EF4-FFF2-40B4-BE49-F238E27FC236}">
                      <a16:creationId xmlns:a16="http://schemas.microsoft.com/office/drawing/2014/main" id="{1A5E42F6-1063-4047-13B9-D3DFC052CB4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55" name="Rectangle: Rounded Corners 1554">
                  <a:extLst>
                    <a:ext uri="{FF2B5EF4-FFF2-40B4-BE49-F238E27FC236}">
                      <a16:creationId xmlns:a16="http://schemas.microsoft.com/office/drawing/2014/main" id="{4F0DA763-1718-2F17-E23F-6DA52EADA73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56" name="Rectangle: Rounded Corners 1555">
                  <a:extLst>
                    <a:ext uri="{FF2B5EF4-FFF2-40B4-BE49-F238E27FC236}">
                      <a16:creationId xmlns:a16="http://schemas.microsoft.com/office/drawing/2014/main" id="{1F8FC3C1-4E8E-46C9-3584-37F7E4C0BD2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57" name="Rectangle: Rounded Corners 1556">
                  <a:extLst>
                    <a:ext uri="{FF2B5EF4-FFF2-40B4-BE49-F238E27FC236}">
                      <a16:creationId xmlns:a16="http://schemas.microsoft.com/office/drawing/2014/main" id="{BBC1B63B-8A61-06E3-2360-A64037AB930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58" name="Rectangle: Rounded Corners 1557">
                  <a:extLst>
                    <a:ext uri="{FF2B5EF4-FFF2-40B4-BE49-F238E27FC236}">
                      <a16:creationId xmlns:a16="http://schemas.microsoft.com/office/drawing/2014/main" id="{8ED4D720-6629-A414-FD3F-51067FD54A7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59" name="Rectangle: Rounded Corners 1558">
                  <a:extLst>
                    <a:ext uri="{FF2B5EF4-FFF2-40B4-BE49-F238E27FC236}">
                      <a16:creationId xmlns:a16="http://schemas.microsoft.com/office/drawing/2014/main" id="{6E473F6A-81E0-755A-666A-69B8AA90564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1335" name="Group 1334">
            <a:extLst>
              <a:ext uri="{FF2B5EF4-FFF2-40B4-BE49-F238E27FC236}">
                <a16:creationId xmlns:a16="http://schemas.microsoft.com/office/drawing/2014/main" id="{B6C9A757-AB97-EF16-47F1-C710BA5F8BE0}"/>
              </a:ext>
            </a:extLst>
          </p:cNvPr>
          <p:cNvGrpSpPr/>
          <p:nvPr/>
        </p:nvGrpSpPr>
        <p:grpSpPr>
          <a:xfrm>
            <a:off x="-345622" y="592177"/>
            <a:ext cx="13102977" cy="1243880"/>
            <a:chOff x="3628570" y="4023519"/>
            <a:chExt cx="23905029" cy="2269331"/>
          </a:xfrm>
        </p:grpSpPr>
        <p:sp>
          <p:nvSpPr>
            <p:cNvPr id="1336" name="Rectangle 1335">
              <a:extLst>
                <a:ext uri="{FF2B5EF4-FFF2-40B4-BE49-F238E27FC236}">
                  <a16:creationId xmlns:a16="http://schemas.microsoft.com/office/drawing/2014/main" id="{2524D3B7-5784-E06F-5A47-ED7DB7740E87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37" name="Group 1336">
              <a:extLst>
                <a:ext uri="{FF2B5EF4-FFF2-40B4-BE49-F238E27FC236}">
                  <a16:creationId xmlns:a16="http://schemas.microsoft.com/office/drawing/2014/main" id="{8AE778A0-4D61-1546-F926-963ED31EBDA6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1518" name="Rectangle: Rounded Corners 1517">
                <a:extLst>
                  <a:ext uri="{FF2B5EF4-FFF2-40B4-BE49-F238E27FC236}">
                    <a16:creationId xmlns:a16="http://schemas.microsoft.com/office/drawing/2014/main" id="{BB5F5A17-19B5-0DE9-02E2-F42C2B4535D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519" name="Group 1518">
                <a:extLst>
                  <a:ext uri="{FF2B5EF4-FFF2-40B4-BE49-F238E27FC236}">
                    <a16:creationId xmlns:a16="http://schemas.microsoft.com/office/drawing/2014/main" id="{63F74821-0562-14FD-D41E-0F72C748337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29" name="Rectangle: Rounded Corners 1528">
                  <a:extLst>
                    <a:ext uri="{FF2B5EF4-FFF2-40B4-BE49-F238E27FC236}">
                      <a16:creationId xmlns:a16="http://schemas.microsoft.com/office/drawing/2014/main" id="{F3AE5046-A2C1-2BD3-A570-BCFDE1D073A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0" name="Rectangle: Rounded Corners 1529">
                  <a:extLst>
                    <a:ext uri="{FF2B5EF4-FFF2-40B4-BE49-F238E27FC236}">
                      <a16:creationId xmlns:a16="http://schemas.microsoft.com/office/drawing/2014/main" id="{5993B553-6A95-1BA0-2786-6C2E52985D5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1" name="Rectangle: Rounded Corners 1530">
                  <a:extLst>
                    <a:ext uri="{FF2B5EF4-FFF2-40B4-BE49-F238E27FC236}">
                      <a16:creationId xmlns:a16="http://schemas.microsoft.com/office/drawing/2014/main" id="{7C9A7AE0-0DB6-AE4A-7EE1-45D09040264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2" name="Rectangle: Rounded Corners 1531">
                  <a:extLst>
                    <a:ext uri="{FF2B5EF4-FFF2-40B4-BE49-F238E27FC236}">
                      <a16:creationId xmlns:a16="http://schemas.microsoft.com/office/drawing/2014/main" id="{37F43A63-D028-88EA-32DF-63EFC516BCE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3" name="Rectangle: Rounded Corners 1532">
                  <a:extLst>
                    <a:ext uri="{FF2B5EF4-FFF2-40B4-BE49-F238E27FC236}">
                      <a16:creationId xmlns:a16="http://schemas.microsoft.com/office/drawing/2014/main" id="{F736AA6B-14B4-AABF-13CC-34DD5BD05FD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4" name="Rectangle: Rounded Corners 1533">
                  <a:extLst>
                    <a:ext uri="{FF2B5EF4-FFF2-40B4-BE49-F238E27FC236}">
                      <a16:creationId xmlns:a16="http://schemas.microsoft.com/office/drawing/2014/main" id="{18337B35-FB52-52F6-CC1E-815AF8B2DF5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5" name="Rectangle: Rounded Corners 1534">
                  <a:extLst>
                    <a:ext uri="{FF2B5EF4-FFF2-40B4-BE49-F238E27FC236}">
                      <a16:creationId xmlns:a16="http://schemas.microsoft.com/office/drawing/2014/main" id="{BE3F99CB-F545-1C2D-6066-172B866169F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6" name="Rectangle: Rounded Corners 1535">
                  <a:extLst>
                    <a:ext uri="{FF2B5EF4-FFF2-40B4-BE49-F238E27FC236}">
                      <a16:creationId xmlns:a16="http://schemas.microsoft.com/office/drawing/2014/main" id="{575D8F48-C55F-6CEA-0034-99543D175CD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20" name="Group 1519">
                <a:extLst>
                  <a:ext uri="{FF2B5EF4-FFF2-40B4-BE49-F238E27FC236}">
                    <a16:creationId xmlns:a16="http://schemas.microsoft.com/office/drawing/2014/main" id="{7CFC4978-5663-D433-7969-2C056042605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21" name="Rectangle: Rounded Corners 1520">
                  <a:extLst>
                    <a:ext uri="{FF2B5EF4-FFF2-40B4-BE49-F238E27FC236}">
                      <a16:creationId xmlns:a16="http://schemas.microsoft.com/office/drawing/2014/main" id="{38094AD4-5ACE-B532-1577-26EFBCE67FF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2" name="Rectangle: Rounded Corners 1521">
                  <a:extLst>
                    <a:ext uri="{FF2B5EF4-FFF2-40B4-BE49-F238E27FC236}">
                      <a16:creationId xmlns:a16="http://schemas.microsoft.com/office/drawing/2014/main" id="{672978D0-FCA7-DA11-71ED-0F1A7EBDF2A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3" name="Rectangle: Rounded Corners 1522">
                  <a:extLst>
                    <a:ext uri="{FF2B5EF4-FFF2-40B4-BE49-F238E27FC236}">
                      <a16:creationId xmlns:a16="http://schemas.microsoft.com/office/drawing/2014/main" id="{B74D2970-3A85-03DC-24D4-D8A2F60B25D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4" name="Rectangle: Rounded Corners 1523">
                  <a:extLst>
                    <a:ext uri="{FF2B5EF4-FFF2-40B4-BE49-F238E27FC236}">
                      <a16:creationId xmlns:a16="http://schemas.microsoft.com/office/drawing/2014/main" id="{401A417F-AF5E-9B20-1CBA-349E2EE4DE6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5" name="Rectangle: Rounded Corners 1524">
                  <a:extLst>
                    <a:ext uri="{FF2B5EF4-FFF2-40B4-BE49-F238E27FC236}">
                      <a16:creationId xmlns:a16="http://schemas.microsoft.com/office/drawing/2014/main" id="{EC434A9E-F414-FA54-735B-1AFF010388A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6" name="Rectangle: Rounded Corners 1525">
                  <a:extLst>
                    <a:ext uri="{FF2B5EF4-FFF2-40B4-BE49-F238E27FC236}">
                      <a16:creationId xmlns:a16="http://schemas.microsoft.com/office/drawing/2014/main" id="{8712B8AD-960E-68E6-58E8-234D2644E9C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7" name="Rectangle: Rounded Corners 1526">
                  <a:extLst>
                    <a:ext uri="{FF2B5EF4-FFF2-40B4-BE49-F238E27FC236}">
                      <a16:creationId xmlns:a16="http://schemas.microsoft.com/office/drawing/2014/main" id="{58AFC383-C43B-B6D0-6388-FCD676E461E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8" name="Rectangle: Rounded Corners 1527">
                  <a:extLst>
                    <a:ext uri="{FF2B5EF4-FFF2-40B4-BE49-F238E27FC236}">
                      <a16:creationId xmlns:a16="http://schemas.microsoft.com/office/drawing/2014/main" id="{C137C95B-C30C-A090-3EF9-2C2D00FDBEF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38" name="Group 1337">
              <a:extLst>
                <a:ext uri="{FF2B5EF4-FFF2-40B4-BE49-F238E27FC236}">
                  <a16:creationId xmlns:a16="http://schemas.microsoft.com/office/drawing/2014/main" id="{DAB7258D-5DC9-1A79-E35A-1C371CA21057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1499" name="Rectangle: Rounded Corners 1498">
                <a:extLst>
                  <a:ext uri="{FF2B5EF4-FFF2-40B4-BE49-F238E27FC236}">
                    <a16:creationId xmlns:a16="http://schemas.microsoft.com/office/drawing/2014/main" id="{73DC0F96-8884-23E3-5757-C30314898877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500" name="Group 1499">
                <a:extLst>
                  <a:ext uri="{FF2B5EF4-FFF2-40B4-BE49-F238E27FC236}">
                    <a16:creationId xmlns:a16="http://schemas.microsoft.com/office/drawing/2014/main" id="{8AC780BB-95F7-9F43-949E-721744F72CE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10" name="Rectangle: Rounded Corners 1509">
                  <a:extLst>
                    <a:ext uri="{FF2B5EF4-FFF2-40B4-BE49-F238E27FC236}">
                      <a16:creationId xmlns:a16="http://schemas.microsoft.com/office/drawing/2014/main" id="{4A705CFF-DA2F-46D6-4B99-3AB9106B561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1" name="Rectangle: Rounded Corners 1510">
                  <a:extLst>
                    <a:ext uri="{FF2B5EF4-FFF2-40B4-BE49-F238E27FC236}">
                      <a16:creationId xmlns:a16="http://schemas.microsoft.com/office/drawing/2014/main" id="{EAA19CF3-6066-6B52-DE65-B0968321DED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2" name="Rectangle: Rounded Corners 1511">
                  <a:extLst>
                    <a:ext uri="{FF2B5EF4-FFF2-40B4-BE49-F238E27FC236}">
                      <a16:creationId xmlns:a16="http://schemas.microsoft.com/office/drawing/2014/main" id="{8A02BAFD-45D1-4DE6-CFEF-9B4FCE2A82D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3" name="Rectangle: Rounded Corners 1512">
                  <a:extLst>
                    <a:ext uri="{FF2B5EF4-FFF2-40B4-BE49-F238E27FC236}">
                      <a16:creationId xmlns:a16="http://schemas.microsoft.com/office/drawing/2014/main" id="{80746421-9F6E-2D36-7094-EE24D4CF4D7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4" name="Rectangle: Rounded Corners 1513">
                  <a:extLst>
                    <a:ext uri="{FF2B5EF4-FFF2-40B4-BE49-F238E27FC236}">
                      <a16:creationId xmlns:a16="http://schemas.microsoft.com/office/drawing/2014/main" id="{12A70339-AD9A-6BE1-D681-690759EC2C3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5" name="Rectangle: Rounded Corners 1514">
                  <a:extLst>
                    <a:ext uri="{FF2B5EF4-FFF2-40B4-BE49-F238E27FC236}">
                      <a16:creationId xmlns:a16="http://schemas.microsoft.com/office/drawing/2014/main" id="{D1CC7DE4-FD44-FC44-B561-2B014E0754C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6" name="Rectangle: Rounded Corners 1515">
                  <a:extLst>
                    <a:ext uri="{FF2B5EF4-FFF2-40B4-BE49-F238E27FC236}">
                      <a16:creationId xmlns:a16="http://schemas.microsoft.com/office/drawing/2014/main" id="{3BF38C02-4511-7775-55FB-768BEAA5156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7" name="Rectangle: Rounded Corners 1516">
                  <a:extLst>
                    <a:ext uri="{FF2B5EF4-FFF2-40B4-BE49-F238E27FC236}">
                      <a16:creationId xmlns:a16="http://schemas.microsoft.com/office/drawing/2014/main" id="{411DC091-9C1B-4B4A-5991-AD9B4AE422A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01" name="Group 1500">
                <a:extLst>
                  <a:ext uri="{FF2B5EF4-FFF2-40B4-BE49-F238E27FC236}">
                    <a16:creationId xmlns:a16="http://schemas.microsoft.com/office/drawing/2014/main" id="{17163CD3-206C-710A-C15D-6FB26377B09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02" name="Rectangle: Rounded Corners 1501">
                  <a:extLst>
                    <a:ext uri="{FF2B5EF4-FFF2-40B4-BE49-F238E27FC236}">
                      <a16:creationId xmlns:a16="http://schemas.microsoft.com/office/drawing/2014/main" id="{6786C61A-BD00-629A-11BF-EE726FCAFEE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3" name="Rectangle: Rounded Corners 1502">
                  <a:extLst>
                    <a:ext uri="{FF2B5EF4-FFF2-40B4-BE49-F238E27FC236}">
                      <a16:creationId xmlns:a16="http://schemas.microsoft.com/office/drawing/2014/main" id="{9BD58FA3-B9BB-4070-81A1-E42B57824E6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4" name="Rectangle: Rounded Corners 1503">
                  <a:extLst>
                    <a:ext uri="{FF2B5EF4-FFF2-40B4-BE49-F238E27FC236}">
                      <a16:creationId xmlns:a16="http://schemas.microsoft.com/office/drawing/2014/main" id="{D924D6F0-14ED-07A7-D36C-05BC5EFD639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5" name="Rectangle: Rounded Corners 1504">
                  <a:extLst>
                    <a:ext uri="{FF2B5EF4-FFF2-40B4-BE49-F238E27FC236}">
                      <a16:creationId xmlns:a16="http://schemas.microsoft.com/office/drawing/2014/main" id="{F25BF1F5-324F-F1D6-C180-FC1BD65EB89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6" name="Rectangle: Rounded Corners 1505">
                  <a:extLst>
                    <a:ext uri="{FF2B5EF4-FFF2-40B4-BE49-F238E27FC236}">
                      <a16:creationId xmlns:a16="http://schemas.microsoft.com/office/drawing/2014/main" id="{5E242AC1-ADA1-7656-49BC-B5A78CCA811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7" name="Rectangle: Rounded Corners 1506">
                  <a:extLst>
                    <a:ext uri="{FF2B5EF4-FFF2-40B4-BE49-F238E27FC236}">
                      <a16:creationId xmlns:a16="http://schemas.microsoft.com/office/drawing/2014/main" id="{911A8750-6CF6-5098-9579-739BDF7742F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8" name="Rectangle: Rounded Corners 1507">
                  <a:extLst>
                    <a:ext uri="{FF2B5EF4-FFF2-40B4-BE49-F238E27FC236}">
                      <a16:creationId xmlns:a16="http://schemas.microsoft.com/office/drawing/2014/main" id="{D69A0CE8-5B7D-2C1E-1999-8EC4A551D22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9" name="Rectangle: Rounded Corners 1508">
                  <a:extLst>
                    <a:ext uri="{FF2B5EF4-FFF2-40B4-BE49-F238E27FC236}">
                      <a16:creationId xmlns:a16="http://schemas.microsoft.com/office/drawing/2014/main" id="{D961B61C-CAD9-3CA0-BE53-B7FC4B13BBA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39" name="Group 1338">
              <a:extLst>
                <a:ext uri="{FF2B5EF4-FFF2-40B4-BE49-F238E27FC236}">
                  <a16:creationId xmlns:a16="http://schemas.microsoft.com/office/drawing/2014/main" id="{BFE46B84-2B11-1545-5FF4-E68923D42873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1480" name="Rectangle: Rounded Corners 1479">
                <a:extLst>
                  <a:ext uri="{FF2B5EF4-FFF2-40B4-BE49-F238E27FC236}">
                    <a16:creationId xmlns:a16="http://schemas.microsoft.com/office/drawing/2014/main" id="{B7C5A016-38CE-52DF-A544-3906F386802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481" name="Group 1480">
                <a:extLst>
                  <a:ext uri="{FF2B5EF4-FFF2-40B4-BE49-F238E27FC236}">
                    <a16:creationId xmlns:a16="http://schemas.microsoft.com/office/drawing/2014/main" id="{12AA27D6-244A-A0B4-6DF4-EAAD7CED4FA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91" name="Rectangle: Rounded Corners 1490">
                  <a:extLst>
                    <a:ext uri="{FF2B5EF4-FFF2-40B4-BE49-F238E27FC236}">
                      <a16:creationId xmlns:a16="http://schemas.microsoft.com/office/drawing/2014/main" id="{91C2D500-1769-844A-E5BB-DAA228DEB47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2" name="Rectangle: Rounded Corners 1491">
                  <a:extLst>
                    <a:ext uri="{FF2B5EF4-FFF2-40B4-BE49-F238E27FC236}">
                      <a16:creationId xmlns:a16="http://schemas.microsoft.com/office/drawing/2014/main" id="{DBE5EE5B-2E0C-E7A4-F8C1-157DA97632C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3" name="Rectangle: Rounded Corners 1492">
                  <a:extLst>
                    <a:ext uri="{FF2B5EF4-FFF2-40B4-BE49-F238E27FC236}">
                      <a16:creationId xmlns:a16="http://schemas.microsoft.com/office/drawing/2014/main" id="{F9A5CF13-1BC4-0641-769E-6E8393573C6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4" name="Rectangle: Rounded Corners 1493">
                  <a:extLst>
                    <a:ext uri="{FF2B5EF4-FFF2-40B4-BE49-F238E27FC236}">
                      <a16:creationId xmlns:a16="http://schemas.microsoft.com/office/drawing/2014/main" id="{3A98D0C7-9AD5-B144-6F22-C7B737F322B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5" name="Rectangle: Rounded Corners 1494">
                  <a:extLst>
                    <a:ext uri="{FF2B5EF4-FFF2-40B4-BE49-F238E27FC236}">
                      <a16:creationId xmlns:a16="http://schemas.microsoft.com/office/drawing/2014/main" id="{5C41FB95-B77F-FAF2-30D1-D1EE49EC20D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6" name="Rectangle: Rounded Corners 1495">
                  <a:extLst>
                    <a:ext uri="{FF2B5EF4-FFF2-40B4-BE49-F238E27FC236}">
                      <a16:creationId xmlns:a16="http://schemas.microsoft.com/office/drawing/2014/main" id="{82ABF176-837C-8BAD-EE5D-C18466061E3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7" name="Rectangle: Rounded Corners 1496">
                  <a:extLst>
                    <a:ext uri="{FF2B5EF4-FFF2-40B4-BE49-F238E27FC236}">
                      <a16:creationId xmlns:a16="http://schemas.microsoft.com/office/drawing/2014/main" id="{D736FCE2-E528-9986-9238-37E1A7E6E7E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8" name="Rectangle: Rounded Corners 1497">
                  <a:extLst>
                    <a:ext uri="{FF2B5EF4-FFF2-40B4-BE49-F238E27FC236}">
                      <a16:creationId xmlns:a16="http://schemas.microsoft.com/office/drawing/2014/main" id="{D7B4FB3B-C9CB-31F7-46F8-D1F2261B437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82" name="Group 1481">
                <a:extLst>
                  <a:ext uri="{FF2B5EF4-FFF2-40B4-BE49-F238E27FC236}">
                    <a16:creationId xmlns:a16="http://schemas.microsoft.com/office/drawing/2014/main" id="{300FCFE2-1CAC-411B-EE66-2C5CFC63E0B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83" name="Rectangle: Rounded Corners 1482">
                  <a:extLst>
                    <a:ext uri="{FF2B5EF4-FFF2-40B4-BE49-F238E27FC236}">
                      <a16:creationId xmlns:a16="http://schemas.microsoft.com/office/drawing/2014/main" id="{836D9043-B654-B8AB-35EE-B061E59673B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4" name="Rectangle: Rounded Corners 1483">
                  <a:extLst>
                    <a:ext uri="{FF2B5EF4-FFF2-40B4-BE49-F238E27FC236}">
                      <a16:creationId xmlns:a16="http://schemas.microsoft.com/office/drawing/2014/main" id="{D0E71B46-1C6F-D183-5E48-120E16B3902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5" name="Rectangle: Rounded Corners 1484">
                  <a:extLst>
                    <a:ext uri="{FF2B5EF4-FFF2-40B4-BE49-F238E27FC236}">
                      <a16:creationId xmlns:a16="http://schemas.microsoft.com/office/drawing/2014/main" id="{54E865FB-5B4B-8648-B9A1-567DDDF1EB1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6" name="Rectangle: Rounded Corners 1485">
                  <a:extLst>
                    <a:ext uri="{FF2B5EF4-FFF2-40B4-BE49-F238E27FC236}">
                      <a16:creationId xmlns:a16="http://schemas.microsoft.com/office/drawing/2014/main" id="{B26F9C2D-433E-7AF1-47D6-55DEF7466A3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7" name="Rectangle: Rounded Corners 1486">
                  <a:extLst>
                    <a:ext uri="{FF2B5EF4-FFF2-40B4-BE49-F238E27FC236}">
                      <a16:creationId xmlns:a16="http://schemas.microsoft.com/office/drawing/2014/main" id="{785DECAC-64CB-9CAB-C185-7118F8B9AB3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8" name="Rectangle: Rounded Corners 1487">
                  <a:extLst>
                    <a:ext uri="{FF2B5EF4-FFF2-40B4-BE49-F238E27FC236}">
                      <a16:creationId xmlns:a16="http://schemas.microsoft.com/office/drawing/2014/main" id="{6E77EF73-BADF-BDFE-44DF-9DC4CD244C1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9" name="Rectangle: Rounded Corners 1488">
                  <a:extLst>
                    <a:ext uri="{FF2B5EF4-FFF2-40B4-BE49-F238E27FC236}">
                      <a16:creationId xmlns:a16="http://schemas.microsoft.com/office/drawing/2014/main" id="{DF93560A-34BA-0DFA-E6C8-09E5AF11028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0" name="Rectangle: Rounded Corners 1489">
                  <a:extLst>
                    <a:ext uri="{FF2B5EF4-FFF2-40B4-BE49-F238E27FC236}">
                      <a16:creationId xmlns:a16="http://schemas.microsoft.com/office/drawing/2014/main" id="{58EBC9E0-BF15-C79D-883B-9FE32F47771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40" name="Group 1339">
              <a:extLst>
                <a:ext uri="{FF2B5EF4-FFF2-40B4-BE49-F238E27FC236}">
                  <a16:creationId xmlns:a16="http://schemas.microsoft.com/office/drawing/2014/main" id="{00A239AD-37CB-0941-D138-A4FE94F26A78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1461" name="Rectangle: Rounded Corners 1460">
                <a:extLst>
                  <a:ext uri="{FF2B5EF4-FFF2-40B4-BE49-F238E27FC236}">
                    <a16:creationId xmlns:a16="http://schemas.microsoft.com/office/drawing/2014/main" id="{159BFDFC-DB85-569E-C6A2-6246866C4A8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462" name="Group 1461">
                <a:extLst>
                  <a:ext uri="{FF2B5EF4-FFF2-40B4-BE49-F238E27FC236}">
                    <a16:creationId xmlns:a16="http://schemas.microsoft.com/office/drawing/2014/main" id="{F0E9DB84-A46E-947A-3954-8F179C0DD2EB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72" name="Rectangle: Rounded Corners 1471">
                  <a:extLst>
                    <a:ext uri="{FF2B5EF4-FFF2-40B4-BE49-F238E27FC236}">
                      <a16:creationId xmlns:a16="http://schemas.microsoft.com/office/drawing/2014/main" id="{42DBAF7D-86E9-C51E-2556-7670BD7314E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3" name="Rectangle: Rounded Corners 1472">
                  <a:extLst>
                    <a:ext uri="{FF2B5EF4-FFF2-40B4-BE49-F238E27FC236}">
                      <a16:creationId xmlns:a16="http://schemas.microsoft.com/office/drawing/2014/main" id="{FB37C727-C446-0B9B-4D6E-D012590CCBA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4" name="Rectangle: Rounded Corners 1473">
                  <a:extLst>
                    <a:ext uri="{FF2B5EF4-FFF2-40B4-BE49-F238E27FC236}">
                      <a16:creationId xmlns:a16="http://schemas.microsoft.com/office/drawing/2014/main" id="{D01C4D8E-967D-66FF-4819-7A2FC91A8AF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5" name="Rectangle: Rounded Corners 1474">
                  <a:extLst>
                    <a:ext uri="{FF2B5EF4-FFF2-40B4-BE49-F238E27FC236}">
                      <a16:creationId xmlns:a16="http://schemas.microsoft.com/office/drawing/2014/main" id="{B05DCCCD-3242-9437-E61E-BD691E90E08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6" name="Rectangle: Rounded Corners 1475">
                  <a:extLst>
                    <a:ext uri="{FF2B5EF4-FFF2-40B4-BE49-F238E27FC236}">
                      <a16:creationId xmlns:a16="http://schemas.microsoft.com/office/drawing/2014/main" id="{4187D6AA-80B9-2F44-6DA1-01F06B0E8E2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7" name="Rectangle: Rounded Corners 1476">
                  <a:extLst>
                    <a:ext uri="{FF2B5EF4-FFF2-40B4-BE49-F238E27FC236}">
                      <a16:creationId xmlns:a16="http://schemas.microsoft.com/office/drawing/2014/main" id="{046E2940-5A73-2FC5-A5E5-B78F619A84B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8" name="Rectangle: Rounded Corners 1477">
                  <a:extLst>
                    <a:ext uri="{FF2B5EF4-FFF2-40B4-BE49-F238E27FC236}">
                      <a16:creationId xmlns:a16="http://schemas.microsoft.com/office/drawing/2014/main" id="{6431522D-0F02-3749-BB65-4BA500C5F98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9" name="Rectangle: Rounded Corners 1478">
                  <a:extLst>
                    <a:ext uri="{FF2B5EF4-FFF2-40B4-BE49-F238E27FC236}">
                      <a16:creationId xmlns:a16="http://schemas.microsoft.com/office/drawing/2014/main" id="{52B60DB9-373D-81E9-ABF6-D14BAFEB0CE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63" name="Group 1462">
                <a:extLst>
                  <a:ext uri="{FF2B5EF4-FFF2-40B4-BE49-F238E27FC236}">
                    <a16:creationId xmlns:a16="http://schemas.microsoft.com/office/drawing/2014/main" id="{C77C5C2A-CA19-68D8-F977-E92B4DC8BC7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64" name="Rectangle: Rounded Corners 1463">
                  <a:extLst>
                    <a:ext uri="{FF2B5EF4-FFF2-40B4-BE49-F238E27FC236}">
                      <a16:creationId xmlns:a16="http://schemas.microsoft.com/office/drawing/2014/main" id="{DA55273B-897B-A202-0C65-2EA1BBFED95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65" name="Rectangle: Rounded Corners 1464">
                  <a:extLst>
                    <a:ext uri="{FF2B5EF4-FFF2-40B4-BE49-F238E27FC236}">
                      <a16:creationId xmlns:a16="http://schemas.microsoft.com/office/drawing/2014/main" id="{D4E877FB-B66A-7A0C-F462-C291217BE92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66" name="Rectangle: Rounded Corners 1465">
                  <a:extLst>
                    <a:ext uri="{FF2B5EF4-FFF2-40B4-BE49-F238E27FC236}">
                      <a16:creationId xmlns:a16="http://schemas.microsoft.com/office/drawing/2014/main" id="{BC83246C-15B3-85C2-CCEC-5F408C7D08C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67" name="Rectangle: Rounded Corners 1466">
                  <a:extLst>
                    <a:ext uri="{FF2B5EF4-FFF2-40B4-BE49-F238E27FC236}">
                      <a16:creationId xmlns:a16="http://schemas.microsoft.com/office/drawing/2014/main" id="{91669E5A-3557-C30C-6091-3C9D0C31B6C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68" name="Rectangle: Rounded Corners 1467">
                  <a:extLst>
                    <a:ext uri="{FF2B5EF4-FFF2-40B4-BE49-F238E27FC236}">
                      <a16:creationId xmlns:a16="http://schemas.microsoft.com/office/drawing/2014/main" id="{890A6BB2-2538-6957-F6D1-18F8BB5926E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69" name="Rectangle: Rounded Corners 1468">
                  <a:extLst>
                    <a:ext uri="{FF2B5EF4-FFF2-40B4-BE49-F238E27FC236}">
                      <a16:creationId xmlns:a16="http://schemas.microsoft.com/office/drawing/2014/main" id="{84CBC49F-21EC-A120-5B72-0878A50AA69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0" name="Rectangle: Rounded Corners 1469">
                  <a:extLst>
                    <a:ext uri="{FF2B5EF4-FFF2-40B4-BE49-F238E27FC236}">
                      <a16:creationId xmlns:a16="http://schemas.microsoft.com/office/drawing/2014/main" id="{0566DB9F-46FE-6786-7BAC-DD48325A732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1" name="Rectangle: Rounded Corners 1470">
                  <a:extLst>
                    <a:ext uri="{FF2B5EF4-FFF2-40B4-BE49-F238E27FC236}">
                      <a16:creationId xmlns:a16="http://schemas.microsoft.com/office/drawing/2014/main" id="{B72A8E74-00B3-FF0B-D62B-E3B89F9CF7B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41" name="Group 1340">
              <a:extLst>
                <a:ext uri="{FF2B5EF4-FFF2-40B4-BE49-F238E27FC236}">
                  <a16:creationId xmlns:a16="http://schemas.microsoft.com/office/drawing/2014/main" id="{DC30F81F-4B6D-E3C1-C39F-B551067B2BC6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442" name="Rectangle: Rounded Corners 1441">
                <a:extLst>
                  <a:ext uri="{FF2B5EF4-FFF2-40B4-BE49-F238E27FC236}">
                    <a16:creationId xmlns:a16="http://schemas.microsoft.com/office/drawing/2014/main" id="{D272BAE9-3B3C-5303-5D82-E4EA43D6E06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443" name="Group 1442">
                <a:extLst>
                  <a:ext uri="{FF2B5EF4-FFF2-40B4-BE49-F238E27FC236}">
                    <a16:creationId xmlns:a16="http://schemas.microsoft.com/office/drawing/2014/main" id="{ECB69C82-5277-65C5-63D1-54485CF9584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53" name="Rectangle: Rounded Corners 1452">
                  <a:extLst>
                    <a:ext uri="{FF2B5EF4-FFF2-40B4-BE49-F238E27FC236}">
                      <a16:creationId xmlns:a16="http://schemas.microsoft.com/office/drawing/2014/main" id="{16C9B8CB-F7BD-1C29-B033-99A94A69D09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4" name="Rectangle: Rounded Corners 1453">
                  <a:extLst>
                    <a:ext uri="{FF2B5EF4-FFF2-40B4-BE49-F238E27FC236}">
                      <a16:creationId xmlns:a16="http://schemas.microsoft.com/office/drawing/2014/main" id="{C20044C9-B72C-A459-5271-4F9FC29975B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5" name="Rectangle: Rounded Corners 1454">
                  <a:extLst>
                    <a:ext uri="{FF2B5EF4-FFF2-40B4-BE49-F238E27FC236}">
                      <a16:creationId xmlns:a16="http://schemas.microsoft.com/office/drawing/2014/main" id="{CE9B8371-6263-6EDB-DBA5-04B2BF5A8F0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6" name="Rectangle: Rounded Corners 1455">
                  <a:extLst>
                    <a:ext uri="{FF2B5EF4-FFF2-40B4-BE49-F238E27FC236}">
                      <a16:creationId xmlns:a16="http://schemas.microsoft.com/office/drawing/2014/main" id="{04933A76-4C8C-D988-9791-F48CECE86F4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7" name="Rectangle: Rounded Corners 1456">
                  <a:extLst>
                    <a:ext uri="{FF2B5EF4-FFF2-40B4-BE49-F238E27FC236}">
                      <a16:creationId xmlns:a16="http://schemas.microsoft.com/office/drawing/2014/main" id="{9D5F3864-C236-9701-C543-4509477927D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8" name="Rectangle: Rounded Corners 1457">
                  <a:extLst>
                    <a:ext uri="{FF2B5EF4-FFF2-40B4-BE49-F238E27FC236}">
                      <a16:creationId xmlns:a16="http://schemas.microsoft.com/office/drawing/2014/main" id="{703DA110-C6EB-D729-F9CF-DB16D0A1AB1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9" name="Rectangle: Rounded Corners 1458">
                  <a:extLst>
                    <a:ext uri="{FF2B5EF4-FFF2-40B4-BE49-F238E27FC236}">
                      <a16:creationId xmlns:a16="http://schemas.microsoft.com/office/drawing/2014/main" id="{E4977F0A-4985-B857-6C03-0D0712B9039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60" name="Rectangle: Rounded Corners 1459">
                  <a:extLst>
                    <a:ext uri="{FF2B5EF4-FFF2-40B4-BE49-F238E27FC236}">
                      <a16:creationId xmlns:a16="http://schemas.microsoft.com/office/drawing/2014/main" id="{BECC531A-D431-904A-7AFB-268A5D7EE16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44" name="Group 1443">
                <a:extLst>
                  <a:ext uri="{FF2B5EF4-FFF2-40B4-BE49-F238E27FC236}">
                    <a16:creationId xmlns:a16="http://schemas.microsoft.com/office/drawing/2014/main" id="{2019D071-4190-C1C4-93A6-87E39213C95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45" name="Rectangle: Rounded Corners 1444">
                  <a:extLst>
                    <a:ext uri="{FF2B5EF4-FFF2-40B4-BE49-F238E27FC236}">
                      <a16:creationId xmlns:a16="http://schemas.microsoft.com/office/drawing/2014/main" id="{49E99AAC-532B-579A-F9A2-3B1713CE0EF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6" name="Rectangle: Rounded Corners 1445">
                  <a:extLst>
                    <a:ext uri="{FF2B5EF4-FFF2-40B4-BE49-F238E27FC236}">
                      <a16:creationId xmlns:a16="http://schemas.microsoft.com/office/drawing/2014/main" id="{15B8F8A6-4685-8E2F-6193-6245A63B1AB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7" name="Rectangle: Rounded Corners 1446">
                  <a:extLst>
                    <a:ext uri="{FF2B5EF4-FFF2-40B4-BE49-F238E27FC236}">
                      <a16:creationId xmlns:a16="http://schemas.microsoft.com/office/drawing/2014/main" id="{17D49FCA-EB46-FB4C-D4F1-DF56A07EC31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8" name="Rectangle: Rounded Corners 1447">
                  <a:extLst>
                    <a:ext uri="{FF2B5EF4-FFF2-40B4-BE49-F238E27FC236}">
                      <a16:creationId xmlns:a16="http://schemas.microsoft.com/office/drawing/2014/main" id="{708BFF7B-7E40-10C9-A3EE-3919D65A11F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9" name="Rectangle: Rounded Corners 1448">
                  <a:extLst>
                    <a:ext uri="{FF2B5EF4-FFF2-40B4-BE49-F238E27FC236}">
                      <a16:creationId xmlns:a16="http://schemas.microsoft.com/office/drawing/2014/main" id="{2E4E170A-893E-C8A0-97F9-6E05E1E3D8E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0" name="Rectangle: Rounded Corners 1449">
                  <a:extLst>
                    <a:ext uri="{FF2B5EF4-FFF2-40B4-BE49-F238E27FC236}">
                      <a16:creationId xmlns:a16="http://schemas.microsoft.com/office/drawing/2014/main" id="{4077DC6D-4AF8-664C-E2CE-639C9D8941C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1" name="Rectangle: Rounded Corners 1450">
                  <a:extLst>
                    <a:ext uri="{FF2B5EF4-FFF2-40B4-BE49-F238E27FC236}">
                      <a16:creationId xmlns:a16="http://schemas.microsoft.com/office/drawing/2014/main" id="{15F6A10C-83A5-B8F2-7736-405C9D4A59B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2" name="Rectangle: Rounded Corners 1451">
                  <a:extLst>
                    <a:ext uri="{FF2B5EF4-FFF2-40B4-BE49-F238E27FC236}">
                      <a16:creationId xmlns:a16="http://schemas.microsoft.com/office/drawing/2014/main" id="{5417A622-9E6B-2142-FB92-476DA631488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42" name="Group 1341">
              <a:extLst>
                <a:ext uri="{FF2B5EF4-FFF2-40B4-BE49-F238E27FC236}">
                  <a16:creationId xmlns:a16="http://schemas.microsoft.com/office/drawing/2014/main" id="{C2AB7426-FBAD-D623-0377-46D7F13CA420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423" name="Rectangle: Rounded Corners 1422">
                <a:extLst>
                  <a:ext uri="{FF2B5EF4-FFF2-40B4-BE49-F238E27FC236}">
                    <a16:creationId xmlns:a16="http://schemas.microsoft.com/office/drawing/2014/main" id="{FA0E1216-7A47-238B-86CD-56342BC50EA9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424" name="Group 1423">
                <a:extLst>
                  <a:ext uri="{FF2B5EF4-FFF2-40B4-BE49-F238E27FC236}">
                    <a16:creationId xmlns:a16="http://schemas.microsoft.com/office/drawing/2014/main" id="{43EF540E-2193-106E-16B6-484F4CFAB346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34" name="Rectangle: Rounded Corners 1433">
                  <a:extLst>
                    <a:ext uri="{FF2B5EF4-FFF2-40B4-BE49-F238E27FC236}">
                      <a16:creationId xmlns:a16="http://schemas.microsoft.com/office/drawing/2014/main" id="{A64E274E-2481-4912-8CC1-98B3EE637DE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5" name="Rectangle: Rounded Corners 1434">
                  <a:extLst>
                    <a:ext uri="{FF2B5EF4-FFF2-40B4-BE49-F238E27FC236}">
                      <a16:creationId xmlns:a16="http://schemas.microsoft.com/office/drawing/2014/main" id="{8B845995-D515-695E-7C01-3F006F829FE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6" name="Rectangle: Rounded Corners 1435">
                  <a:extLst>
                    <a:ext uri="{FF2B5EF4-FFF2-40B4-BE49-F238E27FC236}">
                      <a16:creationId xmlns:a16="http://schemas.microsoft.com/office/drawing/2014/main" id="{4A15EA5F-ADB2-8603-E96D-3C8F259026C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7" name="Rectangle: Rounded Corners 1436">
                  <a:extLst>
                    <a:ext uri="{FF2B5EF4-FFF2-40B4-BE49-F238E27FC236}">
                      <a16:creationId xmlns:a16="http://schemas.microsoft.com/office/drawing/2014/main" id="{544F4AC0-8224-3539-5FA3-35AF07B4E1E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8" name="Rectangle: Rounded Corners 1437">
                  <a:extLst>
                    <a:ext uri="{FF2B5EF4-FFF2-40B4-BE49-F238E27FC236}">
                      <a16:creationId xmlns:a16="http://schemas.microsoft.com/office/drawing/2014/main" id="{B832CEFC-E8B8-A757-6A00-1D3D9A8D860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9" name="Rectangle: Rounded Corners 1438">
                  <a:extLst>
                    <a:ext uri="{FF2B5EF4-FFF2-40B4-BE49-F238E27FC236}">
                      <a16:creationId xmlns:a16="http://schemas.microsoft.com/office/drawing/2014/main" id="{E4BA6AA2-D91C-D8B6-755E-B47145A56CA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0" name="Rectangle: Rounded Corners 1439">
                  <a:extLst>
                    <a:ext uri="{FF2B5EF4-FFF2-40B4-BE49-F238E27FC236}">
                      <a16:creationId xmlns:a16="http://schemas.microsoft.com/office/drawing/2014/main" id="{9AD19957-F80B-9E3D-9204-020A3104ECF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1" name="Rectangle: Rounded Corners 1440">
                  <a:extLst>
                    <a:ext uri="{FF2B5EF4-FFF2-40B4-BE49-F238E27FC236}">
                      <a16:creationId xmlns:a16="http://schemas.microsoft.com/office/drawing/2014/main" id="{8CB2B1CC-272C-8229-87B3-1662BA8ECAD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25" name="Group 1424">
                <a:extLst>
                  <a:ext uri="{FF2B5EF4-FFF2-40B4-BE49-F238E27FC236}">
                    <a16:creationId xmlns:a16="http://schemas.microsoft.com/office/drawing/2014/main" id="{8E8ECC95-2A25-6024-9510-211C74BFBAE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26" name="Rectangle: Rounded Corners 1425">
                  <a:extLst>
                    <a:ext uri="{FF2B5EF4-FFF2-40B4-BE49-F238E27FC236}">
                      <a16:creationId xmlns:a16="http://schemas.microsoft.com/office/drawing/2014/main" id="{289B53EC-5ADE-86EB-D04A-55315FA6DBC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7" name="Rectangle: Rounded Corners 1426">
                  <a:extLst>
                    <a:ext uri="{FF2B5EF4-FFF2-40B4-BE49-F238E27FC236}">
                      <a16:creationId xmlns:a16="http://schemas.microsoft.com/office/drawing/2014/main" id="{5F07AA9D-9F93-4C96-4B4D-BE7C41263AD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8" name="Rectangle: Rounded Corners 1427">
                  <a:extLst>
                    <a:ext uri="{FF2B5EF4-FFF2-40B4-BE49-F238E27FC236}">
                      <a16:creationId xmlns:a16="http://schemas.microsoft.com/office/drawing/2014/main" id="{2D8D2A7B-16BF-51D2-3C18-19453C91CAB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9" name="Rectangle: Rounded Corners 1428">
                  <a:extLst>
                    <a:ext uri="{FF2B5EF4-FFF2-40B4-BE49-F238E27FC236}">
                      <a16:creationId xmlns:a16="http://schemas.microsoft.com/office/drawing/2014/main" id="{3DFBA3E1-DE1A-53FC-F683-2927AF24227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0" name="Rectangle: Rounded Corners 1429">
                  <a:extLst>
                    <a:ext uri="{FF2B5EF4-FFF2-40B4-BE49-F238E27FC236}">
                      <a16:creationId xmlns:a16="http://schemas.microsoft.com/office/drawing/2014/main" id="{1D182015-3124-2F24-2C04-0FDBFF00FA2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1" name="Rectangle: Rounded Corners 1430">
                  <a:extLst>
                    <a:ext uri="{FF2B5EF4-FFF2-40B4-BE49-F238E27FC236}">
                      <a16:creationId xmlns:a16="http://schemas.microsoft.com/office/drawing/2014/main" id="{3BF50729-39BF-F0D1-9D18-2EE56C0DEF7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2" name="Rectangle: Rounded Corners 1431">
                  <a:extLst>
                    <a:ext uri="{FF2B5EF4-FFF2-40B4-BE49-F238E27FC236}">
                      <a16:creationId xmlns:a16="http://schemas.microsoft.com/office/drawing/2014/main" id="{3B62D9F6-37B4-C78B-4887-968D60860B4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3" name="Rectangle: Rounded Corners 1432">
                  <a:extLst>
                    <a:ext uri="{FF2B5EF4-FFF2-40B4-BE49-F238E27FC236}">
                      <a16:creationId xmlns:a16="http://schemas.microsoft.com/office/drawing/2014/main" id="{D6D4BDD5-2061-B51F-2E80-D110BDB5AEB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43" name="Group 1342">
              <a:extLst>
                <a:ext uri="{FF2B5EF4-FFF2-40B4-BE49-F238E27FC236}">
                  <a16:creationId xmlns:a16="http://schemas.microsoft.com/office/drawing/2014/main" id="{2AEC9E68-87D2-4CCA-8371-DFC934DA6993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404" name="Rectangle: Rounded Corners 1403">
                <a:extLst>
                  <a:ext uri="{FF2B5EF4-FFF2-40B4-BE49-F238E27FC236}">
                    <a16:creationId xmlns:a16="http://schemas.microsoft.com/office/drawing/2014/main" id="{1E1D2B5D-3A4F-A4E8-5DC1-56A8E17FB40B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405" name="Group 1404">
                <a:extLst>
                  <a:ext uri="{FF2B5EF4-FFF2-40B4-BE49-F238E27FC236}">
                    <a16:creationId xmlns:a16="http://schemas.microsoft.com/office/drawing/2014/main" id="{442BF33E-2C9E-65E8-09EC-11B8F9F6C5B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15" name="Rectangle: Rounded Corners 1414">
                  <a:extLst>
                    <a:ext uri="{FF2B5EF4-FFF2-40B4-BE49-F238E27FC236}">
                      <a16:creationId xmlns:a16="http://schemas.microsoft.com/office/drawing/2014/main" id="{428F8FFC-1154-15C1-5546-2B36772697F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6" name="Rectangle: Rounded Corners 1415">
                  <a:extLst>
                    <a:ext uri="{FF2B5EF4-FFF2-40B4-BE49-F238E27FC236}">
                      <a16:creationId xmlns:a16="http://schemas.microsoft.com/office/drawing/2014/main" id="{B3C00AD2-3B86-672B-BA07-EEA1AC6C382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7" name="Rectangle: Rounded Corners 1416">
                  <a:extLst>
                    <a:ext uri="{FF2B5EF4-FFF2-40B4-BE49-F238E27FC236}">
                      <a16:creationId xmlns:a16="http://schemas.microsoft.com/office/drawing/2014/main" id="{FDF1F8C6-2676-9875-5193-B2CA5ADB71A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8" name="Rectangle: Rounded Corners 1417">
                  <a:extLst>
                    <a:ext uri="{FF2B5EF4-FFF2-40B4-BE49-F238E27FC236}">
                      <a16:creationId xmlns:a16="http://schemas.microsoft.com/office/drawing/2014/main" id="{372C4CBA-DD4E-438F-B29A-26A00A9CC1B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9" name="Rectangle: Rounded Corners 1418">
                  <a:extLst>
                    <a:ext uri="{FF2B5EF4-FFF2-40B4-BE49-F238E27FC236}">
                      <a16:creationId xmlns:a16="http://schemas.microsoft.com/office/drawing/2014/main" id="{08F0E5C1-9251-64DE-F376-79A2958ED7F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0" name="Rectangle: Rounded Corners 1419">
                  <a:extLst>
                    <a:ext uri="{FF2B5EF4-FFF2-40B4-BE49-F238E27FC236}">
                      <a16:creationId xmlns:a16="http://schemas.microsoft.com/office/drawing/2014/main" id="{3E3F15EE-92C3-5356-22B9-31B263B6817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1" name="Rectangle: Rounded Corners 1420">
                  <a:extLst>
                    <a:ext uri="{FF2B5EF4-FFF2-40B4-BE49-F238E27FC236}">
                      <a16:creationId xmlns:a16="http://schemas.microsoft.com/office/drawing/2014/main" id="{FD6C09F3-EAA6-C1F6-34AB-D38D467C685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2" name="Rectangle: Rounded Corners 1421">
                  <a:extLst>
                    <a:ext uri="{FF2B5EF4-FFF2-40B4-BE49-F238E27FC236}">
                      <a16:creationId xmlns:a16="http://schemas.microsoft.com/office/drawing/2014/main" id="{678C91A4-3252-307B-8BF0-C18355FE555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06" name="Group 1405">
                <a:extLst>
                  <a:ext uri="{FF2B5EF4-FFF2-40B4-BE49-F238E27FC236}">
                    <a16:creationId xmlns:a16="http://schemas.microsoft.com/office/drawing/2014/main" id="{60CEE1C6-7D1E-2AE9-1372-0A9358F44C2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07" name="Rectangle: Rounded Corners 1406">
                  <a:extLst>
                    <a:ext uri="{FF2B5EF4-FFF2-40B4-BE49-F238E27FC236}">
                      <a16:creationId xmlns:a16="http://schemas.microsoft.com/office/drawing/2014/main" id="{A2E12B61-52C1-F1F9-3805-F99B375FC0C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8" name="Rectangle: Rounded Corners 1407">
                  <a:extLst>
                    <a:ext uri="{FF2B5EF4-FFF2-40B4-BE49-F238E27FC236}">
                      <a16:creationId xmlns:a16="http://schemas.microsoft.com/office/drawing/2014/main" id="{0E07D660-EDB4-6AAC-8F6C-64AAC48A409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9" name="Rectangle: Rounded Corners 1408">
                  <a:extLst>
                    <a:ext uri="{FF2B5EF4-FFF2-40B4-BE49-F238E27FC236}">
                      <a16:creationId xmlns:a16="http://schemas.microsoft.com/office/drawing/2014/main" id="{49284483-1EFD-9973-842B-AF0AA8C427E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0" name="Rectangle: Rounded Corners 1409">
                  <a:extLst>
                    <a:ext uri="{FF2B5EF4-FFF2-40B4-BE49-F238E27FC236}">
                      <a16:creationId xmlns:a16="http://schemas.microsoft.com/office/drawing/2014/main" id="{E0550B6F-533B-4B35-C302-93834609074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1" name="Rectangle: Rounded Corners 1410">
                  <a:extLst>
                    <a:ext uri="{FF2B5EF4-FFF2-40B4-BE49-F238E27FC236}">
                      <a16:creationId xmlns:a16="http://schemas.microsoft.com/office/drawing/2014/main" id="{C2BAF5F2-37F4-B53F-3527-7625F878687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2" name="Rectangle: Rounded Corners 1411">
                  <a:extLst>
                    <a:ext uri="{FF2B5EF4-FFF2-40B4-BE49-F238E27FC236}">
                      <a16:creationId xmlns:a16="http://schemas.microsoft.com/office/drawing/2014/main" id="{B33766A3-7FB0-FF74-2C56-0BF2B0AF6A7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3" name="Rectangle: Rounded Corners 1412">
                  <a:extLst>
                    <a:ext uri="{FF2B5EF4-FFF2-40B4-BE49-F238E27FC236}">
                      <a16:creationId xmlns:a16="http://schemas.microsoft.com/office/drawing/2014/main" id="{E23914A3-D731-6A9E-1FE1-8505BBA0587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4" name="Rectangle: Rounded Corners 1413">
                  <a:extLst>
                    <a:ext uri="{FF2B5EF4-FFF2-40B4-BE49-F238E27FC236}">
                      <a16:creationId xmlns:a16="http://schemas.microsoft.com/office/drawing/2014/main" id="{8A9E2764-61CA-B391-C31C-DAD09423038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44" name="Group 1343">
              <a:extLst>
                <a:ext uri="{FF2B5EF4-FFF2-40B4-BE49-F238E27FC236}">
                  <a16:creationId xmlns:a16="http://schemas.microsoft.com/office/drawing/2014/main" id="{BE761333-C74A-8F60-04A9-793BA3292043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385" name="Rectangle: Rounded Corners 1384">
                <a:extLst>
                  <a:ext uri="{FF2B5EF4-FFF2-40B4-BE49-F238E27FC236}">
                    <a16:creationId xmlns:a16="http://schemas.microsoft.com/office/drawing/2014/main" id="{7EEE08B8-BBA2-631F-C8BE-3DE42C2138D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386" name="Group 1385">
                <a:extLst>
                  <a:ext uri="{FF2B5EF4-FFF2-40B4-BE49-F238E27FC236}">
                    <a16:creationId xmlns:a16="http://schemas.microsoft.com/office/drawing/2014/main" id="{14BDD928-E56F-06B6-1B94-9D383A45F42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96" name="Rectangle: Rounded Corners 1395">
                  <a:extLst>
                    <a:ext uri="{FF2B5EF4-FFF2-40B4-BE49-F238E27FC236}">
                      <a16:creationId xmlns:a16="http://schemas.microsoft.com/office/drawing/2014/main" id="{F64A59FF-6438-5575-6AC7-74336312E8A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7" name="Rectangle: Rounded Corners 1396">
                  <a:extLst>
                    <a:ext uri="{FF2B5EF4-FFF2-40B4-BE49-F238E27FC236}">
                      <a16:creationId xmlns:a16="http://schemas.microsoft.com/office/drawing/2014/main" id="{8B20E2AC-AD4C-8C97-19F8-31F18AC4264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8" name="Rectangle: Rounded Corners 1397">
                  <a:extLst>
                    <a:ext uri="{FF2B5EF4-FFF2-40B4-BE49-F238E27FC236}">
                      <a16:creationId xmlns:a16="http://schemas.microsoft.com/office/drawing/2014/main" id="{2BBF4991-A5D0-BE53-5373-53749DBD840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9" name="Rectangle: Rounded Corners 1398">
                  <a:extLst>
                    <a:ext uri="{FF2B5EF4-FFF2-40B4-BE49-F238E27FC236}">
                      <a16:creationId xmlns:a16="http://schemas.microsoft.com/office/drawing/2014/main" id="{82891F07-2641-B53A-0AC3-0FF1A06CA5F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0" name="Rectangle: Rounded Corners 1399">
                  <a:extLst>
                    <a:ext uri="{FF2B5EF4-FFF2-40B4-BE49-F238E27FC236}">
                      <a16:creationId xmlns:a16="http://schemas.microsoft.com/office/drawing/2014/main" id="{6B5B6199-C70E-AA78-5A52-55504093DCA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1" name="Rectangle: Rounded Corners 1400">
                  <a:extLst>
                    <a:ext uri="{FF2B5EF4-FFF2-40B4-BE49-F238E27FC236}">
                      <a16:creationId xmlns:a16="http://schemas.microsoft.com/office/drawing/2014/main" id="{177FAE65-8937-466A-AA1C-95A03DDDF84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2" name="Rectangle: Rounded Corners 1401">
                  <a:extLst>
                    <a:ext uri="{FF2B5EF4-FFF2-40B4-BE49-F238E27FC236}">
                      <a16:creationId xmlns:a16="http://schemas.microsoft.com/office/drawing/2014/main" id="{0182B077-EC76-A9CB-326D-9EAD42CCEF2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3" name="Rectangle: Rounded Corners 1402">
                  <a:extLst>
                    <a:ext uri="{FF2B5EF4-FFF2-40B4-BE49-F238E27FC236}">
                      <a16:creationId xmlns:a16="http://schemas.microsoft.com/office/drawing/2014/main" id="{0A9105E7-7909-4885-A6AB-8D5EFF929E2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87" name="Group 1386">
                <a:extLst>
                  <a:ext uri="{FF2B5EF4-FFF2-40B4-BE49-F238E27FC236}">
                    <a16:creationId xmlns:a16="http://schemas.microsoft.com/office/drawing/2014/main" id="{C470AE0D-504C-1E97-BF9A-AE0F78F283C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88" name="Rectangle: Rounded Corners 1387">
                  <a:extLst>
                    <a:ext uri="{FF2B5EF4-FFF2-40B4-BE49-F238E27FC236}">
                      <a16:creationId xmlns:a16="http://schemas.microsoft.com/office/drawing/2014/main" id="{5DF72695-C206-F70F-5CD0-E7AED4D766C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9" name="Rectangle: Rounded Corners 1388">
                  <a:extLst>
                    <a:ext uri="{FF2B5EF4-FFF2-40B4-BE49-F238E27FC236}">
                      <a16:creationId xmlns:a16="http://schemas.microsoft.com/office/drawing/2014/main" id="{153E00BE-676D-506B-DBDE-16497E40867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0" name="Rectangle: Rounded Corners 1389">
                  <a:extLst>
                    <a:ext uri="{FF2B5EF4-FFF2-40B4-BE49-F238E27FC236}">
                      <a16:creationId xmlns:a16="http://schemas.microsoft.com/office/drawing/2014/main" id="{33C80136-4481-266E-1A8D-95F124C18DB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1" name="Rectangle: Rounded Corners 1390">
                  <a:extLst>
                    <a:ext uri="{FF2B5EF4-FFF2-40B4-BE49-F238E27FC236}">
                      <a16:creationId xmlns:a16="http://schemas.microsoft.com/office/drawing/2014/main" id="{07F13D74-0D5C-3F82-1344-00E31323305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2" name="Rectangle: Rounded Corners 1391">
                  <a:extLst>
                    <a:ext uri="{FF2B5EF4-FFF2-40B4-BE49-F238E27FC236}">
                      <a16:creationId xmlns:a16="http://schemas.microsoft.com/office/drawing/2014/main" id="{16CC4663-B0B2-0F3F-6C1A-DA8AC0D8ECE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3" name="Rectangle: Rounded Corners 1392">
                  <a:extLst>
                    <a:ext uri="{FF2B5EF4-FFF2-40B4-BE49-F238E27FC236}">
                      <a16:creationId xmlns:a16="http://schemas.microsoft.com/office/drawing/2014/main" id="{D84DEA20-97CD-C73E-8308-AB1165188DD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4" name="Rectangle: Rounded Corners 1393">
                  <a:extLst>
                    <a:ext uri="{FF2B5EF4-FFF2-40B4-BE49-F238E27FC236}">
                      <a16:creationId xmlns:a16="http://schemas.microsoft.com/office/drawing/2014/main" id="{9A0CB2D1-507A-80F4-A527-22F3BDADE77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5" name="Rectangle: Rounded Corners 1394">
                  <a:extLst>
                    <a:ext uri="{FF2B5EF4-FFF2-40B4-BE49-F238E27FC236}">
                      <a16:creationId xmlns:a16="http://schemas.microsoft.com/office/drawing/2014/main" id="{242011EC-7C1D-E03E-7DE0-183C0CC6AA0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45" name="Group 1344">
              <a:extLst>
                <a:ext uri="{FF2B5EF4-FFF2-40B4-BE49-F238E27FC236}">
                  <a16:creationId xmlns:a16="http://schemas.microsoft.com/office/drawing/2014/main" id="{42907CE8-1C61-362F-457A-C83B8D4F43FF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366" name="Rectangle: Rounded Corners 1365">
                <a:extLst>
                  <a:ext uri="{FF2B5EF4-FFF2-40B4-BE49-F238E27FC236}">
                    <a16:creationId xmlns:a16="http://schemas.microsoft.com/office/drawing/2014/main" id="{221F8304-E0B9-A2A9-1C41-A05AF04F1E0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367" name="Group 1366">
                <a:extLst>
                  <a:ext uri="{FF2B5EF4-FFF2-40B4-BE49-F238E27FC236}">
                    <a16:creationId xmlns:a16="http://schemas.microsoft.com/office/drawing/2014/main" id="{D9961949-135F-2D4C-1260-B2FA4CE8352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77" name="Rectangle: Rounded Corners 1376">
                  <a:extLst>
                    <a:ext uri="{FF2B5EF4-FFF2-40B4-BE49-F238E27FC236}">
                      <a16:creationId xmlns:a16="http://schemas.microsoft.com/office/drawing/2014/main" id="{3D023D2A-308A-9A09-E274-ED8991CA9EB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8" name="Rectangle: Rounded Corners 1377">
                  <a:extLst>
                    <a:ext uri="{FF2B5EF4-FFF2-40B4-BE49-F238E27FC236}">
                      <a16:creationId xmlns:a16="http://schemas.microsoft.com/office/drawing/2014/main" id="{C1AA222C-2E6E-0B3E-BD67-D02C21DA799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9" name="Rectangle: Rounded Corners 1378">
                  <a:extLst>
                    <a:ext uri="{FF2B5EF4-FFF2-40B4-BE49-F238E27FC236}">
                      <a16:creationId xmlns:a16="http://schemas.microsoft.com/office/drawing/2014/main" id="{6112FB04-8483-EE8A-CE6D-8FA16C5A786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0" name="Rectangle: Rounded Corners 1379">
                  <a:extLst>
                    <a:ext uri="{FF2B5EF4-FFF2-40B4-BE49-F238E27FC236}">
                      <a16:creationId xmlns:a16="http://schemas.microsoft.com/office/drawing/2014/main" id="{B3850082-AF9E-05C1-845A-B04C6AB9F97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1" name="Rectangle: Rounded Corners 1380">
                  <a:extLst>
                    <a:ext uri="{FF2B5EF4-FFF2-40B4-BE49-F238E27FC236}">
                      <a16:creationId xmlns:a16="http://schemas.microsoft.com/office/drawing/2014/main" id="{F4053ED5-2150-D7F5-4745-B78A6BD6D4AF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2" name="Rectangle: Rounded Corners 1381">
                  <a:extLst>
                    <a:ext uri="{FF2B5EF4-FFF2-40B4-BE49-F238E27FC236}">
                      <a16:creationId xmlns:a16="http://schemas.microsoft.com/office/drawing/2014/main" id="{7531A1F8-BBFB-D9FC-3953-FFAC7D48A2F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3" name="Rectangle: Rounded Corners 1382">
                  <a:extLst>
                    <a:ext uri="{FF2B5EF4-FFF2-40B4-BE49-F238E27FC236}">
                      <a16:creationId xmlns:a16="http://schemas.microsoft.com/office/drawing/2014/main" id="{20B89AA7-ABDA-63B9-1DC2-952C5C2F787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4" name="Rectangle: Rounded Corners 1383">
                  <a:extLst>
                    <a:ext uri="{FF2B5EF4-FFF2-40B4-BE49-F238E27FC236}">
                      <a16:creationId xmlns:a16="http://schemas.microsoft.com/office/drawing/2014/main" id="{023E08ED-9FF2-9063-9323-0D6476D4EE8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68" name="Group 1367">
                <a:extLst>
                  <a:ext uri="{FF2B5EF4-FFF2-40B4-BE49-F238E27FC236}">
                    <a16:creationId xmlns:a16="http://schemas.microsoft.com/office/drawing/2014/main" id="{7229F986-53F6-327E-F56B-77F1DFF0C0E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69" name="Rectangle: Rounded Corners 1368">
                  <a:extLst>
                    <a:ext uri="{FF2B5EF4-FFF2-40B4-BE49-F238E27FC236}">
                      <a16:creationId xmlns:a16="http://schemas.microsoft.com/office/drawing/2014/main" id="{41CDF987-4987-6868-83ED-8055553A867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0" name="Rectangle: Rounded Corners 1369">
                  <a:extLst>
                    <a:ext uri="{FF2B5EF4-FFF2-40B4-BE49-F238E27FC236}">
                      <a16:creationId xmlns:a16="http://schemas.microsoft.com/office/drawing/2014/main" id="{4F68E0BC-D997-AE35-2F6D-377B5FA05A2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1" name="Rectangle: Rounded Corners 1370">
                  <a:extLst>
                    <a:ext uri="{FF2B5EF4-FFF2-40B4-BE49-F238E27FC236}">
                      <a16:creationId xmlns:a16="http://schemas.microsoft.com/office/drawing/2014/main" id="{13959B59-4C3C-F62F-9039-B088C47C2C7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2" name="Rectangle: Rounded Corners 1371">
                  <a:extLst>
                    <a:ext uri="{FF2B5EF4-FFF2-40B4-BE49-F238E27FC236}">
                      <a16:creationId xmlns:a16="http://schemas.microsoft.com/office/drawing/2014/main" id="{4EC8D700-971C-29A7-C213-9B3861668BE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3" name="Rectangle: Rounded Corners 1372">
                  <a:extLst>
                    <a:ext uri="{FF2B5EF4-FFF2-40B4-BE49-F238E27FC236}">
                      <a16:creationId xmlns:a16="http://schemas.microsoft.com/office/drawing/2014/main" id="{4715278C-8BC3-017E-1442-69034BE6504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4" name="Rectangle: Rounded Corners 1373">
                  <a:extLst>
                    <a:ext uri="{FF2B5EF4-FFF2-40B4-BE49-F238E27FC236}">
                      <a16:creationId xmlns:a16="http://schemas.microsoft.com/office/drawing/2014/main" id="{CF25AB01-B550-5CE6-3D0F-29457326FC5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5" name="Rectangle: Rounded Corners 1374">
                  <a:extLst>
                    <a:ext uri="{FF2B5EF4-FFF2-40B4-BE49-F238E27FC236}">
                      <a16:creationId xmlns:a16="http://schemas.microsoft.com/office/drawing/2014/main" id="{5257A34A-4E7D-6E91-01DA-6E48C6CE10B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6" name="Rectangle: Rounded Corners 1375">
                  <a:extLst>
                    <a:ext uri="{FF2B5EF4-FFF2-40B4-BE49-F238E27FC236}">
                      <a16:creationId xmlns:a16="http://schemas.microsoft.com/office/drawing/2014/main" id="{376F1105-5A76-0F38-1C39-1BAE6962475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46" name="Group 1345">
              <a:extLst>
                <a:ext uri="{FF2B5EF4-FFF2-40B4-BE49-F238E27FC236}">
                  <a16:creationId xmlns:a16="http://schemas.microsoft.com/office/drawing/2014/main" id="{0BA36EA8-FC7C-77E6-CE84-16A06314AFC9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347" name="Rectangle: Rounded Corners 1346">
                <a:extLst>
                  <a:ext uri="{FF2B5EF4-FFF2-40B4-BE49-F238E27FC236}">
                    <a16:creationId xmlns:a16="http://schemas.microsoft.com/office/drawing/2014/main" id="{6A2B2EFA-9D01-1C68-3EC1-AC2A48711B8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348" name="Group 1347">
                <a:extLst>
                  <a:ext uri="{FF2B5EF4-FFF2-40B4-BE49-F238E27FC236}">
                    <a16:creationId xmlns:a16="http://schemas.microsoft.com/office/drawing/2014/main" id="{3C1BD480-5B46-CCED-11C3-12A0995824C4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58" name="Rectangle: Rounded Corners 1357">
                  <a:extLst>
                    <a:ext uri="{FF2B5EF4-FFF2-40B4-BE49-F238E27FC236}">
                      <a16:creationId xmlns:a16="http://schemas.microsoft.com/office/drawing/2014/main" id="{99270AA5-C673-FA25-9CD8-F718837CEB5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59" name="Rectangle: Rounded Corners 1358">
                  <a:extLst>
                    <a:ext uri="{FF2B5EF4-FFF2-40B4-BE49-F238E27FC236}">
                      <a16:creationId xmlns:a16="http://schemas.microsoft.com/office/drawing/2014/main" id="{98C85B2B-5263-896C-928D-95C0CA757E6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60" name="Rectangle: Rounded Corners 1359">
                  <a:extLst>
                    <a:ext uri="{FF2B5EF4-FFF2-40B4-BE49-F238E27FC236}">
                      <a16:creationId xmlns:a16="http://schemas.microsoft.com/office/drawing/2014/main" id="{6B708853-8A81-0FC2-5F1E-2D4AD9092DF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61" name="Rectangle: Rounded Corners 1360">
                  <a:extLst>
                    <a:ext uri="{FF2B5EF4-FFF2-40B4-BE49-F238E27FC236}">
                      <a16:creationId xmlns:a16="http://schemas.microsoft.com/office/drawing/2014/main" id="{398E25C5-405D-7ACF-AB59-4B4BB06FB6A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62" name="Rectangle: Rounded Corners 1361">
                  <a:extLst>
                    <a:ext uri="{FF2B5EF4-FFF2-40B4-BE49-F238E27FC236}">
                      <a16:creationId xmlns:a16="http://schemas.microsoft.com/office/drawing/2014/main" id="{DD8A863B-8CD7-C1B9-80A2-6A2BAE489BA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63" name="Rectangle: Rounded Corners 1362">
                  <a:extLst>
                    <a:ext uri="{FF2B5EF4-FFF2-40B4-BE49-F238E27FC236}">
                      <a16:creationId xmlns:a16="http://schemas.microsoft.com/office/drawing/2014/main" id="{0AEDB2AB-7099-EE88-889C-956597AB396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64" name="Rectangle: Rounded Corners 1363">
                  <a:extLst>
                    <a:ext uri="{FF2B5EF4-FFF2-40B4-BE49-F238E27FC236}">
                      <a16:creationId xmlns:a16="http://schemas.microsoft.com/office/drawing/2014/main" id="{5B335BAE-CD3B-214B-685E-D46A509EE6F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65" name="Rectangle: Rounded Corners 1364">
                  <a:extLst>
                    <a:ext uri="{FF2B5EF4-FFF2-40B4-BE49-F238E27FC236}">
                      <a16:creationId xmlns:a16="http://schemas.microsoft.com/office/drawing/2014/main" id="{DE54BB98-73CA-3BF2-ABFD-725B6DAC8D7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49" name="Group 1348">
                <a:extLst>
                  <a:ext uri="{FF2B5EF4-FFF2-40B4-BE49-F238E27FC236}">
                    <a16:creationId xmlns:a16="http://schemas.microsoft.com/office/drawing/2014/main" id="{B3C21FF0-2365-89EC-C678-C52E0BD8261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50" name="Rectangle: Rounded Corners 1349">
                  <a:extLst>
                    <a:ext uri="{FF2B5EF4-FFF2-40B4-BE49-F238E27FC236}">
                      <a16:creationId xmlns:a16="http://schemas.microsoft.com/office/drawing/2014/main" id="{5B6A3350-8483-E6D4-6A84-3B709602A98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51" name="Rectangle: Rounded Corners 1350">
                  <a:extLst>
                    <a:ext uri="{FF2B5EF4-FFF2-40B4-BE49-F238E27FC236}">
                      <a16:creationId xmlns:a16="http://schemas.microsoft.com/office/drawing/2014/main" id="{C0F3FB36-3EBA-C14D-DFDB-C427246E9B9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52" name="Rectangle: Rounded Corners 1351">
                  <a:extLst>
                    <a:ext uri="{FF2B5EF4-FFF2-40B4-BE49-F238E27FC236}">
                      <a16:creationId xmlns:a16="http://schemas.microsoft.com/office/drawing/2014/main" id="{43550703-71B0-FD1D-25B2-731C6E8D4B9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53" name="Rectangle: Rounded Corners 1352">
                  <a:extLst>
                    <a:ext uri="{FF2B5EF4-FFF2-40B4-BE49-F238E27FC236}">
                      <a16:creationId xmlns:a16="http://schemas.microsoft.com/office/drawing/2014/main" id="{110D43D3-4CF0-9E1A-936E-B7CEE836BB3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54" name="Rectangle: Rounded Corners 1353">
                  <a:extLst>
                    <a:ext uri="{FF2B5EF4-FFF2-40B4-BE49-F238E27FC236}">
                      <a16:creationId xmlns:a16="http://schemas.microsoft.com/office/drawing/2014/main" id="{20053FCA-D993-8C3F-BDB6-D2BAD5A10A4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55" name="Rectangle: Rounded Corners 1354">
                  <a:extLst>
                    <a:ext uri="{FF2B5EF4-FFF2-40B4-BE49-F238E27FC236}">
                      <a16:creationId xmlns:a16="http://schemas.microsoft.com/office/drawing/2014/main" id="{F47E22C8-CD95-6F7D-7991-C7D1C6B4DD9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56" name="Rectangle: Rounded Corners 1355">
                  <a:extLst>
                    <a:ext uri="{FF2B5EF4-FFF2-40B4-BE49-F238E27FC236}">
                      <a16:creationId xmlns:a16="http://schemas.microsoft.com/office/drawing/2014/main" id="{B5CCD25A-8CC9-D609-8D31-29433400196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57" name="Rectangle: Rounded Corners 1356">
                  <a:extLst>
                    <a:ext uri="{FF2B5EF4-FFF2-40B4-BE49-F238E27FC236}">
                      <a16:creationId xmlns:a16="http://schemas.microsoft.com/office/drawing/2014/main" id="{80E6B58A-E1EB-B1F3-6F11-6DB741E8F90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1133" name="Group 1132">
            <a:extLst>
              <a:ext uri="{FF2B5EF4-FFF2-40B4-BE49-F238E27FC236}">
                <a16:creationId xmlns:a16="http://schemas.microsoft.com/office/drawing/2014/main" id="{CCB88113-74EB-2097-721F-BD88CDA9EFA2}"/>
              </a:ext>
            </a:extLst>
          </p:cNvPr>
          <p:cNvGrpSpPr/>
          <p:nvPr/>
        </p:nvGrpSpPr>
        <p:grpSpPr>
          <a:xfrm>
            <a:off x="-412297" y="515977"/>
            <a:ext cx="13102977" cy="1243880"/>
            <a:chOff x="3628570" y="4023519"/>
            <a:chExt cx="23905029" cy="2269331"/>
          </a:xfrm>
        </p:grpSpPr>
        <p:sp>
          <p:nvSpPr>
            <p:cNvPr id="1134" name="Rectangle 1133">
              <a:extLst>
                <a:ext uri="{FF2B5EF4-FFF2-40B4-BE49-F238E27FC236}">
                  <a16:creationId xmlns:a16="http://schemas.microsoft.com/office/drawing/2014/main" id="{A2B41517-2160-F28A-8C9B-622E25644232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35" name="Group 1134">
              <a:extLst>
                <a:ext uri="{FF2B5EF4-FFF2-40B4-BE49-F238E27FC236}">
                  <a16:creationId xmlns:a16="http://schemas.microsoft.com/office/drawing/2014/main" id="{8DB9CC1E-859E-D4C4-8100-F91D76BAB3BF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1316" name="Rectangle: Rounded Corners 1315">
                <a:extLst>
                  <a:ext uri="{FF2B5EF4-FFF2-40B4-BE49-F238E27FC236}">
                    <a16:creationId xmlns:a16="http://schemas.microsoft.com/office/drawing/2014/main" id="{6DB4B19B-DB53-A685-33BA-3BAA2720B06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317" name="Group 1316">
                <a:extLst>
                  <a:ext uri="{FF2B5EF4-FFF2-40B4-BE49-F238E27FC236}">
                    <a16:creationId xmlns:a16="http://schemas.microsoft.com/office/drawing/2014/main" id="{E763BC2A-A063-6106-4208-5E14304E6D4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27" name="Rectangle: Rounded Corners 1326">
                  <a:extLst>
                    <a:ext uri="{FF2B5EF4-FFF2-40B4-BE49-F238E27FC236}">
                      <a16:creationId xmlns:a16="http://schemas.microsoft.com/office/drawing/2014/main" id="{E69FADED-C108-A1EB-EBB0-00E6712D343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8" name="Rectangle: Rounded Corners 1327">
                  <a:extLst>
                    <a:ext uri="{FF2B5EF4-FFF2-40B4-BE49-F238E27FC236}">
                      <a16:creationId xmlns:a16="http://schemas.microsoft.com/office/drawing/2014/main" id="{41D5C8F4-BD23-E596-EF47-646E90EB127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9" name="Rectangle: Rounded Corners 1328">
                  <a:extLst>
                    <a:ext uri="{FF2B5EF4-FFF2-40B4-BE49-F238E27FC236}">
                      <a16:creationId xmlns:a16="http://schemas.microsoft.com/office/drawing/2014/main" id="{D4A546CD-4555-EE38-DF92-8C5FEB4500C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30" name="Rectangle: Rounded Corners 1329">
                  <a:extLst>
                    <a:ext uri="{FF2B5EF4-FFF2-40B4-BE49-F238E27FC236}">
                      <a16:creationId xmlns:a16="http://schemas.microsoft.com/office/drawing/2014/main" id="{3539A9CE-F84B-87E0-2871-8D245D6C280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31" name="Rectangle: Rounded Corners 1330">
                  <a:extLst>
                    <a:ext uri="{FF2B5EF4-FFF2-40B4-BE49-F238E27FC236}">
                      <a16:creationId xmlns:a16="http://schemas.microsoft.com/office/drawing/2014/main" id="{7B17D874-BE05-70BD-4AB0-54CF1F31420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32" name="Rectangle: Rounded Corners 1331">
                  <a:extLst>
                    <a:ext uri="{FF2B5EF4-FFF2-40B4-BE49-F238E27FC236}">
                      <a16:creationId xmlns:a16="http://schemas.microsoft.com/office/drawing/2014/main" id="{4C0250F8-B678-2847-85DF-2E28875363F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33" name="Rectangle: Rounded Corners 1332">
                  <a:extLst>
                    <a:ext uri="{FF2B5EF4-FFF2-40B4-BE49-F238E27FC236}">
                      <a16:creationId xmlns:a16="http://schemas.microsoft.com/office/drawing/2014/main" id="{F0587F1F-0A40-D425-5E8B-E2EEAAC9842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34" name="Rectangle: Rounded Corners 1333">
                  <a:extLst>
                    <a:ext uri="{FF2B5EF4-FFF2-40B4-BE49-F238E27FC236}">
                      <a16:creationId xmlns:a16="http://schemas.microsoft.com/office/drawing/2014/main" id="{2E5D7866-E453-0F95-DAFA-3D8910F26C2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18" name="Group 1317">
                <a:extLst>
                  <a:ext uri="{FF2B5EF4-FFF2-40B4-BE49-F238E27FC236}">
                    <a16:creationId xmlns:a16="http://schemas.microsoft.com/office/drawing/2014/main" id="{59C51AE1-52B6-0B23-05A3-C3334872B33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19" name="Rectangle: Rounded Corners 1318">
                  <a:extLst>
                    <a:ext uri="{FF2B5EF4-FFF2-40B4-BE49-F238E27FC236}">
                      <a16:creationId xmlns:a16="http://schemas.microsoft.com/office/drawing/2014/main" id="{23C4A2E2-9991-330E-7373-2796C857A6D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0" name="Rectangle: Rounded Corners 1319">
                  <a:extLst>
                    <a:ext uri="{FF2B5EF4-FFF2-40B4-BE49-F238E27FC236}">
                      <a16:creationId xmlns:a16="http://schemas.microsoft.com/office/drawing/2014/main" id="{877F304B-E430-CE15-C574-DE1F119CFFC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1" name="Rectangle: Rounded Corners 1320">
                  <a:extLst>
                    <a:ext uri="{FF2B5EF4-FFF2-40B4-BE49-F238E27FC236}">
                      <a16:creationId xmlns:a16="http://schemas.microsoft.com/office/drawing/2014/main" id="{ADBBBC6F-2ABD-0AC9-A1ED-1EBB6E2471C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2" name="Rectangle: Rounded Corners 1321">
                  <a:extLst>
                    <a:ext uri="{FF2B5EF4-FFF2-40B4-BE49-F238E27FC236}">
                      <a16:creationId xmlns:a16="http://schemas.microsoft.com/office/drawing/2014/main" id="{1045F507-14E2-8332-76DC-5CD78E4F5A7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3" name="Rectangle: Rounded Corners 1322">
                  <a:extLst>
                    <a:ext uri="{FF2B5EF4-FFF2-40B4-BE49-F238E27FC236}">
                      <a16:creationId xmlns:a16="http://schemas.microsoft.com/office/drawing/2014/main" id="{449D08A9-7A4A-F3FA-7E9F-A5C127306F4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4" name="Rectangle: Rounded Corners 1323">
                  <a:extLst>
                    <a:ext uri="{FF2B5EF4-FFF2-40B4-BE49-F238E27FC236}">
                      <a16:creationId xmlns:a16="http://schemas.microsoft.com/office/drawing/2014/main" id="{C0AA842F-0FD6-D4CD-5C8D-C345544CA35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5" name="Rectangle: Rounded Corners 1324">
                  <a:extLst>
                    <a:ext uri="{FF2B5EF4-FFF2-40B4-BE49-F238E27FC236}">
                      <a16:creationId xmlns:a16="http://schemas.microsoft.com/office/drawing/2014/main" id="{0EACAC08-998E-F4BE-3C22-D4407284D5B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6" name="Rectangle: Rounded Corners 1325">
                  <a:extLst>
                    <a:ext uri="{FF2B5EF4-FFF2-40B4-BE49-F238E27FC236}">
                      <a16:creationId xmlns:a16="http://schemas.microsoft.com/office/drawing/2014/main" id="{C6525862-42EA-87BE-EFBC-ABEA3453F73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36" name="Group 1135">
              <a:extLst>
                <a:ext uri="{FF2B5EF4-FFF2-40B4-BE49-F238E27FC236}">
                  <a16:creationId xmlns:a16="http://schemas.microsoft.com/office/drawing/2014/main" id="{9ABF2956-7FBA-9BD6-3D9A-3302A837006F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1297" name="Rectangle: Rounded Corners 1296">
                <a:extLst>
                  <a:ext uri="{FF2B5EF4-FFF2-40B4-BE49-F238E27FC236}">
                    <a16:creationId xmlns:a16="http://schemas.microsoft.com/office/drawing/2014/main" id="{D65E5C42-6277-2B7C-1647-776731C558B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98" name="Group 1297">
                <a:extLst>
                  <a:ext uri="{FF2B5EF4-FFF2-40B4-BE49-F238E27FC236}">
                    <a16:creationId xmlns:a16="http://schemas.microsoft.com/office/drawing/2014/main" id="{C911D0C9-1492-4683-39FD-B046DBD84B7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08" name="Rectangle: Rounded Corners 1307">
                  <a:extLst>
                    <a:ext uri="{FF2B5EF4-FFF2-40B4-BE49-F238E27FC236}">
                      <a16:creationId xmlns:a16="http://schemas.microsoft.com/office/drawing/2014/main" id="{CC562953-DC82-B1F4-5591-A67391F089A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9" name="Rectangle: Rounded Corners 1308">
                  <a:extLst>
                    <a:ext uri="{FF2B5EF4-FFF2-40B4-BE49-F238E27FC236}">
                      <a16:creationId xmlns:a16="http://schemas.microsoft.com/office/drawing/2014/main" id="{93CA5A27-A82A-7040-9955-D210D7AE0E4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10" name="Rectangle: Rounded Corners 1309">
                  <a:extLst>
                    <a:ext uri="{FF2B5EF4-FFF2-40B4-BE49-F238E27FC236}">
                      <a16:creationId xmlns:a16="http://schemas.microsoft.com/office/drawing/2014/main" id="{59015B3A-207C-6F1C-5979-A99A944FFAA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11" name="Rectangle: Rounded Corners 1310">
                  <a:extLst>
                    <a:ext uri="{FF2B5EF4-FFF2-40B4-BE49-F238E27FC236}">
                      <a16:creationId xmlns:a16="http://schemas.microsoft.com/office/drawing/2014/main" id="{39879A72-62D3-5369-0493-CE70D9EE209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12" name="Rectangle: Rounded Corners 1311">
                  <a:extLst>
                    <a:ext uri="{FF2B5EF4-FFF2-40B4-BE49-F238E27FC236}">
                      <a16:creationId xmlns:a16="http://schemas.microsoft.com/office/drawing/2014/main" id="{1D9AAC92-CFF1-A8F5-654C-C2BC8AA9820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13" name="Rectangle: Rounded Corners 1312">
                  <a:extLst>
                    <a:ext uri="{FF2B5EF4-FFF2-40B4-BE49-F238E27FC236}">
                      <a16:creationId xmlns:a16="http://schemas.microsoft.com/office/drawing/2014/main" id="{E47972DF-DDD0-8EFC-BAA5-8478B1B7CF6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14" name="Rectangle: Rounded Corners 1313">
                  <a:extLst>
                    <a:ext uri="{FF2B5EF4-FFF2-40B4-BE49-F238E27FC236}">
                      <a16:creationId xmlns:a16="http://schemas.microsoft.com/office/drawing/2014/main" id="{4E6CC28A-A771-9182-4D9D-D1B7C5AC39B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15" name="Rectangle: Rounded Corners 1314">
                  <a:extLst>
                    <a:ext uri="{FF2B5EF4-FFF2-40B4-BE49-F238E27FC236}">
                      <a16:creationId xmlns:a16="http://schemas.microsoft.com/office/drawing/2014/main" id="{84711042-894E-A58A-D898-F26F11F38BB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99" name="Group 1298">
                <a:extLst>
                  <a:ext uri="{FF2B5EF4-FFF2-40B4-BE49-F238E27FC236}">
                    <a16:creationId xmlns:a16="http://schemas.microsoft.com/office/drawing/2014/main" id="{5D5E6137-7BAA-7F4C-3A75-556C4F8000BE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00" name="Rectangle: Rounded Corners 1299">
                  <a:extLst>
                    <a:ext uri="{FF2B5EF4-FFF2-40B4-BE49-F238E27FC236}">
                      <a16:creationId xmlns:a16="http://schemas.microsoft.com/office/drawing/2014/main" id="{FB5DEB46-0DF6-7F75-B06E-A20BA2EEC06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1" name="Rectangle: Rounded Corners 1300">
                  <a:extLst>
                    <a:ext uri="{FF2B5EF4-FFF2-40B4-BE49-F238E27FC236}">
                      <a16:creationId xmlns:a16="http://schemas.microsoft.com/office/drawing/2014/main" id="{8733C449-B74A-437A-3738-41231F38D8B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2" name="Rectangle: Rounded Corners 1301">
                  <a:extLst>
                    <a:ext uri="{FF2B5EF4-FFF2-40B4-BE49-F238E27FC236}">
                      <a16:creationId xmlns:a16="http://schemas.microsoft.com/office/drawing/2014/main" id="{C21DCE48-C453-A157-B7E3-E0C2A46F9C2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3" name="Rectangle: Rounded Corners 1302">
                  <a:extLst>
                    <a:ext uri="{FF2B5EF4-FFF2-40B4-BE49-F238E27FC236}">
                      <a16:creationId xmlns:a16="http://schemas.microsoft.com/office/drawing/2014/main" id="{FC0E361D-9A0A-8F7E-B63B-C8D797A51F6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4" name="Rectangle: Rounded Corners 1303">
                  <a:extLst>
                    <a:ext uri="{FF2B5EF4-FFF2-40B4-BE49-F238E27FC236}">
                      <a16:creationId xmlns:a16="http://schemas.microsoft.com/office/drawing/2014/main" id="{D46A9E58-CFEF-25C5-DD12-1B4D60A92AD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5" name="Rectangle: Rounded Corners 1304">
                  <a:extLst>
                    <a:ext uri="{FF2B5EF4-FFF2-40B4-BE49-F238E27FC236}">
                      <a16:creationId xmlns:a16="http://schemas.microsoft.com/office/drawing/2014/main" id="{584BD888-69CA-6CE7-9385-BC8F72069BA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6" name="Rectangle: Rounded Corners 1305">
                  <a:extLst>
                    <a:ext uri="{FF2B5EF4-FFF2-40B4-BE49-F238E27FC236}">
                      <a16:creationId xmlns:a16="http://schemas.microsoft.com/office/drawing/2014/main" id="{4F2A708A-A023-84CF-9F8C-9EC260A0F15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7" name="Rectangle: Rounded Corners 1306">
                  <a:extLst>
                    <a:ext uri="{FF2B5EF4-FFF2-40B4-BE49-F238E27FC236}">
                      <a16:creationId xmlns:a16="http://schemas.microsoft.com/office/drawing/2014/main" id="{D348CDA4-D79D-7B52-2741-59F6E1ADFAA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37" name="Group 1136">
              <a:extLst>
                <a:ext uri="{FF2B5EF4-FFF2-40B4-BE49-F238E27FC236}">
                  <a16:creationId xmlns:a16="http://schemas.microsoft.com/office/drawing/2014/main" id="{6A75F02F-EDD1-8619-F794-9879BDBBF47E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1278" name="Rectangle: Rounded Corners 1277">
                <a:extLst>
                  <a:ext uri="{FF2B5EF4-FFF2-40B4-BE49-F238E27FC236}">
                    <a16:creationId xmlns:a16="http://schemas.microsoft.com/office/drawing/2014/main" id="{6453C8EE-95F9-274D-A092-DBFEC797538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79" name="Group 1278">
                <a:extLst>
                  <a:ext uri="{FF2B5EF4-FFF2-40B4-BE49-F238E27FC236}">
                    <a16:creationId xmlns:a16="http://schemas.microsoft.com/office/drawing/2014/main" id="{DD3E5016-B716-0FA9-96F7-3C78801EDDC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89" name="Rectangle: Rounded Corners 1288">
                  <a:extLst>
                    <a:ext uri="{FF2B5EF4-FFF2-40B4-BE49-F238E27FC236}">
                      <a16:creationId xmlns:a16="http://schemas.microsoft.com/office/drawing/2014/main" id="{9848F09D-1E5A-5EE3-6FD0-3FE210972B8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0" name="Rectangle: Rounded Corners 1289">
                  <a:extLst>
                    <a:ext uri="{FF2B5EF4-FFF2-40B4-BE49-F238E27FC236}">
                      <a16:creationId xmlns:a16="http://schemas.microsoft.com/office/drawing/2014/main" id="{E2A820A0-D02F-A838-6F60-039EADD534E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1" name="Rectangle: Rounded Corners 1290">
                  <a:extLst>
                    <a:ext uri="{FF2B5EF4-FFF2-40B4-BE49-F238E27FC236}">
                      <a16:creationId xmlns:a16="http://schemas.microsoft.com/office/drawing/2014/main" id="{738C653D-D2F1-0908-6E1D-7F3D6E6A55B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2" name="Rectangle: Rounded Corners 1291">
                  <a:extLst>
                    <a:ext uri="{FF2B5EF4-FFF2-40B4-BE49-F238E27FC236}">
                      <a16:creationId xmlns:a16="http://schemas.microsoft.com/office/drawing/2014/main" id="{D55A8F22-97C1-487A-8352-E57AFE34747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3" name="Rectangle: Rounded Corners 1292">
                  <a:extLst>
                    <a:ext uri="{FF2B5EF4-FFF2-40B4-BE49-F238E27FC236}">
                      <a16:creationId xmlns:a16="http://schemas.microsoft.com/office/drawing/2014/main" id="{DE32872D-89DA-9845-1B39-45905941C0A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4" name="Rectangle: Rounded Corners 1293">
                  <a:extLst>
                    <a:ext uri="{FF2B5EF4-FFF2-40B4-BE49-F238E27FC236}">
                      <a16:creationId xmlns:a16="http://schemas.microsoft.com/office/drawing/2014/main" id="{76D8394A-96F0-6406-7067-EC1A7A8A9DB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5" name="Rectangle: Rounded Corners 1294">
                  <a:extLst>
                    <a:ext uri="{FF2B5EF4-FFF2-40B4-BE49-F238E27FC236}">
                      <a16:creationId xmlns:a16="http://schemas.microsoft.com/office/drawing/2014/main" id="{8D2018E3-896B-7E44-622F-B1644AA7DFE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6" name="Rectangle: Rounded Corners 1295">
                  <a:extLst>
                    <a:ext uri="{FF2B5EF4-FFF2-40B4-BE49-F238E27FC236}">
                      <a16:creationId xmlns:a16="http://schemas.microsoft.com/office/drawing/2014/main" id="{30C3E2A5-A97B-4EA8-0F09-95ABD463E35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80" name="Group 1279">
                <a:extLst>
                  <a:ext uri="{FF2B5EF4-FFF2-40B4-BE49-F238E27FC236}">
                    <a16:creationId xmlns:a16="http://schemas.microsoft.com/office/drawing/2014/main" id="{342861AD-30CB-BFBC-998D-812D5237F98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81" name="Rectangle: Rounded Corners 1280">
                  <a:extLst>
                    <a:ext uri="{FF2B5EF4-FFF2-40B4-BE49-F238E27FC236}">
                      <a16:creationId xmlns:a16="http://schemas.microsoft.com/office/drawing/2014/main" id="{6A6AE290-FCC8-B9D6-D03D-64672005EE7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2" name="Rectangle: Rounded Corners 1281">
                  <a:extLst>
                    <a:ext uri="{FF2B5EF4-FFF2-40B4-BE49-F238E27FC236}">
                      <a16:creationId xmlns:a16="http://schemas.microsoft.com/office/drawing/2014/main" id="{FC0552C7-C9FB-2FE8-9D2F-14AA7D37041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3" name="Rectangle: Rounded Corners 1282">
                  <a:extLst>
                    <a:ext uri="{FF2B5EF4-FFF2-40B4-BE49-F238E27FC236}">
                      <a16:creationId xmlns:a16="http://schemas.microsoft.com/office/drawing/2014/main" id="{E394C635-0FE2-EDCC-5252-9710F7A7D71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4" name="Rectangle: Rounded Corners 1283">
                  <a:extLst>
                    <a:ext uri="{FF2B5EF4-FFF2-40B4-BE49-F238E27FC236}">
                      <a16:creationId xmlns:a16="http://schemas.microsoft.com/office/drawing/2014/main" id="{BE743566-F260-30BD-DAB0-6BFB7B8F4DF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5" name="Rectangle: Rounded Corners 1284">
                  <a:extLst>
                    <a:ext uri="{FF2B5EF4-FFF2-40B4-BE49-F238E27FC236}">
                      <a16:creationId xmlns:a16="http://schemas.microsoft.com/office/drawing/2014/main" id="{1639A611-26CA-088F-3437-F9B575456ED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6" name="Rectangle: Rounded Corners 1285">
                  <a:extLst>
                    <a:ext uri="{FF2B5EF4-FFF2-40B4-BE49-F238E27FC236}">
                      <a16:creationId xmlns:a16="http://schemas.microsoft.com/office/drawing/2014/main" id="{270DDFBA-7DF4-228C-F707-97C981D10D1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7" name="Rectangle: Rounded Corners 1286">
                  <a:extLst>
                    <a:ext uri="{FF2B5EF4-FFF2-40B4-BE49-F238E27FC236}">
                      <a16:creationId xmlns:a16="http://schemas.microsoft.com/office/drawing/2014/main" id="{507003D6-68B5-EA9F-C9E5-F9AD92DC328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8" name="Rectangle: Rounded Corners 1287">
                  <a:extLst>
                    <a:ext uri="{FF2B5EF4-FFF2-40B4-BE49-F238E27FC236}">
                      <a16:creationId xmlns:a16="http://schemas.microsoft.com/office/drawing/2014/main" id="{BE666D77-B8A7-5445-8F73-84B3F0C3D57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38" name="Group 1137">
              <a:extLst>
                <a:ext uri="{FF2B5EF4-FFF2-40B4-BE49-F238E27FC236}">
                  <a16:creationId xmlns:a16="http://schemas.microsoft.com/office/drawing/2014/main" id="{285C0412-4FD7-8286-2A0A-B4FB5F08352B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1259" name="Rectangle: Rounded Corners 1258">
                <a:extLst>
                  <a:ext uri="{FF2B5EF4-FFF2-40B4-BE49-F238E27FC236}">
                    <a16:creationId xmlns:a16="http://schemas.microsoft.com/office/drawing/2014/main" id="{574D0A5F-8046-A912-5F59-7449345D165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60" name="Group 1259">
                <a:extLst>
                  <a:ext uri="{FF2B5EF4-FFF2-40B4-BE49-F238E27FC236}">
                    <a16:creationId xmlns:a16="http://schemas.microsoft.com/office/drawing/2014/main" id="{9DC2371C-9B44-A670-2FE9-1ACB63067372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70" name="Rectangle: Rounded Corners 1269">
                  <a:extLst>
                    <a:ext uri="{FF2B5EF4-FFF2-40B4-BE49-F238E27FC236}">
                      <a16:creationId xmlns:a16="http://schemas.microsoft.com/office/drawing/2014/main" id="{7ACC107B-8B89-F279-A742-B06AD4E4E5D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1" name="Rectangle: Rounded Corners 1270">
                  <a:extLst>
                    <a:ext uri="{FF2B5EF4-FFF2-40B4-BE49-F238E27FC236}">
                      <a16:creationId xmlns:a16="http://schemas.microsoft.com/office/drawing/2014/main" id="{3943BF77-0EEB-A66C-2B55-08AA8E4A3B2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2" name="Rectangle: Rounded Corners 1271">
                  <a:extLst>
                    <a:ext uri="{FF2B5EF4-FFF2-40B4-BE49-F238E27FC236}">
                      <a16:creationId xmlns:a16="http://schemas.microsoft.com/office/drawing/2014/main" id="{5B79280B-BFC0-EF5D-2917-4429E1B85D4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3" name="Rectangle: Rounded Corners 1272">
                  <a:extLst>
                    <a:ext uri="{FF2B5EF4-FFF2-40B4-BE49-F238E27FC236}">
                      <a16:creationId xmlns:a16="http://schemas.microsoft.com/office/drawing/2014/main" id="{3F5E0BC3-A7C8-C20F-8C3F-4332704B219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4" name="Rectangle: Rounded Corners 1273">
                  <a:extLst>
                    <a:ext uri="{FF2B5EF4-FFF2-40B4-BE49-F238E27FC236}">
                      <a16:creationId xmlns:a16="http://schemas.microsoft.com/office/drawing/2014/main" id="{FE0E58E9-D32A-D342-B11D-541AC1604D4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5" name="Rectangle: Rounded Corners 1274">
                  <a:extLst>
                    <a:ext uri="{FF2B5EF4-FFF2-40B4-BE49-F238E27FC236}">
                      <a16:creationId xmlns:a16="http://schemas.microsoft.com/office/drawing/2014/main" id="{6E141CE7-5C6F-022C-DF0F-39EAAB3313D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6" name="Rectangle: Rounded Corners 1275">
                  <a:extLst>
                    <a:ext uri="{FF2B5EF4-FFF2-40B4-BE49-F238E27FC236}">
                      <a16:creationId xmlns:a16="http://schemas.microsoft.com/office/drawing/2014/main" id="{8F44267B-0A79-5A87-3C68-9F610347065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7" name="Rectangle: Rounded Corners 1276">
                  <a:extLst>
                    <a:ext uri="{FF2B5EF4-FFF2-40B4-BE49-F238E27FC236}">
                      <a16:creationId xmlns:a16="http://schemas.microsoft.com/office/drawing/2014/main" id="{3F5D781F-E9E8-4600-8ED9-5A8053DBE50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61" name="Group 1260">
                <a:extLst>
                  <a:ext uri="{FF2B5EF4-FFF2-40B4-BE49-F238E27FC236}">
                    <a16:creationId xmlns:a16="http://schemas.microsoft.com/office/drawing/2014/main" id="{FE50F4A6-CF37-2142-5445-84E472BC7F14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62" name="Rectangle: Rounded Corners 1261">
                  <a:extLst>
                    <a:ext uri="{FF2B5EF4-FFF2-40B4-BE49-F238E27FC236}">
                      <a16:creationId xmlns:a16="http://schemas.microsoft.com/office/drawing/2014/main" id="{CCAB8F15-4D3D-E46E-832D-EECB20BE4FD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3" name="Rectangle: Rounded Corners 1262">
                  <a:extLst>
                    <a:ext uri="{FF2B5EF4-FFF2-40B4-BE49-F238E27FC236}">
                      <a16:creationId xmlns:a16="http://schemas.microsoft.com/office/drawing/2014/main" id="{2AEE0D3F-827A-7B4D-0904-3CB103F52AE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4" name="Rectangle: Rounded Corners 1263">
                  <a:extLst>
                    <a:ext uri="{FF2B5EF4-FFF2-40B4-BE49-F238E27FC236}">
                      <a16:creationId xmlns:a16="http://schemas.microsoft.com/office/drawing/2014/main" id="{C2CAFD6A-049E-645A-9AE2-7C26B749458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5" name="Rectangle: Rounded Corners 1264">
                  <a:extLst>
                    <a:ext uri="{FF2B5EF4-FFF2-40B4-BE49-F238E27FC236}">
                      <a16:creationId xmlns:a16="http://schemas.microsoft.com/office/drawing/2014/main" id="{50F33AA9-9BFC-224F-0D0D-80034A52401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6" name="Rectangle: Rounded Corners 1265">
                  <a:extLst>
                    <a:ext uri="{FF2B5EF4-FFF2-40B4-BE49-F238E27FC236}">
                      <a16:creationId xmlns:a16="http://schemas.microsoft.com/office/drawing/2014/main" id="{00A72087-9D2E-AFA1-9A27-806DE91AA9E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7" name="Rectangle: Rounded Corners 1266">
                  <a:extLst>
                    <a:ext uri="{FF2B5EF4-FFF2-40B4-BE49-F238E27FC236}">
                      <a16:creationId xmlns:a16="http://schemas.microsoft.com/office/drawing/2014/main" id="{B0AC3B20-D293-5BCD-776C-6F80A3C2F60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8" name="Rectangle: Rounded Corners 1267">
                  <a:extLst>
                    <a:ext uri="{FF2B5EF4-FFF2-40B4-BE49-F238E27FC236}">
                      <a16:creationId xmlns:a16="http://schemas.microsoft.com/office/drawing/2014/main" id="{E9F5192F-91A3-8E52-A63E-280405D7E35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9" name="Rectangle: Rounded Corners 1268">
                  <a:extLst>
                    <a:ext uri="{FF2B5EF4-FFF2-40B4-BE49-F238E27FC236}">
                      <a16:creationId xmlns:a16="http://schemas.microsoft.com/office/drawing/2014/main" id="{3CDD916D-A2D8-98AE-3ED5-9AC766EEDCE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39" name="Group 1138">
              <a:extLst>
                <a:ext uri="{FF2B5EF4-FFF2-40B4-BE49-F238E27FC236}">
                  <a16:creationId xmlns:a16="http://schemas.microsoft.com/office/drawing/2014/main" id="{B4C5F7EF-BA94-DD21-495E-D6DA10C3FE59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240" name="Rectangle: Rounded Corners 1239">
                <a:extLst>
                  <a:ext uri="{FF2B5EF4-FFF2-40B4-BE49-F238E27FC236}">
                    <a16:creationId xmlns:a16="http://schemas.microsoft.com/office/drawing/2014/main" id="{A98D6612-B0E4-6914-29FF-61BF6052A1F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41" name="Group 1240">
                <a:extLst>
                  <a:ext uri="{FF2B5EF4-FFF2-40B4-BE49-F238E27FC236}">
                    <a16:creationId xmlns:a16="http://schemas.microsoft.com/office/drawing/2014/main" id="{A50180E7-53C5-C288-2C8C-2EDD2C3B7008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51" name="Rectangle: Rounded Corners 1250">
                  <a:extLst>
                    <a:ext uri="{FF2B5EF4-FFF2-40B4-BE49-F238E27FC236}">
                      <a16:creationId xmlns:a16="http://schemas.microsoft.com/office/drawing/2014/main" id="{5EADAC52-4203-6880-0E07-B8778CE265B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2" name="Rectangle: Rounded Corners 1251">
                  <a:extLst>
                    <a:ext uri="{FF2B5EF4-FFF2-40B4-BE49-F238E27FC236}">
                      <a16:creationId xmlns:a16="http://schemas.microsoft.com/office/drawing/2014/main" id="{5D3736E7-7E6D-2E19-5360-37235E5CEC5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3" name="Rectangle: Rounded Corners 1252">
                  <a:extLst>
                    <a:ext uri="{FF2B5EF4-FFF2-40B4-BE49-F238E27FC236}">
                      <a16:creationId xmlns:a16="http://schemas.microsoft.com/office/drawing/2014/main" id="{D23FC743-81A7-B60A-520C-9E8DE67A29D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4" name="Rectangle: Rounded Corners 1253">
                  <a:extLst>
                    <a:ext uri="{FF2B5EF4-FFF2-40B4-BE49-F238E27FC236}">
                      <a16:creationId xmlns:a16="http://schemas.microsoft.com/office/drawing/2014/main" id="{69302E44-3EB9-7280-FCD0-B06A5E42649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5" name="Rectangle: Rounded Corners 1254">
                  <a:extLst>
                    <a:ext uri="{FF2B5EF4-FFF2-40B4-BE49-F238E27FC236}">
                      <a16:creationId xmlns:a16="http://schemas.microsoft.com/office/drawing/2014/main" id="{B9727D9D-49CD-AC71-D5A1-BD63BEFE136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6" name="Rectangle: Rounded Corners 1255">
                  <a:extLst>
                    <a:ext uri="{FF2B5EF4-FFF2-40B4-BE49-F238E27FC236}">
                      <a16:creationId xmlns:a16="http://schemas.microsoft.com/office/drawing/2014/main" id="{032C8007-5CD5-E43E-9B38-0DFCDB4E7B0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7" name="Rectangle: Rounded Corners 1256">
                  <a:extLst>
                    <a:ext uri="{FF2B5EF4-FFF2-40B4-BE49-F238E27FC236}">
                      <a16:creationId xmlns:a16="http://schemas.microsoft.com/office/drawing/2014/main" id="{BEB076C5-8B4E-3CA5-B946-DF8CA6F4501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8" name="Rectangle: Rounded Corners 1257">
                  <a:extLst>
                    <a:ext uri="{FF2B5EF4-FFF2-40B4-BE49-F238E27FC236}">
                      <a16:creationId xmlns:a16="http://schemas.microsoft.com/office/drawing/2014/main" id="{4FB148F3-5F66-F0EE-F2B9-20486943496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42" name="Group 1241">
                <a:extLst>
                  <a:ext uri="{FF2B5EF4-FFF2-40B4-BE49-F238E27FC236}">
                    <a16:creationId xmlns:a16="http://schemas.microsoft.com/office/drawing/2014/main" id="{97C74C77-B3FD-CF39-78F9-3068B5E2606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43" name="Rectangle: Rounded Corners 1242">
                  <a:extLst>
                    <a:ext uri="{FF2B5EF4-FFF2-40B4-BE49-F238E27FC236}">
                      <a16:creationId xmlns:a16="http://schemas.microsoft.com/office/drawing/2014/main" id="{13C1D493-0B40-D8F5-E101-53ECFFF1854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4" name="Rectangle: Rounded Corners 1243">
                  <a:extLst>
                    <a:ext uri="{FF2B5EF4-FFF2-40B4-BE49-F238E27FC236}">
                      <a16:creationId xmlns:a16="http://schemas.microsoft.com/office/drawing/2014/main" id="{781DCCEE-DEA3-4C12-9CF4-57200266B69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5" name="Rectangle: Rounded Corners 1244">
                  <a:extLst>
                    <a:ext uri="{FF2B5EF4-FFF2-40B4-BE49-F238E27FC236}">
                      <a16:creationId xmlns:a16="http://schemas.microsoft.com/office/drawing/2014/main" id="{CE505C48-80A2-62C3-FC30-AD383BD3A8D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6" name="Rectangle: Rounded Corners 1245">
                  <a:extLst>
                    <a:ext uri="{FF2B5EF4-FFF2-40B4-BE49-F238E27FC236}">
                      <a16:creationId xmlns:a16="http://schemas.microsoft.com/office/drawing/2014/main" id="{60C88BC8-470E-8815-17A4-440A0A28706F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7" name="Rectangle: Rounded Corners 1246">
                  <a:extLst>
                    <a:ext uri="{FF2B5EF4-FFF2-40B4-BE49-F238E27FC236}">
                      <a16:creationId xmlns:a16="http://schemas.microsoft.com/office/drawing/2014/main" id="{9F8533F7-01C3-A5F3-13C6-B13BF699754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8" name="Rectangle: Rounded Corners 1247">
                  <a:extLst>
                    <a:ext uri="{FF2B5EF4-FFF2-40B4-BE49-F238E27FC236}">
                      <a16:creationId xmlns:a16="http://schemas.microsoft.com/office/drawing/2014/main" id="{9C191F37-FA60-E08E-1281-A4C1AD7B5E8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9" name="Rectangle: Rounded Corners 1248">
                  <a:extLst>
                    <a:ext uri="{FF2B5EF4-FFF2-40B4-BE49-F238E27FC236}">
                      <a16:creationId xmlns:a16="http://schemas.microsoft.com/office/drawing/2014/main" id="{ADFC325F-8857-3A51-E5EA-53A807743C3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0" name="Rectangle: Rounded Corners 1249">
                  <a:extLst>
                    <a:ext uri="{FF2B5EF4-FFF2-40B4-BE49-F238E27FC236}">
                      <a16:creationId xmlns:a16="http://schemas.microsoft.com/office/drawing/2014/main" id="{B54674B7-7D2C-5740-2685-3254F1514F5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40" name="Group 1139">
              <a:extLst>
                <a:ext uri="{FF2B5EF4-FFF2-40B4-BE49-F238E27FC236}">
                  <a16:creationId xmlns:a16="http://schemas.microsoft.com/office/drawing/2014/main" id="{9FA190D1-086A-774F-AE5F-3DE300ADB674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221" name="Rectangle: Rounded Corners 1220">
                <a:extLst>
                  <a:ext uri="{FF2B5EF4-FFF2-40B4-BE49-F238E27FC236}">
                    <a16:creationId xmlns:a16="http://schemas.microsoft.com/office/drawing/2014/main" id="{CBD44074-44F2-0B0F-04A4-FE5D3EEA8757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22" name="Group 1221">
                <a:extLst>
                  <a:ext uri="{FF2B5EF4-FFF2-40B4-BE49-F238E27FC236}">
                    <a16:creationId xmlns:a16="http://schemas.microsoft.com/office/drawing/2014/main" id="{1F5C10AC-40F5-1B53-1DD7-370F01146549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32" name="Rectangle: Rounded Corners 1231">
                  <a:extLst>
                    <a:ext uri="{FF2B5EF4-FFF2-40B4-BE49-F238E27FC236}">
                      <a16:creationId xmlns:a16="http://schemas.microsoft.com/office/drawing/2014/main" id="{F2C7FA6D-8BBB-B6E6-BEDF-A6D9C92FBB3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3" name="Rectangle: Rounded Corners 1232">
                  <a:extLst>
                    <a:ext uri="{FF2B5EF4-FFF2-40B4-BE49-F238E27FC236}">
                      <a16:creationId xmlns:a16="http://schemas.microsoft.com/office/drawing/2014/main" id="{EEC77022-7C7F-458A-E6E6-E21CD1F4D9A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4" name="Rectangle: Rounded Corners 1233">
                  <a:extLst>
                    <a:ext uri="{FF2B5EF4-FFF2-40B4-BE49-F238E27FC236}">
                      <a16:creationId xmlns:a16="http://schemas.microsoft.com/office/drawing/2014/main" id="{AA869EAF-83CE-1603-EAB1-39FC19C3EBC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5" name="Rectangle: Rounded Corners 1234">
                  <a:extLst>
                    <a:ext uri="{FF2B5EF4-FFF2-40B4-BE49-F238E27FC236}">
                      <a16:creationId xmlns:a16="http://schemas.microsoft.com/office/drawing/2014/main" id="{4790FC96-69DE-DDAA-7D90-ACFA3B1401C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6" name="Rectangle: Rounded Corners 1235">
                  <a:extLst>
                    <a:ext uri="{FF2B5EF4-FFF2-40B4-BE49-F238E27FC236}">
                      <a16:creationId xmlns:a16="http://schemas.microsoft.com/office/drawing/2014/main" id="{16C9F0B0-937C-E341-2234-204272C0421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7" name="Rectangle: Rounded Corners 1236">
                  <a:extLst>
                    <a:ext uri="{FF2B5EF4-FFF2-40B4-BE49-F238E27FC236}">
                      <a16:creationId xmlns:a16="http://schemas.microsoft.com/office/drawing/2014/main" id="{1AC85C76-EB6F-8F7E-2138-79BBACBE81C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8" name="Rectangle: Rounded Corners 1237">
                  <a:extLst>
                    <a:ext uri="{FF2B5EF4-FFF2-40B4-BE49-F238E27FC236}">
                      <a16:creationId xmlns:a16="http://schemas.microsoft.com/office/drawing/2014/main" id="{3ABA6E61-1486-FDA3-5F13-B64FC803692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9" name="Rectangle: Rounded Corners 1238">
                  <a:extLst>
                    <a:ext uri="{FF2B5EF4-FFF2-40B4-BE49-F238E27FC236}">
                      <a16:creationId xmlns:a16="http://schemas.microsoft.com/office/drawing/2014/main" id="{E63D7185-C43A-2565-11D0-1CE04E96F9C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23" name="Group 1222">
                <a:extLst>
                  <a:ext uri="{FF2B5EF4-FFF2-40B4-BE49-F238E27FC236}">
                    <a16:creationId xmlns:a16="http://schemas.microsoft.com/office/drawing/2014/main" id="{A1D649F6-E014-A988-04B3-4411FBD669F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24" name="Rectangle: Rounded Corners 1223">
                  <a:extLst>
                    <a:ext uri="{FF2B5EF4-FFF2-40B4-BE49-F238E27FC236}">
                      <a16:creationId xmlns:a16="http://schemas.microsoft.com/office/drawing/2014/main" id="{0BC2D40C-381C-ECF4-25EA-89B9831AE80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5" name="Rectangle: Rounded Corners 1224">
                  <a:extLst>
                    <a:ext uri="{FF2B5EF4-FFF2-40B4-BE49-F238E27FC236}">
                      <a16:creationId xmlns:a16="http://schemas.microsoft.com/office/drawing/2014/main" id="{F2030282-C075-4BA2-4154-A4A6C14B0C1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6" name="Rectangle: Rounded Corners 1225">
                  <a:extLst>
                    <a:ext uri="{FF2B5EF4-FFF2-40B4-BE49-F238E27FC236}">
                      <a16:creationId xmlns:a16="http://schemas.microsoft.com/office/drawing/2014/main" id="{09E04976-F0D9-A669-AAD7-8A47D14B1E3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7" name="Rectangle: Rounded Corners 1226">
                  <a:extLst>
                    <a:ext uri="{FF2B5EF4-FFF2-40B4-BE49-F238E27FC236}">
                      <a16:creationId xmlns:a16="http://schemas.microsoft.com/office/drawing/2014/main" id="{082CCFF7-D7E7-E8B6-432D-BA4204AF28A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8" name="Rectangle: Rounded Corners 1227">
                  <a:extLst>
                    <a:ext uri="{FF2B5EF4-FFF2-40B4-BE49-F238E27FC236}">
                      <a16:creationId xmlns:a16="http://schemas.microsoft.com/office/drawing/2014/main" id="{F907DEE6-125E-D9E6-7BC8-7867397B645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9" name="Rectangle: Rounded Corners 1228">
                  <a:extLst>
                    <a:ext uri="{FF2B5EF4-FFF2-40B4-BE49-F238E27FC236}">
                      <a16:creationId xmlns:a16="http://schemas.microsoft.com/office/drawing/2014/main" id="{D29C5E89-E392-AAC7-740D-1D3A958F960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0" name="Rectangle: Rounded Corners 1229">
                  <a:extLst>
                    <a:ext uri="{FF2B5EF4-FFF2-40B4-BE49-F238E27FC236}">
                      <a16:creationId xmlns:a16="http://schemas.microsoft.com/office/drawing/2014/main" id="{8A8E3355-E47C-A4D8-4857-FB88391C09A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1" name="Rectangle: Rounded Corners 1230">
                  <a:extLst>
                    <a:ext uri="{FF2B5EF4-FFF2-40B4-BE49-F238E27FC236}">
                      <a16:creationId xmlns:a16="http://schemas.microsoft.com/office/drawing/2014/main" id="{D733EEC6-209C-0438-C48D-37E8772044B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41" name="Group 1140">
              <a:extLst>
                <a:ext uri="{FF2B5EF4-FFF2-40B4-BE49-F238E27FC236}">
                  <a16:creationId xmlns:a16="http://schemas.microsoft.com/office/drawing/2014/main" id="{86EAA9E7-665F-2164-74D8-41AC53AEBB1F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202" name="Rectangle: Rounded Corners 1201">
                <a:extLst>
                  <a:ext uri="{FF2B5EF4-FFF2-40B4-BE49-F238E27FC236}">
                    <a16:creationId xmlns:a16="http://schemas.microsoft.com/office/drawing/2014/main" id="{1E92B06A-26CB-43E2-FCD6-A930C2F6EC88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03" name="Group 1202">
                <a:extLst>
                  <a:ext uri="{FF2B5EF4-FFF2-40B4-BE49-F238E27FC236}">
                    <a16:creationId xmlns:a16="http://schemas.microsoft.com/office/drawing/2014/main" id="{98E0B7DB-4128-2B21-58D7-C105C525C97D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13" name="Rectangle: Rounded Corners 1212">
                  <a:extLst>
                    <a:ext uri="{FF2B5EF4-FFF2-40B4-BE49-F238E27FC236}">
                      <a16:creationId xmlns:a16="http://schemas.microsoft.com/office/drawing/2014/main" id="{ED101366-C955-5302-3AA5-9436D182A6F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4" name="Rectangle: Rounded Corners 1213">
                  <a:extLst>
                    <a:ext uri="{FF2B5EF4-FFF2-40B4-BE49-F238E27FC236}">
                      <a16:creationId xmlns:a16="http://schemas.microsoft.com/office/drawing/2014/main" id="{8050C6AD-1EB8-E265-6D9A-585286337C4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5" name="Rectangle: Rounded Corners 1214">
                  <a:extLst>
                    <a:ext uri="{FF2B5EF4-FFF2-40B4-BE49-F238E27FC236}">
                      <a16:creationId xmlns:a16="http://schemas.microsoft.com/office/drawing/2014/main" id="{C8ECB402-F486-57AA-B97C-917103464E9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6" name="Rectangle: Rounded Corners 1215">
                  <a:extLst>
                    <a:ext uri="{FF2B5EF4-FFF2-40B4-BE49-F238E27FC236}">
                      <a16:creationId xmlns:a16="http://schemas.microsoft.com/office/drawing/2014/main" id="{3ED0D269-3AF3-D5BD-914E-454507ED3B9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7" name="Rectangle: Rounded Corners 1216">
                  <a:extLst>
                    <a:ext uri="{FF2B5EF4-FFF2-40B4-BE49-F238E27FC236}">
                      <a16:creationId xmlns:a16="http://schemas.microsoft.com/office/drawing/2014/main" id="{21FD9A45-CFD3-BA60-87DC-42163DCA8D4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8" name="Rectangle: Rounded Corners 1217">
                  <a:extLst>
                    <a:ext uri="{FF2B5EF4-FFF2-40B4-BE49-F238E27FC236}">
                      <a16:creationId xmlns:a16="http://schemas.microsoft.com/office/drawing/2014/main" id="{ACBE138E-BFA9-73D6-0244-6BAB1EE6AA5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9" name="Rectangle: Rounded Corners 1218">
                  <a:extLst>
                    <a:ext uri="{FF2B5EF4-FFF2-40B4-BE49-F238E27FC236}">
                      <a16:creationId xmlns:a16="http://schemas.microsoft.com/office/drawing/2014/main" id="{3C2B07F1-5F9B-22EA-556D-8E36F1BA2E2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0" name="Rectangle: Rounded Corners 1219">
                  <a:extLst>
                    <a:ext uri="{FF2B5EF4-FFF2-40B4-BE49-F238E27FC236}">
                      <a16:creationId xmlns:a16="http://schemas.microsoft.com/office/drawing/2014/main" id="{0CE46DB5-0899-633A-CC45-DEB7139E310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04" name="Group 1203">
                <a:extLst>
                  <a:ext uri="{FF2B5EF4-FFF2-40B4-BE49-F238E27FC236}">
                    <a16:creationId xmlns:a16="http://schemas.microsoft.com/office/drawing/2014/main" id="{9C3E4060-EACC-C9F2-0894-5190205311F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05" name="Rectangle: Rounded Corners 1204">
                  <a:extLst>
                    <a:ext uri="{FF2B5EF4-FFF2-40B4-BE49-F238E27FC236}">
                      <a16:creationId xmlns:a16="http://schemas.microsoft.com/office/drawing/2014/main" id="{79E32BFA-98C0-A7F9-A178-ED2A4A829F4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6" name="Rectangle: Rounded Corners 1205">
                  <a:extLst>
                    <a:ext uri="{FF2B5EF4-FFF2-40B4-BE49-F238E27FC236}">
                      <a16:creationId xmlns:a16="http://schemas.microsoft.com/office/drawing/2014/main" id="{E9718282-8C46-B4C6-4F52-6AB1D52638A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7" name="Rectangle: Rounded Corners 1206">
                  <a:extLst>
                    <a:ext uri="{FF2B5EF4-FFF2-40B4-BE49-F238E27FC236}">
                      <a16:creationId xmlns:a16="http://schemas.microsoft.com/office/drawing/2014/main" id="{C14395B3-432D-6D46-797E-950B5DAA23C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8" name="Rectangle: Rounded Corners 1207">
                  <a:extLst>
                    <a:ext uri="{FF2B5EF4-FFF2-40B4-BE49-F238E27FC236}">
                      <a16:creationId xmlns:a16="http://schemas.microsoft.com/office/drawing/2014/main" id="{58A9C6D3-4A07-7731-34E1-AEC69DF909C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9" name="Rectangle: Rounded Corners 1208">
                  <a:extLst>
                    <a:ext uri="{FF2B5EF4-FFF2-40B4-BE49-F238E27FC236}">
                      <a16:creationId xmlns:a16="http://schemas.microsoft.com/office/drawing/2014/main" id="{3514BE08-7288-DEAF-715A-739C1749843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0" name="Rectangle: Rounded Corners 1209">
                  <a:extLst>
                    <a:ext uri="{FF2B5EF4-FFF2-40B4-BE49-F238E27FC236}">
                      <a16:creationId xmlns:a16="http://schemas.microsoft.com/office/drawing/2014/main" id="{F03A96AD-CEC4-DBEB-9999-81A92F196D2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1" name="Rectangle: Rounded Corners 1210">
                  <a:extLst>
                    <a:ext uri="{FF2B5EF4-FFF2-40B4-BE49-F238E27FC236}">
                      <a16:creationId xmlns:a16="http://schemas.microsoft.com/office/drawing/2014/main" id="{BCE74460-F8F8-9B34-1AE5-60B9B6FEE8F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2" name="Rectangle: Rounded Corners 1211">
                  <a:extLst>
                    <a:ext uri="{FF2B5EF4-FFF2-40B4-BE49-F238E27FC236}">
                      <a16:creationId xmlns:a16="http://schemas.microsoft.com/office/drawing/2014/main" id="{9891E58D-1019-65D5-7B6E-BED15669F4D6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42" name="Group 1141">
              <a:extLst>
                <a:ext uri="{FF2B5EF4-FFF2-40B4-BE49-F238E27FC236}">
                  <a16:creationId xmlns:a16="http://schemas.microsoft.com/office/drawing/2014/main" id="{AD39155D-C951-0407-803B-F88D881B7C31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183" name="Rectangle: Rounded Corners 1182">
                <a:extLst>
                  <a:ext uri="{FF2B5EF4-FFF2-40B4-BE49-F238E27FC236}">
                    <a16:creationId xmlns:a16="http://schemas.microsoft.com/office/drawing/2014/main" id="{8EDC6C8E-ECD7-4528-516A-B4C44C69A1A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184" name="Group 1183">
                <a:extLst>
                  <a:ext uri="{FF2B5EF4-FFF2-40B4-BE49-F238E27FC236}">
                    <a16:creationId xmlns:a16="http://schemas.microsoft.com/office/drawing/2014/main" id="{0CA5E6DC-FD96-C501-D574-D072994A4D0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94" name="Rectangle: Rounded Corners 1193">
                  <a:extLst>
                    <a:ext uri="{FF2B5EF4-FFF2-40B4-BE49-F238E27FC236}">
                      <a16:creationId xmlns:a16="http://schemas.microsoft.com/office/drawing/2014/main" id="{5320E141-1776-E321-8425-4D3A4A641C8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5" name="Rectangle: Rounded Corners 1194">
                  <a:extLst>
                    <a:ext uri="{FF2B5EF4-FFF2-40B4-BE49-F238E27FC236}">
                      <a16:creationId xmlns:a16="http://schemas.microsoft.com/office/drawing/2014/main" id="{CA734046-CAD3-0732-4189-A12426760C6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6" name="Rectangle: Rounded Corners 1195">
                  <a:extLst>
                    <a:ext uri="{FF2B5EF4-FFF2-40B4-BE49-F238E27FC236}">
                      <a16:creationId xmlns:a16="http://schemas.microsoft.com/office/drawing/2014/main" id="{208A2AB6-9624-6F7A-56ED-45938A40364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7" name="Rectangle: Rounded Corners 1196">
                  <a:extLst>
                    <a:ext uri="{FF2B5EF4-FFF2-40B4-BE49-F238E27FC236}">
                      <a16:creationId xmlns:a16="http://schemas.microsoft.com/office/drawing/2014/main" id="{B2F3775F-2198-5A62-F3D3-599D81E6C88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8" name="Rectangle: Rounded Corners 1197">
                  <a:extLst>
                    <a:ext uri="{FF2B5EF4-FFF2-40B4-BE49-F238E27FC236}">
                      <a16:creationId xmlns:a16="http://schemas.microsoft.com/office/drawing/2014/main" id="{40EDAE97-E618-2184-742F-A3A0F1BD807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9" name="Rectangle: Rounded Corners 1198">
                  <a:extLst>
                    <a:ext uri="{FF2B5EF4-FFF2-40B4-BE49-F238E27FC236}">
                      <a16:creationId xmlns:a16="http://schemas.microsoft.com/office/drawing/2014/main" id="{4B33FD1F-A9A8-70D5-C068-4CBD734A714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0" name="Rectangle: Rounded Corners 1199">
                  <a:extLst>
                    <a:ext uri="{FF2B5EF4-FFF2-40B4-BE49-F238E27FC236}">
                      <a16:creationId xmlns:a16="http://schemas.microsoft.com/office/drawing/2014/main" id="{1E375632-C2B9-4BEB-7FCE-24A47696788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1" name="Rectangle: Rounded Corners 1200">
                  <a:extLst>
                    <a:ext uri="{FF2B5EF4-FFF2-40B4-BE49-F238E27FC236}">
                      <a16:creationId xmlns:a16="http://schemas.microsoft.com/office/drawing/2014/main" id="{2C9B846C-0106-8571-2D3F-B666C838935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85" name="Group 1184">
                <a:extLst>
                  <a:ext uri="{FF2B5EF4-FFF2-40B4-BE49-F238E27FC236}">
                    <a16:creationId xmlns:a16="http://schemas.microsoft.com/office/drawing/2014/main" id="{7013DF4C-C373-8F82-5BDC-807A72145D7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86" name="Rectangle: Rounded Corners 1185">
                  <a:extLst>
                    <a:ext uri="{FF2B5EF4-FFF2-40B4-BE49-F238E27FC236}">
                      <a16:creationId xmlns:a16="http://schemas.microsoft.com/office/drawing/2014/main" id="{FAD0F75A-0090-CC91-1663-C4FD5F1DEA60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7" name="Rectangle: Rounded Corners 1186">
                  <a:extLst>
                    <a:ext uri="{FF2B5EF4-FFF2-40B4-BE49-F238E27FC236}">
                      <a16:creationId xmlns:a16="http://schemas.microsoft.com/office/drawing/2014/main" id="{2E4A96E3-DFA8-0C6F-CCC9-2E445AFFE546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8" name="Rectangle: Rounded Corners 1187">
                  <a:extLst>
                    <a:ext uri="{FF2B5EF4-FFF2-40B4-BE49-F238E27FC236}">
                      <a16:creationId xmlns:a16="http://schemas.microsoft.com/office/drawing/2014/main" id="{64C56912-EBBD-3F8A-9292-339E0A1128D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9" name="Rectangle: Rounded Corners 1188">
                  <a:extLst>
                    <a:ext uri="{FF2B5EF4-FFF2-40B4-BE49-F238E27FC236}">
                      <a16:creationId xmlns:a16="http://schemas.microsoft.com/office/drawing/2014/main" id="{730BF6C8-9721-4EBA-CBCD-071557A5730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0" name="Rectangle: Rounded Corners 1189">
                  <a:extLst>
                    <a:ext uri="{FF2B5EF4-FFF2-40B4-BE49-F238E27FC236}">
                      <a16:creationId xmlns:a16="http://schemas.microsoft.com/office/drawing/2014/main" id="{18AEC2F8-D07E-DD68-CA1E-80AC08FFBB2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1" name="Rectangle: Rounded Corners 1190">
                  <a:extLst>
                    <a:ext uri="{FF2B5EF4-FFF2-40B4-BE49-F238E27FC236}">
                      <a16:creationId xmlns:a16="http://schemas.microsoft.com/office/drawing/2014/main" id="{B0F8CDFC-3C1A-A680-1A04-7F6796DAE9F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2" name="Rectangle: Rounded Corners 1191">
                  <a:extLst>
                    <a:ext uri="{FF2B5EF4-FFF2-40B4-BE49-F238E27FC236}">
                      <a16:creationId xmlns:a16="http://schemas.microsoft.com/office/drawing/2014/main" id="{BEC00B76-2CDA-7DF6-51E1-343CABD0681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3" name="Rectangle: Rounded Corners 1192">
                  <a:extLst>
                    <a:ext uri="{FF2B5EF4-FFF2-40B4-BE49-F238E27FC236}">
                      <a16:creationId xmlns:a16="http://schemas.microsoft.com/office/drawing/2014/main" id="{27B6278C-F0C6-E905-D06C-1A91602614D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43" name="Group 1142">
              <a:extLst>
                <a:ext uri="{FF2B5EF4-FFF2-40B4-BE49-F238E27FC236}">
                  <a16:creationId xmlns:a16="http://schemas.microsoft.com/office/drawing/2014/main" id="{7AC55144-AA7B-97DA-0527-E2826B0EC037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164" name="Rectangle: Rounded Corners 1163">
                <a:extLst>
                  <a:ext uri="{FF2B5EF4-FFF2-40B4-BE49-F238E27FC236}">
                    <a16:creationId xmlns:a16="http://schemas.microsoft.com/office/drawing/2014/main" id="{78B8C9C3-59DD-1EA7-6FE9-8C078D1EE77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165" name="Group 1164">
                <a:extLst>
                  <a:ext uri="{FF2B5EF4-FFF2-40B4-BE49-F238E27FC236}">
                    <a16:creationId xmlns:a16="http://schemas.microsoft.com/office/drawing/2014/main" id="{A5B6B9DC-4221-86F9-A340-4C556866A52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75" name="Rectangle: Rounded Corners 1174">
                  <a:extLst>
                    <a:ext uri="{FF2B5EF4-FFF2-40B4-BE49-F238E27FC236}">
                      <a16:creationId xmlns:a16="http://schemas.microsoft.com/office/drawing/2014/main" id="{234FD7DC-FBF5-EB0C-F546-9396F84C451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6" name="Rectangle: Rounded Corners 1175">
                  <a:extLst>
                    <a:ext uri="{FF2B5EF4-FFF2-40B4-BE49-F238E27FC236}">
                      <a16:creationId xmlns:a16="http://schemas.microsoft.com/office/drawing/2014/main" id="{4E28BAD3-B7E3-8263-B8A3-B2C5A060C06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7" name="Rectangle: Rounded Corners 1176">
                  <a:extLst>
                    <a:ext uri="{FF2B5EF4-FFF2-40B4-BE49-F238E27FC236}">
                      <a16:creationId xmlns:a16="http://schemas.microsoft.com/office/drawing/2014/main" id="{BA6767EA-6E51-1887-2D88-329ADE5D4DF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8" name="Rectangle: Rounded Corners 1177">
                  <a:extLst>
                    <a:ext uri="{FF2B5EF4-FFF2-40B4-BE49-F238E27FC236}">
                      <a16:creationId xmlns:a16="http://schemas.microsoft.com/office/drawing/2014/main" id="{8DC6041F-48EF-1AFE-01E0-DC65032569D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9" name="Rectangle: Rounded Corners 1178">
                  <a:extLst>
                    <a:ext uri="{FF2B5EF4-FFF2-40B4-BE49-F238E27FC236}">
                      <a16:creationId xmlns:a16="http://schemas.microsoft.com/office/drawing/2014/main" id="{C522F7F0-A04F-5770-02A9-55D775CABC8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0" name="Rectangle: Rounded Corners 1179">
                  <a:extLst>
                    <a:ext uri="{FF2B5EF4-FFF2-40B4-BE49-F238E27FC236}">
                      <a16:creationId xmlns:a16="http://schemas.microsoft.com/office/drawing/2014/main" id="{F0E3EA9B-6650-9BBD-3A54-DE19B5A4F8B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1" name="Rectangle: Rounded Corners 1180">
                  <a:extLst>
                    <a:ext uri="{FF2B5EF4-FFF2-40B4-BE49-F238E27FC236}">
                      <a16:creationId xmlns:a16="http://schemas.microsoft.com/office/drawing/2014/main" id="{3FECC035-089C-3911-3DDE-9A8B08F8C2E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2" name="Rectangle: Rounded Corners 1181">
                  <a:extLst>
                    <a:ext uri="{FF2B5EF4-FFF2-40B4-BE49-F238E27FC236}">
                      <a16:creationId xmlns:a16="http://schemas.microsoft.com/office/drawing/2014/main" id="{04546499-3FAB-194B-8BD4-71EFAE6834F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66" name="Group 1165">
                <a:extLst>
                  <a:ext uri="{FF2B5EF4-FFF2-40B4-BE49-F238E27FC236}">
                    <a16:creationId xmlns:a16="http://schemas.microsoft.com/office/drawing/2014/main" id="{312DCE51-02A0-70DA-E0CA-25DB77181DD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67" name="Rectangle: Rounded Corners 1166">
                  <a:extLst>
                    <a:ext uri="{FF2B5EF4-FFF2-40B4-BE49-F238E27FC236}">
                      <a16:creationId xmlns:a16="http://schemas.microsoft.com/office/drawing/2014/main" id="{2FC8E9C3-23F2-23DC-836D-2684AAB53B2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8" name="Rectangle: Rounded Corners 1167">
                  <a:extLst>
                    <a:ext uri="{FF2B5EF4-FFF2-40B4-BE49-F238E27FC236}">
                      <a16:creationId xmlns:a16="http://schemas.microsoft.com/office/drawing/2014/main" id="{3EC84FDD-A995-7FD2-AEAC-BEAF351C1E7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9" name="Rectangle: Rounded Corners 1168">
                  <a:extLst>
                    <a:ext uri="{FF2B5EF4-FFF2-40B4-BE49-F238E27FC236}">
                      <a16:creationId xmlns:a16="http://schemas.microsoft.com/office/drawing/2014/main" id="{675C92C1-A0D6-BB32-6290-3D10E1DDD37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0" name="Rectangle: Rounded Corners 1169">
                  <a:extLst>
                    <a:ext uri="{FF2B5EF4-FFF2-40B4-BE49-F238E27FC236}">
                      <a16:creationId xmlns:a16="http://schemas.microsoft.com/office/drawing/2014/main" id="{384CF08D-3868-2975-D395-F7F38EEDED50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1" name="Rectangle: Rounded Corners 1170">
                  <a:extLst>
                    <a:ext uri="{FF2B5EF4-FFF2-40B4-BE49-F238E27FC236}">
                      <a16:creationId xmlns:a16="http://schemas.microsoft.com/office/drawing/2014/main" id="{E4CA1033-C2BD-90F4-2497-B6748E9F572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2" name="Rectangle: Rounded Corners 1171">
                  <a:extLst>
                    <a:ext uri="{FF2B5EF4-FFF2-40B4-BE49-F238E27FC236}">
                      <a16:creationId xmlns:a16="http://schemas.microsoft.com/office/drawing/2014/main" id="{F285E249-3B47-A751-9570-50D50171479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3" name="Rectangle: Rounded Corners 1172">
                  <a:extLst>
                    <a:ext uri="{FF2B5EF4-FFF2-40B4-BE49-F238E27FC236}">
                      <a16:creationId xmlns:a16="http://schemas.microsoft.com/office/drawing/2014/main" id="{101A5D3B-2ED0-B018-8E85-0BEE63D1DB3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4" name="Rectangle: Rounded Corners 1173">
                  <a:extLst>
                    <a:ext uri="{FF2B5EF4-FFF2-40B4-BE49-F238E27FC236}">
                      <a16:creationId xmlns:a16="http://schemas.microsoft.com/office/drawing/2014/main" id="{9387DBEB-0C6C-5E68-97ED-33915847319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44" name="Group 1143">
              <a:extLst>
                <a:ext uri="{FF2B5EF4-FFF2-40B4-BE49-F238E27FC236}">
                  <a16:creationId xmlns:a16="http://schemas.microsoft.com/office/drawing/2014/main" id="{78FCFAC2-79AD-6443-0B72-930DD2ED3902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1145" name="Rectangle: Rounded Corners 1144">
                <a:extLst>
                  <a:ext uri="{FF2B5EF4-FFF2-40B4-BE49-F238E27FC236}">
                    <a16:creationId xmlns:a16="http://schemas.microsoft.com/office/drawing/2014/main" id="{CEC5A4AE-4402-C19F-B6E8-DEF86652637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146" name="Group 1145">
                <a:extLst>
                  <a:ext uri="{FF2B5EF4-FFF2-40B4-BE49-F238E27FC236}">
                    <a16:creationId xmlns:a16="http://schemas.microsoft.com/office/drawing/2014/main" id="{FB10CDE8-3382-5139-9461-FB1ED2928CD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56" name="Rectangle: Rounded Corners 1155">
                  <a:extLst>
                    <a:ext uri="{FF2B5EF4-FFF2-40B4-BE49-F238E27FC236}">
                      <a16:creationId xmlns:a16="http://schemas.microsoft.com/office/drawing/2014/main" id="{6B65C95F-3278-329F-D6F1-E9A46F4E820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7" name="Rectangle: Rounded Corners 1156">
                  <a:extLst>
                    <a:ext uri="{FF2B5EF4-FFF2-40B4-BE49-F238E27FC236}">
                      <a16:creationId xmlns:a16="http://schemas.microsoft.com/office/drawing/2014/main" id="{0131B06F-B19F-F41A-AEBC-75C8D7643CA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8" name="Rectangle: Rounded Corners 1157">
                  <a:extLst>
                    <a:ext uri="{FF2B5EF4-FFF2-40B4-BE49-F238E27FC236}">
                      <a16:creationId xmlns:a16="http://schemas.microsoft.com/office/drawing/2014/main" id="{781DAF3C-977B-B2D2-D897-7B9734EFB4A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9" name="Rectangle: Rounded Corners 1158">
                  <a:extLst>
                    <a:ext uri="{FF2B5EF4-FFF2-40B4-BE49-F238E27FC236}">
                      <a16:creationId xmlns:a16="http://schemas.microsoft.com/office/drawing/2014/main" id="{3E4CBEAF-3DF7-F782-7BCB-865B54CF02B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0" name="Rectangle: Rounded Corners 1159">
                  <a:extLst>
                    <a:ext uri="{FF2B5EF4-FFF2-40B4-BE49-F238E27FC236}">
                      <a16:creationId xmlns:a16="http://schemas.microsoft.com/office/drawing/2014/main" id="{DC7D8FA3-2BF8-D388-6321-D25203E6B9F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1" name="Rectangle: Rounded Corners 1160">
                  <a:extLst>
                    <a:ext uri="{FF2B5EF4-FFF2-40B4-BE49-F238E27FC236}">
                      <a16:creationId xmlns:a16="http://schemas.microsoft.com/office/drawing/2014/main" id="{4CC79802-523A-CBCF-2AE9-3266E6038B8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2" name="Rectangle: Rounded Corners 1161">
                  <a:extLst>
                    <a:ext uri="{FF2B5EF4-FFF2-40B4-BE49-F238E27FC236}">
                      <a16:creationId xmlns:a16="http://schemas.microsoft.com/office/drawing/2014/main" id="{5CBD4CAB-A195-5493-8AF2-75A13C73BBF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3" name="Rectangle: Rounded Corners 1162">
                  <a:extLst>
                    <a:ext uri="{FF2B5EF4-FFF2-40B4-BE49-F238E27FC236}">
                      <a16:creationId xmlns:a16="http://schemas.microsoft.com/office/drawing/2014/main" id="{728B79B1-F268-1936-D5B3-649ED92CA2F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47" name="Group 1146">
                <a:extLst>
                  <a:ext uri="{FF2B5EF4-FFF2-40B4-BE49-F238E27FC236}">
                    <a16:creationId xmlns:a16="http://schemas.microsoft.com/office/drawing/2014/main" id="{10CA51D0-FD18-6DB2-54E0-7CEFBECDE06A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48" name="Rectangle: Rounded Corners 1147">
                  <a:extLst>
                    <a:ext uri="{FF2B5EF4-FFF2-40B4-BE49-F238E27FC236}">
                      <a16:creationId xmlns:a16="http://schemas.microsoft.com/office/drawing/2014/main" id="{935B1BBD-B3F9-20CD-CDA3-EC799A448EA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49" name="Rectangle: Rounded Corners 1148">
                  <a:extLst>
                    <a:ext uri="{FF2B5EF4-FFF2-40B4-BE49-F238E27FC236}">
                      <a16:creationId xmlns:a16="http://schemas.microsoft.com/office/drawing/2014/main" id="{1AD4C25F-7688-1DF8-484D-898CFC865EA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0" name="Rectangle: Rounded Corners 1149">
                  <a:extLst>
                    <a:ext uri="{FF2B5EF4-FFF2-40B4-BE49-F238E27FC236}">
                      <a16:creationId xmlns:a16="http://schemas.microsoft.com/office/drawing/2014/main" id="{443E2554-1B8C-EBF3-072D-DC965B0D224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1" name="Rectangle: Rounded Corners 1150">
                  <a:extLst>
                    <a:ext uri="{FF2B5EF4-FFF2-40B4-BE49-F238E27FC236}">
                      <a16:creationId xmlns:a16="http://schemas.microsoft.com/office/drawing/2014/main" id="{3646CA2C-A64C-1542-C80F-A92D0C600DE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2" name="Rectangle: Rounded Corners 1151">
                  <a:extLst>
                    <a:ext uri="{FF2B5EF4-FFF2-40B4-BE49-F238E27FC236}">
                      <a16:creationId xmlns:a16="http://schemas.microsoft.com/office/drawing/2014/main" id="{1D1AD4ED-9AEF-60F1-6242-E872D202D1E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3" name="Rectangle: Rounded Corners 1152">
                  <a:extLst>
                    <a:ext uri="{FF2B5EF4-FFF2-40B4-BE49-F238E27FC236}">
                      <a16:creationId xmlns:a16="http://schemas.microsoft.com/office/drawing/2014/main" id="{C3D34401-BDA3-49E5-26F6-3A913E80D07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4" name="Rectangle: Rounded Corners 1153">
                  <a:extLst>
                    <a:ext uri="{FF2B5EF4-FFF2-40B4-BE49-F238E27FC236}">
                      <a16:creationId xmlns:a16="http://schemas.microsoft.com/office/drawing/2014/main" id="{9201414F-B8B3-93AD-DAE4-E25662D93C7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5" name="Rectangle: Rounded Corners 1154">
                  <a:extLst>
                    <a:ext uri="{FF2B5EF4-FFF2-40B4-BE49-F238E27FC236}">
                      <a16:creationId xmlns:a16="http://schemas.microsoft.com/office/drawing/2014/main" id="{443159B8-094B-52E7-59DA-702E9B12224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66033B1F-404A-BA79-6CB0-7B6AEA8197F9}"/>
              </a:ext>
            </a:extLst>
          </p:cNvPr>
          <p:cNvGrpSpPr/>
          <p:nvPr/>
        </p:nvGrpSpPr>
        <p:grpSpPr>
          <a:xfrm>
            <a:off x="-478972" y="439777"/>
            <a:ext cx="13102977" cy="1243880"/>
            <a:chOff x="3628570" y="4023519"/>
            <a:chExt cx="23905029" cy="226933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2BB6A0D-F09F-4514-CC15-E09644610A0B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B7A7E66-2A64-F698-DF9C-683D61C63D7C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4854E573-F9B3-AFC5-197C-0BD6752D8D2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3D860332-55F0-E21F-3465-C33B6DD0F0B5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9470B9E9-B15B-A0C4-3067-8893991B933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C6ABB7C2-218E-D015-76A8-3B0DD999451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647C6731-F4D5-E707-4EE5-5568329A1310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92CFBD92-0493-B26F-D70B-92BD6EBBBDD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194BB9D0-0B84-6E65-C7E4-628CB718486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2C4E0C6E-81D3-9876-F8E1-42BC0AC000D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E98E8AAF-8405-B200-956F-9A0F68A92C3A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0FE2B3EB-F280-E29A-14DD-2FF34A868B9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0C206B7E-7F65-6C8A-3609-359467ADFCC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D209067A-C665-E224-B33D-922D99D835C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95326F31-F921-2B8C-4B0F-2BE8D2C7376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BB0E48BE-DB7D-5FB2-D188-7B6BA280BF7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4411EDEE-B36E-EA21-E261-7251221787A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688D02FE-6FA5-78C4-1E31-59858385A91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2A632839-6027-AFD6-6566-90FE0238B96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DC2CD3BB-8294-5FE9-A831-3F9B5043A29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206F670B-0D62-2301-D66F-F0C993EB95F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A26197FB-C61B-3CB6-443E-7BC87447612B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23C22425-B278-8B35-2024-1745C2BD01E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EC44DCCA-331F-94A2-0400-6F59EE0B19A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68BEA67E-B07A-B972-FC74-15F806FAE3D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AC53A96D-C4CF-311B-AC0A-70E7C5D948E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6E1259FE-6B1F-DCF4-F87D-1243CC042CD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Rectangle: Rounded Corners 68">
                  <a:extLst>
                    <a:ext uri="{FF2B5EF4-FFF2-40B4-BE49-F238E27FC236}">
                      <a16:creationId xmlns:a16="http://schemas.microsoft.com/office/drawing/2014/main" id="{36E49FDB-6DD4-136F-0A42-FCC9596590A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" name="Rectangle: Rounded Corners 69">
                  <a:extLst>
                    <a:ext uri="{FF2B5EF4-FFF2-40B4-BE49-F238E27FC236}">
                      <a16:creationId xmlns:a16="http://schemas.microsoft.com/office/drawing/2014/main" id="{EA32655A-7BD5-0D96-7329-0F97573673B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1" name="Rectangle: Rounded Corners 70">
                  <a:extLst>
                    <a:ext uri="{FF2B5EF4-FFF2-40B4-BE49-F238E27FC236}">
                      <a16:creationId xmlns:a16="http://schemas.microsoft.com/office/drawing/2014/main" id="{A890E025-C075-1DD6-C933-358EDD8D06E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2" name="Rectangle: Rounded Corners 71">
                  <a:extLst>
                    <a:ext uri="{FF2B5EF4-FFF2-40B4-BE49-F238E27FC236}">
                      <a16:creationId xmlns:a16="http://schemas.microsoft.com/office/drawing/2014/main" id="{B8BB682C-EB13-1B5C-56D9-C76EFBA12D9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" name="Rectangle: Rounded Corners 72">
                  <a:extLst>
                    <a:ext uri="{FF2B5EF4-FFF2-40B4-BE49-F238E27FC236}">
                      <a16:creationId xmlns:a16="http://schemas.microsoft.com/office/drawing/2014/main" id="{5BBDF131-7363-118B-68F2-8CFD5E7B74E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7A324596-5421-F36B-547D-CBAAA297D6D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2007EFE8-9A38-E3A1-2F3B-33220B561A1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7CADB4A4-E394-1EA4-AA06-927AD93D42E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Rectangle: Rounded Corners 59">
                  <a:extLst>
                    <a:ext uri="{FF2B5EF4-FFF2-40B4-BE49-F238E27FC236}">
                      <a16:creationId xmlns:a16="http://schemas.microsoft.com/office/drawing/2014/main" id="{5316326F-C4C0-B46D-868E-0BE55D2D3D2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7AADC4CD-C125-EA9A-4FB1-035151A7388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7A9B88A1-0988-692A-E266-A3EF62BDE67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E1526F8A-FA14-0DCF-FF31-991C087A47A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835B78AB-932A-6007-466F-4CB46150A08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974BCD3A-8499-3F19-AE55-679B8BE524E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5868FEC5-45F7-2BE7-EA40-9CA8CF2308F8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B00E425A-19CB-5147-1442-72CE0A50D30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03467ADB-630C-B9D6-F2DB-BCEC4DF1E3D9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86" name="Rectangle: Rounded Corners 85">
                  <a:extLst>
                    <a:ext uri="{FF2B5EF4-FFF2-40B4-BE49-F238E27FC236}">
                      <a16:creationId xmlns:a16="http://schemas.microsoft.com/office/drawing/2014/main" id="{31D70F54-6318-C161-33B1-1976BAD7582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" name="Rectangle: Rounded Corners 86">
                  <a:extLst>
                    <a:ext uri="{FF2B5EF4-FFF2-40B4-BE49-F238E27FC236}">
                      <a16:creationId xmlns:a16="http://schemas.microsoft.com/office/drawing/2014/main" id="{840A7985-BBE6-B05B-861F-F9873E985457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Rectangle: Rounded Corners 87">
                  <a:extLst>
                    <a:ext uri="{FF2B5EF4-FFF2-40B4-BE49-F238E27FC236}">
                      <a16:creationId xmlns:a16="http://schemas.microsoft.com/office/drawing/2014/main" id="{37039618-09FB-8247-59A7-7101F11FA92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9" name="Rectangle: Rounded Corners 88">
                  <a:extLst>
                    <a:ext uri="{FF2B5EF4-FFF2-40B4-BE49-F238E27FC236}">
                      <a16:creationId xmlns:a16="http://schemas.microsoft.com/office/drawing/2014/main" id="{919B032A-F986-D9D9-25A3-4B9016422FB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Rectangle: Rounded Corners 89">
                  <a:extLst>
                    <a:ext uri="{FF2B5EF4-FFF2-40B4-BE49-F238E27FC236}">
                      <a16:creationId xmlns:a16="http://schemas.microsoft.com/office/drawing/2014/main" id="{A85D31D2-43BB-178F-4BD3-A95E8308A65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Rectangle: Rounded Corners 90">
                  <a:extLst>
                    <a:ext uri="{FF2B5EF4-FFF2-40B4-BE49-F238E27FC236}">
                      <a16:creationId xmlns:a16="http://schemas.microsoft.com/office/drawing/2014/main" id="{E04925D7-C23C-8157-35D2-0B91E977759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Rectangle: Rounded Corners 91">
                  <a:extLst>
                    <a:ext uri="{FF2B5EF4-FFF2-40B4-BE49-F238E27FC236}">
                      <a16:creationId xmlns:a16="http://schemas.microsoft.com/office/drawing/2014/main" id="{C2525502-C64B-F9E1-5F07-588D26F0D8C2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Rectangle: Rounded Corners 92">
                  <a:extLst>
                    <a:ext uri="{FF2B5EF4-FFF2-40B4-BE49-F238E27FC236}">
                      <a16:creationId xmlns:a16="http://schemas.microsoft.com/office/drawing/2014/main" id="{325D0CB5-6BD6-1BDC-8E47-31FF38EAC7B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3A6112FA-4500-50F7-DDD3-30C40C103C4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21C984DD-BA5D-845F-532E-1BC43E57170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667DA33B-90A8-D21B-F1D2-5D9155D0E54F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FA3CD908-E17B-A664-8D0A-B6196485699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846C76C9-27A5-B8A2-EB05-C47E6E3F93A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16701F90-0CA2-A949-D539-6E0DCEFB1E2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AD7226A2-61FD-0C9C-706F-ECFA31A52C5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DBF59C04-31B2-79EB-211E-3A579F00AC4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Rectangle: Rounded Corners 84">
                  <a:extLst>
                    <a:ext uri="{FF2B5EF4-FFF2-40B4-BE49-F238E27FC236}">
                      <a16:creationId xmlns:a16="http://schemas.microsoft.com/office/drawing/2014/main" id="{39BC3B0A-1B0D-9643-FEE2-ED00C8AADE5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BAE35487-5D30-0B47-50A2-D16AAE46E613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B52F34C0-8C65-E2A6-FE7C-3471AD119D3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12CFEFA7-5F3E-BE83-5BE4-F4058B9E3E6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06" name="Rectangle: Rounded Corners 105">
                  <a:extLst>
                    <a:ext uri="{FF2B5EF4-FFF2-40B4-BE49-F238E27FC236}">
                      <a16:creationId xmlns:a16="http://schemas.microsoft.com/office/drawing/2014/main" id="{9C1D923A-A5FD-7B1F-5E1B-224842E6A6C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7" name="Rectangle: Rounded Corners 106">
                  <a:extLst>
                    <a:ext uri="{FF2B5EF4-FFF2-40B4-BE49-F238E27FC236}">
                      <a16:creationId xmlns:a16="http://schemas.microsoft.com/office/drawing/2014/main" id="{F4286D9B-82A9-1BDC-B01A-1B7271260F6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" name="Rectangle: Rounded Corners 107">
                  <a:extLst>
                    <a:ext uri="{FF2B5EF4-FFF2-40B4-BE49-F238E27FC236}">
                      <a16:creationId xmlns:a16="http://schemas.microsoft.com/office/drawing/2014/main" id="{C5A2C741-B27A-D8B8-3E38-0ACD0213581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Rectangle: Rounded Corners 108">
                  <a:extLst>
                    <a:ext uri="{FF2B5EF4-FFF2-40B4-BE49-F238E27FC236}">
                      <a16:creationId xmlns:a16="http://schemas.microsoft.com/office/drawing/2014/main" id="{187ED3C4-CAF6-38E7-3660-EF35BA5AFF8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" name="Rectangle: Rounded Corners 109">
                  <a:extLst>
                    <a:ext uri="{FF2B5EF4-FFF2-40B4-BE49-F238E27FC236}">
                      <a16:creationId xmlns:a16="http://schemas.microsoft.com/office/drawing/2014/main" id="{1A88441F-3182-0672-F3FD-7CBC039CECB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" name="Rectangle: Rounded Corners 110">
                  <a:extLst>
                    <a:ext uri="{FF2B5EF4-FFF2-40B4-BE49-F238E27FC236}">
                      <a16:creationId xmlns:a16="http://schemas.microsoft.com/office/drawing/2014/main" id="{53A2F518-E73B-3479-35F8-B5845B185E6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" name="Rectangle: Rounded Corners 111">
                  <a:extLst>
                    <a:ext uri="{FF2B5EF4-FFF2-40B4-BE49-F238E27FC236}">
                      <a16:creationId xmlns:a16="http://schemas.microsoft.com/office/drawing/2014/main" id="{0023C126-9B5E-F7B8-52AC-1B86DA1AD08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" name="Rectangle: Rounded Corners 112">
                  <a:extLst>
                    <a:ext uri="{FF2B5EF4-FFF2-40B4-BE49-F238E27FC236}">
                      <a16:creationId xmlns:a16="http://schemas.microsoft.com/office/drawing/2014/main" id="{1DDFCD4E-3DAC-7496-81E5-79722485E84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2B7D15CE-A4C2-2E53-8117-E7A27FF1C5B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98" name="Rectangle: Rounded Corners 97">
                  <a:extLst>
                    <a:ext uri="{FF2B5EF4-FFF2-40B4-BE49-F238E27FC236}">
                      <a16:creationId xmlns:a16="http://schemas.microsoft.com/office/drawing/2014/main" id="{5DF9B6E5-2C7C-BB19-6806-7B4D005926F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Rectangle: Rounded Corners 98">
                  <a:extLst>
                    <a:ext uri="{FF2B5EF4-FFF2-40B4-BE49-F238E27FC236}">
                      <a16:creationId xmlns:a16="http://schemas.microsoft.com/office/drawing/2014/main" id="{9FD16D5E-333B-F0A9-26F6-BB74E3D24A4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Rectangle: Rounded Corners 99">
                  <a:extLst>
                    <a:ext uri="{FF2B5EF4-FFF2-40B4-BE49-F238E27FC236}">
                      <a16:creationId xmlns:a16="http://schemas.microsoft.com/office/drawing/2014/main" id="{B604EC2A-6DD1-A66A-4D0D-9C7CD9B8E94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Rectangle: Rounded Corners 100">
                  <a:extLst>
                    <a:ext uri="{FF2B5EF4-FFF2-40B4-BE49-F238E27FC236}">
                      <a16:creationId xmlns:a16="http://schemas.microsoft.com/office/drawing/2014/main" id="{1B3EDADB-7611-09AE-70D7-1AB26E1F3528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Rectangle: Rounded Corners 101">
                  <a:extLst>
                    <a:ext uri="{FF2B5EF4-FFF2-40B4-BE49-F238E27FC236}">
                      <a16:creationId xmlns:a16="http://schemas.microsoft.com/office/drawing/2014/main" id="{870F00CA-9CBA-3938-1293-2FAA86157D6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3" name="Rectangle: Rounded Corners 102">
                  <a:extLst>
                    <a:ext uri="{FF2B5EF4-FFF2-40B4-BE49-F238E27FC236}">
                      <a16:creationId xmlns:a16="http://schemas.microsoft.com/office/drawing/2014/main" id="{F1C65317-A529-45E2-A3B9-A9330965375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Rectangle: Rounded Corners 103">
                  <a:extLst>
                    <a:ext uri="{FF2B5EF4-FFF2-40B4-BE49-F238E27FC236}">
                      <a16:creationId xmlns:a16="http://schemas.microsoft.com/office/drawing/2014/main" id="{33D16B4C-FD88-9686-DE87-A47E4402136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5" name="Rectangle: Rounded Corners 104">
                  <a:extLst>
                    <a:ext uri="{FF2B5EF4-FFF2-40B4-BE49-F238E27FC236}">
                      <a16:creationId xmlns:a16="http://schemas.microsoft.com/office/drawing/2014/main" id="{D93DCCE7-A417-A2CA-5D49-3A6C1DB2AD1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D43C51EB-E614-F1F9-58E2-0DD5E2FD5ACE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CE8C2AC3-06E9-68DC-AFE7-2D0D74A9F43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1BDFD74F-1094-121A-66D3-55EF73D8801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6" name="Rectangle: Rounded Corners 125">
                  <a:extLst>
                    <a:ext uri="{FF2B5EF4-FFF2-40B4-BE49-F238E27FC236}">
                      <a16:creationId xmlns:a16="http://schemas.microsoft.com/office/drawing/2014/main" id="{901CD463-A6D5-8B25-E0E5-5176BC77214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" name="Rectangle: Rounded Corners 126">
                  <a:extLst>
                    <a:ext uri="{FF2B5EF4-FFF2-40B4-BE49-F238E27FC236}">
                      <a16:creationId xmlns:a16="http://schemas.microsoft.com/office/drawing/2014/main" id="{AD48DEA4-F18D-826E-9B8F-E063997A46B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Rectangle: Rounded Corners 127">
                  <a:extLst>
                    <a:ext uri="{FF2B5EF4-FFF2-40B4-BE49-F238E27FC236}">
                      <a16:creationId xmlns:a16="http://schemas.microsoft.com/office/drawing/2014/main" id="{C232B41A-579A-7931-5EEC-9B807233C697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Rectangle: Rounded Corners 128">
                  <a:extLst>
                    <a:ext uri="{FF2B5EF4-FFF2-40B4-BE49-F238E27FC236}">
                      <a16:creationId xmlns:a16="http://schemas.microsoft.com/office/drawing/2014/main" id="{BF9C7997-AA34-D292-9E6A-28170060206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" name="Rectangle: Rounded Corners 129">
                  <a:extLst>
                    <a:ext uri="{FF2B5EF4-FFF2-40B4-BE49-F238E27FC236}">
                      <a16:creationId xmlns:a16="http://schemas.microsoft.com/office/drawing/2014/main" id="{9887F126-33EC-F812-4CE4-D1D9CBFDB2D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1" name="Rectangle: Rounded Corners 130">
                  <a:extLst>
                    <a:ext uri="{FF2B5EF4-FFF2-40B4-BE49-F238E27FC236}">
                      <a16:creationId xmlns:a16="http://schemas.microsoft.com/office/drawing/2014/main" id="{773DBC3A-44BB-6DDB-86E4-B7AC052335D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Rectangle: Rounded Corners 131">
                  <a:extLst>
                    <a:ext uri="{FF2B5EF4-FFF2-40B4-BE49-F238E27FC236}">
                      <a16:creationId xmlns:a16="http://schemas.microsoft.com/office/drawing/2014/main" id="{904D6FF8-90FD-D5EF-8CC7-E380BCC2D7B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3" name="Rectangle: Rounded Corners 132">
                  <a:extLst>
                    <a:ext uri="{FF2B5EF4-FFF2-40B4-BE49-F238E27FC236}">
                      <a16:creationId xmlns:a16="http://schemas.microsoft.com/office/drawing/2014/main" id="{42AAC22B-F58D-AA16-3E35-0BE7CEB6A44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A1C1627E-9E50-2745-A527-C2AA632F7A5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8" name="Rectangle: Rounded Corners 117">
                  <a:extLst>
                    <a:ext uri="{FF2B5EF4-FFF2-40B4-BE49-F238E27FC236}">
                      <a16:creationId xmlns:a16="http://schemas.microsoft.com/office/drawing/2014/main" id="{3B7CA6F9-FA59-1A4D-4F7E-EE1C754161A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" name="Rectangle: Rounded Corners 118">
                  <a:extLst>
                    <a:ext uri="{FF2B5EF4-FFF2-40B4-BE49-F238E27FC236}">
                      <a16:creationId xmlns:a16="http://schemas.microsoft.com/office/drawing/2014/main" id="{C1CADBF9-07AE-0197-8404-18CB5A4A451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" name="Rectangle: Rounded Corners 119">
                  <a:extLst>
                    <a:ext uri="{FF2B5EF4-FFF2-40B4-BE49-F238E27FC236}">
                      <a16:creationId xmlns:a16="http://schemas.microsoft.com/office/drawing/2014/main" id="{57E2FEB4-5FE2-3193-40F9-CEDD52FC203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" name="Rectangle: Rounded Corners 120">
                  <a:extLst>
                    <a:ext uri="{FF2B5EF4-FFF2-40B4-BE49-F238E27FC236}">
                      <a16:creationId xmlns:a16="http://schemas.microsoft.com/office/drawing/2014/main" id="{965E1136-B253-E2DB-0C7A-2500D239A9F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Rectangle: Rounded Corners 121">
                  <a:extLst>
                    <a:ext uri="{FF2B5EF4-FFF2-40B4-BE49-F238E27FC236}">
                      <a16:creationId xmlns:a16="http://schemas.microsoft.com/office/drawing/2014/main" id="{C99ED38B-CE6F-EC17-1867-AE1530C7828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" name="Rectangle: Rounded Corners 122">
                  <a:extLst>
                    <a:ext uri="{FF2B5EF4-FFF2-40B4-BE49-F238E27FC236}">
                      <a16:creationId xmlns:a16="http://schemas.microsoft.com/office/drawing/2014/main" id="{E30CA144-5C4C-F4DC-02E5-9840C5AB8DD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Rectangle: Rounded Corners 123">
                  <a:extLst>
                    <a:ext uri="{FF2B5EF4-FFF2-40B4-BE49-F238E27FC236}">
                      <a16:creationId xmlns:a16="http://schemas.microsoft.com/office/drawing/2014/main" id="{946796A5-826E-8C26-A9B9-B512AF5A0AD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" name="Rectangle: Rounded Corners 124">
                  <a:extLst>
                    <a:ext uri="{FF2B5EF4-FFF2-40B4-BE49-F238E27FC236}">
                      <a16:creationId xmlns:a16="http://schemas.microsoft.com/office/drawing/2014/main" id="{E0147F10-4B9D-BFD5-473D-F7A53EDC540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4D7F464F-4BD4-95D3-0BA4-B7B969B99D46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35" name="Rectangle: Rounded Corners 134">
                <a:extLst>
                  <a:ext uri="{FF2B5EF4-FFF2-40B4-BE49-F238E27FC236}">
                    <a16:creationId xmlns:a16="http://schemas.microsoft.com/office/drawing/2014/main" id="{A365178D-48A7-94F4-660E-397DC7817A03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0957744B-2319-FFEE-689D-FDEFAFDDE0B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6" name="Rectangle: Rounded Corners 145">
                  <a:extLst>
                    <a:ext uri="{FF2B5EF4-FFF2-40B4-BE49-F238E27FC236}">
                      <a16:creationId xmlns:a16="http://schemas.microsoft.com/office/drawing/2014/main" id="{7E5F8DFB-9803-1C6F-5BBA-F733426D1F4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" name="Rectangle: Rounded Corners 146">
                  <a:extLst>
                    <a:ext uri="{FF2B5EF4-FFF2-40B4-BE49-F238E27FC236}">
                      <a16:creationId xmlns:a16="http://schemas.microsoft.com/office/drawing/2014/main" id="{2BD06027-3DE1-F579-1D0A-55F696869CFC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" name="Rectangle: Rounded Corners 147">
                  <a:extLst>
                    <a:ext uri="{FF2B5EF4-FFF2-40B4-BE49-F238E27FC236}">
                      <a16:creationId xmlns:a16="http://schemas.microsoft.com/office/drawing/2014/main" id="{0DF67AD5-1ABF-B003-51FD-6DF244686BF1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" name="Rectangle: Rounded Corners 148">
                  <a:extLst>
                    <a:ext uri="{FF2B5EF4-FFF2-40B4-BE49-F238E27FC236}">
                      <a16:creationId xmlns:a16="http://schemas.microsoft.com/office/drawing/2014/main" id="{D42746A5-946A-4816-A883-7C680E58C1F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Rectangle: Rounded Corners 149">
                  <a:extLst>
                    <a:ext uri="{FF2B5EF4-FFF2-40B4-BE49-F238E27FC236}">
                      <a16:creationId xmlns:a16="http://schemas.microsoft.com/office/drawing/2014/main" id="{46B35DB7-86FE-6218-C1B0-4F0B4DF264B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" name="Rectangle: Rounded Corners 150">
                  <a:extLst>
                    <a:ext uri="{FF2B5EF4-FFF2-40B4-BE49-F238E27FC236}">
                      <a16:creationId xmlns:a16="http://schemas.microsoft.com/office/drawing/2014/main" id="{D76EE959-76CB-88B1-A8E8-9F2AC294312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" name="Rectangle: Rounded Corners 151">
                  <a:extLst>
                    <a:ext uri="{FF2B5EF4-FFF2-40B4-BE49-F238E27FC236}">
                      <a16:creationId xmlns:a16="http://schemas.microsoft.com/office/drawing/2014/main" id="{77BC10FF-DC35-4E29-FAD6-090667CDC8B8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" name="Rectangle: Rounded Corners 152">
                  <a:extLst>
                    <a:ext uri="{FF2B5EF4-FFF2-40B4-BE49-F238E27FC236}">
                      <a16:creationId xmlns:a16="http://schemas.microsoft.com/office/drawing/2014/main" id="{7C794EFC-B22C-7CE2-208E-F2F8CD86846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FFF1FB60-F045-6007-547C-8BE4F7030D0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8" name="Rectangle: Rounded Corners 137">
                  <a:extLst>
                    <a:ext uri="{FF2B5EF4-FFF2-40B4-BE49-F238E27FC236}">
                      <a16:creationId xmlns:a16="http://schemas.microsoft.com/office/drawing/2014/main" id="{A06A3ACE-D32C-B7B8-0869-D04B0731ED3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" name="Rectangle: Rounded Corners 138">
                  <a:extLst>
                    <a:ext uri="{FF2B5EF4-FFF2-40B4-BE49-F238E27FC236}">
                      <a16:creationId xmlns:a16="http://schemas.microsoft.com/office/drawing/2014/main" id="{2450BA4D-8A58-4F66-A0D2-A9E371AB669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" name="Rectangle: Rounded Corners 139">
                  <a:extLst>
                    <a:ext uri="{FF2B5EF4-FFF2-40B4-BE49-F238E27FC236}">
                      <a16:creationId xmlns:a16="http://schemas.microsoft.com/office/drawing/2014/main" id="{D1708CD3-31ED-76A7-D614-770DC5F8071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Rectangle: Rounded Corners 140">
                  <a:extLst>
                    <a:ext uri="{FF2B5EF4-FFF2-40B4-BE49-F238E27FC236}">
                      <a16:creationId xmlns:a16="http://schemas.microsoft.com/office/drawing/2014/main" id="{58AD0090-5C65-498E-BCF4-740C0013780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Rectangle: Rounded Corners 141">
                  <a:extLst>
                    <a:ext uri="{FF2B5EF4-FFF2-40B4-BE49-F238E27FC236}">
                      <a16:creationId xmlns:a16="http://schemas.microsoft.com/office/drawing/2014/main" id="{908AB9BA-D213-3FBE-DA41-B9CE9062C12C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Rectangle: Rounded Corners 142">
                  <a:extLst>
                    <a:ext uri="{FF2B5EF4-FFF2-40B4-BE49-F238E27FC236}">
                      <a16:creationId xmlns:a16="http://schemas.microsoft.com/office/drawing/2014/main" id="{EB232B7F-3115-4A51-1EAA-EB8B6F2F3FD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Rectangle: Rounded Corners 143">
                  <a:extLst>
                    <a:ext uri="{FF2B5EF4-FFF2-40B4-BE49-F238E27FC236}">
                      <a16:creationId xmlns:a16="http://schemas.microsoft.com/office/drawing/2014/main" id="{378BCEAD-2BEE-D130-3DF7-95256AAFC0F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Rectangle: Rounded Corners 144">
                  <a:extLst>
                    <a:ext uri="{FF2B5EF4-FFF2-40B4-BE49-F238E27FC236}">
                      <a16:creationId xmlns:a16="http://schemas.microsoft.com/office/drawing/2014/main" id="{C112E0FF-83B1-0C95-313A-641E4B681F30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871E1A4B-73D7-2601-07C1-2E7BEC17D7A9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55" name="Rectangle: Rounded Corners 154">
                <a:extLst>
                  <a:ext uri="{FF2B5EF4-FFF2-40B4-BE49-F238E27FC236}">
                    <a16:creationId xmlns:a16="http://schemas.microsoft.com/office/drawing/2014/main" id="{8D9E3771-1C49-E95A-A72A-F4B4644D61F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C2B5DCC5-D971-6C53-3597-D71ADACEF91D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6" name="Rectangle: Rounded Corners 165">
                  <a:extLst>
                    <a:ext uri="{FF2B5EF4-FFF2-40B4-BE49-F238E27FC236}">
                      <a16:creationId xmlns:a16="http://schemas.microsoft.com/office/drawing/2014/main" id="{6EC1FF9D-EC07-A673-0252-6D7A62DB6DF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" name="Rectangle: Rounded Corners 166">
                  <a:extLst>
                    <a:ext uri="{FF2B5EF4-FFF2-40B4-BE49-F238E27FC236}">
                      <a16:creationId xmlns:a16="http://schemas.microsoft.com/office/drawing/2014/main" id="{1C54FF71-A2E0-2D17-A7CA-5F589F5423D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8" name="Rectangle: Rounded Corners 167">
                  <a:extLst>
                    <a:ext uri="{FF2B5EF4-FFF2-40B4-BE49-F238E27FC236}">
                      <a16:creationId xmlns:a16="http://schemas.microsoft.com/office/drawing/2014/main" id="{C4B96365-6026-B9C4-EC7C-56AB20299B6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" name="Rectangle: Rounded Corners 168">
                  <a:extLst>
                    <a:ext uri="{FF2B5EF4-FFF2-40B4-BE49-F238E27FC236}">
                      <a16:creationId xmlns:a16="http://schemas.microsoft.com/office/drawing/2014/main" id="{CEBF5493-E296-A031-BFAE-BC661526316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0" name="Rectangle: Rounded Corners 169">
                  <a:extLst>
                    <a:ext uri="{FF2B5EF4-FFF2-40B4-BE49-F238E27FC236}">
                      <a16:creationId xmlns:a16="http://schemas.microsoft.com/office/drawing/2014/main" id="{5BDB9891-E162-5FFA-2390-07F9E9788E8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" name="Rectangle: Rounded Corners 170">
                  <a:extLst>
                    <a:ext uri="{FF2B5EF4-FFF2-40B4-BE49-F238E27FC236}">
                      <a16:creationId xmlns:a16="http://schemas.microsoft.com/office/drawing/2014/main" id="{7B6731BA-6EB7-5477-71AB-1A56D05A651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" name="Rectangle: Rounded Corners 171">
                  <a:extLst>
                    <a:ext uri="{FF2B5EF4-FFF2-40B4-BE49-F238E27FC236}">
                      <a16:creationId xmlns:a16="http://schemas.microsoft.com/office/drawing/2014/main" id="{EE873371-A7FD-55C2-20DD-EA48F06CDC7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" name="Rectangle: Rounded Corners 172">
                  <a:extLst>
                    <a:ext uri="{FF2B5EF4-FFF2-40B4-BE49-F238E27FC236}">
                      <a16:creationId xmlns:a16="http://schemas.microsoft.com/office/drawing/2014/main" id="{549FDCC0-059F-1974-341A-B6DAB0712DF3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C058DCAD-4B10-238A-93B5-DEE6D895261B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8" name="Rectangle: Rounded Corners 157">
                  <a:extLst>
                    <a:ext uri="{FF2B5EF4-FFF2-40B4-BE49-F238E27FC236}">
                      <a16:creationId xmlns:a16="http://schemas.microsoft.com/office/drawing/2014/main" id="{1BE03E8C-5A45-D220-235C-AD41934C716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" name="Rectangle: Rounded Corners 158">
                  <a:extLst>
                    <a:ext uri="{FF2B5EF4-FFF2-40B4-BE49-F238E27FC236}">
                      <a16:creationId xmlns:a16="http://schemas.microsoft.com/office/drawing/2014/main" id="{1518CABE-42FE-53B1-1388-65684DF9831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0" name="Rectangle: Rounded Corners 159">
                  <a:extLst>
                    <a:ext uri="{FF2B5EF4-FFF2-40B4-BE49-F238E27FC236}">
                      <a16:creationId xmlns:a16="http://schemas.microsoft.com/office/drawing/2014/main" id="{078C09DF-C94E-F08D-4015-4280475CDAD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Rectangle: Rounded Corners 160">
                  <a:extLst>
                    <a:ext uri="{FF2B5EF4-FFF2-40B4-BE49-F238E27FC236}">
                      <a16:creationId xmlns:a16="http://schemas.microsoft.com/office/drawing/2014/main" id="{7B775670-4ABB-436C-8DF8-2576473C652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Rectangle: Rounded Corners 161">
                  <a:extLst>
                    <a:ext uri="{FF2B5EF4-FFF2-40B4-BE49-F238E27FC236}">
                      <a16:creationId xmlns:a16="http://schemas.microsoft.com/office/drawing/2014/main" id="{5033F480-72AB-7D9A-43D2-6D99F6F76AF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Rectangle: Rounded Corners 162">
                  <a:extLst>
                    <a:ext uri="{FF2B5EF4-FFF2-40B4-BE49-F238E27FC236}">
                      <a16:creationId xmlns:a16="http://schemas.microsoft.com/office/drawing/2014/main" id="{9AD4265A-8A3F-3B45-FF23-32565DA0320E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4" name="Rectangle: Rounded Corners 163">
                  <a:extLst>
                    <a:ext uri="{FF2B5EF4-FFF2-40B4-BE49-F238E27FC236}">
                      <a16:creationId xmlns:a16="http://schemas.microsoft.com/office/drawing/2014/main" id="{A535EBD8-338E-25F3-73C5-E75F4D3A690E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" name="Rectangle: Rounded Corners 164">
                  <a:extLst>
                    <a:ext uri="{FF2B5EF4-FFF2-40B4-BE49-F238E27FC236}">
                      <a16:creationId xmlns:a16="http://schemas.microsoft.com/office/drawing/2014/main" id="{7B6A173C-6734-EBCF-4108-BF4D1A7F2944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6A16122C-168C-D4F1-C024-F9543AF77E3B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75" name="Rectangle: Rounded Corners 174">
                <a:extLst>
                  <a:ext uri="{FF2B5EF4-FFF2-40B4-BE49-F238E27FC236}">
                    <a16:creationId xmlns:a16="http://schemas.microsoft.com/office/drawing/2014/main" id="{B3BA1F4C-85A2-9CF4-C1AA-2EA5418F67C2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C7F8E970-4263-ED43-2CA2-58CED574A0F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6" name="Rectangle: Rounded Corners 185">
                  <a:extLst>
                    <a:ext uri="{FF2B5EF4-FFF2-40B4-BE49-F238E27FC236}">
                      <a16:creationId xmlns:a16="http://schemas.microsoft.com/office/drawing/2014/main" id="{7C5F0865-9CD2-E4A1-E3B5-D1752FB13095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" name="Rectangle: Rounded Corners 186">
                  <a:extLst>
                    <a:ext uri="{FF2B5EF4-FFF2-40B4-BE49-F238E27FC236}">
                      <a16:creationId xmlns:a16="http://schemas.microsoft.com/office/drawing/2014/main" id="{27231F32-9FF8-2B58-BBA7-93456648F23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8" name="Rectangle: Rounded Corners 187">
                  <a:extLst>
                    <a:ext uri="{FF2B5EF4-FFF2-40B4-BE49-F238E27FC236}">
                      <a16:creationId xmlns:a16="http://schemas.microsoft.com/office/drawing/2014/main" id="{27EA2CE7-9164-6FCD-E17F-ACA215C3B35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Rectangle: Rounded Corners 188">
                  <a:extLst>
                    <a:ext uri="{FF2B5EF4-FFF2-40B4-BE49-F238E27FC236}">
                      <a16:creationId xmlns:a16="http://schemas.microsoft.com/office/drawing/2014/main" id="{7B597E2B-2F00-7BA3-D8AD-BF2678473A7E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" name="Rectangle: Rounded Corners 189">
                  <a:extLst>
                    <a:ext uri="{FF2B5EF4-FFF2-40B4-BE49-F238E27FC236}">
                      <a16:creationId xmlns:a16="http://schemas.microsoft.com/office/drawing/2014/main" id="{E39D8887-6DD7-A461-5746-1DAA7E4967F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" name="Rectangle: Rounded Corners 190">
                  <a:extLst>
                    <a:ext uri="{FF2B5EF4-FFF2-40B4-BE49-F238E27FC236}">
                      <a16:creationId xmlns:a16="http://schemas.microsoft.com/office/drawing/2014/main" id="{A4DDA855-0617-8B46-8EA8-CB95DF3927F3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Rectangle: Rounded Corners 191">
                  <a:extLst>
                    <a:ext uri="{FF2B5EF4-FFF2-40B4-BE49-F238E27FC236}">
                      <a16:creationId xmlns:a16="http://schemas.microsoft.com/office/drawing/2014/main" id="{309FC4F5-040E-9578-35D4-BE170D536A2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" name="Rectangle: Rounded Corners 192">
                  <a:extLst>
                    <a:ext uri="{FF2B5EF4-FFF2-40B4-BE49-F238E27FC236}">
                      <a16:creationId xmlns:a16="http://schemas.microsoft.com/office/drawing/2014/main" id="{698D2E94-82A2-DFF6-8D4D-01024A238D4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6DBDF84C-2507-DD19-61C2-70EAB00102EF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8" name="Rectangle: Rounded Corners 177">
                  <a:extLst>
                    <a:ext uri="{FF2B5EF4-FFF2-40B4-BE49-F238E27FC236}">
                      <a16:creationId xmlns:a16="http://schemas.microsoft.com/office/drawing/2014/main" id="{1C6349CB-303A-391E-0C9A-70DB5DEBDC0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" name="Rectangle: Rounded Corners 178">
                  <a:extLst>
                    <a:ext uri="{FF2B5EF4-FFF2-40B4-BE49-F238E27FC236}">
                      <a16:creationId xmlns:a16="http://schemas.microsoft.com/office/drawing/2014/main" id="{15B7E20F-4BA7-B066-FCC9-CE385D8313A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" name="Rectangle: Rounded Corners 179">
                  <a:extLst>
                    <a:ext uri="{FF2B5EF4-FFF2-40B4-BE49-F238E27FC236}">
                      <a16:creationId xmlns:a16="http://schemas.microsoft.com/office/drawing/2014/main" id="{AC2947C4-071E-5B5F-0482-4DA5CF8D874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" name="Rectangle: Rounded Corners 180">
                  <a:extLst>
                    <a:ext uri="{FF2B5EF4-FFF2-40B4-BE49-F238E27FC236}">
                      <a16:creationId xmlns:a16="http://schemas.microsoft.com/office/drawing/2014/main" id="{0A470426-3C9A-6E5F-5FEF-5F3B6E234BB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" name="Rectangle: Rounded Corners 181">
                  <a:extLst>
                    <a:ext uri="{FF2B5EF4-FFF2-40B4-BE49-F238E27FC236}">
                      <a16:creationId xmlns:a16="http://schemas.microsoft.com/office/drawing/2014/main" id="{CA6D18E3-37CA-3A76-3CEB-DBD5A39F843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" name="Rectangle: Rounded Corners 182">
                  <a:extLst>
                    <a:ext uri="{FF2B5EF4-FFF2-40B4-BE49-F238E27FC236}">
                      <a16:creationId xmlns:a16="http://schemas.microsoft.com/office/drawing/2014/main" id="{22903ED3-6A4C-B5F3-D1EF-0329F1A36D0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" name="Rectangle: Rounded Corners 183">
                  <a:extLst>
                    <a:ext uri="{FF2B5EF4-FFF2-40B4-BE49-F238E27FC236}">
                      <a16:creationId xmlns:a16="http://schemas.microsoft.com/office/drawing/2014/main" id="{09F08F39-B571-41F1-7AB0-7647BDC14D0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" name="Rectangle: Rounded Corners 184">
                  <a:extLst>
                    <a:ext uri="{FF2B5EF4-FFF2-40B4-BE49-F238E27FC236}">
                      <a16:creationId xmlns:a16="http://schemas.microsoft.com/office/drawing/2014/main" id="{88BE941C-EDA1-CF06-E88E-BB194500224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458543E9-CD53-3127-EB6C-90F680FCD760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95" name="Rectangle: Rounded Corners 194">
                <a:extLst>
                  <a:ext uri="{FF2B5EF4-FFF2-40B4-BE49-F238E27FC236}">
                    <a16:creationId xmlns:a16="http://schemas.microsoft.com/office/drawing/2014/main" id="{93E1F439-526C-139E-3EC1-4DAF4DE09A4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E96BA46-7B45-3060-86DC-10F5F68C5053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6" name="Rectangle: Rounded Corners 205">
                  <a:extLst>
                    <a:ext uri="{FF2B5EF4-FFF2-40B4-BE49-F238E27FC236}">
                      <a16:creationId xmlns:a16="http://schemas.microsoft.com/office/drawing/2014/main" id="{BBDB89BE-A42B-2881-578B-B9C43FFC3F9B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Rectangle: Rounded Corners 206">
                  <a:extLst>
                    <a:ext uri="{FF2B5EF4-FFF2-40B4-BE49-F238E27FC236}">
                      <a16:creationId xmlns:a16="http://schemas.microsoft.com/office/drawing/2014/main" id="{32BF06A3-554E-6B03-2F76-5BE768EA12A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" name="Rectangle: Rounded Corners 207">
                  <a:extLst>
                    <a:ext uri="{FF2B5EF4-FFF2-40B4-BE49-F238E27FC236}">
                      <a16:creationId xmlns:a16="http://schemas.microsoft.com/office/drawing/2014/main" id="{DAA0AEFA-7124-0128-E492-CA0F5F92C3AE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" name="Rectangle: Rounded Corners 208">
                  <a:extLst>
                    <a:ext uri="{FF2B5EF4-FFF2-40B4-BE49-F238E27FC236}">
                      <a16:creationId xmlns:a16="http://schemas.microsoft.com/office/drawing/2014/main" id="{02FDE5FB-F94C-0C50-3C02-870B8EE85AD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0" name="Rectangle: Rounded Corners 209">
                  <a:extLst>
                    <a:ext uri="{FF2B5EF4-FFF2-40B4-BE49-F238E27FC236}">
                      <a16:creationId xmlns:a16="http://schemas.microsoft.com/office/drawing/2014/main" id="{7B48EA55-D782-C441-5ABE-F59657D9DF31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Rectangle: Rounded Corners 210">
                  <a:extLst>
                    <a:ext uri="{FF2B5EF4-FFF2-40B4-BE49-F238E27FC236}">
                      <a16:creationId xmlns:a16="http://schemas.microsoft.com/office/drawing/2014/main" id="{E064B1AC-92E8-DCF7-EE20-A2CE8D14703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Rectangle: Rounded Corners 211">
                  <a:extLst>
                    <a:ext uri="{FF2B5EF4-FFF2-40B4-BE49-F238E27FC236}">
                      <a16:creationId xmlns:a16="http://schemas.microsoft.com/office/drawing/2014/main" id="{7A8BD550-0342-C09A-7ACD-C6D0317141B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Rectangle: Rounded Corners 212">
                  <a:extLst>
                    <a:ext uri="{FF2B5EF4-FFF2-40B4-BE49-F238E27FC236}">
                      <a16:creationId xmlns:a16="http://schemas.microsoft.com/office/drawing/2014/main" id="{F9397A24-9684-C7BB-BEA0-AA96F996555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F4953CC2-3F08-4403-8D12-CFF8DC7DA7E6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8" name="Rectangle: Rounded Corners 197">
                  <a:extLst>
                    <a:ext uri="{FF2B5EF4-FFF2-40B4-BE49-F238E27FC236}">
                      <a16:creationId xmlns:a16="http://schemas.microsoft.com/office/drawing/2014/main" id="{EFFF1C30-CB5C-779A-1800-55506D1AE9C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" name="Rectangle: Rounded Corners 198">
                  <a:extLst>
                    <a:ext uri="{FF2B5EF4-FFF2-40B4-BE49-F238E27FC236}">
                      <a16:creationId xmlns:a16="http://schemas.microsoft.com/office/drawing/2014/main" id="{A42DFD55-B56B-0FA2-41C7-D02C8F7C4FC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" name="Rectangle: Rounded Corners 199">
                  <a:extLst>
                    <a:ext uri="{FF2B5EF4-FFF2-40B4-BE49-F238E27FC236}">
                      <a16:creationId xmlns:a16="http://schemas.microsoft.com/office/drawing/2014/main" id="{4AB6D3D8-BBA3-E758-FE72-9816F889B6E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" name="Rectangle: Rounded Corners 200">
                  <a:extLst>
                    <a:ext uri="{FF2B5EF4-FFF2-40B4-BE49-F238E27FC236}">
                      <a16:creationId xmlns:a16="http://schemas.microsoft.com/office/drawing/2014/main" id="{1851458C-1589-2F90-4735-23A21EF5E51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" name="Rectangle: Rounded Corners 201">
                  <a:extLst>
                    <a:ext uri="{FF2B5EF4-FFF2-40B4-BE49-F238E27FC236}">
                      <a16:creationId xmlns:a16="http://schemas.microsoft.com/office/drawing/2014/main" id="{BE3D9CA4-EDA6-77CC-D7CE-DF0EC30843D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" name="Rectangle: Rounded Corners 202">
                  <a:extLst>
                    <a:ext uri="{FF2B5EF4-FFF2-40B4-BE49-F238E27FC236}">
                      <a16:creationId xmlns:a16="http://schemas.microsoft.com/office/drawing/2014/main" id="{C3500C10-C61F-9093-3217-4D87FEE5B9A5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Rectangle: Rounded Corners 203">
                  <a:extLst>
                    <a:ext uri="{FF2B5EF4-FFF2-40B4-BE49-F238E27FC236}">
                      <a16:creationId xmlns:a16="http://schemas.microsoft.com/office/drawing/2014/main" id="{DEFE1784-38EF-9ECE-94D8-2CCE1D65CA13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Rectangle: Rounded Corners 204">
                  <a:extLst>
                    <a:ext uri="{FF2B5EF4-FFF2-40B4-BE49-F238E27FC236}">
                      <a16:creationId xmlns:a16="http://schemas.microsoft.com/office/drawing/2014/main" id="{F5ABFC61-B933-2E88-4380-C24F7990EAEB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595447E7-F448-C004-8F95-FFE05F996CF8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215" name="Rectangle: Rounded Corners 214">
                <a:extLst>
                  <a:ext uri="{FF2B5EF4-FFF2-40B4-BE49-F238E27FC236}">
                    <a16:creationId xmlns:a16="http://schemas.microsoft.com/office/drawing/2014/main" id="{2AA06DD8-702B-0A5A-6582-5E75FAB51A74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82A76A95-E1D0-BAE9-1950-4A55177EF2B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26" name="Rectangle: Rounded Corners 225">
                  <a:extLst>
                    <a:ext uri="{FF2B5EF4-FFF2-40B4-BE49-F238E27FC236}">
                      <a16:creationId xmlns:a16="http://schemas.microsoft.com/office/drawing/2014/main" id="{84541201-67A2-B16A-C841-12BD7A25634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7" name="Rectangle: Rounded Corners 226">
                  <a:extLst>
                    <a:ext uri="{FF2B5EF4-FFF2-40B4-BE49-F238E27FC236}">
                      <a16:creationId xmlns:a16="http://schemas.microsoft.com/office/drawing/2014/main" id="{D56ABA15-DF1E-13B4-850B-F42923E09EB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8" name="Rectangle: Rounded Corners 227">
                  <a:extLst>
                    <a:ext uri="{FF2B5EF4-FFF2-40B4-BE49-F238E27FC236}">
                      <a16:creationId xmlns:a16="http://schemas.microsoft.com/office/drawing/2014/main" id="{C3CD1F92-1EA6-DA99-3D29-FD86BBEDA00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9" name="Rectangle: Rounded Corners 228">
                  <a:extLst>
                    <a:ext uri="{FF2B5EF4-FFF2-40B4-BE49-F238E27FC236}">
                      <a16:creationId xmlns:a16="http://schemas.microsoft.com/office/drawing/2014/main" id="{CFCD1F4F-220F-2756-F79F-6BA0DF65532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0" name="Rectangle: Rounded Corners 229">
                  <a:extLst>
                    <a:ext uri="{FF2B5EF4-FFF2-40B4-BE49-F238E27FC236}">
                      <a16:creationId xmlns:a16="http://schemas.microsoft.com/office/drawing/2014/main" id="{BFB1ACF6-59FB-5C53-1BAE-DA13C739B4F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1" name="Rectangle: Rounded Corners 230">
                  <a:extLst>
                    <a:ext uri="{FF2B5EF4-FFF2-40B4-BE49-F238E27FC236}">
                      <a16:creationId xmlns:a16="http://schemas.microsoft.com/office/drawing/2014/main" id="{D569A702-7442-CF66-9BF9-24C94573AC6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2" name="Rectangle: Rounded Corners 231">
                  <a:extLst>
                    <a:ext uri="{FF2B5EF4-FFF2-40B4-BE49-F238E27FC236}">
                      <a16:creationId xmlns:a16="http://schemas.microsoft.com/office/drawing/2014/main" id="{AC9A1B9E-2134-FBE8-5AF4-6DFC0DB39C1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3" name="Rectangle: Rounded Corners 232">
                  <a:extLst>
                    <a:ext uri="{FF2B5EF4-FFF2-40B4-BE49-F238E27FC236}">
                      <a16:creationId xmlns:a16="http://schemas.microsoft.com/office/drawing/2014/main" id="{345CF431-258A-1A40-0F6B-76A6304D95A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id="{43809CCE-A3A7-B4F9-4C54-BD8CA7F17D8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8" name="Rectangle: Rounded Corners 217">
                  <a:extLst>
                    <a:ext uri="{FF2B5EF4-FFF2-40B4-BE49-F238E27FC236}">
                      <a16:creationId xmlns:a16="http://schemas.microsoft.com/office/drawing/2014/main" id="{18F83668-CD78-0E56-1715-00E2240255DF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Rectangle: Rounded Corners 218">
                  <a:extLst>
                    <a:ext uri="{FF2B5EF4-FFF2-40B4-BE49-F238E27FC236}">
                      <a16:creationId xmlns:a16="http://schemas.microsoft.com/office/drawing/2014/main" id="{108AEC66-EEF2-CC0C-36C0-D5DBF1D86C1D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0" name="Rectangle: Rounded Corners 219">
                  <a:extLst>
                    <a:ext uri="{FF2B5EF4-FFF2-40B4-BE49-F238E27FC236}">
                      <a16:creationId xmlns:a16="http://schemas.microsoft.com/office/drawing/2014/main" id="{708F416E-FF7A-0663-B621-655121CE87E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Rectangle: Rounded Corners 220">
                  <a:extLst>
                    <a:ext uri="{FF2B5EF4-FFF2-40B4-BE49-F238E27FC236}">
                      <a16:creationId xmlns:a16="http://schemas.microsoft.com/office/drawing/2014/main" id="{3473EE1E-FB48-14CE-638C-369C1E0864D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Rectangle: Rounded Corners 221">
                  <a:extLst>
                    <a:ext uri="{FF2B5EF4-FFF2-40B4-BE49-F238E27FC236}">
                      <a16:creationId xmlns:a16="http://schemas.microsoft.com/office/drawing/2014/main" id="{41F6BFB9-0E45-A066-B338-718A9D531609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3" name="Rectangle: Rounded Corners 222">
                  <a:extLst>
                    <a:ext uri="{FF2B5EF4-FFF2-40B4-BE49-F238E27FC236}">
                      <a16:creationId xmlns:a16="http://schemas.microsoft.com/office/drawing/2014/main" id="{D4DB8FA8-FCA1-0122-4E2D-01419FFC919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4" name="Rectangle: Rounded Corners 223">
                  <a:extLst>
                    <a:ext uri="{FF2B5EF4-FFF2-40B4-BE49-F238E27FC236}">
                      <a16:creationId xmlns:a16="http://schemas.microsoft.com/office/drawing/2014/main" id="{E7675EBF-AD66-6CE8-2EC4-FEACA72F6B5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5" name="Rectangle: Rounded Corners 224">
                  <a:extLst>
                    <a:ext uri="{FF2B5EF4-FFF2-40B4-BE49-F238E27FC236}">
                      <a16:creationId xmlns:a16="http://schemas.microsoft.com/office/drawing/2014/main" id="{86FA6EC3-3302-7804-0E56-BAD28E0E615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98DF974C-7F89-B634-D4CD-C056A600F2C9}"/>
              </a:ext>
            </a:extLst>
          </p:cNvPr>
          <p:cNvCxnSpPr/>
          <p:nvPr/>
        </p:nvCxnSpPr>
        <p:spPr>
          <a:xfrm flipV="1">
            <a:off x="1133475" y="641216"/>
            <a:ext cx="3766647" cy="19972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DE30BD41-B42F-ADAD-3AF8-EDF1D89D6CD5}"/>
              </a:ext>
            </a:extLst>
          </p:cNvPr>
          <p:cNvCxnSpPr/>
          <p:nvPr/>
        </p:nvCxnSpPr>
        <p:spPr>
          <a:xfrm flipV="1">
            <a:off x="4900122" y="1482652"/>
            <a:ext cx="1172394" cy="3737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5" name="Freeform: Shape 2344">
            <a:extLst>
              <a:ext uri="{FF2B5EF4-FFF2-40B4-BE49-F238E27FC236}">
                <a16:creationId xmlns:a16="http://schemas.microsoft.com/office/drawing/2014/main" id="{DBAF6AC5-09CB-9E62-BFA0-CB0FDF6588F9}"/>
              </a:ext>
            </a:extLst>
          </p:cNvPr>
          <p:cNvSpPr/>
          <p:nvPr/>
        </p:nvSpPr>
        <p:spPr>
          <a:xfrm rot="3203346">
            <a:off x="2093466" y="3080154"/>
            <a:ext cx="1396236" cy="1317846"/>
          </a:xfrm>
          <a:custGeom>
            <a:avLst/>
            <a:gdLst>
              <a:gd name="connsiteX0" fmla="*/ 266936 w 914984"/>
              <a:gd name="connsiteY0" fmla="*/ 808736 h 863613"/>
              <a:gd name="connsiteX1" fmla="*/ 378061 w 914984"/>
              <a:gd name="connsiteY1" fmla="*/ 853186 h 863613"/>
              <a:gd name="connsiteX2" fmla="*/ 517761 w 914984"/>
              <a:gd name="connsiteY2" fmla="*/ 862711 h 863613"/>
              <a:gd name="connsiteX3" fmla="*/ 619361 w 914984"/>
              <a:gd name="connsiteY3" fmla="*/ 837311 h 863613"/>
              <a:gd name="connsiteX4" fmla="*/ 752711 w 914984"/>
              <a:gd name="connsiteY4" fmla="*/ 780161 h 863613"/>
              <a:gd name="connsiteX5" fmla="*/ 809861 w 914984"/>
              <a:gd name="connsiteY5" fmla="*/ 694436 h 863613"/>
              <a:gd name="connsiteX6" fmla="*/ 873361 w 914984"/>
              <a:gd name="connsiteY6" fmla="*/ 611886 h 863613"/>
              <a:gd name="connsiteX7" fmla="*/ 901936 w 914984"/>
              <a:gd name="connsiteY7" fmla="*/ 497586 h 863613"/>
              <a:gd name="connsiteX8" fmla="*/ 914636 w 914984"/>
              <a:gd name="connsiteY8" fmla="*/ 421386 h 863613"/>
              <a:gd name="connsiteX9" fmla="*/ 889236 w 914984"/>
              <a:gd name="connsiteY9" fmla="*/ 310261 h 863613"/>
              <a:gd name="connsiteX10" fmla="*/ 857486 w 914984"/>
              <a:gd name="connsiteY10" fmla="*/ 240411 h 863613"/>
              <a:gd name="connsiteX11" fmla="*/ 832086 w 914984"/>
              <a:gd name="connsiteY11" fmla="*/ 170561 h 863613"/>
              <a:gd name="connsiteX12" fmla="*/ 771761 w 914984"/>
              <a:gd name="connsiteY12" fmla="*/ 116586 h 863613"/>
              <a:gd name="connsiteX13" fmla="*/ 692386 w 914984"/>
              <a:gd name="connsiteY13" fmla="*/ 59436 h 863613"/>
              <a:gd name="connsiteX14" fmla="*/ 606661 w 914984"/>
              <a:gd name="connsiteY14" fmla="*/ 14986 h 863613"/>
              <a:gd name="connsiteX15" fmla="*/ 486011 w 914984"/>
              <a:gd name="connsiteY15" fmla="*/ 5461 h 863613"/>
              <a:gd name="connsiteX16" fmla="*/ 384411 w 914984"/>
              <a:gd name="connsiteY16" fmla="*/ 2286 h 863613"/>
              <a:gd name="connsiteX17" fmla="*/ 282811 w 914984"/>
              <a:gd name="connsiteY17" fmla="*/ 40386 h 863613"/>
              <a:gd name="connsiteX18" fmla="*/ 212961 w 914984"/>
              <a:gd name="connsiteY18" fmla="*/ 49911 h 863613"/>
              <a:gd name="connsiteX19" fmla="*/ 146286 w 914984"/>
              <a:gd name="connsiteY19" fmla="*/ 94361 h 863613"/>
              <a:gd name="connsiteX20" fmla="*/ 105011 w 914984"/>
              <a:gd name="connsiteY20" fmla="*/ 167386 h 863613"/>
              <a:gd name="connsiteX21" fmla="*/ 51036 w 914984"/>
              <a:gd name="connsiteY21" fmla="*/ 221361 h 863613"/>
              <a:gd name="connsiteX22" fmla="*/ 16111 w 914984"/>
              <a:gd name="connsiteY22" fmla="*/ 300736 h 863613"/>
              <a:gd name="connsiteX23" fmla="*/ 236 w 914984"/>
              <a:gd name="connsiteY23" fmla="*/ 386461 h 863613"/>
              <a:gd name="connsiteX24" fmla="*/ 6586 w 914984"/>
              <a:gd name="connsiteY24" fmla="*/ 456311 h 863613"/>
              <a:gd name="connsiteX25" fmla="*/ 6586 w 914984"/>
              <a:gd name="connsiteY25" fmla="*/ 522986 h 863613"/>
              <a:gd name="connsiteX26" fmla="*/ 28811 w 914984"/>
              <a:gd name="connsiteY26" fmla="*/ 564261 h 863613"/>
              <a:gd name="connsiteX27" fmla="*/ 51036 w 914984"/>
              <a:gd name="connsiteY27" fmla="*/ 630936 h 863613"/>
              <a:gd name="connsiteX28" fmla="*/ 105011 w 914984"/>
              <a:gd name="connsiteY28" fmla="*/ 678561 h 863613"/>
              <a:gd name="connsiteX29" fmla="*/ 139936 w 914984"/>
              <a:gd name="connsiteY29" fmla="*/ 719836 h 863613"/>
              <a:gd name="connsiteX30" fmla="*/ 266936 w 914984"/>
              <a:gd name="connsiteY30" fmla="*/ 808736 h 863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14984" h="863613">
                <a:moveTo>
                  <a:pt x="266936" y="808736"/>
                </a:moveTo>
                <a:cubicBezTo>
                  <a:pt x="306623" y="830961"/>
                  <a:pt x="336257" y="844190"/>
                  <a:pt x="378061" y="853186"/>
                </a:cubicBezTo>
                <a:cubicBezTo>
                  <a:pt x="419865" y="862182"/>
                  <a:pt x="477544" y="865357"/>
                  <a:pt x="517761" y="862711"/>
                </a:cubicBezTo>
                <a:cubicBezTo>
                  <a:pt x="557978" y="860065"/>
                  <a:pt x="580203" y="851069"/>
                  <a:pt x="619361" y="837311"/>
                </a:cubicBezTo>
                <a:cubicBezTo>
                  <a:pt x="658519" y="823553"/>
                  <a:pt x="720961" y="803973"/>
                  <a:pt x="752711" y="780161"/>
                </a:cubicBezTo>
                <a:cubicBezTo>
                  <a:pt x="784461" y="756349"/>
                  <a:pt x="789753" y="722482"/>
                  <a:pt x="809861" y="694436"/>
                </a:cubicBezTo>
                <a:cubicBezTo>
                  <a:pt x="829969" y="666390"/>
                  <a:pt x="858015" y="644694"/>
                  <a:pt x="873361" y="611886"/>
                </a:cubicBezTo>
                <a:cubicBezTo>
                  <a:pt x="888707" y="579078"/>
                  <a:pt x="895057" y="529336"/>
                  <a:pt x="901936" y="497586"/>
                </a:cubicBezTo>
                <a:cubicBezTo>
                  <a:pt x="908815" y="465836"/>
                  <a:pt x="916753" y="452607"/>
                  <a:pt x="914636" y="421386"/>
                </a:cubicBezTo>
                <a:cubicBezTo>
                  <a:pt x="912519" y="390165"/>
                  <a:pt x="898761" y="340423"/>
                  <a:pt x="889236" y="310261"/>
                </a:cubicBezTo>
                <a:cubicBezTo>
                  <a:pt x="879711" y="280099"/>
                  <a:pt x="867011" y="263694"/>
                  <a:pt x="857486" y="240411"/>
                </a:cubicBezTo>
                <a:cubicBezTo>
                  <a:pt x="847961" y="217128"/>
                  <a:pt x="846373" y="191198"/>
                  <a:pt x="832086" y="170561"/>
                </a:cubicBezTo>
                <a:cubicBezTo>
                  <a:pt x="817799" y="149924"/>
                  <a:pt x="795044" y="135107"/>
                  <a:pt x="771761" y="116586"/>
                </a:cubicBezTo>
                <a:cubicBezTo>
                  <a:pt x="748478" y="98065"/>
                  <a:pt x="719903" y="76369"/>
                  <a:pt x="692386" y="59436"/>
                </a:cubicBezTo>
                <a:cubicBezTo>
                  <a:pt x="664869" y="42503"/>
                  <a:pt x="641057" y="23982"/>
                  <a:pt x="606661" y="14986"/>
                </a:cubicBezTo>
                <a:cubicBezTo>
                  <a:pt x="572265" y="5990"/>
                  <a:pt x="523053" y="7578"/>
                  <a:pt x="486011" y="5461"/>
                </a:cubicBezTo>
                <a:cubicBezTo>
                  <a:pt x="448969" y="3344"/>
                  <a:pt x="418278" y="-3535"/>
                  <a:pt x="384411" y="2286"/>
                </a:cubicBezTo>
                <a:cubicBezTo>
                  <a:pt x="350544" y="8107"/>
                  <a:pt x="311386" y="32448"/>
                  <a:pt x="282811" y="40386"/>
                </a:cubicBezTo>
                <a:cubicBezTo>
                  <a:pt x="254236" y="48324"/>
                  <a:pt x="235715" y="40915"/>
                  <a:pt x="212961" y="49911"/>
                </a:cubicBezTo>
                <a:cubicBezTo>
                  <a:pt x="190207" y="58907"/>
                  <a:pt x="164278" y="74782"/>
                  <a:pt x="146286" y="94361"/>
                </a:cubicBezTo>
                <a:cubicBezTo>
                  <a:pt x="128294" y="113940"/>
                  <a:pt x="120886" y="146219"/>
                  <a:pt x="105011" y="167386"/>
                </a:cubicBezTo>
                <a:cubicBezTo>
                  <a:pt x="89136" y="188553"/>
                  <a:pt x="65853" y="199136"/>
                  <a:pt x="51036" y="221361"/>
                </a:cubicBezTo>
                <a:cubicBezTo>
                  <a:pt x="36219" y="243586"/>
                  <a:pt x="24578" y="273219"/>
                  <a:pt x="16111" y="300736"/>
                </a:cubicBezTo>
                <a:cubicBezTo>
                  <a:pt x="7644" y="328253"/>
                  <a:pt x="1823" y="360532"/>
                  <a:pt x="236" y="386461"/>
                </a:cubicBezTo>
                <a:cubicBezTo>
                  <a:pt x="-1352" y="412390"/>
                  <a:pt x="5528" y="433557"/>
                  <a:pt x="6586" y="456311"/>
                </a:cubicBezTo>
                <a:cubicBezTo>
                  <a:pt x="7644" y="479065"/>
                  <a:pt x="2882" y="504994"/>
                  <a:pt x="6586" y="522986"/>
                </a:cubicBezTo>
                <a:cubicBezTo>
                  <a:pt x="10290" y="540978"/>
                  <a:pt x="21403" y="546269"/>
                  <a:pt x="28811" y="564261"/>
                </a:cubicBezTo>
                <a:cubicBezTo>
                  <a:pt x="36219" y="582253"/>
                  <a:pt x="38336" y="611886"/>
                  <a:pt x="51036" y="630936"/>
                </a:cubicBezTo>
                <a:cubicBezTo>
                  <a:pt x="63736" y="649986"/>
                  <a:pt x="90194" y="663744"/>
                  <a:pt x="105011" y="678561"/>
                </a:cubicBezTo>
                <a:cubicBezTo>
                  <a:pt x="119828" y="693378"/>
                  <a:pt x="108715" y="696553"/>
                  <a:pt x="139936" y="719836"/>
                </a:cubicBezTo>
                <a:cubicBezTo>
                  <a:pt x="171157" y="743119"/>
                  <a:pt x="227249" y="786511"/>
                  <a:pt x="266936" y="808736"/>
                </a:cubicBezTo>
                <a:close/>
              </a:path>
            </a:pathLst>
          </a:custGeom>
          <a:solidFill>
            <a:srgbClr val="A5A5A5">
              <a:alpha val="50196"/>
            </a:srgbClr>
          </a:solidFill>
          <a:ln w="28575">
            <a:solidFill>
              <a:srgbClr val="434343">
                <a:alpha val="30196"/>
              </a:srgb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6" name="Freeform: Shape 2345">
            <a:extLst>
              <a:ext uri="{FF2B5EF4-FFF2-40B4-BE49-F238E27FC236}">
                <a16:creationId xmlns:a16="http://schemas.microsoft.com/office/drawing/2014/main" id="{DC341457-193E-BCC1-21AC-D86D5BC92CE7}"/>
              </a:ext>
            </a:extLst>
          </p:cNvPr>
          <p:cNvSpPr/>
          <p:nvPr/>
        </p:nvSpPr>
        <p:spPr>
          <a:xfrm rot="2700749">
            <a:off x="2070564" y="3063817"/>
            <a:ext cx="1396236" cy="1317846"/>
          </a:xfrm>
          <a:custGeom>
            <a:avLst/>
            <a:gdLst>
              <a:gd name="connsiteX0" fmla="*/ 266936 w 914984"/>
              <a:gd name="connsiteY0" fmla="*/ 808736 h 863613"/>
              <a:gd name="connsiteX1" fmla="*/ 378061 w 914984"/>
              <a:gd name="connsiteY1" fmla="*/ 853186 h 863613"/>
              <a:gd name="connsiteX2" fmla="*/ 517761 w 914984"/>
              <a:gd name="connsiteY2" fmla="*/ 862711 h 863613"/>
              <a:gd name="connsiteX3" fmla="*/ 619361 w 914984"/>
              <a:gd name="connsiteY3" fmla="*/ 837311 h 863613"/>
              <a:gd name="connsiteX4" fmla="*/ 752711 w 914984"/>
              <a:gd name="connsiteY4" fmla="*/ 780161 h 863613"/>
              <a:gd name="connsiteX5" fmla="*/ 809861 w 914984"/>
              <a:gd name="connsiteY5" fmla="*/ 694436 h 863613"/>
              <a:gd name="connsiteX6" fmla="*/ 873361 w 914984"/>
              <a:gd name="connsiteY6" fmla="*/ 611886 h 863613"/>
              <a:gd name="connsiteX7" fmla="*/ 901936 w 914984"/>
              <a:gd name="connsiteY7" fmla="*/ 497586 h 863613"/>
              <a:gd name="connsiteX8" fmla="*/ 914636 w 914984"/>
              <a:gd name="connsiteY8" fmla="*/ 421386 h 863613"/>
              <a:gd name="connsiteX9" fmla="*/ 889236 w 914984"/>
              <a:gd name="connsiteY9" fmla="*/ 310261 h 863613"/>
              <a:gd name="connsiteX10" fmla="*/ 857486 w 914984"/>
              <a:gd name="connsiteY10" fmla="*/ 240411 h 863613"/>
              <a:gd name="connsiteX11" fmla="*/ 832086 w 914984"/>
              <a:gd name="connsiteY11" fmla="*/ 170561 h 863613"/>
              <a:gd name="connsiteX12" fmla="*/ 771761 w 914984"/>
              <a:gd name="connsiteY12" fmla="*/ 116586 h 863613"/>
              <a:gd name="connsiteX13" fmla="*/ 692386 w 914984"/>
              <a:gd name="connsiteY13" fmla="*/ 59436 h 863613"/>
              <a:gd name="connsiteX14" fmla="*/ 606661 w 914984"/>
              <a:gd name="connsiteY14" fmla="*/ 14986 h 863613"/>
              <a:gd name="connsiteX15" fmla="*/ 486011 w 914984"/>
              <a:gd name="connsiteY15" fmla="*/ 5461 h 863613"/>
              <a:gd name="connsiteX16" fmla="*/ 384411 w 914984"/>
              <a:gd name="connsiteY16" fmla="*/ 2286 h 863613"/>
              <a:gd name="connsiteX17" fmla="*/ 282811 w 914984"/>
              <a:gd name="connsiteY17" fmla="*/ 40386 h 863613"/>
              <a:gd name="connsiteX18" fmla="*/ 212961 w 914984"/>
              <a:gd name="connsiteY18" fmla="*/ 49911 h 863613"/>
              <a:gd name="connsiteX19" fmla="*/ 146286 w 914984"/>
              <a:gd name="connsiteY19" fmla="*/ 94361 h 863613"/>
              <a:gd name="connsiteX20" fmla="*/ 105011 w 914984"/>
              <a:gd name="connsiteY20" fmla="*/ 167386 h 863613"/>
              <a:gd name="connsiteX21" fmla="*/ 51036 w 914984"/>
              <a:gd name="connsiteY21" fmla="*/ 221361 h 863613"/>
              <a:gd name="connsiteX22" fmla="*/ 16111 w 914984"/>
              <a:gd name="connsiteY22" fmla="*/ 300736 h 863613"/>
              <a:gd name="connsiteX23" fmla="*/ 236 w 914984"/>
              <a:gd name="connsiteY23" fmla="*/ 386461 h 863613"/>
              <a:gd name="connsiteX24" fmla="*/ 6586 w 914984"/>
              <a:gd name="connsiteY24" fmla="*/ 456311 h 863613"/>
              <a:gd name="connsiteX25" fmla="*/ 6586 w 914984"/>
              <a:gd name="connsiteY25" fmla="*/ 522986 h 863613"/>
              <a:gd name="connsiteX26" fmla="*/ 28811 w 914984"/>
              <a:gd name="connsiteY26" fmla="*/ 564261 h 863613"/>
              <a:gd name="connsiteX27" fmla="*/ 51036 w 914984"/>
              <a:gd name="connsiteY27" fmla="*/ 630936 h 863613"/>
              <a:gd name="connsiteX28" fmla="*/ 105011 w 914984"/>
              <a:gd name="connsiteY28" fmla="*/ 678561 h 863613"/>
              <a:gd name="connsiteX29" fmla="*/ 139936 w 914984"/>
              <a:gd name="connsiteY29" fmla="*/ 719836 h 863613"/>
              <a:gd name="connsiteX30" fmla="*/ 266936 w 914984"/>
              <a:gd name="connsiteY30" fmla="*/ 808736 h 863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14984" h="863613">
                <a:moveTo>
                  <a:pt x="266936" y="808736"/>
                </a:moveTo>
                <a:cubicBezTo>
                  <a:pt x="306623" y="830961"/>
                  <a:pt x="336257" y="844190"/>
                  <a:pt x="378061" y="853186"/>
                </a:cubicBezTo>
                <a:cubicBezTo>
                  <a:pt x="419865" y="862182"/>
                  <a:pt x="477544" y="865357"/>
                  <a:pt x="517761" y="862711"/>
                </a:cubicBezTo>
                <a:cubicBezTo>
                  <a:pt x="557978" y="860065"/>
                  <a:pt x="580203" y="851069"/>
                  <a:pt x="619361" y="837311"/>
                </a:cubicBezTo>
                <a:cubicBezTo>
                  <a:pt x="658519" y="823553"/>
                  <a:pt x="720961" y="803973"/>
                  <a:pt x="752711" y="780161"/>
                </a:cubicBezTo>
                <a:cubicBezTo>
                  <a:pt x="784461" y="756349"/>
                  <a:pt x="789753" y="722482"/>
                  <a:pt x="809861" y="694436"/>
                </a:cubicBezTo>
                <a:cubicBezTo>
                  <a:pt x="829969" y="666390"/>
                  <a:pt x="858015" y="644694"/>
                  <a:pt x="873361" y="611886"/>
                </a:cubicBezTo>
                <a:cubicBezTo>
                  <a:pt x="888707" y="579078"/>
                  <a:pt x="895057" y="529336"/>
                  <a:pt x="901936" y="497586"/>
                </a:cubicBezTo>
                <a:cubicBezTo>
                  <a:pt x="908815" y="465836"/>
                  <a:pt x="916753" y="452607"/>
                  <a:pt x="914636" y="421386"/>
                </a:cubicBezTo>
                <a:cubicBezTo>
                  <a:pt x="912519" y="390165"/>
                  <a:pt x="898761" y="340423"/>
                  <a:pt x="889236" y="310261"/>
                </a:cubicBezTo>
                <a:cubicBezTo>
                  <a:pt x="879711" y="280099"/>
                  <a:pt x="867011" y="263694"/>
                  <a:pt x="857486" y="240411"/>
                </a:cubicBezTo>
                <a:cubicBezTo>
                  <a:pt x="847961" y="217128"/>
                  <a:pt x="846373" y="191198"/>
                  <a:pt x="832086" y="170561"/>
                </a:cubicBezTo>
                <a:cubicBezTo>
                  <a:pt x="817799" y="149924"/>
                  <a:pt x="795044" y="135107"/>
                  <a:pt x="771761" y="116586"/>
                </a:cubicBezTo>
                <a:cubicBezTo>
                  <a:pt x="748478" y="98065"/>
                  <a:pt x="719903" y="76369"/>
                  <a:pt x="692386" y="59436"/>
                </a:cubicBezTo>
                <a:cubicBezTo>
                  <a:pt x="664869" y="42503"/>
                  <a:pt x="641057" y="23982"/>
                  <a:pt x="606661" y="14986"/>
                </a:cubicBezTo>
                <a:cubicBezTo>
                  <a:pt x="572265" y="5990"/>
                  <a:pt x="523053" y="7578"/>
                  <a:pt x="486011" y="5461"/>
                </a:cubicBezTo>
                <a:cubicBezTo>
                  <a:pt x="448969" y="3344"/>
                  <a:pt x="418278" y="-3535"/>
                  <a:pt x="384411" y="2286"/>
                </a:cubicBezTo>
                <a:cubicBezTo>
                  <a:pt x="350544" y="8107"/>
                  <a:pt x="311386" y="32448"/>
                  <a:pt x="282811" y="40386"/>
                </a:cubicBezTo>
                <a:cubicBezTo>
                  <a:pt x="254236" y="48324"/>
                  <a:pt x="235715" y="40915"/>
                  <a:pt x="212961" y="49911"/>
                </a:cubicBezTo>
                <a:cubicBezTo>
                  <a:pt x="190207" y="58907"/>
                  <a:pt x="164278" y="74782"/>
                  <a:pt x="146286" y="94361"/>
                </a:cubicBezTo>
                <a:cubicBezTo>
                  <a:pt x="128294" y="113940"/>
                  <a:pt x="120886" y="146219"/>
                  <a:pt x="105011" y="167386"/>
                </a:cubicBezTo>
                <a:cubicBezTo>
                  <a:pt x="89136" y="188553"/>
                  <a:pt x="65853" y="199136"/>
                  <a:pt x="51036" y="221361"/>
                </a:cubicBezTo>
                <a:cubicBezTo>
                  <a:pt x="36219" y="243586"/>
                  <a:pt x="24578" y="273219"/>
                  <a:pt x="16111" y="300736"/>
                </a:cubicBezTo>
                <a:cubicBezTo>
                  <a:pt x="7644" y="328253"/>
                  <a:pt x="1823" y="360532"/>
                  <a:pt x="236" y="386461"/>
                </a:cubicBezTo>
                <a:cubicBezTo>
                  <a:pt x="-1352" y="412390"/>
                  <a:pt x="5528" y="433557"/>
                  <a:pt x="6586" y="456311"/>
                </a:cubicBezTo>
                <a:cubicBezTo>
                  <a:pt x="7644" y="479065"/>
                  <a:pt x="2882" y="504994"/>
                  <a:pt x="6586" y="522986"/>
                </a:cubicBezTo>
                <a:cubicBezTo>
                  <a:pt x="10290" y="540978"/>
                  <a:pt x="21403" y="546269"/>
                  <a:pt x="28811" y="564261"/>
                </a:cubicBezTo>
                <a:cubicBezTo>
                  <a:pt x="36219" y="582253"/>
                  <a:pt x="38336" y="611886"/>
                  <a:pt x="51036" y="630936"/>
                </a:cubicBezTo>
                <a:cubicBezTo>
                  <a:pt x="63736" y="649986"/>
                  <a:pt x="90194" y="663744"/>
                  <a:pt x="105011" y="678561"/>
                </a:cubicBezTo>
                <a:cubicBezTo>
                  <a:pt x="119828" y="693378"/>
                  <a:pt x="108715" y="696553"/>
                  <a:pt x="139936" y="719836"/>
                </a:cubicBezTo>
                <a:cubicBezTo>
                  <a:pt x="171157" y="743119"/>
                  <a:pt x="227249" y="786511"/>
                  <a:pt x="266936" y="808736"/>
                </a:cubicBezTo>
                <a:close/>
              </a:path>
            </a:pathLst>
          </a:custGeom>
          <a:solidFill>
            <a:srgbClr val="A5A5A5">
              <a:alpha val="50196"/>
            </a:srgbClr>
          </a:solidFill>
          <a:ln w="28575">
            <a:solidFill>
              <a:srgbClr val="434343">
                <a:alpha val="30196"/>
              </a:srgb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7" name="Freeform: Shape 2346">
            <a:extLst>
              <a:ext uri="{FF2B5EF4-FFF2-40B4-BE49-F238E27FC236}">
                <a16:creationId xmlns:a16="http://schemas.microsoft.com/office/drawing/2014/main" id="{F312803B-3FAC-0BCF-B148-B25A0AD109C3}"/>
              </a:ext>
            </a:extLst>
          </p:cNvPr>
          <p:cNvSpPr/>
          <p:nvPr/>
        </p:nvSpPr>
        <p:spPr>
          <a:xfrm rot="4049050">
            <a:off x="2081316" y="3063817"/>
            <a:ext cx="1396236" cy="1317846"/>
          </a:xfrm>
          <a:custGeom>
            <a:avLst/>
            <a:gdLst>
              <a:gd name="connsiteX0" fmla="*/ 266936 w 914984"/>
              <a:gd name="connsiteY0" fmla="*/ 808736 h 863613"/>
              <a:gd name="connsiteX1" fmla="*/ 378061 w 914984"/>
              <a:gd name="connsiteY1" fmla="*/ 853186 h 863613"/>
              <a:gd name="connsiteX2" fmla="*/ 517761 w 914984"/>
              <a:gd name="connsiteY2" fmla="*/ 862711 h 863613"/>
              <a:gd name="connsiteX3" fmla="*/ 619361 w 914984"/>
              <a:gd name="connsiteY3" fmla="*/ 837311 h 863613"/>
              <a:gd name="connsiteX4" fmla="*/ 752711 w 914984"/>
              <a:gd name="connsiteY4" fmla="*/ 780161 h 863613"/>
              <a:gd name="connsiteX5" fmla="*/ 809861 w 914984"/>
              <a:gd name="connsiteY5" fmla="*/ 694436 h 863613"/>
              <a:gd name="connsiteX6" fmla="*/ 873361 w 914984"/>
              <a:gd name="connsiteY6" fmla="*/ 611886 h 863613"/>
              <a:gd name="connsiteX7" fmla="*/ 901936 w 914984"/>
              <a:gd name="connsiteY7" fmla="*/ 497586 h 863613"/>
              <a:gd name="connsiteX8" fmla="*/ 914636 w 914984"/>
              <a:gd name="connsiteY8" fmla="*/ 421386 h 863613"/>
              <a:gd name="connsiteX9" fmla="*/ 889236 w 914984"/>
              <a:gd name="connsiteY9" fmla="*/ 310261 h 863613"/>
              <a:gd name="connsiteX10" fmla="*/ 857486 w 914984"/>
              <a:gd name="connsiteY10" fmla="*/ 240411 h 863613"/>
              <a:gd name="connsiteX11" fmla="*/ 832086 w 914984"/>
              <a:gd name="connsiteY11" fmla="*/ 170561 h 863613"/>
              <a:gd name="connsiteX12" fmla="*/ 771761 w 914984"/>
              <a:gd name="connsiteY12" fmla="*/ 116586 h 863613"/>
              <a:gd name="connsiteX13" fmla="*/ 692386 w 914984"/>
              <a:gd name="connsiteY13" fmla="*/ 59436 h 863613"/>
              <a:gd name="connsiteX14" fmla="*/ 606661 w 914984"/>
              <a:gd name="connsiteY14" fmla="*/ 14986 h 863613"/>
              <a:gd name="connsiteX15" fmla="*/ 486011 w 914984"/>
              <a:gd name="connsiteY15" fmla="*/ 5461 h 863613"/>
              <a:gd name="connsiteX16" fmla="*/ 384411 w 914984"/>
              <a:gd name="connsiteY16" fmla="*/ 2286 h 863613"/>
              <a:gd name="connsiteX17" fmla="*/ 282811 w 914984"/>
              <a:gd name="connsiteY17" fmla="*/ 40386 h 863613"/>
              <a:gd name="connsiteX18" fmla="*/ 212961 w 914984"/>
              <a:gd name="connsiteY18" fmla="*/ 49911 h 863613"/>
              <a:gd name="connsiteX19" fmla="*/ 146286 w 914984"/>
              <a:gd name="connsiteY19" fmla="*/ 94361 h 863613"/>
              <a:gd name="connsiteX20" fmla="*/ 105011 w 914984"/>
              <a:gd name="connsiteY20" fmla="*/ 167386 h 863613"/>
              <a:gd name="connsiteX21" fmla="*/ 51036 w 914984"/>
              <a:gd name="connsiteY21" fmla="*/ 221361 h 863613"/>
              <a:gd name="connsiteX22" fmla="*/ 16111 w 914984"/>
              <a:gd name="connsiteY22" fmla="*/ 300736 h 863613"/>
              <a:gd name="connsiteX23" fmla="*/ 236 w 914984"/>
              <a:gd name="connsiteY23" fmla="*/ 386461 h 863613"/>
              <a:gd name="connsiteX24" fmla="*/ 6586 w 914984"/>
              <a:gd name="connsiteY24" fmla="*/ 456311 h 863613"/>
              <a:gd name="connsiteX25" fmla="*/ 6586 w 914984"/>
              <a:gd name="connsiteY25" fmla="*/ 522986 h 863613"/>
              <a:gd name="connsiteX26" fmla="*/ 28811 w 914984"/>
              <a:gd name="connsiteY26" fmla="*/ 564261 h 863613"/>
              <a:gd name="connsiteX27" fmla="*/ 51036 w 914984"/>
              <a:gd name="connsiteY27" fmla="*/ 630936 h 863613"/>
              <a:gd name="connsiteX28" fmla="*/ 105011 w 914984"/>
              <a:gd name="connsiteY28" fmla="*/ 678561 h 863613"/>
              <a:gd name="connsiteX29" fmla="*/ 139936 w 914984"/>
              <a:gd name="connsiteY29" fmla="*/ 719836 h 863613"/>
              <a:gd name="connsiteX30" fmla="*/ 266936 w 914984"/>
              <a:gd name="connsiteY30" fmla="*/ 808736 h 863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14984" h="863613">
                <a:moveTo>
                  <a:pt x="266936" y="808736"/>
                </a:moveTo>
                <a:cubicBezTo>
                  <a:pt x="306623" y="830961"/>
                  <a:pt x="336257" y="844190"/>
                  <a:pt x="378061" y="853186"/>
                </a:cubicBezTo>
                <a:cubicBezTo>
                  <a:pt x="419865" y="862182"/>
                  <a:pt x="477544" y="865357"/>
                  <a:pt x="517761" y="862711"/>
                </a:cubicBezTo>
                <a:cubicBezTo>
                  <a:pt x="557978" y="860065"/>
                  <a:pt x="580203" y="851069"/>
                  <a:pt x="619361" y="837311"/>
                </a:cubicBezTo>
                <a:cubicBezTo>
                  <a:pt x="658519" y="823553"/>
                  <a:pt x="720961" y="803973"/>
                  <a:pt x="752711" y="780161"/>
                </a:cubicBezTo>
                <a:cubicBezTo>
                  <a:pt x="784461" y="756349"/>
                  <a:pt x="789753" y="722482"/>
                  <a:pt x="809861" y="694436"/>
                </a:cubicBezTo>
                <a:cubicBezTo>
                  <a:pt x="829969" y="666390"/>
                  <a:pt x="858015" y="644694"/>
                  <a:pt x="873361" y="611886"/>
                </a:cubicBezTo>
                <a:cubicBezTo>
                  <a:pt x="888707" y="579078"/>
                  <a:pt x="895057" y="529336"/>
                  <a:pt x="901936" y="497586"/>
                </a:cubicBezTo>
                <a:cubicBezTo>
                  <a:pt x="908815" y="465836"/>
                  <a:pt x="916753" y="452607"/>
                  <a:pt x="914636" y="421386"/>
                </a:cubicBezTo>
                <a:cubicBezTo>
                  <a:pt x="912519" y="390165"/>
                  <a:pt x="898761" y="340423"/>
                  <a:pt x="889236" y="310261"/>
                </a:cubicBezTo>
                <a:cubicBezTo>
                  <a:pt x="879711" y="280099"/>
                  <a:pt x="867011" y="263694"/>
                  <a:pt x="857486" y="240411"/>
                </a:cubicBezTo>
                <a:cubicBezTo>
                  <a:pt x="847961" y="217128"/>
                  <a:pt x="846373" y="191198"/>
                  <a:pt x="832086" y="170561"/>
                </a:cubicBezTo>
                <a:cubicBezTo>
                  <a:pt x="817799" y="149924"/>
                  <a:pt x="795044" y="135107"/>
                  <a:pt x="771761" y="116586"/>
                </a:cubicBezTo>
                <a:cubicBezTo>
                  <a:pt x="748478" y="98065"/>
                  <a:pt x="719903" y="76369"/>
                  <a:pt x="692386" y="59436"/>
                </a:cubicBezTo>
                <a:cubicBezTo>
                  <a:pt x="664869" y="42503"/>
                  <a:pt x="641057" y="23982"/>
                  <a:pt x="606661" y="14986"/>
                </a:cubicBezTo>
                <a:cubicBezTo>
                  <a:pt x="572265" y="5990"/>
                  <a:pt x="523053" y="7578"/>
                  <a:pt x="486011" y="5461"/>
                </a:cubicBezTo>
                <a:cubicBezTo>
                  <a:pt x="448969" y="3344"/>
                  <a:pt x="418278" y="-3535"/>
                  <a:pt x="384411" y="2286"/>
                </a:cubicBezTo>
                <a:cubicBezTo>
                  <a:pt x="350544" y="8107"/>
                  <a:pt x="311386" y="32448"/>
                  <a:pt x="282811" y="40386"/>
                </a:cubicBezTo>
                <a:cubicBezTo>
                  <a:pt x="254236" y="48324"/>
                  <a:pt x="235715" y="40915"/>
                  <a:pt x="212961" y="49911"/>
                </a:cubicBezTo>
                <a:cubicBezTo>
                  <a:pt x="190207" y="58907"/>
                  <a:pt x="164278" y="74782"/>
                  <a:pt x="146286" y="94361"/>
                </a:cubicBezTo>
                <a:cubicBezTo>
                  <a:pt x="128294" y="113940"/>
                  <a:pt x="120886" y="146219"/>
                  <a:pt x="105011" y="167386"/>
                </a:cubicBezTo>
                <a:cubicBezTo>
                  <a:pt x="89136" y="188553"/>
                  <a:pt x="65853" y="199136"/>
                  <a:pt x="51036" y="221361"/>
                </a:cubicBezTo>
                <a:cubicBezTo>
                  <a:pt x="36219" y="243586"/>
                  <a:pt x="24578" y="273219"/>
                  <a:pt x="16111" y="300736"/>
                </a:cubicBezTo>
                <a:cubicBezTo>
                  <a:pt x="7644" y="328253"/>
                  <a:pt x="1823" y="360532"/>
                  <a:pt x="236" y="386461"/>
                </a:cubicBezTo>
                <a:cubicBezTo>
                  <a:pt x="-1352" y="412390"/>
                  <a:pt x="5528" y="433557"/>
                  <a:pt x="6586" y="456311"/>
                </a:cubicBezTo>
                <a:cubicBezTo>
                  <a:pt x="7644" y="479065"/>
                  <a:pt x="2882" y="504994"/>
                  <a:pt x="6586" y="522986"/>
                </a:cubicBezTo>
                <a:cubicBezTo>
                  <a:pt x="10290" y="540978"/>
                  <a:pt x="21403" y="546269"/>
                  <a:pt x="28811" y="564261"/>
                </a:cubicBezTo>
                <a:cubicBezTo>
                  <a:pt x="36219" y="582253"/>
                  <a:pt x="38336" y="611886"/>
                  <a:pt x="51036" y="630936"/>
                </a:cubicBezTo>
                <a:cubicBezTo>
                  <a:pt x="63736" y="649986"/>
                  <a:pt x="90194" y="663744"/>
                  <a:pt x="105011" y="678561"/>
                </a:cubicBezTo>
                <a:cubicBezTo>
                  <a:pt x="119828" y="693378"/>
                  <a:pt x="108715" y="696553"/>
                  <a:pt x="139936" y="719836"/>
                </a:cubicBezTo>
                <a:cubicBezTo>
                  <a:pt x="171157" y="743119"/>
                  <a:pt x="227249" y="786511"/>
                  <a:pt x="266936" y="808736"/>
                </a:cubicBezTo>
                <a:close/>
              </a:path>
            </a:pathLst>
          </a:custGeom>
          <a:solidFill>
            <a:srgbClr val="A5A5A5">
              <a:alpha val="50196"/>
            </a:srgbClr>
          </a:solidFill>
          <a:ln w="28575">
            <a:solidFill>
              <a:srgbClr val="434343">
                <a:alpha val="30196"/>
              </a:srgb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8" name="Freeform: Shape 2347">
            <a:extLst>
              <a:ext uri="{FF2B5EF4-FFF2-40B4-BE49-F238E27FC236}">
                <a16:creationId xmlns:a16="http://schemas.microsoft.com/office/drawing/2014/main" id="{295F8B34-4988-BD2E-D956-E127A4A9C935}"/>
              </a:ext>
            </a:extLst>
          </p:cNvPr>
          <p:cNvSpPr/>
          <p:nvPr/>
        </p:nvSpPr>
        <p:spPr>
          <a:xfrm rot="4551558">
            <a:off x="2050792" y="3046955"/>
            <a:ext cx="1396236" cy="1317846"/>
          </a:xfrm>
          <a:custGeom>
            <a:avLst/>
            <a:gdLst>
              <a:gd name="connsiteX0" fmla="*/ 266936 w 914984"/>
              <a:gd name="connsiteY0" fmla="*/ 808736 h 863613"/>
              <a:gd name="connsiteX1" fmla="*/ 378061 w 914984"/>
              <a:gd name="connsiteY1" fmla="*/ 853186 h 863613"/>
              <a:gd name="connsiteX2" fmla="*/ 517761 w 914984"/>
              <a:gd name="connsiteY2" fmla="*/ 862711 h 863613"/>
              <a:gd name="connsiteX3" fmla="*/ 619361 w 914984"/>
              <a:gd name="connsiteY3" fmla="*/ 837311 h 863613"/>
              <a:gd name="connsiteX4" fmla="*/ 752711 w 914984"/>
              <a:gd name="connsiteY4" fmla="*/ 780161 h 863613"/>
              <a:gd name="connsiteX5" fmla="*/ 809861 w 914984"/>
              <a:gd name="connsiteY5" fmla="*/ 694436 h 863613"/>
              <a:gd name="connsiteX6" fmla="*/ 873361 w 914984"/>
              <a:gd name="connsiteY6" fmla="*/ 611886 h 863613"/>
              <a:gd name="connsiteX7" fmla="*/ 901936 w 914984"/>
              <a:gd name="connsiteY7" fmla="*/ 497586 h 863613"/>
              <a:gd name="connsiteX8" fmla="*/ 914636 w 914984"/>
              <a:gd name="connsiteY8" fmla="*/ 421386 h 863613"/>
              <a:gd name="connsiteX9" fmla="*/ 889236 w 914984"/>
              <a:gd name="connsiteY9" fmla="*/ 310261 h 863613"/>
              <a:gd name="connsiteX10" fmla="*/ 857486 w 914984"/>
              <a:gd name="connsiteY10" fmla="*/ 240411 h 863613"/>
              <a:gd name="connsiteX11" fmla="*/ 832086 w 914984"/>
              <a:gd name="connsiteY11" fmla="*/ 170561 h 863613"/>
              <a:gd name="connsiteX12" fmla="*/ 771761 w 914984"/>
              <a:gd name="connsiteY12" fmla="*/ 116586 h 863613"/>
              <a:gd name="connsiteX13" fmla="*/ 692386 w 914984"/>
              <a:gd name="connsiteY13" fmla="*/ 59436 h 863613"/>
              <a:gd name="connsiteX14" fmla="*/ 606661 w 914984"/>
              <a:gd name="connsiteY14" fmla="*/ 14986 h 863613"/>
              <a:gd name="connsiteX15" fmla="*/ 486011 w 914984"/>
              <a:gd name="connsiteY15" fmla="*/ 5461 h 863613"/>
              <a:gd name="connsiteX16" fmla="*/ 384411 w 914984"/>
              <a:gd name="connsiteY16" fmla="*/ 2286 h 863613"/>
              <a:gd name="connsiteX17" fmla="*/ 282811 w 914984"/>
              <a:gd name="connsiteY17" fmla="*/ 40386 h 863613"/>
              <a:gd name="connsiteX18" fmla="*/ 212961 w 914984"/>
              <a:gd name="connsiteY18" fmla="*/ 49911 h 863613"/>
              <a:gd name="connsiteX19" fmla="*/ 146286 w 914984"/>
              <a:gd name="connsiteY19" fmla="*/ 94361 h 863613"/>
              <a:gd name="connsiteX20" fmla="*/ 105011 w 914984"/>
              <a:gd name="connsiteY20" fmla="*/ 167386 h 863613"/>
              <a:gd name="connsiteX21" fmla="*/ 51036 w 914984"/>
              <a:gd name="connsiteY21" fmla="*/ 221361 h 863613"/>
              <a:gd name="connsiteX22" fmla="*/ 16111 w 914984"/>
              <a:gd name="connsiteY22" fmla="*/ 300736 h 863613"/>
              <a:gd name="connsiteX23" fmla="*/ 236 w 914984"/>
              <a:gd name="connsiteY23" fmla="*/ 386461 h 863613"/>
              <a:gd name="connsiteX24" fmla="*/ 6586 w 914984"/>
              <a:gd name="connsiteY24" fmla="*/ 456311 h 863613"/>
              <a:gd name="connsiteX25" fmla="*/ 6586 w 914984"/>
              <a:gd name="connsiteY25" fmla="*/ 522986 h 863613"/>
              <a:gd name="connsiteX26" fmla="*/ 28811 w 914984"/>
              <a:gd name="connsiteY26" fmla="*/ 564261 h 863613"/>
              <a:gd name="connsiteX27" fmla="*/ 51036 w 914984"/>
              <a:gd name="connsiteY27" fmla="*/ 630936 h 863613"/>
              <a:gd name="connsiteX28" fmla="*/ 105011 w 914984"/>
              <a:gd name="connsiteY28" fmla="*/ 678561 h 863613"/>
              <a:gd name="connsiteX29" fmla="*/ 139936 w 914984"/>
              <a:gd name="connsiteY29" fmla="*/ 719836 h 863613"/>
              <a:gd name="connsiteX30" fmla="*/ 266936 w 914984"/>
              <a:gd name="connsiteY30" fmla="*/ 808736 h 863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14984" h="863613">
                <a:moveTo>
                  <a:pt x="266936" y="808736"/>
                </a:moveTo>
                <a:cubicBezTo>
                  <a:pt x="306623" y="830961"/>
                  <a:pt x="336257" y="844190"/>
                  <a:pt x="378061" y="853186"/>
                </a:cubicBezTo>
                <a:cubicBezTo>
                  <a:pt x="419865" y="862182"/>
                  <a:pt x="477544" y="865357"/>
                  <a:pt x="517761" y="862711"/>
                </a:cubicBezTo>
                <a:cubicBezTo>
                  <a:pt x="557978" y="860065"/>
                  <a:pt x="580203" y="851069"/>
                  <a:pt x="619361" y="837311"/>
                </a:cubicBezTo>
                <a:cubicBezTo>
                  <a:pt x="658519" y="823553"/>
                  <a:pt x="720961" y="803973"/>
                  <a:pt x="752711" y="780161"/>
                </a:cubicBezTo>
                <a:cubicBezTo>
                  <a:pt x="784461" y="756349"/>
                  <a:pt x="789753" y="722482"/>
                  <a:pt x="809861" y="694436"/>
                </a:cubicBezTo>
                <a:cubicBezTo>
                  <a:pt x="829969" y="666390"/>
                  <a:pt x="858015" y="644694"/>
                  <a:pt x="873361" y="611886"/>
                </a:cubicBezTo>
                <a:cubicBezTo>
                  <a:pt x="888707" y="579078"/>
                  <a:pt x="895057" y="529336"/>
                  <a:pt x="901936" y="497586"/>
                </a:cubicBezTo>
                <a:cubicBezTo>
                  <a:pt x="908815" y="465836"/>
                  <a:pt x="916753" y="452607"/>
                  <a:pt x="914636" y="421386"/>
                </a:cubicBezTo>
                <a:cubicBezTo>
                  <a:pt x="912519" y="390165"/>
                  <a:pt x="898761" y="340423"/>
                  <a:pt x="889236" y="310261"/>
                </a:cubicBezTo>
                <a:cubicBezTo>
                  <a:pt x="879711" y="280099"/>
                  <a:pt x="867011" y="263694"/>
                  <a:pt x="857486" y="240411"/>
                </a:cubicBezTo>
                <a:cubicBezTo>
                  <a:pt x="847961" y="217128"/>
                  <a:pt x="846373" y="191198"/>
                  <a:pt x="832086" y="170561"/>
                </a:cubicBezTo>
                <a:cubicBezTo>
                  <a:pt x="817799" y="149924"/>
                  <a:pt x="795044" y="135107"/>
                  <a:pt x="771761" y="116586"/>
                </a:cubicBezTo>
                <a:cubicBezTo>
                  <a:pt x="748478" y="98065"/>
                  <a:pt x="719903" y="76369"/>
                  <a:pt x="692386" y="59436"/>
                </a:cubicBezTo>
                <a:cubicBezTo>
                  <a:pt x="664869" y="42503"/>
                  <a:pt x="641057" y="23982"/>
                  <a:pt x="606661" y="14986"/>
                </a:cubicBezTo>
                <a:cubicBezTo>
                  <a:pt x="572265" y="5990"/>
                  <a:pt x="523053" y="7578"/>
                  <a:pt x="486011" y="5461"/>
                </a:cubicBezTo>
                <a:cubicBezTo>
                  <a:pt x="448969" y="3344"/>
                  <a:pt x="418278" y="-3535"/>
                  <a:pt x="384411" y="2286"/>
                </a:cubicBezTo>
                <a:cubicBezTo>
                  <a:pt x="350544" y="8107"/>
                  <a:pt x="311386" y="32448"/>
                  <a:pt x="282811" y="40386"/>
                </a:cubicBezTo>
                <a:cubicBezTo>
                  <a:pt x="254236" y="48324"/>
                  <a:pt x="235715" y="40915"/>
                  <a:pt x="212961" y="49911"/>
                </a:cubicBezTo>
                <a:cubicBezTo>
                  <a:pt x="190207" y="58907"/>
                  <a:pt x="164278" y="74782"/>
                  <a:pt x="146286" y="94361"/>
                </a:cubicBezTo>
                <a:cubicBezTo>
                  <a:pt x="128294" y="113940"/>
                  <a:pt x="120886" y="146219"/>
                  <a:pt x="105011" y="167386"/>
                </a:cubicBezTo>
                <a:cubicBezTo>
                  <a:pt x="89136" y="188553"/>
                  <a:pt x="65853" y="199136"/>
                  <a:pt x="51036" y="221361"/>
                </a:cubicBezTo>
                <a:cubicBezTo>
                  <a:pt x="36219" y="243586"/>
                  <a:pt x="24578" y="273219"/>
                  <a:pt x="16111" y="300736"/>
                </a:cubicBezTo>
                <a:cubicBezTo>
                  <a:pt x="7644" y="328253"/>
                  <a:pt x="1823" y="360532"/>
                  <a:pt x="236" y="386461"/>
                </a:cubicBezTo>
                <a:cubicBezTo>
                  <a:pt x="-1352" y="412390"/>
                  <a:pt x="5528" y="433557"/>
                  <a:pt x="6586" y="456311"/>
                </a:cubicBezTo>
                <a:cubicBezTo>
                  <a:pt x="7644" y="479065"/>
                  <a:pt x="2882" y="504994"/>
                  <a:pt x="6586" y="522986"/>
                </a:cubicBezTo>
                <a:cubicBezTo>
                  <a:pt x="10290" y="540978"/>
                  <a:pt x="21403" y="546269"/>
                  <a:pt x="28811" y="564261"/>
                </a:cubicBezTo>
                <a:cubicBezTo>
                  <a:pt x="36219" y="582253"/>
                  <a:pt x="38336" y="611886"/>
                  <a:pt x="51036" y="630936"/>
                </a:cubicBezTo>
                <a:cubicBezTo>
                  <a:pt x="63736" y="649986"/>
                  <a:pt x="90194" y="663744"/>
                  <a:pt x="105011" y="678561"/>
                </a:cubicBezTo>
                <a:cubicBezTo>
                  <a:pt x="119828" y="693378"/>
                  <a:pt x="108715" y="696553"/>
                  <a:pt x="139936" y="719836"/>
                </a:cubicBezTo>
                <a:cubicBezTo>
                  <a:pt x="171157" y="743119"/>
                  <a:pt x="227249" y="786511"/>
                  <a:pt x="266936" y="808736"/>
                </a:cubicBezTo>
                <a:close/>
              </a:path>
            </a:pathLst>
          </a:custGeom>
          <a:solidFill>
            <a:srgbClr val="A5A5A5">
              <a:alpha val="50196"/>
            </a:srgbClr>
          </a:solidFill>
          <a:ln w="28575">
            <a:solidFill>
              <a:srgbClr val="434343">
                <a:alpha val="30196"/>
              </a:srgb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5" name="Freeform: Shape 2354">
            <a:extLst>
              <a:ext uri="{FF2B5EF4-FFF2-40B4-BE49-F238E27FC236}">
                <a16:creationId xmlns:a16="http://schemas.microsoft.com/office/drawing/2014/main" id="{257B2823-1126-AB4E-2A0B-B4F0F5FB337D}"/>
              </a:ext>
            </a:extLst>
          </p:cNvPr>
          <p:cNvSpPr/>
          <p:nvPr/>
        </p:nvSpPr>
        <p:spPr>
          <a:xfrm>
            <a:off x="1071881" y="3491476"/>
            <a:ext cx="3533435" cy="1818084"/>
          </a:xfrm>
          <a:custGeom>
            <a:avLst/>
            <a:gdLst>
              <a:gd name="connsiteX0" fmla="*/ 0 w 3533435"/>
              <a:gd name="connsiteY0" fmla="*/ 0 h 1818084"/>
              <a:gd name="connsiteX1" fmla="*/ 56807 w 3533435"/>
              <a:gd name="connsiteY1" fmla="*/ 34184 h 1818084"/>
              <a:gd name="connsiteX2" fmla="*/ 130400 w 3533435"/>
              <a:gd name="connsiteY2" fmla="*/ 79861 h 1818084"/>
              <a:gd name="connsiteX3" fmla="*/ 307432 w 3533435"/>
              <a:gd name="connsiteY3" fmla="*/ 149233 h 1818084"/>
              <a:gd name="connsiteX4" fmla="*/ 411519 w 3533435"/>
              <a:gd name="connsiteY4" fmla="*/ 261762 h 1818084"/>
              <a:gd name="connsiteX5" fmla="*/ 585152 w 3533435"/>
              <a:gd name="connsiteY5" fmla="*/ 339517 h 1818084"/>
              <a:gd name="connsiteX6" fmla="*/ 733980 w 3533435"/>
              <a:gd name="connsiteY6" fmla="*/ 435394 h 1818084"/>
              <a:gd name="connsiteX7" fmla="*/ 882808 w 3533435"/>
              <a:gd name="connsiteY7" fmla="*/ 526345 h 1818084"/>
              <a:gd name="connsiteX8" fmla="*/ 1048173 w 3533435"/>
              <a:gd name="connsiteY8" fmla="*/ 584222 h 1818084"/>
              <a:gd name="connsiteX9" fmla="*/ 1203570 w 3533435"/>
              <a:gd name="connsiteY9" fmla="*/ 680157 h 1818084"/>
              <a:gd name="connsiteX10" fmla="*/ 1362366 w 3533435"/>
              <a:gd name="connsiteY10" fmla="*/ 794271 h 1818084"/>
              <a:gd name="connsiteX11" fmla="*/ 1527730 w 3533435"/>
              <a:gd name="connsiteY11" fmla="*/ 873610 h 1818084"/>
              <a:gd name="connsiteX12" fmla="*/ 1676558 w 3533435"/>
              <a:gd name="connsiteY12" fmla="*/ 931488 h 1818084"/>
              <a:gd name="connsiteX13" fmla="*/ 1876638 w 3533435"/>
              <a:gd name="connsiteY13" fmla="*/ 1062195 h 1818084"/>
              <a:gd name="connsiteX14" fmla="*/ 2065165 w 3533435"/>
              <a:gd name="connsiteY14" fmla="*/ 1121657 h 1818084"/>
              <a:gd name="connsiteX15" fmla="*/ 2197456 w 3533435"/>
              <a:gd name="connsiteY15" fmla="*/ 1192729 h 1818084"/>
              <a:gd name="connsiteX16" fmla="*/ 2354553 w 3533435"/>
              <a:gd name="connsiteY16" fmla="*/ 1237412 h 1818084"/>
              <a:gd name="connsiteX17" fmla="*/ 2486844 w 3533435"/>
              <a:gd name="connsiteY17" fmla="*/ 1287022 h 1818084"/>
              <a:gd name="connsiteX18" fmla="*/ 2602600 w 3533435"/>
              <a:gd name="connsiteY18" fmla="*/ 1361436 h 1818084"/>
              <a:gd name="connsiteX19" fmla="*/ 2799395 w 3533435"/>
              <a:gd name="connsiteY19" fmla="*/ 1457313 h 1818084"/>
              <a:gd name="connsiteX20" fmla="*/ 2891988 w 3533435"/>
              <a:gd name="connsiteY20" fmla="*/ 1510264 h 1818084"/>
              <a:gd name="connsiteX21" fmla="*/ 3007743 w 3533435"/>
              <a:gd name="connsiteY21" fmla="*/ 1568142 h 1818084"/>
              <a:gd name="connsiteX22" fmla="*/ 3090425 w 3533435"/>
              <a:gd name="connsiteY22" fmla="*/ 1617751 h 1818084"/>
              <a:gd name="connsiteX23" fmla="*/ 3272326 w 3533435"/>
              <a:gd name="connsiteY23" fmla="*/ 1692165 h 1818084"/>
              <a:gd name="connsiteX24" fmla="*/ 3412886 w 3533435"/>
              <a:gd name="connsiteY24" fmla="*/ 1741774 h 1818084"/>
              <a:gd name="connsiteX25" fmla="*/ 3501770 w 3533435"/>
              <a:gd name="connsiteY25" fmla="*/ 1797585 h 1818084"/>
              <a:gd name="connsiteX26" fmla="*/ 3533435 w 3533435"/>
              <a:gd name="connsiteY26" fmla="*/ 1818084 h 1818084"/>
              <a:gd name="connsiteX27" fmla="*/ 199347 w 3533435"/>
              <a:gd name="connsiteY27" fmla="*/ 1818084 h 1818084"/>
              <a:gd name="connsiteX28" fmla="*/ 0 w 3533435"/>
              <a:gd name="connsiteY28" fmla="*/ 1618737 h 1818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533435" h="1818084">
                <a:moveTo>
                  <a:pt x="0" y="0"/>
                </a:moveTo>
                <a:lnTo>
                  <a:pt x="56807" y="34184"/>
                </a:lnTo>
                <a:cubicBezTo>
                  <a:pt x="80163" y="50309"/>
                  <a:pt x="103245" y="66501"/>
                  <a:pt x="130400" y="79861"/>
                </a:cubicBezTo>
                <a:cubicBezTo>
                  <a:pt x="184710" y="106581"/>
                  <a:pt x="260579" y="118917"/>
                  <a:pt x="307432" y="149233"/>
                </a:cubicBezTo>
                <a:cubicBezTo>
                  <a:pt x="354285" y="179549"/>
                  <a:pt x="365233" y="230048"/>
                  <a:pt x="411519" y="261762"/>
                </a:cubicBezTo>
                <a:cubicBezTo>
                  <a:pt x="457806" y="293475"/>
                  <a:pt x="531409" y="310578"/>
                  <a:pt x="585152" y="339517"/>
                </a:cubicBezTo>
                <a:cubicBezTo>
                  <a:pt x="638896" y="368456"/>
                  <a:pt x="684371" y="404256"/>
                  <a:pt x="733980" y="435394"/>
                </a:cubicBezTo>
                <a:cubicBezTo>
                  <a:pt x="783590" y="466532"/>
                  <a:pt x="830443" y="501540"/>
                  <a:pt x="882808" y="526345"/>
                </a:cubicBezTo>
                <a:cubicBezTo>
                  <a:pt x="935174" y="551150"/>
                  <a:pt x="994713" y="558587"/>
                  <a:pt x="1048173" y="584222"/>
                </a:cubicBezTo>
                <a:cubicBezTo>
                  <a:pt x="1101634" y="609858"/>
                  <a:pt x="1151204" y="645150"/>
                  <a:pt x="1203570" y="680157"/>
                </a:cubicBezTo>
                <a:cubicBezTo>
                  <a:pt x="1255936" y="715165"/>
                  <a:pt x="1308340" y="762028"/>
                  <a:pt x="1362366" y="794271"/>
                </a:cubicBezTo>
                <a:cubicBezTo>
                  <a:pt x="1416392" y="826513"/>
                  <a:pt x="1475364" y="850741"/>
                  <a:pt x="1527730" y="873610"/>
                </a:cubicBezTo>
                <a:cubicBezTo>
                  <a:pt x="1580096" y="896480"/>
                  <a:pt x="1618407" y="900057"/>
                  <a:pt x="1676558" y="931488"/>
                </a:cubicBezTo>
                <a:cubicBezTo>
                  <a:pt x="1734709" y="962919"/>
                  <a:pt x="1811869" y="1030500"/>
                  <a:pt x="1876638" y="1062195"/>
                </a:cubicBezTo>
                <a:cubicBezTo>
                  <a:pt x="1941406" y="1093890"/>
                  <a:pt x="2011695" y="1099902"/>
                  <a:pt x="2065165" y="1121657"/>
                </a:cubicBezTo>
                <a:cubicBezTo>
                  <a:pt x="2118635" y="1143412"/>
                  <a:pt x="2149225" y="1173436"/>
                  <a:pt x="2197456" y="1192729"/>
                </a:cubicBezTo>
                <a:cubicBezTo>
                  <a:pt x="2245688" y="1212022"/>
                  <a:pt x="2306321" y="1221698"/>
                  <a:pt x="2354553" y="1237412"/>
                </a:cubicBezTo>
                <a:cubicBezTo>
                  <a:pt x="2402785" y="1253129"/>
                  <a:pt x="2445503" y="1266351"/>
                  <a:pt x="2486844" y="1287022"/>
                </a:cubicBezTo>
                <a:cubicBezTo>
                  <a:pt x="2528186" y="1307692"/>
                  <a:pt x="2550507" y="1333054"/>
                  <a:pt x="2602600" y="1361436"/>
                </a:cubicBezTo>
                <a:cubicBezTo>
                  <a:pt x="2654692" y="1389817"/>
                  <a:pt x="2751163" y="1432509"/>
                  <a:pt x="2799395" y="1457313"/>
                </a:cubicBezTo>
                <a:cubicBezTo>
                  <a:pt x="2847627" y="1482118"/>
                  <a:pt x="2857264" y="1491793"/>
                  <a:pt x="2891988" y="1510264"/>
                </a:cubicBezTo>
                <a:cubicBezTo>
                  <a:pt x="2926712" y="1528735"/>
                  <a:pt x="2974670" y="1550227"/>
                  <a:pt x="3007743" y="1568142"/>
                </a:cubicBezTo>
                <a:cubicBezTo>
                  <a:pt x="3040816" y="1586056"/>
                  <a:pt x="3046327" y="1597080"/>
                  <a:pt x="3090425" y="1617751"/>
                </a:cubicBezTo>
                <a:cubicBezTo>
                  <a:pt x="3134523" y="1638421"/>
                  <a:pt x="3218583" y="1671494"/>
                  <a:pt x="3272326" y="1692165"/>
                </a:cubicBezTo>
                <a:cubicBezTo>
                  <a:pt x="3326069" y="1712835"/>
                  <a:pt x="3357765" y="1714213"/>
                  <a:pt x="3412886" y="1741774"/>
                </a:cubicBezTo>
                <a:cubicBezTo>
                  <a:pt x="3440447" y="1755555"/>
                  <a:pt x="3470075" y="1776225"/>
                  <a:pt x="3501770" y="1797585"/>
                </a:cubicBezTo>
                <a:lnTo>
                  <a:pt x="3533435" y="1818084"/>
                </a:lnTo>
                <a:lnTo>
                  <a:pt x="199347" y="1818084"/>
                </a:lnTo>
                <a:cubicBezTo>
                  <a:pt x="89251" y="1818084"/>
                  <a:pt x="0" y="1728833"/>
                  <a:pt x="0" y="1618737"/>
                </a:cubicBezTo>
                <a:close/>
              </a:path>
            </a:pathLst>
          </a:custGeom>
          <a:solidFill>
            <a:srgbClr val="548235">
              <a:alpha val="50196"/>
            </a:srgbClr>
          </a:solidFill>
          <a:ln w="28575">
            <a:solidFill>
              <a:srgbClr val="111B0B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3" name="Freeform: Shape 2352">
            <a:extLst>
              <a:ext uri="{FF2B5EF4-FFF2-40B4-BE49-F238E27FC236}">
                <a16:creationId xmlns:a16="http://schemas.microsoft.com/office/drawing/2014/main" id="{E162FCF4-7887-5B86-7644-695F264FADBB}"/>
              </a:ext>
            </a:extLst>
          </p:cNvPr>
          <p:cNvSpPr/>
          <p:nvPr/>
        </p:nvSpPr>
        <p:spPr>
          <a:xfrm>
            <a:off x="1065255" y="3479668"/>
            <a:ext cx="3561651" cy="1829892"/>
          </a:xfrm>
          <a:custGeom>
            <a:avLst/>
            <a:gdLst>
              <a:gd name="connsiteX0" fmla="*/ 0 w 3561651"/>
              <a:gd name="connsiteY0" fmla="*/ 0 h 1829892"/>
              <a:gd name="connsiteX1" fmla="*/ 1429 w 3561651"/>
              <a:gd name="connsiteY1" fmla="*/ 860 h 1829892"/>
              <a:gd name="connsiteX2" fmla="*/ 75022 w 3561651"/>
              <a:gd name="connsiteY2" fmla="*/ 46537 h 1829892"/>
              <a:gd name="connsiteX3" fmla="*/ 252054 w 3561651"/>
              <a:gd name="connsiteY3" fmla="*/ 115909 h 1829892"/>
              <a:gd name="connsiteX4" fmla="*/ 356141 w 3561651"/>
              <a:gd name="connsiteY4" fmla="*/ 228438 h 1829892"/>
              <a:gd name="connsiteX5" fmla="*/ 529774 w 3561651"/>
              <a:gd name="connsiteY5" fmla="*/ 306193 h 1829892"/>
              <a:gd name="connsiteX6" fmla="*/ 678602 w 3561651"/>
              <a:gd name="connsiteY6" fmla="*/ 402070 h 1829892"/>
              <a:gd name="connsiteX7" fmla="*/ 827430 w 3561651"/>
              <a:gd name="connsiteY7" fmla="*/ 493021 h 1829892"/>
              <a:gd name="connsiteX8" fmla="*/ 992795 w 3561651"/>
              <a:gd name="connsiteY8" fmla="*/ 550898 h 1829892"/>
              <a:gd name="connsiteX9" fmla="*/ 1148192 w 3561651"/>
              <a:gd name="connsiteY9" fmla="*/ 646833 h 1829892"/>
              <a:gd name="connsiteX10" fmla="*/ 1306988 w 3561651"/>
              <a:gd name="connsiteY10" fmla="*/ 760947 h 1829892"/>
              <a:gd name="connsiteX11" fmla="*/ 1472352 w 3561651"/>
              <a:gd name="connsiteY11" fmla="*/ 840286 h 1829892"/>
              <a:gd name="connsiteX12" fmla="*/ 1621180 w 3561651"/>
              <a:gd name="connsiteY12" fmla="*/ 898164 h 1829892"/>
              <a:gd name="connsiteX13" fmla="*/ 1821260 w 3561651"/>
              <a:gd name="connsiteY13" fmla="*/ 1028871 h 1829892"/>
              <a:gd name="connsiteX14" fmla="*/ 2009787 w 3561651"/>
              <a:gd name="connsiteY14" fmla="*/ 1088333 h 1829892"/>
              <a:gd name="connsiteX15" fmla="*/ 2142078 w 3561651"/>
              <a:gd name="connsiteY15" fmla="*/ 1159405 h 1829892"/>
              <a:gd name="connsiteX16" fmla="*/ 2299175 w 3561651"/>
              <a:gd name="connsiteY16" fmla="*/ 1204088 h 1829892"/>
              <a:gd name="connsiteX17" fmla="*/ 2431466 w 3561651"/>
              <a:gd name="connsiteY17" fmla="*/ 1253698 h 1829892"/>
              <a:gd name="connsiteX18" fmla="*/ 2547222 w 3561651"/>
              <a:gd name="connsiteY18" fmla="*/ 1328112 h 1829892"/>
              <a:gd name="connsiteX19" fmla="*/ 2744017 w 3561651"/>
              <a:gd name="connsiteY19" fmla="*/ 1423989 h 1829892"/>
              <a:gd name="connsiteX20" fmla="*/ 2836610 w 3561651"/>
              <a:gd name="connsiteY20" fmla="*/ 1476940 h 1829892"/>
              <a:gd name="connsiteX21" fmla="*/ 2952365 w 3561651"/>
              <a:gd name="connsiteY21" fmla="*/ 1534818 h 1829892"/>
              <a:gd name="connsiteX22" fmla="*/ 3035047 w 3561651"/>
              <a:gd name="connsiteY22" fmla="*/ 1584427 h 1829892"/>
              <a:gd name="connsiteX23" fmla="*/ 3216948 w 3561651"/>
              <a:gd name="connsiteY23" fmla="*/ 1658841 h 1829892"/>
              <a:gd name="connsiteX24" fmla="*/ 3357508 w 3561651"/>
              <a:gd name="connsiteY24" fmla="*/ 1708450 h 1829892"/>
              <a:gd name="connsiteX25" fmla="*/ 3547677 w 3561651"/>
              <a:gd name="connsiteY25" fmla="*/ 1824205 h 1829892"/>
              <a:gd name="connsiteX26" fmla="*/ 3561651 w 3561651"/>
              <a:gd name="connsiteY26" fmla="*/ 1829892 h 1829892"/>
              <a:gd name="connsiteX27" fmla="*/ 199347 w 3561651"/>
              <a:gd name="connsiteY27" fmla="*/ 1829892 h 1829892"/>
              <a:gd name="connsiteX28" fmla="*/ 0 w 3561651"/>
              <a:gd name="connsiteY28" fmla="*/ 1630545 h 1829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561651" h="1829892">
                <a:moveTo>
                  <a:pt x="0" y="0"/>
                </a:moveTo>
                <a:lnTo>
                  <a:pt x="1429" y="860"/>
                </a:lnTo>
                <a:cubicBezTo>
                  <a:pt x="24785" y="16985"/>
                  <a:pt x="47867" y="33177"/>
                  <a:pt x="75022" y="46537"/>
                </a:cubicBezTo>
                <a:cubicBezTo>
                  <a:pt x="129332" y="73257"/>
                  <a:pt x="205201" y="85593"/>
                  <a:pt x="252054" y="115909"/>
                </a:cubicBezTo>
                <a:cubicBezTo>
                  <a:pt x="298907" y="146225"/>
                  <a:pt x="309855" y="196724"/>
                  <a:pt x="356141" y="228438"/>
                </a:cubicBezTo>
                <a:cubicBezTo>
                  <a:pt x="402428" y="260151"/>
                  <a:pt x="476031" y="277254"/>
                  <a:pt x="529774" y="306193"/>
                </a:cubicBezTo>
                <a:cubicBezTo>
                  <a:pt x="583518" y="335132"/>
                  <a:pt x="628993" y="370932"/>
                  <a:pt x="678602" y="402070"/>
                </a:cubicBezTo>
                <a:cubicBezTo>
                  <a:pt x="728212" y="433208"/>
                  <a:pt x="775064" y="468216"/>
                  <a:pt x="827430" y="493021"/>
                </a:cubicBezTo>
                <a:cubicBezTo>
                  <a:pt x="879796" y="517826"/>
                  <a:pt x="939335" y="525263"/>
                  <a:pt x="992795" y="550898"/>
                </a:cubicBezTo>
                <a:cubicBezTo>
                  <a:pt x="1046256" y="576534"/>
                  <a:pt x="1095826" y="611826"/>
                  <a:pt x="1148192" y="646833"/>
                </a:cubicBezTo>
                <a:cubicBezTo>
                  <a:pt x="1200558" y="681841"/>
                  <a:pt x="1252962" y="728704"/>
                  <a:pt x="1306988" y="760947"/>
                </a:cubicBezTo>
                <a:cubicBezTo>
                  <a:pt x="1361014" y="793189"/>
                  <a:pt x="1419986" y="817417"/>
                  <a:pt x="1472352" y="840286"/>
                </a:cubicBezTo>
                <a:cubicBezTo>
                  <a:pt x="1524718" y="863156"/>
                  <a:pt x="1563029" y="866733"/>
                  <a:pt x="1621180" y="898164"/>
                </a:cubicBezTo>
                <a:cubicBezTo>
                  <a:pt x="1679331" y="929595"/>
                  <a:pt x="1756491" y="997176"/>
                  <a:pt x="1821260" y="1028871"/>
                </a:cubicBezTo>
                <a:cubicBezTo>
                  <a:pt x="1886028" y="1060566"/>
                  <a:pt x="1956317" y="1066578"/>
                  <a:pt x="2009787" y="1088333"/>
                </a:cubicBezTo>
                <a:cubicBezTo>
                  <a:pt x="2063257" y="1110088"/>
                  <a:pt x="2093847" y="1140112"/>
                  <a:pt x="2142078" y="1159405"/>
                </a:cubicBezTo>
                <a:cubicBezTo>
                  <a:pt x="2190310" y="1178698"/>
                  <a:pt x="2250943" y="1188374"/>
                  <a:pt x="2299175" y="1204088"/>
                </a:cubicBezTo>
                <a:cubicBezTo>
                  <a:pt x="2347407" y="1219805"/>
                  <a:pt x="2390125" y="1233027"/>
                  <a:pt x="2431466" y="1253698"/>
                </a:cubicBezTo>
                <a:cubicBezTo>
                  <a:pt x="2472808" y="1274368"/>
                  <a:pt x="2495129" y="1299730"/>
                  <a:pt x="2547222" y="1328112"/>
                </a:cubicBezTo>
                <a:cubicBezTo>
                  <a:pt x="2599314" y="1356493"/>
                  <a:pt x="2695785" y="1399185"/>
                  <a:pt x="2744017" y="1423989"/>
                </a:cubicBezTo>
                <a:cubicBezTo>
                  <a:pt x="2792249" y="1448794"/>
                  <a:pt x="2801886" y="1458469"/>
                  <a:pt x="2836610" y="1476940"/>
                </a:cubicBezTo>
                <a:cubicBezTo>
                  <a:pt x="2871334" y="1495411"/>
                  <a:pt x="2919292" y="1516903"/>
                  <a:pt x="2952365" y="1534818"/>
                </a:cubicBezTo>
                <a:cubicBezTo>
                  <a:pt x="2985438" y="1552732"/>
                  <a:pt x="2990949" y="1563756"/>
                  <a:pt x="3035047" y="1584427"/>
                </a:cubicBezTo>
                <a:cubicBezTo>
                  <a:pt x="3079145" y="1605097"/>
                  <a:pt x="3163205" y="1638170"/>
                  <a:pt x="3216948" y="1658841"/>
                </a:cubicBezTo>
                <a:cubicBezTo>
                  <a:pt x="3270691" y="1679511"/>
                  <a:pt x="3302387" y="1680889"/>
                  <a:pt x="3357508" y="1708450"/>
                </a:cubicBezTo>
                <a:cubicBezTo>
                  <a:pt x="3412629" y="1736011"/>
                  <a:pt x="3476020" y="1791133"/>
                  <a:pt x="3547677" y="1824205"/>
                </a:cubicBezTo>
                <a:lnTo>
                  <a:pt x="3561651" y="1829892"/>
                </a:lnTo>
                <a:lnTo>
                  <a:pt x="199347" y="1829892"/>
                </a:lnTo>
                <a:cubicBezTo>
                  <a:pt x="89251" y="1829892"/>
                  <a:pt x="0" y="1740641"/>
                  <a:pt x="0" y="1630545"/>
                </a:cubicBezTo>
                <a:close/>
              </a:path>
            </a:pathLst>
          </a:custGeom>
          <a:solidFill>
            <a:srgbClr val="548235">
              <a:alpha val="50196"/>
            </a:srgbClr>
          </a:solidFill>
          <a:ln w="28575">
            <a:solidFill>
              <a:srgbClr val="111B0B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7" name="Freeform: Shape 2356">
            <a:extLst>
              <a:ext uri="{FF2B5EF4-FFF2-40B4-BE49-F238E27FC236}">
                <a16:creationId xmlns:a16="http://schemas.microsoft.com/office/drawing/2014/main" id="{031A0BD9-407D-9CE1-1FBA-917929A6F737}"/>
              </a:ext>
            </a:extLst>
          </p:cNvPr>
          <p:cNvSpPr/>
          <p:nvPr/>
        </p:nvSpPr>
        <p:spPr>
          <a:xfrm>
            <a:off x="1071881" y="3501498"/>
            <a:ext cx="3509771" cy="1808063"/>
          </a:xfrm>
          <a:custGeom>
            <a:avLst/>
            <a:gdLst>
              <a:gd name="connsiteX0" fmla="*/ 0 w 3509771"/>
              <a:gd name="connsiteY0" fmla="*/ 0 h 1808063"/>
              <a:gd name="connsiteX1" fmla="*/ 68396 w 3509771"/>
              <a:gd name="connsiteY1" fmla="*/ 47274 h 1808063"/>
              <a:gd name="connsiteX2" fmla="*/ 192419 w 3509771"/>
              <a:gd name="connsiteY2" fmla="*/ 163029 h 1808063"/>
              <a:gd name="connsiteX3" fmla="*/ 349515 w 3509771"/>
              <a:gd name="connsiteY3" fmla="*/ 229175 h 1808063"/>
              <a:gd name="connsiteX4" fmla="*/ 523148 w 3509771"/>
              <a:gd name="connsiteY4" fmla="*/ 287052 h 1808063"/>
              <a:gd name="connsiteX5" fmla="*/ 671976 w 3509771"/>
              <a:gd name="connsiteY5" fmla="*/ 402807 h 1808063"/>
              <a:gd name="connsiteX6" fmla="*/ 820804 w 3509771"/>
              <a:gd name="connsiteY6" fmla="*/ 493758 h 1808063"/>
              <a:gd name="connsiteX7" fmla="*/ 986169 w 3509771"/>
              <a:gd name="connsiteY7" fmla="*/ 551635 h 1808063"/>
              <a:gd name="connsiteX8" fmla="*/ 1168070 w 3509771"/>
              <a:gd name="connsiteY8" fmla="*/ 634318 h 1808063"/>
              <a:gd name="connsiteX9" fmla="*/ 1300362 w 3509771"/>
              <a:gd name="connsiteY9" fmla="*/ 741805 h 1808063"/>
              <a:gd name="connsiteX10" fmla="*/ 1465726 w 3509771"/>
              <a:gd name="connsiteY10" fmla="*/ 841023 h 1808063"/>
              <a:gd name="connsiteX11" fmla="*/ 1614554 w 3509771"/>
              <a:gd name="connsiteY11" fmla="*/ 898901 h 1808063"/>
              <a:gd name="connsiteX12" fmla="*/ 1821260 w 3509771"/>
              <a:gd name="connsiteY12" fmla="*/ 989852 h 1808063"/>
              <a:gd name="connsiteX13" fmla="*/ 2003161 w 3509771"/>
              <a:gd name="connsiteY13" fmla="*/ 1089070 h 1808063"/>
              <a:gd name="connsiteX14" fmla="*/ 2135452 w 3509771"/>
              <a:gd name="connsiteY14" fmla="*/ 1180021 h 1808063"/>
              <a:gd name="connsiteX15" fmla="*/ 2292549 w 3509771"/>
              <a:gd name="connsiteY15" fmla="*/ 1204825 h 1808063"/>
              <a:gd name="connsiteX16" fmla="*/ 2424840 w 3509771"/>
              <a:gd name="connsiteY16" fmla="*/ 1254435 h 1808063"/>
              <a:gd name="connsiteX17" fmla="*/ 2540596 w 3509771"/>
              <a:gd name="connsiteY17" fmla="*/ 1328849 h 1808063"/>
              <a:gd name="connsiteX18" fmla="*/ 2730765 w 3509771"/>
              <a:gd name="connsiteY18" fmla="*/ 1444604 h 1808063"/>
              <a:gd name="connsiteX19" fmla="*/ 2829984 w 3509771"/>
              <a:gd name="connsiteY19" fmla="*/ 1477677 h 1808063"/>
              <a:gd name="connsiteX20" fmla="*/ 2945739 w 3509771"/>
              <a:gd name="connsiteY20" fmla="*/ 1535555 h 1808063"/>
              <a:gd name="connsiteX21" fmla="*/ 3028421 w 3509771"/>
              <a:gd name="connsiteY21" fmla="*/ 1585164 h 1808063"/>
              <a:gd name="connsiteX22" fmla="*/ 3210322 w 3509771"/>
              <a:gd name="connsiteY22" fmla="*/ 1659578 h 1808063"/>
              <a:gd name="connsiteX23" fmla="*/ 3350882 w 3509771"/>
              <a:gd name="connsiteY23" fmla="*/ 1709187 h 1808063"/>
              <a:gd name="connsiteX24" fmla="*/ 3488858 w 3509771"/>
              <a:gd name="connsiteY24" fmla="*/ 1796779 h 1808063"/>
              <a:gd name="connsiteX25" fmla="*/ 3509771 w 3509771"/>
              <a:gd name="connsiteY25" fmla="*/ 1808063 h 1808063"/>
              <a:gd name="connsiteX26" fmla="*/ 199347 w 3509771"/>
              <a:gd name="connsiteY26" fmla="*/ 1808063 h 1808063"/>
              <a:gd name="connsiteX27" fmla="*/ 0 w 3509771"/>
              <a:gd name="connsiteY27" fmla="*/ 1608716 h 1808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509771" h="1808063">
                <a:moveTo>
                  <a:pt x="0" y="0"/>
                </a:moveTo>
                <a:lnTo>
                  <a:pt x="68396" y="47274"/>
                </a:lnTo>
                <a:cubicBezTo>
                  <a:pt x="113871" y="81724"/>
                  <a:pt x="145566" y="132712"/>
                  <a:pt x="192419" y="163029"/>
                </a:cubicBezTo>
                <a:cubicBezTo>
                  <a:pt x="239272" y="193345"/>
                  <a:pt x="294394" y="208504"/>
                  <a:pt x="349515" y="229175"/>
                </a:cubicBezTo>
                <a:cubicBezTo>
                  <a:pt x="404636" y="249845"/>
                  <a:pt x="469405" y="258113"/>
                  <a:pt x="523148" y="287052"/>
                </a:cubicBezTo>
                <a:cubicBezTo>
                  <a:pt x="576892" y="315991"/>
                  <a:pt x="622367" y="368357"/>
                  <a:pt x="671976" y="402807"/>
                </a:cubicBezTo>
                <a:cubicBezTo>
                  <a:pt x="721586" y="437258"/>
                  <a:pt x="768438" y="468953"/>
                  <a:pt x="820804" y="493758"/>
                </a:cubicBezTo>
                <a:cubicBezTo>
                  <a:pt x="873170" y="518563"/>
                  <a:pt x="928291" y="528208"/>
                  <a:pt x="986169" y="551635"/>
                </a:cubicBezTo>
                <a:cubicBezTo>
                  <a:pt x="1044047" y="575063"/>
                  <a:pt x="1115704" y="602622"/>
                  <a:pt x="1168070" y="634318"/>
                </a:cubicBezTo>
                <a:cubicBezTo>
                  <a:pt x="1220436" y="666013"/>
                  <a:pt x="1250752" y="707354"/>
                  <a:pt x="1300362" y="741805"/>
                </a:cubicBezTo>
                <a:cubicBezTo>
                  <a:pt x="1349971" y="776255"/>
                  <a:pt x="1413360" y="814841"/>
                  <a:pt x="1465726" y="841023"/>
                </a:cubicBezTo>
                <a:cubicBezTo>
                  <a:pt x="1518092" y="867206"/>
                  <a:pt x="1555299" y="874096"/>
                  <a:pt x="1614554" y="898901"/>
                </a:cubicBezTo>
                <a:cubicBezTo>
                  <a:pt x="1673809" y="923706"/>
                  <a:pt x="1756492" y="958156"/>
                  <a:pt x="1821260" y="989852"/>
                </a:cubicBezTo>
                <a:cubicBezTo>
                  <a:pt x="1886028" y="1021547"/>
                  <a:pt x="1950795" y="1057375"/>
                  <a:pt x="2003161" y="1089070"/>
                </a:cubicBezTo>
                <a:cubicBezTo>
                  <a:pt x="2055527" y="1120766"/>
                  <a:pt x="2087221" y="1160728"/>
                  <a:pt x="2135452" y="1180021"/>
                </a:cubicBezTo>
                <a:cubicBezTo>
                  <a:pt x="2183684" y="1199314"/>
                  <a:pt x="2244317" y="1192423"/>
                  <a:pt x="2292549" y="1204825"/>
                </a:cubicBezTo>
                <a:cubicBezTo>
                  <a:pt x="2340781" y="1217228"/>
                  <a:pt x="2383499" y="1233764"/>
                  <a:pt x="2424840" y="1254435"/>
                </a:cubicBezTo>
                <a:cubicBezTo>
                  <a:pt x="2466182" y="1275105"/>
                  <a:pt x="2540596" y="1328849"/>
                  <a:pt x="2540596" y="1328849"/>
                </a:cubicBezTo>
                <a:cubicBezTo>
                  <a:pt x="2591583" y="1360544"/>
                  <a:pt x="2682533" y="1419799"/>
                  <a:pt x="2730765" y="1444604"/>
                </a:cubicBezTo>
                <a:cubicBezTo>
                  <a:pt x="2778997" y="1469409"/>
                  <a:pt x="2794154" y="1462518"/>
                  <a:pt x="2829984" y="1477677"/>
                </a:cubicBezTo>
                <a:cubicBezTo>
                  <a:pt x="2865813" y="1492836"/>
                  <a:pt x="2912666" y="1517640"/>
                  <a:pt x="2945739" y="1535555"/>
                </a:cubicBezTo>
                <a:cubicBezTo>
                  <a:pt x="2978812" y="1553469"/>
                  <a:pt x="2984323" y="1564493"/>
                  <a:pt x="3028421" y="1585164"/>
                </a:cubicBezTo>
                <a:cubicBezTo>
                  <a:pt x="3072519" y="1605834"/>
                  <a:pt x="3156579" y="1638907"/>
                  <a:pt x="3210322" y="1659578"/>
                </a:cubicBezTo>
                <a:cubicBezTo>
                  <a:pt x="3264065" y="1680248"/>
                  <a:pt x="3295761" y="1681626"/>
                  <a:pt x="3350882" y="1709187"/>
                </a:cubicBezTo>
                <a:cubicBezTo>
                  <a:pt x="3392223" y="1729858"/>
                  <a:pt x="3438215" y="1766032"/>
                  <a:pt x="3488858" y="1796779"/>
                </a:cubicBezTo>
                <a:lnTo>
                  <a:pt x="3509771" y="1808063"/>
                </a:lnTo>
                <a:lnTo>
                  <a:pt x="199347" y="1808063"/>
                </a:lnTo>
                <a:cubicBezTo>
                  <a:pt x="89251" y="1808063"/>
                  <a:pt x="0" y="1718812"/>
                  <a:pt x="0" y="1608716"/>
                </a:cubicBezTo>
                <a:close/>
              </a:path>
            </a:pathLst>
          </a:custGeom>
          <a:solidFill>
            <a:srgbClr val="548235">
              <a:alpha val="50196"/>
            </a:srgbClr>
          </a:solidFill>
          <a:ln w="28575">
            <a:solidFill>
              <a:srgbClr val="111B0B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C1A3E-2C63-8DAC-063D-DBFB6CBFC5F1}"/>
              </a:ext>
            </a:extLst>
          </p:cNvPr>
          <p:cNvSpPr txBox="1"/>
          <p:nvPr/>
        </p:nvSpPr>
        <p:spPr>
          <a:xfrm>
            <a:off x="6072516" y="2761479"/>
            <a:ext cx="535960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Physics describes the evolution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similarly prepared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795BFD-AD2F-A9F9-F2FF-CDDA8180E310}"/>
                  </a:ext>
                </a:extLst>
              </p:cNvPr>
              <p:cNvSpPr txBox="1"/>
              <p:nvPr/>
            </p:nvSpPr>
            <p:spPr>
              <a:xfrm>
                <a:off x="6304636" y="4663745"/>
                <a:ext cx="2484847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8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d>
                        <m:dPr>
                          <m:ctrlPr>
                            <a:rPr kumimoji="0" lang="en-US" sz="8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8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kumimoji="0" lang="en-US" sz="8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795BFD-AD2F-A9F9-F2FF-CDDA8180E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636" y="4663745"/>
                <a:ext cx="2484847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73100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46993EF-265A-35FE-D518-C686B415203A}"/>
                  </a:ext>
                </a:extLst>
              </p:cNvPr>
              <p:cNvSpPr txBox="1"/>
              <p:nvPr/>
            </p:nvSpPr>
            <p:spPr>
              <a:xfrm>
                <a:off x="1967109" y="1203033"/>
                <a:ext cx="4521815" cy="26468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6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46993EF-265A-35FE-D518-C686B4152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109" y="1203033"/>
                <a:ext cx="4521815" cy="26468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A060547-90E8-9330-4736-7097C1BBC9A5}"/>
              </a:ext>
            </a:extLst>
          </p:cNvPr>
          <p:cNvCxnSpPr>
            <a:cxnSpLocks/>
          </p:cNvCxnSpPr>
          <p:nvPr/>
        </p:nvCxnSpPr>
        <p:spPr>
          <a:xfrm>
            <a:off x="1626326" y="1246029"/>
            <a:ext cx="711925" cy="1034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6664E30-AF84-96A8-512D-D8C5820C9A83}"/>
              </a:ext>
            </a:extLst>
          </p:cNvPr>
          <p:cNvSpPr txBox="1"/>
          <p:nvPr/>
        </p:nvSpPr>
        <p:spPr>
          <a:xfrm>
            <a:off x="323850" y="168811"/>
            <a:ext cx="63970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Statistical description of preparations</a:t>
            </a:r>
            <a:br>
              <a:rPr lang="en-US" sz="3200" dirty="0"/>
            </a:br>
            <a:r>
              <a:rPr lang="en-US" sz="3200" dirty="0"/>
              <a:t>and measurement outcomes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FDDC89-508C-F7AE-CE2F-A487AA4364C4}"/>
              </a:ext>
            </a:extLst>
          </p:cNvPr>
          <p:cNvSpPr txBox="1"/>
          <p:nvPr/>
        </p:nvSpPr>
        <p:spPr>
          <a:xfrm>
            <a:off x="711200" y="4508501"/>
            <a:ext cx="456490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Statistical description</a:t>
            </a:r>
            <a:br>
              <a:rPr lang="en-US" sz="3200" dirty="0"/>
            </a:br>
            <a:r>
              <a:rPr lang="en-US" sz="3200" dirty="0"/>
              <a:t>of all clocks synchronized</a:t>
            </a:r>
            <a:br>
              <a:rPr lang="en-US" sz="3200" dirty="0"/>
            </a:br>
            <a:r>
              <a:rPr lang="en-US" sz="3200" dirty="0"/>
              <a:t>at a particular initial event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474AEF1-2E22-E19F-AE1A-F8F96A216A92}"/>
              </a:ext>
            </a:extLst>
          </p:cNvPr>
          <p:cNvCxnSpPr>
            <a:cxnSpLocks/>
          </p:cNvCxnSpPr>
          <p:nvPr/>
        </p:nvCxnSpPr>
        <p:spPr>
          <a:xfrm flipV="1">
            <a:off x="4709160" y="3474720"/>
            <a:ext cx="156754" cy="1489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D311121-AB9E-588B-7A65-0BC54E9A7F8A}"/>
              </a:ext>
            </a:extLst>
          </p:cNvPr>
          <p:cNvSpPr txBox="1"/>
          <p:nvPr/>
        </p:nvSpPr>
        <p:spPr>
          <a:xfrm>
            <a:off x="6298473" y="440744"/>
            <a:ext cx="570428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chemeClr val="accent6">
                    <a:lumMod val="75000"/>
                  </a:schemeClr>
                </a:solidFill>
              </a:rPr>
              <a:t>In physics, we can only study relationships that can be reproduced: relationships between ensembles</a:t>
            </a:r>
          </a:p>
        </p:txBody>
      </p:sp>
    </p:spTree>
    <p:extLst>
      <p:ext uri="{BB962C8B-B14F-4D97-AF65-F5344CB8AC3E}">
        <p14:creationId xmlns:p14="http://schemas.microsoft.com/office/powerpoint/2010/main" val="25169698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A4166-70F5-DAAB-F18D-3C4673DFD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B31D2AF-CBCB-9872-64F7-2AAA4C6DB5AE}"/>
              </a:ext>
            </a:extLst>
          </p:cNvPr>
          <p:cNvSpPr/>
          <p:nvPr/>
        </p:nvSpPr>
        <p:spPr>
          <a:xfrm>
            <a:off x="7346387" y="2717128"/>
            <a:ext cx="1926488" cy="1926489"/>
          </a:xfrm>
          <a:prstGeom prst="ellipse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340391B3-B6DE-B491-E015-A9AD1B8B41C0}"/>
              </a:ext>
            </a:extLst>
          </p:cNvPr>
          <p:cNvGrpSpPr/>
          <p:nvPr/>
        </p:nvGrpSpPr>
        <p:grpSpPr>
          <a:xfrm>
            <a:off x="-478972" y="439777"/>
            <a:ext cx="13102977" cy="1243880"/>
            <a:chOff x="3628570" y="4023519"/>
            <a:chExt cx="23905029" cy="226933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9CC45BE-B73C-79B2-6036-4795554AE0A1}"/>
                </a:ext>
              </a:extLst>
            </p:cNvPr>
            <p:cNvSpPr/>
            <p:nvPr/>
          </p:nvSpPr>
          <p:spPr>
            <a:xfrm>
              <a:off x="3628570" y="4023519"/>
              <a:ext cx="23905029" cy="226933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57B3E87-693E-3B52-95EB-CEA9DE9D4345}"/>
                </a:ext>
              </a:extLst>
            </p:cNvPr>
            <p:cNvGrpSpPr/>
            <p:nvPr/>
          </p:nvGrpSpPr>
          <p:grpSpPr>
            <a:xfrm>
              <a:off x="3967162" y="4130677"/>
              <a:ext cx="2324893" cy="2055807"/>
              <a:chOff x="3967162" y="4130677"/>
              <a:chExt cx="2324893" cy="2055807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8D8192A6-79DC-D7FA-E4E9-A51AF49F9509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5A41BACD-9020-6C0F-7AC4-745A03D56FE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725777F3-29AF-73AD-5D15-F21201F67D8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C8B267A6-2704-5D1B-E64B-8D48B474C7B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CBA8F5F5-E24C-A99E-44B0-31E2D750E9A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C17477C4-CF96-F464-3A7C-9032C2909A6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4F1CBFAA-BFA9-4DC6-F29F-E65E9AC9A28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4EFD4E18-F633-74EF-BB36-A9A88C708D3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01BED2EC-4235-2911-EB84-CD51C3DCC4FF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41D67C58-89D5-3EBA-BD63-E8048B4B710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4F90E9D0-2AA4-0A20-C95E-7F403658ADA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8AD88803-D391-2597-6710-A628C51FC481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84678229-89D3-BF8B-7AF4-CD3BF913285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ADA77FDE-9CE7-CD65-D58A-E26CA6FC5A1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FE104B6D-D724-DFC3-9F10-47E4C5A3D72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ADBC5C3F-127F-3984-3EC6-49F9A56595C8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41C01C57-209D-D216-E8C7-33DC8AB4B2D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6CE856CF-ED1F-9766-878A-12BD51EDF18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18E58E79-4EDB-A627-29C8-E0D93EE0128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8196ADD7-5B7E-8BDE-1141-EFC5976EB781}"/>
                </a:ext>
              </a:extLst>
            </p:cNvPr>
            <p:cNvGrpSpPr/>
            <p:nvPr/>
          </p:nvGrpSpPr>
          <p:grpSpPr>
            <a:xfrm>
              <a:off x="6299799" y="4130677"/>
              <a:ext cx="2324893" cy="2055807"/>
              <a:chOff x="3967162" y="4130677"/>
              <a:chExt cx="2324893" cy="2055807"/>
            </a:xfrm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B537C509-0D57-E151-60DF-FC0413F5F44D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C1744B54-0BD0-DD0D-9C56-3E018195C5A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45209750-D575-B464-EE4D-6A7D053BB699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9F3DC633-0AA2-1403-A78F-CC79E9A016C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F896B1A6-91F1-DAB9-FF94-D33D577B1CE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Rectangle: Rounded Corners 68">
                  <a:extLst>
                    <a:ext uri="{FF2B5EF4-FFF2-40B4-BE49-F238E27FC236}">
                      <a16:creationId xmlns:a16="http://schemas.microsoft.com/office/drawing/2014/main" id="{0B3A39D2-64D8-EE91-55CB-5F6272C299A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" name="Rectangle: Rounded Corners 69">
                  <a:extLst>
                    <a:ext uri="{FF2B5EF4-FFF2-40B4-BE49-F238E27FC236}">
                      <a16:creationId xmlns:a16="http://schemas.microsoft.com/office/drawing/2014/main" id="{302DE936-3231-CA52-C7D7-8374D60D7E2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1" name="Rectangle: Rounded Corners 70">
                  <a:extLst>
                    <a:ext uri="{FF2B5EF4-FFF2-40B4-BE49-F238E27FC236}">
                      <a16:creationId xmlns:a16="http://schemas.microsoft.com/office/drawing/2014/main" id="{FBF53C01-9693-1049-6830-A30BE17D7E30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2" name="Rectangle: Rounded Corners 71">
                  <a:extLst>
                    <a:ext uri="{FF2B5EF4-FFF2-40B4-BE49-F238E27FC236}">
                      <a16:creationId xmlns:a16="http://schemas.microsoft.com/office/drawing/2014/main" id="{1756BA5F-8AE9-7670-23F9-CC57283A6F3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" name="Rectangle: Rounded Corners 72">
                  <a:extLst>
                    <a:ext uri="{FF2B5EF4-FFF2-40B4-BE49-F238E27FC236}">
                      <a16:creationId xmlns:a16="http://schemas.microsoft.com/office/drawing/2014/main" id="{F19216CD-F633-E29B-77DF-F3B3822250B1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14F32BB0-279E-B218-94EA-0E616DEF7B2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B8F129C1-4942-2676-E59F-943BCE960B8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9AEA49DA-FFC5-4365-4644-FA73EC4F3A2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Rectangle: Rounded Corners 59">
                  <a:extLst>
                    <a:ext uri="{FF2B5EF4-FFF2-40B4-BE49-F238E27FC236}">
                      <a16:creationId xmlns:a16="http://schemas.microsoft.com/office/drawing/2014/main" id="{3591497B-C412-00B5-F3B9-4D06D31ADBAC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B44219D3-B78E-1287-55E7-29B500664B6C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EB69DA11-9357-DEB3-5FF2-DD418D2C8696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1AE7A91A-96DC-F9DE-4EA2-69851BD193EF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F1B2AF9A-00A8-33D6-FD14-6CE2415F74E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0EDFC416-C7CB-AB12-D9BA-7BF2082F33EF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14E9DC3C-EC4F-7D55-338D-157CA0065251}"/>
                </a:ext>
              </a:extLst>
            </p:cNvPr>
            <p:cNvGrpSpPr/>
            <p:nvPr/>
          </p:nvGrpSpPr>
          <p:grpSpPr>
            <a:xfrm>
              <a:off x="8632436" y="4130677"/>
              <a:ext cx="2324893" cy="2055807"/>
              <a:chOff x="3967162" y="4130677"/>
              <a:chExt cx="2324893" cy="2055807"/>
            </a:xfrm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5607BB9B-6368-3C7E-B936-E85B4E161B5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B2C9A050-68A5-461B-4BC8-8FB34A450F01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86" name="Rectangle: Rounded Corners 85">
                  <a:extLst>
                    <a:ext uri="{FF2B5EF4-FFF2-40B4-BE49-F238E27FC236}">
                      <a16:creationId xmlns:a16="http://schemas.microsoft.com/office/drawing/2014/main" id="{93F56AF2-A670-3F2F-C5E7-FED6D46DA30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" name="Rectangle: Rounded Corners 86">
                  <a:extLst>
                    <a:ext uri="{FF2B5EF4-FFF2-40B4-BE49-F238E27FC236}">
                      <a16:creationId xmlns:a16="http://schemas.microsoft.com/office/drawing/2014/main" id="{0825DF9F-E0BF-DC49-48D5-04470CF2660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Rectangle: Rounded Corners 87">
                  <a:extLst>
                    <a:ext uri="{FF2B5EF4-FFF2-40B4-BE49-F238E27FC236}">
                      <a16:creationId xmlns:a16="http://schemas.microsoft.com/office/drawing/2014/main" id="{57829FDC-50B7-61D2-72F7-1DC6AA59DE6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9" name="Rectangle: Rounded Corners 88">
                  <a:extLst>
                    <a:ext uri="{FF2B5EF4-FFF2-40B4-BE49-F238E27FC236}">
                      <a16:creationId xmlns:a16="http://schemas.microsoft.com/office/drawing/2014/main" id="{42B95B8A-E26E-EFF8-4BA9-ED0FB4DA96AD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Rectangle: Rounded Corners 89">
                  <a:extLst>
                    <a:ext uri="{FF2B5EF4-FFF2-40B4-BE49-F238E27FC236}">
                      <a16:creationId xmlns:a16="http://schemas.microsoft.com/office/drawing/2014/main" id="{E2037EB9-1128-36F6-8309-39AD26C6923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Rectangle: Rounded Corners 90">
                  <a:extLst>
                    <a:ext uri="{FF2B5EF4-FFF2-40B4-BE49-F238E27FC236}">
                      <a16:creationId xmlns:a16="http://schemas.microsoft.com/office/drawing/2014/main" id="{33CB9D53-838F-15FE-B32D-C258198A283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Rectangle: Rounded Corners 91">
                  <a:extLst>
                    <a:ext uri="{FF2B5EF4-FFF2-40B4-BE49-F238E27FC236}">
                      <a16:creationId xmlns:a16="http://schemas.microsoft.com/office/drawing/2014/main" id="{3E70EECD-A599-C131-DD32-0C93437EE7B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Rectangle: Rounded Corners 92">
                  <a:extLst>
                    <a:ext uri="{FF2B5EF4-FFF2-40B4-BE49-F238E27FC236}">
                      <a16:creationId xmlns:a16="http://schemas.microsoft.com/office/drawing/2014/main" id="{156982BC-685E-93D0-626F-D400A3353DB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1FE874BB-968C-B0AE-E9B7-1926FF174299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CCF216D9-90B4-C140-1590-F13C821AB8D3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5FDAC22C-7DC5-E295-D252-9ABC7E30DFD3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54E90E81-9D4B-C2AA-5CA2-3D0D009B45FF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43291D51-83A6-1658-1FA1-CA463B29FD42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48598AAE-C9DE-265F-BF63-11C40E5493B3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B58EE17F-F275-F346-2C97-F08D9977B688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11D0364D-950B-B59E-71DE-267A9530282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Rectangle: Rounded Corners 84">
                  <a:extLst>
                    <a:ext uri="{FF2B5EF4-FFF2-40B4-BE49-F238E27FC236}">
                      <a16:creationId xmlns:a16="http://schemas.microsoft.com/office/drawing/2014/main" id="{88A20808-E270-2A0D-6DF6-427681F9F68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88329783-73D3-8C0F-83C0-A9B297EC7744}"/>
                </a:ext>
              </a:extLst>
            </p:cNvPr>
            <p:cNvGrpSpPr/>
            <p:nvPr/>
          </p:nvGrpSpPr>
          <p:grpSpPr>
            <a:xfrm>
              <a:off x="10965073" y="4130677"/>
              <a:ext cx="2324893" cy="2055807"/>
              <a:chOff x="3967162" y="4130677"/>
              <a:chExt cx="2324893" cy="2055807"/>
            </a:xfrm>
          </p:grpSpPr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0263D832-461D-E8CB-5843-0CC1F56FAD66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4EE67CE0-E796-CBBE-D7A4-0ADD21C3DE6A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06" name="Rectangle: Rounded Corners 105">
                  <a:extLst>
                    <a:ext uri="{FF2B5EF4-FFF2-40B4-BE49-F238E27FC236}">
                      <a16:creationId xmlns:a16="http://schemas.microsoft.com/office/drawing/2014/main" id="{22951633-55AE-18B5-C811-52E6F248717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7" name="Rectangle: Rounded Corners 106">
                  <a:extLst>
                    <a:ext uri="{FF2B5EF4-FFF2-40B4-BE49-F238E27FC236}">
                      <a16:creationId xmlns:a16="http://schemas.microsoft.com/office/drawing/2014/main" id="{2A267529-51E0-0F6F-E365-9CCAA7FD58F2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" name="Rectangle: Rounded Corners 107">
                  <a:extLst>
                    <a:ext uri="{FF2B5EF4-FFF2-40B4-BE49-F238E27FC236}">
                      <a16:creationId xmlns:a16="http://schemas.microsoft.com/office/drawing/2014/main" id="{C15B0B7D-756E-D4EE-8537-70EB7AD7D5A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Rectangle: Rounded Corners 108">
                  <a:extLst>
                    <a:ext uri="{FF2B5EF4-FFF2-40B4-BE49-F238E27FC236}">
                      <a16:creationId xmlns:a16="http://schemas.microsoft.com/office/drawing/2014/main" id="{7BE7B462-EA75-D193-D00F-10AA34572D0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" name="Rectangle: Rounded Corners 109">
                  <a:extLst>
                    <a:ext uri="{FF2B5EF4-FFF2-40B4-BE49-F238E27FC236}">
                      <a16:creationId xmlns:a16="http://schemas.microsoft.com/office/drawing/2014/main" id="{0571D142-6821-4E13-C5CF-FF503795767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" name="Rectangle: Rounded Corners 110">
                  <a:extLst>
                    <a:ext uri="{FF2B5EF4-FFF2-40B4-BE49-F238E27FC236}">
                      <a16:creationId xmlns:a16="http://schemas.microsoft.com/office/drawing/2014/main" id="{BBE4ACFA-018B-EC1E-AAB9-0981F8530616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" name="Rectangle: Rounded Corners 111">
                  <a:extLst>
                    <a:ext uri="{FF2B5EF4-FFF2-40B4-BE49-F238E27FC236}">
                      <a16:creationId xmlns:a16="http://schemas.microsoft.com/office/drawing/2014/main" id="{3709CABC-F8AE-4E6D-62C1-F745E177E61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" name="Rectangle: Rounded Corners 112">
                  <a:extLst>
                    <a:ext uri="{FF2B5EF4-FFF2-40B4-BE49-F238E27FC236}">
                      <a16:creationId xmlns:a16="http://schemas.microsoft.com/office/drawing/2014/main" id="{924FAAEF-64DE-04C5-56B1-7843FC73DFC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D2AD296A-3228-53AB-A5B4-97489300318D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98" name="Rectangle: Rounded Corners 97">
                  <a:extLst>
                    <a:ext uri="{FF2B5EF4-FFF2-40B4-BE49-F238E27FC236}">
                      <a16:creationId xmlns:a16="http://schemas.microsoft.com/office/drawing/2014/main" id="{80BABE0F-D25F-F123-CA01-F5E0341A9578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Rectangle: Rounded Corners 98">
                  <a:extLst>
                    <a:ext uri="{FF2B5EF4-FFF2-40B4-BE49-F238E27FC236}">
                      <a16:creationId xmlns:a16="http://schemas.microsoft.com/office/drawing/2014/main" id="{F24403E7-09D4-3A5E-0558-8A5347FB55E9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Rectangle: Rounded Corners 99">
                  <a:extLst>
                    <a:ext uri="{FF2B5EF4-FFF2-40B4-BE49-F238E27FC236}">
                      <a16:creationId xmlns:a16="http://schemas.microsoft.com/office/drawing/2014/main" id="{8499913A-6E13-9171-E34F-9D69E38D69E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Rectangle: Rounded Corners 100">
                  <a:extLst>
                    <a:ext uri="{FF2B5EF4-FFF2-40B4-BE49-F238E27FC236}">
                      <a16:creationId xmlns:a16="http://schemas.microsoft.com/office/drawing/2014/main" id="{18921D2D-55CB-41B2-FDFA-3641F30A1176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Rectangle: Rounded Corners 101">
                  <a:extLst>
                    <a:ext uri="{FF2B5EF4-FFF2-40B4-BE49-F238E27FC236}">
                      <a16:creationId xmlns:a16="http://schemas.microsoft.com/office/drawing/2014/main" id="{2A310865-04C3-BDAD-8EDE-839F95BBEB17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3" name="Rectangle: Rounded Corners 102">
                  <a:extLst>
                    <a:ext uri="{FF2B5EF4-FFF2-40B4-BE49-F238E27FC236}">
                      <a16:creationId xmlns:a16="http://schemas.microsoft.com/office/drawing/2014/main" id="{50F14A2C-D822-9922-6533-1B9C65A5DDF4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Rectangle: Rounded Corners 103">
                  <a:extLst>
                    <a:ext uri="{FF2B5EF4-FFF2-40B4-BE49-F238E27FC236}">
                      <a16:creationId xmlns:a16="http://schemas.microsoft.com/office/drawing/2014/main" id="{56A7AC45-3AFF-125E-802A-B07A39D4AE50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5" name="Rectangle: Rounded Corners 104">
                  <a:extLst>
                    <a:ext uri="{FF2B5EF4-FFF2-40B4-BE49-F238E27FC236}">
                      <a16:creationId xmlns:a16="http://schemas.microsoft.com/office/drawing/2014/main" id="{7549957C-BFBF-9CFF-978A-FE31F95EC62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1FBD78F5-B408-32CC-88B2-D4CC08FB310F}"/>
                </a:ext>
              </a:extLst>
            </p:cNvPr>
            <p:cNvGrpSpPr/>
            <p:nvPr/>
          </p:nvGrpSpPr>
          <p:grpSpPr>
            <a:xfrm>
              <a:off x="13297710" y="4130677"/>
              <a:ext cx="2324893" cy="2055807"/>
              <a:chOff x="3967162" y="4130677"/>
              <a:chExt cx="2324893" cy="2055807"/>
            </a:xfrm>
          </p:grpSpPr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E3D78512-2AA2-9A71-7A30-3A03C91D6C85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13A8BCB5-8BDF-F6C6-6155-316E11A702B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26" name="Rectangle: Rounded Corners 125">
                  <a:extLst>
                    <a:ext uri="{FF2B5EF4-FFF2-40B4-BE49-F238E27FC236}">
                      <a16:creationId xmlns:a16="http://schemas.microsoft.com/office/drawing/2014/main" id="{14C2BA77-48BB-4825-CA32-7EE7B1669B9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" name="Rectangle: Rounded Corners 126">
                  <a:extLst>
                    <a:ext uri="{FF2B5EF4-FFF2-40B4-BE49-F238E27FC236}">
                      <a16:creationId xmlns:a16="http://schemas.microsoft.com/office/drawing/2014/main" id="{3211749A-A2A9-0A3C-E55E-D3A913DC277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Rectangle: Rounded Corners 127">
                  <a:extLst>
                    <a:ext uri="{FF2B5EF4-FFF2-40B4-BE49-F238E27FC236}">
                      <a16:creationId xmlns:a16="http://schemas.microsoft.com/office/drawing/2014/main" id="{A3B41456-48C5-847E-98DF-BC848D461D4D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Rectangle: Rounded Corners 128">
                  <a:extLst>
                    <a:ext uri="{FF2B5EF4-FFF2-40B4-BE49-F238E27FC236}">
                      <a16:creationId xmlns:a16="http://schemas.microsoft.com/office/drawing/2014/main" id="{1BD2C8A3-B459-F828-B68A-5C582833ED6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" name="Rectangle: Rounded Corners 129">
                  <a:extLst>
                    <a:ext uri="{FF2B5EF4-FFF2-40B4-BE49-F238E27FC236}">
                      <a16:creationId xmlns:a16="http://schemas.microsoft.com/office/drawing/2014/main" id="{EAB89275-2B93-8B74-846C-36890E38D1FA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1" name="Rectangle: Rounded Corners 130">
                  <a:extLst>
                    <a:ext uri="{FF2B5EF4-FFF2-40B4-BE49-F238E27FC236}">
                      <a16:creationId xmlns:a16="http://schemas.microsoft.com/office/drawing/2014/main" id="{ADE34280-CBC1-E67E-BF20-E400212F238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Rectangle: Rounded Corners 131">
                  <a:extLst>
                    <a:ext uri="{FF2B5EF4-FFF2-40B4-BE49-F238E27FC236}">
                      <a16:creationId xmlns:a16="http://schemas.microsoft.com/office/drawing/2014/main" id="{7DAAC4C6-C7CE-853A-46BF-337B0A5997E6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3" name="Rectangle: Rounded Corners 132">
                  <a:extLst>
                    <a:ext uri="{FF2B5EF4-FFF2-40B4-BE49-F238E27FC236}">
                      <a16:creationId xmlns:a16="http://schemas.microsoft.com/office/drawing/2014/main" id="{D3CB8B1C-E602-C814-D45E-AE473EFB8C67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9AF5205D-B822-3F6E-C53C-D36C69F302E5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18" name="Rectangle: Rounded Corners 117">
                  <a:extLst>
                    <a:ext uri="{FF2B5EF4-FFF2-40B4-BE49-F238E27FC236}">
                      <a16:creationId xmlns:a16="http://schemas.microsoft.com/office/drawing/2014/main" id="{356819CC-830C-B6ED-585B-90DCCEB2420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" name="Rectangle: Rounded Corners 118">
                  <a:extLst>
                    <a:ext uri="{FF2B5EF4-FFF2-40B4-BE49-F238E27FC236}">
                      <a16:creationId xmlns:a16="http://schemas.microsoft.com/office/drawing/2014/main" id="{8D13A78E-9A9B-6EDF-8885-25619DA4F17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" name="Rectangle: Rounded Corners 119">
                  <a:extLst>
                    <a:ext uri="{FF2B5EF4-FFF2-40B4-BE49-F238E27FC236}">
                      <a16:creationId xmlns:a16="http://schemas.microsoft.com/office/drawing/2014/main" id="{77F6E3F9-1CC2-A39B-E4A6-36DE986F85F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" name="Rectangle: Rounded Corners 120">
                  <a:extLst>
                    <a:ext uri="{FF2B5EF4-FFF2-40B4-BE49-F238E27FC236}">
                      <a16:creationId xmlns:a16="http://schemas.microsoft.com/office/drawing/2014/main" id="{11F17FD9-1AE9-B581-BABE-E3196E72826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Rectangle: Rounded Corners 121">
                  <a:extLst>
                    <a:ext uri="{FF2B5EF4-FFF2-40B4-BE49-F238E27FC236}">
                      <a16:creationId xmlns:a16="http://schemas.microsoft.com/office/drawing/2014/main" id="{7FACC010-2E31-EB0A-95AA-C35676A516D0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" name="Rectangle: Rounded Corners 122">
                  <a:extLst>
                    <a:ext uri="{FF2B5EF4-FFF2-40B4-BE49-F238E27FC236}">
                      <a16:creationId xmlns:a16="http://schemas.microsoft.com/office/drawing/2014/main" id="{B4651B5E-A0ED-D2D6-5C42-5725C89C2BFA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Rectangle: Rounded Corners 123">
                  <a:extLst>
                    <a:ext uri="{FF2B5EF4-FFF2-40B4-BE49-F238E27FC236}">
                      <a16:creationId xmlns:a16="http://schemas.microsoft.com/office/drawing/2014/main" id="{FE9CC998-4AA6-BB2B-5F3D-C917E41FF86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" name="Rectangle: Rounded Corners 124">
                  <a:extLst>
                    <a:ext uri="{FF2B5EF4-FFF2-40B4-BE49-F238E27FC236}">
                      <a16:creationId xmlns:a16="http://schemas.microsoft.com/office/drawing/2014/main" id="{29C9F7B5-B9BA-52DC-19C1-DF4C12A62002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1C5F30FE-85F4-971B-3A40-DC2AEFD7AC25}"/>
                </a:ext>
              </a:extLst>
            </p:cNvPr>
            <p:cNvGrpSpPr/>
            <p:nvPr/>
          </p:nvGrpSpPr>
          <p:grpSpPr>
            <a:xfrm>
              <a:off x="15630347" y="4130677"/>
              <a:ext cx="2324893" cy="2055807"/>
              <a:chOff x="3967162" y="4130677"/>
              <a:chExt cx="2324893" cy="2055807"/>
            </a:xfrm>
          </p:grpSpPr>
          <p:sp>
            <p:nvSpPr>
              <p:cNvPr id="135" name="Rectangle: Rounded Corners 134">
                <a:extLst>
                  <a:ext uri="{FF2B5EF4-FFF2-40B4-BE49-F238E27FC236}">
                    <a16:creationId xmlns:a16="http://schemas.microsoft.com/office/drawing/2014/main" id="{FD84E88A-9DB7-9CD3-4F62-CB803483F881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4B243A99-E73B-6BDC-1CCE-15C2B8035547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46" name="Rectangle: Rounded Corners 145">
                  <a:extLst>
                    <a:ext uri="{FF2B5EF4-FFF2-40B4-BE49-F238E27FC236}">
                      <a16:creationId xmlns:a16="http://schemas.microsoft.com/office/drawing/2014/main" id="{DCC0EF80-5A62-4DCE-ACE2-AF04BDA8A09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" name="Rectangle: Rounded Corners 146">
                  <a:extLst>
                    <a:ext uri="{FF2B5EF4-FFF2-40B4-BE49-F238E27FC236}">
                      <a16:creationId xmlns:a16="http://schemas.microsoft.com/office/drawing/2014/main" id="{6995D0E2-996D-1177-FD57-F478DFA521B4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" name="Rectangle: Rounded Corners 147">
                  <a:extLst>
                    <a:ext uri="{FF2B5EF4-FFF2-40B4-BE49-F238E27FC236}">
                      <a16:creationId xmlns:a16="http://schemas.microsoft.com/office/drawing/2014/main" id="{CB4E5F7F-8478-8994-165B-E7B93A202CA5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" name="Rectangle: Rounded Corners 148">
                  <a:extLst>
                    <a:ext uri="{FF2B5EF4-FFF2-40B4-BE49-F238E27FC236}">
                      <a16:creationId xmlns:a16="http://schemas.microsoft.com/office/drawing/2014/main" id="{3EFDF7EC-51D0-7C30-C665-C6D69A940CB3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Rectangle: Rounded Corners 149">
                  <a:extLst>
                    <a:ext uri="{FF2B5EF4-FFF2-40B4-BE49-F238E27FC236}">
                      <a16:creationId xmlns:a16="http://schemas.microsoft.com/office/drawing/2014/main" id="{EAF2D1D1-D3AC-983E-A12A-14ECFF9059D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" name="Rectangle: Rounded Corners 150">
                  <a:extLst>
                    <a:ext uri="{FF2B5EF4-FFF2-40B4-BE49-F238E27FC236}">
                      <a16:creationId xmlns:a16="http://schemas.microsoft.com/office/drawing/2014/main" id="{92AA4F46-FC53-60F8-A779-63721720954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" name="Rectangle: Rounded Corners 151">
                  <a:extLst>
                    <a:ext uri="{FF2B5EF4-FFF2-40B4-BE49-F238E27FC236}">
                      <a16:creationId xmlns:a16="http://schemas.microsoft.com/office/drawing/2014/main" id="{75F4D642-4465-E267-D9B5-E47C7CD7F44B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" name="Rectangle: Rounded Corners 152">
                  <a:extLst>
                    <a:ext uri="{FF2B5EF4-FFF2-40B4-BE49-F238E27FC236}">
                      <a16:creationId xmlns:a16="http://schemas.microsoft.com/office/drawing/2014/main" id="{AB6E0518-F20C-FEB6-A695-094FB34CFB3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92526D12-BC2D-76F5-DCD7-0922AB738C4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38" name="Rectangle: Rounded Corners 137">
                  <a:extLst>
                    <a:ext uri="{FF2B5EF4-FFF2-40B4-BE49-F238E27FC236}">
                      <a16:creationId xmlns:a16="http://schemas.microsoft.com/office/drawing/2014/main" id="{F468228C-65C7-110A-4C51-C065C177963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" name="Rectangle: Rounded Corners 138">
                  <a:extLst>
                    <a:ext uri="{FF2B5EF4-FFF2-40B4-BE49-F238E27FC236}">
                      <a16:creationId xmlns:a16="http://schemas.microsoft.com/office/drawing/2014/main" id="{06054739-2101-1356-494B-91658B1530B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" name="Rectangle: Rounded Corners 139">
                  <a:extLst>
                    <a:ext uri="{FF2B5EF4-FFF2-40B4-BE49-F238E27FC236}">
                      <a16:creationId xmlns:a16="http://schemas.microsoft.com/office/drawing/2014/main" id="{D0F22592-A971-5082-EAC7-A60F60E16374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Rectangle: Rounded Corners 140">
                  <a:extLst>
                    <a:ext uri="{FF2B5EF4-FFF2-40B4-BE49-F238E27FC236}">
                      <a16:creationId xmlns:a16="http://schemas.microsoft.com/office/drawing/2014/main" id="{DFE88042-A1B2-55A9-DBC2-4DF7560EB764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Rectangle: Rounded Corners 141">
                  <a:extLst>
                    <a:ext uri="{FF2B5EF4-FFF2-40B4-BE49-F238E27FC236}">
                      <a16:creationId xmlns:a16="http://schemas.microsoft.com/office/drawing/2014/main" id="{369AE94D-4F9F-B930-FD36-EFCEAFB7713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Rectangle: Rounded Corners 142">
                  <a:extLst>
                    <a:ext uri="{FF2B5EF4-FFF2-40B4-BE49-F238E27FC236}">
                      <a16:creationId xmlns:a16="http://schemas.microsoft.com/office/drawing/2014/main" id="{F2C82778-D682-5131-B381-38BE8404457D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Rectangle: Rounded Corners 143">
                  <a:extLst>
                    <a:ext uri="{FF2B5EF4-FFF2-40B4-BE49-F238E27FC236}">
                      <a16:creationId xmlns:a16="http://schemas.microsoft.com/office/drawing/2014/main" id="{D8283295-3E99-35F5-3B5F-51D9E749EF04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Rectangle: Rounded Corners 144">
                  <a:extLst>
                    <a:ext uri="{FF2B5EF4-FFF2-40B4-BE49-F238E27FC236}">
                      <a16:creationId xmlns:a16="http://schemas.microsoft.com/office/drawing/2014/main" id="{564C4A07-881B-3CF2-286E-FC26A08B5EF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6882C68C-F60A-DF9E-BD0D-7394A4B4BF4A}"/>
                </a:ext>
              </a:extLst>
            </p:cNvPr>
            <p:cNvGrpSpPr/>
            <p:nvPr/>
          </p:nvGrpSpPr>
          <p:grpSpPr>
            <a:xfrm>
              <a:off x="17962984" y="4130677"/>
              <a:ext cx="2324893" cy="2055807"/>
              <a:chOff x="3967162" y="4130677"/>
              <a:chExt cx="2324893" cy="2055807"/>
            </a:xfrm>
          </p:grpSpPr>
          <p:sp>
            <p:nvSpPr>
              <p:cNvPr id="155" name="Rectangle: Rounded Corners 154">
                <a:extLst>
                  <a:ext uri="{FF2B5EF4-FFF2-40B4-BE49-F238E27FC236}">
                    <a16:creationId xmlns:a16="http://schemas.microsoft.com/office/drawing/2014/main" id="{A4FF1F98-5101-3522-036C-75ED290FAADC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F4A9FF9A-66D6-B5E5-7316-9C7728C4A29E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66" name="Rectangle: Rounded Corners 165">
                  <a:extLst>
                    <a:ext uri="{FF2B5EF4-FFF2-40B4-BE49-F238E27FC236}">
                      <a16:creationId xmlns:a16="http://schemas.microsoft.com/office/drawing/2014/main" id="{20CA286B-4C7B-3982-A9D2-DD5EB8186844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" name="Rectangle: Rounded Corners 166">
                  <a:extLst>
                    <a:ext uri="{FF2B5EF4-FFF2-40B4-BE49-F238E27FC236}">
                      <a16:creationId xmlns:a16="http://schemas.microsoft.com/office/drawing/2014/main" id="{8CF4D9DA-EBA2-39C1-7FF1-B6ACD7B971B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8" name="Rectangle: Rounded Corners 167">
                  <a:extLst>
                    <a:ext uri="{FF2B5EF4-FFF2-40B4-BE49-F238E27FC236}">
                      <a16:creationId xmlns:a16="http://schemas.microsoft.com/office/drawing/2014/main" id="{B17C896B-A6F0-68E8-B711-42FD773A4F66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" name="Rectangle: Rounded Corners 168">
                  <a:extLst>
                    <a:ext uri="{FF2B5EF4-FFF2-40B4-BE49-F238E27FC236}">
                      <a16:creationId xmlns:a16="http://schemas.microsoft.com/office/drawing/2014/main" id="{95E01205-F946-4742-DC66-99999C065EF5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0" name="Rectangle: Rounded Corners 169">
                  <a:extLst>
                    <a:ext uri="{FF2B5EF4-FFF2-40B4-BE49-F238E27FC236}">
                      <a16:creationId xmlns:a16="http://schemas.microsoft.com/office/drawing/2014/main" id="{572D085A-239D-9405-7B60-6C19DD6A21D2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" name="Rectangle: Rounded Corners 170">
                  <a:extLst>
                    <a:ext uri="{FF2B5EF4-FFF2-40B4-BE49-F238E27FC236}">
                      <a16:creationId xmlns:a16="http://schemas.microsoft.com/office/drawing/2014/main" id="{296BFF0C-72AC-3EE3-686C-A4420DCE3BB2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" name="Rectangle: Rounded Corners 171">
                  <a:extLst>
                    <a:ext uri="{FF2B5EF4-FFF2-40B4-BE49-F238E27FC236}">
                      <a16:creationId xmlns:a16="http://schemas.microsoft.com/office/drawing/2014/main" id="{9BF6396C-2B11-5410-0174-AFC6E2BCA5E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" name="Rectangle: Rounded Corners 172">
                  <a:extLst>
                    <a:ext uri="{FF2B5EF4-FFF2-40B4-BE49-F238E27FC236}">
                      <a16:creationId xmlns:a16="http://schemas.microsoft.com/office/drawing/2014/main" id="{3635361A-5C37-7525-4DC5-A09DD85777C8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994D8D2D-90DA-8C58-AB62-A848FC187D98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58" name="Rectangle: Rounded Corners 157">
                  <a:extLst>
                    <a:ext uri="{FF2B5EF4-FFF2-40B4-BE49-F238E27FC236}">
                      <a16:creationId xmlns:a16="http://schemas.microsoft.com/office/drawing/2014/main" id="{93176AD0-BD61-27E8-B8CF-7E5040E1C81C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" name="Rectangle: Rounded Corners 158">
                  <a:extLst>
                    <a:ext uri="{FF2B5EF4-FFF2-40B4-BE49-F238E27FC236}">
                      <a16:creationId xmlns:a16="http://schemas.microsoft.com/office/drawing/2014/main" id="{81BD4E9B-E363-43EE-A0F6-C378D0251538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0" name="Rectangle: Rounded Corners 159">
                  <a:extLst>
                    <a:ext uri="{FF2B5EF4-FFF2-40B4-BE49-F238E27FC236}">
                      <a16:creationId xmlns:a16="http://schemas.microsoft.com/office/drawing/2014/main" id="{80CACB0D-0203-F5BA-3F29-E19C1027259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Rectangle: Rounded Corners 160">
                  <a:extLst>
                    <a:ext uri="{FF2B5EF4-FFF2-40B4-BE49-F238E27FC236}">
                      <a16:creationId xmlns:a16="http://schemas.microsoft.com/office/drawing/2014/main" id="{2B422FF5-9E69-026E-D89F-9E796359E87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Rectangle: Rounded Corners 161">
                  <a:extLst>
                    <a:ext uri="{FF2B5EF4-FFF2-40B4-BE49-F238E27FC236}">
                      <a16:creationId xmlns:a16="http://schemas.microsoft.com/office/drawing/2014/main" id="{E94C5B6C-F16F-B9B3-03E0-E64788196CF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Rectangle: Rounded Corners 162">
                  <a:extLst>
                    <a:ext uri="{FF2B5EF4-FFF2-40B4-BE49-F238E27FC236}">
                      <a16:creationId xmlns:a16="http://schemas.microsoft.com/office/drawing/2014/main" id="{787F3D3B-D1DF-AB0C-E511-E5AAA659C52C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4" name="Rectangle: Rounded Corners 163">
                  <a:extLst>
                    <a:ext uri="{FF2B5EF4-FFF2-40B4-BE49-F238E27FC236}">
                      <a16:creationId xmlns:a16="http://schemas.microsoft.com/office/drawing/2014/main" id="{6C67ACBC-5F75-DFE8-54CC-F84C4AD6111C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" name="Rectangle: Rounded Corners 164">
                  <a:extLst>
                    <a:ext uri="{FF2B5EF4-FFF2-40B4-BE49-F238E27FC236}">
                      <a16:creationId xmlns:a16="http://schemas.microsoft.com/office/drawing/2014/main" id="{BC2D5841-4CD4-2B40-689C-70A3D4C0FD8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37B51A9A-24D9-77B1-116E-F9B4D6670872}"/>
                </a:ext>
              </a:extLst>
            </p:cNvPr>
            <p:cNvGrpSpPr/>
            <p:nvPr/>
          </p:nvGrpSpPr>
          <p:grpSpPr>
            <a:xfrm>
              <a:off x="20295621" y="4130677"/>
              <a:ext cx="2324893" cy="2055807"/>
              <a:chOff x="3967162" y="4130677"/>
              <a:chExt cx="2324893" cy="2055807"/>
            </a:xfrm>
          </p:grpSpPr>
          <p:sp>
            <p:nvSpPr>
              <p:cNvPr id="175" name="Rectangle: Rounded Corners 174">
                <a:extLst>
                  <a:ext uri="{FF2B5EF4-FFF2-40B4-BE49-F238E27FC236}">
                    <a16:creationId xmlns:a16="http://schemas.microsoft.com/office/drawing/2014/main" id="{DD5C191D-5528-3D2C-0067-80649C65C1CF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D3210F1F-2770-2153-19E1-7156D4C4202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86" name="Rectangle: Rounded Corners 185">
                  <a:extLst>
                    <a:ext uri="{FF2B5EF4-FFF2-40B4-BE49-F238E27FC236}">
                      <a16:creationId xmlns:a16="http://schemas.microsoft.com/office/drawing/2014/main" id="{71DCE076-D3E2-ADED-2BC9-D69D5867D7DA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" name="Rectangle: Rounded Corners 186">
                  <a:extLst>
                    <a:ext uri="{FF2B5EF4-FFF2-40B4-BE49-F238E27FC236}">
                      <a16:creationId xmlns:a16="http://schemas.microsoft.com/office/drawing/2014/main" id="{EBF2A9F6-34B0-27B1-C588-8F454F17E59A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8" name="Rectangle: Rounded Corners 187">
                  <a:extLst>
                    <a:ext uri="{FF2B5EF4-FFF2-40B4-BE49-F238E27FC236}">
                      <a16:creationId xmlns:a16="http://schemas.microsoft.com/office/drawing/2014/main" id="{E8A5068D-215E-A774-583E-A8AEA2E77632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Rectangle: Rounded Corners 188">
                  <a:extLst>
                    <a:ext uri="{FF2B5EF4-FFF2-40B4-BE49-F238E27FC236}">
                      <a16:creationId xmlns:a16="http://schemas.microsoft.com/office/drawing/2014/main" id="{4B583968-5F69-DCF0-4060-B1E0F5415F97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" name="Rectangle: Rounded Corners 189">
                  <a:extLst>
                    <a:ext uri="{FF2B5EF4-FFF2-40B4-BE49-F238E27FC236}">
                      <a16:creationId xmlns:a16="http://schemas.microsoft.com/office/drawing/2014/main" id="{66BF07CA-4DAE-757E-E021-20DF130DC83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" name="Rectangle: Rounded Corners 190">
                  <a:extLst>
                    <a:ext uri="{FF2B5EF4-FFF2-40B4-BE49-F238E27FC236}">
                      <a16:creationId xmlns:a16="http://schemas.microsoft.com/office/drawing/2014/main" id="{BA4984BD-92DF-21EE-54E2-C6AABC70A6D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Rectangle: Rounded Corners 191">
                  <a:extLst>
                    <a:ext uri="{FF2B5EF4-FFF2-40B4-BE49-F238E27FC236}">
                      <a16:creationId xmlns:a16="http://schemas.microsoft.com/office/drawing/2014/main" id="{BC1E5E03-59A0-821C-359D-1AAE83C4EC59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" name="Rectangle: Rounded Corners 192">
                  <a:extLst>
                    <a:ext uri="{FF2B5EF4-FFF2-40B4-BE49-F238E27FC236}">
                      <a16:creationId xmlns:a16="http://schemas.microsoft.com/office/drawing/2014/main" id="{C03EE1F4-72AC-F019-53B4-2D6B3E439D79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28D22AA8-3288-2822-9AAD-1A92166892F7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78" name="Rectangle: Rounded Corners 177">
                  <a:extLst>
                    <a:ext uri="{FF2B5EF4-FFF2-40B4-BE49-F238E27FC236}">
                      <a16:creationId xmlns:a16="http://schemas.microsoft.com/office/drawing/2014/main" id="{B4EE6B33-129B-AA9C-C312-01A96D4A7BBE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" name="Rectangle: Rounded Corners 178">
                  <a:extLst>
                    <a:ext uri="{FF2B5EF4-FFF2-40B4-BE49-F238E27FC236}">
                      <a16:creationId xmlns:a16="http://schemas.microsoft.com/office/drawing/2014/main" id="{F913A06E-39B8-52E9-E4C4-3EAC408D758B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" name="Rectangle: Rounded Corners 179">
                  <a:extLst>
                    <a:ext uri="{FF2B5EF4-FFF2-40B4-BE49-F238E27FC236}">
                      <a16:creationId xmlns:a16="http://schemas.microsoft.com/office/drawing/2014/main" id="{1070F0DE-0E19-03B5-9896-52F02A216ED8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" name="Rectangle: Rounded Corners 180">
                  <a:extLst>
                    <a:ext uri="{FF2B5EF4-FFF2-40B4-BE49-F238E27FC236}">
                      <a16:creationId xmlns:a16="http://schemas.microsoft.com/office/drawing/2014/main" id="{55A9DCCB-0D4B-A28D-C074-9FC71746192B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" name="Rectangle: Rounded Corners 181">
                  <a:extLst>
                    <a:ext uri="{FF2B5EF4-FFF2-40B4-BE49-F238E27FC236}">
                      <a16:creationId xmlns:a16="http://schemas.microsoft.com/office/drawing/2014/main" id="{6DE53D7D-744E-AAD6-A205-DCB29FB5173D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" name="Rectangle: Rounded Corners 182">
                  <a:extLst>
                    <a:ext uri="{FF2B5EF4-FFF2-40B4-BE49-F238E27FC236}">
                      <a16:creationId xmlns:a16="http://schemas.microsoft.com/office/drawing/2014/main" id="{17798729-AC85-4996-CE1D-26B579604047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" name="Rectangle: Rounded Corners 183">
                  <a:extLst>
                    <a:ext uri="{FF2B5EF4-FFF2-40B4-BE49-F238E27FC236}">
                      <a16:creationId xmlns:a16="http://schemas.microsoft.com/office/drawing/2014/main" id="{05B70A4A-7295-CBED-CCB8-190B0D15284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" name="Rectangle: Rounded Corners 184">
                  <a:extLst>
                    <a:ext uri="{FF2B5EF4-FFF2-40B4-BE49-F238E27FC236}">
                      <a16:creationId xmlns:a16="http://schemas.microsoft.com/office/drawing/2014/main" id="{5801380C-7FDC-2AB1-9E46-5F7DF4F9B835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C5B36684-8692-027C-A273-12F55528044A}"/>
                </a:ext>
              </a:extLst>
            </p:cNvPr>
            <p:cNvGrpSpPr/>
            <p:nvPr/>
          </p:nvGrpSpPr>
          <p:grpSpPr>
            <a:xfrm>
              <a:off x="22628258" y="4130677"/>
              <a:ext cx="2324893" cy="2055807"/>
              <a:chOff x="3967162" y="4130677"/>
              <a:chExt cx="2324893" cy="2055807"/>
            </a:xfrm>
          </p:grpSpPr>
          <p:sp>
            <p:nvSpPr>
              <p:cNvPr id="195" name="Rectangle: Rounded Corners 194">
                <a:extLst>
                  <a:ext uri="{FF2B5EF4-FFF2-40B4-BE49-F238E27FC236}">
                    <a16:creationId xmlns:a16="http://schemas.microsoft.com/office/drawing/2014/main" id="{F1E4F2B2-BA30-7CE0-338C-15817C79F847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F1221473-0691-8106-6F1E-2BAC48E46A1C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06" name="Rectangle: Rounded Corners 205">
                  <a:extLst>
                    <a:ext uri="{FF2B5EF4-FFF2-40B4-BE49-F238E27FC236}">
                      <a16:creationId xmlns:a16="http://schemas.microsoft.com/office/drawing/2014/main" id="{D66ED26F-8BE5-5624-E346-6B42842B0652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Rectangle: Rounded Corners 206">
                  <a:extLst>
                    <a:ext uri="{FF2B5EF4-FFF2-40B4-BE49-F238E27FC236}">
                      <a16:creationId xmlns:a16="http://schemas.microsoft.com/office/drawing/2014/main" id="{2486C58C-4EE9-BA68-43A6-416AD9F2AF20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" name="Rectangle: Rounded Corners 207">
                  <a:extLst>
                    <a:ext uri="{FF2B5EF4-FFF2-40B4-BE49-F238E27FC236}">
                      <a16:creationId xmlns:a16="http://schemas.microsoft.com/office/drawing/2014/main" id="{E5250B44-03D8-8253-C3E3-5C3E7CC5954B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" name="Rectangle: Rounded Corners 208">
                  <a:extLst>
                    <a:ext uri="{FF2B5EF4-FFF2-40B4-BE49-F238E27FC236}">
                      <a16:creationId xmlns:a16="http://schemas.microsoft.com/office/drawing/2014/main" id="{CF5081A8-2466-B2CF-54E8-17AED82ABD79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0" name="Rectangle: Rounded Corners 209">
                  <a:extLst>
                    <a:ext uri="{FF2B5EF4-FFF2-40B4-BE49-F238E27FC236}">
                      <a16:creationId xmlns:a16="http://schemas.microsoft.com/office/drawing/2014/main" id="{73CE64DC-22E3-47A8-1C2D-388CD2D31894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Rectangle: Rounded Corners 210">
                  <a:extLst>
                    <a:ext uri="{FF2B5EF4-FFF2-40B4-BE49-F238E27FC236}">
                      <a16:creationId xmlns:a16="http://schemas.microsoft.com/office/drawing/2014/main" id="{F7A7B44E-5DFE-3B71-7A14-3C5CB7A911EB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Rectangle: Rounded Corners 211">
                  <a:extLst>
                    <a:ext uri="{FF2B5EF4-FFF2-40B4-BE49-F238E27FC236}">
                      <a16:creationId xmlns:a16="http://schemas.microsoft.com/office/drawing/2014/main" id="{884BA21C-13BE-D636-D55E-6A0BD932B3B7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Rectangle: Rounded Corners 212">
                  <a:extLst>
                    <a:ext uri="{FF2B5EF4-FFF2-40B4-BE49-F238E27FC236}">
                      <a16:creationId xmlns:a16="http://schemas.microsoft.com/office/drawing/2014/main" id="{F578740E-A2AA-EBF3-6FA8-8F8C539EE31A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E9A85CD7-8507-8FC5-EF6A-4D73614FB0A3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198" name="Rectangle: Rounded Corners 197">
                  <a:extLst>
                    <a:ext uri="{FF2B5EF4-FFF2-40B4-BE49-F238E27FC236}">
                      <a16:creationId xmlns:a16="http://schemas.microsoft.com/office/drawing/2014/main" id="{083BB99D-2ACB-ECAB-1EB8-922476FD4856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" name="Rectangle: Rounded Corners 198">
                  <a:extLst>
                    <a:ext uri="{FF2B5EF4-FFF2-40B4-BE49-F238E27FC236}">
                      <a16:creationId xmlns:a16="http://schemas.microsoft.com/office/drawing/2014/main" id="{F878D736-B288-EA44-35CB-42AD0D19535E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" name="Rectangle: Rounded Corners 199">
                  <a:extLst>
                    <a:ext uri="{FF2B5EF4-FFF2-40B4-BE49-F238E27FC236}">
                      <a16:creationId xmlns:a16="http://schemas.microsoft.com/office/drawing/2014/main" id="{5AF4E21C-A4B2-49BF-009C-5AD8C61AF893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" name="Rectangle: Rounded Corners 200">
                  <a:extLst>
                    <a:ext uri="{FF2B5EF4-FFF2-40B4-BE49-F238E27FC236}">
                      <a16:creationId xmlns:a16="http://schemas.microsoft.com/office/drawing/2014/main" id="{F2F259D6-78C0-106B-DAFD-E65B68B6E381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" name="Rectangle: Rounded Corners 201">
                  <a:extLst>
                    <a:ext uri="{FF2B5EF4-FFF2-40B4-BE49-F238E27FC236}">
                      <a16:creationId xmlns:a16="http://schemas.microsoft.com/office/drawing/2014/main" id="{D06D4D69-14D4-7A2C-D3A1-F05DA42682D5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" name="Rectangle: Rounded Corners 202">
                  <a:extLst>
                    <a:ext uri="{FF2B5EF4-FFF2-40B4-BE49-F238E27FC236}">
                      <a16:creationId xmlns:a16="http://schemas.microsoft.com/office/drawing/2014/main" id="{346D9AE0-3AA8-A4E9-27E2-A56909387039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Rectangle: Rounded Corners 203">
                  <a:extLst>
                    <a:ext uri="{FF2B5EF4-FFF2-40B4-BE49-F238E27FC236}">
                      <a16:creationId xmlns:a16="http://schemas.microsoft.com/office/drawing/2014/main" id="{F3A2A24D-94A0-35F4-5CF8-69BF4B526A05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Rectangle: Rounded Corners 204">
                  <a:extLst>
                    <a:ext uri="{FF2B5EF4-FFF2-40B4-BE49-F238E27FC236}">
                      <a16:creationId xmlns:a16="http://schemas.microsoft.com/office/drawing/2014/main" id="{EA242D16-E4B7-032F-4A14-E93CC3AC46FD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660092E9-1BBF-5321-711D-FC69D2165E67}"/>
                </a:ext>
              </a:extLst>
            </p:cNvPr>
            <p:cNvGrpSpPr/>
            <p:nvPr/>
          </p:nvGrpSpPr>
          <p:grpSpPr>
            <a:xfrm>
              <a:off x="24960895" y="4130677"/>
              <a:ext cx="2324893" cy="2055807"/>
              <a:chOff x="3967162" y="4130677"/>
              <a:chExt cx="2324893" cy="2055807"/>
            </a:xfrm>
          </p:grpSpPr>
          <p:sp>
            <p:nvSpPr>
              <p:cNvPr id="215" name="Rectangle: Rounded Corners 214">
                <a:extLst>
                  <a:ext uri="{FF2B5EF4-FFF2-40B4-BE49-F238E27FC236}">
                    <a16:creationId xmlns:a16="http://schemas.microsoft.com/office/drawing/2014/main" id="{83C06A84-6188-2812-5B29-E20163CCF21A}"/>
                  </a:ext>
                </a:extLst>
              </p:cNvPr>
              <p:cNvSpPr/>
              <p:nvPr/>
            </p:nvSpPr>
            <p:spPr>
              <a:xfrm>
                <a:off x="4111624" y="4391024"/>
                <a:ext cx="2180431" cy="1535113"/>
              </a:xfrm>
              <a:prstGeom prst="roundRect">
                <a:avLst>
                  <a:gd name="adj" fmla="val 73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28B7F00C-89DF-9987-5FC6-02005AE86B3F}"/>
                  </a:ext>
                </a:extLst>
              </p:cNvPr>
              <p:cNvGrpSpPr/>
              <p:nvPr/>
            </p:nvGrpSpPr>
            <p:grpSpPr>
              <a:xfrm>
                <a:off x="3967162" y="4130677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26" name="Rectangle: Rounded Corners 225">
                  <a:extLst>
                    <a:ext uri="{FF2B5EF4-FFF2-40B4-BE49-F238E27FC236}">
                      <a16:creationId xmlns:a16="http://schemas.microsoft.com/office/drawing/2014/main" id="{DA909714-1975-8785-4413-25A32F260527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7" name="Rectangle: Rounded Corners 226">
                  <a:extLst>
                    <a:ext uri="{FF2B5EF4-FFF2-40B4-BE49-F238E27FC236}">
                      <a16:creationId xmlns:a16="http://schemas.microsoft.com/office/drawing/2014/main" id="{D8A42D3B-056C-3557-EF59-CF30160CAAA5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8" name="Rectangle: Rounded Corners 227">
                  <a:extLst>
                    <a:ext uri="{FF2B5EF4-FFF2-40B4-BE49-F238E27FC236}">
                      <a16:creationId xmlns:a16="http://schemas.microsoft.com/office/drawing/2014/main" id="{5B3D0028-A135-3AA4-9116-88DB427911D9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9" name="Rectangle: Rounded Corners 228">
                  <a:extLst>
                    <a:ext uri="{FF2B5EF4-FFF2-40B4-BE49-F238E27FC236}">
                      <a16:creationId xmlns:a16="http://schemas.microsoft.com/office/drawing/2014/main" id="{B86B58B5-6CE6-D3E5-5DE1-1B22D8645C0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0" name="Rectangle: Rounded Corners 229">
                  <a:extLst>
                    <a:ext uri="{FF2B5EF4-FFF2-40B4-BE49-F238E27FC236}">
                      <a16:creationId xmlns:a16="http://schemas.microsoft.com/office/drawing/2014/main" id="{583A9566-BA80-E548-11DB-0DC2430A0AEE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1" name="Rectangle: Rounded Corners 230">
                  <a:extLst>
                    <a:ext uri="{FF2B5EF4-FFF2-40B4-BE49-F238E27FC236}">
                      <a16:creationId xmlns:a16="http://schemas.microsoft.com/office/drawing/2014/main" id="{AFAD8DAC-96F1-C028-5A0F-2BFF7EC9ABA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2" name="Rectangle: Rounded Corners 231">
                  <a:extLst>
                    <a:ext uri="{FF2B5EF4-FFF2-40B4-BE49-F238E27FC236}">
                      <a16:creationId xmlns:a16="http://schemas.microsoft.com/office/drawing/2014/main" id="{3F0F69C1-79DE-E1A8-EEAA-EFDFD2268F0D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3" name="Rectangle: Rounded Corners 232">
                  <a:extLst>
                    <a:ext uri="{FF2B5EF4-FFF2-40B4-BE49-F238E27FC236}">
                      <a16:creationId xmlns:a16="http://schemas.microsoft.com/office/drawing/2014/main" id="{2109C02E-9032-B1EE-0BCE-F7871418391E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id="{28B225D0-DB30-77B5-486B-FAE38420DCF2}"/>
                  </a:ext>
                </a:extLst>
              </p:cNvPr>
              <p:cNvGrpSpPr/>
              <p:nvPr/>
            </p:nvGrpSpPr>
            <p:grpSpPr>
              <a:xfrm>
                <a:off x="3967163" y="5983284"/>
                <a:ext cx="2177954" cy="203200"/>
                <a:chOff x="4411662" y="1266827"/>
                <a:chExt cx="2177954" cy="203200"/>
              </a:xfrm>
              <a:solidFill>
                <a:schemeClr val="tx1"/>
              </a:solidFill>
            </p:grpSpPr>
            <p:sp>
              <p:nvSpPr>
                <p:cNvPr id="218" name="Rectangle: Rounded Corners 217">
                  <a:extLst>
                    <a:ext uri="{FF2B5EF4-FFF2-40B4-BE49-F238E27FC236}">
                      <a16:creationId xmlns:a16="http://schemas.microsoft.com/office/drawing/2014/main" id="{F8DA09FB-06EE-BABA-14AA-9364EFC20E1D}"/>
                    </a:ext>
                  </a:extLst>
                </p:cNvPr>
                <p:cNvSpPr/>
                <p:nvPr/>
              </p:nvSpPr>
              <p:spPr>
                <a:xfrm>
                  <a:off x="470227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Rectangle: Rounded Corners 218">
                  <a:extLst>
                    <a:ext uri="{FF2B5EF4-FFF2-40B4-BE49-F238E27FC236}">
                      <a16:creationId xmlns:a16="http://schemas.microsoft.com/office/drawing/2014/main" id="{00D2FD06-1B65-86C3-33E1-6565A987DE21}"/>
                    </a:ext>
                  </a:extLst>
                </p:cNvPr>
                <p:cNvSpPr/>
                <p:nvPr/>
              </p:nvSpPr>
              <p:spPr>
                <a:xfrm>
                  <a:off x="499288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0" name="Rectangle: Rounded Corners 219">
                  <a:extLst>
                    <a:ext uri="{FF2B5EF4-FFF2-40B4-BE49-F238E27FC236}">
                      <a16:creationId xmlns:a16="http://schemas.microsoft.com/office/drawing/2014/main" id="{4A29319F-55AF-E961-DD92-BC04B16BEE5A}"/>
                    </a:ext>
                  </a:extLst>
                </p:cNvPr>
                <p:cNvSpPr/>
                <p:nvPr/>
              </p:nvSpPr>
              <p:spPr>
                <a:xfrm>
                  <a:off x="5283498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Rectangle: Rounded Corners 220">
                  <a:extLst>
                    <a:ext uri="{FF2B5EF4-FFF2-40B4-BE49-F238E27FC236}">
                      <a16:creationId xmlns:a16="http://schemas.microsoft.com/office/drawing/2014/main" id="{4FD4AC80-342A-4563-16DA-41E54AC3256A}"/>
                    </a:ext>
                  </a:extLst>
                </p:cNvPr>
                <p:cNvSpPr/>
                <p:nvPr/>
              </p:nvSpPr>
              <p:spPr>
                <a:xfrm>
                  <a:off x="5574110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Rectangle: Rounded Corners 221">
                  <a:extLst>
                    <a:ext uri="{FF2B5EF4-FFF2-40B4-BE49-F238E27FC236}">
                      <a16:creationId xmlns:a16="http://schemas.microsoft.com/office/drawing/2014/main" id="{4754A672-D8BC-DC74-0783-4650894AF0DB}"/>
                    </a:ext>
                  </a:extLst>
                </p:cNvPr>
                <p:cNvSpPr/>
                <p:nvPr/>
              </p:nvSpPr>
              <p:spPr>
                <a:xfrm>
                  <a:off x="586472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3" name="Rectangle: Rounded Corners 222">
                  <a:extLst>
                    <a:ext uri="{FF2B5EF4-FFF2-40B4-BE49-F238E27FC236}">
                      <a16:creationId xmlns:a16="http://schemas.microsoft.com/office/drawing/2014/main" id="{58113FC7-6AF5-D353-0E72-F4FF3CAA9C91}"/>
                    </a:ext>
                  </a:extLst>
                </p:cNvPr>
                <p:cNvSpPr/>
                <p:nvPr/>
              </p:nvSpPr>
              <p:spPr>
                <a:xfrm>
                  <a:off x="6155334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4" name="Rectangle: Rounded Corners 223">
                  <a:extLst>
                    <a:ext uri="{FF2B5EF4-FFF2-40B4-BE49-F238E27FC236}">
                      <a16:creationId xmlns:a16="http://schemas.microsoft.com/office/drawing/2014/main" id="{B5C8E9D2-4D67-BF5B-3E8A-1EE616166981}"/>
                    </a:ext>
                  </a:extLst>
                </p:cNvPr>
                <p:cNvSpPr/>
                <p:nvPr/>
              </p:nvSpPr>
              <p:spPr>
                <a:xfrm>
                  <a:off x="6445946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5" name="Rectangle: Rounded Corners 224">
                  <a:extLst>
                    <a:ext uri="{FF2B5EF4-FFF2-40B4-BE49-F238E27FC236}">
                      <a16:creationId xmlns:a16="http://schemas.microsoft.com/office/drawing/2014/main" id="{C45EC135-55C2-A0EB-4384-6FF0211A55BC}"/>
                    </a:ext>
                  </a:extLst>
                </p:cNvPr>
                <p:cNvSpPr/>
                <p:nvPr/>
              </p:nvSpPr>
              <p:spPr>
                <a:xfrm>
                  <a:off x="4411662" y="1266827"/>
                  <a:ext cx="143670" cy="203200"/>
                </a:xfrm>
                <a:prstGeom prst="roundRect">
                  <a:avLst>
                    <a:gd name="adj" fmla="val 28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FB3C701-D6FB-0F95-21E4-DFA56AD21452}"/>
              </a:ext>
            </a:extLst>
          </p:cNvPr>
          <p:cNvGrpSpPr/>
          <p:nvPr/>
        </p:nvGrpSpPr>
        <p:grpSpPr>
          <a:xfrm>
            <a:off x="1064382" y="2609850"/>
            <a:ext cx="3842090" cy="2699711"/>
            <a:chOff x="1064382" y="2609850"/>
            <a:chExt cx="3842090" cy="2699711"/>
          </a:xfrm>
        </p:grpSpPr>
        <p:sp>
          <p:nvSpPr>
            <p:cNvPr id="237" name="Rectangle: Rounded Corners 236">
              <a:extLst>
                <a:ext uri="{FF2B5EF4-FFF2-40B4-BE49-F238E27FC236}">
                  <a16:creationId xmlns:a16="http://schemas.microsoft.com/office/drawing/2014/main" id="{555DF18F-062C-03D2-5F53-64231559D1C1}"/>
                </a:ext>
              </a:extLst>
            </p:cNvPr>
            <p:cNvSpPr/>
            <p:nvPr/>
          </p:nvSpPr>
          <p:spPr>
            <a:xfrm>
              <a:off x="1071880" y="2609850"/>
              <a:ext cx="3834592" cy="2699710"/>
            </a:xfrm>
            <a:prstGeom prst="roundRect">
              <a:avLst>
                <a:gd name="adj" fmla="val 738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00F0FC8C-CF44-C172-1C6F-85380AC22B0E}"/>
                </a:ext>
              </a:extLst>
            </p:cNvPr>
            <p:cNvSpPr/>
            <p:nvPr/>
          </p:nvSpPr>
          <p:spPr>
            <a:xfrm>
              <a:off x="1064382" y="3489329"/>
              <a:ext cx="3606460" cy="1820232"/>
            </a:xfrm>
            <a:custGeom>
              <a:avLst/>
              <a:gdLst>
                <a:gd name="connsiteX0" fmla="*/ 0 w 3054177"/>
                <a:gd name="connsiteY0" fmla="*/ 0 h 1541487"/>
                <a:gd name="connsiteX1" fmla="*/ 2197 w 3054177"/>
                <a:gd name="connsiteY1" fmla="*/ 4311 h 1541487"/>
                <a:gd name="connsiteX2" fmla="*/ 19238 w 3054177"/>
                <a:gd name="connsiteY2" fmla="*/ 23553 h 1541487"/>
                <a:gd name="connsiteX3" fmla="*/ 133538 w 3054177"/>
                <a:gd name="connsiteY3" fmla="*/ 93403 h 1541487"/>
                <a:gd name="connsiteX4" fmla="*/ 228788 w 3054177"/>
                <a:gd name="connsiteY4" fmla="*/ 182303 h 1541487"/>
                <a:gd name="connsiteX5" fmla="*/ 349438 w 3054177"/>
                <a:gd name="connsiteY5" fmla="*/ 233103 h 1541487"/>
                <a:gd name="connsiteX6" fmla="*/ 482788 w 3054177"/>
                <a:gd name="connsiteY6" fmla="*/ 277553 h 1541487"/>
                <a:gd name="connsiteX7" fmla="*/ 597088 w 3054177"/>
                <a:gd name="connsiteY7" fmla="*/ 366453 h 1541487"/>
                <a:gd name="connsiteX8" fmla="*/ 711388 w 3054177"/>
                <a:gd name="connsiteY8" fmla="*/ 436303 h 1541487"/>
                <a:gd name="connsiteX9" fmla="*/ 838388 w 3054177"/>
                <a:gd name="connsiteY9" fmla="*/ 480753 h 1541487"/>
                <a:gd name="connsiteX10" fmla="*/ 978088 w 3054177"/>
                <a:gd name="connsiteY10" fmla="*/ 544253 h 1541487"/>
                <a:gd name="connsiteX11" fmla="*/ 1079688 w 3054177"/>
                <a:gd name="connsiteY11" fmla="*/ 626803 h 1541487"/>
                <a:gd name="connsiteX12" fmla="*/ 1206688 w 3054177"/>
                <a:gd name="connsiteY12" fmla="*/ 703003 h 1541487"/>
                <a:gd name="connsiteX13" fmla="*/ 1320988 w 3054177"/>
                <a:gd name="connsiteY13" fmla="*/ 747453 h 1541487"/>
                <a:gd name="connsiteX14" fmla="*/ 1479738 w 3054177"/>
                <a:gd name="connsiteY14" fmla="*/ 817303 h 1541487"/>
                <a:gd name="connsiteX15" fmla="*/ 1619438 w 3054177"/>
                <a:gd name="connsiteY15" fmla="*/ 893503 h 1541487"/>
                <a:gd name="connsiteX16" fmla="*/ 1721038 w 3054177"/>
                <a:gd name="connsiteY16" fmla="*/ 963353 h 1541487"/>
                <a:gd name="connsiteX17" fmla="*/ 1841688 w 3054177"/>
                <a:gd name="connsiteY17" fmla="*/ 982403 h 1541487"/>
                <a:gd name="connsiteX18" fmla="*/ 1943288 w 3054177"/>
                <a:gd name="connsiteY18" fmla="*/ 1020503 h 1541487"/>
                <a:gd name="connsiteX19" fmla="*/ 2032188 w 3054177"/>
                <a:gd name="connsiteY19" fmla="*/ 1077653 h 1541487"/>
                <a:gd name="connsiteX20" fmla="*/ 2178238 w 3054177"/>
                <a:gd name="connsiteY20" fmla="*/ 1166553 h 1541487"/>
                <a:gd name="connsiteX21" fmla="*/ 2254438 w 3054177"/>
                <a:gd name="connsiteY21" fmla="*/ 1191953 h 1541487"/>
                <a:gd name="connsiteX22" fmla="*/ 2343338 w 3054177"/>
                <a:gd name="connsiteY22" fmla="*/ 1236403 h 1541487"/>
                <a:gd name="connsiteX23" fmla="*/ 2406838 w 3054177"/>
                <a:gd name="connsiteY23" fmla="*/ 1274503 h 1541487"/>
                <a:gd name="connsiteX24" fmla="*/ 2546538 w 3054177"/>
                <a:gd name="connsiteY24" fmla="*/ 1331653 h 1541487"/>
                <a:gd name="connsiteX25" fmla="*/ 2654488 w 3054177"/>
                <a:gd name="connsiteY25" fmla="*/ 1369753 h 1541487"/>
                <a:gd name="connsiteX26" fmla="*/ 2800538 w 3054177"/>
                <a:gd name="connsiteY26" fmla="*/ 1458653 h 1541487"/>
                <a:gd name="connsiteX27" fmla="*/ 2984688 w 3054177"/>
                <a:gd name="connsiteY27" fmla="*/ 1522153 h 1541487"/>
                <a:gd name="connsiteX28" fmla="*/ 3035488 w 3054177"/>
                <a:gd name="connsiteY28" fmla="*/ 1535647 h 1541487"/>
                <a:gd name="connsiteX29" fmla="*/ 3054177 w 3054177"/>
                <a:gd name="connsiteY29" fmla="*/ 1541487 h 1541487"/>
                <a:gd name="connsiteX30" fmla="*/ 168819 w 3054177"/>
                <a:gd name="connsiteY30" fmla="*/ 1541487 h 1541487"/>
                <a:gd name="connsiteX31" fmla="*/ 0 w 3054177"/>
                <a:gd name="connsiteY31" fmla="*/ 1372668 h 154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54177" h="1541487">
                  <a:moveTo>
                    <a:pt x="0" y="0"/>
                  </a:moveTo>
                  <a:lnTo>
                    <a:pt x="2197" y="4311"/>
                  </a:lnTo>
                  <a:cubicBezTo>
                    <a:pt x="8109" y="14061"/>
                    <a:pt x="13814" y="21040"/>
                    <a:pt x="19238" y="23553"/>
                  </a:cubicBezTo>
                  <a:cubicBezTo>
                    <a:pt x="62630" y="43661"/>
                    <a:pt x="98613" y="66945"/>
                    <a:pt x="133538" y="93403"/>
                  </a:cubicBezTo>
                  <a:cubicBezTo>
                    <a:pt x="168463" y="119861"/>
                    <a:pt x="192805" y="159020"/>
                    <a:pt x="228788" y="182303"/>
                  </a:cubicBezTo>
                  <a:cubicBezTo>
                    <a:pt x="264771" y="205586"/>
                    <a:pt x="307105" y="217228"/>
                    <a:pt x="349438" y="233103"/>
                  </a:cubicBezTo>
                  <a:cubicBezTo>
                    <a:pt x="391771" y="248978"/>
                    <a:pt x="441513" y="255328"/>
                    <a:pt x="482788" y="277553"/>
                  </a:cubicBezTo>
                  <a:cubicBezTo>
                    <a:pt x="524063" y="299778"/>
                    <a:pt x="558988" y="339995"/>
                    <a:pt x="597088" y="366453"/>
                  </a:cubicBezTo>
                  <a:cubicBezTo>
                    <a:pt x="635188" y="392911"/>
                    <a:pt x="671171" y="417253"/>
                    <a:pt x="711388" y="436303"/>
                  </a:cubicBezTo>
                  <a:cubicBezTo>
                    <a:pt x="751605" y="455353"/>
                    <a:pt x="793938" y="462761"/>
                    <a:pt x="838388" y="480753"/>
                  </a:cubicBezTo>
                  <a:cubicBezTo>
                    <a:pt x="882838" y="498745"/>
                    <a:pt x="937871" y="519911"/>
                    <a:pt x="978088" y="544253"/>
                  </a:cubicBezTo>
                  <a:cubicBezTo>
                    <a:pt x="1018305" y="568595"/>
                    <a:pt x="1041588" y="600345"/>
                    <a:pt x="1079688" y="626803"/>
                  </a:cubicBezTo>
                  <a:cubicBezTo>
                    <a:pt x="1117788" y="653261"/>
                    <a:pt x="1166471" y="682895"/>
                    <a:pt x="1206688" y="703003"/>
                  </a:cubicBezTo>
                  <a:cubicBezTo>
                    <a:pt x="1246905" y="723111"/>
                    <a:pt x="1275480" y="728403"/>
                    <a:pt x="1320988" y="747453"/>
                  </a:cubicBezTo>
                  <a:cubicBezTo>
                    <a:pt x="1366496" y="766503"/>
                    <a:pt x="1429996" y="792961"/>
                    <a:pt x="1479738" y="817303"/>
                  </a:cubicBezTo>
                  <a:cubicBezTo>
                    <a:pt x="1529480" y="841645"/>
                    <a:pt x="1579221" y="869161"/>
                    <a:pt x="1619438" y="893503"/>
                  </a:cubicBezTo>
                  <a:cubicBezTo>
                    <a:pt x="1659655" y="917845"/>
                    <a:pt x="1683996" y="948536"/>
                    <a:pt x="1721038" y="963353"/>
                  </a:cubicBezTo>
                  <a:cubicBezTo>
                    <a:pt x="1758080" y="978170"/>
                    <a:pt x="1804646" y="972878"/>
                    <a:pt x="1841688" y="982403"/>
                  </a:cubicBezTo>
                  <a:cubicBezTo>
                    <a:pt x="1878730" y="991928"/>
                    <a:pt x="1911538" y="1004628"/>
                    <a:pt x="1943288" y="1020503"/>
                  </a:cubicBezTo>
                  <a:cubicBezTo>
                    <a:pt x="1975038" y="1036378"/>
                    <a:pt x="2032188" y="1077653"/>
                    <a:pt x="2032188" y="1077653"/>
                  </a:cubicBezTo>
                  <a:cubicBezTo>
                    <a:pt x="2071346" y="1101995"/>
                    <a:pt x="2141196" y="1147503"/>
                    <a:pt x="2178238" y="1166553"/>
                  </a:cubicBezTo>
                  <a:cubicBezTo>
                    <a:pt x="2215280" y="1185603"/>
                    <a:pt x="2226921" y="1180311"/>
                    <a:pt x="2254438" y="1191953"/>
                  </a:cubicBezTo>
                  <a:cubicBezTo>
                    <a:pt x="2281955" y="1203595"/>
                    <a:pt x="2317938" y="1222645"/>
                    <a:pt x="2343338" y="1236403"/>
                  </a:cubicBezTo>
                  <a:cubicBezTo>
                    <a:pt x="2368738" y="1250161"/>
                    <a:pt x="2372971" y="1258628"/>
                    <a:pt x="2406838" y="1274503"/>
                  </a:cubicBezTo>
                  <a:cubicBezTo>
                    <a:pt x="2440705" y="1290378"/>
                    <a:pt x="2505263" y="1315778"/>
                    <a:pt x="2546538" y="1331653"/>
                  </a:cubicBezTo>
                  <a:cubicBezTo>
                    <a:pt x="2587813" y="1347528"/>
                    <a:pt x="2612155" y="1348586"/>
                    <a:pt x="2654488" y="1369753"/>
                  </a:cubicBezTo>
                  <a:cubicBezTo>
                    <a:pt x="2696821" y="1390920"/>
                    <a:pt x="2745505" y="1433253"/>
                    <a:pt x="2800538" y="1458653"/>
                  </a:cubicBezTo>
                  <a:cubicBezTo>
                    <a:pt x="2855571" y="1484053"/>
                    <a:pt x="2939180" y="1507336"/>
                    <a:pt x="2984688" y="1522153"/>
                  </a:cubicBezTo>
                  <a:cubicBezTo>
                    <a:pt x="3007442" y="1529562"/>
                    <a:pt x="3022524" y="1532737"/>
                    <a:pt x="3035488" y="1535647"/>
                  </a:cubicBezTo>
                  <a:lnTo>
                    <a:pt x="3054177" y="1541487"/>
                  </a:lnTo>
                  <a:lnTo>
                    <a:pt x="168819" y="1541487"/>
                  </a:lnTo>
                  <a:cubicBezTo>
                    <a:pt x="75583" y="1541487"/>
                    <a:pt x="0" y="1465904"/>
                    <a:pt x="0" y="1372668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28575">
              <a:solidFill>
                <a:srgbClr val="111B0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EB42E9D0-72A9-0469-5DE1-8AE81F4B790F}"/>
                </a:ext>
              </a:extLst>
            </p:cNvPr>
            <p:cNvSpPr/>
            <p:nvPr/>
          </p:nvSpPr>
          <p:spPr>
            <a:xfrm>
              <a:off x="2091864" y="3090145"/>
              <a:ext cx="1387181" cy="1309299"/>
            </a:xfrm>
            <a:custGeom>
              <a:avLst/>
              <a:gdLst>
                <a:gd name="connsiteX0" fmla="*/ 266936 w 914984"/>
                <a:gd name="connsiteY0" fmla="*/ 808736 h 863613"/>
                <a:gd name="connsiteX1" fmla="*/ 378061 w 914984"/>
                <a:gd name="connsiteY1" fmla="*/ 853186 h 863613"/>
                <a:gd name="connsiteX2" fmla="*/ 517761 w 914984"/>
                <a:gd name="connsiteY2" fmla="*/ 862711 h 863613"/>
                <a:gd name="connsiteX3" fmla="*/ 619361 w 914984"/>
                <a:gd name="connsiteY3" fmla="*/ 837311 h 863613"/>
                <a:gd name="connsiteX4" fmla="*/ 752711 w 914984"/>
                <a:gd name="connsiteY4" fmla="*/ 780161 h 863613"/>
                <a:gd name="connsiteX5" fmla="*/ 809861 w 914984"/>
                <a:gd name="connsiteY5" fmla="*/ 694436 h 863613"/>
                <a:gd name="connsiteX6" fmla="*/ 873361 w 914984"/>
                <a:gd name="connsiteY6" fmla="*/ 611886 h 863613"/>
                <a:gd name="connsiteX7" fmla="*/ 901936 w 914984"/>
                <a:gd name="connsiteY7" fmla="*/ 497586 h 863613"/>
                <a:gd name="connsiteX8" fmla="*/ 914636 w 914984"/>
                <a:gd name="connsiteY8" fmla="*/ 421386 h 863613"/>
                <a:gd name="connsiteX9" fmla="*/ 889236 w 914984"/>
                <a:gd name="connsiteY9" fmla="*/ 310261 h 863613"/>
                <a:gd name="connsiteX10" fmla="*/ 857486 w 914984"/>
                <a:gd name="connsiteY10" fmla="*/ 240411 h 863613"/>
                <a:gd name="connsiteX11" fmla="*/ 832086 w 914984"/>
                <a:gd name="connsiteY11" fmla="*/ 170561 h 863613"/>
                <a:gd name="connsiteX12" fmla="*/ 771761 w 914984"/>
                <a:gd name="connsiteY12" fmla="*/ 116586 h 863613"/>
                <a:gd name="connsiteX13" fmla="*/ 692386 w 914984"/>
                <a:gd name="connsiteY13" fmla="*/ 59436 h 863613"/>
                <a:gd name="connsiteX14" fmla="*/ 606661 w 914984"/>
                <a:gd name="connsiteY14" fmla="*/ 14986 h 863613"/>
                <a:gd name="connsiteX15" fmla="*/ 486011 w 914984"/>
                <a:gd name="connsiteY15" fmla="*/ 5461 h 863613"/>
                <a:gd name="connsiteX16" fmla="*/ 384411 w 914984"/>
                <a:gd name="connsiteY16" fmla="*/ 2286 h 863613"/>
                <a:gd name="connsiteX17" fmla="*/ 282811 w 914984"/>
                <a:gd name="connsiteY17" fmla="*/ 40386 h 863613"/>
                <a:gd name="connsiteX18" fmla="*/ 212961 w 914984"/>
                <a:gd name="connsiteY18" fmla="*/ 49911 h 863613"/>
                <a:gd name="connsiteX19" fmla="*/ 146286 w 914984"/>
                <a:gd name="connsiteY19" fmla="*/ 94361 h 863613"/>
                <a:gd name="connsiteX20" fmla="*/ 105011 w 914984"/>
                <a:gd name="connsiteY20" fmla="*/ 167386 h 863613"/>
                <a:gd name="connsiteX21" fmla="*/ 51036 w 914984"/>
                <a:gd name="connsiteY21" fmla="*/ 221361 h 863613"/>
                <a:gd name="connsiteX22" fmla="*/ 16111 w 914984"/>
                <a:gd name="connsiteY22" fmla="*/ 300736 h 863613"/>
                <a:gd name="connsiteX23" fmla="*/ 236 w 914984"/>
                <a:gd name="connsiteY23" fmla="*/ 386461 h 863613"/>
                <a:gd name="connsiteX24" fmla="*/ 6586 w 914984"/>
                <a:gd name="connsiteY24" fmla="*/ 456311 h 863613"/>
                <a:gd name="connsiteX25" fmla="*/ 6586 w 914984"/>
                <a:gd name="connsiteY25" fmla="*/ 522986 h 863613"/>
                <a:gd name="connsiteX26" fmla="*/ 28811 w 914984"/>
                <a:gd name="connsiteY26" fmla="*/ 564261 h 863613"/>
                <a:gd name="connsiteX27" fmla="*/ 51036 w 914984"/>
                <a:gd name="connsiteY27" fmla="*/ 630936 h 863613"/>
                <a:gd name="connsiteX28" fmla="*/ 105011 w 914984"/>
                <a:gd name="connsiteY28" fmla="*/ 678561 h 863613"/>
                <a:gd name="connsiteX29" fmla="*/ 139936 w 914984"/>
                <a:gd name="connsiteY29" fmla="*/ 719836 h 863613"/>
                <a:gd name="connsiteX30" fmla="*/ 266936 w 914984"/>
                <a:gd name="connsiteY30" fmla="*/ 808736 h 863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14984" h="863613">
                  <a:moveTo>
                    <a:pt x="266936" y="808736"/>
                  </a:moveTo>
                  <a:cubicBezTo>
                    <a:pt x="306623" y="830961"/>
                    <a:pt x="336257" y="844190"/>
                    <a:pt x="378061" y="853186"/>
                  </a:cubicBezTo>
                  <a:cubicBezTo>
                    <a:pt x="419865" y="862182"/>
                    <a:pt x="477544" y="865357"/>
                    <a:pt x="517761" y="862711"/>
                  </a:cubicBezTo>
                  <a:cubicBezTo>
                    <a:pt x="557978" y="860065"/>
                    <a:pt x="580203" y="851069"/>
                    <a:pt x="619361" y="837311"/>
                  </a:cubicBezTo>
                  <a:cubicBezTo>
                    <a:pt x="658519" y="823553"/>
                    <a:pt x="720961" y="803973"/>
                    <a:pt x="752711" y="780161"/>
                  </a:cubicBezTo>
                  <a:cubicBezTo>
                    <a:pt x="784461" y="756349"/>
                    <a:pt x="789753" y="722482"/>
                    <a:pt x="809861" y="694436"/>
                  </a:cubicBezTo>
                  <a:cubicBezTo>
                    <a:pt x="829969" y="666390"/>
                    <a:pt x="858015" y="644694"/>
                    <a:pt x="873361" y="611886"/>
                  </a:cubicBezTo>
                  <a:cubicBezTo>
                    <a:pt x="888707" y="579078"/>
                    <a:pt x="895057" y="529336"/>
                    <a:pt x="901936" y="497586"/>
                  </a:cubicBezTo>
                  <a:cubicBezTo>
                    <a:pt x="908815" y="465836"/>
                    <a:pt x="916753" y="452607"/>
                    <a:pt x="914636" y="421386"/>
                  </a:cubicBezTo>
                  <a:cubicBezTo>
                    <a:pt x="912519" y="390165"/>
                    <a:pt x="898761" y="340423"/>
                    <a:pt x="889236" y="310261"/>
                  </a:cubicBezTo>
                  <a:cubicBezTo>
                    <a:pt x="879711" y="280099"/>
                    <a:pt x="867011" y="263694"/>
                    <a:pt x="857486" y="240411"/>
                  </a:cubicBezTo>
                  <a:cubicBezTo>
                    <a:pt x="847961" y="217128"/>
                    <a:pt x="846373" y="191198"/>
                    <a:pt x="832086" y="170561"/>
                  </a:cubicBezTo>
                  <a:cubicBezTo>
                    <a:pt x="817799" y="149924"/>
                    <a:pt x="795044" y="135107"/>
                    <a:pt x="771761" y="116586"/>
                  </a:cubicBezTo>
                  <a:cubicBezTo>
                    <a:pt x="748478" y="98065"/>
                    <a:pt x="719903" y="76369"/>
                    <a:pt x="692386" y="59436"/>
                  </a:cubicBezTo>
                  <a:cubicBezTo>
                    <a:pt x="664869" y="42503"/>
                    <a:pt x="641057" y="23982"/>
                    <a:pt x="606661" y="14986"/>
                  </a:cubicBezTo>
                  <a:cubicBezTo>
                    <a:pt x="572265" y="5990"/>
                    <a:pt x="523053" y="7578"/>
                    <a:pt x="486011" y="5461"/>
                  </a:cubicBezTo>
                  <a:cubicBezTo>
                    <a:pt x="448969" y="3344"/>
                    <a:pt x="418278" y="-3535"/>
                    <a:pt x="384411" y="2286"/>
                  </a:cubicBezTo>
                  <a:cubicBezTo>
                    <a:pt x="350544" y="8107"/>
                    <a:pt x="311386" y="32448"/>
                    <a:pt x="282811" y="40386"/>
                  </a:cubicBezTo>
                  <a:cubicBezTo>
                    <a:pt x="254236" y="48324"/>
                    <a:pt x="235715" y="40915"/>
                    <a:pt x="212961" y="49911"/>
                  </a:cubicBezTo>
                  <a:cubicBezTo>
                    <a:pt x="190207" y="58907"/>
                    <a:pt x="164278" y="74782"/>
                    <a:pt x="146286" y="94361"/>
                  </a:cubicBezTo>
                  <a:cubicBezTo>
                    <a:pt x="128294" y="113940"/>
                    <a:pt x="120886" y="146219"/>
                    <a:pt x="105011" y="167386"/>
                  </a:cubicBezTo>
                  <a:cubicBezTo>
                    <a:pt x="89136" y="188553"/>
                    <a:pt x="65853" y="199136"/>
                    <a:pt x="51036" y="221361"/>
                  </a:cubicBezTo>
                  <a:cubicBezTo>
                    <a:pt x="36219" y="243586"/>
                    <a:pt x="24578" y="273219"/>
                    <a:pt x="16111" y="300736"/>
                  </a:cubicBezTo>
                  <a:cubicBezTo>
                    <a:pt x="7644" y="328253"/>
                    <a:pt x="1823" y="360532"/>
                    <a:pt x="236" y="386461"/>
                  </a:cubicBezTo>
                  <a:cubicBezTo>
                    <a:pt x="-1352" y="412390"/>
                    <a:pt x="5528" y="433557"/>
                    <a:pt x="6586" y="456311"/>
                  </a:cubicBezTo>
                  <a:cubicBezTo>
                    <a:pt x="7644" y="479065"/>
                    <a:pt x="2882" y="504994"/>
                    <a:pt x="6586" y="522986"/>
                  </a:cubicBezTo>
                  <a:cubicBezTo>
                    <a:pt x="10290" y="540978"/>
                    <a:pt x="21403" y="546269"/>
                    <a:pt x="28811" y="564261"/>
                  </a:cubicBezTo>
                  <a:cubicBezTo>
                    <a:pt x="36219" y="582253"/>
                    <a:pt x="38336" y="611886"/>
                    <a:pt x="51036" y="630936"/>
                  </a:cubicBezTo>
                  <a:cubicBezTo>
                    <a:pt x="63736" y="649986"/>
                    <a:pt x="90194" y="663744"/>
                    <a:pt x="105011" y="678561"/>
                  </a:cubicBezTo>
                  <a:cubicBezTo>
                    <a:pt x="119828" y="693378"/>
                    <a:pt x="108715" y="696553"/>
                    <a:pt x="139936" y="719836"/>
                  </a:cubicBezTo>
                  <a:cubicBezTo>
                    <a:pt x="171157" y="743119"/>
                    <a:pt x="227249" y="786511"/>
                    <a:pt x="266936" y="808736"/>
                  </a:cubicBezTo>
                  <a:close/>
                </a:path>
              </a:pathLst>
            </a:custGeom>
            <a:ln w="28575"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476B534A-D4D7-5EA4-47F1-EC4784CB11FF}"/>
              </a:ext>
            </a:extLst>
          </p:cNvPr>
          <p:cNvCxnSpPr/>
          <p:nvPr/>
        </p:nvCxnSpPr>
        <p:spPr>
          <a:xfrm flipV="1">
            <a:off x="1133475" y="641216"/>
            <a:ext cx="3766647" cy="19972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A66BD673-45FE-2EA6-C09C-856672C8FF01}"/>
              </a:ext>
            </a:extLst>
          </p:cNvPr>
          <p:cNvCxnSpPr/>
          <p:nvPr/>
        </p:nvCxnSpPr>
        <p:spPr>
          <a:xfrm flipV="1">
            <a:off x="4900122" y="1482652"/>
            <a:ext cx="1172394" cy="3737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797B5BDE-DC43-B1FA-7D78-8162C9DD33B9}"/>
              </a:ext>
            </a:extLst>
          </p:cNvPr>
          <p:cNvCxnSpPr/>
          <p:nvPr/>
        </p:nvCxnSpPr>
        <p:spPr>
          <a:xfrm>
            <a:off x="10715625" y="219075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DCAF224B-EE59-8DDE-8D00-870F0068D3CA}"/>
                  </a:ext>
                </a:extLst>
              </p:cNvPr>
              <p:cNvSpPr txBox="1"/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DCAF224B-EE59-8DDE-8D00-870F0068D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446" y="13570"/>
                <a:ext cx="33457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525B35A-170F-E1AB-D0E7-6F75592E0216}"/>
              </a:ext>
            </a:extLst>
          </p:cNvPr>
          <p:cNvSpPr txBox="1"/>
          <p:nvPr/>
        </p:nvSpPr>
        <p:spPr>
          <a:xfrm>
            <a:off x="3083968" y="5593550"/>
            <a:ext cx="60226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Even a single preparation/measurement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an average over a finite time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27F4B79-043A-B080-2541-D25F77150E00}"/>
              </a:ext>
            </a:extLst>
          </p:cNvPr>
          <p:cNvSpPr/>
          <p:nvPr/>
        </p:nvSpPr>
        <p:spPr>
          <a:xfrm>
            <a:off x="3257550" y="3267075"/>
            <a:ext cx="222253" cy="222253"/>
          </a:xfrm>
          <a:prstGeom prst="ellipse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9CC60248-C03A-4740-C5F0-B2B36E8BABF5}"/>
              </a:ext>
            </a:extLst>
          </p:cNvPr>
          <p:cNvCxnSpPr/>
          <p:nvPr/>
        </p:nvCxnSpPr>
        <p:spPr>
          <a:xfrm flipV="1">
            <a:off x="3416300" y="2717128"/>
            <a:ext cx="4638557" cy="549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1BB24965-71A2-65D3-E740-6253623792B6}"/>
              </a:ext>
            </a:extLst>
          </p:cNvPr>
          <p:cNvCxnSpPr>
            <a:cxnSpLocks/>
          </p:cNvCxnSpPr>
          <p:nvPr/>
        </p:nvCxnSpPr>
        <p:spPr>
          <a:xfrm>
            <a:off x="3451225" y="3489328"/>
            <a:ext cx="4603632" cy="11542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421DD1-576D-5674-920A-177DC138F072}"/>
              </a:ext>
            </a:extLst>
          </p:cNvPr>
          <p:cNvSpPr/>
          <p:nvPr/>
        </p:nvSpPr>
        <p:spPr>
          <a:xfrm>
            <a:off x="7339949" y="2948461"/>
            <a:ext cx="1285507" cy="1695157"/>
          </a:xfrm>
          <a:custGeom>
            <a:avLst/>
            <a:gdLst>
              <a:gd name="connsiteX0" fmla="*/ 343692 w 1285507"/>
              <a:gd name="connsiteY0" fmla="*/ 0 h 1695157"/>
              <a:gd name="connsiteX1" fmla="*/ 484927 w 1285507"/>
              <a:gd name="connsiteY1" fmla="*/ 111354 h 1695157"/>
              <a:gd name="connsiteX2" fmla="*/ 836969 w 1285507"/>
              <a:gd name="connsiteY2" fmla="*/ 476432 h 1695157"/>
              <a:gd name="connsiteX3" fmla="*/ 1170758 w 1285507"/>
              <a:gd name="connsiteY3" fmla="*/ 1394353 h 1695157"/>
              <a:gd name="connsiteX4" fmla="*/ 1271156 w 1285507"/>
              <a:gd name="connsiteY4" fmla="*/ 1611119 h 1695157"/>
              <a:gd name="connsiteX5" fmla="*/ 1285507 w 1285507"/>
              <a:gd name="connsiteY5" fmla="*/ 1638740 h 1695157"/>
              <a:gd name="connsiteX6" fmla="*/ 1249683 w 1285507"/>
              <a:gd name="connsiteY6" fmla="*/ 1651852 h 1695157"/>
              <a:gd name="connsiteX7" fmla="*/ 963244 w 1285507"/>
              <a:gd name="connsiteY7" fmla="*/ 1695157 h 1695157"/>
              <a:gd name="connsiteX8" fmla="*/ 0 w 1285507"/>
              <a:gd name="connsiteY8" fmla="*/ 731912 h 1695157"/>
              <a:gd name="connsiteX9" fmla="*/ 282128 w 1285507"/>
              <a:gd name="connsiteY9" fmla="*/ 50795 h 1695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85507" h="1695157">
                <a:moveTo>
                  <a:pt x="343692" y="0"/>
                </a:moveTo>
                <a:lnTo>
                  <a:pt x="484927" y="111354"/>
                </a:lnTo>
                <a:cubicBezTo>
                  <a:pt x="621400" y="224356"/>
                  <a:pt x="743095" y="340834"/>
                  <a:pt x="836969" y="476432"/>
                </a:cubicBezTo>
                <a:cubicBezTo>
                  <a:pt x="1024719" y="747629"/>
                  <a:pt x="1045588" y="1088383"/>
                  <a:pt x="1170758" y="1394353"/>
                </a:cubicBezTo>
                <a:cubicBezTo>
                  <a:pt x="1202051" y="1470845"/>
                  <a:pt x="1235951" y="1541688"/>
                  <a:pt x="1271156" y="1611119"/>
                </a:cubicBezTo>
                <a:lnTo>
                  <a:pt x="1285507" y="1638740"/>
                </a:lnTo>
                <a:lnTo>
                  <a:pt x="1249683" y="1651852"/>
                </a:lnTo>
                <a:cubicBezTo>
                  <a:pt x="1159197" y="1679996"/>
                  <a:pt x="1062991" y="1695157"/>
                  <a:pt x="963244" y="1695157"/>
                </a:cubicBezTo>
                <a:cubicBezTo>
                  <a:pt x="431259" y="1695157"/>
                  <a:pt x="0" y="1263898"/>
                  <a:pt x="0" y="731912"/>
                </a:cubicBezTo>
                <a:cubicBezTo>
                  <a:pt x="0" y="465919"/>
                  <a:pt x="107815" y="225108"/>
                  <a:pt x="282128" y="50795"/>
                </a:cubicBezTo>
                <a:close/>
              </a:path>
            </a:pathLst>
          </a:custGeom>
          <a:ln w="28575"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816E517-5EB9-7DA7-5FF5-7BD00F81CF6E}"/>
              </a:ext>
            </a:extLst>
          </p:cNvPr>
          <p:cNvSpPr/>
          <p:nvPr/>
        </p:nvSpPr>
        <p:spPr>
          <a:xfrm>
            <a:off x="7631842" y="2984897"/>
            <a:ext cx="941815" cy="1638740"/>
          </a:xfrm>
          <a:custGeom>
            <a:avLst/>
            <a:gdLst>
              <a:gd name="connsiteX0" fmla="*/ 343692 w 1285507"/>
              <a:gd name="connsiteY0" fmla="*/ 0 h 1695157"/>
              <a:gd name="connsiteX1" fmla="*/ 484927 w 1285507"/>
              <a:gd name="connsiteY1" fmla="*/ 111354 h 1695157"/>
              <a:gd name="connsiteX2" fmla="*/ 836969 w 1285507"/>
              <a:gd name="connsiteY2" fmla="*/ 476432 h 1695157"/>
              <a:gd name="connsiteX3" fmla="*/ 1170758 w 1285507"/>
              <a:gd name="connsiteY3" fmla="*/ 1394353 h 1695157"/>
              <a:gd name="connsiteX4" fmla="*/ 1271156 w 1285507"/>
              <a:gd name="connsiteY4" fmla="*/ 1611119 h 1695157"/>
              <a:gd name="connsiteX5" fmla="*/ 1285507 w 1285507"/>
              <a:gd name="connsiteY5" fmla="*/ 1638740 h 1695157"/>
              <a:gd name="connsiteX6" fmla="*/ 1249683 w 1285507"/>
              <a:gd name="connsiteY6" fmla="*/ 1651852 h 1695157"/>
              <a:gd name="connsiteX7" fmla="*/ 963244 w 1285507"/>
              <a:gd name="connsiteY7" fmla="*/ 1695157 h 1695157"/>
              <a:gd name="connsiteX8" fmla="*/ 0 w 1285507"/>
              <a:gd name="connsiteY8" fmla="*/ 731912 h 1695157"/>
              <a:gd name="connsiteX9" fmla="*/ 282128 w 1285507"/>
              <a:gd name="connsiteY9" fmla="*/ 50795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10" fmla="*/ 91440 w 1285507"/>
              <a:gd name="connsiteY10" fmla="*/ 823352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0" fmla="*/ 0 w 1285507"/>
              <a:gd name="connsiteY0" fmla="*/ 731912 h 1651852"/>
              <a:gd name="connsiteX1" fmla="*/ 282128 w 1285507"/>
              <a:gd name="connsiteY1" fmla="*/ 50795 h 1651852"/>
              <a:gd name="connsiteX2" fmla="*/ 343692 w 1285507"/>
              <a:gd name="connsiteY2" fmla="*/ 0 h 1651852"/>
              <a:gd name="connsiteX3" fmla="*/ 484927 w 1285507"/>
              <a:gd name="connsiteY3" fmla="*/ 111354 h 1651852"/>
              <a:gd name="connsiteX4" fmla="*/ 836969 w 1285507"/>
              <a:gd name="connsiteY4" fmla="*/ 476432 h 1651852"/>
              <a:gd name="connsiteX5" fmla="*/ 1170758 w 1285507"/>
              <a:gd name="connsiteY5" fmla="*/ 1394353 h 1651852"/>
              <a:gd name="connsiteX6" fmla="*/ 1271156 w 1285507"/>
              <a:gd name="connsiteY6" fmla="*/ 1611119 h 1651852"/>
              <a:gd name="connsiteX7" fmla="*/ 1285507 w 1285507"/>
              <a:gd name="connsiteY7" fmla="*/ 1638740 h 1651852"/>
              <a:gd name="connsiteX8" fmla="*/ 1249683 w 1285507"/>
              <a:gd name="connsiteY8" fmla="*/ 1651852 h 1651852"/>
              <a:gd name="connsiteX0" fmla="*/ 0 w 1003379"/>
              <a:gd name="connsiteY0" fmla="*/ 50795 h 1651852"/>
              <a:gd name="connsiteX1" fmla="*/ 61564 w 1003379"/>
              <a:gd name="connsiteY1" fmla="*/ 0 h 1651852"/>
              <a:gd name="connsiteX2" fmla="*/ 202799 w 1003379"/>
              <a:gd name="connsiteY2" fmla="*/ 111354 h 1651852"/>
              <a:gd name="connsiteX3" fmla="*/ 554841 w 1003379"/>
              <a:gd name="connsiteY3" fmla="*/ 476432 h 1651852"/>
              <a:gd name="connsiteX4" fmla="*/ 888630 w 1003379"/>
              <a:gd name="connsiteY4" fmla="*/ 1394353 h 1651852"/>
              <a:gd name="connsiteX5" fmla="*/ 989028 w 1003379"/>
              <a:gd name="connsiteY5" fmla="*/ 1611119 h 1651852"/>
              <a:gd name="connsiteX6" fmla="*/ 1003379 w 1003379"/>
              <a:gd name="connsiteY6" fmla="*/ 1638740 h 1651852"/>
              <a:gd name="connsiteX7" fmla="*/ 967555 w 1003379"/>
              <a:gd name="connsiteY7" fmla="*/ 1651852 h 1651852"/>
              <a:gd name="connsiteX0" fmla="*/ 0 w 941815"/>
              <a:gd name="connsiteY0" fmla="*/ 0 h 1651852"/>
              <a:gd name="connsiteX1" fmla="*/ 141235 w 941815"/>
              <a:gd name="connsiteY1" fmla="*/ 111354 h 1651852"/>
              <a:gd name="connsiteX2" fmla="*/ 493277 w 941815"/>
              <a:gd name="connsiteY2" fmla="*/ 476432 h 1651852"/>
              <a:gd name="connsiteX3" fmla="*/ 827066 w 941815"/>
              <a:gd name="connsiteY3" fmla="*/ 1394353 h 1651852"/>
              <a:gd name="connsiteX4" fmla="*/ 927464 w 941815"/>
              <a:gd name="connsiteY4" fmla="*/ 1611119 h 1651852"/>
              <a:gd name="connsiteX5" fmla="*/ 941815 w 941815"/>
              <a:gd name="connsiteY5" fmla="*/ 1638740 h 1651852"/>
              <a:gd name="connsiteX6" fmla="*/ 905991 w 941815"/>
              <a:gd name="connsiteY6" fmla="*/ 1651852 h 1651852"/>
              <a:gd name="connsiteX0" fmla="*/ 0 w 941815"/>
              <a:gd name="connsiteY0" fmla="*/ 0 h 1638740"/>
              <a:gd name="connsiteX1" fmla="*/ 141235 w 941815"/>
              <a:gd name="connsiteY1" fmla="*/ 111354 h 1638740"/>
              <a:gd name="connsiteX2" fmla="*/ 493277 w 941815"/>
              <a:gd name="connsiteY2" fmla="*/ 476432 h 1638740"/>
              <a:gd name="connsiteX3" fmla="*/ 827066 w 941815"/>
              <a:gd name="connsiteY3" fmla="*/ 1394353 h 1638740"/>
              <a:gd name="connsiteX4" fmla="*/ 927464 w 941815"/>
              <a:gd name="connsiteY4" fmla="*/ 1611119 h 1638740"/>
              <a:gd name="connsiteX5" fmla="*/ 941815 w 941815"/>
              <a:gd name="connsiteY5" fmla="*/ 1638740 h 163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1815" h="1638740">
                <a:moveTo>
                  <a:pt x="0" y="0"/>
                </a:moveTo>
                <a:lnTo>
                  <a:pt x="141235" y="111354"/>
                </a:lnTo>
                <a:cubicBezTo>
                  <a:pt x="277708" y="224356"/>
                  <a:pt x="399403" y="340834"/>
                  <a:pt x="493277" y="476432"/>
                </a:cubicBezTo>
                <a:cubicBezTo>
                  <a:pt x="681027" y="747629"/>
                  <a:pt x="701896" y="1088383"/>
                  <a:pt x="827066" y="1394353"/>
                </a:cubicBezTo>
                <a:cubicBezTo>
                  <a:pt x="858359" y="1470845"/>
                  <a:pt x="892259" y="1541688"/>
                  <a:pt x="927464" y="1611119"/>
                </a:cubicBezTo>
                <a:lnTo>
                  <a:pt x="941815" y="1638740"/>
                </a:lnTo>
              </a:path>
            </a:pathLst>
          </a:custGeom>
          <a:noFill/>
          <a:ln w="28575">
            <a:solidFill>
              <a:srgbClr val="565656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484DCB2-80A3-70AE-6D23-BF1A68A8F255}"/>
              </a:ext>
            </a:extLst>
          </p:cNvPr>
          <p:cNvSpPr/>
          <p:nvPr/>
        </p:nvSpPr>
        <p:spPr>
          <a:xfrm>
            <a:off x="7678921" y="2956043"/>
            <a:ext cx="941815" cy="1638740"/>
          </a:xfrm>
          <a:custGeom>
            <a:avLst/>
            <a:gdLst>
              <a:gd name="connsiteX0" fmla="*/ 343692 w 1285507"/>
              <a:gd name="connsiteY0" fmla="*/ 0 h 1695157"/>
              <a:gd name="connsiteX1" fmla="*/ 484927 w 1285507"/>
              <a:gd name="connsiteY1" fmla="*/ 111354 h 1695157"/>
              <a:gd name="connsiteX2" fmla="*/ 836969 w 1285507"/>
              <a:gd name="connsiteY2" fmla="*/ 476432 h 1695157"/>
              <a:gd name="connsiteX3" fmla="*/ 1170758 w 1285507"/>
              <a:gd name="connsiteY3" fmla="*/ 1394353 h 1695157"/>
              <a:gd name="connsiteX4" fmla="*/ 1271156 w 1285507"/>
              <a:gd name="connsiteY4" fmla="*/ 1611119 h 1695157"/>
              <a:gd name="connsiteX5" fmla="*/ 1285507 w 1285507"/>
              <a:gd name="connsiteY5" fmla="*/ 1638740 h 1695157"/>
              <a:gd name="connsiteX6" fmla="*/ 1249683 w 1285507"/>
              <a:gd name="connsiteY6" fmla="*/ 1651852 h 1695157"/>
              <a:gd name="connsiteX7" fmla="*/ 963244 w 1285507"/>
              <a:gd name="connsiteY7" fmla="*/ 1695157 h 1695157"/>
              <a:gd name="connsiteX8" fmla="*/ 0 w 1285507"/>
              <a:gd name="connsiteY8" fmla="*/ 731912 h 1695157"/>
              <a:gd name="connsiteX9" fmla="*/ 282128 w 1285507"/>
              <a:gd name="connsiteY9" fmla="*/ 50795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10" fmla="*/ 91440 w 1285507"/>
              <a:gd name="connsiteY10" fmla="*/ 823352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0" fmla="*/ 0 w 1285507"/>
              <a:gd name="connsiteY0" fmla="*/ 731912 h 1651852"/>
              <a:gd name="connsiteX1" fmla="*/ 282128 w 1285507"/>
              <a:gd name="connsiteY1" fmla="*/ 50795 h 1651852"/>
              <a:gd name="connsiteX2" fmla="*/ 343692 w 1285507"/>
              <a:gd name="connsiteY2" fmla="*/ 0 h 1651852"/>
              <a:gd name="connsiteX3" fmla="*/ 484927 w 1285507"/>
              <a:gd name="connsiteY3" fmla="*/ 111354 h 1651852"/>
              <a:gd name="connsiteX4" fmla="*/ 836969 w 1285507"/>
              <a:gd name="connsiteY4" fmla="*/ 476432 h 1651852"/>
              <a:gd name="connsiteX5" fmla="*/ 1170758 w 1285507"/>
              <a:gd name="connsiteY5" fmla="*/ 1394353 h 1651852"/>
              <a:gd name="connsiteX6" fmla="*/ 1271156 w 1285507"/>
              <a:gd name="connsiteY6" fmla="*/ 1611119 h 1651852"/>
              <a:gd name="connsiteX7" fmla="*/ 1285507 w 1285507"/>
              <a:gd name="connsiteY7" fmla="*/ 1638740 h 1651852"/>
              <a:gd name="connsiteX8" fmla="*/ 1249683 w 1285507"/>
              <a:gd name="connsiteY8" fmla="*/ 1651852 h 1651852"/>
              <a:gd name="connsiteX0" fmla="*/ 0 w 1003379"/>
              <a:gd name="connsiteY0" fmla="*/ 50795 h 1651852"/>
              <a:gd name="connsiteX1" fmla="*/ 61564 w 1003379"/>
              <a:gd name="connsiteY1" fmla="*/ 0 h 1651852"/>
              <a:gd name="connsiteX2" fmla="*/ 202799 w 1003379"/>
              <a:gd name="connsiteY2" fmla="*/ 111354 h 1651852"/>
              <a:gd name="connsiteX3" fmla="*/ 554841 w 1003379"/>
              <a:gd name="connsiteY3" fmla="*/ 476432 h 1651852"/>
              <a:gd name="connsiteX4" fmla="*/ 888630 w 1003379"/>
              <a:gd name="connsiteY4" fmla="*/ 1394353 h 1651852"/>
              <a:gd name="connsiteX5" fmla="*/ 989028 w 1003379"/>
              <a:gd name="connsiteY5" fmla="*/ 1611119 h 1651852"/>
              <a:gd name="connsiteX6" fmla="*/ 1003379 w 1003379"/>
              <a:gd name="connsiteY6" fmla="*/ 1638740 h 1651852"/>
              <a:gd name="connsiteX7" fmla="*/ 967555 w 1003379"/>
              <a:gd name="connsiteY7" fmla="*/ 1651852 h 1651852"/>
              <a:gd name="connsiteX0" fmla="*/ 0 w 941815"/>
              <a:gd name="connsiteY0" fmla="*/ 0 h 1651852"/>
              <a:gd name="connsiteX1" fmla="*/ 141235 w 941815"/>
              <a:gd name="connsiteY1" fmla="*/ 111354 h 1651852"/>
              <a:gd name="connsiteX2" fmla="*/ 493277 w 941815"/>
              <a:gd name="connsiteY2" fmla="*/ 476432 h 1651852"/>
              <a:gd name="connsiteX3" fmla="*/ 827066 w 941815"/>
              <a:gd name="connsiteY3" fmla="*/ 1394353 h 1651852"/>
              <a:gd name="connsiteX4" fmla="*/ 927464 w 941815"/>
              <a:gd name="connsiteY4" fmla="*/ 1611119 h 1651852"/>
              <a:gd name="connsiteX5" fmla="*/ 941815 w 941815"/>
              <a:gd name="connsiteY5" fmla="*/ 1638740 h 1651852"/>
              <a:gd name="connsiteX6" fmla="*/ 905991 w 941815"/>
              <a:gd name="connsiteY6" fmla="*/ 1651852 h 1651852"/>
              <a:gd name="connsiteX0" fmla="*/ 0 w 941815"/>
              <a:gd name="connsiteY0" fmla="*/ 0 h 1638740"/>
              <a:gd name="connsiteX1" fmla="*/ 141235 w 941815"/>
              <a:gd name="connsiteY1" fmla="*/ 111354 h 1638740"/>
              <a:gd name="connsiteX2" fmla="*/ 493277 w 941815"/>
              <a:gd name="connsiteY2" fmla="*/ 476432 h 1638740"/>
              <a:gd name="connsiteX3" fmla="*/ 827066 w 941815"/>
              <a:gd name="connsiteY3" fmla="*/ 1394353 h 1638740"/>
              <a:gd name="connsiteX4" fmla="*/ 927464 w 941815"/>
              <a:gd name="connsiteY4" fmla="*/ 1611119 h 1638740"/>
              <a:gd name="connsiteX5" fmla="*/ 941815 w 941815"/>
              <a:gd name="connsiteY5" fmla="*/ 1638740 h 163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1815" h="1638740">
                <a:moveTo>
                  <a:pt x="0" y="0"/>
                </a:moveTo>
                <a:lnTo>
                  <a:pt x="141235" y="111354"/>
                </a:lnTo>
                <a:cubicBezTo>
                  <a:pt x="277708" y="224356"/>
                  <a:pt x="399403" y="340834"/>
                  <a:pt x="493277" y="476432"/>
                </a:cubicBezTo>
                <a:cubicBezTo>
                  <a:pt x="681027" y="747629"/>
                  <a:pt x="701896" y="1088383"/>
                  <a:pt x="827066" y="1394353"/>
                </a:cubicBezTo>
                <a:cubicBezTo>
                  <a:pt x="858359" y="1470845"/>
                  <a:pt x="892259" y="1541688"/>
                  <a:pt x="927464" y="1611119"/>
                </a:cubicBezTo>
                <a:lnTo>
                  <a:pt x="941815" y="1638740"/>
                </a:lnTo>
              </a:path>
            </a:pathLst>
          </a:custGeom>
          <a:noFill/>
          <a:ln w="28575">
            <a:solidFill>
              <a:srgbClr val="565656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1AFDAD0-53A3-0F4E-A7CF-2621986B4A31}"/>
              </a:ext>
            </a:extLst>
          </p:cNvPr>
          <p:cNvSpPr/>
          <p:nvPr/>
        </p:nvSpPr>
        <p:spPr>
          <a:xfrm>
            <a:off x="7655612" y="2971356"/>
            <a:ext cx="941815" cy="1638740"/>
          </a:xfrm>
          <a:custGeom>
            <a:avLst/>
            <a:gdLst>
              <a:gd name="connsiteX0" fmla="*/ 343692 w 1285507"/>
              <a:gd name="connsiteY0" fmla="*/ 0 h 1695157"/>
              <a:gd name="connsiteX1" fmla="*/ 484927 w 1285507"/>
              <a:gd name="connsiteY1" fmla="*/ 111354 h 1695157"/>
              <a:gd name="connsiteX2" fmla="*/ 836969 w 1285507"/>
              <a:gd name="connsiteY2" fmla="*/ 476432 h 1695157"/>
              <a:gd name="connsiteX3" fmla="*/ 1170758 w 1285507"/>
              <a:gd name="connsiteY3" fmla="*/ 1394353 h 1695157"/>
              <a:gd name="connsiteX4" fmla="*/ 1271156 w 1285507"/>
              <a:gd name="connsiteY4" fmla="*/ 1611119 h 1695157"/>
              <a:gd name="connsiteX5" fmla="*/ 1285507 w 1285507"/>
              <a:gd name="connsiteY5" fmla="*/ 1638740 h 1695157"/>
              <a:gd name="connsiteX6" fmla="*/ 1249683 w 1285507"/>
              <a:gd name="connsiteY6" fmla="*/ 1651852 h 1695157"/>
              <a:gd name="connsiteX7" fmla="*/ 963244 w 1285507"/>
              <a:gd name="connsiteY7" fmla="*/ 1695157 h 1695157"/>
              <a:gd name="connsiteX8" fmla="*/ 0 w 1285507"/>
              <a:gd name="connsiteY8" fmla="*/ 731912 h 1695157"/>
              <a:gd name="connsiteX9" fmla="*/ 282128 w 1285507"/>
              <a:gd name="connsiteY9" fmla="*/ 50795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10" fmla="*/ 91440 w 1285507"/>
              <a:gd name="connsiteY10" fmla="*/ 823352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0" fmla="*/ 0 w 1285507"/>
              <a:gd name="connsiteY0" fmla="*/ 731912 h 1651852"/>
              <a:gd name="connsiteX1" fmla="*/ 282128 w 1285507"/>
              <a:gd name="connsiteY1" fmla="*/ 50795 h 1651852"/>
              <a:gd name="connsiteX2" fmla="*/ 343692 w 1285507"/>
              <a:gd name="connsiteY2" fmla="*/ 0 h 1651852"/>
              <a:gd name="connsiteX3" fmla="*/ 484927 w 1285507"/>
              <a:gd name="connsiteY3" fmla="*/ 111354 h 1651852"/>
              <a:gd name="connsiteX4" fmla="*/ 836969 w 1285507"/>
              <a:gd name="connsiteY4" fmla="*/ 476432 h 1651852"/>
              <a:gd name="connsiteX5" fmla="*/ 1170758 w 1285507"/>
              <a:gd name="connsiteY5" fmla="*/ 1394353 h 1651852"/>
              <a:gd name="connsiteX6" fmla="*/ 1271156 w 1285507"/>
              <a:gd name="connsiteY6" fmla="*/ 1611119 h 1651852"/>
              <a:gd name="connsiteX7" fmla="*/ 1285507 w 1285507"/>
              <a:gd name="connsiteY7" fmla="*/ 1638740 h 1651852"/>
              <a:gd name="connsiteX8" fmla="*/ 1249683 w 1285507"/>
              <a:gd name="connsiteY8" fmla="*/ 1651852 h 1651852"/>
              <a:gd name="connsiteX0" fmla="*/ 0 w 1003379"/>
              <a:gd name="connsiteY0" fmla="*/ 50795 h 1651852"/>
              <a:gd name="connsiteX1" fmla="*/ 61564 w 1003379"/>
              <a:gd name="connsiteY1" fmla="*/ 0 h 1651852"/>
              <a:gd name="connsiteX2" fmla="*/ 202799 w 1003379"/>
              <a:gd name="connsiteY2" fmla="*/ 111354 h 1651852"/>
              <a:gd name="connsiteX3" fmla="*/ 554841 w 1003379"/>
              <a:gd name="connsiteY3" fmla="*/ 476432 h 1651852"/>
              <a:gd name="connsiteX4" fmla="*/ 888630 w 1003379"/>
              <a:gd name="connsiteY4" fmla="*/ 1394353 h 1651852"/>
              <a:gd name="connsiteX5" fmla="*/ 989028 w 1003379"/>
              <a:gd name="connsiteY5" fmla="*/ 1611119 h 1651852"/>
              <a:gd name="connsiteX6" fmla="*/ 1003379 w 1003379"/>
              <a:gd name="connsiteY6" fmla="*/ 1638740 h 1651852"/>
              <a:gd name="connsiteX7" fmla="*/ 967555 w 1003379"/>
              <a:gd name="connsiteY7" fmla="*/ 1651852 h 1651852"/>
              <a:gd name="connsiteX0" fmla="*/ 0 w 941815"/>
              <a:gd name="connsiteY0" fmla="*/ 0 h 1651852"/>
              <a:gd name="connsiteX1" fmla="*/ 141235 w 941815"/>
              <a:gd name="connsiteY1" fmla="*/ 111354 h 1651852"/>
              <a:gd name="connsiteX2" fmla="*/ 493277 w 941815"/>
              <a:gd name="connsiteY2" fmla="*/ 476432 h 1651852"/>
              <a:gd name="connsiteX3" fmla="*/ 827066 w 941815"/>
              <a:gd name="connsiteY3" fmla="*/ 1394353 h 1651852"/>
              <a:gd name="connsiteX4" fmla="*/ 927464 w 941815"/>
              <a:gd name="connsiteY4" fmla="*/ 1611119 h 1651852"/>
              <a:gd name="connsiteX5" fmla="*/ 941815 w 941815"/>
              <a:gd name="connsiteY5" fmla="*/ 1638740 h 1651852"/>
              <a:gd name="connsiteX6" fmla="*/ 905991 w 941815"/>
              <a:gd name="connsiteY6" fmla="*/ 1651852 h 1651852"/>
              <a:gd name="connsiteX0" fmla="*/ 0 w 941815"/>
              <a:gd name="connsiteY0" fmla="*/ 0 h 1638740"/>
              <a:gd name="connsiteX1" fmla="*/ 141235 w 941815"/>
              <a:gd name="connsiteY1" fmla="*/ 111354 h 1638740"/>
              <a:gd name="connsiteX2" fmla="*/ 493277 w 941815"/>
              <a:gd name="connsiteY2" fmla="*/ 476432 h 1638740"/>
              <a:gd name="connsiteX3" fmla="*/ 827066 w 941815"/>
              <a:gd name="connsiteY3" fmla="*/ 1394353 h 1638740"/>
              <a:gd name="connsiteX4" fmla="*/ 927464 w 941815"/>
              <a:gd name="connsiteY4" fmla="*/ 1611119 h 1638740"/>
              <a:gd name="connsiteX5" fmla="*/ 941815 w 941815"/>
              <a:gd name="connsiteY5" fmla="*/ 1638740 h 163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1815" h="1638740">
                <a:moveTo>
                  <a:pt x="0" y="0"/>
                </a:moveTo>
                <a:lnTo>
                  <a:pt x="141235" y="111354"/>
                </a:lnTo>
                <a:cubicBezTo>
                  <a:pt x="277708" y="224356"/>
                  <a:pt x="399403" y="340834"/>
                  <a:pt x="493277" y="476432"/>
                </a:cubicBezTo>
                <a:cubicBezTo>
                  <a:pt x="681027" y="747629"/>
                  <a:pt x="701896" y="1088383"/>
                  <a:pt x="827066" y="1394353"/>
                </a:cubicBezTo>
                <a:cubicBezTo>
                  <a:pt x="858359" y="1470845"/>
                  <a:pt x="892259" y="1541688"/>
                  <a:pt x="927464" y="1611119"/>
                </a:cubicBezTo>
                <a:lnTo>
                  <a:pt x="941815" y="1638740"/>
                </a:lnTo>
              </a:path>
            </a:pathLst>
          </a:custGeom>
          <a:noFill/>
          <a:ln w="28575">
            <a:solidFill>
              <a:srgbClr val="434343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51A7742-A002-49F3-9A46-5AB61E99978F}"/>
              </a:ext>
            </a:extLst>
          </p:cNvPr>
          <p:cNvSpPr/>
          <p:nvPr/>
        </p:nvSpPr>
        <p:spPr>
          <a:xfrm>
            <a:off x="7693653" y="2938780"/>
            <a:ext cx="941815" cy="1638740"/>
          </a:xfrm>
          <a:custGeom>
            <a:avLst/>
            <a:gdLst>
              <a:gd name="connsiteX0" fmla="*/ 343692 w 1285507"/>
              <a:gd name="connsiteY0" fmla="*/ 0 h 1695157"/>
              <a:gd name="connsiteX1" fmla="*/ 484927 w 1285507"/>
              <a:gd name="connsiteY1" fmla="*/ 111354 h 1695157"/>
              <a:gd name="connsiteX2" fmla="*/ 836969 w 1285507"/>
              <a:gd name="connsiteY2" fmla="*/ 476432 h 1695157"/>
              <a:gd name="connsiteX3" fmla="*/ 1170758 w 1285507"/>
              <a:gd name="connsiteY3" fmla="*/ 1394353 h 1695157"/>
              <a:gd name="connsiteX4" fmla="*/ 1271156 w 1285507"/>
              <a:gd name="connsiteY4" fmla="*/ 1611119 h 1695157"/>
              <a:gd name="connsiteX5" fmla="*/ 1285507 w 1285507"/>
              <a:gd name="connsiteY5" fmla="*/ 1638740 h 1695157"/>
              <a:gd name="connsiteX6" fmla="*/ 1249683 w 1285507"/>
              <a:gd name="connsiteY6" fmla="*/ 1651852 h 1695157"/>
              <a:gd name="connsiteX7" fmla="*/ 963244 w 1285507"/>
              <a:gd name="connsiteY7" fmla="*/ 1695157 h 1695157"/>
              <a:gd name="connsiteX8" fmla="*/ 0 w 1285507"/>
              <a:gd name="connsiteY8" fmla="*/ 731912 h 1695157"/>
              <a:gd name="connsiteX9" fmla="*/ 282128 w 1285507"/>
              <a:gd name="connsiteY9" fmla="*/ 50795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10" fmla="*/ 91440 w 1285507"/>
              <a:gd name="connsiteY10" fmla="*/ 823352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0" fmla="*/ 0 w 1285507"/>
              <a:gd name="connsiteY0" fmla="*/ 731912 h 1651852"/>
              <a:gd name="connsiteX1" fmla="*/ 282128 w 1285507"/>
              <a:gd name="connsiteY1" fmla="*/ 50795 h 1651852"/>
              <a:gd name="connsiteX2" fmla="*/ 343692 w 1285507"/>
              <a:gd name="connsiteY2" fmla="*/ 0 h 1651852"/>
              <a:gd name="connsiteX3" fmla="*/ 484927 w 1285507"/>
              <a:gd name="connsiteY3" fmla="*/ 111354 h 1651852"/>
              <a:gd name="connsiteX4" fmla="*/ 836969 w 1285507"/>
              <a:gd name="connsiteY4" fmla="*/ 476432 h 1651852"/>
              <a:gd name="connsiteX5" fmla="*/ 1170758 w 1285507"/>
              <a:gd name="connsiteY5" fmla="*/ 1394353 h 1651852"/>
              <a:gd name="connsiteX6" fmla="*/ 1271156 w 1285507"/>
              <a:gd name="connsiteY6" fmla="*/ 1611119 h 1651852"/>
              <a:gd name="connsiteX7" fmla="*/ 1285507 w 1285507"/>
              <a:gd name="connsiteY7" fmla="*/ 1638740 h 1651852"/>
              <a:gd name="connsiteX8" fmla="*/ 1249683 w 1285507"/>
              <a:gd name="connsiteY8" fmla="*/ 1651852 h 1651852"/>
              <a:gd name="connsiteX0" fmla="*/ 0 w 1003379"/>
              <a:gd name="connsiteY0" fmla="*/ 50795 h 1651852"/>
              <a:gd name="connsiteX1" fmla="*/ 61564 w 1003379"/>
              <a:gd name="connsiteY1" fmla="*/ 0 h 1651852"/>
              <a:gd name="connsiteX2" fmla="*/ 202799 w 1003379"/>
              <a:gd name="connsiteY2" fmla="*/ 111354 h 1651852"/>
              <a:gd name="connsiteX3" fmla="*/ 554841 w 1003379"/>
              <a:gd name="connsiteY3" fmla="*/ 476432 h 1651852"/>
              <a:gd name="connsiteX4" fmla="*/ 888630 w 1003379"/>
              <a:gd name="connsiteY4" fmla="*/ 1394353 h 1651852"/>
              <a:gd name="connsiteX5" fmla="*/ 989028 w 1003379"/>
              <a:gd name="connsiteY5" fmla="*/ 1611119 h 1651852"/>
              <a:gd name="connsiteX6" fmla="*/ 1003379 w 1003379"/>
              <a:gd name="connsiteY6" fmla="*/ 1638740 h 1651852"/>
              <a:gd name="connsiteX7" fmla="*/ 967555 w 1003379"/>
              <a:gd name="connsiteY7" fmla="*/ 1651852 h 1651852"/>
              <a:gd name="connsiteX0" fmla="*/ 0 w 941815"/>
              <a:gd name="connsiteY0" fmla="*/ 0 h 1651852"/>
              <a:gd name="connsiteX1" fmla="*/ 141235 w 941815"/>
              <a:gd name="connsiteY1" fmla="*/ 111354 h 1651852"/>
              <a:gd name="connsiteX2" fmla="*/ 493277 w 941815"/>
              <a:gd name="connsiteY2" fmla="*/ 476432 h 1651852"/>
              <a:gd name="connsiteX3" fmla="*/ 827066 w 941815"/>
              <a:gd name="connsiteY3" fmla="*/ 1394353 h 1651852"/>
              <a:gd name="connsiteX4" fmla="*/ 927464 w 941815"/>
              <a:gd name="connsiteY4" fmla="*/ 1611119 h 1651852"/>
              <a:gd name="connsiteX5" fmla="*/ 941815 w 941815"/>
              <a:gd name="connsiteY5" fmla="*/ 1638740 h 1651852"/>
              <a:gd name="connsiteX6" fmla="*/ 905991 w 941815"/>
              <a:gd name="connsiteY6" fmla="*/ 1651852 h 1651852"/>
              <a:gd name="connsiteX0" fmla="*/ 0 w 941815"/>
              <a:gd name="connsiteY0" fmla="*/ 0 h 1638740"/>
              <a:gd name="connsiteX1" fmla="*/ 141235 w 941815"/>
              <a:gd name="connsiteY1" fmla="*/ 111354 h 1638740"/>
              <a:gd name="connsiteX2" fmla="*/ 493277 w 941815"/>
              <a:gd name="connsiteY2" fmla="*/ 476432 h 1638740"/>
              <a:gd name="connsiteX3" fmla="*/ 827066 w 941815"/>
              <a:gd name="connsiteY3" fmla="*/ 1394353 h 1638740"/>
              <a:gd name="connsiteX4" fmla="*/ 927464 w 941815"/>
              <a:gd name="connsiteY4" fmla="*/ 1611119 h 1638740"/>
              <a:gd name="connsiteX5" fmla="*/ 941815 w 941815"/>
              <a:gd name="connsiteY5" fmla="*/ 1638740 h 163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1815" h="1638740">
                <a:moveTo>
                  <a:pt x="0" y="0"/>
                </a:moveTo>
                <a:lnTo>
                  <a:pt x="141235" y="111354"/>
                </a:lnTo>
                <a:cubicBezTo>
                  <a:pt x="277708" y="224356"/>
                  <a:pt x="399403" y="340834"/>
                  <a:pt x="493277" y="476432"/>
                </a:cubicBezTo>
                <a:cubicBezTo>
                  <a:pt x="681027" y="747629"/>
                  <a:pt x="701896" y="1088383"/>
                  <a:pt x="827066" y="1394353"/>
                </a:cubicBezTo>
                <a:cubicBezTo>
                  <a:pt x="858359" y="1470845"/>
                  <a:pt x="892259" y="1541688"/>
                  <a:pt x="927464" y="1611119"/>
                </a:cubicBezTo>
                <a:lnTo>
                  <a:pt x="941815" y="1638740"/>
                </a:lnTo>
              </a:path>
            </a:pathLst>
          </a:custGeom>
          <a:noFill/>
          <a:ln w="28575">
            <a:solidFill>
              <a:srgbClr val="6B6B6B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12EC208-437F-7094-08AC-96DC784FC46B}"/>
              </a:ext>
            </a:extLst>
          </p:cNvPr>
          <p:cNvSpPr/>
          <p:nvPr/>
        </p:nvSpPr>
        <p:spPr>
          <a:xfrm>
            <a:off x="7612509" y="3002159"/>
            <a:ext cx="927464" cy="1611119"/>
          </a:xfrm>
          <a:custGeom>
            <a:avLst/>
            <a:gdLst>
              <a:gd name="connsiteX0" fmla="*/ 343692 w 1285507"/>
              <a:gd name="connsiteY0" fmla="*/ 0 h 1695157"/>
              <a:gd name="connsiteX1" fmla="*/ 484927 w 1285507"/>
              <a:gd name="connsiteY1" fmla="*/ 111354 h 1695157"/>
              <a:gd name="connsiteX2" fmla="*/ 836969 w 1285507"/>
              <a:gd name="connsiteY2" fmla="*/ 476432 h 1695157"/>
              <a:gd name="connsiteX3" fmla="*/ 1170758 w 1285507"/>
              <a:gd name="connsiteY3" fmla="*/ 1394353 h 1695157"/>
              <a:gd name="connsiteX4" fmla="*/ 1271156 w 1285507"/>
              <a:gd name="connsiteY4" fmla="*/ 1611119 h 1695157"/>
              <a:gd name="connsiteX5" fmla="*/ 1285507 w 1285507"/>
              <a:gd name="connsiteY5" fmla="*/ 1638740 h 1695157"/>
              <a:gd name="connsiteX6" fmla="*/ 1249683 w 1285507"/>
              <a:gd name="connsiteY6" fmla="*/ 1651852 h 1695157"/>
              <a:gd name="connsiteX7" fmla="*/ 963244 w 1285507"/>
              <a:gd name="connsiteY7" fmla="*/ 1695157 h 1695157"/>
              <a:gd name="connsiteX8" fmla="*/ 0 w 1285507"/>
              <a:gd name="connsiteY8" fmla="*/ 731912 h 1695157"/>
              <a:gd name="connsiteX9" fmla="*/ 282128 w 1285507"/>
              <a:gd name="connsiteY9" fmla="*/ 50795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10" fmla="*/ 91440 w 1285507"/>
              <a:gd name="connsiteY10" fmla="*/ 823352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0" fmla="*/ 0 w 1285507"/>
              <a:gd name="connsiteY0" fmla="*/ 731912 h 1651852"/>
              <a:gd name="connsiteX1" fmla="*/ 282128 w 1285507"/>
              <a:gd name="connsiteY1" fmla="*/ 50795 h 1651852"/>
              <a:gd name="connsiteX2" fmla="*/ 343692 w 1285507"/>
              <a:gd name="connsiteY2" fmla="*/ 0 h 1651852"/>
              <a:gd name="connsiteX3" fmla="*/ 484927 w 1285507"/>
              <a:gd name="connsiteY3" fmla="*/ 111354 h 1651852"/>
              <a:gd name="connsiteX4" fmla="*/ 836969 w 1285507"/>
              <a:gd name="connsiteY4" fmla="*/ 476432 h 1651852"/>
              <a:gd name="connsiteX5" fmla="*/ 1170758 w 1285507"/>
              <a:gd name="connsiteY5" fmla="*/ 1394353 h 1651852"/>
              <a:gd name="connsiteX6" fmla="*/ 1271156 w 1285507"/>
              <a:gd name="connsiteY6" fmla="*/ 1611119 h 1651852"/>
              <a:gd name="connsiteX7" fmla="*/ 1285507 w 1285507"/>
              <a:gd name="connsiteY7" fmla="*/ 1638740 h 1651852"/>
              <a:gd name="connsiteX8" fmla="*/ 1249683 w 1285507"/>
              <a:gd name="connsiteY8" fmla="*/ 1651852 h 1651852"/>
              <a:gd name="connsiteX0" fmla="*/ 0 w 1003379"/>
              <a:gd name="connsiteY0" fmla="*/ 50795 h 1651852"/>
              <a:gd name="connsiteX1" fmla="*/ 61564 w 1003379"/>
              <a:gd name="connsiteY1" fmla="*/ 0 h 1651852"/>
              <a:gd name="connsiteX2" fmla="*/ 202799 w 1003379"/>
              <a:gd name="connsiteY2" fmla="*/ 111354 h 1651852"/>
              <a:gd name="connsiteX3" fmla="*/ 554841 w 1003379"/>
              <a:gd name="connsiteY3" fmla="*/ 476432 h 1651852"/>
              <a:gd name="connsiteX4" fmla="*/ 888630 w 1003379"/>
              <a:gd name="connsiteY4" fmla="*/ 1394353 h 1651852"/>
              <a:gd name="connsiteX5" fmla="*/ 989028 w 1003379"/>
              <a:gd name="connsiteY5" fmla="*/ 1611119 h 1651852"/>
              <a:gd name="connsiteX6" fmla="*/ 1003379 w 1003379"/>
              <a:gd name="connsiteY6" fmla="*/ 1638740 h 1651852"/>
              <a:gd name="connsiteX7" fmla="*/ 967555 w 1003379"/>
              <a:gd name="connsiteY7" fmla="*/ 1651852 h 1651852"/>
              <a:gd name="connsiteX0" fmla="*/ 0 w 941815"/>
              <a:gd name="connsiteY0" fmla="*/ 0 h 1651852"/>
              <a:gd name="connsiteX1" fmla="*/ 141235 w 941815"/>
              <a:gd name="connsiteY1" fmla="*/ 111354 h 1651852"/>
              <a:gd name="connsiteX2" fmla="*/ 493277 w 941815"/>
              <a:gd name="connsiteY2" fmla="*/ 476432 h 1651852"/>
              <a:gd name="connsiteX3" fmla="*/ 827066 w 941815"/>
              <a:gd name="connsiteY3" fmla="*/ 1394353 h 1651852"/>
              <a:gd name="connsiteX4" fmla="*/ 927464 w 941815"/>
              <a:gd name="connsiteY4" fmla="*/ 1611119 h 1651852"/>
              <a:gd name="connsiteX5" fmla="*/ 941815 w 941815"/>
              <a:gd name="connsiteY5" fmla="*/ 1638740 h 1651852"/>
              <a:gd name="connsiteX6" fmla="*/ 905991 w 941815"/>
              <a:gd name="connsiteY6" fmla="*/ 1651852 h 1651852"/>
              <a:gd name="connsiteX0" fmla="*/ 0 w 941815"/>
              <a:gd name="connsiteY0" fmla="*/ 0 h 1638740"/>
              <a:gd name="connsiteX1" fmla="*/ 141235 w 941815"/>
              <a:gd name="connsiteY1" fmla="*/ 111354 h 1638740"/>
              <a:gd name="connsiteX2" fmla="*/ 493277 w 941815"/>
              <a:gd name="connsiteY2" fmla="*/ 476432 h 1638740"/>
              <a:gd name="connsiteX3" fmla="*/ 827066 w 941815"/>
              <a:gd name="connsiteY3" fmla="*/ 1394353 h 1638740"/>
              <a:gd name="connsiteX4" fmla="*/ 927464 w 941815"/>
              <a:gd name="connsiteY4" fmla="*/ 1611119 h 1638740"/>
              <a:gd name="connsiteX5" fmla="*/ 941815 w 941815"/>
              <a:gd name="connsiteY5" fmla="*/ 1638740 h 1638740"/>
              <a:gd name="connsiteX0" fmla="*/ 0 w 927464"/>
              <a:gd name="connsiteY0" fmla="*/ 0 h 1611119"/>
              <a:gd name="connsiteX1" fmla="*/ 141235 w 927464"/>
              <a:gd name="connsiteY1" fmla="*/ 111354 h 1611119"/>
              <a:gd name="connsiteX2" fmla="*/ 493277 w 927464"/>
              <a:gd name="connsiteY2" fmla="*/ 476432 h 1611119"/>
              <a:gd name="connsiteX3" fmla="*/ 827066 w 927464"/>
              <a:gd name="connsiteY3" fmla="*/ 1394353 h 1611119"/>
              <a:gd name="connsiteX4" fmla="*/ 927464 w 927464"/>
              <a:gd name="connsiteY4" fmla="*/ 1611119 h 161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7464" h="1611119">
                <a:moveTo>
                  <a:pt x="0" y="0"/>
                </a:moveTo>
                <a:lnTo>
                  <a:pt x="141235" y="111354"/>
                </a:lnTo>
                <a:cubicBezTo>
                  <a:pt x="277708" y="224356"/>
                  <a:pt x="399403" y="340834"/>
                  <a:pt x="493277" y="476432"/>
                </a:cubicBezTo>
                <a:cubicBezTo>
                  <a:pt x="681027" y="747629"/>
                  <a:pt x="701896" y="1088383"/>
                  <a:pt x="827066" y="1394353"/>
                </a:cubicBezTo>
                <a:cubicBezTo>
                  <a:pt x="858359" y="1470845"/>
                  <a:pt x="892259" y="1541688"/>
                  <a:pt x="927464" y="1611119"/>
                </a:cubicBezTo>
              </a:path>
            </a:pathLst>
          </a:custGeom>
          <a:noFill/>
          <a:ln w="28575">
            <a:solidFill>
              <a:srgbClr val="6B6B6B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B36C628-3C74-E7F5-B856-800DE9592774}"/>
              </a:ext>
            </a:extLst>
          </p:cNvPr>
          <p:cNvSpPr/>
          <p:nvPr/>
        </p:nvSpPr>
        <p:spPr>
          <a:xfrm>
            <a:off x="7719207" y="2928866"/>
            <a:ext cx="941815" cy="1638740"/>
          </a:xfrm>
          <a:custGeom>
            <a:avLst/>
            <a:gdLst>
              <a:gd name="connsiteX0" fmla="*/ 343692 w 1285507"/>
              <a:gd name="connsiteY0" fmla="*/ 0 h 1695157"/>
              <a:gd name="connsiteX1" fmla="*/ 484927 w 1285507"/>
              <a:gd name="connsiteY1" fmla="*/ 111354 h 1695157"/>
              <a:gd name="connsiteX2" fmla="*/ 836969 w 1285507"/>
              <a:gd name="connsiteY2" fmla="*/ 476432 h 1695157"/>
              <a:gd name="connsiteX3" fmla="*/ 1170758 w 1285507"/>
              <a:gd name="connsiteY3" fmla="*/ 1394353 h 1695157"/>
              <a:gd name="connsiteX4" fmla="*/ 1271156 w 1285507"/>
              <a:gd name="connsiteY4" fmla="*/ 1611119 h 1695157"/>
              <a:gd name="connsiteX5" fmla="*/ 1285507 w 1285507"/>
              <a:gd name="connsiteY5" fmla="*/ 1638740 h 1695157"/>
              <a:gd name="connsiteX6" fmla="*/ 1249683 w 1285507"/>
              <a:gd name="connsiteY6" fmla="*/ 1651852 h 1695157"/>
              <a:gd name="connsiteX7" fmla="*/ 963244 w 1285507"/>
              <a:gd name="connsiteY7" fmla="*/ 1695157 h 1695157"/>
              <a:gd name="connsiteX8" fmla="*/ 0 w 1285507"/>
              <a:gd name="connsiteY8" fmla="*/ 731912 h 1695157"/>
              <a:gd name="connsiteX9" fmla="*/ 282128 w 1285507"/>
              <a:gd name="connsiteY9" fmla="*/ 50795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10" fmla="*/ 91440 w 1285507"/>
              <a:gd name="connsiteY10" fmla="*/ 823352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0" fmla="*/ 0 w 1285507"/>
              <a:gd name="connsiteY0" fmla="*/ 731912 h 1651852"/>
              <a:gd name="connsiteX1" fmla="*/ 282128 w 1285507"/>
              <a:gd name="connsiteY1" fmla="*/ 50795 h 1651852"/>
              <a:gd name="connsiteX2" fmla="*/ 343692 w 1285507"/>
              <a:gd name="connsiteY2" fmla="*/ 0 h 1651852"/>
              <a:gd name="connsiteX3" fmla="*/ 484927 w 1285507"/>
              <a:gd name="connsiteY3" fmla="*/ 111354 h 1651852"/>
              <a:gd name="connsiteX4" fmla="*/ 836969 w 1285507"/>
              <a:gd name="connsiteY4" fmla="*/ 476432 h 1651852"/>
              <a:gd name="connsiteX5" fmla="*/ 1170758 w 1285507"/>
              <a:gd name="connsiteY5" fmla="*/ 1394353 h 1651852"/>
              <a:gd name="connsiteX6" fmla="*/ 1271156 w 1285507"/>
              <a:gd name="connsiteY6" fmla="*/ 1611119 h 1651852"/>
              <a:gd name="connsiteX7" fmla="*/ 1285507 w 1285507"/>
              <a:gd name="connsiteY7" fmla="*/ 1638740 h 1651852"/>
              <a:gd name="connsiteX8" fmla="*/ 1249683 w 1285507"/>
              <a:gd name="connsiteY8" fmla="*/ 1651852 h 1651852"/>
              <a:gd name="connsiteX0" fmla="*/ 0 w 1003379"/>
              <a:gd name="connsiteY0" fmla="*/ 50795 h 1651852"/>
              <a:gd name="connsiteX1" fmla="*/ 61564 w 1003379"/>
              <a:gd name="connsiteY1" fmla="*/ 0 h 1651852"/>
              <a:gd name="connsiteX2" fmla="*/ 202799 w 1003379"/>
              <a:gd name="connsiteY2" fmla="*/ 111354 h 1651852"/>
              <a:gd name="connsiteX3" fmla="*/ 554841 w 1003379"/>
              <a:gd name="connsiteY3" fmla="*/ 476432 h 1651852"/>
              <a:gd name="connsiteX4" fmla="*/ 888630 w 1003379"/>
              <a:gd name="connsiteY4" fmla="*/ 1394353 h 1651852"/>
              <a:gd name="connsiteX5" fmla="*/ 989028 w 1003379"/>
              <a:gd name="connsiteY5" fmla="*/ 1611119 h 1651852"/>
              <a:gd name="connsiteX6" fmla="*/ 1003379 w 1003379"/>
              <a:gd name="connsiteY6" fmla="*/ 1638740 h 1651852"/>
              <a:gd name="connsiteX7" fmla="*/ 967555 w 1003379"/>
              <a:gd name="connsiteY7" fmla="*/ 1651852 h 1651852"/>
              <a:gd name="connsiteX0" fmla="*/ 0 w 941815"/>
              <a:gd name="connsiteY0" fmla="*/ 0 h 1651852"/>
              <a:gd name="connsiteX1" fmla="*/ 141235 w 941815"/>
              <a:gd name="connsiteY1" fmla="*/ 111354 h 1651852"/>
              <a:gd name="connsiteX2" fmla="*/ 493277 w 941815"/>
              <a:gd name="connsiteY2" fmla="*/ 476432 h 1651852"/>
              <a:gd name="connsiteX3" fmla="*/ 827066 w 941815"/>
              <a:gd name="connsiteY3" fmla="*/ 1394353 h 1651852"/>
              <a:gd name="connsiteX4" fmla="*/ 927464 w 941815"/>
              <a:gd name="connsiteY4" fmla="*/ 1611119 h 1651852"/>
              <a:gd name="connsiteX5" fmla="*/ 941815 w 941815"/>
              <a:gd name="connsiteY5" fmla="*/ 1638740 h 1651852"/>
              <a:gd name="connsiteX6" fmla="*/ 905991 w 941815"/>
              <a:gd name="connsiteY6" fmla="*/ 1651852 h 1651852"/>
              <a:gd name="connsiteX0" fmla="*/ 0 w 941815"/>
              <a:gd name="connsiteY0" fmla="*/ 0 h 1638740"/>
              <a:gd name="connsiteX1" fmla="*/ 141235 w 941815"/>
              <a:gd name="connsiteY1" fmla="*/ 111354 h 1638740"/>
              <a:gd name="connsiteX2" fmla="*/ 493277 w 941815"/>
              <a:gd name="connsiteY2" fmla="*/ 476432 h 1638740"/>
              <a:gd name="connsiteX3" fmla="*/ 827066 w 941815"/>
              <a:gd name="connsiteY3" fmla="*/ 1394353 h 1638740"/>
              <a:gd name="connsiteX4" fmla="*/ 927464 w 941815"/>
              <a:gd name="connsiteY4" fmla="*/ 1611119 h 1638740"/>
              <a:gd name="connsiteX5" fmla="*/ 941815 w 941815"/>
              <a:gd name="connsiteY5" fmla="*/ 1638740 h 163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1815" h="1638740">
                <a:moveTo>
                  <a:pt x="0" y="0"/>
                </a:moveTo>
                <a:lnTo>
                  <a:pt x="141235" y="111354"/>
                </a:lnTo>
                <a:cubicBezTo>
                  <a:pt x="277708" y="224356"/>
                  <a:pt x="399403" y="340834"/>
                  <a:pt x="493277" y="476432"/>
                </a:cubicBezTo>
                <a:cubicBezTo>
                  <a:pt x="681027" y="747629"/>
                  <a:pt x="701896" y="1088383"/>
                  <a:pt x="827066" y="1394353"/>
                </a:cubicBezTo>
                <a:cubicBezTo>
                  <a:pt x="858359" y="1470845"/>
                  <a:pt x="892259" y="1541688"/>
                  <a:pt x="927464" y="1611119"/>
                </a:cubicBezTo>
                <a:lnTo>
                  <a:pt x="941815" y="1638740"/>
                </a:lnTo>
              </a:path>
            </a:pathLst>
          </a:custGeom>
          <a:noFill/>
          <a:ln w="28575">
            <a:solidFill>
              <a:srgbClr val="7F7F7F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12B2348-DBBE-149F-A452-C178BBA20210}"/>
              </a:ext>
            </a:extLst>
          </p:cNvPr>
          <p:cNvSpPr/>
          <p:nvPr/>
        </p:nvSpPr>
        <p:spPr>
          <a:xfrm>
            <a:off x="7590387" y="3018417"/>
            <a:ext cx="927464" cy="1611119"/>
          </a:xfrm>
          <a:custGeom>
            <a:avLst/>
            <a:gdLst>
              <a:gd name="connsiteX0" fmla="*/ 343692 w 1285507"/>
              <a:gd name="connsiteY0" fmla="*/ 0 h 1695157"/>
              <a:gd name="connsiteX1" fmla="*/ 484927 w 1285507"/>
              <a:gd name="connsiteY1" fmla="*/ 111354 h 1695157"/>
              <a:gd name="connsiteX2" fmla="*/ 836969 w 1285507"/>
              <a:gd name="connsiteY2" fmla="*/ 476432 h 1695157"/>
              <a:gd name="connsiteX3" fmla="*/ 1170758 w 1285507"/>
              <a:gd name="connsiteY3" fmla="*/ 1394353 h 1695157"/>
              <a:gd name="connsiteX4" fmla="*/ 1271156 w 1285507"/>
              <a:gd name="connsiteY4" fmla="*/ 1611119 h 1695157"/>
              <a:gd name="connsiteX5" fmla="*/ 1285507 w 1285507"/>
              <a:gd name="connsiteY5" fmla="*/ 1638740 h 1695157"/>
              <a:gd name="connsiteX6" fmla="*/ 1249683 w 1285507"/>
              <a:gd name="connsiteY6" fmla="*/ 1651852 h 1695157"/>
              <a:gd name="connsiteX7" fmla="*/ 963244 w 1285507"/>
              <a:gd name="connsiteY7" fmla="*/ 1695157 h 1695157"/>
              <a:gd name="connsiteX8" fmla="*/ 0 w 1285507"/>
              <a:gd name="connsiteY8" fmla="*/ 731912 h 1695157"/>
              <a:gd name="connsiteX9" fmla="*/ 282128 w 1285507"/>
              <a:gd name="connsiteY9" fmla="*/ 50795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10" fmla="*/ 91440 w 1285507"/>
              <a:gd name="connsiteY10" fmla="*/ 823352 h 1695157"/>
              <a:gd name="connsiteX0" fmla="*/ 0 w 1285507"/>
              <a:gd name="connsiteY0" fmla="*/ 731912 h 1695157"/>
              <a:gd name="connsiteX1" fmla="*/ 282128 w 1285507"/>
              <a:gd name="connsiteY1" fmla="*/ 50795 h 1695157"/>
              <a:gd name="connsiteX2" fmla="*/ 343692 w 1285507"/>
              <a:gd name="connsiteY2" fmla="*/ 0 h 1695157"/>
              <a:gd name="connsiteX3" fmla="*/ 484927 w 1285507"/>
              <a:gd name="connsiteY3" fmla="*/ 111354 h 1695157"/>
              <a:gd name="connsiteX4" fmla="*/ 836969 w 1285507"/>
              <a:gd name="connsiteY4" fmla="*/ 476432 h 1695157"/>
              <a:gd name="connsiteX5" fmla="*/ 1170758 w 1285507"/>
              <a:gd name="connsiteY5" fmla="*/ 1394353 h 1695157"/>
              <a:gd name="connsiteX6" fmla="*/ 1271156 w 1285507"/>
              <a:gd name="connsiteY6" fmla="*/ 1611119 h 1695157"/>
              <a:gd name="connsiteX7" fmla="*/ 1285507 w 1285507"/>
              <a:gd name="connsiteY7" fmla="*/ 1638740 h 1695157"/>
              <a:gd name="connsiteX8" fmla="*/ 1249683 w 1285507"/>
              <a:gd name="connsiteY8" fmla="*/ 1651852 h 1695157"/>
              <a:gd name="connsiteX9" fmla="*/ 963244 w 1285507"/>
              <a:gd name="connsiteY9" fmla="*/ 1695157 h 1695157"/>
              <a:gd name="connsiteX0" fmla="*/ 0 w 1285507"/>
              <a:gd name="connsiteY0" fmla="*/ 731912 h 1651852"/>
              <a:gd name="connsiteX1" fmla="*/ 282128 w 1285507"/>
              <a:gd name="connsiteY1" fmla="*/ 50795 h 1651852"/>
              <a:gd name="connsiteX2" fmla="*/ 343692 w 1285507"/>
              <a:gd name="connsiteY2" fmla="*/ 0 h 1651852"/>
              <a:gd name="connsiteX3" fmla="*/ 484927 w 1285507"/>
              <a:gd name="connsiteY3" fmla="*/ 111354 h 1651852"/>
              <a:gd name="connsiteX4" fmla="*/ 836969 w 1285507"/>
              <a:gd name="connsiteY4" fmla="*/ 476432 h 1651852"/>
              <a:gd name="connsiteX5" fmla="*/ 1170758 w 1285507"/>
              <a:gd name="connsiteY5" fmla="*/ 1394353 h 1651852"/>
              <a:gd name="connsiteX6" fmla="*/ 1271156 w 1285507"/>
              <a:gd name="connsiteY6" fmla="*/ 1611119 h 1651852"/>
              <a:gd name="connsiteX7" fmla="*/ 1285507 w 1285507"/>
              <a:gd name="connsiteY7" fmla="*/ 1638740 h 1651852"/>
              <a:gd name="connsiteX8" fmla="*/ 1249683 w 1285507"/>
              <a:gd name="connsiteY8" fmla="*/ 1651852 h 1651852"/>
              <a:gd name="connsiteX0" fmla="*/ 0 w 1003379"/>
              <a:gd name="connsiteY0" fmla="*/ 50795 h 1651852"/>
              <a:gd name="connsiteX1" fmla="*/ 61564 w 1003379"/>
              <a:gd name="connsiteY1" fmla="*/ 0 h 1651852"/>
              <a:gd name="connsiteX2" fmla="*/ 202799 w 1003379"/>
              <a:gd name="connsiteY2" fmla="*/ 111354 h 1651852"/>
              <a:gd name="connsiteX3" fmla="*/ 554841 w 1003379"/>
              <a:gd name="connsiteY3" fmla="*/ 476432 h 1651852"/>
              <a:gd name="connsiteX4" fmla="*/ 888630 w 1003379"/>
              <a:gd name="connsiteY4" fmla="*/ 1394353 h 1651852"/>
              <a:gd name="connsiteX5" fmla="*/ 989028 w 1003379"/>
              <a:gd name="connsiteY5" fmla="*/ 1611119 h 1651852"/>
              <a:gd name="connsiteX6" fmla="*/ 1003379 w 1003379"/>
              <a:gd name="connsiteY6" fmla="*/ 1638740 h 1651852"/>
              <a:gd name="connsiteX7" fmla="*/ 967555 w 1003379"/>
              <a:gd name="connsiteY7" fmla="*/ 1651852 h 1651852"/>
              <a:gd name="connsiteX0" fmla="*/ 0 w 941815"/>
              <a:gd name="connsiteY0" fmla="*/ 0 h 1651852"/>
              <a:gd name="connsiteX1" fmla="*/ 141235 w 941815"/>
              <a:gd name="connsiteY1" fmla="*/ 111354 h 1651852"/>
              <a:gd name="connsiteX2" fmla="*/ 493277 w 941815"/>
              <a:gd name="connsiteY2" fmla="*/ 476432 h 1651852"/>
              <a:gd name="connsiteX3" fmla="*/ 827066 w 941815"/>
              <a:gd name="connsiteY3" fmla="*/ 1394353 h 1651852"/>
              <a:gd name="connsiteX4" fmla="*/ 927464 w 941815"/>
              <a:gd name="connsiteY4" fmla="*/ 1611119 h 1651852"/>
              <a:gd name="connsiteX5" fmla="*/ 941815 w 941815"/>
              <a:gd name="connsiteY5" fmla="*/ 1638740 h 1651852"/>
              <a:gd name="connsiteX6" fmla="*/ 905991 w 941815"/>
              <a:gd name="connsiteY6" fmla="*/ 1651852 h 1651852"/>
              <a:gd name="connsiteX0" fmla="*/ 0 w 941815"/>
              <a:gd name="connsiteY0" fmla="*/ 0 h 1638740"/>
              <a:gd name="connsiteX1" fmla="*/ 141235 w 941815"/>
              <a:gd name="connsiteY1" fmla="*/ 111354 h 1638740"/>
              <a:gd name="connsiteX2" fmla="*/ 493277 w 941815"/>
              <a:gd name="connsiteY2" fmla="*/ 476432 h 1638740"/>
              <a:gd name="connsiteX3" fmla="*/ 827066 w 941815"/>
              <a:gd name="connsiteY3" fmla="*/ 1394353 h 1638740"/>
              <a:gd name="connsiteX4" fmla="*/ 927464 w 941815"/>
              <a:gd name="connsiteY4" fmla="*/ 1611119 h 1638740"/>
              <a:gd name="connsiteX5" fmla="*/ 941815 w 941815"/>
              <a:gd name="connsiteY5" fmla="*/ 1638740 h 1638740"/>
              <a:gd name="connsiteX0" fmla="*/ 0 w 927464"/>
              <a:gd name="connsiteY0" fmla="*/ 0 h 1611119"/>
              <a:gd name="connsiteX1" fmla="*/ 141235 w 927464"/>
              <a:gd name="connsiteY1" fmla="*/ 111354 h 1611119"/>
              <a:gd name="connsiteX2" fmla="*/ 493277 w 927464"/>
              <a:gd name="connsiteY2" fmla="*/ 476432 h 1611119"/>
              <a:gd name="connsiteX3" fmla="*/ 827066 w 927464"/>
              <a:gd name="connsiteY3" fmla="*/ 1394353 h 1611119"/>
              <a:gd name="connsiteX4" fmla="*/ 927464 w 927464"/>
              <a:gd name="connsiteY4" fmla="*/ 1611119 h 161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7464" h="1611119">
                <a:moveTo>
                  <a:pt x="0" y="0"/>
                </a:moveTo>
                <a:lnTo>
                  <a:pt x="141235" y="111354"/>
                </a:lnTo>
                <a:cubicBezTo>
                  <a:pt x="277708" y="224356"/>
                  <a:pt x="399403" y="340834"/>
                  <a:pt x="493277" y="476432"/>
                </a:cubicBezTo>
                <a:cubicBezTo>
                  <a:pt x="681027" y="747629"/>
                  <a:pt x="701896" y="1088383"/>
                  <a:pt x="827066" y="1394353"/>
                </a:cubicBezTo>
                <a:cubicBezTo>
                  <a:pt x="858359" y="1470845"/>
                  <a:pt x="892259" y="1541688"/>
                  <a:pt x="927464" y="1611119"/>
                </a:cubicBezTo>
              </a:path>
            </a:pathLst>
          </a:custGeom>
          <a:noFill/>
          <a:ln w="28575">
            <a:solidFill>
              <a:srgbClr val="7F7F7F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D10D151-F010-1288-8A27-025C6B333F08}"/>
              </a:ext>
            </a:extLst>
          </p:cNvPr>
          <p:cNvSpPr/>
          <p:nvPr/>
        </p:nvSpPr>
        <p:spPr>
          <a:xfrm>
            <a:off x="7346387" y="2717128"/>
            <a:ext cx="1926488" cy="1926489"/>
          </a:xfrm>
          <a:prstGeom prst="ellipse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1152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3" grpId="0" animBg="1"/>
      <p:bldP spid="14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11" grpId="0" animBg="1"/>
      <p:bldP spid="12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30E7EE-E838-2A57-29A1-365F53C4FB13}"/>
              </a:ext>
            </a:extLst>
          </p:cNvPr>
          <p:cNvSpPr txBox="1"/>
          <p:nvPr/>
        </p:nvSpPr>
        <p:spPr>
          <a:xfrm>
            <a:off x="628649" y="5567272"/>
            <a:ext cx="81242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6">
                    <a:lumMod val="75000"/>
                  </a:schemeClr>
                </a:solidFill>
              </a:rPr>
              <a:t>It’s ensembles all the way down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DF4879-BC2C-822F-753D-C74B10740DD8}"/>
              </a:ext>
            </a:extLst>
          </p:cNvPr>
          <p:cNvSpPr txBox="1"/>
          <p:nvPr/>
        </p:nvSpPr>
        <p:spPr>
          <a:xfrm>
            <a:off x="154778" y="351520"/>
            <a:ext cx="74478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 be able to define a probability distribution over heads or tails, you need first to define what heads and tails are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8C6876-DDC7-4081-8F41-919657D83A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217" y="256449"/>
            <a:ext cx="3665220" cy="18631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AA49B6-3D54-F84C-86BF-62E1B5636B53}"/>
              </a:ext>
            </a:extLst>
          </p:cNvPr>
          <p:cNvSpPr txBox="1"/>
          <p:nvPr/>
        </p:nvSpPr>
        <p:spPr>
          <a:xfrm>
            <a:off x="10958147" y="2119603"/>
            <a:ext cx="7312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wikipedia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274936-AD97-5268-F7E8-CA47339F9C77}"/>
              </a:ext>
            </a:extLst>
          </p:cNvPr>
          <p:cNvSpPr txBox="1"/>
          <p:nvPr/>
        </p:nvSpPr>
        <p:spPr>
          <a:xfrm>
            <a:off x="409989" y="4047687"/>
            <a:ext cx="85603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The state of a system is what remains “stable” for at least a short amount of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7C7DD0-5BC5-3FB9-E946-57989D2541AA}"/>
              </a:ext>
            </a:extLst>
          </p:cNvPr>
          <p:cNvSpPr txBox="1"/>
          <p:nvPr/>
        </p:nvSpPr>
        <p:spPr>
          <a:xfrm>
            <a:off x="154777" y="1792317"/>
            <a:ext cx="74478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We can do that because we can leave the coin be, and it remains heads or tails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D0D859-5FAA-A4DA-37DA-5512AD6BB8BD}"/>
              </a:ext>
            </a:extLst>
          </p:cNvPr>
          <p:cNvSpPr txBox="1"/>
          <p:nvPr/>
        </p:nvSpPr>
        <p:spPr>
          <a:xfrm>
            <a:off x="154776" y="2774324"/>
            <a:ext cx="74478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If it kept changing more than 100 times a second, we wouldn’t perceive heads or tails: just a blur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8F9914-FD2A-271B-DDC0-1B519930B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357" y="537297"/>
            <a:ext cx="2416789" cy="30520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30100B-51B6-1145-9D84-CA7F7BDC756F}"/>
              </a:ext>
            </a:extLst>
          </p:cNvPr>
          <p:cNvSpPr txBox="1"/>
          <p:nvPr/>
        </p:nvSpPr>
        <p:spPr>
          <a:xfrm>
            <a:off x="10272347" y="3617363"/>
            <a:ext cx="7312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wikipedia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805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9" grpId="0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71E6E-1A95-5B0D-3337-9AEAF9484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4FFBA3E-07E7-B671-7A6A-8C83A07C91C6}"/>
                  </a:ext>
                </a:extLst>
              </p:cNvPr>
              <p:cNvSpPr txBox="1"/>
              <p:nvPr/>
            </p:nvSpPr>
            <p:spPr>
              <a:xfrm>
                <a:off x="1350339" y="1193965"/>
                <a:ext cx="949132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3200" dirty="0">
                    <a:solidFill>
                      <a:schemeClr val="accent6">
                        <a:lumMod val="75000"/>
                      </a:schemeClr>
                    </a:solidFill>
                  </a:rPr>
                  <a:t> Scientific laws are relationships between ensembles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AD530E-E864-1366-9E84-9F4F648B2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339" y="1193965"/>
                <a:ext cx="9491322" cy="584775"/>
              </a:xfrm>
              <a:prstGeom prst="rect">
                <a:avLst/>
              </a:prstGeom>
              <a:blipFill>
                <a:blip r:embed="rId2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EEABA439-C29E-4344-808A-36E2840B6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32" y="291078"/>
            <a:ext cx="11210736" cy="65483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DE20112-B242-FFDA-A867-2E2879F67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643306-CC6F-9D6F-1A06-B55D9F899F75}"/>
              </a:ext>
            </a:extLst>
          </p:cNvPr>
          <p:cNvSpPr txBox="1"/>
          <p:nvPr/>
        </p:nvSpPr>
        <p:spPr>
          <a:xfrm>
            <a:off x="501699" y="2180443"/>
            <a:ext cx="111996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Ensembles MUST be the foundational primitives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4FDC00-5085-48D6-268D-C3A4EACFF42C}"/>
              </a:ext>
            </a:extLst>
          </p:cNvPr>
          <p:cNvSpPr txBox="1"/>
          <p:nvPr/>
        </p:nvSpPr>
        <p:spPr>
          <a:xfrm>
            <a:off x="501699" y="3429000"/>
            <a:ext cx="90589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Without a generic theory of ensemble spaces there is no well-defined theory of physics, causality, probability, information theory, …</a:t>
            </a:r>
          </a:p>
        </p:txBody>
      </p:sp>
    </p:spTree>
    <p:extLst>
      <p:ext uri="{BB962C8B-B14F-4D97-AF65-F5344CB8AC3E}">
        <p14:creationId xmlns:p14="http://schemas.microsoft.com/office/powerpoint/2010/main" val="37432493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7DECB-808C-0CF9-9C76-678E15247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foundational pillars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99C3A4-BB9B-6AD6-BDB3-FA88FE7131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600" dirty="0"/>
                  <a:t>Experimental verifiability: topology and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3600" dirty="0"/>
                  <a:t>-algebras</a:t>
                </a:r>
              </a:p>
              <a:p>
                <a:r>
                  <a:rPr lang="en-US" sz="3600" dirty="0"/>
                  <a:t>Statistical mixing: convex and linear structures</a:t>
                </a:r>
              </a:p>
              <a:p>
                <a:r>
                  <a:rPr lang="en-US" sz="3600" dirty="0"/>
                  <a:t>Ensemble variability: entropy and all geometric structures</a:t>
                </a:r>
              </a:p>
              <a:p>
                <a:r>
                  <a:rPr lang="en-US" sz="3600" dirty="0"/>
                  <a:t>Equilibria: Lie algebraic structures and differentiability</a:t>
                </a:r>
              </a:p>
              <a:p>
                <a:endParaRPr lang="en-US" sz="3600" dirty="0"/>
              </a:p>
              <a:p>
                <a:pPr marL="0" indent="0">
                  <a:buNone/>
                </a:pPr>
                <a:r>
                  <a:rPr lang="en-US" sz="3600" dirty="0">
                    <a:solidFill>
                      <a:schemeClr val="accent6">
                        <a:lumMod val="75000"/>
                      </a:schemeClr>
                    </a:solidFill>
                  </a:rPr>
                  <a:t>Understanding the requirements of </a:t>
                </a:r>
                <a:br>
                  <a:rPr lang="en-US" sz="360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:r>
                  <a:rPr lang="en-US" sz="3600" dirty="0">
                    <a:solidFill>
                      <a:schemeClr val="accent6">
                        <a:lumMod val="75000"/>
                      </a:schemeClr>
                    </a:solidFill>
                  </a:rPr>
                  <a:t>these structures and their relationships</a:t>
                </a:r>
                <a:br>
                  <a:rPr lang="en-US" sz="360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:r>
                  <a:rPr lang="en-US" sz="3600" dirty="0">
                    <a:solidFill>
                      <a:schemeClr val="accent6">
                        <a:lumMod val="75000"/>
                      </a:schemeClr>
                    </a:solidFill>
                  </a:rPr>
                  <a:t>is the ultimate problem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99C3A4-BB9B-6AD6-BDB3-FA88FE7131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26" t="-2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45F98E-E515-9B8E-9011-8D8A61CF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1AE12D-D77E-7C43-B3E6-CA7417FEDB1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623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CA830B-0276-80D1-2CDC-8220C6207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1F4ACA-D2B5-7BD8-D060-2021BE26E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36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0722D2-F534-879F-B41A-F1B1C438C3D0}"/>
              </a:ext>
            </a:extLst>
          </p:cNvPr>
          <p:cNvSpPr txBox="1"/>
          <p:nvPr/>
        </p:nvSpPr>
        <p:spPr>
          <a:xfrm>
            <a:off x="1956242" y="2708268"/>
            <a:ext cx="3219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Space of coin tossers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0E9F22-BD6D-07D4-EFFF-AEC10C1D308A}"/>
              </a:ext>
            </a:extLst>
          </p:cNvPr>
          <p:cNvCxnSpPr/>
          <p:nvPr/>
        </p:nvCxnSpPr>
        <p:spPr>
          <a:xfrm>
            <a:off x="2282063" y="4112801"/>
            <a:ext cx="275371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E919841-A5FD-6E6D-1E24-721A12DCF202}"/>
              </a:ext>
            </a:extLst>
          </p:cNvPr>
          <p:cNvSpPr txBox="1"/>
          <p:nvPr/>
        </p:nvSpPr>
        <p:spPr>
          <a:xfrm>
            <a:off x="5175585" y="3789635"/>
            <a:ext cx="9133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H: 0%</a:t>
            </a:r>
            <a:br>
              <a:rPr lang="en-US" dirty="0"/>
            </a:br>
            <a:r>
              <a:rPr lang="en-US" dirty="0"/>
              <a:t>T: 100%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619FA8-9577-F9BB-8182-A52C900DED22}"/>
              </a:ext>
            </a:extLst>
          </p:cNvPr>
          <p:cNvSpPr txBox="1"/>
          <p:nvPr/>
        </p:nvSpPr>
        <p:spPr>
          <a:xfrm>
            <a:off x="1368736" y="3789635"/>
            <a:ext cx="9605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H: 100%</a:t>
            </a:r>
            <a:br>
              <a:rPr lang="en-US" dirty="0"/>
            </a:br>
            <a:r>
              <a:rPr lang="en-US" dirty="0"/>
              <a:t>T: 0%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D34EB0-BB65-7A4E-F0EC-FF9BFB0EC74C}"/>
              </a:ext>
            </a:extLst>
          </p:cNvPr>
          <p:cNvSpPr txBox="1"/>
          <p:nvPr/>
        </p:nvSpPr>
        <p:spPr>
          <a:xfrm>
            <a:off x="3178658" y="3304887"/>
            <a:ext cx="843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H: 50%</a:t>
            </a:r>
            <a:br>
              <a:rPr lang="en-US" dirty="0"/>
            </a:br>
            <a:r>
              <a:rPr lang="en-US" dirty="0"/>
              <a:t>T: 50%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9741DB-DD0A-4889-DB5F-72A000962E10}"/>
              </a:ext>
            </a:extLst>
          </p:cNvPr>
          <p:cNvCxnSpPr/>
          <p:nvPr/>
        </p:nvCxnSpPr>
        <p:spPr>
          <a:xfrm>
            <a:off x="3658918" y="4007696"/>
            <a:ext cx="0" cy="2102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91EAD9-C22F-D5D5-88E7-345C1341808C}"/>
                  </a:ext>
                </a:extLst>
              </p:cNvPr>
              <p:cNvSpPr txBox="1"/>
              <p:nvPr/>
            </p:nvSpPr>
            <p:spPr>
              <a:xfrm>
                <a:off x="1185856" y="4655367"/>
                <a:ext cx="66072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The coin is fair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sz="2800" dirty="0"/>
                  <a:t>H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)∈(0.5−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,0.5+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91EAD9-C22F-D5D5-88E7-345C13418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856" y="4655367"/>
                <a:ext cx="6607258" cy="523220"/>
              </a:xfrm>
              <a:prstGeom prst="rect">
                <a:avLst/>
              </a:prstGeom>
              <a:blipFill>
                <a:blip r:embed="rId2"/>
                <a:stretch>
                  <a:fillRect l="-1939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91968FD-AE63-48F7-0A13-1F00770AADB6}"/>
              </a:ext>
            </a:extLst>
          </p:cNvPr>
          <p:cNvCxnSpPr/>
          <p:nvPr/>
        </p:nvCxnSpPr>
        <p:spPr>
          <a:xfrm flipH="1">
            <a:off x="7678424" y="3628052"/>
            <a:ext cx="792480" cy="807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73299C3-5B46-7918-554B-23D8DB428AAB}"/>
              </a:ext>
            </a:extLst>
          </p:cNvPr>
          <p:cNvSpPr txBox="1"/>
          <p:nvPr/>
        </p:nvSpPr>
        <p:spPr>
          <a:xfrm>
            <a:off x="7515864" y="3080335"/>
            <a:ext cx="1497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Open set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93FC5B-F393-3B3D-5400-2B71521E813F}"/>
              </a:ext>
            </a:extLst>
          </p:cNvPr>
          <p:cNvSpPr txBox="1"/>
          <p:nvPr/>
        </p:nvSpPr>
        <p:spPr>
          <a:xfrm>
            <a:off x="568632" y="407623"/>
            <a:ext cx="5171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Mass of the photon is 0 eV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075E10-2008-F6F5-5647-AE9C129D898B}"/>
              </a:ext>
            </a:extLst>
          </p:cNvPr>
          <p:cNvSpPr txBox="1"/>
          <p:nvPr/>
        </p:nvSpPr>
        <p:spPr>
          <a:xfrm>
            <a:off x="5808083" y="341350"/>
            <a:ext cx="1985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Not verifiable!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3D74C3-BC5D-F813-F954-2C2E89E6E7DC}"/>
              </a:ext>
            </a:extLst>
          </p:cNvPr>
          <p:cNvSpPr txBox="1"/>
          <p:nvPr/>
        </p:nvSpPr>
        <p:spPr>
          <a:xfrm>
            <a:off x="568632" y="1442385"/>
            <a:ext cx="76806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Mass of the photon is less than 10</a:t>
            </a:r>
            <a:r>
              <a:rPr lang="en-US" sz="3600" baseline="30000" dirty="0"/>
              <a:t>-13</a:t>
            </a:r>
            <a:r>
              <a:rPr lang="en-US" sz="3600" dirty="0"/>
              <a:t> eV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3E4FCF-41D5-BDC8-CB06-5EAAF96B9363}"/>
              </a:ext>
            </a:extLst>
          </p:cNvPr>
          <p:cNvSpPr txBox="1"/>
          <p:nvPr/>
        </p:nvSpPr>
        <p:spPr>
          <a:xfrm>
            <a:off x="7999153" y="1053954"/>
            <a:ext cx="1475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Verifiable!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A37E6F-E71B-7B24-DF63-52FEED1E5F29}"/>
              </a:ext>
            </a:extLst>
          </p:cNvPr>
          <p:cNvGrpSpPr/>
          <p:nvPr/>
        </p:nvGrpSpPr>
        <p:grpSpPr>
          <a:xfrm>
            <a:off x="696191" y="477590"/>
            <a:ext cx="4842164" cy="613064"/>
            <a:chOff x="1749137" y="477590"/>
            <a:chExt cx="1620982" cy="613064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9248C7D-05C6-C8FE-98C9-D1C0AE6435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137" y="477590"/>
              <a:ext cx="1620982" cy="61306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3699391-4201-7360-8048-96E11195BA3F}"/>
                </a:ext>
              </a:extLst>
            </p:cNvPr>
            <p:cNvCxnSpPr>
              <a:cxnSpLocks/>
            </p:cNvCxnSpPr>
            <p:nvPr/>
          </p:nvCxnSpPr>
          <p:spPr>
            <a:xfrm>
              <a:off x="1749137" y="477590"/>
              <a:ext cx="1620982" cy="61306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15892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2" grpId="0"/>
      <p:bldP spid="15" grpId="0"/>
      <p:bldP spid="17" grpId="0"/>
      <p:bldP spid="18" grpId="0"/>
      <p:bldP spid="1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A7E90-C68F-E912-9F4C-CFFB74BAA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verifiability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540EC-423C-6FBC-5502-B75E417DC3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37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1FBE3F-D8C4-D237-BCB1-2F7C50B68BEE}"/>
                  </a:ext>
                </a:extLst>
              </p:cNvPr>
              <p:cNvSpPr txBox="1"/>
              <p:nvPr/>
            </p:nvSpPr>
            <p:spPr>
              <a:xfrm>
                <a:off x="460194" y="982203"/>
                <a:ext cx="1127161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00" b="0" dirty="0">
                    <a:solidFill>
                      <a:schemeClr val="accent6">
                        <a:lumMod val="75000"/>
                      </a:schemeClr>
                    </a:solidFill>
                  </a:rPr>
                  <a:t>Science is evidence based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 Statements are associated to experimental tests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1FBE3F-D8C4-D237-BCB1-2F7C50B68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194" y="982203"/>
                <a:ext cx="11271612" cy="523220"/>
              </a:xfrm>
              <a:prstGeom prst="rect">
                <a:avLst/>
              </a:prstGeom>
              <a:blipFill>
                <a:blip r:embed="rId2"/>
                <a:stretch>
                  <a:fillRect l="-1081" t="-10465" r="-1027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2">
            <a:extLst>
              <a:ext uri="{FF2B5EF4-FFF2-40B4-BE49-F238E27FC236}">
                <a16:creationId xmlns:a16="http://schemas.microsoft.com/office/drawing/2014/main" id="{1DC5BD38-F3C2-3188-4EEE-C72072941571}"/>
              </a:ext>
            </a:extLst>
          </p:cNvPr>
          <p:cNvGraphicFramePr>
            <a:graphicFrameLocks noGrp="1"/>
          </p:cNvGraphicFramePr>
          <p:nvPr/>
        </p:nvGraphicFramePr>
        <p:xfrm>
          <a:off x="569928" y="1686567"/>
          <a:ext cx="3423847" cy="1432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1909">
                  <a:extLst>
                    <a:ext uri="{9D8B030D-6E8A-4147-A177-3AD203B41FA5}">
                      <a16:colId xmlns:a16="http://schemas.microsoft.com/office/drawing/2014/main" val="3919644959"/>
                    </a:ext>
                  </a:extLst>
                </a:gridCol>
                <a:gridCol w="2371938">
                  <a:extLst>
                    <a:ext uri="{9D8B030D-6E8A-4147-A177-3AD203B41FA5}">
                      <a16:colId xmlns:a16="http://schemas.microsoft.com/office/drawing/2014/main" val="3379705832"/>
                    </a:ext>
                  </a:extLst>
                </a:gridCol>
              </a:tblGrid>
              <a:tr h="26915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Verifiable statement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 Result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586678"/>
                  </a:ext>
                </a:extLst>
              </a:tr>
              <a:tr h="26915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SUCCESS (in finite time)</a:t>
                      </a:r>
                      <a:endParaRPr lang="en-US" sz="14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576678"/>
                  </a:ext>
                </a:extLst>
              </a:tr>
              <a:tr h="269155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UNDEFINED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961383"/>
                  </a:ext>
                </a:extLst>
              </a:tr>
              <a:tr h="26915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FAILURE (in finite time)</a:t>
                      </a:r>
                      <a:endParaRPr lang="en-US" sz="1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856430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26E97C3-C7E3-495B-C96A-00145FB6E5FC}"/>
              </a:ext>
            </a:extLst>
          </p:cNvPr>
          <p:cNvGrpSpPr/>
          <p:nvPr/>
        </p:nvGrpSpPr>
        <p:grpSpPr>
          <a:xfrm>
            <a:off x="4600814" y="1616840"/>
            <a:ext cx="2990369" cy="2684357"/>
            <a:chOff x="1041881" y="1285108"/>
            <a:chExt cx="2990369" cy="2684357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656C5B5-202C-7A32-F15A-D1B2F343A8F2}"/>
                </a:ext>
              </a:extLst>
            </p:cNvPr>
            <p:cNvSpPr/>
            <p:nvPr/>
          </p:nvSpPr>
          <p:spPr>
            <a:xfrm>
              <a:off x="1085855" y="1285108"/>
              <a:ext cx="2946395" cy="134577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BCC9A7B-C7AB-7077-8006-76A4C58E3288}"/>
                </a:ext>
              </a:extLst>
            </p:cNvPr>
            <p:cNvSpPr/>
            <p:nvPr/>
          </p:nvSpPr>
          <p:spPr>
            <a:xfrm>
              <a:off x="2581027" y="1755678"/>
              <a:ext cx="1362635" cy="62814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23A887F-A268-E7C1-A597-A1073AE15C24}"/>
                </a:ext>
              </a:extLst>
            </p:cNvPr>
            <p:cNvSpPr txBox="1"/>
            <p:nvPr/>
          </p:nvSpPr>
          <p:spPr>
            <a:xfrm>
              <a:off x="2849723" y="1909004"/>
              <a:ext cx="10338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Possibilities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94AF939-751F-5E9F-7D4C-D1675C47C3D2}"/>
                </a:ext>
              </a:extLst>
            </p:cNvPr>
            <p:cNvSpPr txBox="1"/>
            <p:nvPr/>
          </p:nvSpPr>
          <p:spPr>
            <a:xfrm>
              <a:off x="1531887" y="1297809"/>
              <a:ext cx="1863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Theoretical statements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402111C-1D4E-22AE-9C4B-32517489D347}"/>
                </a:ext>
              </a:extLst>
            </p:cNvPr>
            <p:cNvSpPr/>
            <p:nvPr/>
          </p:nvSpPr>
          <p:spPr>
            <a:xfrm>
              <a:off x="1189256" y="1598740"/>
              <a:ext cx="1687294" cy="8974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AE33BE4-5DAE-47B9-D53B-76D5671621EE}"/>
                </a:ext>
              </a:extLst>
            </p:cNvPr>
            <p:cNvSpPr txBox="1"/>
            <p:nvPr/>
          </p:nvSpPr>
          <p:spPr>
            <a:xfrm>
              <a:off x="1463536" y="1774599"/>
              <a:ext cx="10023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Verifiable</a:t>
              </a:r>
              <a:br>
                <a:rPr lang="en-US" sz="1400" dirty="0"/>
              </a:br>
              <a:r>
                <a:rPr lang="en-US" sz="1400" dirty="0"/>
                <a:t>statements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B272C52-868B-7073-C521-47F2038430CA}"/>
                </a:ext>
              </a:extLst>
            </p:cNvPr>
            <p:cNvGrpSpPr/>
            <p:nvPr/>
          </p:nvGrpSpPr>
          <p:grpSpPr>
            <a:xfrm>
              <a:off x="3045795" y="3193936"/>
              <a:ext cx="889000" cy="365125"/>
              <a:chOff x="4648201" y="4642103"/>
              <a:chExt cx="889000" cy="365125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E309456-CDC6-EACE-43D3-612A60931F4E}"/>
                  </a:ext>
                </a:extLst>
              </p:cNvPr>
              <p:cNvSpPr/>
              <p:nvPr/>
            </p:nvSpPr>
            <p:spPr>
              <a:xfrm>
                <a:off x="4648201" y="4642103"/>
                <a:ext cx="889000" cy="36512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02EADD5-7557-075B-E564-9BB15579FDB2}"/>
                  </a:ext>
                </a:extLst>
              </p:cNvPr>
              <p:cNvSpPr txBox="1"/>
              <p:nvPr/>
            </p:nvSpPr>
            <p:spPr>
              <a:xfrm>
                <a:off x="4788946" y="4655388"/>
                <a:ext cx="6346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Points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6536749-49DF-D382-CB2A-AA99158944A6}"/>
                </a:ext>
              </a:extLst>
            </p:cNvPr>
            <p:cNvCxnSpPr>
              <a:cxnSpLocks/>
            </p:cNvCxnSpPr>
            <p:nvPr/>
          </p:nvCxnSpPr>
          <p:spPr>
            <a:xfrm>
              <a:off x="3390875" y="2397103"/>
              <a:ext cx="32835" cy="772487"/>
            </a:xfrm>
            <a:prstGeom prst="straightConnector1">
              <a:avLst/>
            </a:prstGeom>
            <a:ln w="38100">
              <a:solidFill>
                <a:srgbClr val="008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6B8674F-2524-E4F4-BD2E-33A10BDF163F}"/>
                </a:ext>
              </a:extLst>
            </p:cNvPr>
            <p:cNvCxnSpPr>
              <a:cxnSpLocks/>
            </p:cNvCxnSpPr>
            <p:nvPr/>
          </p:nvCxnSpPr>
          <p:spPr>
            <a:xfrm>
              <a:off x="1981428" y="2512494"/>
              <a:ext cx="0" cy="666799"/>
            </a:xfrm>
            <a:prstGeom prst="straightConnector1">
              <a:avLst/>
            </a:prstGeom>
            <a:ln w="38100">
              <a:solidFill>
                <a:srgbClr val="008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024295A-AD30-D33F-702C-5088EFBC83FA}"/>
                </a:ext>
              </a:extLst>
            </p:cNvPr>
            <p:cNvCxnSpPr>
              <a:cxnSpLocks/>
            </p:cNvCxnSpPr>
            <p:nvPr/>
          </p:nvCxnSpPr>
          <p:spPr>
            <a:xfrm>
              <a:off x="1500669" y="2643585"/>
              <a:ext cx="0" cy="403423"/>
            </a:xfrm>
            <a:prstGeom prst="straightConnector1">
              <a:avLst/>
            </a:prstGeom>
            <a:ln w="38100">
              <a:solidFill>
                <a:srgbClr val="008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79A3361-C96C-F6A7-1D1C-7E8E56C908B1}"/>
                </a:ext>
              </a:extLst>
            </p:cNvPr>
            <p:cNvSpPr/>
            <p:nvPr/>
          </p:nvSpPr>
          <p:spPr>
            <a:xfrm>
              <a:off x="1041881" y="3073171"/>
              <a:ext cx="1644170" cy="89629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195BB05-3C6A-8946-95FB-623C3F2602D8}"/>
                </a:ext>
              </a:extLst>
            </p:cNvPr>
            <p:cNvSpPr txBox="1"/>
            <p:nvPr/>
          </p:nvSpPr>
          <p:spPr>
            <a:xfrm>
              <a:off x="1060931" y="3636288"/>
              <a:ext cx="8994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Borel</a:t>
              </a:r>
              <a:r>
                <a:rPr lang="en-US" sz="1400" dirty="0"/>
                <a:t> sets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C6FB6F0-5D46-2DE6-1758-3DE61CA2C418}"/>
                </a:ext>
              </a:extLst>
            </p:cNvPr>
            <p:cNvSpPr txBox="1"/>
            <p:nvPr/>
          </p:nvSpPr>
          <p:spPr>
            <a:xfrm>
              <a:off x="1511761" y="3250918"/>
              <a:ext cx="9130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Open sets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35CFC62-E01F-5637-E4C8-78234146003F}"/>
                </a:ext>
              </a:extLst>
            </p:cNvPr>
            <p:cNvSpPr/>
            <p:nvPr/>
          </p:nvSpPr>
          <p:spPr>
            <a:xfrm>
              <a:off x="1445065" y="3201606"/>
              <a:ext cx="1077868" cy="42574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52">
                <a:extLst>
                  <a:ext uri="{FF2B5EF4-FFF2-40B4-BE49-F238E27FC236}">
                    <a16:creationId xmlns:a16="http://schemas.microsoft.com/office/drawing/2014/main" id="{C035FDD5-5975-EFEE-0EC7-864E97F629D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124754" y="1879627"/>
              <a:ext cx="720892" cy="1524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6965">
                      <a:extLst>
                        <a:ext uri="{9D8B030D-6E8A-4147-A177-3AD203B41FA5}">
                          <a16:colId xmlns:a16="http://schemas.microsoft.com/office/drawing/2014/main" val="3919644959"/>
                        </a:ext>
                      </a:extLst>
                    </a:gridCol>
                    <a:gridCol w="483927">
                      <a:extLst>
                        <a:ext uri="{9D8B030D-6E8A-4147-A177-3AD203B41FA5}">
                          <a16:colId xmlns:a16="http://schemas.microsoft.com/office/drawing/2014/main" val="3379705832"/>
                        </a:ext>
                      </a:extLst>
                    </a:gridCol>
                  </a:tblGrid>
                  <a:tr h="26915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Test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48586678"/>
                      </a:ext>
                    </a:extLst>
                  </a:tr>
                  <a:tr h="269155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solidFill>
                                <a:schemeClr val="accent6"/>
                              </a:solidFill>
                            </a:rPr>
                            <a:t>S</a:t>
                          </a:r>
                          <a:endParaRPr lang="en-US" sz="1400" dirty="0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576678"/>
                      </a:ext>
                    </a:extLst>
                  </a:tr>
                  <a:tr h="269155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U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5337734"/>
                      </a:ext>
                    </a:extLst>
                  </a:tr>
                  <a:tr h="269155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F</a:t>
                          </a: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U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8961383"/>
                      </a:ext>
                    </a:extLst>
                  </a:tr>
                  <a:tr h="269155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08564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52">
                <a:extLst>
                  <a:ext uri="{FF2B5EF4-FFF2-40B4-BE49-F238E27FC236}">
                    <a16:creationId xmlns:a16="http://schemas.microsoft.com/office/drawing/2014/main" id="{C035FDD5-5975-EFEE-0EC7-864E97F629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6879760"/>
                  </p:ext>
                </p:extLst>
              </p:nvPr>
            </p:nvGraphicFramePr>
            <p:xfrm>
              <a:off x="8124754" y="1879627"/>
              <a:ext cx="720892" cy="1524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6965">
                      <a:extLst>
                        <a:ext uri="{9D8B030D-6E8A-4147-A177-3AD203B41FA5}">
                          <a16:colId xmlns:a16="http://schemas.microsoft.com/office/drawing/2014/main" val="3919644959"/>
                        </a:ext>
                      </a:extLst>
                    </a:gridCol>
                    <a:gridCol w="483927">
                      <a:extLst>
                        <a:ext uri="{9D8B030D-6E8A-4147-A177-3AD203B41FA5}">
                          <a16:colId xmlns:a16="http://schemas.microsoft.com/office/drawing/2014/main" val="337970583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2000" r="-210256" b="-4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Test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48586678"/>
                      </a:ext>
                    </a:extLst>
                  </a:tr>
                  <a:tr h="3048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solidFill>
                                <a:schemeClr val="accent6"/>
                              </a:solidFill>
                            </a:rPr>
                            <a:t>S</a:t>
                          </a:r>
                          <a:endParaRPr lang="en-US" sz="1400" dirty="0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576678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U</a:t>
                          </a: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5337734"/>
                      </a:ext>
                    </a:extLst>
                  </a:tr>
                  <a:tr h="3048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F</a:t>
                          </a: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U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8961383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  <a:endParaRPr lang="en-US" sz="1400" dirty="0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085643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2A24DDD-CA6F-5568-57FE-FB833705B34E}"/>
                  </a:ext>
                </a:extLst>
              </p:cNvPr>
              <p:cNvSpPr txBox="1"/>
              <p:nvPr/>
            </p:nvSpPr>
            <p:spPr>
              <a:xfrm>
                <a:off x="9241811" y="1677247"/>
                <a:ext cx="282359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𝑖𝑛𝑡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corresponds to the verifiable</a:t>
                </a:r>
                <a:br>
                  <a:rPr lang="en-US" sz="1400" dirty="0"/>
                </a:br>
                <a:r>
                  <a:rPr lang="en-US" sz="1400" dirty="0"/>
                  <a:t>part of a statement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2A24DDD-CA6F-5568-57FE-FB833705B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1811" y="1677247"/>
                <a:ext cx="2823593" cy="523220"/>
              </a:xfrm>
              <a:prstGeom prst="rect">
                <a:avLst/>
              </a:prstGeom>
              <a:blipFill>
                <a:blip r:embed="rId4"/>
                <a:stretch>
                  <a:fillRect l="-648" t="-2326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665F6F9-09C8-566A-B551-C157432F5CEF}"/>
                  </a:ext>
                </a:extLst>
              </p:cNvPr>
              <p:cNvSpPr txBox="1"/>
              <p:nvPr/>
            </p:nvSpPr>
            <p:spPr>
              <a:xfrm>
                <a:off x="9241811" y="3138285"/>
                <a:ext cx="28682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𝑒𝑥𝑡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corresponds to the falsifiable</a:t>
                </a:r>
                <a:br>
                  <a:rPr lang="en-US" sz="1400" dirty="0"/>
                </a:br>
                <a:r>
                  <a:rPr lang="en-US" sz="1400" dirty="0"/>
                  <a:t>part of a statement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665F6F9-09C8-566A-B551-C157432F5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1811" y="3138285"/>
                <a:ext cx="2868286" cy="523220"/>
              </a:xfrm>
              <a:prstGeom prst="rect">
                <a:avLst/>
              </a:prstGeom>
              <a:blipFill>
                <a:blip r:embed="rId5"/>
                <a:stretch>
                  <a:fillRect l="-637" t="-2326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8F65CB5-A8EC-8875-68F4-0FE5E0B1D8E6}"/>
                  </a:ext>
                </a:extLst>
              </p:cNvPr>
              <p:cNvSpPr txBox="1"/>
              <p:nvPr/>
            </p:nvSpPr>
            <p:spPr>
              <a:xfrm>
                <a:off x="9241811" y="2435799"/>
                <a:ext cx="275684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400" dirty="0"/>
                  <a:t> corresponds to the undecidable</a:t>
                </a:r>
                <a:br>
                  <a:rPr lang="en-US" sz="1400" dirty="0"/>
                </a:br>
                <a:r>
                  <a:rPr lang="en-US" sz="1400" dirty="0"/>
                  <a:t>part of a statement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8F65CB5-A8EC-8875-68F4-0FE5E0B1D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1811" y="2435799"/>
                <a:ext cx="2756845" cy="523220"/>
              </a:xfrm>
              <a:prstGeom prst="rect">
                <a:avLst/>
              </a:prstGeom>
              <a:blipFill>
                <a:blip r:embed="rId6"/>
                <a:stretch>
                  <a:fillRect l="-664" t="-2353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8293AC9-6D91-807B-FCA9-A2A9761B9075}"/>
              </a:ext>
            </a:extLst>
          </p:cNvPr>
          <p:cNvCxnSpPr>
            <a:endCxn id="25" idx="1"/>
          </p:cNvCxnSpPr>
          <p:nvPr/>
        </p:nvCxnSpPr>
        <p:spPr>
          <a:xfrm flipV="1">
            <a:off x="8761915" y="1938857"/>
            <a:ext cx="479896" cy="384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8501D06-2B49-847C-48ED-080262D41CAB}"/>
              </a:ext>
            </a:extLst>
          </p:cNvPr>
          <p:cNvCxnSpPr>
            <a:endCxn id="27" idx="1"/>
          </p:cNvCxnSpPr>
          <p:nvPr/>
        </p:nvCxnSpPr>
        <p:spPr>
          <a:xfrm flipV="1">
            <a:off x="8761915" y="2697409"/>
            <a:ext cx="479896" cy="115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6D4DF3F-6D20-B5A5-3FA5-F4509934E244}"/>
              </a:ext>
            </a:extLst>
          </p:cNvPr>
          <p:cNvCxnSpPr>
            <a:endCxn id="26" idx="1"/>
          </p:cNvCxnSpPr>
          <p:nvPr/>
        </p:nvCxnSpPr>
        <p:spPr>
          <a:xfrm>
            <a:off x="8761915" y="3219136"/>
            <a:ext cx="479896" cy="180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81BE3E4-32C6-7631-65AB-A973C2904D0C}"/>
              </a:ext>
            </a:extLst>
          </p:cNvPr>
          <p:cNvGrpSpPr/>
          <p:nvPr/>
        </p:nvGrpSpPr>
        <p:grpSpPr>
          <a:xfrm>
            <a:off x="700790" y="4347858"/>
            <a:ext cx="3208184" cy="1479650"/>
            <a:chOff x="608166" y="1348615"/>
            <a:chExt cx="7780826" cy="3588603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128CBCB0-3AC5-2BB5-437C-A8EA9A99981E}"/>
                </a:ext>
              </a:extLst>
            </p:cNvPr>
            <p:cNvGrpSpPr/>
            <p:nvPr/>
          </p:nvGrpSpPr>
          <p:grpSpPr>
            <a:xfrm>
              <a:off x="1001222" y="3472140"/>
              <a:ext cx="6797787" cy="1465078"/>
              <a:chOff x="2212388" y="3872190"/>
              <a:chExt cx="6797787" cy="1465078"/>
            </a:xfrm>
          </p:grpSpPr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FF91F03D-8ED9-5290-4FB3-050FB27EF91E}"/>
                  </a:ext>
                </a:extLst>
              </p:cNvPr>
              <p:cNvGrpSpPr/>
              <p:nvPr/>
            </p:nvGrpSpPr>
            <p:grpSpPr>
              <a:xfrm>
                <a:off x="7267876" y="3872190"/>
                <a:ext cx="1742299" cy="1465078"/>
                <a:chOff x="7120424" y="4399613"/>
                <a:chExt cx="1742299" cy="1465078"/>
              </a:xfrm>
            </p:grpSpPr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0AFEF7A7-CB16-3020-4507-49C941F8D024}"/>
                    </a:ext>
                  </a:extLst>
                </p:cNvPr>
                <p:cNvSpPr/>
                <p:nvPr/>
              </p:nvSpPr>
              <p:spPr>
                <a:xfrm>
                  <a:off x="7120424" y="4399613"/>
                  <a:ext cx="1742299" cy="1465078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7329EEDD-B178-C916-46C4-1CFBF20CB185}"/>
                    </a:ext>
                  </a:extLst>
                </p:cNvPr>
                <p:cNvSpPr/>
                <p:nvPr/>
              </p:nvSpPr>
              <p:spPr>
                <a:xfrm>
                  <a:off x="8325626" y="4896076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A50C83C0-1540-68C3-4810-54F7D2D0D5E9}"/>
                    </a:ext>
                  </a:extLst>
                </p:cNvPr>
                <p:cNvSpPr/>
                <p:nvPr/>
              </p:nvSpPr>
              <p:spPr>
                <a:xfrm>
                  <a:off x="7407281" y="5122389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C7D6250B-587F-8A12-0F50-6ACB95B8A868}"/>
                    </a:ext>
                  </a:extLst>
                </p:cNvPr>
                <p:cNvSpPr/>
                <p:nvPr/>
              </p:nvSpPr>
              <p:spPr>
                <a:xfrm>
                  <a:off x="8090010" y="5489145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97102371-3B99-14A5-797D-9BFBD3172C83}"/>
                    </a:ext>
                  </a:extLst>
                </p:cNvPr>
                <p:cNvSpPr/>
                <p:nvPr/>
              </p:nvSpPr>
              <p:spPr>
                <a:xfrm>
                  <a:off x="7930758" y="5202059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ADBA71FE-AC0C-2635-0034-BE9FEF5DE870}"/>
                    </a:ext>
                  </a:extLst>
                </p:cNvPr>
                <p:cNvSpPr/>
                <p:nvPr/>
              </p:nvSpPr>
              <p:spPr>
                <a:xfrm>
                  <a:off x="7683115" y="4725385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E68F96B7-94CB-13E5-40CA-CEF1CB53D5F8}"/>
                  </a:ext>
                </a:extLst>
              </p:cNvPr>
              <p:cNvGrpSpPr/>
              <p:nvPr/>
            </p:nvGrpSpPr>
            <p:grpSpPr>
              <a:xfrm>
                <a:off x="2212388" y="3872190"/>
                <a:ext cx="1742299" cy="1465078"/>
                <a:chOff x="1936220" y="4385306"/>
                <a:chExt cx="1742299" cy="1465078"/>
              </a:xfrm>
            </p:grpSpPr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CDDE4FD7-2502-95AB-17B8-96012072EEA9}"/>
                    </a:ext>
                  </a:extLst>
                </p:cNvPr>
                <p:cNvSpPr/>
                <p:nvPr/>
              </p:nvSpPr>
              <p:spPr>
                <a:xfrm>
                  <a:off x="1936220" y="4385306"/>
                  <a:ext cx="1742299" cy="1465078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E325459F-67C0-08EC-9DD5-2E73AE33A4D2}"/>
                    </a:ext>
                  </a:extLst>
                </p:cNvPr>
                <p:cNvSpPr/>
                <p:nvPr/>
              </p:nvSpPr>
              <p:spPr>
                <a:xfrm>
                  <a:off x="3141422" y="4881769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080648CF-28B3-8BF2-3D6A-8B4A8B360CAB}"/>
                    </a:ext>
                  </a:extLst>
                </p:cNvPr>
                <p:cNvSpPr/>
                <p:nvPr/>
              </p:nvSpPr>
              <p:spPr>
                <a:xfrm>
                  <a:off x="2199116" y="5217137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22F6C463-744B-8134-807C-254B031D2A91}"/>
                    </a:ext>
                  </a:extLst>
                </p:cNvPr>
                <p:cNvSpPr/>
                <p:nvPr/>
              </p:nvSpPr>
              <p:spPr>
                <a:xfrm>
                  <a:off x="3296784" y="5217138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CD52201A-47A3-8E9D-456E-AF3B1E6E5423}"/>
                    </a:ext>
                  </a:extLst>
                </p:cNvPr>
                <p:cNvSpPr/>
                <p:nvPr/>
              </p:nvSpPr>
              <p:spPr>
                <a:xfrm>
                  <a:off x="2552536" y="5489146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384B31B4-1F31-BB83-D201-CAA709CDEAC1}"/>
                    </a:ext>
                  </a:extLst>
                </p:cNvPr>
                <p:cNvSpPr/>
                <p:nvPr/>
              </p:nvSpPr>
              <p:spPr>
                <a:xfrm>
                  <a:off x="2727129" y="5043214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0E0B67EB-6CFF-9D6A-81BF-488E3CD61731}"/>
                    </a:ext>
                  </a:extLst>
                </p:cNvPr>
                <p:cNvSpPr/>
                <p:nvPr/>
              </p:nvSpPr>
              <p:spPr>
                <a:xfrm>
                  <a:off x="3012901" y="5453636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64EBA014-4191-E16A-C2BA-02D1B3D3E6DA}"/>
                    </a:ext>
                  </a:extLst>
                </p:cNvPr>
                <p:cNvSpPr/>
                <p:nvPr/>
              </p:nvSpPr>
              <p:spPr>
                <a:xfrm>
                  <a:off x="2790957" y="4616737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F2E2F535-4BB2-FE7E-F98B-F3DEC1194501}"/>
                    </a:ext>
                  </a:extLst>
                </p:cNvPr>
                <p:cNvSpPr/>
                <p:nvPr/>
              </p:nvSpPr>
              <p:spPr>
                <a:xfrm>
                  <a:off x="2262534" y="4820790"/>
                  <a:ext cx="71021" cy="7102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C3F25802-2DD6-F75E-E0FB-900AB38183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17590" y="4307674"/>
                <a:ext cx="4386514" cy="651658"/>
              </a:xfrm>
              <a:prstGeom prst="line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13B1D585-2DC1-67DC-6755-02197B2E4A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38146" y="4230631"/>
                <a:ext cx="4608740" cy="331424"/>
              </a:xfrm>
              <a:prstGeom prst="line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F0953172-7C74-B010-C202-1095FC3278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76933" y="4146006"/>
                <a:ext cx="4293715" cy="484470"/>
              </a:xfrm>
              <a:prstGeom prst="line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B2A0C46-8499-8A53-EC91-27DF95319E11}"/>
                </a:ext>
              </a:extLst>
            </p:cNvPr>
            <p:cNvGrpSpPr/>
            <p:nvPr/>
          </p:nvGrpSpPr>
          <p:grpSpPr>
            <a:xfrm>
              <a:off x="608166" y="1348615"/>
              <a:ext cx="2715202" cy="1605910"/>
              <a:chOff x="1085238" y="2632678"/>
              <a:chExt cx="2715202" cy="1605910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5F4C09F5-A478-DB7E-E471-76ABA6FB07F6}"/>
                  </a:ext>
                </a:extLst>
              </p:cNvPr>
              <p:cNvSpPr/>
              <p:nvPr/>
            </p:nvSpPr>
            <p:spPr>
              <a:xfrm>
                <a:off x="1085238" y="2632678"/>
                <a:ext cx="2715202" cy="160591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52A20C9F-9BBD-5EEA-9AF0-A2FEC78CC4F6}"/>
                  </a:ext>
                </a:extLst>
              </p:cNvPr>
              <p:cNvSpPr/>
              <p:nvPr/>
            </p:nvSpPr>
            <p:spPr>
              <a:xfrm>
                <a:off x="2320031" y="3032652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8B7761D8-48D9-78BB-2693-E29489C2CA22}"/>
                  </a:ext>
                </a:extLst>
              </p:cNvPr>
              <p:cNvSpPr/>
              <p:nvPr/>
            </p:nvSpPr>
            <p:spPr>
              <a:xfrm>
                <a:off x="1305017" y="3464510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8130BA5B-25FF-9BEB-4825-7C0F5EB9C089}"/>
                  </a:ext>
                </a:extLst>
              </p:cNvPr>
              <p:cNvSpPr/>
              <p:nvPr/>
            </p:nvSpPr>
            <p:spPr>
              <a:xfrm>
                <a:off x="2756516" y="3343681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84856393-C43C-BC63-75B0-F23BE141D228}"/>
                  </a:ext>
                </a:extLst>
              </p:cNvPr>
              <p:cNvSpPr/>
              <p:nvPr/>
            </p:nvSpPr>
            <p:spPr>
              <a:xfrm>
                <a:off x="2756517" y="3831212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1A6385DA-D35C-80D8-0FB5-4782D235FAAE}"/>
                  </a:ext>
                </a:extLst>
              </p:cNvPr>
              <p:cNvSpPr/>
              <p:nvPr/>
            </p:nvSpPr>
            <p:spPr>
              <a:xfrm>
                <a:off x="2251969" y="3548607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FE91743C-9682-C50D-DDF8-2EF4351B2110}"/>
                  </a:ext>
                </a:extLst>
              </p:cNvPr>
              <p:cNvSpPr/>
              <p:nvPr/>
            </p:nvSpPr>
            <p:spPr>
              <a:xfrm>
                <a:off x="1747421" y="3629987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653DDF99-6CC6-91D2-9773-58AA80F2A12D}"/>
                  </a:ext>
                </a:extLst>
              </p:cNvPr>
              <p:cNvSpPr/>
              <p:nvPr/>
            </p:nvSpPr>
            <p:spPr>
              <a:xfrm>
                <a:off x="1876147" y="3290586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51EB340B-631A-6DAD-C730-A123D3BD8B19}"/>
                  </a:ext>
                </a:extLst>
              </p:cNvPr>
              <p:cNvSpPr/>
              <p:nvPr/>
            </p:nvSpPr>
            <p:spPr>
              <a:xfrm>
                <a:off x="3016932" y="2961631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7E9D3FF9-E933-DC1B-85F5-715564AAB273}"/>
                  </a:ext>
                </a:extLst>
              </p:cNvPr>
              <p:cNvSpPr/>
              <p:nvPr/>
            </p:nvSpPr>
            <p:spPr>
              <a:xfrm>
                <a:off x="2243091" y="3928412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092C022D-3ABB-7CF2-A891-1FD5AFF3CB86}"/>
                  </a:ext>
                </a:extLst>
              </p:cNvPr>
              <p:cNvSpPr/>
              <p:nvPr/>
            </p:nvSpPr>
            <p:spPr>
              <a:xfrm>
                <a:off x="1845078" y="2961632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5A4D65CF-4650-3E71-42E6-A0407CB81019}"/>
                  </a:ext>
                </a:extLst>
              </p:cNvPr>
              <p:cNvSpPr/>
              <p:nvPr/>
            </p:nvSpPr>
            <p:spPr>
              <a:xfrm>
                <a:off x="2562690" y="2812467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1590E737-36D3-F06E-4224-D9B35B54A411}"/>
                  </a:ext>
                </a:extLst>
              </p:cNvPr>
              <p:cNvSpPr/>
              <p:nvPr/>
            </p:nvSpPr>
            <p:spPr>
              <a:xfrm>
                <a:off x="3087953" y="3733006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92E70E0C-A1EC-6827-6E6E-810AD236025B}"/>
                  </a:ext>
                </a:extLst>
              </p:cNvPr>
              <p:cNvSpPr/>
              <p:nvPr/>
            </p:nvSpPr>
            <p:spPr>
              <a:xfrm>
                <a:off x="3435660" y="3429000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E642B167-4306-A84B-ADFA-6970B09375E2}"/>
                  </a:ext>
                </a:extLst>
              </p:cNvPr>
              <p:cNvSpPr/>
              <p:nvPr/>
            </p:nvSpPr>
            <p:spPr>
              <a:xfrm>
                <a:off x="1457419" y="3103673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C687185-06A2-DBCA-2396-4EEA5E9C998B}"/>
                </a:ext>
              </a:extLst>
            </p:cNvPr>
            <p:cNvGrpSpPr/>
            <p:nvPr/>
          </p:nvGrpSpPr>
          <p:grpSpPr>
            <a:xfrm>
              <a:off x="5673790" y="1372812"/>
              <a:ext cx="2715202" cy="1605910"/>
              <a:chOff x="1085238" y="2632678"/>
              <a:chExt cx="2715202" cy="1605910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FC286482-93E4-F196-246F-CAEE2AA99674}"/>
                  </a:ext>
                </a:extLst>
              </p:cNvPr>
              <p:cNvSpPr/>
              <p:nvPr/>
            </p:nvSpPr>
            <p:spPr>
              <a:xfrm>
                <a:off x="1085238" y="2632678"/>
                <a:ext cx="2715202" cy="160591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A19BDC1C-AE11-E163-F6DB-29B6D1ED0765}"/>
                  </a:ext>
                </a:extLst>
              </p:cNvPr>
              <p:cNvSpPr/>
              <p:nvPr/>
            </p:nvSpPr>
            <p:spPr>
              <a:xfrm>
                <a:off x="2756516" y="3343681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DC8C13CA-6FC2-CD2C-070B-A5FBE58644D5}"/>
                  </a:ext>
                </a:extLst>
              </p:cNvPr>
              <p:cNvSpPr/>
              <p:nvPr/>
            </p:nvSpPr>
            <p:spPr>
              <a:xfrm>
                <a:off x="1747421" y="3629987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53EC28B2-3278-BFF7-4700-6E80D0E57827}"/>
                  </a:ext>
                </a:extLst>
              </p:cNvPr>
              <p:cNvSpPr/>
              <p:nvPr/>
            </p:nvSpPr>
            <p:spPr>
              <a:xfrm>
                <a:off x="2243091" y="3928412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7445AA04-A647-7EA5-B31C-F6F8A498653C}"/>
                  </a:ext>
                </a:extLst>
              </p:cNvPr>
              <p:cNvSpPr/>
              <p:nvPr/>
            </p:nvSpPr>
            <p:spPr>
              <a:xfrm>
                <a:off x="1845078" y="2961632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5ADF643F-11A4-8A17-04E2-4908BCD1A024}"/>
                  </a:ext>
                </a:extLst>
              </p:cNvPr>
              <p:cNvSpPr/>
              <p:nvPr/>
            </p:nvSpPr>
            <p:spPr>
              <a:xfrm>
                <a:off x="2562690" y="2812467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865112B1-BA4F-81F1-82F9-7ED8E2E028EE}"/>
                  </a:ext>
                </a:extLst>
              </p:cNvPr>
              <p:cNvSpPr/>
              <p:nvPr/>
            </p:nvSpPr>
            <p:spPr>
              <a:xfrm>
                <a:off x="3435660" y="3429000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5939991D-0A75-29C0-47C3-8031D0B97179}"/>
                  </a:ext>
                </a:extLst>
              </p:cNvPr>
              <p:cNvSpPr/>
              <p:nvPr/>
            </p:nvSpPr>
            <p:spPr>
              <a:xfrm>
                <a:off x="1457419" y="3103673"/>
                <a:ext cx="71021" cy="7102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B06F125-4213-7F3C-85AE-C9286AA865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9858" y="1879854"/>
              <a:ext cx="3590544" cy="201169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A5744A5-A9DA-3BF7-7DCD-D1A67772B997}"/>
                </a:ext>
              </a:extLst>
            </p:cNvPr>
            <p:cNvCxnSpPr>
              <a:cxnSpLocks/>
            </p:cNvCxnSpPr>
            <p:nvPr/>
          </p:nvCxnSpPr>
          <p:spPr>
            <a:xfrm>
              <a:off x="1885602" y="2306574"/>
              <a:ext cx="4401312" cy="9144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C9C3821-14B1-BE32-232B-A4B6A1A18C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8706" y="2130639"/>
              <a:ext cx="4163206" cy="47919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D585665-EA5E-749D-9E10-57152B02E299}"/>
                </a:ext>
              </a:extLst>
            </p:cNvPr>
            <p:cNvGrpSpPr/>
            <p:nvPr/>
          </p:nvGrpSpPr>
          <p:grpSpPr>
            <a:xfrm>
              <a:off x="1695844" y="2391071"/>
              <a:ext cx="5061844" cy="2370621"/>
              <a:chOff x="2907010" y="2791121"/>
              <a:chExt cx="5061844" cy="2370621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5664F248-F7BE-E75A-55A6-6819C9965110}"/>
                  </a:ext>
                </a:extLst>
              </p:cNvPr>
              <p:cNvSpPr/>
              <p:nvPr/>
            </p:nvSpPr>
            <p:spPr>
              <a:xfrm rot="1485908">
                <a:off x="7508722" y="4044552"/>
                <a:ext cx="460132" cy="869557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E14EF44A-512C-BD0A-F932-B216ECD11A13}"/>
                  </a:ext>
                </a:extLst>
              </p:cNvPr>
              <p:cNvSpPr/>
              <p:nvPr/>
            </p:nvSpPr>
            <p:spPr>
              <a:xfrm rot="20779759">
                <a:off x="2907010" y="4013557"/>
                <a:ext cx="517041" cy="1148185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92CE348D-DDE2-67E2-BA59-F559D273CC0A}"/>
                  </a:ext>
                </a:extLst>
              </p:cNvPr>
              <p:cNvCxnSpPr/>
              <p:nvPr/>
            </p:nvCxnSpPr>
            <p:spPr>
              <a:xfrm>
                <a:off x="7618160" y="2920014"/>
                <a:ext cx="212407" cy="1068148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BC00EAB7-CF30-59DA-5935-70F54BAC0210}"/>
                  </a:ext>
                </a:extLst>
              </p:cNvPr>
              <p:cNvCxnSpPr/>
              <p:nvPr/>
            </p:nvCxnSpPr>
            <p:spPr>
              <a:xfrm>
                <a:off x="3048206" y="2791121"/>
                <a:ext cx="8878" cy="1197041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C9955E5-AE51-F4F5-67EF-0C87A9AB7BD3}"/>
                  </a:ext>
                </a:extLst>
              </p:cNvPr>
              <p:cNvSpPr txBox="1"/>
              <p:nvPr/>
            </p:nvSpPr>
            <p:spPr>
              <a:xfrm>
                <a:off x="283874" y="3929648"/>
                <a:ext cx="42667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5"/>
                    </a:solidFill>
                  </a:rPr>
                  <a:t>Inference relationship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𝓇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sz="1400" dirty="0"/>
                  <a:t> such that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𝓇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C9955E5-AE51-F4F5-67EF-0C87A9AB7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74" y="3929648"/>
                <a:ext cx="4266745" cy="307777"/>
              </a:xfrm>
              <a:prstGeom prst="rect">
                <a:avLst/>
              </a:prstGeom>
              <a:blipFill>
                <a:blip r:embed="rId7"/>
                <a:stretch>
                  <a:fillRect l="-429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DDF9BE5-E948-05F3-66B8-4BC4117F5E29}"/>
                  </a:ext>
                </a:extLst>
              </p:cNvPr>
              <p:cNvSpPr txBox="1"/>
              <p:nvPr/>
            </p:nvSpPr>
            <p:spPr>
              <a:xfrm>
                <a:off x="700790" y="5944040"/>
                <a:ext cx="37599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6"/>
                    </a:solidFill>
                  </a:rPr>
                  <a:t>Causal relationship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1400" dirty="0"/>
                  <a:t> such that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DDF9BE5-E948-05F3-66B8-4BC4117F5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90" y="5944040"/>
                <a:ext cx="3759940" cy="307777"/>
              </a:xfrm>
              <a:prstGeom prst="rect">
                <a:avLst/>
              </a:prstGeom>
              <a:blipFill>
                <a:blip r:embed="rId8"/>
                <a:stretch>
                  <a:fillRect l="-486" t="-3922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20643C30-9DCB-B8E9-60B4-38E7034052ED}"/>
              </a:ext>
            </a:extLst>
          </p:cNvPr>
          <p:cNvSpPr txBox="1"/>
          <p:nvPr/>
        </p:nvSpPr>
        <p:spPr>
          <a:xfrm>
            <a:off x="4993439" y="5725661"/>
            <a:ext cx="39127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Experimental relationships must be</a:t>
            </a:r>
            <a:br>
              <a:rPr lang="en-US" sz="2000" dirty="0"/>
            </a:br>
            <a:r>
              <a:rPr lang="en-US" sz="2000" dirty="0"/>
              <a:t>topologically continuous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623782F0-23B1-921F-7CDB-1F7E05775F66}"/>
                  </a:ext>
                </a:extLst>
              </p:cNvPr>
              <p:cNvSpPr txBox="1"/>
              <p:nvPr/>
            </p:nvSpPr>
            <p:spPr>
              <a:xfrm>
                <a:off x="4789727" y="4553766"/>
                <a:ext cx="4063100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Experimental verifiability</a:t>
                </a:r>
                <a:b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topology and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-algebra</a:t>
                </a: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623782F0-23B1-921F-7CDB-1F7E05775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27" y="4553766"/>
                <a:ext cx="4063100" cy="954107"/>
              </a:xfrm>
              <a:prstGeom prst="rect">
                <a:avLst/>
              </a:prstGeom>
              <a:blipFill>
                <a:blip r:embed="rId9"/>
                <a:stretch>
                  <a:fillRect l="-901" t="-5732" r="-2553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0A4A71-7877-D648-78B9-F24D7A207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</p:spTree>
    <p:extLst>
      <p:ext uri="{BB962C8B-B14F-4D97-AF65-F5344CB8AC3E}">
        <p14:creationId xmlns:p14="http://schemas.microsoft.com/office/powerpoint/2010/main" val="23695511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00DF866-B7F6-60EF-5DD5-2D593B56A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BC00AF-C01E-B2F9-4237-3CFB8B504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38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A3CC88D-A4C0-CAD7-DB52-B3FEC6B36270}"/>
              </a:ext>
            </a:extLst>
          </p:cNvPr>
          <p:cNvGrpSpPr/>
          <p:nvPr/>
        </p:nvGrpSpPr>
        <p:grpSpPr>
          <a:xfrm>
            <a:off x="7375910" y="2052396"/>
            <a:ext cx="4720176" cy="1727698"/>
            <a:chOff x="777893" y="211253"/>
            <a:chExt cx="4720176" cy="172769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3C25297-3157-6D77-CAFD-CEF01CF2C37F}"/>
                </a:ext>
              </a:extLst>
            </p:cNvPr>
            <p:cNvSpPr txBox="1"/>
            <p:nvPr/>
          </p:nvSpPr>
          <p:spPr>
            <a:xfrm>
              <a:off x="1365399" y="211253"/>
              <a:ext cx="3219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Space of coin tossers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F3A5CCC-BBBD-A751-2231-F2C37E143AB7}"/>
                </a:ext>
              </a:extLst>
            </p:cNvPr>
            <p:cNvCxnSpPr/>
            <p:nvPr/>
          </p:nvCxnSpPr>
          <p:spPr>
            <a:xfrm>
              <a:off x="1691220" y="1615786"/>
              <a:ext cx="275371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851ABE2-17AB-791A-6343-AFD0B3ED13BD}"/>
                </a:ext>
              </a:extLst>
            </p:cNvPr>
            <p:cNvSpPr txBox="1"/>
            <p:nvPr/>
          </p:nvSpPr>
          <p:spPr>
            <a:xfrm>
              <a:off x="4584742" y="1292620"/>
              <a:ext cx="91332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H: 0%</a:t>
              </a:r>
              <a:br>
                <a:rPr lang="en-US" dirty="0"/>
              </a:br>
              <a:r>
                <a:rPr lang="en-US" dirty="0"/>
                <a:t>T: 100%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EE04BC-4533-9C85-23E8-2265C3BD2F34}"/>
                </a:ext>
              </a:extLst>
            </p:cNvPr>
            <p:cNvSpPr txBox="1"/>
            <p:nvPr/>
          </p:nvSpPr>
          <p:spPr>
            <a:xfrm>
              <a:off x="777893" y="1292620"/>
              <a:ext cx="96051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H: 100%</a:t>
              </a:r>
              <a:br>
                <a:rPr lang="en-US" dirty="0"/>
              </a:br>
              <a:r>
                <a:rPr lang="en-US" dirty="0"/>
                <a:t>T: 0%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7F9F3A-49FE-730C-D752-354F48DBF379}"/>
                </a:ext>
              </a:extLst>
            </p:cNvPr>
            <p:cNvSpPr txBox="1"/>
            <p:nvPr/>
          </p:nvSpPr>
          <p:spPr>
            <a:xfrm>
              <a:off x="2587815" y="807872"/>
              <a:ext cx="8435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H: 50%</a:t>
              </a:r>
              <a:br>
                <a:rPr lang="en-US" dirty="0"/>
              </a:br>
              <a:r>
                <a:rPr lang="en-US" dirty="0"/>
                <a:t>T: 50%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E92CFF0-C4CD-635F-3B3A-D90D36A8DABF}"/>
                </a:ext>
              </a:extLst>
            </p:cNvPr>
            <p:cNvCxnSpPr/>
            <p:nvPr/>
          </p:nvCxnSpPr>
          <p:spPr>
            <a:xfrm>
              <a:off x="3068075" y="1510681"/>
              <a:ext cx="0" cy="21020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B036210-4CA1-C97E-A37B-3B10D99D139B}"/>
              </a:ext>
            </a:extLst>
          </p:cNvPr>
          <p:cNvSpPr txBox="1"/>
          <p:nvPr/>
        </p:nvSpPr>
        <p:spPr>
          <a:xfrm>
            <a:off x="468389" y="3176089"/>
            <a:ext cx="33885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coin is PERFECTLY fair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DD0DCC-6132-7676-7CB6-77B2EE0BBE39}"/>
              </a:ext>
            </a:extLst>
          </p:cNvPr>
          <p:cNvSpPr txBox="1"/>
          <p:nvPr/>
        </p:nvSpPr>
        <p:spPr>
          <a:xfrm>
            <a:off x="468389" y="4178807"/>
            <a:ext cx="56550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 have no idea about the fairness of the coin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0C5B395-5E39-377C-6CCB-E1FA5827D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74" y="966743"/>
            <a:ext cx="7087574" cy="138147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4CB2F92-D5D0-4F29-70A8-51F55B0F1F1F}"/>
              </a:ext>
            </a:extLst>
          </p:cNvPr>
          <p:cNvSpPr txBox="1"/>
          <p:nvPr/>
        </p:nvSpPr>
        <p:spPr>
          <a:xfrm>
            <a:off x="2262217" y="2460354"/>
            <a:ext cx="60948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“Logic of Belief Revision,” §10.1, Stanford Encyclopedia of Philosophy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CDFED6-1C95-1EDE-602B-FC4CABDA0C4F}"/>
              </a:ext>
            </a:extLst>
          </p:cNvPr>
          <p:cNvSpPr txBox="1"/>
          <p:nvPr/>
        </p:nvSpPr>
        <p:spPr>
          <a:xfrm>
            <a:off x="372794" y="265728"/>
            <a:ext cx="5287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The problem with Bayesianism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14E79A-8B1C-3973-E757-B2198DD245C0}"/>
              </a:ext>
            </a:extLst>
          </p:cNvPr>
          <p:cNvSpPr txBox="1"/>
          <p:nvPr/>
        </p:nvSpPr>
        <p:spPr>
          <a:xfrm>
            <a:off x="8294210" y="343510"/>
            <a:ext cx="34702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This does not work!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BE782B-BA2C-8E25-822D-E081EAB9159A}"/>
                  </a:ext>
                </a:extLst>
              </p:cNvPr>
              <p:cNvSpPr txBox="1"/>
              <p:nvPr/>
            </p:nvSpPr>
            <p:spPr>
              <a:xfrm>
                <a:off x="4261354" y="3114534"/>
                <a:ext cx="18505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sz="2800" dirty="0"/>
                  <a:t>H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)=0.5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BE782B-BA2C-8E25-822D-E081EAB91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1354" y="3114534"/>
                <a:ext cx="1850507" cy="523220"/>
              </a:xfrm>
              <a:prstGeom prst="rect">
                <a:avLst/>
              </a:prstGeom>
              <a:blipFill>
                <a:blip r:embed="rId3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1028797-81FC-923D-E130-7806B0B296AD}"/>
                  </a:ext>
                </a:extLst>
              </p:cNvPr>
              <p:cNvSpPr txBox="1"/>
              <p:nvPr/>
            </p:nvSpPr>
            <p:spPr>
              <a:xfrm>
                <a:off x="4261354" y="4840032"/>
                <a:ext cx="205729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sz="2800" dirty="0"/>
                  <a:t>H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)∈[0,1]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1028797-81FC-923D-E130-7806B0B29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1354" y="4840032"/>
                <a:ext cx="2057294" cy="523220"/>
              </a:xfrm>
              <a:prstGeom prst="rect">
                <a:avLst/>
              </a:prstGeom>
              <a:blipFill>
                <a:blip r:embed="rId4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082966F-B7A8-8066-60A0-C548F2CBC22C}"/>
                  </a:ext>
                </a:extLst>
              </p:cNvPr>
              <p:cNvSpPr txBox="1"/>
              <p:nvPr/>
            </p:nvSpPr>
            <p:spPr>
              <a:xfrm>
                <a:off x="1336963" y="4861836"/>
                <a:ext cx="18505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sz="2800" dirty="0"/>
                  <a:t>H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)=0.5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082966F-B7A8-8066-60A0-C548F2CBC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963" y="4861836"/>
                <a:ext cx="1850507" cy="523220"/>
              </a:xfrm>
              <a:prstGeom prst="rect">
                <a:avLst/>
              </a:prstGeom>
              <a:blipFill>
                <a:blip r:embed="rId5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212CE6E5-9654-9E44-300E-A4CE249FD7BB}"/>
              </a:ext>
            </a:extLst>
          </p:cNvPr>
          <p:cNvGrpSpPr/>
          <p:nvPr/>
        </p:nvGrpSpPr>
        <p:grpSpPr>
          <a:xfrm>
            <a:off x="1288864" y="4835782"/>
            <a:ext cx="1850507" cy="575328"/>
            <a:chOff x="1749137" y="477590"/>
            <a:chExt cx="1620982" cy="613064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724A69D-3721-1511-BAA4-B089BE6101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137" y="477590"/>
              <a:ext cx="1620982" cy="61306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DF93F67-AF01-0E4F-788E-8F9C25A2502C}"/>
                </a:ext>
              </a:extLst>
            </p:cNvPr>
            <p:cNvCxnSpPr>
              <a:cxnSpLocks/>
            </p:cNvCxnSpPr>
            <p:nvPr/>
          </p:nvCxnSpPr>
          <p:spPr>
            <a:xfrm>
              <a:off x="1749137" y="477590"/>
              <a:ext cx="1620982" cy="61306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E82377F-3DF1-4F5B-D30C-5322A739D77E}"/>
              </a:ext>
            </a:extLst>
          </p:cNvPr>
          <p:cNvCxnSpPr/>
          <p:nvPr/>
        </p:nvCxnSpPr>
        <p:spPr>
          <a:xfrm flipH="1">
            <a:off x="6386732" y="4438357"/>
            <a:ext cx="787791" cy="4783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C16F93D-898F-4B42-4D01-6E7CB39CA533}"/>
              </a:ext>
            </a:extLst>
          </p:cNvPr>
          <p:cNvSpPr txBox="1"/>
          <p:nvPr/>
        </p:nvSpPr>
        <p:spPr>
          <a:xfrm>
            <a:off x="6506307" y="4097863"/>
            <a:ext cx="2164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Imprecise probability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A321D6-DD6D-CF96-AEB1-C782B62560BD}"/>
              </a:ext>
            </a:extLst>
          </p:cNvPr>
          <p:cNvSpPr txBox="1"/>
          <p:nvPr/>
        </p:nvSpPr>
        <p:spPr>
          <a:xfrm>
            <a:off x="2067952" y="5705151"/>
            <a:ext cx="6942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Merging topology with imprecise probability is likely the only way to make probabilistic inference work in the continuum</a:t>
            </a:r>
          </a:p>
        </p:txBody>
      </p:sp>
    </p:spTree>
    <p:extLst>
      <p:ext uri="{BB962C8B-B14F-4D97-AF65-F5344CB8AC3E}">
        <p14:creationId xmlns:p14="http://schemas.microsoft.com/office/powerpoint/2010/main" val="3388851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21" grpId="0"/>
      <p:bldP spid="22" grpId="0"/>
      <p:bldP spid="23" grpId="0"/>
      <p:bldP spid="24" grpId="0"/>
      <p:bldP spid="30" grpId="0"/>
      <p:bldP spid="3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B20D09E-6F2A-F244-67B3-499969831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241006-6ABD-544E-C7BB-BB91B4DCA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39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E61889-C16C-7C7D-9296-4DBDF49EB2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5578"/>
          <a:stretch/>
        </p:blipFill>
        <p:spPr>
          <a:xfrm>
            <a:off x="161366" y="1408957"/>
            <a:ext cx="6692929" cy="30400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B041F5-B412-F40B-3319-109B246EF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65" y="186298"/>
            <a:ext cx="6692930" cy="10126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8EB73E-98C4-2D4D-81B2-EC61E6A65235}"/>
              </a:ext>
            </a:extLst>
          </p:cNvPr>
          <p:cNvSpPr txBox="1"/>
          <p:nvPr/>
        </p:nvSpPr>
        <p:spPr>
          <a:xfrm>
            <a:off x="7209761" y="466137"/>
            <a:ext cx="48863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Ensembles can be mixed, and the mixing operation must preserve experimental verifiability (i.e. topologically continuous)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7EC6AE1-6AAA-AAF1-1935-DC1F2FAB34B4}"/>
              </a:ext>
            </a:extLst>
          </p:cNvPr>
          <p:cNvGrpSpPr/>
          <p:nvPr/>
        </p:nvGrpSpPr>
        <p:grpSpPr>
          <a:xfrm>
            <a:off x="7655950" y="1946988"/>
            <a:ext cx="3625215" cy="1963992"/>
            <a:chOff x="558800" y="1781390"/>
            <a:chExt cx="3625215" cy="19639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236F2F3A-BAD3-534E-1C03-283AE138F6AD}"/>
                    </a:ext>
                  </a:extLst>
                </p:cNvPr>
                <p:cNvSpPr/>
                <p:nvPr/>
              </p:nvSpPr>
              <p:spPr>
                <a:xfrm>
                  <a:off x="690880" y="1983193"/>
                  <a:ext cx="711200" cy="6604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236F2F3A-BAD3-534E-1C03-283AE138F6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880" y="1983193"/>
                  <a:ext cx="711200" cy="6604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A3A623B-BAEE-A8D9-0B25-863427A3EBA7}"/>
                    </a:ext>
                  </a:extLst>
                </p:cNvPr>
                <p:cNvSpPr/>
                <p:nvPr/>
              </p:nvSpPr>
              <p:spPr>
                <a:xfrm>
                  <a:off x="690880" y="2954221"/>
                  <a:ext cx="711200" cy="6604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A3A623B-BAEE-A8D9-0B25-863427A3EBA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880" y="2954221"/>
                  <a:ext cx="711200" cy="6604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78B3216-5882-0C6E-E7ED-AA9EC01A10A1}"/>
                </a:ext>
              </a:extLst>
            </p:cNvPr>
            <p:cNvSpPr/>
            <p:nvPr/>
          </p:nvSpPr>
          <p:spPr>
            <a:xfrm>
              <a:off x="558800" y="1845715"/>
              <a:ext cx="2105978" cy="1899667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41E9817-708A-D264-F7FB-8E7B1DFC16EB}"/>
                </a:ext>
              </a:extLst>
            </p:cNvPr>
            <p:cNvCxnSpPr>
              <a:cxnSpLocks/>
            </p:cNvCxnSpPr>
            <p:nvPr/>
          </p:nvCxnSpPr>
          <p:spPr>
            <a:xfrm>
              <a:off x="1461770" y="2313393"/>
              <a:ext cx="552636" cy="330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28BB098-32CB-339E-2FEF-AA660D0D27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9201" y="2886689"/>
              <a:ext cx="555205" cy="3919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356F03E-6047-A0C1-C45A-071F98AE7084}"/>
                </a:ext>
              </a:extLst>
            </p:cNvPr>
            <p:cNvGrpSpPr/>
            <p:nvPr/>
          </p:nvGrpSpPr>
          <p:grpSpPr>
            <a:xfrm>
              <a:off x="2039313" y="2596687"/>
              <a:ext cx="436017" cy="371316"/>
              <a:chOff x="2620499" y="4833143"/>
              <a:chExt cx="436017" cy="371316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166F5841-BF13-BD43-B34B-8BAD32F6CED6}"/>
                  </a:ext>
                </a:extLst>
              </p:cNvPr>
              <p:cNvSpPr/>
              <p:nvPr/>
            </p:nvSpPr>
            <p:spPr>
              <a:xfrm>
                <a:off x="2662239" y="4861561"/>
                <a:ext cx="342898" cy="34289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B01456C6-0C98-AD0B-1893-0918DCBA26F0}"/>
                      </a:ext>
                    </a:extLst>
                  </p:cNvPr>
                  <p:cNvSpPr txBox="1"/>
                  <p:nvPr/>
                </p:nvSpPr>
                <p:spPr>
                  <a:xfrm>
                    <a:off x="2620499" y="4833143"/>
                    <a:ext cx="436017" cy="35753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6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99C6A281-F904-BB8A-38C8-AA2664B169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20499" y="4833143"/>
                    <a:ext cx="436017" cy="35753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69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CA339D3-9C22-7811-9992-C8C933930D8E}"/>
                </a:ext>
              </a:extLst>
            </p:cNvPr>
            <p:cNvCxnSpPr>
              <a:cxnSpLocks/>
            </p:cNvCxnSpPr>
            <p:nvPr/>
          </p:nvCxnSpPr>
          <p:spPr>
            <a:xfrm>
              <a:off x="2512377" y="2796554"/>
              <a:ext cx="167163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CF56AD2-0538-E49D-1B17-D48AC37FB716}"/>
                    </a:ext>
                  </a:extLst>
                </p:cNvPr>
                <p:cNvSpPr txBox="1"/>
                <p:nvPr/>
              </p:nvSpPr>
              <p:spPr>
                <a:xfrm>
                  <a:off x="1567683" y="2166078"/>
                  <a:ext cx="38786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CF56AD2-0538-E49D-1B17-D48AC37FB7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7683" y="2166078"/>
                  <a:ext cx="387863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2B78400-F453-7AD0-DB1D-623A45B31090}"/>
                    </a:ext>
                  </a:extLst>
                </p:cNvPr>
                <p:cNvSpPr txBox="1"/>
                <p:nvPr/>
              </p:nvSpPr>
              <p:spPr>
                <a:xfrm>
                  <a:off x="1611789" y="3051293"/>
                  <a:ext cx="39203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2B78400-F453-7AD0-DB1D-623A45B310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1789" y="3051293"/>
                  <a:ext cx="392030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FE4E64B-28A4-4E82-1999-03A50B153D2F}"/>
                    </a:ext>
                  </a:extLst>
                </p:cNvPr>
                <p:cNvSpPr txBox="1"/>
                <p:nvPr/>
              </p:nvSpPr>
              <p:spPr>
                <a:xfrm>
                  <a:off x="2664778" y="2469615"/>
                  <a:ext cx="143552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FE4E64B-28A4-4E82-1999-03A50B153D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4778" y="2469615"/>
                  <a:ext cx="1435521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0FC35E5-37E9-1330-4A54-1C68D163DFE3}"/>
                    </a:ext>
                  </a:extLst>
                </p:cNvPr>
                <p:cNvSpPr txBox="1"/>
                <p:nvPr/>
              </p:nvSpPr>
              <p:spPr>
                <a:xfrm>
                  <a:off x="2721262" y="1781390"/>
                  <a:ext cx="49802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0FC35E5-37E9-1330-4A54-1C68D163DF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1262" y="1781390"/>
                  <a:ext cx="498021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DEA243-1880-5031-C7D7-053719821BA4}"/>
                  </a:ext>
                </a:extLst>
              </p:cNvPr>
              <p:cNvSpPr txBox="1"/>
              <p:nvPr/>
            </p:nvSpPr>
            <p:spPr>
              <a:xfrm>
                <a:off x="1021556" y="4658993"/>
                <a:ext cx="536659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3600" dirty="0"/>
                  <a:t> Topological convex space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DEA243-1880-5031-C7D7-053719821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556" y="4658993"/>
                <a:ext cx="5366597" cy="646331"/>
              </a:xfrm>
              <a:prstGeom prst="rect">
                <a:avLst/>
              </a:prstGeom>
              <a:blipFill>
                <a:blip r:embed="rId11"/>
                <a:stretch>
                  <a:fillRect t="-14151" r="-2386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D6492839-E23D-8F01-368F-78B792FEFAB9}"/>
              </a:ext>
            </a:extLst>
          </p:cNvPr>
          <p:cNvSpPr txBox="1"/>
          <p:nvPr/>
        </p:nvSpPr>
        <p:spPr>
          <a:xfrm>
            <a:off x="4124493" y="5322604"/>
            <a:ext cx="308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There is no established theory!</a:t>
            </a:r>
          </a:p>
        </p:txBody>
      </p:sp>
    </p:spTree>
    <p:extLst>
      <p:ext uri="{BB962C8B-B14F-4D97-AF65-F5344CB8AC3E}">
        <p14:creationId xmlns:p14="http://schemas.microsoft.com/office/powerpoint/2010/main" val="18093745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88318-F079-5751-E3D1-387AE89965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40</a:t>
            </a:fld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0FC9A3-8AAE-8237-4A9B-2B6E1E42E5F9}"/>
              </a:ext>
            </a:extLst>
          </p:cNvPr>
          <p:cNvSpPr txBox="1"/>
          <p:nvPr/>
        </p:nvSpPr>
        <p:spPr>
          <a:xfrm>
            <a:off x="1167343" y="270528"/>
            <a:ext cx="9857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Note: mixing coefficients are NOT probabilities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BAC349-EF5C-A015-DBED-9312FC123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E4ABE43-D975-7EBB-1C50-43C41B851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157" y="978414"/>
            <a:ext cx="4014133" cy="311496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3CAB8D2-35A2-6783-F01E-AAB86136ABDA}"/>
              </a:ext>
            </a:extLst>
          </p:cNvPr>
          <p:cNvSpPr txBox="1"/>
          <p:nvPr/>
        </p:nvSpPr>
        <p:spPr>
          <a:xfrm>
            <a:off x="684664" y="1263121"/>
            <a:ext cx="54113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 general, they are parameters of the preparation procedure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FE0A02-1D48-4721-E64C-D45062C98B3E}"/>
              </a:ext>
            </a:extLst>
          </p:cNvPr>
          <p:cNvSpPr txBox="1"/>
          <p:nvPr/>
        </p:nvSpPr>
        <p:spPr>
          <a:xfrm>
            <a:off x="7125157" y="4276579"/>
            <a:ext cx="2506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Galton’s original drawings - </a:t>
            </a:r>
            <a:r>
              <a:rPr lang="en-US" sz="1200" dirty="0" err="1"/>
              <a:t>wikipedia</a:t>
            </a:r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3C8719-32F9-0B18-7440-46550E018215}"/>
              </a:ext>
            </a:extLst>
          </p:cNvPr>
          <p:cNvSpPr txBox="1"/>
          <p:nvPr/>
        </p:nvSpPr>
        <p:spPr>
          <a:xfrm>
            <a:off x="862891" y="4900967"/>
            <a:ext cx="64780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Different interpretation of probability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F29AA0-9BD8-DC8F-4979-066FAED2A441}"/>
              </a:ext>
            </a:extLst>
          </p:cNvPr>
          <p:cNvSpPr txBox="1"/>
          <p:nvPr/>
        </p:nvSpPr>
        <p:spPr>
          <a:xfrm>
            <a:off x="1785105" y="5522413"/>
            <a:ext cx="65934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Recovers standard probability in special cases,</a:t>
            </a:r>
          </a:p>
          <a:p>
            <a:r>
              <a:rPr lang="en-US" dirty="0"/>
              <a:t>likely with propensities for ensembles and frequencies for elements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50BABC-B81B-ED5E-B2FC-CDCE7A57AAB2}"/>
              </a:ext>
            </a:extLst>
          </p:cNvPr>
          <p:cNvSpPr txBox="1"/>
          <p:nvPr/>
        </p:nvSpPr>
        <p:spPr>
          <a:xfrm>
            <a:off x="676261" y="2625046"/>
            <a:ext cx="54113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They apply recursively to other ensembles, not to events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68E4676-771C-FF2B-3B22-270A007D85ED}"/>
                  </a:ext>
                </a:extLst>
              </p:cNvPr>
              <p:cNvSpPr txBox="1"/>
              <p:nvPr/>
            </p:nvSpPr>
            <p:spPr>
              <a:xfrm>
                <a:off x="1412263" y="3769371"/>
                <a:ext cx="506119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68E4676-771C-FF2B-3B22-270A007D8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263" y="3769371"/>
                <a:ext cx="506119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444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0B261-31C0-A428-0D6B-7AEC1C4C5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CF8DF15-16E0-58D4-B72F-C90152F074A5}"/>
              </a:ext>
            </a:extLst>
          </p:cNvPr>
          <p:cNvSpPr/>
          <p:nvPr/>
        </p:nvSpPr>
        <p:spPr>
          <a:xfrm>
            <a:off x="5247496" y="2508895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2D7CDDE9-6E37-A177-1CF1-D6EFE1580731}"/>
              </a:ext>
            </a:extLst>
          </p:cNvPr>
          <p:cNvSpPr/>
          <p:nvPr/>
        </p:nvSpPr>
        <p:spPr>
          <a:xfrm>
            <a:off x="4906589" y="5106691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06F359-A4FB-4949-1569-A05B68EEFEEB}"/>
              </a:ext>
            </a:extLst>
          </p:cNvPr>
          <p:cNvSpPr txBox="1"/>
          <p:nvPr/>
        </p:nvSpPr>
        <p:spPr>
          <a:xfrm>
            <a:off x="378539" y="150606"/>
            <a:ext cx="1652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Preparation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FF90C5-AB65-9DD9-277E-EE7893347C96}"/>
              </a:ext>
            </a:extLst>
          </p:cNvPr>
          <p:cNvSpPr txBox="1"/>
          <p:nvPr/>
        </p:nvSpPr>
        <p:spPr>
          <a:xfrm>
            <a:off x="4060569" y="150607"/>
            <a:ext cx="1402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Ensemble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3E69D9-C4D8-F6DD-C5D4-99651894DC8F}"/>
              </a:ext>
            </a:extLst>
          </p:cNvPr>
          <p:cNvSpPr txBox="1"/>
          <p:nvPr/>
        </p:nvSpPr>
        <p:spPr>
          <a:xfrm>
            <a:off x="7644659" y="150607"/>
            <a:ext cx="11612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36CF327-4A0B-9C76-0A7E-B7166D20CE2A}"/>
                  </a:ext>
                </a:extLst>
              </p:cNvPr>
              <p:cNvSpPr/>
              <p:nvPr/>
            </p:nvSpPr>
            <p:spPr>
              <a:xfrm>
                <a:off x="613185" y="2302137"/>
                <a:ext cx="1183341" cy="10219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36CF327-4A0B-9C76-0A7E-B7166D20C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85" y="2302137"/>
                <a:ext cx="1183341" cy="10219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FAA3A49-7196-CDBE-32CA-52F02CB27AB9}"/>
                  </a:ext>
                </a:extLst>
              </p:cNvPr>
              <p:cNvSpPr txBox="1"/>
              <p:nvPr/>
            </p:nvSpPr>
            <p:spPr>
              <a:xfrm>
                <a:off x="3505567" y="2151816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FAA3A49-7196-CDBE-32CA-52F02CB27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567" y="2151816"/>
                <a:ext cx="53232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A71408-0FE5-9A1E-7D1B-21AEF022C9E8}"/>
                  </a:ext>
                </a:extLst>
              </p:cNvPr>
              <p:cNvSpPr txBox="1"/>
              <p:nvPr/>
            </p:nvSpPr>
            <p:spPr>
              <a:xfrm>
                <a:off x="7739399" y="2519399"/>
                <a:ext cx="9644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A71408-0FE5-9A1E-7D1B-21AEF022C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399" y="2519399"/>
                <a:ext cx="964431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FED77E0-164D-CD84-30F3-7CFF40DFCA36}"/>
                  </a:ext>
                </a:extLst>
              </p:cNvPr>
              <p:cNvSpPr txBox="1"/>
              <p:nvPr/>
            </p:nvSpPr>
            <p:spPr>
              <a:xfrm>
                <a:off x="6394480" y="2475131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FED77E0-164D-CD84-30F3-7CFF40DFC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480" y="2475131"/>
                <a:ext cx="53232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61CC546E-314A-E232-5C57-40FAC938B48A}"/>
                  </a:ext>
                </a:extLst>
              </p:cNvPr>
              <p:cNvSpPr/>
              <p:nvPr/>
            </p:nvSpPr>
            <p:spPr>
              <a:xfrm>
                <a:off x="613185" y="763794"/>
                <a:ext cx="1183341" cy="10219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61CC546E-314A-E232-5C57-40FAC938B4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85" y="763794"/>
                <a:ext cx="1183341" cy="10219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786CBB1D-1DE4-771E-9064-0A52C3DAA9BD}"/>
              </a:ext>
            </a:extLst>
          </p:cNvPr>
          <p:cNvSpPr/>
          <p:nvPr/>
        </p:nvSpPr>
        <p:spPr>
          <a:xfrm>
            <a:off x="3911741" y="4949812"/>
            <a:ext cx="156879" cy="156879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952B21A-50E1-D2EC-D7D9-49B1EA1E7D29}"/>
              </a:ext>
            </a:extLst>
          </p:cNvPr>
          <p:cNvSpPr/>
          <p:nvPr/>
        </p:nvSpPr>
        <p:spPr>
          <a:xfrm>
            <a:off x="3537685" y="1143754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947A431-8AE8-D99E-5243-B6D7F8BBB35C}"/>
              </a:ext>
            </a:extLst>
          </p:cNvPr>
          <p:cNvSpPr/>
          <p:nvPr/>
        </p:nvSpPr>
        <p:spPr>
          <a:xfrm>
            <a:off x="2341121" y="4686009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8A21A5F-0C2A-A881-0E2E-2DF85DB084C9}"/>
              </a:ext>
            </a:extLst>
          </p:cNvPr>
          <p:cNvSpPr/>
          <p:nvPr/>
        </p:nvSpPr>
        <p:spPr>
          <a:xfrm>
            <a:off x="2735973" y="1392285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4AE5A97-76FC-7817-B430-D38D69517E74}"/>
              </a:ext>
            </a:extLst>
          </p:cNvPr>
          <p:cNvSpPr/>
          <p:nvPr/>
        </p:nvSpPr>
        <p:spPr>
          <a:xfrm>
            <a:off x="4626529" y="4770150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112F0ED-D28B-3E73-2422-388BB5C6D81C}"/>
              </a:ext>
            </a:extLst>
          </p:cNvPr>
          <p:cNvSpPr/>
          <p:nvPr/>
        </p:nvSpPr>
        <p:spPr>
          <a:xfrm>
            <a:off x="5012062" y="1366475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69F5F02-D3B7-52BE-845C-C41A3398AE0A}"/>
              </a:ext>
            </a:extLst>
          </p:cNvPr>
          <p:cNvSpPr/>
          <p:nvPr/>
        </p:nvSpPr>
        <p:spPr>
          <a:xfrm>
            <a:off x="6211424" y="4633716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B609646-6EE3-6C2F-F39C-6ABB3CD51447}"/>
              </a:ext>
            </a:extLst>
          </p:cNvPr>
          <p:cNvSpPr/>
          <p:nvPr/>
        </p:nvSpPr>
        <p:spPr>
          <a:xfrm>
            <a:off x="3005430" y="4627897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16B9226-0C4F-863D-2001-6D81C644303D}"/>
              </a:ext>
            </a:extLst>
          </p:cNvPr>
          <p:cNvSpPr/>
          <p:nvPr/>
        </p:nvSpPr>
        <p:spPr>
          <a:xfrm>
            <a:off x="4158858" y="981056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585A1FF-7E7C-8336-883A-309D8A179D68}"/>
              </a:ext>
            </a:extLst>
          </p:cNvPr>
          <p:cNvSpPr/>
          <p:nvPr/>
        </p:nvSpPr>
        <p:spPr>
          <a:xfrm>
            <a:off x="5423234" y="5163819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144642C-E86E-428F-EA83-2F6833A5C6CE}"/>
              </a:ext>
            </a:extLst>
          </p:cNvPr>
          <p:cNvSpPr/>
          <p:nvPr/>
        </p:nvSpPr>
        <p:spPr>
          <a:xfrm>
            <a:off x="6060090" y="1392285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C5BB15D-6B03-9046-15C2-61C22F73CB88}"/>
                  </a:ext>
                </a:extLst>
              </p:cNvPr>
              <p:cNvSpPr txBox="1"/>
              <p:nvPr/>
            </p:nvSpPr>
            <p:spPr>
              <a:xfrm>
                <a:off x="3505567" y="613473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C5BB15D-6B03-9046-15C2-61C22F73C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567" y="613473"/>
                <a:ext cx="532325" cy="461665"/>
              </a:xfrm>
              <a:prstGeom prst="rect">
                <a:avLst/>
              </a:prstGeom>
              <a:blipFill>
                <a:blip r:embed="rId7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8A99892-4050-361C-4677-C318247BFC1D}"/>
                  </a:ext>
                </a:extLst>
              </p:cNvPr>
              <p:cNvSpPr txBox="1"/>
              <p:nvPr/>
            </p:nvSpPr>
            <p:spPr>
              <a:xfrm>
                <a:off x="7739399" y="981056"/>
                <a:ext cx="9573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8A99892-4050-361C-4677-C318247BF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399" y="981056"/>
                <a:ext cx="957313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1EDDE37-9747-60E1-5EF6-669C9AED6154}"/>
                  </a:ext>
                </a:extLst>
              </p:cNvPr>
              <p:cNvSpPr txBox="1"/>
              <p:nvPr/>
            </p:nvSpPr>
            <p:spPr>
              <a:xfrm>
                <a:off x="6394480" y="936788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1EDDE37-9747-60E1-5EF6-669C9AED6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480" y="936788"/>
                <a:ext cx="532325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F479588C-35F2-4081-CD35-48EEE6B00E71}"/>
              </a:ext>
            </a:extLst>
          </p:cNvPr>
          <p:cNvSpPr/>
          <p:nvPr/>
        </p:nvSpPr>
        <p:spPr>
          <a:xfrm>
            <a:off x="3378470" y="2813125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032477D-DA38-BDB0-4A3F-0F027ACB8851}"/>
              </a:ext>
            </a:extLst>
          </p:cNvPr>
          <p:cNvSpPr/>
          <p:nvPr/>
        </p:nvSpPr>
        <p:spPr>
          <a:xfrm>
            <a:off x="3326177" y="4895822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9F811A0-D49C-47CD-0CDD-FB1B3B1C9168}"/>
              </a:ext>
            </a:extLst>
          </p:cNvPr>
          <p:cNvSpPr/>
          <p:nvPr/>
        </p:nvSpPr>
        <p:spPr>
          <a:xfrm>
            <a:off x="6060090" y="2582368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E5332BB4-63AF-D7E0-B555-D6A444B48DA4}"/>
              </a:ext>
            </a:extLst>
          </p:cNvPr>
          <p:cNvSpPr/>
          <p:nvPr/>
        </p:nvSpPr>
        <p:spPr>
          <a:xfrm>
            <a:off x="4663376" y="2549661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76D93EAF-B146-56FC-C549-DDEF65377A35}"/>
              </a:ext>
            </a:extLst>
          </p:cNvPr>
          <p:cNvSpPr/>
          <p:nvPr/>
        </p:nvSpPr>
        <p:spPr>
          <a:xfrm>
            <a:off x="5423234" y="1018723"/>
            <a:ext cx="156879" cy="156879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A73081-2A01-A5A7-E3DB-835A50C061BA}"/>
              </a:ext>
            </a:extLst>
          </p:cNvPr>
          <p:cNvSpPr/>
          <p:nvPr/>
        </p:nvSpPr>
        <p:spPr>
          <a:xfrm>
            <a:off x="2257959" y="2887998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EC6CCA-6F97-DFF4-6F81-0B32139CF6D3}"/>
              </a:ext>
            </a:extLst>
          </p:cNvPr>
          <p:cNvSpPr/>
          <p:nvPr/>
        </p:nvSpPr>
        <p:spPr>
          <a:xfrm>
            <a:off x="6007797" y="4948032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FE6633-3DD3-8171-A538-B49B0A7F7389}"/>
              </a:ext>
            </a:extLst>
          </p:cNvPr>
          <p:cNvSpPr/>
          <p:nvPr/>
        </p:nvSpPr>
        <p:spPr>
          <a:xfrm>
            <a:off x="4263444" y="4738302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2C2E7A4-8EA5-065C-8FD1-5DA18AE87B1E}"/>
              </a:ext>
            </a:extLst>
          </p:cNvPr>
          <p:cNvSpPr/>
          <p:nvPr/>
        </p:nvSpPr>
        <p:spPr>
          <a:xfrm>
            <a:off x="2778763" y="2887998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4C3724EB-F6AC-8D6A-AF55-FE3E210283B7}"/>
              </a:ext>
            </a:extLst>
          </p:cNvPr>
          <p:cNvSpPr/>
          <p:nvPr/>
        </p:nvSpPr>
        <p:spPr>
          <a:xfrm>
            <a:off x="5449380" y="4579062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D51972E8-2327-1EEA-313C-70C56B700C21}"/>
              </a:ext>
            </a:extLst>
          </p:cNvPr>
          <p:cNvSpPr/>
          <p:nvPr/>
        </p:nvSpPr>
        <p:spPr>
          <a:xfrm>
            <a:off x="2499829" y="4897519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0F3EC20-C53A-DB4A-EBE5-60A866B17706}"/>
              </a:ext>
            </a:extLst>
          </p:cNvPr>
          <p:cNvCxnSpPr>
            <a:cxnSpLocks/>
          </p:cNvCxnSpPr>
          <p:nvPr/>
        </p:nvCxnSpPr>
        <p:spPr>
          <a:xfrm flipH="1" flipV="1">
            <a:off x="6926805" y="1516978"/>
            <a:ext cx="843207" cy="379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C886FCD-2B7D-48FC-BF68-30F21365CCE1}"/>
              </a:ext>
            </a:extLst>
          </p:cNvPr>
          <p:cNvCxnSpPr>
            <a:cxnSpLocks/>
          </p:cNvCxnSpPr>
          <p:nvPr/>
        </p:nvCxnSpPr>
        <p:spPr>
          <a:xfrm flipH="1">
            <a:off x="6965099" y="2095457"/>
            <a:ext cx="774300" cy="379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5E00B59-892B-C5AF-D3CC-607E7060FC34}"/>
              </a:ext>
            </a:extLst>
          </p:cNvPr>
          <p:cNvSpPr txBox="1"/>
          <p:nvPr/>
        </p:nvSpPr>
        <p:spPr>
          <a:xfrm>
            <a:off x="7932191" y="1728713"/>
            <a:ext cx="41499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Mutually exclusive preparations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2AF92C4-9F11-CB3C-7108-7458501F8949}"/>
                  </a:ext>
                </a:extLst>
              </p:cNvPr>
              <p:cNvSpPr/>
              <p:nvPr/>
            </p:nvSpPr>
            <p:spPr>
              <a:xfrm>
                <a:off x="613185" y="4369399"/>
                <a:ext cx="1183341" cy="10219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2AF92C4-9F11-CB3C-7108-7458501F89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85" y="4369399"/>
                <a:ext cx="1183341" cy="1021977"/>
              </a:xfrm>
              <a:prstGeom prst="rect">
                <a:avLst/>
              </a:prstGeom>
              <a:blipFill>
                <a:blip r:embed="rId10"/>
                <a:stretch>
                  <a:fillRect r="-2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Arrow: Down 30">
            <a:extLst>
              <a:ext uri="{FF2B5EF4-FFF2-40B4-BE49-F238E27FC236}">
                <a16:creationId xmlns:a16="http://schemas.microsoft.com/office/drawing/2014/main" id="{9EB5ABD3-5689-A3A3-CAAE-49F5DF4C6D5F}"/>
              </a:ext>
            </a:extLst>
          </p:cNvPr>
          <p:cNvSpPr/>
          <p:nvPr/>
        </p:nvSpPr>
        <p:spPr>
          <a:xfrm>
            <a:off x="1054249" y="3603812"/>
            <a:ext cx="290457" cy="5056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02DD9A5C-A0A0-D271-92F2-A0901920F80F}"/>
              </a:ext>
            </a:extLst>
          </p:cNvPr>
          <p:cNvSpPr/>
          <p:nvPr/>
        </p:nvSpPr>
        <p:spPr>
          <a:xfrm>
            <a:off x="3911741" y="1302971"/>
            <a:ext cx="156879" cy="156879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2BDC4E9-72B3-34AF-A95D-9A9CAFF36B4B}"/>
              </a:ext>
            </a:extLst>
          </p:cNvPr>
          <p:cNvSpPr/>
          <p:nvPr/>
        </p:nvSpPr>
        <p:spPr>
          <a:xfrm>
            <a:off x="2341121" y="1039168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285BC21-7779-DC7C-AA62-64839D65725A}"/>
              </a:ext>
            </a:extLst>
          </p:cNvPr>
          <p:cNvSpPr/>
          <p:nvPr/>
        </p:nvSpPr>
        <p:spPr>
          <a:xfrm>
            <a:off x="4626529" y="1123309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1B9B6AB-40FA-CFA7-CC72-B54809F2DD27}"/>
              </a:ext>
            </a:extLst>
          </p:cNvPr>
          <p:cNvSpPr/>
          <p:nvPr/>
        </p:nvSpPr>
        <p:spPr>
          <a:xfrm>
            <a:off x="6211424" y="986875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C2C984B-7960-F8E8-6B8A-573096EDF7EA}"/>
              </a:ext>
            </a:extLst>
          </p:cNvPr>
          <p:cNvSpPr/>
          <p:nvPr/>
        </p:nvSpPr>
        <p:spPr>
          <a:xfrm>
            <a:off x="3005430" y="981056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A642120-2444-048A-AD1A-6483713FE2A1}"/>
              </a:ext>
            </a:extLst>
          </p:cNvPr>
          <p:cNvSpPr/>
          <p:nvPr/>
        </p:nvSpPr>
        <p:spPr>
          <a:xfrm>
            <a:off x="5423234" y="1516978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7EF5D0DE-9244-E35F-EAAC-43D799B9F442}"/>
              </a:ext>
            </a:extLst>
          </p:cNvPr>
          <p:cNvSpPr/>
          <p:nvPr/>
        </p:nvSpPr>
        <p:spPr>
          <a:xfrm>
            <a:off x="4497305" y="2931491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3B8FA66-10FB-DD66-CF1C-4B2B00B8D7D1}"/>
              </a:ext>
            </a:extLst>
          </p:cNvPr>
          <p:cNvSpPr/>
          <p:nvPr/>
        </p:nvSpPr>
        <p:spPr>
          <a:xfrm>
            <a:off x="3018285" y="2561188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EB65ECB-209B-BC3B-69A3-A9E18DE99A1B}"/>
              </a:ext>
            </a:extLst>
          </p:cNvPr>
          <p:cNvSpPr/>
          <p:nvPr/>
        </p:nvSpPr>
        <p:spPr>
          <a:xfrm>
            <a:off x="5608428" y="2940291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E6CAF6C-51A7-6355-7E5E-A51A819C8411}"/>
              </a:ext>
            </a:extLst>
          </p:cNvPr>
          <p:cNvSpPr/>
          <p:nvPr/>
        </p:nvSpPr>
        <p:spPr>
          <a:xfrm>
            <a:off x="3964034" y="2875195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B7563164-6754-21CC-2C89-61067A168F3B}"/>
              </a:ext>
            </a:extLst>
          </p:cNvPr>
          <p:cNvSpPr/>
          <p:nvPr/>
        </p:nvSpPr>
        <p:spPr>
          <a:xfrm>
            <a:off x="5246921" y="2927488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DE9DB4A6-A919-A8BC-C5FF-95477318AFA5}"/>
              </a:ext>
            </a:extLst>
          </p:cNvPr>
          <p:cNvSpPr/>
          <p:nvPr/>
        </p:nvSpPr>
        <p:spPr>
          <a:xfrm>
            <a:off x="2191377" y="2381663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F938513-3128-CFEA-17D6-B4F7B06A1E4C}"/>
                  </a:ext>
                </a:extLst>
              </p:cNvPr>
              <p:cNvSpPr txBox="1"/>
              <p:nvPr/>
            </p:nvSpPr>
            <p:spPr>
              <a:xfrm>
                <a:off x="3201542" y="4129927"/>
                <a:ext cx="23262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F938513-3128-CFEA-17D6-B4F7B06A1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542" y="4129927"/>
                <a:ext cx="2326278" cy="461665"/>
              </a:xfrm>
              <a:prstGeom prst="rect">
                <a:avLst/>
              </a:prstGeom>
              <a:blipFill>
                <a:blip r:embed="rId11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0594FFF-223B-07C3-AF12-327C80CB079F}"/>
                  </a:ext>
                </a:extLst>
              </p:cNvPr>
              <p:cNvSpPr txBox="1"/>
              <p:nvPr/>
            </p:nvSpPr>
            <p:spPr>
              <a:xfrm>
                <a:off x="6925465" y="4427389"/>
                <a:ext cx="269573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𝑝𝑆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0594FFF-223B-07C3-AF12-327C80CB0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5465" y="4427389"/>
                <a:ext cx="2695738" cy="830997"/>
              </a:xfrm>
              <a:prstGeom prst="rect">
                <a:avLst/>
              </a:prstGeom>
              <a:blipFill>
                <a:blip r:embed="rId12"/>
                <a:stretch>
                  <a:fillRect l="-226" b="-5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01B6A1A-9C60-DE1F-67C3-A956A408844D}"/>
                  </a:ext>
                </a:extLst>
              </p:cNvPr>
              <p:cNvSpPr txBox="1"/>
              <p:nvPr/>
            </p:nvSpPr>
            <p:spPr>
              <a:xfrm>
                <a:off x="9526650" y="993017"/>
                <a:ext cx="247195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dirty="0"/>
                  <a:t>One instance is enough to tell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apart</a:t>
                </a: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01B6A1A-9C60-DE1F-67C3-A956A4088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6650" y="993017"/>
                <a:ext cx="2471959" cy="646331"/>
              </a:xfrm>
              <a:prstGeom prst="rect">
                <a:avLst/>
              </a:prstGeom>
              <a:blipFill>
                <a:blip r:embed="rId13"/>
                <a:stretch>
                  <a:fillRect t="-5660" r="-3704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TextBox 78">
            <a:extLst>
              <a:ext uri="{FF2B5EF4-FFF2-40B4-BE49-F238E27FC236}">
                <a16:creationId xmlns:a16="http://schemas.microsoft.com/office/drawing/2014/main" id="{85500F23-1E85-433B-96DF-32F7C56DC6EA}"/>
              </a:ext>
            </a:extLst>
          </p:cNvPr>
          <p:cNvSpPr txBox="1"/>
          <p:nvPr/>
        </p:nvSpPr>
        <p:spPr>
          <a:xfrm>
            <a:off x="6509190" y="3637027"/>
            <a:ext cx="34177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Maximal entropy increase</a:t>
            </a:r>
            <a:br>
              <a:rPr lang="en-US" sz="2400" dirty="0"/>
            </a:br>
            <a:r>
              <a:rPr lang="en-US" sz="2400" dirty="0"/>
              <a:t>if orthogonal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E7DC1A4-3FD7-ABD6-1272-D9F0D9C5A957}"/>
              </a:ext>
            </a:extLst>
          </p:cNvPr>
          <p:cNvSpPr txBox="1"/>
          <p:nvPr/>
        </p:nvSpPr>
        <p:spPr>
          <a:xfrm>
            <a:off x="10065259" y="2464943"/>
            <a:ext cx="16060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Orthogonal</a:t>
            </a:r>
          </a:p>
        </p:txBody>
      </p:sp>
      <p:sp>
        <p:nvSpPr>
          <p:cNvPr id="82" name="Arrow: Left-Right 81">
            <a:extLst>
              <a:ext uri="{FF2B5EF4-FFF2-40B4-BE49-F238E27FC236}">
                <a16:creationId xmlns:a16="http://schemas.microsoft.com/office/drawing/2014/main" id="{39B00332-37AF-5B8C-4E00-48D8852B0E8B}"/>
              </a:ext>
            </a:extLst>
          </p:cNvPr>
          <p:cNvSpPr/>
          <p:nvPr/>
        </p:nvSpPr>
        <p:spPr>
          <a:xfrm rot="1708127">
            <a:off x="9295705" y="2270000"/>
            <a:ext cx="696868" cy="35736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722DEE7-B827-59FE-C2BC-4BFFE11CE999}"/>
              </a:ext>
            </a:extLst>
          </p:cNvPr>
          <p:cNvCxnSpPr>
            <a:cxnSpLocks/>
          </p:cNvCxnSpPr>
          <p:nvPr/>
        </p:nvCxnSpPr>
        <p:spPr>
          <a:xfrm flipH="1">
            <a:off x="4364681" y="2151816"/>
            <a:ext cx="298695" cy="409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DE9BBCB-3338-F60C-5C71-5DB644B231AA}"/>
              </a:ext>
            </a:extLst>
          </p:cNvPr>
          <p:cNvSpPr txBox="1"/>
          <p:nvPr/>
        </p:nvSpPr>
        <p:spPr>
          <a:xfrm>
            <a:off x="4259810" y="1863268"/>
            <a:ext cx="14886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more variability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6EBA0F-567F-53B6-08AB-BC392C68D319}"/>
              </a:ext>
            </a:extLst>
          </p:cNvPr>
          <p:cNvSpPr txBox="1"/>
          <p:nvPr/>
        </p:nvSpPr>
        <p:spPr>
          <a:xfrm>
            <a:off x="9485238" y="147647"/>
            <a:ext cx="1763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Variability within</a:t>
            </a:r>
            <a:br>
              <a:rPr lang="en-US" dirty="0"/>
            </a:br>
            <a:r>
              <a:rPr lang="en-US" dirty="0"/>
              <a:t>an ensemble</a:t>
            </a:r>
          </a:p>
        </p:txBody>
      </p:sp>
      <p:sp>
        <p:nvSpPr>
          <p:cNvPr id="22" name="Arrow: Left-Right 21">
            <a:extLst>
              <a:ext uri="{FF2B5EF4-FFF2-40B4-BE49-F238E27FC236}">
                <a16:creationId xmlns:a16="http://schemas.microsoft.com/office/drawing/2014/main" id="{5382ACFD-61B1-FEFD-0749-EF42815391F6}"/>
              </a:ext>
            </a:extLst>
          </p:cNvPr>
          <p:cNvSpPr/>
          <p:nvPr/>
        </p:nvSpPr>
        <p:spPr>
          <a:xfrm>
            <a:off x="8876087" y="288861"/>
            <a:ext cx="538938" cy="26894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A9A04-172D-3A4B-0E67-A2B177F38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Christine Aidala - University of Michigan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67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5" grpId="0"/>
      <p:bldP spid="24" grpId="0"/>
      <p:bldP spid="47" grpId="0" animBg="1"/>
      <p:bldP spid="50" grpId="0" animBg="1"/>
      <p:bldP spid="52" grpId="0" animBg="1"/>
      <p:bldP spid="54" grpId="0" animBg="1"/>
      <p:bldP spid="55" grpId="0" animBg="1"/>
      <p:bldP spid="57" grpId="0" animBg="1"/>
      <p:bldP spid="60" grpId="0"/>
      <p:bldP spid="66" grpId="0" animBg="1"/>
      <p:bldP spid="11" grpId="0" animBg="1"/>
      <p:bldP spid="12" grpId="0" animBg="1"/>
      <p:bldP spid="14" grpId="0" animBg="1"/>
      <p:bldP spid="15" grpId="0" animBg="1"/>
      <p:bldP spid="26" grpId="0"/>
      <p:bldP spid="27" grpId="0" animBg="1"/>
      <p:bldP spid="31" grpId="0" animBg="1"/>
      <p:bldP spid="44" grpId="0"/>
      <p:bldP spid="62" grpId="0"/>
      <p:bldP spid="78" grpId="0"/>
      <p:bldP spid="79" grpId="0"/>
      <p:bldP spid="81" grpId="0"/>
      <p:bldP spid="82" grpId="0" animBg="1"/>
      <p:bldP spid="21" grpId="0"/>
      <p:bldP spid="2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E18519-1BC6-2E2F-C047-3F49CDDE6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567670-BC51-0A9A-1956-B7F82E5D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42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4C511D-8402-B6B8-6311-8D5F33FCC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97" y="236359"/>
            <a:ext cx="8923793" cy="35436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FD5AF8-E445-0C90-5199-A6A3367D40AD}"/>
              </a:ext>
            </a:extLst>
          </p:cNvPr>
          <p:cNvSpPr txBox="1"/>
          <p:nvPr/>
        </p:nvSpPr>
        <p:spPr>
          <a:xfrm>
            <a:off x="178097" y="3888670"/>
            <a:ext cx="98238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Define entropy axiomatically, just based on bounds and properties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06338A-2916-01A8-1AF2-5DE862A0F7DE}"/>
              </a:ext>
            </a:extLst>
          </p:cNvPr>
          <p:cNvSpPr txBox="1"/>
          <p:nvPr/>
        </p:nvSpPr>
        <p:spPr>
          <a:xfrm>
            <a:off x="1019908" y="4487453"/>
            <a:ext cx="2219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Full justification given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C9BE77-F6F5-039D-4707-07EB7DAE253F}"/>
              </a:ext>
            </a:extLst>
          </p:cNvPr>
          <p:cNvSpPr txBox="1"/>
          <p:nvPr/>
        </p:nvSpPr>
        <p:spPr>
          <a:xfrm>
            <a:off x="1019908" y="4856785"/>
            <a:ext cx="5348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Axiomatization likely does not capture all requirements</a:t>
            </a:r>
          </a:p>
        </p:txBody>
      </p:sp>
    </p:spTree>
    <p:extLst>
      <p:ext uri="{BB962C8B-B14F-4D97-AF65-F5344CB8AC3E}">
        <p14:creationId xmlns:p14="http://schemas.microsoft.com/office/powerpoint/2010/main" val="5064741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B5AE97B-7021-6741-0349-7F51893786F8}"/>
              </a:ext>
            </a:extLst>
          </p:cNvPr>
          <p:cNvGrpSpPr/>
          <p:nvPr/>
        </p:nvGrpSpPr>
        <p:grpSpPr>
          <a:xfrm>
            <a:off x="332748" y="1151291"/>
            <a:ext cx="11526504" cy="1451398"/>
            <a:chOff x="332748" y="184638"/>
            <a:chExt cx="11526504" cy="145139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16ECB60-98DD-5834-0306-74E73873E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78377"/>
            <a:stretch/>
          </p:blipFill>
          <p:spPr>
            <a:xfrm>
              <a:off x="332748" y="184638"/>
              <a:ext cx="11526504" cy="1327639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E197BB6-F9F6-1D3D-ECF3-FE44DE5E1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94840"/>
            <a:stretch/>
          </p:blipFill>
          <p:spPr>
            <a:xfrm>
              <a:off x="332748" y="1319211"/>
              <a:ext cx="11526504" cy="31682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DAFB5B-DECB-F66B-3646-F00BDFB413FB}"/>
                  </a:ext>
                </a:extLst>
              </p:cNvPr>
              <p:cNvSpPr txBox="1"/>
              <p:nvPr/>
            </p:nvSpPr>
            <p:spPr>
              <a:xfrm>
                <a:off x="489134" y="227800"/>
                <a:ext cx="962667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The entropy upper bound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is uniquely determined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DAFB5B-DECB-F66B-3646-F00BDFB41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34" y="227800"/>
                <a:ext cx="9626674" cy="584775"/>
              </a:xfrm>
              <a:prstGeom prst="rect">
                <a:avLst/>
              </a:prstGeom>
              <a:blipFill>
                <a:blip r:embed="rId4"/>
                <a:stretch>
                  <a:fillRect l="-1583" t="-12500" r="-633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65AB579-B61B-5688-723B-C3B6F5F9C9B4}"/>
              </a:ext>
            </a:extLst>
          </p:cNvPr>
          <p:cNvCxnSpPr>
            <a:cxnSpLocks/>
          </p:cNvCxnSpPr>
          <p:nvPr/>
        </p:nvCxnSpPr>
        <p:spPr>
          <a:xfrm flipV="1">
            <a:off x="4668253" y="1929179"/>
            <a:ext cx="812131" cy="824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49A624-126E-A565-12E2-F542A366A8A3}"/>
              </a:ext>
            </a:extLst>
          </p:cNvPr>
          <p:cNvSpPr txBox="1"/>
          <p:nvPr/>
        </p:nvSpPr>
        <p:spPr>
          <a:xfrm>
            <a:off x="3495675" y="2753662"/>
            <a:ext cx="2690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Shannon entropy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35C6CD-83BA-946C-614E-46CEC1274DBE}"/>
              </a:ext>
            </a:extLst>
          </p:cNvPr>
          <p:cNvSpPr txBox="1"/>
          <p:nvPr/>
        </p:nvSpPr>
        <p:spPr>
          <a:xfrm>
            <a:off x="4908550" y="3304798"/>
            <a:ext cx="4355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Maximal increase in variability during mixing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33C086-7EBA-30F8-D840-4ED605672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43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C4E98F-7C11-A655-05AA-4B222B8BD5EE}"/>
              </a:ext>
            </a:extLst>
          </p:cNvPr>
          <p:cNvSpPr txBox="1"/>
          <p:nvPr/>
        </p:nvSpPr>
        <p:spPr>
          <a:xfrm>
            <a:off x="485751" y="3955985"/>
            <a:ext cx="84296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Proof “does not know” whether we are dealing with classical ensembles, quantum ensembles, or ensembles for a theory yet to be discovered</a:t>
            </a:r>
          </a:p>
        </p:txBody>
      </p:sp>
    </p:spTree>
    <p:extLst>
      <p:ext uri="{BB962C8B-B14F-4D97-AF65-F5344CB8AC3E}">
        <p14:creationId xmlns:p14="http://schemas.microsoft.com/office/powerpoint/2010/main" val="4633919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428A19-E198-1657-6AC5-E13CE1938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340" y="1819031"/>
            <a:ext cx="1457528" cy="6954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DC69F9-0F7C-C255-E9CA-F1E9E0430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6518" y="1819031"/>
            <a:ext cx="1600423" cy="7049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5907C39-434E-690E-409E-BA90B1431B85}"/>
              </a:ext>
            </a:extLst>
          </p:cNvPr>
          <p:cNvSpPr txBox="1"/>
          <p:nvPr/>
        </p:nvSpPr>
        <p:spPr>
          <a:xfrm>
            <a:off x="841391" y="843085"/>
            <a:ext cx="3947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Separate ensembles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BC725A-E999-3FA3-F2CA-233B3CF5939A}"/>
              </a:ext>
            </a:extLst>
          </p:cNvPr>
          <p:cNvSpPr txBox="1"/>
          <p:nvPr/>
        </p:nvSpPr>
        <p:spPr>
          <a:xfrm>
            <a:off x="6881187" y="843085"/>
            <a:ext cx="44310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Orthogonal ensembles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2148B1F-BC15-8439-B0E6-E9C3301FEB4F}"/>
              </a:ext>
            </a:extLst>
          </p:cNvPr>
          <p:cNvGrpSpPr/>
          <p:nvPr/>
        </p:nvGrpSpPr>
        <p:grpSpPr>
          <a:xfrm>
            <a:off x="951144" y="2719545"/>
            <a:ext cx="3601663" cy="400810"/>
            <a:chOff x="951144" y="2379820"/>
            <a:chExt cx="3601663" cy="40081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A9B0599-C135-7D51-1D0F-78CC21FB566C}"/>
                </a:ext>
              </a:extLst>
            </p:cNvPr>
            <p:cNvSpPr txBox="1"/>
            <p:nvPr/>
          </p:nvSpPr>
          <p:spPr>
            <a:xfrm>
              <a:off x="951144" y="2380520"/>
              <a:ext cx="29168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No “common component”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E2DC3AE-1975-F586-34C4-7536D39DD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76438" y="2379820"/>
              <a:ext cx="676369" cy="362001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632E422-ABF3-C65A-8BBC-3ACC7C6BCC2A}"/>
              </a:ext>
            </a:extLst>
          </p:cNvPr>
          <p:cNvGrpSpPr/>
          <p:nvPr/>
        </p:nvGrpSpPr>
        <p:grpSpPr>
          <a:xfrm>
            <a:off x="1166153" y="3276294"/>
            <a:ext cx="3297902" cy="756241"/>
            <a:chOff x="1062635" y="2984194"/>
            <a:chExt cx="3297902" cy="75624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65BAE9A-6C37-6DE9-F108-DDFD95896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80856" y="2984194"/>
              <a:ext cx="1800476" cy="34294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804CB1D-A846-B347-537A-9AEBDF91A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21902" y="3359382"/>
              <a:ext cx="2038635" cy="381053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B1FE60A-65B3-3A18-A5ED-B90E7F8F6FCA}"/>
                </a:ext>
              </a:extLst>
            </p:cNvPr>
            <p:cNvSpPr txBox="1"/>
            <p:nvPr/>
          </p:nvSpPr>
          <p:spPr>
            <a:xfrm>
              <a:off x="1062635" y="3088993"/>
              <a:ext cx="115050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such that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447FD07-97D0-722F-0555-8908530983E2}"/>
              </a:ext>
            </a:extLst>
          </p:cNvPr>
          <p:cNvSpPr txBox="1"/>
          <p:nvPr/>
        </p:nvSpPr>
        <p:spPr>
          <a:xfrm>
            <a:off x="7473740" y="2808139"/>
            <a:ext cx="33477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Saturate upper entropy bound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40AB0B3-2BF6-8350-8D98-4E082F19BF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2" y="3275708"/>
            <a:ext cx="5048955" cy="438211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0BE96533-0B81-66FB-34CB-2811912AC902}"/>
              </a:ext>
            </a:extLst>
          </p:cNvPr>
          <p:cNvGrpSpPr/>
          <p:nvPr/>
        </p:nvGrpSpPr>
        <p:grpSpPr>
          <a:xfrm>
            <a:off x="724381" y="5327545"/>
            <a:ext cx="2215918" cy="387122"/>
            <a:chOff x="1076721" y="4423079"/>
            <a:chExt cx="2215918" cy="387122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9856CD4-EC38-4A5D-99B3-C6595B11291E}"/>
                </a:ext>
              </a:extLst>
            </p:cNvPr>
            <p:cNvCxnSpPr>
              <a:cxnSpLocks/>
            </p:cNvCxnSpPr>
            <p:nvPr/>
          </p:nvCxnSpPr>
          <p:spPr>
            <a:xfrm>
              <a:off x="1076721" y="4803526"/>
              <a:ext cx="2215918" cy="66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4D69474-A7C1-04C4-9A3D-FB373E0A21E0}"/>
                </a:ext>
              </a:extLst>
            </p:cNvPr>
            <p:cNvSpPr/>
            <p:nvPr/>
          </p:nvSpPr>
          <p:spPr>
            <a:xfrm>
              <a:off x="1543932" y="4423079"/>
              <a:ext cx="473886" cy="387122"/>
            </a:xfrm>
            <a:custGeom>
              <a:avLst/>
              <a:gdLst>
                <a:gd name="connsiteX0" fmla="*/ 0 w 473886"/>
                <a:gd name="connsiteY0" fmla="*/ 387122 h 387122"/>
                <a:gd name="connsiteX1" fmla="*/ 166861 w 473886"/>
                <a:gd name="connsiteY1" fmla="*/ 300354 h 387122"/>
                <a:gd name="connsiteX2" fmla="*/ 273653 w 473886"/>
                <a:gd name="connsiteY2" fmla="*/ 4 h 387122"/>
                <a:gd name="connsiteX3" fmla="*/ 367095 w 473886"/>
                <a:gd name="connsiteY3" fmla="*/ 293680 h 387122"/>
                <a:gd name="connsiteX4" fmla="*/ 473886 w 473886"/>
                <a:gd name="connsiteY4" fmla="*/ 387122 h 387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886" h="387122">
                  <a:moveTo>
                    <a:pt x="0" y="387122"/>
                  </a:moveTo>
                  <a:cubicBezTo>
                    <a:pt x="60626" y="375998"/>
                    <a:pt x="121252" y="364874"/>
                    <a:pt x="166861" y="300354"/>
                  </a:cubicBezTo>
                  <a:cubicBezTo>
                    <a:pt x="212470" y="235834"/>
                    <a:pt x="240281" y="1116"/>
                    <a:pt x="273653" y="4"/>
                  </a:cubicBezTo>
                  <a:cubicBezTo>
                    <a:pt x="307025" y="-1108"/>
                    <a:pt x="333723" y="229160"/>
                    <a:pt x="367095" y="293680"/>
                  </a:cubicBezTo>
                  <a:cubicBezTo>
                    <a:pt x="400467" y="358200"/>
                    <a:pt x="437176" y="372661"/>
                    <a:pt x="473886" y="38712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56000C4-5957-B005-5D20-0BD18C2283F8}"/>
                </a:ext>
              </a:extLst>
            </p:cNvPr>
            <p:cNvSpPr/>
            <p:nvPr/>
          </p:nvSpPr>
          <p:spPr>
            <a:xfrm>
              <a:off x="2264773" y="4423079"/>
              <a:ext cx="473886" cy="387122"/>
            </a:xfrm>
            <a:custGeom>
              <a:avLst/>
              <a:gdLst>
                <a:gd name="connsiteX0" fmla="*/ 0 w 473886"/>
                <a:gd name="connsiteY0" fmla="*/ 387122 h 387122"/>
                <a:gd name="connsiteX1" fmla="*/ 166861 w 473886"/>
                <a:gd name="connsiteY1" fmla="*/ 300354 h 387122"/>
                <a:gd name="connsiteX2" fmla="*/ 273653 w 473886"/>
                <a:gd name="connsiteY2" fmla="*/ 4 h 387122"/>
                <a:gd name="connsiteX3" fmla="*/ 367095 w 473886"/>
                <a:gd name="connsiteY3" fmla="*/ 293680 h 387122"/>
                <a:gd name="connsiteX4" fmla="*/ 473886 w 473886"/>
                <a:gd name="connsiteY4" fmla="*/ 387122 h 387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886" h="387122">
                  <a:moveTo>
                    <a:pt x="0" y="387122"/>
                  </a:moveTo>
                  <a:cubicBezTo>
                    <a:pt x="60626" y="375998"/>
                    <a:pt x="121252" y="364874"/>
                    <a:pt x="166861" y="300354"/>
                  </a:cubicBezTo>
                  <a:cubicBezTo>
                    <a:pt x="212470" y="235834"/>
                    <a:pt x="240281" y="1116"/>
                    <a:pt x="273653" y="4"/>
                  </a:cubicBezTo>
                  <a:cubicBezTo>
                    <a:pt x="307025" y="-1108"/>
                    <a:pt x="333723" y="229160"/>
                    <a:pt x="367095" y="293680"/>
                  </a:cubicBezTo>
                  <a:cubicBezTo>
                    <a:pt x="400467" y="358200"/>
                    <a:pt x="437176" y="372661"/>
                    <a:pt x="473886" y="38712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3DB71BB-F10F-EAA9-F9C6-7EAE9E5CA6E1}"/>
              </a:ext>
            </a:extLst>
          </p:cNvPr>
          <p:cNvGrpSpPr/>
          <p:nvPr/>
        </p:nvGrpSpPr>
        <p:grpSpPr>
          <a:xfrm>
            <a:off x="3882763" y="5134589"/>
            <a:ext cx="1868220" cy="1439146"/>
            <a:chOff x="9305546" y="1899445"/>
            <a:chExt cx="1868220" cy="1439146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E027277-C4CB-08B1-AF74-235305588284}"/>
                </a:ext>
              </a:extLst>
            </p:cNvPr>
            <p:cNvGrpSpPr/>
            <p:nvPr/>
          </p:nvGrpSpPr>
          <p:grpSpPr>
            <a:xfrm>
              <a:off x="9495607" y="2048661"/>
              <a:ext cx="1110343" cy="1110344"/>
              <a:chOff x="5635690" y="3806890"/>
              <a:chExt cx="1110343" cy="1110344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AE27546D-FA32-0F2A-4B03-B611C0EF16BA}"/>
                  </a:ext>
                </a:extLst>
              </p:cNvPr>
              <p:cNvSpPr/>
              <p:nvPr/>
            </p:nvSpPr>
            <p:spPr>
              <a:xfrm>
                <a:off x="5635690" y="3806890"/>
                <a:ext cx="1110343" cy="111034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75E30CE7-7012-E071-ED89-412C98A8ABDC}"/>
                  </a:ext>
                </a:extLst>
              </p:cNvPr>
              <p:cNvSpPr/>
              <p:nvPr/>
            </p:nvSpPr>
            <p:spPr>
              <a:xfrm>
                <a:off x="5847183" y="3806890"/>
                <a:ext cx="687355" cy="1110343"/>
              </a:xfrm>
              <a:prstGeom prst="ellips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9">
                <a:extLst>
                  <a:ext uri="{FF2B5EF4-FFF2-40B4-BE49-F238E27FC236}">
                    <a16:creationId xmlns:a16="http://schemas.microsoft.com/office/drawing/2014/main" id="{56206CD9-1E72-ECE1-C856-F442A083F4A0}"/>
                  </a:ext>
                </a:extLst>
              </p:cNvPr>
              <p:cNvSpPr/>
              <p:nvPr/>
            </p:nvSpPr>
            <p:spPr>
              <a:xfrm>
                <a:off x="6190860" y="3806890"/>
                <a:ext cx="343678" cy="1110344"/>
              </a:xfrm>
              <a:custGeom>
                <a:avLst/>
                <a:gdLst>
                  <a:gd name="connsiteX0" fmla="*/ 0 w 687355"/>
                  <a:gd name="connsiteY0" fmla="*/ 555172 h 1110343"/>
                  <a:gd name="connsiteX1" fmla="*/ 343678 w 687355"/>
                  <a:gd name="connsiteY1" fmla="*/ 0 h 1110343"/>
                  <a:gd name="connsiteX2" fmla="*/ 687356 w 687355"/>
                  <a:gd name="connsiteY2" fmla="*/ 555172 h 1110343"/>
                  <a:gd name="connsiteX3" fmla="*/ 343678 w 687355"/>
                  <a:gd name="connsiteY3" fmla="*/ 1110344 h 1110343"/>
                  <a:gd name="connsiteX4" fmla="*/ 0 w 687355"/>
                  <a:gd name="connsiteY4" fmla="*/ 555172 h 1110343"/>
                  <a:gd name="connsiteX0" fmla="*/ 0 w 687356"/>
                  <a:gd name="connsiteY0" fmla="*/ 555172 h 1110344"/>
                  <a:gd name="connsiteX1" fmla="*/ 343678 w 687356"/>
                  <a:gd name="connsiteY1" fmla="*/ 0 h 1110344"/>
                  <a:gd name="connsiteX2" fmla="*/ 687356 w 687356"/>
                  <a:gd name="connsiteY2" fmla="*/ 555172 h 1110344"/>
                  <a:gd name="connsiteX3" fmla="*/ 343678 w 687356"/>
                  <a:gd name="connsiteY3" fmla="*/ 1110344 h 1110344"/>
                  <a:gd name="connsiteX4" fmla="*/ 91440 w 687356"/>
                  <a:gd name="connsiteY4" fmla="*/ 646612 h 1110344"/>
                  <a:gd name="connsiteX0" fmla="*/ 0 w 687356"/>
                  <a:gd name="connsiteY0" fmla="*/ 555172 h 1110344"/>
                  <a:gd name="connsiteX1" fmla="*/ 343678 w 687356"/>
                  <a:gd name="connsiteY1" fmla="*/ 0 h 1110344"/>
                  <a:gd name="connsiteX2" fmla="*/ 687356 w 687356"/>
                  <a:gd name="connsiteY2" fmla="*/ 555172 h 1110344"/>
                  <a:gd name="connsiteX3" fmla="*/ 343678 w 687356"/>
                  <a:gd name="connsiteY3" fmla="*/ 1110344 h 1110344"/>
                  <a:gd name="connsiteX0" fmla="*/ 0 w 343678"/>
                  <a:gd name="connsiteY0" fmla="*/ 0 h 1110344"/>
                  <a:gd name="connsiteX1" fmla="*/ 343678 w 343678"/>
                  <a:gd name="connsiteY1" fmla="*/ 555172 h 1110344"/>
                  <a:gd name="connsiteX2" fmla="*/ 0 w 343678"/>
                  <a:gd name="connsiteY2" fmla="*/ 1110344 h 1110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43678" h="1110344">
                    <a:moveTo>
                      <a:pt x="0" y="0"/>
                    </a:moveTo>
                    <a:cubicBezTo>
                      <a:pt x="189808" y="0"/>
                      <a:pt x="343678" y="248559"/>
                      <a:pt x="343678" y="555172"/>
                    </a:cubicBezTo>
                    <a:cubicBezTo>
                      <a:pt x="343678" y="861785"/>
                      <a:pt x="189808" y="1110344"/>
                      <a:pt x="0" y="1110344"/>
                    </a:cubicBezTo>
                  </a:path>
                </a:pathLst>
              </a:cu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3AFBCD1-49C6-F194-50D0-E58D6257D95D}"/>
                </a:ext>
              </a:extLst>
            </p:cNvPr>
            <p:cNvSpPr/>
            <p:nvPr/>
          </p:nvSpPr>
          <p:spPr>
            <a:xfrm rot="2574255">
              <a:off x="10310675" y="2184607"/>
              <a:ext cx="111580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E70154C-51EF-D685-1DC9-B5534F238848}"/>
                </a:ext>
              </a:extLst>
            </p:cNvPr>
            <p:cNvSpPr/>
            <p:nvPr/>
          </p:nvSpPr>
          <p:spPr>
            <a:xfrm rot="2574255">
              <a:off x="9672500" y="2956132"/>
              <a:ext cx="111580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F7B6ED3-4DE3-E780-3E83-0E8150CC3CA2}"/>
                </a:ext>
              </a:extLst>
            </p:cNvPr>
            <p:cNvSpPr/>
            <p:nvPr/>
          </p:nvSpPr>
          <p:spPr>
            <a:xfrm rot="4206954">
              <a:off x="10444787" y="2419303"/>
              <a:ext cx="111580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8DBDCE3-B97F-732C-4F02-EDF42FDB81C1}"/>
                    </a:ext>
                  </a:extLst>
                </p:cNvPr>
                <p:cNvSpPr txBox="1"/>
                <p:nvPr/>
              </p:nvSpPr>
              <p:spPr>
                <a:xfrm>
                  <a:off x="10321580" y="1899445"/>
                  <a:ext cx="66697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8DBDCE3-B97F-732C-4F02-EDF42FDB81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1580" y="1899445"/>
                  <a:ext cx="666977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007E054-7938-E593-A561-59F608685061}"/>
                    </a:ext>
                  </a:extLst>
                </p:cNvPr>
                <p:cNvSpPr txBox="1"/>
                <p:nvPr/>
              </p:nvSpPr>
              <p:spPr>
                <a:xfrm>
                  <a:off x="9305546" y="2969259"/>
                  <a:ext cx="6715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⟩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007E054-7938-E593-A561-59F6086850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5546" y="2969259"/>
                  <a:ext cx="671594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44D5D96-D78E-62DC-ED21-FDF9DAAD6C11}"/>
                    </a:ext>
                  </a:extLst>
                </p:cNvPr>
                <p:cNvSpPr txBox="1"/>
                <p:nvPr/>
              </p:nvSpPr>
              <p:spPr>
                <a:xfrm>
                  <a:off x="10526409" y="2255364"/>
                  <a:ext cx="64735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⟩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44D5D96-D78E-62DC-ED21-FDF9DAAD6C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6409" y="2255364"/>
                  <a:ext cx="647357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C0EBAA68-F1E1-0299-8D2A-A2E94FAD50C3}"/>
              </a:ext>
            </a:extLst>
          </p:cNvPr>
          <p:cNvSpPr txBox="1"/>
          <p:nvPr/>
        </p:nvSpPr>
        <p:spPr>
          <a:xfrm>
            <a:off x="481329" y="4324233"/>
            <a:ext cx="27020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Coincide in classical </a:t>
            </a:r>
            <a:br>
              <a:rPr lang="en-US" sz="24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ensemble spaces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8188023-9FA7-CB04-ED7F-92E09FD8FBF1}"/>
                  </a:ext>
                </a:extLst>
              </p:cNvPr>
              <p:cNvSpPr txBox="1"/>
              <p:nvPr/>
            </p:nvSpPr>
            <p:spPr>
              <a:xfrm>
                <a:off x="5542002" y="1553111"/>
                <a:ext cx="1107996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6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⇐</m:t>
                      </m:r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8188023-9FA7-CB04-ED7F-92E09FD8F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002" y="1553111"/>
                <a:ext cx="1107996" cy="110799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3B25C784-1E5B-C1D8-CB13-C1D7CCDD0930}"/>
              </a:ext>
            </a:extLst>
          </p:cNvPr>
          <p:cNvSpPr txBox="1"/>
          <p:nvPr/>
        </p:nvSpPr>
        <p:spPr>
          <a:xfrm>
            <a:off x="1001279" y="5898097"/>
            <a:ext cx="1662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disjoint support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8C1FBB-8CD8-4189-4387-CD40D704185D}"/>
              </a:ext>
            </a:extLst>
          </p:cNvPr>
          <p:cNvSpPr txBox="1"/>
          <p:nvPr/>
        </p:nvSpPr>
        <p:spPr>
          <a:xfrm>
            <a:off x="3406658" y="4326783"/>
            <a:ext cx="28058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Different in quantum</a:t>
            </a:r>
            <a:br>
              <a:rPr lang="en-US" sz="2400" dirty="0">
                <a:solidFill>
                  <a:srgbClr val="C00000"/>
                </a:solidFill>
              </a:rPr>
            </a:br>
            <a:r>
              <a:rPr lang="en-US" sz="2400" dirty="0">
                <a:solidFill>
                  <a:srgbClr val="C00000"/>
                </a:solidFill>
              </a:rPr>
              <a:t>ensemble spaces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85054D-E954-55B4-9CFA-8C4B18C65DF9}"/>
              </a:ext>
            </a:extLst>
          </p:cNvPr>
          <p:cNvSpPr txBox="1"/>
          <p:nvPr/>
        </p:nvSpPr>
        <p:spPr>
          <a:xfrm>
            <a:off x="2950396" y="134468"/>
            <a:ext cx="6291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Two ways to define “exclusive” ensembles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623E16-3A4F-1AF8-5A63-F57638E49EC4}"/>
              </a:ext>
            </a:extLst>
          </p:cNvPr>
          <p:cNvSpPr txBox="1"/>
          <p:nvPr/>
        </p:nvSpPr>
        <p:spPr>
          <a:xfrm>
            <a:off x="6587499" y="4721883"/>
            <a:ext cx="23005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Simple but powerful</a:t>
            </a:r>
            <a:br>
              <a:rPr lang="en-US" sz="2000" dirty="0"/>
            </a:br>
            <a:r>
              <a:rPr lang="en-US" sz="2000" dirty="0"/>
              <a:t>definitions from</a:t>
            </a:r>
            <a:br>
              <a:rPr lang="en-US" sz="2000" dirty="0"/>
            </a:br>
            <a:r>
              <a:rPr lang="en-US" sz="2000" dirty="0"/>
              <a:t>basic axioms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F75640-2BFC-E120-41C0-12D8F0284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2297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EBC81-EF5D-69EE-15A0-F0EDE57A8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2679787-FDF8-9900-782B-0C2384E5D4CC}"/>
              </a:ext>
            </a:extLst>
          </p:cNvPr>
          <p:cNvSpPr/>
          <p:nvPr/>
        </p:nvSpPr>
        <p:spPr>
          <a:xfrm>
            <a:off x="5247496" y="2508895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2FE6C7-C058-6FC1-DB41-BC2D9BD4F3F9}"/>
              </a:ext>
            </a:extLst>
          </p:cNvPr>
          <p:cNvSpPr txBox="1"/>
          <p:nvPr/>
        </p:nvSpPr>
        <p:spPr>
          <a:xfrm>
            <a:off x="378539" y="150606"/>
            <a:ext cx="1652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Preparation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2D6C66-B15A-B11B-2470-3176CF7E97E0}"/>
              </a:ext>
            </a:extLst>
          </p:cNvPr>
          <p:cNvSpPr txBox="1"/>
          <p:nvPr/>
        </p:nvSpPr>
        <p:spPr>
          <a:xfrm>
            <a:off x="4060569" y="150607"/>
            <a:ext cx="1402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Ensemble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60FAF67-59AB-E82E-8378-317B5391757D}"/>
                  </a:ext>
                </a:extLst>
              </p:cNvPr>
              <p:cNvSpPr/>
              <p:nvPr/>
            </p:nvSpPr>
            <p:spPr>
              <a:xfrm>
                <a:off x="613185" y="2302137"/>
                <a:ext cx="1183341" cy="10219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60FAF67-59AB-E82E-8378-317B539175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85" y="2302137"/>
                <a:ext cx="1183341" cy="10219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8DE80B-E2FB-8726-3ED7-5BCE10370A26}"/>
                  </a:ext>
                </a:extLst>
              </p:cNvPr>
              <p:cNvSpPr txBox="1"/>
              <p:nvPr/>
            </p:nvSpPr>
            <p:spPr>
              <a:xfrm>
                <a:off x="3505567" y="2151816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8DE80B-E2FB-8726-3ED7-5BCE10370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567" y="2151816"/>
                <a:ext cx="53232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88BE57E-C212-F42A-98AB-15C5C6D7A6AA}"/>
                  </a:ext>
                </a:extLst>
              </p:cNvPr>
              <p:cNvSpPr txBox="1"/>
              <p:nvPr/>
            </p:nvSpPr>
            <p:spPr>
              <a:xfrm>
                <a:off x="6394480" y="2475131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88BE57E-C212-F42A-98AB-15C5C6D7A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480" y="2475131"/>
                <a:ext cx="53232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AF2F7E6-E5D9-D965-2F71-9BA79030E07C}"/>
                  </a:ext>
                </a:extLst>
              </p:cNvPr>
              <p:cNvSpPr/>
              <p:nvPr/>
            </p:nvSpPr>
            <p:spPr>
              <a:xfrm>
                <a:off x="613185" y="763794"/>
                <a:ext cx="1183341" cy="10219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AF2F7E6-E5D9-D965-2F71-9BA79030E0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85" y="763794"/>
                <a:ext cx="1183341" cy="10219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Oval 47">
            <a:extLst>
              <a:ext uri="{FF2B5EF4-FFF2-40B4-BE49-F238E27FC236}">
                <a16:creationId xmlns:a16="http://schemas.microsoft.com/office/drawing/2014/main" id="{2761AF2F-C615-1A02-92FD-ACD2C2B4DCBA}"/>
              </a:ext>
            </a:extLst>
          </p:cNvPr>
          <p:cNvSpPr/>
          <p:nvPr/>
        </p:nvSpPr>
        <p:spPr>
          <a:xfrm>
            <a:off x="3537685" y="1143754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D7F38DB-7BA9-16E6-078D-BACA3AB05335}"/>
              </a:ext>
            </a:extLst>
          </p:cNvPr>
          <p:cNvSpPr/>
          <p:nvPr/>
        </p:nvSpPr>
        <p:spPr>
          <a:xfrm>
            <a:off x="2735973" y="1392285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F6F29D5-102E-57A4-9BD9-3D75631A99A9}"/>
              </a:ext>
            </a:extLst>
          </p:cNvPr>
          <p:cNvSpPr/>
          <p:nvPr/>
        </p:nvSpPr>
        <p:spPr>
          <a:xfrm>
            <a:off x="5012062" y="1366475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81207C4-2A39-8ADE-F803-535714B11CA5}"/>
              </a:ext>
            </a:extLst>
          </p:cNvPr>
          <p:cNvSpPr/>
          <p:nvPr/>
        </p:nvSpPr>
        <p:spPr>
          <a:xfrm>
            <a:off x="4158858" y="981056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8B20C40-5D22-8304-C387-AB42E9D5F098}"/>
              </a:ext>
            </a:extLst>
          </p:cNvPr>
          <p:cNvSpPr/>
          <p:nvPr/>
        </p:nvSpPr>
        <p:spPr>
          <a:xfrm>
            <a:off x="6060090" y="1392285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E2DDA06-2E55-B5D5-22F3-91BF1BC939D3}"/>
                  </a:ext>
                </a:extLst>
              </p:cNvPr>
              <p:cNvSpPr txBox="1"/>
              <p:nvPr/>
            </p:nvSpPr>
            <p:spPr>
              <a:xfrm>
                <a:off x="3505567" y="613473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E2DDA06-2E55-B5D5-22F3-91BF1BC93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567" y="613473"/>
                <a:ext cx="532325" cy="461665"/>
              </a:xfrm>
              <a:prstGeom prst="rect">
                <a:avLst/>
              </a:prstGeom>
              <a:blipFill>
                <a:blip r:embed="rId6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9C8CA2E-70A3-FE08-DAB4-A8A79BE916FD}"/>
                  </a:ext>
                </a:extLst>
              </p:cNvPr>
              <p:cNvSpPr txBox="1"/>
              <p:nvPr/>
            </p:nvSpPr>
            <p:spPr>
              <a:xfrm>
                <a:off x="6394480" y="936788"/>
                <a:ext cx="532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9C8CA2E-70A3-FE08-DAB4-A8A79BE91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480" y="936788"/>
                <a:ext cx="53232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F7D1FFC7-3B1A-F63F-6E5E-41DD9E49B3FB}"/>
              </a:ext>
            </a:extLst>
          </p:cNvPr>
          <p:cNvSpPr/>
          <p:nvPr/>
        </p:nvSpPr>
        <p:spPr>
          <a:xfrm>
            <a:off x="3378470" y="2813125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E81F51E-CD86-83FE-AAC9-B3EAADE06E1B}"/>
              </a:ext>
            </a:extLst>
          </p:cNvPr>
          <p:cNvSpPr/>
          <p:nvPr/>
        </p:nvSpPr>
        <p:spPr>
          <a:xfrm>
            <a:off x="6060090" y="2582368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578F7FB9-6D96-E3D9-6A55-EFF04506A94C}"/>
              </a:ext>
            </a:extLst>
          </p:cNvPr>
          <p:cNvSpPr/>
          <p:nvPr/>
        </p:nvSpPr>
        <p:spPr>
          <a:xfrm>
            <a:off x="4663376" y="2549661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018554-27BA-A261-43A8-804C2C410019}"/>
              </a:ext>
            </a:extLst>
          </p:cNvPr>
          <p:cNvSpPr/>
          <p:nvPr/>
        </p:nvSpPr>
        <p:spPr>
          <a:xfrm>
            <a:off x="2257959" y="2887998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94F40630-B9DC-7053-A771-3E444CA7D048}"/>
              </a:ext>
            </a:extLst>
          </p:cNvPr>
          <p:cNvSpPr/>
          <p:nvPr/>
        </p:nvSpPr>
        <p:spPr>
          <a:xfrm>
            <a:off x="2778763" y="2887998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7F5DA7E-90F2-2629-77DD-4410787099E8}"/>
              </a:ext>
            </a:extLst>
          </p:cNvPr>
          <p:cNvSpPr/>
          <p:nvPr/>
        </p:nvSpPr>
        <p:spPr>
          <a:xfrm>
            <a:off x="2341121" y="1039168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BAB59CD-3BD8-06CA-779E-F3A27C130340}"/>
              </a:ext>
            </a:extLst>
          </p:cNvPr>
          <p:cNvSpPr/>
          <p:nvPr/>
        </p:nvSpPr>
        <p:spPr>
          <a:xfrm>
            <a:off x="4626529" y="1123309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BC5176C-CCF9-5E88-5DFA-68F5CEE336A4}"/>
              </a:ext>
            </a:extLst>
          </p:cNvPr>
          <p:cNvSpPr/>
          <p:nvPr/>
        </p:nvSpPr>
        <p:spPr>
          <a:xfrm>
            <a:off x="6211424" y="986875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BE4DB47-7722-F830-E917-61321AA34A59}"/>
              </a:ext>
            </a:extLst>
          </p:cNvPr>
          <p:cNvSpPr/>
          <p:nvPr/>
        </p:nvSpPr>
        <p:spPr>
          <a:xfrm>
            <a:off x="3005430" y="981056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4CCBE27-6B21-74D9-6514-4C6C024B0AD3}"/>
              </a:ext>
            </a:extLst>
          </p:cNvPr>
          <p:cNvSpPr/>
          <p:nvPr/>
        </p:nvSpPr>
        <p:spPr>
          <a:xfrm>
            <a:off x="5423234" y="1516978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5EF8AF7B-9713-EA15-44AD-A83A44093DD3}"/>
              </a:ext>
            </a:extLst>
          </p:cNvPr>
          <p:cNvSpPr/>
          <p:nvPr/>
        </p:nvSpPr>
        <p:spPr>
          <a:xfrm>
            <a:off x="4497305" y="2931491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345A78C-EB7B-9442-F2F1-816B20C91962}"/>
              </a:ext>
            </a:extLst>
          </p:cNvPr>
          <p:cNvSpPr/>
          <p:nvPr/>
        </p:nvSpPr>
        <p:spPr>
          <a:xfrm>
            <a:off x="3018285" y="2561188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23BF4C9-5758-2DBE-85E2-E5F3E1F213EB}"/>
              </a:ext>
            </a:extLst>
          </p:cNvPr>
          <p:cNvSpPr/>
          <p:nvPr/>
        </p:nvSpPr>
        <p:spPr>
          <a:xfrm>
            <a:off x="5608428" y="2940291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76D86FE-D86D-4CDA-774D-9895549B9AE4}"/>
              </a:ext>
            </a:extLst>
          </p:cNvPr>
          <p:cNvSpPr/>
          <p:nvPr/>
        </p:nvSpPr>
        <p:spPr>
          <a:xfrm>
            <a:off x="3964034" y="2875195"/>
            <a:ext cx="104586" cy="1045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87D53FA7-FD09-FCB1-A3BE-80D53830440C}"/>
              </a:ext>
            </a:extLst>
          </p:cNvPr>
          <p:cNvSpPr/>
          <p:nvPr/>
        </p:nvSpPr>
        <p:spPr>
          <a:xfrm>
            <a:off x="5246921" y="2927488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0155DCBD-936F-DF2E-23EB-16FB01AB1CA1}"/>
              </a:ext>
            </a:extLst>
          </p:cNvPr>
          <p:cNvSpPr/>
          <p:nvPr/>
        </p:nvSpPr>
        <p:spPr>
          <a:xfrm>
            <a:off x="2191377" y="2381663"/>
            <a:ext cx="104586" cy="10458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3C4E8A4-094C-7E37-042C-29F3E87699ED}"/>
              </a:ext>
            </a:extLst>
          </p:cNvPr>
          <p:cNvSpPr/>
          <p:nvPr/>
        </p:nvSpPr>
        <p:spPr>
          <a:xfrm>
            <a:off x="4055844" y="1392972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AC1682D-102E-591E-89AD-0F93FE53369F}"/>
              </a:ext>
            </a:extLst>
          </p:cNvPr>
          <p:cNvSpPr/>
          <p:nvPr/>
        </p:nvSpPr>
        <p:spPr>
          <a:xfrm>
            <a:off x="5470209" y="1071342"/>
            <a:ext cx="104586" cy="10458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A7922A-691B-CDB8-8A09-50BC71B08B4E}"/>
              </a:ext>
            </a:extLst>
          </p:cNvPr>
          <p:cNvSpPr txBox="1"/>
          <p:nvPr/>
        </p:nvSpPr>
        <p:spPr>
          <a:xfrm>
            <a:off x="8064336" y="483104"/>
            <a:ext cx="167558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Identically</a:t>
            </a:r>
            <a:br>
              <a:rPr lang="en-US" sz="2800" dirty="0"/>
            </a:br>
            <a:r>
              <a:rPr lang="en-US" sz="2800" dirty="0"/>
              <a:t>prepared</a:t>
            </a:r>
            <a:br>
              <a:rPr lang="en-US" sz="2800" dirty="0"/>
            </a:br>
            <a:r>
              <a:rPr lang="en-US" sz="2800" dirty="0"/>
              <a:t>ensemble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655769-E4F1-FC12-7B40-652C9570FF70}"/>
              </a:ext>
            </a:extLst>
          </p:cNvPr>
          <p:cNvSpPr txBox="1"/>
          <p:nvPr/>
        </p:nvSpPr>
        <p:spPr>
          <a:xfrm>
            <a:off x="8081010" y="2237878"/>
            <a:ext cx="160653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Pure</a:t>
            </a:r>
            <a:br>
              <a:rPr lang="en-US" sz="2800" dirty="0"/>
            </a:br>
            <a:r>
              <a:rPr lang="en-US" sz="2800" dirty="0"/>
              <a:t>ensemble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288C75-2230-5678-A305-E9D37075DE6E}"/>
                  </a:ext>
                </a:extLst>
              </p:cNvPr>
              <p:cNvSpPr txBox="1"/>
              <p:nvPr/>
            </p:nvSpPr>
            <p:spPr>
              <a:xfrm>
                <a:off x="2667832" y="3378765"/>
                <a:ext cx="6608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There is no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∈(0,1)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288C75-2230-5678-A305-E9D37075D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832" y="3378765"/>
                <a:ext cx="6608669" cy="369332"/>
              </a:xfrm>
              <a:prstGeom prst="rect">
                <a:avLst/>
              </a:prstGeom>
              <a:blipFill>
                <a:blip r:embed="rId8"/>
                <a:stretch>
                  <a:fillRect l="-830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4588BB04-01CD-CEF0-253B-8DCF8D7F7F71}"/>
              </a:ext>
            </a:extLst>
          </p:cNvPr>
          <p:cNvSpPr txBox="1"/>
          <p:nvPr/>
        </p:nvSpPr>
        <p:spPr>
          <a:xfrm>
            <a:off x="243288" y="4073075"/>
            <a:ext cx="9444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 classical theories, all pure ensembles are identically prepared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888DAB-1AAD-F891-BC68-52B2C43F210D}"/>
              </a:ext>
            </a:extLst>
          </p:cNvPr>
          <p:cNvSpPr txBox="1"/>
          <p:nvPr/>
        </p:nvSpPr>
        <p:spPr>
          <a:xfrm>
            <a:off x="2028056" y="4586355"/>
            <a:ext cx="5904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real distinction between pure preparations and outcomes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9B5AAA-6C9C-24BE-68A4-E5CB857EF4E2}"/>
              </a:ext>
            </a:extLst>
          </p:cNvPr>
          <p:cNvSpPr txBox="1"/>
          <p:nvPr/>
        </p:nvSpPr>
        <p:spPr>
          <a:xfrm>
            <a:off x="243288" y="5257804"/>
            <a:ext cx="8855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 non-classical theories, no identically prepared ensembles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229167-02FB-4EEF-2184-DDFBFABED740}"/>
              </a:ext>
            </a:extLst>
          </p:cNvPr>
          <p:cNvSpPr txBox="1"/>
          <p:nvPr/>
        </p:nvSpPr>
        <p:spPr>
          <a:xfrm>
            <a:off x="1596928" y="5780422"/>
            <a:ext cx="6736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Zero entropy does NOT correspond to identically prepared ensembles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90AC57-88E5-D7FB-3172-831297B5E688}"/>
              </a:ext>
            </a:extLst>
          </p:cNvPr>
          <p:cNvSpPr txBox="1"/>
          <p:nvPr/>
        </p:nvSpPr>
        <p:spPr>
          <a:xfrm>
            <a:off x="9849642" y="2474716"/>
            <a:ext cx="1984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No preparation with lower variability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CA86F86-47E1-E81E-9F74-E72D0610DE53}"/>
              </a:ext>
            </a:extLst>
          </p:cNvPr>
          <p:cNvSpPr txBox="1"/>
          <p:nvPr/>
        </p:nvSpPr>
        <p:spPr>
          <a:xfrm>
            <a:off x="9921861" y="932203"/>
            <a:ext cx="1984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There is no variability in the ensemble</a:t>
            </a:r>
          </a:p>
        </p:txBody>
      </p:sp>
    </p:spTree>
    <p:extLst>
      <p:ext uri="{BB962C8B-B14F-4D97-AF65-F5344CB8AC3E}">
        <p14:creationId xmlns:p14="http://schemas.microsoft.com/office/powerpoint/2010/main" val="4027041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138D0443-625D-CA0F-9740-0B5969ADA39E}"/>
              </a:ext>
            </a:extLst>
          </p:cNvPr>
          <p:cNvGrpSpPr/>
          <p:nvPr/>
        </p:nvGrpSpPr>
        <p:grpSpPr>
          <a:xfrm>
            <a:off x="5858776" y="978810"/>
            <a:ext cx="5959356" cy="2286199"/>
            <a:chOff x="434003" y="1055448"/>
            <a:chExt cx="5959356" cy="2286199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C1FFE11-CBE1-A00B-FC5F-DCC83E9D2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4003" y="1055448"/>
              <a:ext cx="5959356" cy="2286198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CA87CE7-B692-6E7F-5603-124ABF1EE795}"/>
                </a:ext>
              </a:extLst>
            </p:cNvPr>
            <p:cNvSpPr/>
            <p:nvPr/>
          </p:nvSpPr>
          <p:spPr>
            <a:xfrm>
              <a:off x="434003" y="2183399"/>
              <a:ext cx="5959356" cy="115824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8F75ACF-D55A-AC2E-E936-1DF02D1E1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classical probability?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C62A86-E215-B4DB-0CFF-62D26981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6E5F53-5D72-F443-AE5B-115AA2D1222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46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FBB4CF-1FB2-95A5-517F-5B8B5411D790}"/>
              </a:ext>
            </a:extLst>
          </p:cNvPr>
          <p:cNvSpPr txBox="1"/>
          <p:nvPr/>
        </p:nvSpPr>
        <p:spPr>
          <a:xfrm>
            <a:off x="2829254" y="5566236"/>
            <a:ext cx="4202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Husimi</a:t>
            </a:r>
            <a:r>
              <a:rPr lang="en-US" dirty="0">
                <a:solidFill>
                  <a:srgbClr val="C00000"/>
                </a:solidFill>
              </a:rPr>
              <a:t> Q representation is NOT probability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501413-C781-B651-2AD1-CF3ECB1C8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93" y="4567201"/>
            <a:ext cx="8931414" cy="1005927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C197103-3003-41F9-2999-E826B7EB81BB}"/>
              </a:ext>
            </a:extLst>
          </p:cNvPr>
          <p:cNvCxnSpPr>
            <a:cxnSpLocks/>
          </p:cNvCxnSpPr>
          <p:nvPr/>
        </p:nvCxnSpPr>
        <p:spPr>
          <a:xfrm>
            <a:off x="3950494" y="1474372"/>
            <a:ext cx="2137103" cy="575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466CFEE-19D7-D87C-1B40-9BE603D70A85}"/>
              </a:ext>
            </a:extLst>
          </p:cNvPr>
          <p:cNvSpPr txBox="1"/>
          <p:nvPr/>
        </p:nvSpPr>
        <p:spPr>
          <a:xfrm>
            <a:off x="1122643" y="1008354"/>
            <a:ext cx="3962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elements of the sample space must be mutually exclusive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3868A6-22A3-5830-F5A7-D48A99A7A81E}"/>
              </a:ext>
            </a:extLst>
          </p:cNvPr>
          <p:cNvSpPr txBox="1"/>
          <p:nvPr/>
        </p:nvSpPr>
        <p:spPr>
          <a:xfrm>
            <a:off x="303181" y="1907446"/>
            <a:ext cx="62262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Classical probability can only be defined</a:t>
            </a:r>
            <a:br>
              <a:rPr lang="en-US" sz="24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among mutually exclusive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preparations</a:t>
            </a:r>
            <a:br>
              <a:rPr lang="en-US" sz="24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(i.e. orthogonal ensembles)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E06F733-FF9C-2A17-E65E-86C48DC91CB3}"/>
                  </a:ext>
                </a:extLst>
              </p:cNvPr>
              <p:cNvSpPr txBox="1"/>
              <p:nvPr/>
            </p:nvSpPr>
            <p:spPr>
              <a:xfrm>
                <a:off x="962078" y="3245041"/>
                <a:ext cx="17610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=∑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E06F733-FF9C-2A17-E65E-86C48DC91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078" y="3245041"/>
                <a:ext cx="176105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76E6929-0369-08FE-4CD4-E68B3DA481CC}"/>
                  </a:ext>
                </a:extLst>
              </p:cNvPr>
              <p:cNvSpPr txBox="1"/>
              <p:nvPr/>
            </p:nvSpPr>
            <p:spPr>
              <a:xfrm>
                <a:off x="3090051" y="3252284"/>
                <a:ext cx="2381678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76E6929-0369-08FE-4CD4-E68B3DA48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051" y="3252284"/>
                <a:ext cx="2381678" cy="5579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16059F0-6C20-0659-3E43-451AA2D47078}"/>
                  </a:ext>
                </a:extLst>
              </p:cNvPr>
              <p:cNvSpPr txBox="1"/>
              <p:nvPr/>
            </p:nvSpPr>
            <p:spPr>
              <a:xfrm>
                <a:off x="671513" y="3737478"/>
                <a:ext cx="55479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probability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dirty="0"/>
                  <a:t> decomposition into orthogonal ensembles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16059F0-6C20-0659-3E43-451AA2D47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13" y="3737478"/>
                <a:ext cx="5547929" cy="369332"/>
              </a:xfrm>
              <a:prstGeom prst="rect">
                <a:avLst/>
              </a:prstGeom>
              <a:blipFill>
                <a:blip r:embed="rId6"/>
                <a:stretch>
                  <a:fillRect l="-879" t="-8197" r="-22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F7F38128-4572-0E1C-4DCB-627D089120C6}"/>
              </a:ext>
            </a:extLst>
          </p:cNvPr>
          <p:cNvGrpSpPr/>
          <p:nvPr/>
        </p:nvGrpSpPr>
        <p:grpSpPr>
          <a:xfrm>
            <a:off x="6399064" y="2049873"/>
            <a:ext cx="925253" cy="150013"/>
            <a:chOff x="1749137" y="477590"/>
            <a:chExt cx="1620982" cy="613064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9EEEDF2-DFD2-737E-07AC-576856E2F7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137" y="477590"/>
              <a:ext cx="1620982" cy="61306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BB4FD31-4A08-0544-D453-17AB7CDFF4B9}"/>
                </a:ext>
              </a:extLst>
            </p:cNvPr>
            <p:cNvCxnSpPr>
              <a:cxnSpLocks/>
            </p:cNvCxnSpPr>
            <p:nvPr/>
          </p:nvCxnSpPr>
          <p:spPr>
            <a:xfrm>
              <a:off x="1749137" y="477590"/>
              <a:ext cx="1620982" cy="61306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9AB72A57-483C-4347-AF4C-961AE8194786}"/>
              </a:ext>
            </a:extLst>
          </p:cNvPr>
          <p:cNvSpPr txBox="1"/>
          <p:nvPr/>
        </p:nvSpPr>
        <p:spPr>
          <a:xfrm>
            <a:off x="6524879" y="1744321"/>
            <a:ext cx="13397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preparations!</a:t>
            </a:r>
          </a:p>
        </p:txBody>
      </p:sp>
    </p:spTree>
    <p:extLst>
      <p:ext uri="{BB962C8B-B14F-4D97-AF65-F5344CB8AC3E}">
        <p14:creationId xmlns:p14="http://schemas.microsoft.com/office/powerpoint/2010/main" val="149582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/>
      <p:bldP spid="24" grpId="0"/>
      <p:bldP spid="31" grpId="0"/>
      <p:bldP spid="32" grpId="0"/>
      <p:bldP spid="33" grpId="0"/>
      <p:bldP spid="3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EADEB8-A5B5-1729-1598-AC24970FA732}"/>
              </a:ext>
            </a:extLst>
          </p:cNvPr>
          <p:cNvSpPr txBox="1"/>
          <p:nvPr/>
        </p:nvSpPr>
        <p:spPr>
          <a:xfrm>
            <a:off x="1386849" y="4233397"/>
            <a:ext cx="72329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Pseudo-distance defined from the entropy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AFC07E-B466-0027-64CC-B9554A0F5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808" y="1015296"/>
            <a:ext cx="6287377" cy="9716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72D7E0-25D5-9F55-FD2D-32DF31C760C7}"/>
              </a:ext>
            </a:extLst>
          </p:cNvPr>
          <p:cNvSpPr txBox="1"/>
          <p:nvPr/>
        </p:nvSpPr>
        <p:spPr>
          <a:xfrm>
            <a:off x="356967" y="254609"/>
            <a:ext cx="10615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How much does the entropy increase during mixture?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736D3CB-822C-C7C2-3CD6-FAD55EF222EF}"/>
              </a:ext>
            </a:extLst>
          </p:cNvPr>
          <p:cNvGrpSpPr/>
          <p:nvPr/>
        </p:nvGrpSpPr>
        <p:grpSpPr>
          <a:xfrm>
            <a:off x="402321" y="2421921"/>
            <a:ext cx="6629549" cy="1495409"/>
            <a:chOff x="4032483" y="2281878"/>
            <a:chExt cx="7406310" cy="167062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4BE68BB-2187-62A9-BD95-6D550C210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76098"/>
            <a:stretch/>
          </p:blipFill>
          <p:spPr>
            <a:xfrm>
              <a:off x="4032483" y="2281878"/>
              <a:ext cx="7406310" cy="146364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91D26BD-2A29-9CEC-D976-E94CF6349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94981"/>
            <a:stretch/>
          </p:blipFill>
          <p:spPr>
            <a:xfrm>
              <a:off x="4032483" y="3645143"/>
              <a:ext cx="7406310" cy="307356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8E5CE36-3044-A595-AF24-D9E1577DCA64}"/>
              </a:ext>
            </a:extLst>
          </p:cNvPr>
          <p:cNvSpPr txBox="1"/>
          <p:nvPr/>
        </p:nvSpPr>
        <p:spPr>
          <a:xfrm>
            <a:off x="7317601" y="2421921"/>
            <a:ext cx="45213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Recovers the Jensen-Shannon divergence (JSD)</a:t>
            </a:r>
            <a:br>
              <a:rPr lang="en-US" sz="28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(both classical and quantum)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CFBA5E-02E7-4FE6-56F8-F53ECE00C407}"/>
              </a:ext>
            </a:extLst>
          </p:cNvPr>
          <p:cNvSpPr txBox="1"/>
          <p:nvPr/>
        </p:nvSpPr>
        <p:spPr>
          <a:xfrm>
            <a:off x="2838203" y="4842538"/>
            <a:ext cx="391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(does not satisfy the triangle inequality)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BC5A2-5A53-E0A4-8ACB-3DDB969FA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7394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78E888-EB29-DB61-FD53-457BC0FA6C18}"/>
              </a:ext>
            </a:extLst>
          </p:cNvPr>
          <p:cNvSpPr txBox="1"/>
          <p:nvPr/>
        </p:nvSpPr>
        <p:spPr>
          <a:xfrm>
            <a:off x="525780" y="274320"/>
            <a:ext cx="83630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Entropy imposes a metric on the ensemble space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19CFC7-15F0-E527-022F-0283B937B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287" y="1137470"/>
            <a:ext cx="3496163" cy="4858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04D788-0074-4F44-6833-AC69D8904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1287" y="1806030"/>
            <a:ext cx="6639852" cy="8192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BD5AD0-6DC9-CDB8-4FCF-6A8CC564F6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3620" y="3064397"/>
            <a:ext cx="4210638" cy="8764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BAF2078-FD43-EFFF-63FF-0E1B6FA9D155}"/>
                  </a:ext>
                </a:extLst>
              </p:cNvPr>
              <p:cNvSpPr txBox="1"/>
              <p:nvPr/>
            </p:nvSpPr>
            <p:spPr>
              <a:xfrm>
                <a:off x="898165" y="3064397"/>
                <a:ext cx="94128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BAF2078-FD43-EFFF-63FF-0E1B6FA9D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165" y="3064397"/>
                <a:ext cx="941283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B9B1238-8E23-861C-22B5-2D51BBC1B6EE}"/>
              </a:ext>
            </a:extLst>
          </p:cNvPr>
          <p:cNvSpPr txBox="1"/>
          <p:nvPr/>
        </p:nvSpPr>
        <p:spPr>
          <a:xfrm>
            <a:off x="287018" y="4165220"/>
            <a:ext cx="92408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Entropy strict concavity means the Hessian is negative definite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975DC8-F88C-3061-DE1B-4459B857627F}"/>
              </a:ext>
            </a:extLst>
          </p:cNvPr>
          <p:cNvSpPr txBox="1"/>
          <p:nvPr/>
        </p:nvSpPr>
        <p:spPr>
          <a:xfrm>
            <a:off x="1411287" y="5100422"/>
            <a:ext cx="66779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Recovers Fisher-Rao information metric</a:t>
            </a:r>
            <a:br>
              <a:rPr lang="en-US" sz="28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(both classical and quantum - BKM)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DDFA73-ACC2-BE2B-7D04-D6C85E84A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110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57421-7224-4937-BF08-2FCD34E25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Several useful lattices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5DC217-3D7B-63DA-6B80-33E0733D1B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3955" y="1075038"/>
                <a:ext cx="7552439" cy="5381746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Experimental verifiability</a:t>
                </a:r>
              </a:p>
              <a:p>
                <a:pPr lvl="1"/>
                <a:r>
                  <a:rPr lang="en-US" dirty="0"/>
                  <a:t>Topology on the ensemble space (verifiable statements)</a:t>
                </a:r>
              </a:p>
              <a:p>
                <a:pPr lvl="2"/>
                <a:r>
                  <a:rPr lang="en-US" dirty="0"/>
                  <a:t>“This coin is fair within .1%” “The average energy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5±0.01</m:t>
                    </m:r>
                  </m:oMath>
                </a14:m>
                <a:r>
                  <a:rPr lang="en-US" dirty="0"/>
                  <a:t> eV” …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-algebra on the ensemble space (statements associated with a test)</a:t>
                </a:r>
              </a:p>
              <a:p>
                <a:pPr lvl="2"/>
                <a:r>
                  <a:rPr lang="en-US" dirty="0"/>
                  <a:t>“This coin is perfectly fair” “The average energy is a rational number in eV” …</a:t>
                </a:r>
              </a:p>
              <a:p>
                <a:r>
                  <a:rPr lang="en-US" dirty="0"/>
                  <a:t>Mixing</a:t>
                </a:r>
              </a:p>
              <a:p>
                <a:pPr lvl="1"/>
                <a:r>
                  <a:rPr lang="en-US" dirty="0"/>
                  <a:t>Convex sets (closed under finite mixtures)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-convex sets (closed under infinite mixtures – possibly convex integrals)</a:t>
                </a:r>
              </a:p>
              <a:p>
                <a:pPr lvl="1"/>
                <a:r>
                  <a:rPr lang="en-US" dirty="0"/>
                  <a:t>Closed convex sets (closed under mixtures and limits)</a:t>
                </a:r>
              </a:p>
              <a:p>
                <a:r>
                  <a:rPr lang="en-US" dirty="0"/>
                  <a:t>“Unmixing”</a:t>
                </a:r>
              </a:p>
              <a:p>
                <a:pPr lvl="1"/>
                <a:r>
                  <a:rPr lang="en-US" dirty="0"/>
                  <a:t>Affine sets (closed under finite mixing/removal)</a:t>
                </a:r>
              </a:p>
              <a:p>
                <a:pPr lvl="1"/>
                <a:r>
                  <a:rPr lang="en-US" dirty="0"/>
                  <a:t>Closed affine sets (closed under mixing/removal and limits)</a:t>
                </a:r>
              </a:p>
              <a:p>
                <a:r>
                  <a:rPr lang="en-US" dirty="0"/>
                  <a:t>Components</a:t>
                </a:r>
              </a:p>
              <a:p>
                <a:pPr lvl="1"/>
                <a:r>
                  <a:rPr lang="en-US" dirty="0"/>
                  <a:t>Componential sets (contain all components of their elements)</a:t>
                </a:r>
              </a:p>
              <a:p>
                <a:pPr lvl="1"/>
                <a:r>
                  <a:rPr lang="en-US" dirty="0"/>
                  <a:t>Facial sets (contain all components and mixtures)</a:t>
                </a:r>
              </a:p>
              <a:p>
                <a:r>
                  <a:rPr lang="en-US" dirty="0"/>
                  <a:t>Subspaces (orthogonality space constructions)</a:t>
                </a:r>
              </a:p>
              <a:p>
                <a:pPr lvl="1"/>
                <a:r>
                  <a:rPr lang="en-US" dirty="0"/>
                  <a:t>Separate (no common component) subspaces</a:t>
                </a:r>
                <a:br>
                  <a:rPr lang="en-US" dirty="0"/>
                </a:br>
                <a:r>
                  <a:rPr lang="en-US" dirty="0"/>
                  <a:t>(contain all separate to its separate: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⫪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⫪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Orthogonal (mutually exclusive) subspaces</a:t>
                </a:r>
                <a:br>
                  <a:rPr lang="en-US" dirty="0"/>
                </a:br>
                <a:r>
                  <a:rPr lang="en-US" dirty="0"/>
                  <a:t>(contain all orthogonal to its orthogonal: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⊥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⊥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5DC217-3D7B-63DA-6B80-33E0733D1B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955" y="1075038"/>
                <a:ext cx="7552439" cy="5381746"/>
              </a:xfrm>
              <a:blipFill>
                <a:blip r:embed="rId2"/>
                <a:stretch>
                  <a:fillRect l="-726" t="-20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4F49902-9FB3-3A04-389D-7D9EF8161DED}"/>
              </a:ext>
            </a:extLst>
          </p:cNvPr>
          <p:cNvSpPr txBox="1"/>
          <p:nvPr/>
        </p:nvSpPr>
        <p:spPr>
          <a:xfrm>
            <a:off x="7440406" y="1660319"/>
            <a:ext cx="520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0B89BD-2DAC-B112-B86D-DA0DA7B255D3}"/>
              </a:ext>
            </a:extLst>
          </p:cNvPr>
          <p:cNvSpPr txBox="1"/>
          <p:nvPr/>
        </p:nvSpPr>
        <p:spPr>
          <a:xfrm>
            <a:off x="9726566" y="759482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123355-DCA0-BCDE-1095-F669B7B7E312}"/>
              </a:ext>
            </a:extLst>
          </p:cNvPr>
          <p:cNvSpPr txBox="1"/>
          <p:nvPr/>
        </p:nvSpPr>
        <p:spPr>
          <a:xfrm>
            <a:off x="9596006" y="1498146"/>
            <a:ext cx="652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Conv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6A2BED-12BC-6DD1-F678-74204908FB4A}"/>
              </a:ext>
            </a:extLst>
          </p:cNvPr>
          <p:cNvSpPr txBox="1"/>
          <p:nvPr/>
        </p:nvSpPr>
        <p:spPr>
          <a:xfrm>
            <a:off x="8924289" y="2593769"/>
            <a:ext cx="749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cConv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D4C051-B200-BD0C-23CC-D112AC7F0432}"/>
              </a:ext>
            </a:extLst>
          </p:cNvPr>
          <p:cNvSpPr txBox="1"/>
          <p:nvPr/>
        </p:nvSpPr>
        <p:spPr>
          <a:xfrm>
            <a:off x="8885821" y="2039771"/>
            <a:ext cx="741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sConv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72A3A2-0161-6644-A720-0531BB077CC4}"/>
              </a:ext>
            </a:extLst>
          </p:cNvPr>
          <p:cNvSpPr txBox="1"/>
          <p:nvPr/>
        </p:nvSpPr>
        <p:spPr>
          <a:xfrm>
            <a:off x="10399760" y="2127697"/>
            <a:ext cx="456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Aff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E403F4-E2BF-B95B-877C-42B081B094BC}"/>
              </a:ext>
            </a:extLst>
          </p:cNvPr>
          <p:cNvSpPr txBox="1"/>
          <p:nvPr/>
        </p:nvSpPr>
        <p:spPr>
          <a:xfrm>
            <a:off x="9568710" y="3099804"/>
            <a:ext cx="554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cAff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2D9533-F978-FE09-2986-3EE13E0E806B}"/>
              </a:ext>
            </a:extLst>
          </p:cNvPr>
          <p:cNvSpPr txBox="1"/>
          <p:nvPr/>
        </p:nvSpPr>
        <p:spPr>
          <a:xfrm>
            <a:off x="11151653" y="1475653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Comp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A13B02-63A2-AC8C-E5A3-F00187F2E85C}"/>
              </a:ext>
            </a:extLst>
          </p:cNvPr>
          <p:cNvSpPr txBox="1"/>
          <p:nvPr/>
        </p:nvSpPr>
        <p:spPr>
          <a:xfrm>
            <a:off x="10847627" y="3247325"/>
            <a:ext cx="608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Face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FE68E0C-CB5D-C9B6-077A-A496BE251845}"/>
                  </a:ext>
                </a:extLst>
              </p:cNvPr>
              <p:cNvSpPr txBox="1"/>
              <p:nvPr/>
            </p:nvSpPr>
            <p:spPr>
              <a:xfrm>
                <a:off x="7988861" y="2114309"/>
                <a:ext cx="6864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⫪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Sub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FE68E0C-CB5D-C9B6-077A-A496BE251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8861" y="2114309"/>
                <a:ext cx="686406" cy="369332"/>
              </a:xfrm>
              <a:prstGeom prst="rect">
                <a:avLst/>
              </a:prstGeom>
              <a:blipFill>
                <a:blip r:embed="rId3"/>
                <a:stretch>
                  <a:fillRect t="-10000" r="-714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32689C4-EFA3-00D4-4BBA-94E4ADA202B2}"/>
                  </a:ext>
                </a:extLst>
              </p:cNvPr>
              <p:cNvSpPr txBox="1"/>
              <p:nvPr/>
            </p:nvSpPr>
            <p:spPr>
              <a:xfrm>
                <a:off x="8409391" y="4061052"/>
                <a:ext cx="6864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⊥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Sub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32689C4-EFA3-00D4-4BBA-94E4ADA20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9391" y="4061052"/>
                <a:ext cx="686406" cy="369332"/>
              </a:xfrm>
              <a:prstGeom prst="rect">
                <a:avLst/>
              </a:prstGeom>
              <a:blipFill>
                <a:blip r:embed="rId4"/>
                <a:stretch>
                  <a:fillRect t="-8197" r="-708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23C6A1E-7FB3-35EF-040D-58E3B7803FB5}"/>
              </a:ext>
            </a:extLst>
          </p:cNvPr>
          <p:cNvCxnSpPr>
            <a:stCxn id="12" idx="2"/>
            <a:endCxn id="11" idx="0"/>
          </p:cNvCxnSpPr>
          <p:nvPr/>
        </p:nvCxnSpPr>
        <p:spPr>
          <a:xfrm flipH="1">
            <a:off x="7700413" y="1128814"/>
            <a:ext cx="2252337" cy="531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759BFE-5762-E5F9-2AD0-CC3516F77130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flipH="1">
            <a:off x="9922057" y="1128814"/>
            <a:ext cx="30693" cy="369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C651639-B590-B9E7-F4A8-4ACDF0E41185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>
            <a:off x="9922057" y="1867478"/>
            <a:ext cx="705971" cy="2602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8D88A80-BBBE-6708-1600-1B09B1AD77B2}"/>
              </a:ext>
            </a:extLst>
          </p:cNvPr>
          <p:cNvCxnSpPr>
            <a:stCxn id="14" idx="2"/>
            <a:endCxn id="17" idx="0"/>
          </p:cNvCxnSpPr>
          <p:nvPr/>
        </p:nvCxnSpPr>
        <p:spPr>
          <a:xfrm>
            <a:off x="9299232" y="2963101"/>
            <a:ext cx="546638" cy="136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E8411D4-6164-6857-0175-C7189B351877}"/>
              </a:ext>
            </a:extLst>
          </p:cNvPr>
          <p:cNvCxnSpPr>
            <a:stCxn id="15" idx="2"/>
            <a:endCxn id="14" idx="0"/>
          </p:cNvCxnSpPr>
          <p:nvPr/>
        </p:nvCxnSpPr>
        <p:spPr>
          <a:xfrm>
            <a:off x="9256756" y="2409103"/>
            <a:ext cx="42476" cy="1846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D867D94-D89F-DBB7-0E95-F0C5BED178DC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 flipH="1">
            <a:off x="9256756" y="1867478"/>
            <a:ext cx="665301" cy="172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9248E36-725A-F8A3-1E61-4B2F9BA8A61D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 flipH="1">
            <a:off x="9845870" y="2497029"/>
            <a:ext cx="782158" cy="6027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DB82D12-644B-7C95-B2ED-8194C1ABA5F1}"/>
              </a:ext>
            </a:extLst>
          </p:cNvPr>
          <p:cNvCxnSpPr>
            <a:stCxn id="16" idx="2"/>
            <a:endCxn id="19" idx="0"/>
          </p:cNvCxnSpPr>
          <p:nvPr/>
        </p:nvCxnSpPr>
        <p:spPr>
          <a:xfrm>
            <a:off x="10628028" y="2497029"/>
            <a:ext cx="523625" cy="750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CDB439D-95FA-B385-D8A7-66840CE3112E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 flipH="1">
            <a:off x="11151653" y="1844985"/>
            <a:ext cx="368050" cy="14023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C727610-CBE6-2826-7001-AB1A2758F4E9}"/>
              </a:ext>
            </a:extLst>
          </p:cNvPr>
          <p:cNvCxnSpPr>
            <a:stCxn id="12" idx="2"/>
            <a:endCxn id="18" idx="0"/>
          </p:cNvCxnSpPr>
          <p:nvPr/>
        </p:nvCxnSpPr>
        <p:spPr>
          <a:xfrm>
            <a:off x="9952750" y="1128814"/>
            <a:ext cx="1566953" cy="3468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898261D-7A62-6AF5-E9A6-F9C462DC4ABF}"/>
              </a:ext>
            </a:extLst>
          </p:cNvPr>
          <p:cNvCxnSpPr>
            <a:stCxn id="12" idx="2"/>
            <a:endCxn id="20" idx="0"/>
          </p:cNvCxnSpPr>
          <p:nvPr/>
        </p:nvCxnSpPr>
        <p:spPr>
          <a:xfrm flipH="1">
            <a:off x="8332064" y="1128814"/>
            <a:ext cx="1620686" cy="985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75C585E-A2C3-9A11-4398-C7E6FFC93E58}"/>
              </a:ext>
            </a:extLst>
          </p:cNvPr>
          <p:cNvCxnSpPr>
            <a:stCxn id="17" idx="2"/>
            <a:endCxn id="21" idx="0"/>
          </p:cNvCxnSpPr>
          <p:nvPr/>
        </p:nvCxnSpPr>
        <p:spPr>
          <a:xfrm flipH="1">
            <a:off x="8752594" y="3469136"/>
            <a:ext cx="1093276" cy="59191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50EA316-362C-6D69-130E-34BD63D8FF6A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>
            <a:off x="8332064" y="2483641"/>
            <a:ext cx="420530" cy="1577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8C0CF0C-4E4B-3B12-DD02-8ADC4E883FA4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 flipH="1">
            <a:off x="8752594" y="3616657"/>
            <a:ext cx="2399059" cy="44439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A77F9D9D-A9CF-76C3-93D2-A9C673FFC769}"/>
              </a:ext>
            </a:extLst>
          </p:cNvPr>
          <p:cNvSpPr txBox="1"/>
          <p:nvPr/>
        </p:nvSpPr>
        <p:spPr>
          <a:xfrm>
            <a:off x="10732403" y="612871"/>
            <a:ext cx="1169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■</a:t>
            </a:r>
            <a:r>
              <a:rPr lang="en-US" dirty="0"/>
              <a:t> Closures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BCADF5F-C82C-49BB-FC2B-1A71F4AE6ACE}"/>
              </a:ext>
            </a:extLst>
          </p:cNvPr>
          <p:cNvSpPr txBox="1"/>
          <p:nvPr/>
        </p:nvSpPr>
        <p:spPr>
          <a:xfrm>
            <a:off x="7509554" y="4892659"/>
            <a:ext cx="1317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Classical events</a:t>
            </a:r>
            <a:br>
              <a:rPr lang="en-US" sz="1400" dirty="0"/>
            </a:br>
            <a:r>
              <a:rPr lang="en-US" sz="1400" dirty="0"/>
              <a:t>Quantum logic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41500CCA-DCD5-CA85-8478-F0DE42F22F8B}"/>
              </a:ext>
            </a:extLst>
          </p:cNvPr>
          <p:cNvCxnSpPr/>
          <p:nvPr/>
        </p:nvCxnSpPr>
        <p:spPr>
          <a:xfrm flipV="1">
            <a:off x="8409391" y="4430384"/>
            <a:ext cx="132938" cy="359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1B173D-19FF-BCE7-0C5D-3056F2F8F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</p:spTree>
    <p:extLst>
      <p:ext uri="{BB962C8B-B14F-4D97-AF65-F5344CB8AC3E}">
        <p14:creationId xmlns:p14="http://schemas.microsoft.com/office/powerpoint/2010/main" val="25611609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CF988-FFC5-0400-572E-AD8DADAAC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A303F-396E-4AAC-8930-09E90095C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Generalization of Choquet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FC5C7-A096-1926-ADCD-1C739E244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can we reformulate the idea of a simplex in a more general case?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3B3E22-24EB-5BDF-2B5A-EA45E8470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F9DB3E-967E-7903-1B5B-930A54D8D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81" y="1741884"/>
            <a:ext cx="11411351" cy="249421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85142C0-C32F-C04A-3350-22DC1B407DCF}"/>
              </a:ext>
            </a:extLst>
          </p:cNvPr>
          <p:cNvCxnSpPr/>
          <p:nvPr/>
        </p:nvCxnSpPr>
        <p:spPr>
          <a:xfrm flipH="1">
            <a:off x="4385388" y="2771192"/>
            <a:ext cx="2995126" cy="186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14D4B4-984E-7759-E747-1B52B0A496AB}"/>
                  </a:ext>
                </a:extLst>
              </p:cNvPr>
              <p:cNvSpPr txBox="1"/>
              <p:nvPr/>
            </p:nvSpPr>
            <p:spPr>
              <a:xfrm>
                <a:off x="7258050" y="2444949"/>
                <a:ext cx="4829995" cy="6524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must have a common component with either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14D4B4-984E-7759-E747-1B52B0A49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8050" y="2444949"/>
                <a:ext cx="4829995" cy="652486"/>
              </a:xfrm>
              <a:prstGeom prst="rect">
                <a:avLst/>
              </a:prstGeom>
              <a:blipFill>
                <a:blip r:embed="rId3"/>
                <a:stretch>
                  <a:fillRect l="-1136" t="-3738" b="-14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45CAE1-DE69-97D2-DCF4-AE9D7D16E267}"/>
                  </a:ext>
                </a:extLst>
              </p:cNvPr>
              <p:cNvSpPr txBox="1"/>
              <p:nvPr/>
            </p:nvSpPr>
            <p:spPr>
              <a:xfrm>
                <a:off x="7159124" y="3367249"/>
                <a:ext cx="48299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nor/>
                      </m:rPr>
                      <a:rPr lang="en-US" i="0" dirty="0"/>
                      <m:t>⫪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nor/>
                      </m:rPr>
                      <a:rPr lang="en-US" i="0" dirty="0"/>
                      <m:t>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nor/>
                      </m:rPr>
                      <a:rPr lang="en-US" i="0" dirty="0"/>
                      <m:t>⫪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45CAE1-DE69-97D2-DCF4-AE9D7D16E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9124" y="3367249"/>
                <a:ext cx="4829995" cy="369332"/>
              </a:xfrm>
              <a:prstGeom prst="rect">
                <a:avLst/>
              </a:prstGeom>
              <a:blipFill>
                <a:blip r:embed="rId4"/>
                <a:stretch>
                  <a:fillRect l="-100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4184E82-3AD3-268D-F430-DFE93927702E}"/>
              </a:ext>
            </a:extLst>
          </p:cNvPr>
          <p:cNvCxnSpPr>
            <a:cxnSpLocks/>
          </p:cNvCxnSpPr>
          <p:nvPr/>
        </p:nvCxnSpPr>
        <p:spPr>
          <a:xfrm flipH="1" flipV="1">
            <a:off x="5775649" y="3367249"/>
            <a:ext cx="1383475" cy="159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0F644DF-9BF6-5737-42F5-C2B79EB512C9}"/>
              </a:ext>
            </a:extLst>
          </p:cNvPr>
          <p:cNvSpPr txBox="1"/>
          <p:nvPr/>
        </p:nvSpPr>
        <p:spPr>
          <a:xfrm>
            <a:off x="4954555" y="4379723"/>
            <a:ext cx="27625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Preliminary result</a:t>
            </a:r>
          </a:p>
        </p:txBody>
      </p:sp>
    </p:spTree>
    <p:extLst>
      <p:ext uri="{BB962C8B-B14F-4D97-AF65-F5344CB8AC3E}">
        <p14:creationId xmlns:p14="http://schemas.microsoft.com/office/powerpoint/2010/main" val="21447335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8B39F-BDAF-D087-49D6-EB2C5B2DE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04560-1239-011D-38D3-50D0A6AF5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Non-additive “probability measure”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945799-2D5A-83D5-31BB-87F738B91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2C7320-5B66-61E0-6F24-6D824DA7971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51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93AF9B-201F-32C6-EE88-B52DE3459698}"/>
              </a:ext>
            </a:extLst>
          </p:cNvPr>
          <p:cNvSpPr txBox="1"/>
          <p:nvPr/>
        </p:nvSpPr>
        <p:spPr>
          <a:xfrm>
            <a:off x="729969" y="1031937"/>
            <a:ext cx="73954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Fraction: how much of one ensemble is made of another?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4131F5-6BC3-54F4-6669-5FA724790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71" y="1685352"/>
            <a:ext cx="11494858" cy="116733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EDBE501-DA22-7FCA-FDB4-151B2B0CE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289" y="3303028"/>
            <a:ext cx="6721422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4492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F2DAE-83AA-99F2-578D-17FA6CA6A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34D8E-308A-A273-0894-CB30468BE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Non-additive “probability measure”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28ACF9-EC97-1896-16CE-B15CEC3CE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8182A-88A1-0AB1-62C3-2D7766EF124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52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CBDB4D-2538-D9C2-765F-414D6020F8B1}"/>
              </a:ext>
            </a:extLst>
          </p:cNvPr>
          <p:cNvSpPr txBox="1"/>
          <p:nvPr/>
        </p:nvSpPr>
        <p:spPr>
          <a:xfrm>
            <a:off x="729969" y="1031937"/>
            <a:ext cx="9062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Fraction: how much of one ensemble can be constructed from others?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057D9F-6DCD-CC38-2524-EC784A011943}"/>
              </a:ext>
            </a:extLst>
          </p:cNvPr>
          <p:cNvSpPr txBox="1"/>
          <p:nvPr/>
        </p:nvSpPr>
        <p:spPr>
          <a:xfrm>
            <a:off x="1250027" y="3013501"/>
            <a:ext cx="35366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Recovers probability</a:t>
            </a:r>
            <a:br>
              <a:rPr lang="en-US" sz="2400" dirty="0"/>
            </a:br>
            <a:r>
              <a:rPr lang="en-US" sz="2400" dirty="0"/>
              <a:t>over orthogonal subspaces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B63EB8-B8E6-9A6A-E366-A8417E43A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97" y="4076545"/>
            <a:ext cx="8726287" cy="21659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72DA29-3F11-FD0F-6A8D-D82410FE7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98" y="1646301"/>
            <a:ext cx="11487204" cy="10690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45DBBC-AF68-CD3B-4EDB-E626141A7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419" y="2838273"/>
            <a:ext cx="6414183" cy="10690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A8DD20-01C1-45FB-1885-B4D6BD6B57C6}"/>
              </a:ext>
            </a:extLst>
          </p:cNvPr>
          <p:cNvSpPr txBox="1"/>
          <p:nvPr/>
        </p:nvSpPr>
        <p:spPr>
          <a:xfrm>
            <a:off x="5756901" y="6265207"/>
            <a:ext cx="33217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https://arxiv.org/abs/2602.01470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03100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38E49-7581-F625-15C5-DF045A870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Non-additive state count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52367-A227-5ACB-1C05-FCB7E567B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60F38-B325-E931-02E9-56C501C2577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53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87A950-58CF-0FFD-FAE0-B1968B700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530" y="2832307"/>
            <a:ext cx="9030483" cy="6858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989F00-A08F-81A5-C08E-478D1ECF3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538" y="1543336"/>
            <a:ext cx="8992379" cy="11049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0B0CCA-3108-94FD-5BD2-683425BDBB92}"/>
              </a:ext>
            </a:extLst>
          </p:cNvPr>
          <p:cNvSpPr txBox="1"/>
          <p:nvPr/>
        </p:nvSpPr>
        <p:spPr>
          <a:xfrm>
            <a:off x="729969" y="1031937"/>
            <a:ext cx="11091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Count of states/spread of an ensemble must be given by the exponential of the 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8BBAEE8-69F8-91D9-CDD7-11EA6D12AB1B}"/>
                  </a:ext>
                </a:extLst>
              </p:cNvPr>
              <p:cNvSpPr txBox="1"/>
              <p:nvPr/>
            </p:nvSpPr>
            <p:spPr>
              <a:xfrm>
                <a:off x="963705" y="3702141"/>
                <a:ext cx="98626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Recovers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in the classical case and the dimensionality of Hilbert subspaces in quantum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8BBAEE8-69F8-91D9-CDD7-11EA6D12A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705" y="3702141"/>
                <a:ext cx="9862636" cy="369332"/>
              </a:xfrm>
              <a:prstGeom prst="rect">
                <a:avLst/>
              </a:prstGeom>
              <a:blipFill>
                <a:blip r:embed="rId4"/>
                <a:stretch>
                  <a:fillRect l="-494" t="-8197" r="-49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86C04852-6A2D-2696-5D62-B6B87EC408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4754" y="4390693"/>
            <a:ext cx="8026139" cy="169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292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B3FC56-F837-F5E4-F59A-2D858F43DF2A}"/>
                  </a:ext>
                </a:extLst>
              </p:cNvPr>
              <p:cNvSpPr txBox="1"/>
              <p:nvPr/>
            </p:nvSpPr>
            <p:spPr>
              <a:xfrm>
                <a:off x="1425230" y="1246537"/>
                <a:ext cx="8573629" cy="120032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Every state is a single case (i.e.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Finite continuous range carries finite information (i.e.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Count is additive for disjoint sets (i.e.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B3FC56-F837-F5E4-F59A-2D858F43D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230" y="1246537"/>
                <a:ext cx="8573629" cy="1200329"/>
              </a:xfrm>
              <a:prstGeom prst="rect">
                <a:avLst/>
              </a:prstGeom>
              <a:blipFill>
                <a:blip r:embed="rId2"/>
                <a:stretch>
                  <a:fillRect l="-1138" t="-4569" r="-853" b="-1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048C1ED-60DB-C5BD-1F5E-079066DF733B}"/>
              </a:ext>
            </a:extLst>
          </p:cNvPr>
          <p:cNvSpPr txBox="1"/>
          <p:nvPr/>
        </p:nvSpPr>
        <p:spPr>
          <a:xfrm>
            <a:off x="358588" y="161364"/>
            <a:ext cx="86953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problem with counting on the continuum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D9495-7D9B-2EC3-9414-5288E009D99D}"/>
              </a:ext>
            </a:extLst>
          </p:cNvPr>
          <p:cNvSpPr txBox="1"/>
          <p:nvPr/>
        </p:nvSpPr>
        <p:spPr>
          <a:xfrm>
            <a:off x="9619087" y="2084942"/>
            <a:ext cx="15683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8000"/>
                </a:solidFill>
              </a:rPr>
              <a:t>Pick two!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ACB6B-F5D3-3E08-DD41-B06E1D11BB94}"/>
              </a:ext>
            </a:extLst>
          </p:cNvPr>
          <p:cNvSpPr txBox="1"/>
          <p:nvPr/>
        </p:nvSpPr>
        <p:spPr>
          <a:xfrm>
            <a:off x="878542" y="877205"/>
            <a:ext cx="1093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We’d like: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1490488-B659-2F2B-7511-290B3C8A3D4B}"/>
              </a:ext>
            </a:extLst>
          </p:cNvPr>
          <p:cNvGrpSpPr/>
          <p:nvPr/>
        </p:nvGrpSpPr>
        <p:grpSpPr>
          <a:xfrm>
            <a:off x="6816424" y="3042753"/>
            <a:ext cx="1110343" cy="1110344"/>
            <a:chOff x="5635690" y="3806890"/>
            <a:chExt cx="1110343" cy="1110344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44B45F0-2B2F-583C-CD21-CDAB88AED400}"/>
                </a:ext>
              </a:extLst>
            </p:cNvPr>
            <p:cNvSpPr/>
            <p:nvPr/>
          </p:nvSpPr>
          <p:spPr>
            <a:xfrm>
              <a:off x="5635690" y="3806890"/>
              <a:ext cx="1110343" cy="11103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7F05EBD-289B-66EE-A34C-2E3E45F11391}"/>
                </a:ext>
              </a:extLst>
            </p:cNvPr>
            <p:cNvSpPr/>
            <p:nvPr/>
          </p:nvSpPr>
          <p:spPr>
            <a:xfrm>
              <a:off x="5847183" y="3806890"/>
              <a:ext cx="687355" cy="1110343"/>
            </a:xfrm>
            <a:prstGeom prst="ellips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9">
              <a:extLst>
                <a:ext uri="{FF2B5EF4-FFF2-40B4-BE49-F238E27FC236}">
                  <a16:creationId xmlns:a16="http://schemas.microsoft.com/office/drawing/2014/main" id="{FC4FC7B8-8CFE-BDA3-8004-BA07578DB84A}"/>
                </a:ext>
              </a:extLst>
            </p:cNvPr>
            <p:cNvSpPr/>
            <p:nvPr/>
          </p:nvSpPr>
          <p:spPr>
            <a:xfrm>
              <a:off x="6190860" y="3806890"/>
              <a:ext cx="343678" cy="1110344"/>
            </a:xfrm>
            <a:custGeom>
              <a:avLst/>
              <a:gdLst>
                <a:gd name="connsiteX0" fmla="*/ 0 w 687355"/>
                <a:gd name="connsiteY0" fmla="*/ 555172 h 1110343"/>
                <a:gd name="connsiteX1" fmla="*/ 343678 w 687355"/>
                <a:gd name="connsiteY1" fmla="*/ 0 h 1110343"/>
                <a:gd name="connsiteX2" fmla="*/ 687356 w 687355"/>
                <a:gd name="connsiteY2" fmla="*/ 555172 h 1110343"/>
                <a:gd name="connsiteX3" fmla="*/ 343678 w 687355"/>
                <a:gd name="connsiteY3" fmla="*/ 1110344 h 1110343"/>
                <a:gd name="connsiteX4" fmla="*/ 0 w 687355"/>
                <a:gd name="connsiteY4" fmla="*/ 555172 h 1110343"/>
                <a:gd name="connsiteX0" fmla="*/ 0 w 687356"/>
                <a:gd name="connsiteY0" fmla="*/ 555172 h 1110344"/>
                <a:gd name="connsiteX1" fmla="*/ 343678 w 687356"/>
                <a:gd name="connsiteY1" fmla="*/ 0 h 1110344"/>
                <a:gd name="connsiteX2" fmla="*/ 687356 w 687356"/>
                <a:gd name="connsiteY2" fmla="*/ 555172 h 1110344"/>
                <a:gd name="connsiteX3" fmla="*/ 343678 w 687356"/>
                <a:gd name="connsiteY3" fmla="*/ 1110344 h 1110344"/>
                <a:gd name="connsiteX4" fmla="*/ 91440 w 687356"/>
                <a:gd name="connsiteY4" fmla="*/ 646612 h 1110344"/>
                <a:gd name="connsiteX0" fmla="*/ 0 w 687356"/>
                <a:gd name="connsiteY0" fmla="*/ 555172 h 1110344"/>
                <a:gd name="connsiteX1" fmla="*/ 343678 w 687356"/>
                <a:gd name="connsiteY1" fmla="*/ 0 h 1110344"/>
                <a:gd name="connsiteX2" fmla="*/ 687356 w 687356"/>
                <a:gd name="connsiteY2" fmla="*/ 555172 h 1110344"/>
                <a:gd name="connsiteX3" fmla="*/ 343678 w 687356"/>
                <a:gd name="connsiteY3" fmla="*/ 1110344 h 1110344"/>
                <a:gd name="connsiteX0" fmla="*/ 0 w 343678"/>
                <a:gd name="connsiteY0" fmla="*/ 0 h 1110344"/>
                <a:gd name="connsiteX1" fmla="*/ 343678 w 343678"/>
                <a:gd name="connsiteY1" fmla="*/ 555172 h 1110344"/>
                <a:gd name="connsiteX2" fmla="*/ 0 w 343678"/>
                <a:gd name="connsiteY2" fmla="*/ 1110344 h 1110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3678" h="1110344">
                  <a:moveTo>
                    <a:pt x="0" y="0"/>
                  </a:moveTo>
                  <a:cubicBezTo>
                    <a:pt x="189808" y="0"/>
                    <a:pt x="343678" y="248559"/>
                    <a:pt x="343678" y="555172"/>
                  </a:cubicBezTo>
                  <a:cubicBezTo>
                    <a:pt x="343678" y="861785"/>
                    <a:pt x="189808" y="1110344"/>
                    <a:pt x="0" y="1110344"/>
                  </a:cubicBezTo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46CFF108-91DF-5556-C9DB-CB3430EB7C6A}"/>
              </a:ext>
            </a:extLst>
          </p:cNvPr>
          <p:cNvSpPr/>
          <p:nvPr/>
        </p:nvSpPr>
        <p:spPr>
          <a:xfrm rot="2574255">
            <a:off x="7631492" y="3178699"/>
            <a:ext cx="11158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52B84C2-4F8F-F14B-47B1-7032471B7DBE}"/>
              </a:ext>
            </a:extLst>
          </p:cNvPr>
          <p:cNvSpPr/>
          <p:nvPr/>
        </p:nvSpPr>
        <p:spPr>
          <a:xfrm rot="2574255">
            <a:off x="6993317" y="3950224"/>
            <a:ext cx="11158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9089D17-0EBE-2208-2628-6B90A6BD51B0}"/>
              </a:ext>
            </a:extLst>
          </p:cNvPr>
          <p:cNvSpPr/>
          <p:nvPr/>
        </p:nvSpPr>
        <p:spPr>
          <a:xfrm rot="4206954">
            <a:off x="7765604" y="3413395"/>
            <a:ext cx="111580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A13B4D4-40C9-B1D2-32FB-870BCC4A441A}"/>
                  </a:ext>
                </a:extLst>
              </p:cNvPr>
              <p:cNvSpPr txBox="1"/>
              <p:nvPr/>
            </p:nvSpPr>
            <p:spPr>
              <a:xfrm>
                <a:off x="7642397" y="2893537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A13B4D4-40C9-B1D2-32FB-870BCC4A4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397" y="2893537"/>
                <a:ext cx="38568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BB6F07-8628-12D9-90DA-F4A49817A7E7}"/>
                  </a:ext>
                </a:extLst>
              </p:cNvPr>
              <p:cNvSpPr txBox="1"/>
              <p:nvPr/>
            </p:nvSpPr>
            <p:spPr>
              <a:xfrm>
                <a:off x="6687323" y="3943031"/>
                <a:ext cx="3960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BB6F07-8628-12D9-90DA-F4A49817A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323" y="3943031"/>
                <a:ext cx="39606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858AF2-B8B5-E634-1D7F-21E1AE9F6E3D}"/>
                  </a:ext>
                </a:extLst>
              </p:cNvPr>
              <p:cNvSpPr txBox="1"/>
              <p:nvPr/>
            </p:nvSpPr>
            <p:spPr>
              <a:xfrm>
                <a:off x="7847226" y="3249456"/>
                <a:ext cx="385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858AF2-B8B5-E634-1D7F-21E1AE9F6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7226" y="3249456"/>
                <a:ext cx="38555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1AC582-DA98-4305-1EF4-5D26C0E38C4B}"/>
                  </a:ext>
                </a:extLst>
              </p:cNvPr>
              <p:cNvSpPr txBox="1"/>
              <p:nvPr/>
            </p:nvSpPr>
            <p:spPr>
              <a:xfrm>
                <a:off x="6581155" y="4218057"/>
                <a:ext cx="14813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1AC582-DA98-4305-1EF4-5D26C0E38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155" y="4218057"/>
                <a:ext cx="1481303" cy="307777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65BDFC1-5EC0-5179-C043-B5822909ECA6}"/>
                  </a:ext>
                </a:extLst>
              </p:cNvPr>
              <p:cNvSpPr txBox="1"/>
              <p:nvPr/>
            </p:nvSpPr>
            <p:spPr>
              <a:xfrm>
                <a:off x="6581155" y="4558600"/>
                <a:ext cx="16677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65BDFC1-5EC0-5179-C043-B5822909E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155" y="4558600"/>
                <a:ext cx="1667701" cy="307777"/>
              </a:xfrm>
              <a:prstGeom prst="rect">
                <a:avLst/>
              </a:prstGeom>
              <a:blipFill>
                <a:blip r:embed="rId7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541352-B1AE-C710-D388-BB6C41F46E22}"/>
                  </a:ext>
                </a:extLst>
              </p:cNvPr>
              <p:cNvSpPr txBox="1"/>
              <p:nvPr/>
            </p:nvSpPr>
            <p:spPr>
              <a:xfrm>
                <a:off x="6581155" y="4899143"/>
                <a:ext cx="27077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&lt;2=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541352-B1AE-C710-D388-BB6C41F46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155" y="4899143"/>
                <a:ext cx="2707728" cy="307777"/>
              </a:xfrm>
              <a:prstGeom prst="rect">
                <a:avLst/>
              </a:prstGeom>
              <a:blipFill>
                <a:blip r:embed="rId8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A555249-5F97-B990-56F9-9E5A5CFE4952}"/>
                  </a:ext>
                </a:extLst>
              </p:cNvPr>
              <p:cNvSpPr txBox="1"/>
              <p:nvPr/>
            </p:nvSpPr>
            <p:spPr>
              <a:xfrm>
                <a:off x="4017562" y="2564479"/>
                <a:ext cx="30387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Discard 2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counting measure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A555249-5F97-B990-56F9-9E5A5CFE4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7562" y="2564479"/>
                <a:ext cx="3038717" cy="369332"/>
              </a:xfrm>
              <a:prstGeom prst="rect">
                <a:avLst/>
              </a:prstGeom>
              <a:blipFill>
                <a:blip r:embed="rId9"/>
                <a:stretch>
                  <a:fillRect l="-1603" t="-10000" r="-120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39725C-33EE-3985-AB91-DC35E49A6DBD}"/>
                  </a:ext>
                </a:extLst>
              </p:cNvPr>
              <p:cNvSpPr txBox="1"/>
              <p:nvPr/>
            </p:nvSpPr>
            <p:spPr>
              <a:xfrm>
                <a:off x="691441" y="2558593"/>
                <a:ext cx="31052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Discard 1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Lebesgue measure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39725C-33EE-3985-AB91-DC35E49A6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41" y="2558593"/>
                <a:ext cx="3105274" cy="369332"/>
              </a:xfrm>
              <a:prstGeom prst="rect">
                <a:avLst/>
              </a:prstGeom>
              <a:blipFill>
                <a:blip r:embed="rId10"/>
                <a:stretch>
                  <a:fillRect l="-1569" t="-10000" r="-117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962CCDB-5EE9-548A-7FAC-D0700A0F2BE3}"/>
                  </a:ext>
                </a:extLst>
              </p:cNvPr>
              <p:cNvSpPr txBox="1"/>
              <p:nvPr/>
            </p:nvSpPr>
            <p:spPr>
              <a:xfrm>
                <a:off x="2082137" y="2968698"/>
                <a:ext cx="32994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Discard 3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“Quantum measure”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962CCDB-5EE9-548A-7FAC-D0700A0F2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137" y="2968698"/>
                <a:ext cx="3299429" cy="369332"/>
              </a:xfrm>
              <a:prstGeom prst="rect">
                <a:avLst/>
              </a:prstGeom>
              <a:blipFill>
                <a:blip r:embed="rId11"/>
                <a:stretch>
                  <a:fillRect l="-1664" t="-9836" r="-110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89BEB4-03F1-C780-D2EF-45E8A2F0D9DE}"/>
                  </a:ext>
                </a:extLst>
              </p:cNvPr>
              <p:cNvSpPr txBox="1"/>
              <p:nvPr/>
            </p:nvSpPr>
            <p:spPr>
              <a:xfrm>
                <a:off x="691441" y="3527178"/>
                <a:ext cx="3201261" cy="6122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unc>
                            <m:funcPr>
                              <m:ctrl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sup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hull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func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89BEB4-03F1-C780-D2EF-45E8A2F0D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41" y="3527178"/>
                <a:ext cx="3201261" cy="61228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C18BCAB-6E4E-44B7-64E2-D3E769C7FE56}"/>
                  </a:ext>
                </a:extLst>
              </p:cNvPr>
              <p:cNvSpPr txBox="1"/>
              <p:nvPr/>
            </p:nvSpPr>
            <p:spPr>
              <a:xfrm>
                <a:off x="459847" y="4376066"/>
                <a:ext cx="558946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Exponential of the maximum entropy reachable with convex combinations (statistical mixtures) of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1400" dirty="0"/>
                  <a:t> (reduces to counting/Liouville measure)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C18BCAB-6E4E-44B7-64E2-D3E769C7F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47" y="4376066"/>
                <a:ext cx="5589463" cy="523220"/>
              </a:xfrm>
              <a:prstGeom prst="rect">
                <a:avLst/>
              </a:prstGeom>
              <a:blipFill>
                <a:blip r:embed="rId13"/>
                <a:stretch>
                  <a:fillRect l="-327" t="-2326" r="-327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6ED82D20-541F-227F-1CDA-3AC7DF3774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3679" y="5361667"/>
                <a:ext cx="7351884" cy="10895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sz="3600" dirty="0">
                    <a:latin typeface="+mn-lt"/>
                  </a:rPr>
                  <a:t>Quantum mechanics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3600" b="0" dirty="0">
                    <a:latin typeface="+mn-lt"/>
                  </a:rPr>
                  <a:t> lower bound</a:t>
                </a:r>
                <a:br>
                  <a:rPr lang="en-US" sz="3600" b="0" dirty="0">
                    <a:latin typeface="+mn-lt"/>
                  </a:rPr>
                </a:br>
                <a:r>
                  <a:rPr lang="en-US" sz="3600" b="0" dirty="0">
                    <a:latin typeface="+mn-lt"/>
                  </a:rPr>
                  <a:t>on #conf (entropy) on continuous DOF</a:t>
                </a:r>
                <a:endParaRPr lang="en-US" sz="2800" dirty="0">
                  <a:latin typeface="+mn-lt"/>
                </a:endParaRPr>
              </a:p>
            </p:txBody>
          </p:sp>
        </mc:Choice>
        <mc:Fallback xmlns=""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6ED82D20-541F-227F-1CDA-3AC7DF377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679" y="5361667"/>
                <a:ext cx="7351884" cy="1089529"/>
              </a:xfrm>
              <a:prstGeom prst="rect">
                <a:avLst/>
              </a:prstGeom>
              <a:blipFill>
                <a:blip r:embed="rId14"/>
                <a:stretch>
                  <a:fillRect l="-2570" t="-14045" r="-1493" b="-20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938661EE-9281-AAD2-AAF3-7C29510645B5}"/>
              </a:ext>
            </a:extLst>
          </p:cNvPr>
          <p:cNvSpPr txBox="1"/>
          <p:nvPr/>
        </p:nvSpPr>
        <p:spPr>
          <a:xfrm rot="1176489">
            <a:off x="9272937" y="1364106"/>
            <a:ext cx="1516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Incompatible!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52444C6-CB59-D03D-CBE2-870EBED33518}"/>
              </a:ext>
            </a:extLst>
          </p:cNvPr>
          <p:cNvCxnSpPr>
            <a:cxnSpLocks/>
          </p:cNvCxnSpPr>
          <p:nvPr/>
        </p:nvCxnSpPr>
        <p:spPr>
          <a:xfrm flipH="1">
            <a:off x="7842624" y="3192883"/>
            <a:ext cx="4967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2920ABE-D699-F473-3618-4B35BE87206E}"/>
              </a:ext>
            </a:extLst>
          </p:cNvPr>
          <p:cNvSpPr txBox="1"/>
          <p:nvPr/>
        </p:nvSpPr>
        <p:spPr>
          <a:xfrm>
            <a:off x="8422837" y="2932566"/>
            <a:ext cx="36690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Non-orthogonal states: different states but in different contexts; not mutually exclusive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7F340E-9D14-BA01-292D-F61E21577325}"/>
              </a:ext>
            </a:extLst>
          </p:cNvPr>
          <p:cNvSpPr txBox="1"/>
          <p:nvPr/>
        </p:nvSpPr>
        <p:spPr>
          <a:xfrm>
            <a:off x="4230398" y="3368372"/>
            <a:ext cx="2892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Orthogonal states:</a:t>
            </a:r>
            <a:br>
              <a:rPr lang="en-US" sz="16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different states all else equal;</a:t>
            </a:r>
            <a:br>
              <a:rPr lang="en-US" sz="16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mutually exclusive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D84B4CA-32FF-CC40-B818-027C4EF754A4}"/>
              </a:ext>
            </a:extLst>
          </p:cNvPr>
          <p:cNvCxnSpPr/>
          <p:nvPr/>
        </p:nvCxnSpPr>
        <p:spPr>
          <a:xfrm flipV="1">
            <a:off x="6655929" y="3224954"/>
            <a:ext cx="885284" cy="337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B21DACF-7222-071C-03BE-4C4E5DBFFC22}"/>
              </a:ext>
            </a:extLst>
          </p:cNvPr>
          <p:cNvCxnSpPr/>
          <p:nvPr/>
        </p:nvCxnSpPr>
        <p:spPr>
          <a:xfrm>
            <a:off x="6715111" y="3660200"/>
            <a:ext cx="263011" cy="214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ECD04B5-E652-4959-52D1-CB3AF60D0480}"/>
              </a:ext>
            </a:extLst>
          </p:cNvPr>
          <p:cNvSpPr txBox="1"/>
          <p:nvPr/>
        </p:nvSpPr>
        <p:spPr>
          <a:xfrm>
            <a:off x="5953379" y="3354350"/>
            <a:ext cx="684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additive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00B498A-58EF-4BCB-D2D8-10D55ACBDC41}"/>
              </a:ext>
            </a:extLst>
          </p:cNvPr>
          <p:cNvCxnSpPr>
            <a:cxnSpLocks/>
          </p:cNvCxnSpPr>
          <p:nvPr/>
        </p:nvCxnSpPr>
        <p:spPr>
          <a:xfrm flipH="1">
            <a:off x="7926767" y="3295635"/>
            <a:ext cx="389488" cy="80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698D7C0-7407-09D4-89DD-3E6BE886947B}"/>
              </a:ext>
            </a:extLst>
          </p:cNvPr>
          <p:cNvSpPr txBox="1"/>
          <p:nvPr/>
        </p:nvSpPr>
        <p:spPr>
          <a:xfrm>
            <a:off x="9998859" y="2743259"/>
            <a:ext cx="952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sub-additive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47D6C0E-174C-E9A4-B784-3BD145B0CBB6}"/>
              </a:ext>
            </a:extLst>
          </p:cNvPr>
          <p:cNvGrpSpPr/>
          <p:nvPr/>
        </p:nvGrpSpPr>
        <p:grpSpPr>
          <a:xfrm>
            <a:off x="10883690" y="156772"/>
            <a:ext cx="939556" cy="1474361"/>
            <a:chOff x="11515366" y="5256226"/>
            <a:chExt cx="3037505" cy="465287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AAE8DCE-4077-5565-0B2E-1E6F678002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19"/>
            <a:stretch/>
          </p:blipFill>
          <p:spPr>
            <a:xfrm>
              <a:off x="11515366" y="8147942"/>
              <a:ext cx="3037505" cy="176115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1EAA015-2BF3-7CE3-9440-EA2020C242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2464"/>
            <a:stretch/>
          </p:blipFill>
          <p:spPr>
            <a:xfrm>
              <a:off x="11778154" y="5256226"/>
              <a:ext cx="2511928" cy="3865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64052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/>
      <p:bldP spid="17" grpId="0"/>
      <p:bldP spid="18" grpId="0"/>
      <p:bldP spid="22" grpId="0"/>
      <p:bldP spid="23" grpId="0"/>
      <p:bldP spid="24" grpId="0"/>
      <p:bldP spid="25" grpId="0"/>
      <p:bldP spid="27" grpId="0"/>
      <p:bldP spid="28" grpId="0"/>
      <p:bldP spid="29" grpId="0"/>
      <p:bldP spid="32" grpId="0"/>
      <p:bldP spid="33" grpId="0"/>
      <p:bldP spid="38" grpId="0"/>
      <p:bldP spid="4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902E5-DA7C-7CBE-7E91-5999F3FF0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F6287A-7DF2-348A-3B6F-F96061AE4EBD}"/>
                  </a:ext>
                </a:extLst>
              </p:cNvPr>
              <p:cNvSpPr txBox="1"/>
              <p:nvPr/>
            </p:nvSpPr>
            <p:spPr>
              <a:xfrm>
                <a:off x="502936" y="144379"/>
                <a:ext cx="1118620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600" dirty="0"/>
                  <a:t>Conjecture: quantum gravity </a:t>
                </a:r>
                <a14:m>
                  <m:oMath xmlns:m="http://schemas.openxmlformats.org/officeDocument/2006/math">
                    <m:r>
                      <a:rPr lang="en-US" sz="3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3600" dirty="0"/>
                  <a:t> lower bound on DOF count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F6287A-7DF2-348A-3B6F-F96061AE4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36" y="144379"/>
                <a:ext cx="11186203" cy="646331"/>
              </a:xfrm>
              <a:prstGeom prst="rect">
                <a:avLst/>
              </a:prstGeom>
              <a:blipFill>
                <a:blip r:embed="rId2"/>
                <a:stretch>
                  <a:fillRect l="-1199" t="-15094" r="-1144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09B9C0D-7C4D-D166-FC4F-6017F8629138}"/>
              </a:ext>
            </a:extLst>
          </p:cNvPr>
          <p:cNvSpPr txBox="1"/>
          <p:nvPr/>
        </p:nvSpPr>
        <p:spPr>
          <a:xfrm>
            <a:off x="981050" y="1228356"/>
            <a:ext cx="18389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#conf=#DOFs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AD86D41-D434-6D0D-EF6A-242AD62776D1}"/>
              </a:ext>
            </a:extLst>
          </p:cNvPr>
          <p:cNvGrpSpPr/>
          <p:nvPr/>
        </p:nvGrpSpPr>
        <p:grpSpPr>
          <a:xfrm>
            <a:off x="2840309" y="982917"/>
            <a:ext cx="1072088" cy="906821"/>
            <a:chOff x="10172061" y="2694328"/>
            <a:chExt cx="1072088" cy="90682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EA863E6-7BE5-AC8F-368F-867AEF08F804}"/>
                </a:ext>
              </a:extLst>
            </p:cNvPr>
            <p:cNvSpPr txBox="1"/>
            <p:nvPr/>
          </p:nvSpPr>
          <p:spPr>
            <a:xfrm>
              <a:off x="10246709" y="2694328"/>
              <a:ext cx="8824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#conf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F11E549-AA5C-EA39-A97E-932DCD885D17}"/>
                </a:ext>
              </a:extLst>
            </p:cNvPr>
            <p:cNvSpPr txBox="1"/>
            <p:nvPr/>
          </p:nvSpPr>
          <p:spPr>
            <a:xfrm>
              <a:off x="10214444" y="3139484"/>
              <a:ext cx="9873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#DOFs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841C4B0-708B-6C58-A94D-5CDE30734808}"/>
                </a:ext>
              </a:extLst>
            </p:cNvPr>
            <p:cNvCxnSpPr>
              <a:cxnSpLocks/>
            </p:cNvCxnSpPr>
            <p:nvPr/>
          </p:nvCxnSpPr>
          <p:spPr>
            <a:xfrm>
              <a:off x="10172061" y="3159107"/>
              <a:ext cx="1072088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0EBB533-57DA-C2BB-5F74-CAC6F40E2F04}"/>
              </a:ext>
            </a:extLst>
          </p:cNvPr>
          <p:cNvCxnSpPr/>
          <p:nvPr/>
        </p:nvCxnSpPr>
        <p:spPr>
          <a:xfrm flipV="1">
            <a:off x="981050" y="1690021"/>
            <a:ext cx="291938" cy="479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A384B92-D23C-3913-E086-3C51B0A5AE70}"/>
              </a:ext>
            </a:extLst>
          </p:cNvPr>
          <p:cNvSpPr txBox="1"/>
          <p:nvPr/>
        </p:nvSpPr>
        <p:spPr>
          <a:xfrm>
            <a:off x="335591" y="2149937"/>
            <a:ext cx="14240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Lower bound</a:t>
            </a:r>
            <a:br>
              <a:rPr lang="en-US" dirty="0"/>
            </a:br>
            <a:r>
              <a:rPr lang="en-US" dirty="0"/>
              <a:t>on this…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C61161-4D4C-E801-D25B-834FFDE791DE}"/>
              </a:ext>
            </a:extLst>
          </p:cNvPr>
          <p:cNvCxnSpPr>
            <a:cxnSpLocks/>
          </p:cNvCxnSpPr>
          <p:nvPr/>
        </p:nvCxnSpPr>
        <p:spPr>
          <a:xfrm flipH="1" flipV="1">
            <a:off x="2610923" y="1690021"/>
            <a:ext cx="257559" cy="522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8CCA447-EB41-F00A-BC56-31F444DB778D}"/>
              </a:ext>
            </a:extLst>
          </p:cNvPr>
          <p:cNvSpPr txBox="1"/>
          <p:nvPr/>
        </p:nvSpPr>
        <p:spPr>
          <a:xfrm>
            <a:off x="2423669" y="2176944"/>
            <a:ext cx="1930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…requires a lower bound on this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3A5916A-4C62-757E-7700-0947A21CBECC}"/>
                  </a:ext>
                </a:extLst>
              </p:cNvPr>
              <p:cNvSpPr txBox="1"/>
              <p:nvPr/>
            </p:nvSpPr>
            <p:spPr>
              <a:xfrm>
                <a:off x="5306498" y="1232183"/>
                <a:ext cx="6193299" cy="92333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Every point is a single DOF (i.e.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Finite volume carries finitely many DOFs (i.e.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Count</a:t>
                </a:r>
                <a:r>
                  <a:rPr lang="en-US" dirty="0">
                    <a:solidFill>
                      <a:schemeClr val="tx1"/>
                    </a:solidFill>
                  </a:rPr>
                  <a:t> is additive for disjoint regions (i.e.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3A5916A-4C62-757E-7700-0947A21CB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6498" y="1232183"/>
                <a:ext cx="6193299" cy="923330"/>
              </a:xfrm>
              <a:prstGeom prst="rect">
                <a:avLst/>
              </a:prstGeom>
              <a:blipFill>
                <a:blip r:embed="rId3"/>
                <a:stretch>
                  <a:fillRect l="-787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17B1E3FF-A36C-CD5C-0A9F-C503F78F550A}"/>
              </a:ext>
            </a:extLst>
          </p:cNvPr>
          <p:cNvSpPr txBox="1"/>
          <p:nvPr/>
        </p:nvSpPr>
        <p:spPr>
          <a:xfrm rot="1176489">
            <a:off x="10027934" y="1072708"/>
            <a:ext cx="1646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Same problem!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70A363B-D3A1-B883-3D92-A65349479CB1}"/>
              </a:ext>
            </a:extLst>
          </p:cNvPr>
          <p:cNvCxnSpPr/>
          <p:nvPr/>
        </p:nvCxnSpPr>
        <p:spPr>
          <a:xfrm>
            <a:off x="6730474" y="2246628"/>
            <a:ext cx="299778" cy="183794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B6B2929-64A0-E113-0988-9D9586FB3547}"/>
              </a:ext>
            </a:extLst>
          </p:cNvPr>
          <p:cNvCxnSpPr/>
          <p:nvPr/>
        </p:nvCxnSpPr>
        <p:spPr>
          <a:xfrm flipV="1">
            <a:off x="6008096" y="2392932"/>
            <a:ext cx="1662718" cy="154533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4933B50-DFF3-789C-D505-C8FF0707AD49}"/>
              </a:ext>
            </a:extLst>
          </p:cNvPr>
          <p:cNvCxnSpPr/>
          <p:nvPr/>
        </p:nvCxnSpPr>
        <p:spPr>
          <a:xfrm>
            <a:off x="5782721" y="2639820"/>
            <a:ext cx="2152787" cy="97840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F3DD131-E3B3-3CDE-960D-04A845B29DF1}"/>
              </a:ext>
            </a:extLst>
          </p:cNvPr>
          <p:cNvCxnSpPr>
            <a:cxnSpLocks/>
          </p:cNvCxnSpPr>
          <p:nvPr/>
        </p:nvCxnSpPr>
        <p:spPr>
          <a:xfrm flipH="1" flipV="1">
            <a:off x="7817118" y="2666827"/>
            <a:ext cx="1072088" cy="238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756D021-E95F-528F-0958-C698CDD2AF4E}"/>
              </a:ext>
            </a:extLst>
          </p:cNvPr>
          <p:cNvCxnSpPr/>
          <p:nvPr/>
        </p:nvCxnSpPr>
        <p:spPr>
          <a:xfrm flipH="1">
            <a:off x="6353596" y="3035234"/>
            <a:ext cx="2535610" cy="174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B2FEB14-1BF5-49D4-57A3-77CC20D15F91}"/>
              </a:ext>
            </a:extLst>
          </p:cNvPr>
          <p:cNvSpPr txBox="1"/>
          <p:nvPr/>
        </p:nvSpPr>
        <p:spPr>
          <a:xfrm>
            <a:off x="8889206" y="2796268"/>
            <a:ext cx="19290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Distant points: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independent DOFs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299306-C9D3-10E7-4FAD-D93CB464043C}"/>
              </a:ext>
            </a:extLst>
          </p:cNvPr>
          <p:cNvSpPr txBox="1"/>
          <p:nvPr/>
        </p:nvSpPr>
        <p:spPr>
          <a:xfrm>
            <a:off x="5306498" y="4165092"/>
            <a:ext cx="3557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Close points: DOFs not independent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DFE4BA5-2160-7B4F-245C-CE96A695CF81}"/>
              </a:ext>
            </a:extLst>
          </p:cNvPr>
          <p:cNvSpPr txBox="1"/>
          <p:nvPr/>
        </p:nvSpPr>
        <p:spPr>
          <a:xfrm>
            <a:off x="10394595" y="2842434"/>
            <a:ext cx="684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additive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4F7F08D-FB05-3A57-E290-18A78222478F}"/>
              </a:ext>
            </a:extLst>
          </p:cNvPr>
          <p:cNvSpPr txBox="1"/>
          <p:nvPr/>
        </p:nvSpPr>
        <p:spPr>
          <a:xfrm>
            <a:off x="8136432" y="3946072"/>
            <a:ext cx="952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sub-additive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843A896-AAAA-E37B-C9AC-45393F57EDC4}"/>
              </a:ext>
            </a:extLst>
          </p:cNvPr>
          <p:cNvCxnSpPr/>
          <p:nvPr/>
        </p:nvCxnSpPr>
        <p:spPr>
          <a:xfrm flipH="1" flipV="1">
            <a:off x="6353596" y="3210017"/>
            <a:ext cx="287451" cy="874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D5C94A6-109B-9FDE-2601-ADA48E37BD5B}"/>
              </a:ext>
            </a:extLst>
          </p:cNvPr>
          <p:cNvCxnSpPr/>
          <p:nvPr/>
        </p:nvCxnSpPr>
        <p:spPr>
          <a:xfrm flipH="1" flipV="1">
            <a:off x="6288871" y="3250277"/>
            <a:ext cx="352176" cy="818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56804C2-52AD-531F-78EA-0A524B2BFD33}"/>
              </a:ext>
            </a:extLst>
          </p:cNvPr>
          <p:cNvSpPr txBox="1"/>
          <p:nvPr/>
        </p:nvSpPr>
        <p:spPr>
          <a:xfrm>
            <a:off x="187372" y="3526404"/>
            <a:ext cx="50600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From QM: Lower bound on state count requires a severe revisitation of particle state space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27CF7C4-0083-1B77-9E11-DCC9558CD3E5}"/>
              </a:ext>
            </a:extLst>
          </p:cNvPr>
          <p:cNvSpPr txBox="1"/>
          <p:nvPr/>
        </p:nvSpPr>
        <p:spPr>
          <a:xfrm>
            <a:off x="1197413" y="5123978"/>
            <a:ext cx="6473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Does lower bound on DOF count require an equally severe revisitation of space-time?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B70024-8258-EAC3-ABC2-6C3AD7453EEF}"/>
                  </a:ext>
                </a:extLst>
              </p:cNvPr>
              <p:cNvSpPr txBox="1"/>
              <p:nvPr/>
            </p:nvSpPr>
            <p:spPr>
              <a:xfrm>
                <a:off x="1977737" y="2958492"/>
                <a:ext cx="3630738" cy="4142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dirty="0"/>
                  <a:t>#DOFs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US" b="0" dirty="0"/>
                  <a:t> Spatial volume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  <m:sup/>
                      <m:e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rad>
                      </m:e>
                    </m:nary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B70024-8258-EAC3-ABC2-6C3AD7453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7737" y="2958492"/>
                <a:ext cx="3630738" cy="414216"/>
              </a:xfrm>
              <a:prstGeom prst="rect">
                <a:avLst/>
              </a:prstGeom>
              <a:blipFill>
                <a:blip r:embed="rId4"/>
                <a:stretch>
                  <a:fillRect l="-1342" t="-130882" b="-192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59CF755-C0D6-8A75-52A7-CCE71BBFA87E}"/>
              </a:ext>
            </a:extLst>
          </p:cNvPr>
          <p:cNvSpPr/>
          <p:nvPr/>
        </p:nvSpPr>
        <p:spPr>
          <a:xfrm>
            <a:off x="5859545" y="2382337"/>
            <a:ext cx="513461" cy="661991"/>
          </a:xfrm>
          <a:custGeom>
            <a:avLst/>
            <a:gdLst>
              <a:gd name="connsiteX0" fmla="*/ 152413 w 513461"/>
              <a:gd name="connsiteY0" fmla="*/ 33888 h 661991"/>
              <a:gd name="connsiteX1" fmla="*/ 13 w 513461"/>
              <a:gd name="connsiteY1" fmla="*/ 218372 h 661991"/>
              <a:gd name="connsiteX2" fmla="*/ 160434 w 513461"/>
              <a:gd name="connsiteY2" fmla="*/ 410878 h 661991"/>
              <a:gd name="connsiteX3" fmla="*/ 176476 w 513461"/>
              <a:gd name="connsiteY3" fmla="*/ 619425 h 661991"/>
              <a:gd name="connsiteX4" fmla="*/ 409087 w 513461"/>
              <a:gd name="connsiteY4" fmla="*/ 643488 h 661991"/>
              <a:gd name="connsiteX5" fmla="*/ 513360 w 513461"/>
              <a:gd name="connsiteY5" fmla="*/ 402857 h 661991"/>
              <a:gd name="connsiteX6" fmla="*/ 393045 w 513461"/>
              <a:gd name="connsiteY6" fmla="*/ 298583 h 661991"/>
              <a:gd name="connsiteX7" fmla="*/ 481276 w 513461"/>
              <a:gd name="connsiteY7" fmla="*/ 162225 h 661991"/>
              <a:gd name="connsiteX8" fmla="*/ 328876 w 513461"/>
              <a:gd name="connsiteY8" fmla="*/ 9825 h 661991"/>
              <a:gd name="connsiteX9" fmla="*/ 152413 w 513461"/>
              <a:gd name="connsiteY9" fmla="*/ 33888 h 661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3461" h="661991">
                <a:moveTo>
                  <a:pt x="152413" y="33888"/>
                </a:moveTo>
                <a:cubicBezTo>
                  <a:pt x="97602" y="68646"/>
                  <a:pt x="-1324" y="155540"/>
                  <a:pt x="13" y="218372"/>
                </a:cubicBezTo>
                <a:cubicBezTo>
                  <a:pt x="1350" y="281204"/>
                  <a:pt x="131023" y="344036"/>
                  <a:pt x="160434" y="410878"/>
                </a:cubicBezTo>
                <a:cubicBezTo>
                  <a:pt x="189845" y="477720"/>
                  <a:pt x="135034" y="580657"/>
                  <a:pt x="176476" y="619425"/>
                </a:cubicBezTo>
                <a:cubicBezTo>
                  <a:pt x="217918" y="658193"/>
                  <a:pt x="352940" y="679583"/>
                  <a:pt x="409087" y="643488"/>
                </a:cubicBezTo>
                <a:cubicBezTo>
                  <a:pt x="465234" y="607393"/>
                  <a:pt x="516034" y="460341"/>
                  <a:pt x="513360" y="402857"/>
                </a:cubicBezTo>
                <a:cubicBezTo>
                  <a:pt x="510686" y="345373"/>
                  <a:pt x="398392" y="338688"/>
                  <a:pt x="393045" y="298583"/>
                </a:cubicBezTo>
                <a:cubicBezTo>
                  <a:pt x="387698" y="258478"/>
                  <a:pt x="491971" y="210351"/>
                  <a:pt x="481276" y="162225"/>
                </a:cubicBezTo>
                <a:cubicBezTo>
                  <a:pt x="470581" y="114099"/>
                  <a:pt x="382350" y="28541"/>
                  <a:pt x="328876" y="9825"/>
                </a:cubicBezTo>
                <a:cubicBezTo>
                  <a:pt x="275402" y="-8891"/>
                  <a:pt x="207224" y="-870"/>
                  <a:pt x="152413" y="33888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03E1E00-A014-BD49-65DF-D4A50C292A00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5445604" y="2793215"/>
            <a:ext cx="574375" cy="240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19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6" grpId="0"/>
      <p:bldP spid="52" grpId="0"/>
      <p:bldP spid="53" grpId="0"/>
      <p:bldP spid="54" grpId="0"/>
      <p:bldP spid="55" grpId="0"/>
      <p:bldP spid="60" grpId="0"/>
      <p:bldP spid="61" grpId="0"/>
      <p:bldP spid="4" grpId="0"/>
      <p:bldP spid="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6D2FA-25C0-DDDF-9A83-8A1FDE1D9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43EB82-BAD8-FCB0-5E7A-7CA3642390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Ensembles are the natural primitives for physical theories</a:t>
                </a:r>
              </a:p>
              <a:p>
                <a:pPr lvl="1"/>
                <a:r>
                  <a:rPr lang="en-US" dirty="0"/>
                  <a:t>The math we use already implicitly assumes that states (even pure ones) are ensembles</a:t>
                </a:r>
              </a:p>
              <a:p>
                <a:pPr lvl="1"/>
                <a:r>
                  <a:rPr lang="en-US" dirty="0"/>
                  <a:t>Experimental reproducibility implies that ensembles are the topic of scientific laws</a:t>
                </a:r>
              </a:p>
              <a:p>
                <a:r>
                  <a:rPr lang="en-US" dirty="0"/>
                  <a:t>A general theory of ensembles is therefore crucial to the foundation of physics</a:t>
                </a:r>
              </a:p>
              <a:p>
                <a:r>
                  <a:rPr lang="en-US" dirty="0"/>
                  <a:t>There are four fundamental requirements</a:t>
                </a:r>
              </a:p>
              <a:p>
                <a:pPr lvl="1"/>
                <a:r>
                  <a:rPr lang="en-US" dirty="0"/>
                  <a:t>Experimental verifiability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topology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-algebras</a:t>
                </a:r>
              </a:p>
              <a:p>
                <a:pPr lvl="1"/>
                <a:r>
                  <a:rPr lang="en-US" dirty="0"/>
                  <a:t>Statistical mixing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convex structure</a:t>
                </a:r>
              </a:p>
              <a:p>
                <a:pPr lvl="1"/>
                <a:r>
                  <a:rPr lang="en-US" dirty="0"/>
                  <a:t>Ensemble variability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entropic structure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geometry</a:t>
                </a:r>
              </a:p>
              <a:p>
                <a:pPr lvl="1"/>
                <a:r>
                  <a:rPr lang="en-US" dirty="0"/>
                  <a:t>Ensemble as equilibria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symmetries, Lie algebras</a:t>
                </a:r>
              </a:p>
              <a:p>
                <a:r>
                  <a:rPr lang="en-US" dirty="0"/>
                  <a:t>Many open problems in math, physics and philosophy</a:t>
                </a:r>
                <a:br>
                  <a:rPr lang="en-US" dirty="0"/>
                </a:br>
                <a:r>
                  <a:rPr lang="en-US" dirty="0"/>
                  <a:t>of science find a natural setting in this theory</a:t>
                </a:r>
              </a:p>
              <a:p>
                <a:r>
                  <a:rPr lang="en-US" dirty="0"/>
                  <a:t>Lots of interesting work to be done!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43EB82-BAD8-FCB0-5E7A-7CA3642390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16" t="-1812" b="-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D09C9E-D7DF-F751-E538-4478E109B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B8A98-89A1-BC03-D6BB-5C16302E1E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30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A3E1B-2D0C-3B2F-B2F9-113216DC0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9508E1-9C7D-F684-119C-717FD6C6E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3FA1CD-D242-D63D-3C63-9E94CF2F8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65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oP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AoP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104750</TotalTime>
  <Words>3300</Words>
  <Application>Microsoft Office PowerPoint</Application>
  <PresentationFormat>Widescreen</PresentationFormat>
  <Paragraphs>510</Paragraphs>
  <Slides>57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Arial</vt:lpstr>
      <vt:lpstr>Calibri</vt:lpstr>
      <vt:lpstr>Calibri Light</vt:lpstr>
      <vt:lpstr>Cambria Math</vt:lpstr>
      <vt:lpstr>Office Theme</vt:lpstr>
      <vt:lpstr>1_Office Theme</vt:lpstr>
      <vt:lpstr>Ensemble spaces: a common foundation for probability, information theory and physical theories</vt:lpstr>
      <vt:lpstr>Outline</vt:lpstr>
      <vt:lpstr>PowerPoint Presentation</vt:lpstr>
      <vt:lpstr>PowerPoint Presentation</vt:lpstr>
      <vt:lpstr>PowerPoint Presentation</vt:lpstr>
      <vt:lpstr>Do projective Hilbert spaces pick QM?</vt:lpstr>
      <vt:lpstr>Do projective Hilbert spaces pick QM?</vt:lpstr>
      <vt:lpstr>PowerPoint Presentation</vt:lpstr>
      <vt:lpstr>Does the space of ensembles distinguish CM from QM?</vt:lpstr>
      <vt:lpstr>Does the space of ensembles distinguish CM from QM?</vt:lpstr>
      <vt:lpstr>PowerPoint Presentation</vt:lpstr>
      <vt:lpstr>Is the ensemble space enough to characterize QM?</vt:lpstr>
      <vt:lpstr>Is the ensemble space enough to characterize QM?</vt:lpstr>
      <vt:lpstr>PowerPoint Presentation</vt:lpstr>
      <vt:lpstr>PowerPoint Presentation</vt:lpstr>
      <vt:lpstr>Can we reconcile evolution and measurements?</vt:lpstr>
      <vt:lpstr>Can we reconcile evolution and measurements?</vt:lpstr>
      <vt:lpstr>PowerPoint Presentation</vt:lpstr>
      <vt:lpstr>PowerPoint Presentation</vt:lpstr>
      <vt:lpstr>PowerPoint Presentation</vt:lpstr>
      <vt:lpstr>What do states represent?</vt:lpstr>
      <vt:lpstr>What do states represent?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Four foundational pillars</vt:lpstr>
      <vt:lpstr>PowerPoint Presentation</vt:lpstr>
      <vt:lpstr>Experimental verifiability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classical probability?</vt:lpstr>
      <vt:lpstr>PowerPoint Presentation</vt:lpstr>
      <vt:lpstr>PowerPoint Presentation</vt:lpstr>
      <vt:lpstr>Several useful lattices</vt:lpstr>
      <vt:lpstr>Generalization of Choquet theory</vt:lpstr>
      <vt:lpstr>Non-additive “probability measure”</vt:lpstr>
      <vt:lpstr>Non-additive “probability measure”</vt:lpstr>
      <vt:lpstr>Non-additive state count</vt:lpstr>
      <vt:lpstr>PowerPoint Presentation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Gabriele Carcassi</dc:creator>
  <cp:lastModifiedBy>Aidala, Christine</cp:lastModifiedBy>
  <cp:revision>315</cp:revision>
  <dcterms:created xsi:type="dcterms:W3CDTF">2021-04-07T15:17:47Z</dcterms:created>
  <dcterms:modified xsi:type="dcterms:W3CDTF">2026-09-27T02:12:40Z</dcterms:modified>
</cp:coreProperties>
</file>